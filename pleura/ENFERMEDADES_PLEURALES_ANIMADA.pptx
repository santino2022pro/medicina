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</p:sldIdLst>
  <p:sldSz cx="12191695" cy="6858000"/>
  <p:notesSz cx="6858000" cy="9144000"/>
  <p:embeddedFontLst>
    <p:embeddedFont>
      <p:font typeface="Mali" panose="00000500000000000000" pitchFamily="2" charset="0"/>
      <p:regular r:id="rIdF1"/>
      <p:bold r:id="rIdF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notesMaster" Target="notesMasters/notesMaster1.xml"/><Relationship Id="rIdF1" Type="http://schemas.openxmlformats.org/officeDocument/2006/relationships/font" Target="fonts/font1.fntdata"/><Relationship Id="rIdF2" Type="http://schemas.openxmlformats.org/officeDocument/2006/relationships/font" Target="fonts/font2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Clase de Medicina Interna sobre enfermedades de la pleura. Hilo conductor: cada hallazgo clínico se explica por un cambio anatómico o de presiones en el espacio pleural.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Organización: anatomía y fisiología → derrame (mecanismos, clasificación, causas, semiología, imágenes, toracocentesis, laboratorio, empiema) → neumotórax (formación, semiología, ecografía, radiología, tensión, drenaje) → tumores → integración.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Organización: anatomía y fisiología → derrame (mecanismos, clasificación, causas, semiología, imágenes, toracocentesis, laboratorio, empiema) → neumotórax (formación, semiología, ecografía, radiología, tensión, drenaje) → tumores → integración.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colores se mantienen idénticos en toda la presentación: la pleura parietal siempre verde azulada, la visceral morada, el líquido seroso celeste, el exudado ámbar, el pus amarillo, la sangre roja y el aire casi blanco con borde punteado. El tipo de recuadro anticipa la función del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síntoma y el signo «buscan» el síndrome; el síndrome se explica por la fisiopatología; la fisiopatología orienta la etiología y esta, el tratamiento. Esta cadena estructura toda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frontal esquemática: pared torácica con costillas, ambos pulmones (el derecho con tres lóbulos y dos cisuras; el izquierdo con dos lóbulos), mediastino con corazón, venas cavas, aorta y tráquea, y el diafragma con la cúpula derecha más alta. Sobre cada pulmón, la pleura visceral (morada); sobre la pared, el diafragma y el mediastino, la pleura parietal (verde azulada).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Síntesis: la pleura no es un órgano «inútil». Protege el parénquima, permite el deslizamiento, hace posible el movimiento pulmonar en inspiración y espiración y participa en la mecánica ventilatoria. La presión negativa del espacio pleural es la que mantiene el pulmón expandido: si entra aire, el pulmón se retrae (Unidad XII).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tomados del material académico. El pH del líquido normal es alcalino respecto del plasma, lo que implica mayor concentración de bicarbonato: la redacción original «HCO3 disminuido» es incompatible con ese pH y se registra en la auditoría junto con las unidades del volumen (cm frente a ml) y las proporciones de glucosa y LDH.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fuerzas que sacan líquido del capilar son la presión hidrostática capilar y la oncótica intersticial; las que lo retienen son la oncótica capilar y la hidrostática intersticial. El coeficiente sigma pondera cuánto «cuentan» las proteínas: si la membrana se vuelve permeable, la diferencia oncótica deja de retener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esencial no confundir compartimentos. El derrame pleural ocupa el espacio entre las hojas; el edema intersticial y el alveolar ocupan el pulmón. El material describe un desborde linfático que «inunda los alvéolos» a partir del derrame: esa progresión no es obligatoria y se registra en la auditoría científica.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neoplasias aparecen con mecanismos distintos según la etapa y el mecanismo dominante (Unidad V). La ubicación de «neoplasias avanzadas» como causa sistémica de trasudado en el material se registra para revisión.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también propone medir BNP en el líquido pleural con un umbral de 1500 pg/ml y sensibilidad y especificidad superiores al 90 %. El marcador pleural validado en la literatura es el NT-proBNP; el dato se registra para revisión antes de enseñarlo como regla.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vincula el edema de reexpansión con no haber evaluado la cardiopatía de base; el mecanismo clásicamente descrito es la reexpansión rápida de un pulmón colapsado. Se registra para revisión.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no incluye un caso numérico resuelto: el ejemplo de aplicación se omite para no introducir datos ajenos a las fuentes. Los tres criterios comparan el líquido con el suero: si la barrera pleural está dañada, pasan proteínas y la LDH (enzima de células lesionadas) aumenta en el líquido.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atelectasia no desplaza: atrae. El lado de la atelectasia es el lado del colapso sin aire, por eso el mediastino y el diafragma se acercan a él. En el neumotórax, el aire ocupa volumen y empuja las estructuras hacia el lado 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porcentajes por grado y la indicación de kinesioterapia provienen de una de las fuentes; los criterios ACCP/BTS de la otra. Se presentan juntos sin asumir equivalencia (ver auditoría).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atribuye también al mesotelioma hipoglucemias intermitentes y osteoartropatía hipertrófica (acropaquias, uñas en vidrio de reloj). Ambas manifestaciones se describen clásicamente en el tumor fibroso solitario: el dato se registra para revisión y no se muestra como rasgo del mesotelioma.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orden de frecuencia de los tumores primarios difiere entre apartados del material (mama primero en uno; distinto orden en otro) y una fuente describe «proteínas bajas» como paradoja del exudado maligno. Ambos puntos se registran en la auditoría.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!!ParedToracica"/>
          <p:cNvSpPr/>
          <p:nvPr/>
        </p:nvSpPr>
        <p:spPr>
          <a:xfrm>
            <a:off x="6814109" y="71871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" name="!!Mediastino"/>
          <p:cNvSpPr/>
          <p:nvPr/>
        </p:nvSpPr>
        <p:spPr>
          <a:xfrm>
            <a:off x="8394192" y="101544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" name="!!Costillas"/>
          <p:cNvGrpSpPr/>
          <p:nvPr/>
        </p:nvGrpSpPr>
        <p:grpSpPr>
          <a:xfrm>
            <a:off x="6912864" y="1150315"/>
            <a:ext cx="4828032" cy="4445447"/>
            <a:chOff x="6912864" y="1150315"/>
            <a:chExt cx="4828032" cy="4445447"/>
          </a:xfrm>
        </p:grpSpPr>
        <p:sp>
          <p:nvSpPr>
            <p:cNvPr id="5" name="Forma 4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" name="!!EspacioPleur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" name="!!EspacioPleur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9" name="!!Aorta"/>
          <p:cNvSpPr/>
          <p:nvPr/>
        </p:nvSpPr>
        <p:spPr>
          <a:xfrm>
            <a:off x="9336576" y="184025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" name="!!Traquea"/>
          <p:cNvGrpSpPr/>
          <p:nvPr/>
        </p:nvGrpSpPr>
        <p:grpSpPr>
          <a:xfrm>
            <a:off x="8674024" y="718718"/>
            <a:ext cx="1305713" cy="2314413"/>
            <a:chOff x="8674024" y="718718"/>
            <a:chExt cx="1305713" cy="2314413"/>
          </a:xfrm>
        </p:grpSpPr>
        <p:sp>
          <p:nvSpPr>
            <p:cNvPr id="11" name="Forma 10"/>
            <p:cNvSpPr/>
            <p:nvPr/>
          </p:nvSpPr>
          <p:spPr>
            <a:xfrm>
              <a:off x="8674024" y="71871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2" name="Forma 11"/>
            <p:cNvSpPr/>
            <p:nvPr/>
          </p:nvSpPr>
          <p:spPr>
            <a:xfrm>
              <a:off x="9228125" y="88056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3" name="!!PulmonDerecho"/>
          <p:cNvGrpSpPr/>
          <p:nvPr/>
        </p:nvGrpSpPr>
        <p:grpSpPr>
          <a:xfrm>
            <a:off x="7274968" y="1251279"/>
            <a:ext cx="1737961" cy="3918821"/>
            <a:chOff x="7274968" y="1251279"/>
            <a:chExt cx="1737961" cy="3918821"/>
          </a:xfrm>
        </p:grpSpPr>
        <p:sp>
          <p:nvSpPr>
            <p:cNvPr id="14" name="Forma 13"/>
            <p:cNvSpPr/>
            <p:nvPr/>
          </p:nvSpPr>
          <p:spPr>
            <a:xfrm>
              <a:off x="7274968" y="1251279"/>
              <a:ext cx="1737961" cy="391882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5" name="Forma 14"/>
            <p:cNvSpPr/>
            <p:nvPr/>
          </p:nvSpPr>
          <p:spPr>
            <a:xfrm>
              <a:off x="7387379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7316207" y="2957627"/>
              <a:ext cx="1462033" cy="164327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7" name="!!PleuraVisceralD"/>
          <p:cNvSpPr/>
          <p:nvPr/>
        </p:nvSpPr>
        <p:spPr>
          <a:xfrm>
            <a:off x="7274968" y="1251279"/>
            <a:ext cx="1737961" cy="3918821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8" name="!!PulmonIzquierdo"/>
          <p:cNvGrpSpPr/>
          <p:nvPr/>
        </p:nvGrpSpPr>
        <p:grpSpPr>
          <a:xfrm>
            <a:off x="9759982" y="1251279"/>
            <a:ext cx="1618810" cy="4048463"/>
            <a:chOff x="9759982" y="1251279"/>
            <a:chExt cx="1618810" cy="4048463"/>
          </a:xfrm>
        </p:grpSpPr>
        <p:sp>
          <p:nvSpPr>
            <p:cNvPr id="19" name="Forma 18"/>
            <p:cNvSpPr/>
            <p:nvPr/>
          </p:nvSpPr>
          <p:spPr>
            <a:xfrm>
              <a:off x="9759982" y="125127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0" name="Forma 19"/>
            <p:cNvSpPr/>
            <p:nvPr/>
          </p:nvSpPr>
          <p:spPr>
            <a:xfrm>
              <a:off x="9902952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919411" y="303855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2" name="!!PleuraVisceralI"/>
          <p:cNvSpPr/>
          <p:nvPr/>
        </p:nvSpPr>
        <p:spPr>
          <a:xfrm>
            <a:off x="9759982" y="125127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3" name="!!PleuraPariet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4" name="!!PleuraPariet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5" name="!!VenaCavaSup"/>
          <p:cNvSpPr/>
          <p:nvPr/>
        </p:nvSpPr>
        <p:spPr>
          <a:xfrm>
            <a:off x="9003204" y="166085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6" name="!!VenaCavaInf"/>
          <p:cNvSpPr/>
          <p:nvPr/>
        </p:nvSpPr>
        <p:spPr>
          <a:xfrm>
            <a:off x="9052605" y="465464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7" name="!!Corazon"/>
          <p:cNvGrpSpPr/>
          <p:nvPr/>
        </p:nvGrpSpPr>
        <p:grpSpPr>
          <a:xfrm>
            <a:off x="9031021" y="3347075"/>
            <a:ext cx="1458976" cy="1527261"/>
            <a:chOff x="9031021" y="3347075"/>
            <a:chExt cx="1458976" cy="1527261"/>
          </a:xfrm>
        </p:grpSpPr>
        <p:sp>
          <p:nvSpPr>
            <p:cNvPr id="28" name="Forma 27"/>
            <p:cNvSpPr/>
            <p:nvPr/>
          </p:nvSpPr>
          <p:spPr>
            <a:xfrm>
              <a:off x="9031021" y="334707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9793224" y="345935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0" name="!!Diafragma"/>
          <p:cNvSpPr/>
          <p:nvPr/>
        </p:nvSpPr>
        <p:spPr>
          <a:xfrm>
            <a:off x="7324353" y="461427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1" name="!!Clavículas"/>
          <p:cNvGrpSpPr/>
          <p:nvPr/>
        </p:nvGrpSpPr>
        <p:grpSpPr>
          <a:xfrm>
            <a:off x="7680960" y="934517"/>
            <a:ext cx="3291840" cy="215798"/>
            <a:chOff x="7680960" y="934517"/>
            <a:chExt cx="3291840" cy="215798"/>
          </a:xfrm>
        </p:grpSpPr>
        <p:sp>
          <p:nvSpPr>
            <p:cNvPr id="32" name="Forma 31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5" name="Subtítulo"/>
          <p:cNvSpPr/>
          <p:nvPr/>
        </p:nvSpPr>
        <p:spPr>
          <a:xfrm>
            <a:off x="731520" y="3429000"/>
            <a:ext cx="548640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FISIOPATOLOGÍA · SEMIOLOGÍA · DIAGNÓSTICO · MANEJO CLÍNICO</a:t>
            </a:r>
            <a:endParaRPr lang="es-AR" sz="1500" dirty="0">
              <a:latin typeface="Mali"/>
            </a:endParaRPr>
          </a:p>
        </p:txBody>
      </p:sp>
      <p:sp>
        <p:nvSpPr>
          <p:cNvPr id="36" name="Temario"/>
          <p:cNvSpPr/>
          <p:nvPr/>
        </p:nvSpPr>
        <p:spPr>
          <a:xfrm>
            <a:off x="731520" y="4160520"/>
            <a:ext cx="5486400" cy="9601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 · Trasudados y exudados · Criterios de Light · Toracocentesis · Empiema · Neumotórax · Neumotórax a tensión · Tumores pleurales</a:t>
            </a:r>
            <a:endParaRPr lang="es-AR" sz="1500" dirty="0">
              <a:latin typeface="Mali"/>
            </a:endParaRPr>
          </a:p>
        </p:txBody>
      </p:sp>
      <p:sp>
        <p:nvSpPr>
          <p:cNvPr id="37" name="Materia"/>
          <p:cNvSpPr/>
          <p:nvPr/>
        </p:nvSpPr>
        <p:spPr>
          <a:xfrm>
            <a:off x="1737360" y="5349240"/>
            <a:ext cx="3474720" cy="548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449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MEDICINA INTERNA · FISIOPATOLOGÍA RESPIRATORIA</a:t>
            </a:r>
            <a:endParaRPr lang="es-AR" sz="1250" dirty="0">
              <a:latin typeface="Mali"/>
            </a:endParaRPr>
          </a:p>
        </p:txBody>
      </p:sp>
      <p:sp>
        <p:nvSpPr>
          <p:cNvPr id="34" name="Título"/>
          <p:cNvSpPr txBox="1"/>
          <p:nvPr/>
        </p:nvSpPr>
        <p:spPr>
          <a:xfrm>
            <a:off x="457200" y="1097280"/>
            <a:ext cx="603504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5797"/>
              </a:lnSpc>
              <a:spcAft>
                <a:spcPts val="300"/>
              </a:spcAft>
              <a:buNone/>
            </a:pPr>
            <a:r>
              <a:rPr lang="es-AR" sz="5400" b="1" dirty="0">
                <a:solidFill>
                  <a:srgbClr val="000000"/>
                </a:solidFill>
                <a:effectLst>
                  <a:glow rad="101600">
                    <a:srgbClr val="FFFFFF">
                      <a:alpha val="90000"/>
                    </a:srgbClr>
                  </a:glow>
                </a:effectLst>
                <a:latin typeface="Mali"/>
                <a:ea typeface="Mali"/>
                <a:cs typeface="Mali"/>
                <a:sym typeface="Mali"/>
              </a:rPr>
              <a:t>ENFERMEDADES</a:t>
            </a:r>
            <a:endParaRPr lang="es-AR" sz="5400" dirty="0">
              <a:latin typeface="Mali"/>
            </a:endParaRPr>
          </a:p>
          <a:p>
            <a:pPr algn="ctr">
              <a:lnSpc>
                <a:spcPts val="5797"/>
              </a:lnSpc>
              <a:spcAft>
                <a:spcPts val="300"/>
              </a:spcAft>
              <a:buNone/>
            </a:pPr>
            <a:r>
              <a:rPr lang="es-AR" sz="5400" b="1" dirty="0">
                <a:solidFill>
                  <a:srgbClr val="000000"/>
                </a:solidFill>
                <a:effectLst>
                  <a:glow rad="101600">
                    <a:srgbClr val="FFFFFF">
                      <a:alpha val="90000"/>
                    </a:srgbClr>
                  </a:glow>
                </a:effectLst>
                <a:latin typeface="Mali"/>
                <a:ea typeface="Mali"/>
                <a:cs typeface="Mali"/>
                <a:sym typeface="Mali"/>
              </a:rPr>
              <a:t>PLEURALES</a:t>
            </a:r>
            <a:endParaRPr lang="es-AR" sz="54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  <p:bldP spid="3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Unidad I"/>
          <p:cNvGrpSpPr/>
          <p:nvPr/>
        </p:nvGrpSpPr>
        <p:grpSpPr>
          <a:xfrm>
            <a:off x="548640" y="1051560"/>
            <a:ext cx="5486400" cy="731520"/>
            <a:chOff x="548640" y="1051560"/>
            <a:chExt cx="5486400" cy="731520"/>
          </a:xfrm>
        </p:grpSpPr>
        <p:sp>
          <p:nvSpPr>
            <p:cNvPr id="5" name="Forma 4"/>
            <p:cNvSpPr/>
            <p:nvPr/>
          </p:nvSpPr>
          <p:spPr>
            <a:xfrm>
              <a:off x="54864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69164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Anatomía y fisiología de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Unidad II"/>
          <p:cNvGrpSpPr/>
          <p:nvPr/>
        </p:nvGrpSpPr>
        <p:grpSpPr>
          <a:xfrm>
            <a:off x="6217920" y="1051560"/>
            <a:ext cx="5486400" cy="731520"/>
            <a:chOff x="6217920" y="1051560"/>
            <a:chExt cx="5486400" cy="731520"/>
          </a:xfrm>
        </p:grpSpPr>
        <p:sp>
          <p:nvSpPr>
            <p:cNvPr id="8" name="Forma 7"/>
            <p:cNvSpPr/>
            <p:nvPr/>
          </p:nvSpPr>
          <p:spPr>
            <a:xfrm>
              <a:off x="621792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736092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Formación y reabsorción del líquido: Starling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Unidad III"/>
          <p:cNvGrpSpPr/>
          <p:nvPr/>
        </p:nvGrpSpPr>
        <p:grpSpPr>
          <a:xfrm>
            <a:off x="548640" y="2075688"/>
            <a:ext cx="5486400" cy="731520"/>
            <a:chOff x="548640" y="2075688"/>
            <a:chExt cx="5486400" cy="731520"/>
          </a:xfrm>
        </p:grpSpPr>
        <p:sp>
          <p:nvSpPr>
            <p:cNvPr id="11" name="Forma 10"/>
            <p:cNvSpPr/>
            <p:nvPr/>
          </p:nvSpPr>
          <p:spPr>
            <a:xfrm>
              <a:off x="54864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169164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Mecanismos del derrame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Unidad IV"/>
          <p:cNvGrpSpPr/>
          <p:nvPr/>
        </p:nvGrpSpPr>
        <p:grpSpPr>
          <a:xfrm>
            <a:off x="6217920" y="2075688"/>
            <a:ext cx="5486400" cy="731520"/>
            <a:chOff x="6217920" y="2075688"/>
            <a:chExt cx="5486400" cy="731520"/>
          </a:xfrm>
        </p:grpSpPr>
        <p:sp>
          <p:nvSpPr>
            <p:cNvPr id="14" name="Forma 13"/>
            <p:cNvSpPr/>
            <p:nvPr/>
          </p:nvSpPr>
          <p:spPr>
            <a:xfrm>
              <a:off x="621792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736092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y exudado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Unidad V"/>
          <p:cNvGrpSpPr/>
          <p:nvPr/>
        </p:nvGrpSpPr>
        <p:grpSpPr>
          <a:xfrm>
            <a:off x="548640" y="3099816"/>
            <a:ext cx="5486400" cy="731520"/>
            <a:chOff x="548640" y="3099816"/>
            <a:chExt cx="5486400" cy="731520"/>
          </a:xfrm>
        </p:grpSpPr>
        <p:sp>
          <p:nvSpPr>
            <p:cNvPr id="17" name="Forma 16"/>
            <p:cNvSpPr/>
            <p:nvPr/>
          </p:nvSpPr>
          <p:spPr>
            <a:xfrm>
              <a:off x="54864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169164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Etiologías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Unidad VI"/>
          <p:cNvGrpSpPr/>
          <p:nvPr/>
        </p:nvGrpSpPr>
        <p:grpSpPr>
          <a:xfrm>
            <a:off x="6217920" y="3099816"/>
            <a:ext cx="5486400" cy="731520"/>
            <a:chOff x="6217920" y="3099816"/>
            <a:chExt cx="5486400" cy="731520"/>
          </a:xfrm>
        </p:grpSpPr>
        <p:sp>
          <p:nvSpPr>
            <p:cNvPr id="20" name="Forma 19"/>
            <p:cNvSpPr/>
            <p:nvPr/>
          </p:nvSpPr>
          <p:spPr>
            <a:xfrm>
              <a:off x="621792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6092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Semiología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Unidad VII"/>
          <p:cNvGrpSpPr/>
          <p:nvPr/>
        </p:nvGrpSpPr>
        <p:grpSpPr>
          <a:xfrm>
            <a:off x="548640" y="4123944"/>
            <a:ext cx="5486400" cy="731520"/>
            <a:chOff x="548640" y="4123944"/>
            <a:chExt cx="5486400" cy="731520"/>
          </a:xfrm>
        </p:grpSpPr>
        <p:sp>
          <p:nvSpPr>
            <p:cNvPr id="23" name="Forma 22"/>
            <p:cNvSpPr/>
            <p:nvPr/>
          </p:nvSpPr>
          <p:spPr>
            <a:xfrm>
              <a:off x="54864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169164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Imágenes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5" name="Unidad VIII"/>
          <p:cNvGrpSpPr/>
          <p:nvPr/>
        </p:nvGrpSpPr>
        <p:grpSpPr>
          <a:xfrm>
            <a:off x="6217920" y="4123944"/>
            <a:ext cx="5486400" cy="731520"/>
            <a:chOff x="6217920" y="4123944"/>
            <a:chExt cx="5486400" cy="731520"/>
          </a:xfrm>
        </p:grpSpPr>
        <p:sp>
          <p:nvSpPr>
            <p:cNvPr id="26" name="Forma 25"/>
            <p:cNvSpPr/>
            <p:nvPr/>
          </p:nvSpPr>
          <p:spPr>
            <a:xfrm>
              <a:off x="621792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736092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Toracocentesis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8" name="Unidad IX"/>
          <p:cNvGrpSpPr/>
          <p:nvPr/>
        </p:nvGrpSpPr>
        <p:grpSpPr>
          <a:xfrm>
            <a:off x="548640" y="5148072"/>
            <a:ext cx="5486400" cy="731520"/>
            <a:chOff x="548640" y="5148072"/>
            <a:chExt cx="5486400" cy="731520"/>
          </a:xfrm>
        </p:grpSpPr>
        <p:sp>
          <p:nvSpPr>
            <p:cNvPr id="29" name="Forma 28"/>
            <p:cNvSpPr/>
            <p:nvPr/>
          </p:nvSpPr>
          <p:spPr>
            <a:xfrm>
              <a:off x="548640" y="5148072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IX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1691640" y="5148072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Criterios de Light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31" name="Unidad X"/>
          <p:cNvGrpSpPr/>
          <p:nvPr/>
        </p:nvGrpSpPr>
        <p:grpSpPr>
          <a:xfrm>
            <a:off x="6217920" y="5148072"/>
            <a:ext cx="5486400" cy="731520"/>
            <a:chOff x="6217920" y="5148072"/>
            <a:chExt cx="5486400" cy="731520"/>
          </a:xfrm>
        </p:grpSpPr>
        <p:sp>
          <p:nvSpPr>
            <p:cNvPr id="32" name="Forma 31"/>
            <p:cNvSpPr/>
            <p:nvPr/>
          </p:nvSpPr>
          <p:spPr>
            <a:xfrm>
              <a:off x="6217920" y="5148072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7360920" y="5148072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Análisis del líquido pleural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3060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ÍNDICE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196579" y="91440"/>
            <a:ext cx="583052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RECORRIDO DE LA CLASE (1/2)</a:t>
            </a:r>
            <a:endParaRPr lang="es-AR" sz="2400" dirty="0">
              <a:latin typeface="Mali"/>
            </a:endParaRPr>
          </a:p>
        </p:txBody>
      </p:sp>
      <p:sp>
        <p:nvSpPr>
          <p:cNvPr id="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Unidad XI"/>
          <p:cNvGrpSpPr/>
          <p:nvPr/>
        </p:nvGrpSpPr>
        <p:grpSpPr>
          <a:xfrm>
            <a:off x="548640" y="1051560"/>
            <a:ext cx="5486400" cy="731520"/>
            <a:chOff x="548640" y="1051560"/>
            <a:chExt cx="5486400" cy="731520"/>
          </a:xfrm>
        </p:grpSpPr>
        <p:sp>
          <p:nvSpPr>
            <p:cNvPr id="5" name="Forma 4"/>
            <p:cNvSpPr/>
            <p:nvPr/>
          </p:nvSpPr>
          <p:spPr>
            <a:xfrm>
              <a:off x="54864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69164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paraneumónico y empiema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Unidad XII"/>
          <p:cNvGrpSpPr/>
          <p:nvPr/>
        </p:nvGrpSpPr>
        <p:grpSpPr>
          <a:xfrm>
            <a:off x="6217920" y="1051560"/>
            <a:ext cx="5486400" cy="731520"/>
            <a:chOff x="6217920" y="1051560"/>
            <a:chExt cx="5486400" cy="731520"/>
          </a:xfrm>
        </p:grpSpPr>
        <p:sp>
          <p:nvSpPr>
            <p:cNvPr id="8" name="Forma 7"/>
            <p:cNvSpPr/>
            <p:nvPr/>
          </p:nvSpPr>
          <p:spPr>
            <a:xfrm>
              <a:off x="621792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736092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Unidad XIII"/>
          <p:cNvGrpSpPr/>
          <p:nvPr/>
        </p:nvGrpSpPr>
        <p:grpSpPr>
          <a:xfrm>
            <a:off x="548640" y="2075688"/>
            <a:ext cx="5486400" cy="731520"/>
            <a:chOff x="548640" y="2075688"/>
            <a:chExt cx="5486400" cy="731520"/>
          </a:xfrm>
        </p:grpSpPr>
        <p:sp>
          <p:nvSpPr>
            <p:cNvPr id="11" name="Forma 10"/>
            <p:cNvSpPr/>
            <p:nvPr/>
          </p:nvSpPr>
          <p:spPr>
            <a:xfrm>
              <a:off x="54864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169164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Semiología del 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Unidad XIV"/>
          <p:cNvGrpSpPr/>
          <p:nvPr/>
        </p:nvGrpSpPr>
        <p:grpSpPr>
          <a:xfrm>
            <a:off x="6217920" y="2075688"/>
            <a:ext cx="5486400" cy="731520"/>
            <a:chOff x="6217920" y="2075688"/>
            <a:chExt cx="5486400" cy="731520"/>
          </a:xfrm>
        </p:grpSpPr>
        <p:sp>
          <p:nvSpPr>
            <p:cNvPr id="14" name="Forma 13"/>
            <p:cNvSpPr/>
            <p:nvPr/>
          </p:nvSpPr>
          <p:spPr>
            <a:xfrm>
              <a:off x="621792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736092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Ecografía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Unidad XV"/>
          <p:cNvGrpSpPr/>
          <p:nvPr/>
        </p:nvGrpSpPr>
        <p:grpSpPr>
          <a:xfrm>
            <a:off x="548640" y="3099816"/>
            <a:ext cx="5486400" cy="731520"/>
            <a:chOff x="548640" y="3099816"/>
            <a:chExt cx="5486400" cy="731520"/>
          </a:xfrm>
        </p:grpSpPr>
        <p:sp>
          <p:nvSpPr>
            <p:cNvPr id="17" name="Forma 16"/>
            <p:cNvSpPr/>
            <p:nvPr/>
          </p:nvSpPr>
          <p:spPr>
            <a:xfrm>
              <a:off x="54864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169164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Radiografía y TAC del 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Unidad XVI"/>
          <p:cNvGrpSpPr/>
          <p:nvPr/>
        </p:nvGrpSpPr>
        <p:grpSpPr>
          <a:xfrm>
            <a:off x="6217920" y="3099816"/>
            <a:ext cx="5486400" cy="731520"/>
            <a:chOff x="6217920" y="3099816"/>
            <a:chExt cx="5486400" cy="731520"/>
          </a:xfrm>
        </p:grpSpPr>
        <p:sp>
          <p:nvSpPr>
            <p:cNvPr id="20" name="Forma 19"/>
            <p:cNvSpPr/>
            <p:nvPr/>
          </p:nvSpPr>
          <p:spPr>
            <a:xfrm>
              <a:off x="621792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6092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Unidad XVII"/>
          <p:cNvGrpSpPr/>
          <p:nvPr/>
        </p:nvGrpSpPr>
        <p:grpSpPr>
          <a:xfrm>
            <a:off x="548640" y="4123944"/>
            <a:ext cx="5486400" cy="731520"/>
            <a:chOff x="548640" y="4123944"/>
            <a:chExt cx="5486400" cy="731520"/>
          </a:xfrm>
        </p:grpSpPr>
        <p:sp>
          <p:nvSpPr>
            <p:cNvPr id="23" name="Forma 22"/>
            <p:cNvSpPr/>
            <p:nvPr/>
          </p:nvSpPr>
          <p:spPr>
            <a:xfrm>
              <a:off x="54864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169164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Tratamiento y drenaje torácico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5" name="Unidad XVIII"/>
          <p:cNvGrpSpPr/>
          <p:nvPr/>
        </p:nvGrpSpPr>
        <p:grpSpPr>
          <a:xfrm>
            <a:off x="6217920" y="4123944"/>
            <a:ext cx="5486400" cy="731520"/>
            <a:chOff x="6217920" y="4123944"/>
            <a:chExt cx="5486400" cy="731520"/>
          </a:xfrm>
        </p:grpSpPr>
        <p:sp>
          <p:nvSpPr>
            <p:cNvPr id="26" name="Forma 25"/>
            <p:cNvSpPr/>
            <p:nvPr/>
          </p:nvSpPr>
          <p:spPr>
            <a:xfrm>
              <a:off x="621792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736092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Tumores pleurales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8" name="Unidad XIX"/>
          <p:cNvGrpSpPr/>
          <p:nvPr/>
        </p:nvGrpSpPr>
        <p:grpSpPr>
          <a:xfrm>
            <a:off x="548640" y="5148072"/>
            <a:ext cx="5486400" cy="731520"/>
            <a:chOff x="548640" y="5148072"/>
            <a:chExt cx="5486400" cy="731520"/>
          </a:xfrm>
        </p:grpSpPr>
        <p:sp>
          <p:nvSpPr>
            <p:cNvPr id="29" name="Forma 28"/>
            <p:cNvSpPr/>
            <p:nvPr/>
          </p:nvSpPr>
          <p:spPr>
            <a:xfrm>
              <a:off x="548640" y="5148072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XIX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1691640" y="5148072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Integración 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3060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ÍNDICE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159803" y="91440"/>
            <a:ext cx="58673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RECORRIDO DE LA CLASE (2/2)</a:t>
            </a:r>
            <a:endParaRPr lang="es-AR" sz="2400" dirty="0">
              <a:latin typeface="Mali"/>
            </a:endParaRPr>
          </a:p>
        </p:txBody>
      </p:sp>
      <p:sp>
        <p:nvSpPr>
          <p:cNvPr id="3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ódigo Pleura parietal"/>
          <p:cNvGrpSpPr/>
          <p:nvPr/>
        </p:nvGrpSpPr>
        <p:grpSpPr>
          <a:xfrm>
            <a:off x="457200" y="1005840"/>
            <a:ext cx="2926080" cy="640080"/>
            <a:chOff x="457200" y="1005840"/>
            <a:chExt cx="2926080" cy="640080"/>
          </a:xfrm>
        </p:grpSpPr>
        <p:sp>
          <p:nvSpPr>
            <p:cNvPr id="5" name="Forma 4"/>
            <p:cNvSpPr/>
            <p:nvPr/>
          </p:nvSpPr>
          <p:spPr>
            <a:xfrm>
              <a:off x="457200" y="1005840"/>
              <a:ext cx="685800" cy="640080"/>
            </a:xfrm>
            <a:prstGeom prst="rect">
              <a:avLst/>
            </a:prstGeom>
            <a:solidFill>
              <a:srgbClr val="009E9E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234440" y="100584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7" name="Código Pleura visceral"/>
          <p:cNvGrpSpPr/>
          <p:nvPr/>
        </p:nvGrpSpPr>
        <p:grpSpPr>
          <a:xfrm>
            <a:off x="3520440" y="1005840"/>
            <a:ext cx="2926080" cy="640080"/>
            <a:chOff x="3520440" y="1005840"/>
            <a:chExt cx="2926080" cy="640080"/>
          </a:xfrm>
        </p:grpSpPr>
        <p:sp>
          <p:nvSpPr>
            <p:cNvPr id="8" name="Forma 7"/>
            <p:cNvSpPr/>
            <p:nvPr/>
          </p:nvSpPr>
          <p:spPr>
            <a:xfrm>
              <a:off x="3520440" y="1005840"/>
              <a:ext cx="685800" cy="640080"/>
            </a:xfrm>
            <a:prstGeom prst="rect">
              <a:avLst/>
            </a:prstGeom>
            <a:solidFill>
              <a:srgbClr val="8E44AD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4297680" y="100584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0" name="Código Líquido seroso / trasudado"/>
          <p:cNvGrpSpPr/>
          <p:nvPr/>
        </p:nvGrpSpPr>
        <p:grpSpPr>
          <a:xfrm>
            <a:off x="457200" y="1874520"/>
            <a:ext cx="2926080" cy="640080"/>
            <a:chOff x="457200" y="1874520"/>
            <a:chExt cx="2926080" cy="640080"/>
          </a:xfrm>
        </p:grpSpPr>
        <p:sp>
          <p:nvSpPr>
            <p:cNvPr id="11" name="Forma 10"/>
            <p:cNvSpPr/>
            <p:nvPr/>
          </p:nvSpPr>
          <p:spPr>
            <a:xfrm>
              <a:off x="457200" y="1874520"/>
              <a:ext cx="685800" cy="6400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2" name="Forma 11"/>
            <p:cNvSpPr/>
            <p:nvPr/>
          </p:nvSpPr>
          <p:spPr>
            <a:xfrm>
              <a:off x="1234440" y="187452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seroso / trasudado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3" name="Código Exudado (turbio, proteico)"/>
          <p:cNvGrpSpPr/>
          <p:nvPr/>
        </p:nvGrpSpPr>
        <p:grpSpPr>
          <a:xfrm>
            <a:off x="3520440" y="1874520"/>
            <a:ext cx="2926080" cy="640080"/>
            <a:chOff x="3520440" y="1874520"/>
            <a:chExt cx="2926080" cy="640080"/>
          </a:xfrm>
        </p:grpSpPr>
        <p:sp>
          <p:nvSpPr>
            <p:cNvPr id="14" name="Forma 13"/>
            <p:cNvSpPr/>
            <p:nvPr/>
          </p:nvSpPr>
          <p:spPr>
            <a:xfrm>
              <a:off x="3520440" y="1874520"/>
              <a:ext cx="685800" cy="64008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97680" y="187452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(turbio, proteico)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6" name="Código Pus (empiema)"/>
          <p:cNvGrpSpPr/>
          <p:nvPr/>
        </p:nvGrpSpPr>
        <p:grpSpPr>
          <a:xfrm>
            <a:off x="457200" y="2743200"/>
            <a:ext cx="2926080" cy="640080"/>
            <a:chOff x="457200" y="2743200"/>
            <a:chExt cx="2926080" cy="640080"/>
          </a:xfrm>
        </p:grpSpPr>
        <p:sp>
          <p:nvSpPr>
            <p:cNvPr id="17" name="Forma 16"/>
            <p:cNvSpPr/>
            <p:nvPr/>
          </p:nvSpPr>
          <p:spPr>
            <a:xfrm>
              <a:off x="457200" y="2743200"/>
              <a:ext cx="685800" cy="640080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234440" y="274320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 (empiema)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9" name="Código Líquido hemorrágico"/>
          <p:cNvGrpSpPr/>
          <p:nvPr/>
        </p:nvGrpSpPr>
        <p:grpSpPr>
          <a:xfrm>
            <a:off x="3520440" y="2743200"/>
            <a:ext cx="2926080" cy="640080"/>
            <a:chOff x="3520440" y="2743200"/>
            <a:chExt cx="2926080" cy="640080"/>
          </a:xfrm>
        </p:grpSpPr>
        <p:sp>
          <p:nvSpPr>
            <p:cNvPr id="20" name="Forma 19"/>
            <p:cNvSpPr/>
            <p:nvPr/>
          </p:nvSpPr>
          <p:spPr>
            <a:xfrm>
              <a:off x="3520440" y="2743200"/>
              <a:ext cx="685800" cy="640080"/>
            </a:xfrm>
            <a:prstGeom prst="rect">
              <a:avLst/>
            </a:prstGeom>
            <a:solidFill>
              <a:srgbClr val="B22222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297680" y="274320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hemorrágico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2" name="Código Aire en el espacio pleural"/>
          <p:cNvGrpSpPr/>
          <p:nvPr/>
        </p:nvGrpSpPr>
        <p:grpSpPr>
          <a:xfrm>
            <a:off x="457200" y="3611880"/>
            <a:ext cx="2926080" cy="640080"/>
            <a:chOff x="457200" y="3611880"/>
            <a:chExt cx="2926080" cy="640080"/>
          </a:xfrm>
        </p:grpSpPr>
        <p:sp>
          <p:nvSpPr>
            <p:cNvPr id="23" name="Forma 22"/>
            <p:cNvSpPr/>
            <p:nvPr/>
          </p:nvSpPr>
          <p:spPr>
            <a:xfrm>
              <a:off x="457200" y="3611880"/>
              <a:ext cx="685800" cy="64008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1234440" y="361188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en el espacio pleural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5" name="Código Vaso linfático"/>
          <p:cNvGrpSpPr/>
          <p:nvPr/>
        </p:nvGrpSpPr>
        <p:grpSpPr>
          <a:xfrm>
            <a:off x="3520440" y="3611880"/>
            <a:ext cx="2926080" cy="640080"/>
            <a:chOff x="3520440" y="3611880"/>
            <a:chExt cx="2926080" cy="640080"/>
          </a:xfrm>
        </p:grpSpPr>
        <p:sp>
          <p:nvSpPr>
            <p:cNvPr id="26" name="Forma 25"/>
            <p:cNvSpPr/>
            <p:nvPr/>
          </p:nvSpPr>
          <p:spPr>
            <a:xfrm>
              <a:off x="3520440" y="3611880"/>
              <a:ext cx="685800" cy="640080"/>
            </a:xfrm>
            <a:prstGeom prst="rect">
              <a:avLst/>
            </a:prstGeom>
            <a:solidFill>
              <a:srgbClr val="3BAA4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4297680" y="361188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Vaso linfático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8" name="Código Capilar / arterial"/>
          <p:cNvGrpSpPr/>
          <p:nvPr/>
        </p:nvGrpSpPr>
        <p:grpSpPr>
          <a:xfrm>
            <a:off x="457200" y="4480560"/>
            <a:ext cx="2926080" cy="640080"/>
            <a:chOff x="457200" y="4480560"/>
            <a:chExt cx="2926080" cy="640080"/>
          </a:xfrm>
        </p:grpSpPr>
        <p:sp>
          <p:nvSpPr>
            <p:cNvPr id="29" name="Forma 28"/>
            <p:cNvSpPr/>
            <p:nvPr/>
          </p:nvSpPr>
          <p:spPr>
            <a:xfrm>
              <a:off x="457200" y="4480560"/>
              <a:ext cx="685800" cy="640080"/>
            </a:xfrm>
            <a:prstGeom prst="rect">
              <a:avLst/>
            </a:prstGeom>
            <a:solidFill>
              <a:srgbClr val="D63A3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1234440" y="448056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Capilar / arterial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31" name="Código Venoso / venas cavas"/>
          <p:cNvGrpSpPr/>
          <p:nvPr/>
        </p:nvGrpSpPr>
        <p:grpSpPr>
          <a:xfrm>
            <a:off x="3520440" y="4480560"/>
            <a:ext cx="2926080" cy="640080"/>
            <a:chOff x="3520440" y="4480560"/>
            <a:chExt cx="2926080" cy="640080"/>
          </a:xfrm>
        </p:grpSpPr>
        <p:sp>
          <p:nvSpPr>
            <p:cNvPr id="32" name="Forma 31"/>
            <p:cNvSpPr/>
            <p:nvPr/>
          </p:nvSpPr>
          <p:spPr>
            <a:xfrm>
              <a:off x="3520440" y="4480560"/>
              <a:ext cx="685800" cy="640080"/>
            </a:xfrm>
            <a:prstGeom prst="rect">
              <a:avLst/>
            </a:prstGeom>
            <a:solidFill>
              <a:srgbClr val="2F6DB5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297680" y="448056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lnSpc>
                  <a:spcPts val="1647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Venoso / venas cavas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34" name="Tipo DEFINICIÓN /"/>
          <p:cNvSpPr/>
          <p:nvPr/>
        </p:nvSpPr>
        <p:spPr>
          <a:xfrm>
            <a:off x="6766560" y="1005840"/>
            <a:ext cx="502920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DEFINICIÓN / CONCEPTO</a:t>
            </a:r>
            <a:endParaRPr lang="es-AR" sz="2000" dirty="0">
              <a:latin typeface="Mali"/>
            </a:endParaRPr>
          </a:p>
        </p:txBody>
      </p:sp>
      <p:sp>
        <p:nvSpPr>
          <p:cNvPr id="35" name="Tipo MECANISMO FI"/>
          <p:cNvSpPr/>
          <p:nvPr/>
        </p:nvSpPr>
        <p:spPr>
          <a:xfrm>
            <a:off x="6766560" y="1719072"/>
            <a:ext cx="5029200" cy="566928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MECANISMO FISIOPATOLÓGICO</a:t>
            </a:r>
            <a:endParaRPr lang="es-AR" sz="2000" dirty="0">
              <a:latin typeface="Mali"/>
            </a:endParaRPr>
          </a:p>
        </p:txBody>
      </p:sp>
      <p:sp>
        <p:nvSpPr>
          <p:cNvPr id="36" name="Tipo CONSECUENCIA"/>
          <p:cNvSpPr/>
          <p:nvPr/>
        </p:nvSpPr>
        <p:spPr>
          <a:xfrm>
            <a:off x="6766560" y="2432304"/>
            <a:ext cx="5029200" cy="566928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CONSECUENCIA CLÍNICA</a:t>
            </a:r>
            <a:endParaRPr lang="es-AR" sz="2000" dirty="0">
              <a:latin typeface="Mali"/>
            </a:endParaRPr>
          </a:p>
        </p:txBody>
      </p:sp>
      <p:sp>
        <p:nvSpPr>
          <p:cNvPr id="37" name="Tipo DATO CLAVE /"/>
          <p:cNvSpPr/>
          <p:nvPr/>
        </p:nvSpPr>
        <p:spPr>
          <a:xfrm>
            <a:off x="6766560" y="3145536"/>
            <a:ext cx="5029200" cy="566928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DATO CLAVE / CIFRA</a:t>
            </a:r>
            <a:endParaRPr lang="es-AR" sz="2000" dirty="0">
              <a:latin typeface="Mali"/>
            </a:endParaRPr>
          </a:p>
        </p:txBody>
      </p:sp>
      <p:sp>
        <p:nvSpPr>
          <p:cNvPr id="38" name="Tipo HALLAZGO SEM"/>
          <p:cNvSpPr/>
          <p:nvPr/>
        </p:nvSpPr>
        <p:spPr>
          <a:xfrm>
            <a:off x="6766560" y="3858768"/>
            <a:ext cx="5029200" cy="566928"/>
          </a:xfrm>
          <a:prstGeom prst="rect">
            <a:avLst/>
          </a:prstGeom>
          <a:solidFill>
            <a:srgbClr val="33CCCC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HALLAZGO SEMIOLÓGICO</a:t>
            </a:r>
            <a:endParaRPr lang="es-AR" sz="2000" dirty="0">
              <a:latin typeface="Mali"/>
            </a:endParaRPr>
          </a:p>
        </p:txBody>
      </p:sp>
      <p:sp>
        <p:nvSpPr>
          <p:cNvPr id="39" name="Tipo IMÁGENES"/>
          <p:cNvSpPr/>
          <p:nvPr/>
        </p:nvSpPr>
        <p:spPr>
          <a:xfrm>
            <a:off x="6766560" y="4572000"/>
            <a:ext cx="5029200" cy="566928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2000" dirty="0">
              <a:latin typeface="Mali"/>
            </a:endParaRPr>
          </a:p>
        </p:txBody>
      </p:sp>
      <p:sp>
        <p:nvSpPr>
          <p:cNvPr id="40" name="Tipo ALERTA · EME"/>
          <p:cNvSpPr/>
          <p:nvPr/>
        </p:nvSpPr>
        <p:spPr>
          <a:xfrm>
            <a:off x="6766560" y="5285232"/>
            <a:ext cx="5029200" cy="566928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ALERTA · EMERGENCIA · REVISAR</a:t>
            </a:r>
            <a:endParaRPr lang="es-AR" sz="2000" dirty="0">
              <a:latin typeface="Mali"/>
            </a:endParaRPr>
          </a:p>
        </p:txBody>
      </p:sp>
      <p:sp>
        <p:nvSpPr>
          <p:cNvPr id="41" name="Convención"/>
          <p:cNvSpPr/>
          <p:nvPr/>
        </p:nvSpPr>
        <p:spPr>
          <a:xfrm>
            <a:off x="457200" y="5486400"/>
            <a:ext cx="6035040" cy="868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Lado DERECHO del paciente = lado IZQUIERDO de la imagen (convención radiológica).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4053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CÓDIGO VISUAL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838085" y="91440"/>
            <a:ext cx="618901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CÓMO LEER LAS ILUSTRACIONES</a:t>
            </a:r>
            <a:endParaRPr lang="es-AR" sz="24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Definición síndrome"/>
          <p:cNvSpPr/>
          <p:nvPr/>
        </p:nvSpPr>
        <p:spPr>
          <a:xfrm>
            <a:off x="365760" y="914400"/>
            <a:ext cx="5669280" cy="14173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conjunto de síntomas y signos con el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mismo nexo fisiopatogénico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Si los hallazgos no están concatenados por un mecanismo común, no constituyen un síndrome.</a:t>
            </a:r>
            <a:endParaRPr lang="es-AR" sz="1800" dirty="0">
              <a:latin typeface="Mali"/>
            </a:endParaRPr>
          </a:p>
        </p:txBody>
      </p:sp>
      <p:sp>
        <p:nvSpPr>
          <p:cNvPr id="5" name="Forma 4"/>
          <p:cNvSpPr/>
          <p:nvPr/>
        </p:nvSpPr>
        <p:spPr>
          <a:xfrm>
            <a:off x="365760" y="2606040"/>
            <a:ext cx="5669280" cy="515722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SÍNTOMA / SIGNO</a:t>
            </a:r>
            <a:endParaRPr lang="es-AR" sz="2100" dirty="0">
              <a:latin typeface="Mali"/>
            </a:endParaRPr>
          </a:p>
        </p:txBody>
      </p:sp>
      <p:sp>
        <p:nvSpPr>
          <p:cNvPr id="6" name="Flecha 5_2"/>
          <p:cNvSpPr/>
          <p:nvPr/>
        </p:nvSpPr>
        <p:spPr>
          <a:xfrm>
            <a:off x="3200400" y="3149194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60" fill="none">
                <a:moveTo>
                  <a:pt x="0" y="0"/>
                </a:moveTo>
                <a:lnTo>
                  <a:pt x="0" y="16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7" name="Forma 7"/>
          <p:cNvSpPr/>
          <p:nvPr/>
        </p:nvSpPr>
        <p:spPr>
          <a:xfrm>
            <a:off x="365760" y="3322930"/>
            <a:ext cx="5669280" cy="515722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endParaRPr lang="es-AR" sz="2100" dirty="0">
              <a:latin typeface="Mali"/>
            </a:endParaRPr>
          </a:p>
        </p:txBody>
      </p:sp>
      <p:sp>
        <p:nvSpPr>
          <p:cNvPr id="8" name="Flecha 8_2"/>
          <p:cNvSpPr/>
          <p:nvPr/>
        </p:nvSpPr>
        <p:spPr>
          <a:xfrm>
            <a:off x="3200400" y="3866083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9" name="Forma 10"/>
          <p:cNvSpPr/>
          <p:nvPr/>
        </p:nvSpPr>
        <p:spPr>
          <a:xfrm>
            <a:off x="365760" y="4039819"/>
            <a:ext cx="5669280" cy="515722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FISIOPATOLOGÍA</a:t>
            </a:r>
            <a:endParaRPr lang="es-AR" sz="2100" dirty="0">
              <a:latin typeface="Mali"/>
            </a:endParaRPr>
          </a:p>
        </p:txBody>
      </p:sp>
      <p:sp>
        <p:nvSpPr>
          <p:cNvPr id="10" name="Flecha 11_2"/>
          <p:cNvSpPr/>
          <p:nvPr/>
        </p:nvSpPr>
        <p:spPr>
          <a:xfrm>
            <a:off x="3200400" y="4582973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1" name="Forma 13"/>
          <p:cNvSpPr/>
          <p:nvPr/>
        </p:nvSpPr>
        <p:spPr>
          <a:xfrm>
            <a:off x="365760" y="4756709"/>
            <a:ext cx="5669280" cy="515722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</a:t>
            </a:r>
            <a:endParaRPr lang="es-AR" sz="2100" dirty="0">
              <a:latin typeface="Mali"/>
            </a:endParaRPr>
          </a:p>
        </p:txBody>
      </p:sp>
      <p:sp>
        <p:nvSpPr>
          <p:cNvPr id="12" name="Flecha 14_2"/>
          <p:cNvSpPr/>
          <p:nvPr/>
        </p:nvSpPr>
        <p:spPr>
          <a:xfrm>
            <a:off x="3200400" y="5299862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3" name="Forma 16"/>
          <p:cNvSpPr/>
          <p:nvPr/>
        </p:nvSpPr>
        <p:spPr>
          <a:xfrm>
            <a:off x="365760" y="5473598"/>
            <a:ext cx="5669280" cy="515722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</a:t>
            </a:r>
            <a:endParaRPr lang="es-AR" sz="2100" dirty="0">
              <a:latin typeface="Mali"/>
            </a:endParaRPr>
          </a:p>
        </p:txBody>
      </p:sp>
      <p:grpSp>
        <p:nvGrpSpPr>
          <p:cNvPr id="14" name="Ejemplo"/>
          <p:cNvGrpSpPr/>
          <p:nvPr/>
        </p:nvGrpSpPr>
        <p:grpSpPr>
          <a:xfrm>
            <a:off x="6400800" y="914400"/>
            <a:ext cx="5440680" cy="2377440"/>
            <a:chOff x="6400800" y="914400"/>
            <a:chExt cx="5440680" cy="2377440"/>
          </a:xfrm>
        </p:grpSpPr>
        <p:sp>
          <p:nvSpPr>
            <p:cNvPr id="15" name="Forma 18"/>
            <p:cNvSpPr/>
            <p:nvPr/>
          </p:nvSpPr>
          <p:spPr>
            <a:xfrm>
              <a:off x="6400800" y="1280160"/>
              <a:ext cx="5440680" cy="2011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Ejemplo integrado: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+ matidez + abolición del frémito + disminución del murmullo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una base comparten un mismo mecanismo: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interpuesto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entre el pulmón y la pared. Ese nexo los convierte en el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de derrame pleural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16" name="Forma 19"/>
            <p:cNvSpPr/>
            <p:nvPr/>
          </p:nvSpPr>
          <p:spPr>
            <a:xfrm>
              <a:off x="6400800" y="914400"/>
              <a:ext cx="5440680" cy="384048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DE OCUPACIÓN PLEURAL LÍQUIDA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7" name="Niveles"/>
          <p:cNvSpPr/>
          <p:nvPr/>
        </p:nvSpPr>
        <p:spPr>
          <a:xfrm>
            <a:off x="6400800" y="3520440"/>
            <a:ext cx="5440680" cy="12344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Nivel descriptivo: enumerar causas y criterios.</a:t>
            </a:r>
            <a:endParaRPr lang="es-AR" sz="1500" dirty="0">
              <a:latin typeface="Mali"/>
            </a:endParaRPr>
          </a:p>
          <a:p>
            <a:pPr algn="l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Nivel interpretativo: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conectar</a:t>
            </a:r>
            <a:r>
              <a:rPr lang="es-AR" sz="15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los datos con la fisiopatología, anticipar complicaciones y decidir la conducta.</a:t>
            </a:r>
            <a:endParaRPr lang="es-AR" sz="1500" dirty="0">
              <a:latin typeface="Mali"/>
            </a:endParaRPr>
          </a:p>
        </p:txBody>
      </p:sp>
      <p:sp>
        <p:nvSpPr>
          <p:cNvPr id="18" name="Alerta pasos"/>
          <p:cNvSpPr/>
          <p:nvPr/>
        </p:nvSpPr>
        <p:spPr>
          <a:xfrm>
            <a:off x="6400800" y="4983480"/>
            <a:ext cx="5440680" cy="9144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Nunca saltear pasos: la etiología se busca DESPUÉS de reconocer el síndrome y su mecanismo.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9429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RAZONAMIENTO CLÍNICO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60054" y="91440"/>
            <a:ext cx="8067050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SÍNDROME: HALLAZGOS UNIDOS POR UN MISMO MECANISMO</a:t>
            </a:r>
            <a:endParaRPr lang="es-AR" sz="1900" dirty="0">
              <a:latin typeface="Mali"/>
            </a:endParaRPr>
          </a:p>
        </p:txBody>
      </p:sp>
      <p:sp>
        <p:nvSpPr>
          <p:cNvPr id="1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6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6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hojas, un espacio virtual, una mecánica acoplada</a:t>
            </a:r>
            <a:endParaRPr lang="es-AR" sz="155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visceral y pleura parietal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Cavidad y espacio pleural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Inervación y relaciones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 pleural normal: composición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intrapleural negativa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 en inspiración y espiración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8910" y="67665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71662" y="978408"/>
            <a:ext cx="1927555" cy="403250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40957" y="1115568"/>
            <a:ext cx="4988966" cy="4520794"/>
            <a:chOff x="6740957" y="1115568"/>
            <a:chExt cx="4988966" cy="4520794"/>
          </a:xfrm>
        </p:grpSpPr>
        <p:sp>
          <p:nvSpPr>
            <p:cNvPr id="14" name="Forma 13"/>
            <p:cNvSpPr/>
            <p:nvPr/>
          </p:nvSpPr>
          <p:spPr>
            <a:xfrm>
              <a:off x="6740957" y="1115568"/>
              <a:ext cx="4988966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40957" y="1115568"/>
              <a:ext cx="4988966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52767" y="115773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620610" y="1157732"/>
            <a:ext cx="1797503" cy="4254373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245460" y="1817206"/>
            <a:ext cx="746014" cy="351739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560822" y="676656"/>
            <a:ext cx="1349236" cy="2353640"/>
            <a:chOff x="8560822" y="676656"/>
            <a:chExt cx="1349236" cy="2353640"/>
          </a:xfrm>
        </p:grpSpPr>
        <p:sp>
          <p:nvSpPr>
            <p:cNvPr id="20" name="Forma 19"/>
            <p:cNvSpPr/>
            <p:nvPr/>
          </p:nvSpPr>
          <p:spPr>
            <a:xfrm>
              <a:off x="8560822" y="676656"/>
              <a:ext cx="1349236" cy="23536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133393" y="841248"/>
              <a:ext cx="204094" cy="12001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22" name="!!PulmonDerecho"/>
          <p:cNvGrpSpPr/>
          <p:nvPr/>
        </p:nvGrpSpPr>
        <p:grpSpPr>
          <a:xfrm>
            <a:off x="7115131" y="1218243"/>
            <a:ext cx="1795893" cy="3985241"/>
            <a:chOff x="7115131" y="1218243"/>
            <a:chExt cx="1795893" cy="3985241"/>
          </a:xfrm>
        </p:grpSpPr>
        <p:sp>
          <p:nvSpPr>
            <p:cNvPr id="23" name="Forma 22"/>
            <p:cNvSpPr/>
            <p:nvPr/>
          </p:nvSpPr>
          <p:spPr>
            <a:xfrm>
              <a:off x="7115131" y="1218243"/>
              <a:ext cx="1795893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7231289" y="160934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7157744" y="2953512"/>
              <a:ext cx="1510768" cy="1671122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D"/>
          <p:cNvSpPr/>
          <p:nvPr/>
        </p:nvSpPr>
        <p:spPr>
          <a:xfrm>
            <a:off x="7115131" y="1218243"/>
            <a:ext cx="1795893" cy="3985241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7" name="!!PulmonIzquierdo"/>
          <p:cNvGrpSpPr/>
          <p:nvPr/>
        </p:nvGrpSpPr>
        <p:grpSpPr>
          <a:xfrm>
            <a:off x="9682979" y="1218243"/>
            <a:ext cx="1672771" cy="4117081"/>
            <a:chOff x="9682979" y="1218243"/>
            <a:chExt cx="1672771" cy="4117081"/>
          </a:xfrm>
        </p:grpSpPr>
        <p:sp>
          <p:nvSpPr>
            <p:cNvPr id="28" name="Forma 27"/>
            <p:cNvSpPr/>
            <p:nvPr/>
          </p:nvSpPr>
          <p:spPr>
            <a:xfrm>
              <a:off x="9682979" y="121824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9830714" y="160934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9847722" y="3035808"/>
              <a:ext cx="1434297" cy="155664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1" name="!!PleuraVisceralI"/>
          <p:cNvSpPr/>
          <p:nvPr/>
        </p:nvSpPr>
        <p:spPr>
          <a:xfrm>
            <a:off x="9682979" y="1218243"/>
            <a:ext cx="1672771" cy="411708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2" name="!!PleuraParietalD"/>
          <p:cNvSpPr/>
          <p:nvPr/>
        </p:nvSpPr>
        <p:spPr>
          <a:xfrm>
            <a:off x="7052767" y="115773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3" name="!!PleuraParietalI"/>
          <p:cNvSpPr/>
          <p:nvPr/>
        </p:nvSpPr>
        <p:spPr>
          <a:xfrm>
            <a:off x="9620610" y="1157732"/>
            <a:ext cx="1797503" cy="4254373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VenaCavaSup"/>
          <p:cNvSpPr/>
          <p:nvPr/>
        </p:nvSpPr>
        <p:spPr>
          <a:xfrm>
            <a:off x="8900975" y="1634760"/>
            <a:ext cx="249358" cy="189831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5" name="!!VenaCavaInf"/>
          <p:cNvSpPr/>
          <p:nvPr/>
        </p:nvSpPr>
        <p:spPr>
          <a:xfrm>
            <a:off x="8952022" y="4679290"/>
            <a:ext cx="249374" cy="88339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6" name="!!Corazon"/>
          <p:cNvGrpSpPr/>
          <p:nvPr/>
        </p:nvGrpSpPr>
        <p:grpSpPr>
          <a:xfrm>
            <a:off x="8929719" y="3349562"/>
            <a:ext cx="1507609" cy="1553146"/>
            <a:chOff x="8929719" y="3349562"/>
            <a:chExt cx="1507609" cy="1553146"/>
          </a:xfrm>
        </p:grpSpPr>
        <p:sp>
          <p:nvSpPr>
            <p:cNvPr id="37" name="Forma 36"/>
            <p:cNvSpPr/>
            <p:nvPr/>
          </p:nvSpPr>
          <p:spPr>
            <a:xfrm>
              <a:off x="8929719" y="3349562"/>
              <a:ext cx="1507609" cy="1553146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8" name="Forma 37"/>
            <p:cNvSpPr/>
            <p:nvPr/>
          </p:nvSpPr>
          <p:spPr>
            <a:xfrm>
              <a:off x="9717329" y="3463747"/>
              <a:ext cx="368503" cy="1382573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9" name="!!Diafragma"/>
          <p:cNvSpPr/>
          <p:nvPr/>
        </p:nvSpPr>
        <p:spPr>
          <a:xfrm>
            <a:off x="7166162" y="4638236"/>
            <a:ext cx="4138555" cy="9152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0" name="!!Clavículas"/>
          <p:cNvGrpSpPr/>
          <p:nvPr/>
        </p:nvGrpSpPr>
        <p:grpSpPr>
          <a:xfrm>
            <a:off x="7534656" y="896112"/>
            <a:ext cx="3401568" cy="219456"/>
            <a:chOff x="7534656" y="896112"/>
            <a:chExt cx="3401568" cy="219456"/>
          </a:xfrm>
        </p:grpSpPr>
        <p:sp>
          <p:nvSpPr>
            <p:cNvPr id="41" name="Forma 40"/>
            <p:cNvSpPr/>
            <p:nvPr/>
          </p:nvSpPr>
          <p:spPr>
            <a:xfrm>
              <a:off x="7534656" y="896112"/>
              <a:ext cx="3401568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7534656" y="896112"/>
              <a:ext cx="3401568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988206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063"/>
              </a:lnSpc>
              <a:spcAft>
                <a:spcPts val="300"/>
              </a:spcAft>
              <a:buNone/>
            </a:pPr>
            <a:r>
              <a:rPr lang="es-AR" sz="3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 Y FISIOLOGÍA DE LA PLEURA</a:t>
            </a:r>
            <a:endParaRPr lang="es-AR" sz="3700" dirty="0">
              <a:latin typeface="Mali"/>
            </a:endParaRPr>
          </a:p>
        </p:txBody>
      </p:sp>
      <p:sp>
        <p:nvSpPr>
          <p:cNvPr id="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6967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8142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76656" y="1559966"/>
            <a:ext cx="5230368" cy="4746833"/>
            <a:chOff x="67665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30234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84579" y="1099109"/>
            <a:ext cx="1414522" cy="2471322"/>
            <a:chOff x="258457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8457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8485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68935" y="1667775"/>
            <a:ext cx="1882791" cy="4184503"/>
            <a:chOff x="1068935" y="1667775"/>
            <a:chExt cx="1882791" cy="4184503"/>
          </a:xfrm>
        </p:grpSpPr>
        <p:sp>
          <p:nvSpPr>
            <p:cNvPr id="16" name="Forma 15"/>
            <p:cNvSpPr/>
            <p:nvPr/>
          </p:nvSpPr>
          <p:spPr>
            <a:xfrm>
              <a:off x="1068935" y="1667775"/>
              <a:ext cx="1882791" cy="41845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90714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113611" y="3489808"/>
              <a:ext cx="1583869" cy="175467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68935" y="1667775"/>
            <a:ext cx="1882791" cy="418450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61034" y="1667775"/>
            <a:ext cx="1753711" cy="4322935"/>
            <a:chOff x="3761034" y="1667775"/>
            <a:chExt cx="1753711" cy="4322935"/>
          </a:xfrm>
        </p:grpSpPr>
        <p:sp>
          <p:nvSpPr>
            <p:cNvPr id="21" name="Forma 20"/>
            <p:cNvSpPr/>
            <p:nvPr/>
          </p:nvSpPr>
          <p:spPr>
            <a:xfrm>
              <a:off x="376103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91591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93374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6103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94119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9470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71326" y="3905660"/>
            <a:ext cx="1580557" cy="1630804"/>
            <a:chOff x="2971326" y="3905660"/>
            <a:chExt cx="1580557" cy="1630804"/>
          </a:xfrm>
        </p:grpSpPr>
        <p:sp>
          <p:nvSpPr>
            <p:cNvPr id="30" name="Forma 29"/>
            <p:cNvSpPr/>
            <p:nvPr/>
          </p:nvSpPr>
          <p:spPr>
            <a:xfrm>
              <a:off x="297132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9704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12243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508760" y="1329538"/>
            <a:ext cx="3566160" cy="230429"/>
            <a:chOff x="1508760" y="1329538"/>
            <a:chExt cx="3566160" cy="230429"/>
          </a:xfrm>
        </p:grpSpPr>
        <p:sp>
          <p:nvSpPr>
            <p:cNvPr id="34" name="Forma 33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ótulo Costillas y pared"/>
          <p:cNvGrpSpPr/>
          <p:nvPr/>
        </p:nvGrpSpPr>
        <p:grpSpPr>
          <a:xfrm>
            <a:off x="1235354" y="914400"/>
            <a:ext cx="7725766" cy="2488997"/>
            <a:chOff x="1235354" y="914400"/>
            <a:chExt cx="7725766" cy="2488997"/>
          </a:xfrm>
        </p:grpSpPr>
        <p:sp>
          <p:nvSpPr>
            <p:cNvPr id="38" name="Flecha 37_2"/>
            <p:cNvSpPr/>
            <p:nvPr/>
          </p:nvSpPr>
          <p:spPr>
            <a:xfrm>
              <a:off x="1235354" y="1161288"/>
              <a:ext cx="5348326" cy="2242109"/>
            </a:xfrm>
            <a:custGeom>
              <a:avLst/>
              <a:gdLst/>
              <a:ahLst/>
              <a:cxnLst/>
              <a:rect l="0" t="0" r="r" b="b"/>
              <a:pathLst>
                <a:path w="5849" h="2451" fill="none">
                  <a:moveTo>
                    <a:pt x="0" y="2451"/>
                  </a:moveTo>
                  <a:lnTo>
                    <a:pt x="58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6583680" y="9144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Costillas y pared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40" name="Rótulo Pulmón derecho"/>
          <p:cNvGrpSpPr/>
          <p:nvPr/>
        </p:nvGrpSpPr>
        <p:grpSpPr>
          <a:xfrm>
            <a:off x="1960067" y="1600200"/>
            <a:ext cx="7001053" cy="2167257"/>
            <a:chOff x="1960067" y="1600200"/>
            <a:chExt cx="7001053" cy="2167257"/>
          </a:xfrm>
        </p:grpSpPr>
        <p:sp>
          <p:nvSpPr>
            <p:cNvPr id="41" name="Flecha 41_2"/>
            <p:cNvSpPr/>
            <p:nvPr/>
          </p:nvSpPr>
          <p:spPr>
            <a:xfrm>
              <a:off x="1960067" y="1847088"/>
              <a:ext cx="4623613" cy="1920369"/>
            </a:xfrm>
            <a:custGeom>
              <a:avLst/>
              <a:gdLst/>
              <a:ahLst/>
              <a:cxnLst/>
              <a:rect l="0" t="0" r="r" b="b"/>
              <a:pathLst>
                <a:path w="5056" h="2100" fill="none">
                  <a:moveTo>
                    <a:pt x="0" y="2100"/>
                  </a:moveTo>
                  <a:lnTo>
                    <a:pt x="5056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2" name="Forma 43"/>
            <p:cNvSpPr/>
            <p:nvPr/>
          </p:nvSpPr>
          <p:spPr>
            <a:xfrm>
              <a:off x="6583680" y="16002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 derecho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43" name="Rótulo Mediastino y corazón"/>
          <p:cNvGrpSpPr/>
          <p:nvPr/>
        </p:nvGrpSpPr>
        <p:grpSpPr>
          <a:xfrm>
            <a:off x="3559302" y="2286000"/>
            <a:ext cx="5401818" cy="2384755"/>
            <a:chOff x="3559302" y="2286000"/>
            <a:chExt cx="5401818" cy="2384755"/>
          </a:xfrm>
        </p:grpSpPr>
        <p:sp>
          <p:nvSpPr>
            <p:cNvPr id="44" name="Flecha 45_2"/>
            <p:cNvSpPr/>
            <p:nvPr/>
          </p:nvSpPr>
          <p:spPr>
            <a:xfrm>
              <a:off x="3559302" y="2532888"/>
              <a:ext cx="3024378" cy="2137867"/>
            </a:xfrm>
            <a:custGeom>
              <a:avLst/>
              <a:gdLst/>
              <a:ahLst/>
              <a:cxnLst/>
              <a:rect l="0" t="0" r="r" b="b"/>
              <a:pathLst>
                <a:path w="3307" h="2338" fill="none">
                  <a:moveTo>
                    <a:pt x="0" y="2338"/>
                  </a:moveTo>
                  <a:lnTo>
                    <a:pt x="3307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5" name="Forma 47"/>
            <p:cNvSpPr/>
            <p:nvPr/>
          </p:nvSpPr>
          <p:spPr>
            <a:xfrm>
              <a:off x="6583680" y="22860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 y corazón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46" name="Rótulo Diafragma"/>
          <p:cNvGrpSpPr/>
          <p:nvPr/>
        </p:nvGrpSpPr>
        <p:grpSpPr>
          <a:xfrm>
            <a:off x="2019910" y="2971800"/>
            <a:ext cx="6941210" cy="2447849"/>
            <a:chOff x="2019910" y="2971800"/>
            <a:chExt cx="6941210" cy="2447849"/>
          </a:xfrm>
        </p:grpSpPr>
        <p:sp>
          <p:nvSpPr>
            <p:cNvPr id="47" name="Flecha 49_2"/>
            <p:cNvSpPr/>
            <p:nvPr/>
          </p:nvSpPr>
          <p:spPr>
            <a:xfrm>
              <a:off x="2019910" y="3218688"/>
              <a:ext cx="4563770" cy="2200961"/>
            </a:xfrm>
            <a:custGeom>
              <a:avLst/>
              <a:gdLst/>
              <a:ahLst/>
              <a:cxnLst/>
              <a:rect l="0" t="0" r="r" b="b"/>
              <a:pathLst>
                <a:path w="4991" h="2407" fill="none">
                  <a:moveTo>
                    <a:pt x="0" y="2407"/>
                  </a:moveTo>
                  <a:lnTo>
                    <a:pt x="4991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8" name="Forma 51"/>
            <p:cNvSpPr/>
            <p:nvPr/>
          </p:nvSpPr>
          <p:spPr>
            <a:xfrm>
              <a:off x="6583680" y="29718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49" name="Concepto pleura"/>
          <p:cNvSpPr/>
          <p:nvPr/>
        </p:nvSpPr>
        <p:spPr>
          <a:xfrm>
            <a:off x="9144000" y="914400"/>
            <a:ext cx="2743200" cy="25603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Cada pulmón está envuelto por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serosa de doble hoja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0" name="!!Leyenda"/>
          <p:cNvSpPr/>
          <p:nvPr/>
        </p:nvSpPr>
        <p:spPr>
          <a:xfrm>
            <a:off x="6583680" y="3840480"/>
            <a:ext cx="530352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Ambos pulmones, costillas, diafragma, mediastino y las dos hojas pleurales forman una unidad mecánica.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50952" y="91440"/>
            <a:ext cx="717615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TÓRAX: CONTINENTE Y CONTENIDO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9" grpId="0" animBg="1"/>
      <p:bldP spid="24" grpId="0" animBg="1"/>
      <p:bldP spid="5" grpId="0" animBg="1"/>
      <p:bldP spid="11" grpId="0" animBg="1"/>
      <p:bldP spid="27" grpId="0" animBg="1"/>
      <p:bldP spid="28" grpId="0" animBg="1"/>
      <p:bldP spid="32" grpId="0" animBg="1"/>
      <p:bldP spid="25" grpId="0" animBg="1"/>
      <p:bldP spid="26" grpId="0" animBg="1"/>
      <p:bldP spid="4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149230" y="232258"/>
            <a:ext cx="8710940" cy="88660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589581" y="740207"/>
            <a:ext cx="3233318" cy="678804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21946" y="971093"/>
            <a:ext cx="8368589" cy="7610003"/>
            <a:chOff x="21946" y="971093"/>
            <a:chExt cx="8368589" cy="7610003"/>
          </a:xfrm>
        </p:grpSpPr>
        <p:sp>
          <p:nvSpPr>
            <p:cNvPr id="7" name="Forma 6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4223047" y="2152183"/>
            <a:ext cx="1251378" cy="592095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3074622" y="232258"/>
            <a:ext cx="2263235" cy="3961961"/>
            <a:chOff x="3074622" y="232258"/>
            <a:chExt cx="2263235" cy="3961961"/>
          </a:xfrm>
        </p:grpSpPr>
        <p:sp>
          <p:nvSpPr>
            <p:cNvPr id="13" name="Forma 12"/>
            <p:cNvSpPr/>
            <p:nvPr/>
          </p:nvSpPr>
          <p:spPr>
            <a:xfrm>
              <a:off x="3074622" y="232258"/>
              <a:ext cx="2263235" cy="396196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035064" y="509321"/>
              <a:ext cx="342351" cy="202025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649592" y="1143929"/>
            <a:ext cx="3012465" cy="6708489"/>
            <a:chOff x="649592" y="1143929"/>
            <a:chExt cx="3012465" cy="6708489"/>
          </a:xfrm>
        </p:grpSpPr>
        <p:sp>
          <p:nvSpPr>
            <p:cNvPr id="16" name="Forma 15"/>
            <p:cNvSpPr/>
            <p:nvPr/>
          </p:nvSpPr>
          <p:spPr>
            <a:xfrm>
              <a:off x="649592" y="1143929"/>
              <a:ext cx="3012465" cy="670848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44438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21073" y="4064965"/>
              <a:ext cx="2534191" cy="281305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649592" y="1143929"/>
            <a:ext cx="3012465" cy="670848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4956950" y="1143929"/>
            <a:ext cx="2805938" cy="6930419"/>
            <a:chOff x="4956950" y="1143929"/>
            <a:chExt cx="2805938" cy="6930419"/>
          </a:xfrm>
        </p:grpSpPr>
        <p:sp>
          <p:nvSpPr>
            <p:cNvPr id="21" name="Forma 20"/>
            <p:cNvSpPr/>
            <p:nvPr/>
          </p:nvSpPr>
          <p:spPr>
            <a:xfrm>
              <a:off x="4956950" y="1143929"/>
              <a:ext cx="2805938" cy="693041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5204765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5233294" y="4203497"/>
              <a:ext cx="2405917" cy="26203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4956950" y="1143929"/>
            <a:ext cx="2805938" cy="693041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3645202" y="1845066"/>
            <a:ext cx="418278" cy="319550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3730830" y="6970025"/>
            <a:ext cx="418305" cy="148704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3693417" y="4731649"/>
            <a:ext cx="2528892" cy="2614463"/>
            <a:chOff x="3693417" y="4731649"/>
            <a:chExt cx="2528892" cy="2614463"/>
          </a:xfrm>
        </p:grpSpPr>
        <p:sp>
          <p:nvSpPr>
            <p:cNvPr id="30" name="Forma 29"/>
            <p:cNvSpPr/>
            <p:nvPr/>
          </p:nvSpPr>
          <p:spPr>
            <a:xfrm>
              <a:off x="3693417" y="4731649"/>
              <a:ext cx="2528892" cy="261446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5014570" y="4923861"/>
              <a:ext cx="618134" cy="232733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735194" y="6900918"/>
            <a:ext cx="6942092" cy="15406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353312" y="601675"/>
            <a:ext cx="5705856" cy="369418"/>
            <a:chOff x="1353312" y="601675"/>
            <a:chExt cx="5705856" cy="369418"/>
          </a:xfrm>
        </p:grpSpPr>
        <p:sp>
          <p:nvSpPr>
            <p:cNvPr id="34" name="Forma 33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ulmón ocupa"/>
          <p:cNvSpPr/>
          <p:nvPr/>
        </p:nvSpPr>
        <p:spPr>
          <a:xfrm>
            <a:off x="7498080" y="914400"/>
            <a:ext cx="4389120" cy="18288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ocupa casi por completo su hemitórax: entre su superficie y la pared queda solo un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espacio virtual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38" name="!!Leyenda"/>
          <p:cNvSpPr/>
          <p:nvPr/>
        </p:nvSpPr>
        <p:spPr>
          <a:xfrm>
            <a:off x="7498080" y="4754880"/>
            <a:ext cx="438912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Mismo tórax, mayor escala: el pulmón derecho con sus lóbulos, cisuras, vasos y bronquios.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23885" y="91440"/>
            <a:ext cx="710321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ACERCAMIENTO AL PULMÓN DERECHO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3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149230" y="232258"/>
            <a:ext cx="8710940" cy="88660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589581" y="740207"/>
            <a:ext cx="3233318" cy="678804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21946" y="971093"/>
            <a:ext cx="8368589" cy="7610003"/>
            <a:chOff x="21946" y="971093"/>
            <a:chExt cx="8368589" cy="7610003"/>
          </a:xfrm>
        </p:grpSpPr>
        <p:sp>
          <p:nvSpPr>
            <p:cNvPr id="7" name="Forma 6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4223047" y="2152183"/>
            <a:ext cx="1251378" cy="592095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3074622" y="232258"/>
            <a:ext cx="2263235" cy="3961961"/>
            <a:chOff x="3074622" y="232258"/>
            <a:chExt cx="2263235" cy="3961961"/>
          </a:xfrm>
        </p:grpSpPr>
        <p:sp>
          <p:nvSpPr>
            <p:cNvPr id="13" name="Forma 12"/>
            <p:cNvSpPr/>
            <p:nvPr/>
          </p:nvSpPr>
          <p:spPr>
            <a:xfrm>
              <a:off x="3074622" y="232258"/>
              <a:ext cx="2263235" cy="396196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035064" y="509321"/>
              <a:ext cx="342351" cy="202025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649592" y="1143929"/>
            <a:ext cx="3012465" cy="6708489"/>
            <a:chOff x="649592" y="1143929"/>
            <a:chExt cx="3012465" cy="6708489"/>
          </a:xfrm>
        </p:grpSpPr>
        <p:sp>
          <p:nvSpPr>
            <p:cNvPr id="16" name="Forma 15"/>
            <p:cNvSpPr/>
            <p:nvPr/>
          </p:nvSpPr>
          <p:spPr>
            <a:xfrm>
              <a:off x="649592" y="1143929"/>
              <a:ext cx="3012465" cy="670848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44438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21073" y="4064965"/>
              <a:ext cx="2534191" cy="281305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649592" y="1143929"/>
            <a:ext cx="3012465" cy="670848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444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0" name="!!PulmonIzquierdo"/>
          <p:cNvGrpSpPr/>
          <p:nvPr/>
        </p:nvGrpSpPr>
        <p:grpSpPr>
          <a:xfrm>
            <a:off x="4956950" y="1143929"/>
            <a:ext cx="2805938" cy="6930419"/>
            <a:chOff x="4956950" y="1143929"/>
            <a:chExt cx="2805938" cy="6930419"/>
          </a:xfrm>
        </p:grpSpPr>
        <p:sp>
          <p:nvSpPr>
            <p:cNvPr id="21" name="Forma 20"/>
            <p:cNvSpPr/>
            <p:nvPr/>
          </p:nvSpPr>
          <p:spPr>
            <a:xfrm>
              <a:off x="4956950" y="1143929"/>
              <a:ext cx="2805938" cy="693041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5204765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5233294" y="4203497"/>
              <a:ext cx="2405917" cy="26203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4956950" y="1143929"/>
            <a:ext cx="2805938" cy="693041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3645202" y="1845066"/>
            <a:ext cx="418278" cy="319550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3730830" y="6970025"/>
            <a:ext cx="418305" cy="148704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3693417" y="4731649"/>
            <a:ext cx="2528892" cy="2614463"/>
            <a:chOff x="3693417" y="4731649"/>
            <a:chExt cx="2528892" cy="2614463"/>
          </a:xfrm>
        </p:grpSpPr>
        <p:sp>
          <p:nvSpPr>
            <p:cNvPr id="30" name="Forma 29"/>
            <p:cNvSpPr/>
            <p:nvPr/>
          </p:nvSpPr>
          <p:spPr>
            <a:xfrm>
              <a:off x="3693417" y="4731649"/>
              <a:ext cx="2528892" cy="261446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5014570" y="4923861"/>
              <a:ext cx="618134" cy="232733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735194" y="6900918"/>
            <a:ext cx="6942092" cy="15406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353312" y="601675"/>
            <a:ext cx="5705856" cy="369418"/>
            <a:chOff x="1353312" y="601675"/>
            <a:chExt cx="5705856" cy="369418"/>
          </a:xfrm>
        </p:grpSpPr>
        <p:sp>
          <p:nvSpPr>
            <p:cNvPr id="34" name="Forma 33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ótulo PLEURA VISCERAL"/>
          <p:cNvGrpSpPr/>
          <p:nvPr/>
        </p:nvGrpSpPr>
        <p:grpSpPr>
          <a:xfrm>
            <a:off x="649592" y="914400"/>
            <a:ext cx="9225928" cy="3583774"/>
            <a:chOff x="649592" y="914400"/>
            <a:chExt cx="9225928" cy="3583774"/>
          </a:xfrm>
        </p:grpSpPr>
        <p:sp>
          <p:nvSpPr>
            <p:cNvPr id="38" name="Flecha 37_2"/>
            <p:cNvSpPr/>
            <p:nvPr/>
          </p:nvSpPr>
          <p:spPr>
            <a:xfrm>
              <a:off x="649592" y="1234440"/>
              <a:ext cx="6848488" cy="3263734"/>
            </a:xfrm>
            <a:custGeom>
              <a:avLst/>
              <a:gdLst/>
              <a:ahLst/>
              <a:cxnLst/>
              <a:rect l="0" t="0" r="r" b="b"/>
              <a:pathLst>
                <a:path w="7489" h="3569" fill="none">
                  <a:moveTo>
                    <a:pt x="0" y="3569"/>
                  </a:moveTo>
                  <a:lnTo>
                    <a:pt x="748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7498080" y="914400"/>
              <a:ext cx="2377440" cy="548640"/>
            </a:xfrm>
            <a:prstGeom prst="rect">
              <a:avLst/>
            </a:prstGeom>
            <a:solidFill>
              <a:srgbClr val="8E44A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1800" dirty="0">
                <a:latin typeface="Mali"/>
              </a:endParaRPr>
            </a:p>
          </p:txBody>
        </p:sp>
      </p:grpSp>
      <p:sp>
        <p:nvSpPr>
          <p:cNvPr id="40" name="Visceral texto"/>
          <p:cNvSpPr/>
          <p:nvPr/>
        </p:nvSpPr>
        <p:spPr>
          <a:xfrm>
            <a:off x="7498080" y="1691640"/>
            <a:ext cx="4389120" cy="2194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t" rtlCol="0">
            <a:noAutofit/>
          </a:bodyPr>
          <a:lstStyle/>
          <a:p>
            <a:pPr algn="l" marL="190500" indent="-190500">
              <a:lnSpc>
                <a:spcPts val="2318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Reviste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directamente la superficie del pulmón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ts val="2318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introduce en las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cisuras interlobares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ts val="2318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tiene inervación sensitiva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1" name="!!Leyenda"/>
          <p:cNvSpPr/>
          <p:nvPr/>
        </p:nvSpPr>
        <p:spPr>
          <a:xfrm>
            <a:off x="7498080" y="4754880"/>
            <a:ext cx="438912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hoja visceral acompaña al pulmón en todos sus movimientos.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94527" y="91440"/>
            <a:ext cx="70325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VISCERAL: LA HOJA INTERNA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4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149230" y="232258"/>
            <a:ext cx="8710940" cy="88660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589581" y="740207"/>
            <a:ext cx="3233318" cy="678804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21946" y="971093"/>
            <a:ext cx="8368589" cy="7610003"/>
            <a:chOff x="21946" y="971093"/>
            <a:chExt cx="8368589" cy="7610003"/>
          </a:xfrm>
        </p:grpSpPr>
        <p:sp>
          <p:nvSpPr>
            <p:cNvPr id="7" name="Forma 6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4223047" y="2152183"/>
            <a:ext cx="1251378" cy="592095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3074622" y="232258"/>
            <a:ext cx="2263235" cy="3961961"/>
            <a:chOff x="3074622" y="232258"/>
            <a:chExt cx="2263235" cy="3961961"/>
          </a:xfrm>
        </p:grpSpPr>
        <p:sp>
          <p:nvSpPr>
            <p:cNvPr id="13" name="Forma 12"/>
            <p:cNvSpPr/>
            <p:nvPr/>
          </p:nvSpPr>
          <p:spPr>
            <a:xfrm>
              <a:off x="3074622" y="232258"/>
              <a:ext cx="2263235" cy="396196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035064" y="509321"/>
              <a:ext cx="342351" cy="202025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649592" y="1143929"/>
            <a:ext cx="3012465" cy="6708489"/>
            <a:chOff x="649592" y="1143929"/>
            <a:chExt cx="3012465" cy="6708489"/>
          </a:xfrm>
        </p:grpSpPr>
        <p:sp>
          <p:nvSpPr>
            <p:cNvPr id="16" name="Forma 15"/>
            <p:cNvSpPr/>
            <p:nvPr/>
          </p:nvSpPr>
          <p:spPr>
            <a:xfrm>
              <a:off x="649592" y="1143929"/>
              <a:ext cx="3012465" cy="670848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44438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21073" y="4064965"/>
              <a:ext cx="2534191" cy="281305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649592" y="1143929"/>
            <a:ext cx="3012465" cy="670848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4956950" y="1143929"/>
            <a:ext cx="2805938" cy="6930419"/>
            <a:chOff x="4956950" y="1143929"/>
            <a:chExt cx="2805938" cy="6930419"/>
          </a:xfrm>
        </p:grpSpPr>
        <p:sp>
          <p:nvSpPr>
            <p:cNvPr id="21" name="Forma 20"/>
            <p:cNvSpPr/>
            <p:nvPr/>
          </p:nvSpPr>
          <p:spPr>
            <a:xfrm>
              <a:off x="4956950" y="1143929"/>
              <a:ext cx="2805938" cy="693041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5204765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5233294" y="4203497"/>
              <a:ext cx="2405917" cy="26203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4956950" y="1143929"/>
            <a:ext cx="2805938" cy="693041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3645202" y="1845066"/>
            <a:ext cx="418278" cy="319550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3730830" y="6970025"/>
            <a:ext cx="418305" cy="148704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3693417" y="4731649"/>
            <a:ext cx="2528892" cy="2614463"/>
            <a:chOff x="3693417" y="4731649"/>
            <a:chExt cx="2528892" cy="2614463"/>
          </a:xfrm>
        </p:grpSpPr>
        <p:sp>
          <p:nvSpPr>
            <p:cNvPr id="30" name="Forma 29"/>
            <p:cNvSpPr/>
            <p:nvPr/>
          </p:nvSpPr>
          <p:spPr>
            <a:xfrm>
              <a:off x="3693417" y="4731649"/>
              <a:ext cx="2528892" cy="261446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5014570" y="4923861"/>
              <a:ext cx="618134" cy="232733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735194" y="6900918"/>
            <a:ext cx="6942092" cy="15406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353312" y="601675"/>
            <a:ext cx="5705856" cy="369418"/>
            <a:chOff x="1353312" y="601675"/>
            <a:chExt cx="5705856" cy="369418"/>
          </a:xfrm>
        </p:grpSpPr>
        <p:sp>
          <p:nvSpPr>
            <p:cNvPr id="34" name="Forma 33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ótulo PLEURA PARIETAL"/>
          <p:cNvGrpSpPr/>
          <p:nvPr/>
        </p:nvGrpSpPr>
        <p:grpSpPr>
          <a:xfrm>
            <a:off x="915863" y="914400"/>
            <a:ext cx="8959657" cy="3012034"/>
            <a:chOff x="915863" y="914400"/>
            <a:chExt cx="8959657" cy="3012034"/>
          </a:xfrm>
        </p:grpSpPr>
        <p:sp>
          <p:nvSpPr>
            <p:cNvPr id="38" name="Flecha 37_2"/>
            <p:cNvSpPr/>
            <p:nvPr/>
          </p:nvSpPr>
          <p:spPr>
            <a:xfrm>
              <a:off x="915863" y="1234440"/>
              <a:ext cx="6582217" cy="2691994"/>
            </a:xfrm>
            <a:custGeom>
              <a:avLst/>
              <a:gdLst/>
              <a:ahLst/>
              <a:cxnLst/>
              <a:rect l="0" t="0" r="r" b="b"/>
              <a:pathLst>
                <a:path w="7198" h="2943" fill="none">
                  <a:moveTo>
                    <a:pt x="0" y="2943"/>
                  </a:moveTo>
                  <a:lnTo>
                    <a:pt x="7198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7498080" y="914400"/>
              <a:ext cx="2377440" cy="54864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40" name="Parietal texto"/>
          <p:cNvSpPr/>
          <p:nvPr/>
        </p:nvSpPr>
        <p:spPr>
          <a:xfrm>
            <a:off x="7498080" y="1691640"/>
            <a:ext cx="4389120" cy="1828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Tapiza la cara interna de: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ts val="2318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pared torácica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(costal)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ts val="2318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diafragma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ts val="2318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mediastino</a:t>
            </a:r>
            <a:endParaRPr lang="es-AR" sz="2000" dirty="0">
              <a:latin typeface="Mali"/>
            </a:endParaRPr>
          </a:p>
        </p:txBody>
      </p:sp>
      <p:sp>
        <p:nvSpPr>
          <p:cNvPr id="41" name="Inervación"/>
          <p:cNvSpPr/>
          <p:nvPr/>
        </p:nvSpPr>
        <p:spPr>
          <a:xfrm>
            <a:off x="7498080" y="3703320"/>
            <a:ext cx="4389120" cy="9144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Recibe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inervación sensitiva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origen del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pleurítico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2" name="!!Leyenda"/>
          <p:cNvSpPr/>
          <p:nvPr/>
        </p:nvSpPr>
        <p:spPr>
          <a:xfrm>
            <a:off x="7498080" y="4846320"/>
            <a:ext cx="438912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 que se continúan en el hilio y delimitan la cavidad pleural.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21150" y="91440"/>
            <a:ext cx="700595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PARIETAL: LA HOJA EXTERNA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sp>
        <p:nvSpPr>
          <p:cNvPr id="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449885" y="-4637837"/>
            <a:ext cx="20102170" cy="2036551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5870448" y="-3471062"/>
            <a:ext cx="7461504" cy="1559234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-54864" y="-2940710"/>
            <a:ext cx="19312128" cy="17480402"/>
            <a:chOff x="-54864" y="-2940710"/>
            <a:chExt cx="19312128" cy="17480402"/>
          </a:xfrm>
        </p:grpSpPr>
        <p:sp>
          <p:nvSpPr>
            <p:cNvPr id="7" name="Forma 6"/>
            <p:cNvSpPr/>
            <p:nvPr/>
          </p:nvSpPr>
          <p:spPr>
            <a:xfrm>
              <a:off x="-54864" y="-2940710"/>
              <a:ext cx="19312128" cy="174804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-54864" y="-2940710"/>
              <a:ext cx="19312128" cy="174804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1152144" y="-2777676"/>
            <a:ext cx="7434682" cy="1594110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11092180" y="-2777676"/>
            <a:ext cx="6958076" cy="164502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9639986" y="-227711"/>
            <a:ext cx="2887795" cy="136005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6989775" y="-4637837"/>
            <a:ext cx="5222851" cy="9100743"/>
            <a:chOff x="6989775" y="-4637837"/>
            <a:chExt cx="5222851" cy="9100743"/>
          </a:xfrm>
        </p:grpSpPr>
        <p:sp>
          <p:nvSpPr>
            <p:cNvPr id="13" name="Forma 12"/>
            <p:cNvSpPr/>
            <p:nvPr/>
          </p:nvSpPr>
          <p:spPr>
            <a:xfrm>
              <a:off x="6989775" y="-4637837"/>
              <a:ext cx="5222851" cy="910074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9206179" y="-4001414"/>
              <a:ext cx="790042" cy="46405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393551" y="-2543700"/>
            <a:ext cx="6951842" cy="15409600"/>
            <a:chOff x="1393551" y="-2543700"/>
            <a:chExt cx="6951842" cy="15409600"/>
          </a:xfrm>
        </p:grpSpPr>
        <p:sp>
          <p:nvSpPr>
            <p:cNvPr id="16" name="Forma 15"/>
            <p:cNvSpPr/>
            <p:nvPr/>
          </p:nvSpPr>
          <p:spPr>
            <a:xfrm>
              <a:off x="1393551" y="-2543700"/>
              <a:ext cx="6951842" cy="1540960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843196" y="-1031443"/>
              <a:ext cx="5453716" cy="1103132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58507" y="4166006"/>
              <a:ext cx="5848133" cy="646167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393551" y="-2543700"/>
            <a:ext cx="6951842" cy="1540960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444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0" name="!!PulmonIzquierdo"/>
          <p:cNvGrpSpPr/>
          <p:nvPr/>
        </p:nvGrpSpPr>
        <p:grpSpPr>
          <a:xfrm>
            <a:off x="11333608" y="-2543700"/>
            <a:ext cx="6475241" cy="15919378"/>
            <a:chOff x="11333608" y="-2543700"/>
            <a:chExt cx="6475241" cy="15919378"/>
          </a:xfrm>
        </p:grpSpPr>
        <p:sp>
          <p:nvSpPr>
            <p:cNvPr id="21" name="Forma 20"/>
            <p:cNvSpPr/>
            <p:nvPr/>
          </p:nvSpPr>
          <p:spPr>
            <a:xfrm>
              <a:off x="11333608" y="-2543700"/>
              <a:ext cx="6475241" cy="1591937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11905488" y="-1031443"/>
              <a:ext cx="5453716" cy="1103132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11971325" y="4484218"/>
              <a:ext cx="5552117" cy="601902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11333608" y="-2543700"/>
            <a:ext cx="6475241" cy="1591937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1152144" y="-2777676"/>
            <a:ext cx="7434682" cy="1594110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11092180" y="-2777676"/>
            <a:ext cx="6958076" cy="164502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8306497" y="-933169"/>
            <a:ext cx="965257" cy="734016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8504099" y="10839015"/>
            <a:ext cx="965319" cy="341579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8417763" y="5697398"/>
            <a:ext cx="5835904" cy="6005500"/>
            <a:chOff x="8417763" y="5697398"/>
            <a:chExt cx="5835904" cy="6005500"/>
          </a:xfrm>
        </p:grpSpPr>
        <p:sp>
          <p:nvSpPr>
            <p:cNvPr id="30" name="Forma 29"/>
            <p:cNvSpPr/>
            <p:nvPr/>
          </p:nvSpPr>
          <p:spPr>
            <a:xfrm>
              <a:off x="8417763" y="5697398"/>
              <a:ext cx="5835904" cy="6005500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11466576" y="6138916"/>
              <a:ext cx="1426464" cy="534594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591093" y="10680274"/>
            <a:ext cx="16020213" cy="35388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3017520" y="-3789274"/>
            <a:ext cx="13167360" cy="848563"/>
            <a:chOff x="3017520" y="-3789274"/>
            <a:chExt cx="13167360" cy="848563"/>
          </a:xfrm>
        </p:grpSpPr>
        <p:sp>
          <p:nvSpPr>
            <p:cNvPr id="34" name="Forma 33"/>
            <p:cNvSpPr/>
            <p:nvPr/>
          </p:nvSpPr>
          <p:spPr>
            <a:xfrm>
              <a:off x="3017520" y="-3789274"/>
              <a:ext cx="13167360" cy="84856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3017520" y="-3789274"/>
              <a:ext cx="13167360" cy="84856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Dos hojas"/>
          <p:cNvSpPr/>
          <p:nvPr/>
        </p:nvSpPr>
        <p:spPr>
          <a:xfrm>
            <a:off x="7589520" y="914400"/>
            <a:ext cx="4297680" cy="20116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 esta escala ya se distinguen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 paralelas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separadas por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lámina mínima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espacio pleural.</a:t>
            </a:r>
            <a:endParaRPr lang="es-AR" sz="2000" dirty="0">
              <a:latin typeface="Mali"/>
            </a:endParaRPr>
          </a:p>
        </p:txBody>
      </p:sp>
      <p:sp>
        <p:nvSpPr>
          <p:cNvPr id="38" name="!!Leyenda"/>
          <p:cNvSpPr/>
          <p:nvPr/>
        </p:nvSpPr>
        <p:spPr>
          <a:xfrm>
            <a:off x="7589520" y="4846320"/>
            <a:ext cx="429768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Pared costal → pleura parietal → espacio pleural → pleura visceral → pulmón.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25438" y="91440"/>
            <a:ext cx="970166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AMPLIACIÓN DE AMBAS HOJAS EN LA PARED LATERAL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sp>
        <p:nvSpPr>
          <p:cNvPr id="3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86538" y="3570997"/>
            <a:ext cx="8602675" cy="307741"/>
            <a:chOff x="-186538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-186538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117409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8529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86538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86538" y="3925190"/>
            <a:ext cx="8671804" cy="2749930"/>
            <a:chOff x="-186538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-186538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13020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Rótulo Costilla"/>
          <p:cNvGrpSpPr/>
          <p:nvPr/>
        </p:nvGrpSpPr>
        <p:grpSpPr>
          <a:xfrm>
            <a:off x="2040941" y="914400"/>
            <a:ext cx="7880299" cy="883310"/>
            <a:chOff x="2040941" y="914400"/>
            <a:chExt cx="7880299" cy="883310"/>
          </a:xfrm>
        </p:grpSpPr>
        <p:sp>
          <p:nvSpPr>
            <p:cNvPr id="44" name="Flecha 43_2"/>
            <p:cNvSpPr/>
            <p:nvPr/>
          </p:nvSpPr>
          <p:spPr>
            <a:xfrm>
              <a:off x="2040941" y="1161288"/>
              <a:ext cx="6142939" cy="636422"/>
            </a:xfrm>
            <a:custGeom>
              <a:avLst/>
              <a:gdLst/>
              <a:ahLst/>
              <a:cxnLst/>
              <a:rect l="0" t="0" r="r" b="b"/>
              <a:pathLst>
                <a:path w="6717" h="696" fill="none">
                  <a:moveTo>
                    <a:pt x="0" y="696"/>
                  </a:moveTo>
                  <a:lnTo>
                    <a:pt x="6717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5" name="Forma 45"/>
            <p:cNvSpPr/>
            <p:nvPr/>
          </p:nvSpPr>
          <p:spPr>
            <a:xfrm>
              <a:off x="8183880" y="914400"/>
              <a:ext cx="1737360" cy="457200"/>
            </a:xfrm>
            <a:prstGeom prst="rect">
              <a:avLst/>
            </a:prstGeom>
            <a:solidFill>
              <a:srgbClr val="F3E6C4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Costilla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46" name="Rótulo Paquete vasculonervios"/>
          <p:cNvGrpSpPr/>
          <p:nvPr/>
        </p:nvGrpSpPr>
        <p:grpSpPr>
          <a:xfrm>
            <a:off x="2962656" y="1508760"/>
            <a:ext cx="7964424" cy="1043788"/>
            <a:chOff x="2962656" y="1508760"/>
            <a:chExt cx="7964424" cy="1043788"/>
          </a:xfrm>
        </p:grpSpPr>
        <p:sp>
          <p:nvSpPr>
            <p:cNvPr id="47" name="Flecha 47_2"/>
            <p:cNvSpPr/>
            <p:nvPr/>
          </p:nvSpPr>
          <p:spPr>
            <a:xfrm>
              <a:off x="2962656" y="1755648"/>
              <a:ext cx="5221224" cy="796900"/>
            </a:xfrm>
            <a:custGeom>
              <a:avLst/>
              <a:gdLst/>
              <a:ahLst/>
              <a:cxnLst/>
              <a:rect l="0" t="0" r="r" b="b"/>
              <a:pathLst>
                <a:path w="5709" h="871" fill="none">
                  <a:moveTo>
                    <a:pt x="0" y="871"/>
                  </a:moveTo>
                  <a:lnTo>
                    <a:pt x="570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8" name="Forma 49"/>
            <p:cNvSpPr/>
            <p:nvPr/>
          </p:nvSpPr>
          <p:spPr>
            <a:xfrm>
              <a:off x="8183880" y="1508760"/>
              <a:ext cx="2743200" cy="45720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Paquete vasculonervioso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49" name="Rótulo Pleura parietal (mesot"/>
          <p:cNvGrpSpPr/>
          <p:nvPr/>
        </p:nvGrpSpPr>
        <p:grpSpPr>
          <a:xfrm>
            <a:off x="4114800" y="2103120"/>
            <a:ext cx="6812280" cy="1140394"/>
            <a:chOff x="4114800" y="2103120"/>
            <a:chExt cx="6812280" cy="1140394"/>
          </a:xfrm>
        </p:grpSpPr>
        <p:sp>
          <p:nvSpPr>
            <p:cNvPr id="50" name="Flecha 51_2"/>
            <p:cNvSpPr/>
            <p:nvPr/>
          </p:nvSpPr>
          <p:spPr>
            <a:xfrm>
              <a:off x="4114800" y="2350008"/>
              <a:ext cx="4069080" cy="893506"/>
            </a:xfrm>
            <a:custGeom>
              <a:avLst/>
              <a:gdLst/>
              <a:ahLst/>
              <a:cxnLst/>
              <a:rect l="0" t="0" r="r" b="b"/>
              <a:pathLst>
                <a:path w="4449" h="977" fill="none">
                  <a:moveTo>
                    <a:pt x="0" y="977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1" name="Forma 53"/>
            <p:cNvSpPr/>
            <p:nvPr/>
          </p:nvSpPr>
          <p:spPr>
            <a:xfrm>
              <a:off x="8183880" y="2103120"/>
              <a:ext cx="2743200" cy="45720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 (mesotelio)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52" name="Rótulo Espacio pleural"/>
          <p:cNvGrpSpPr/>
          <p:nvPr/>
        </p:nvGrpSpPr>
        <p:grpSpPr>
          <a:xfrm>
            <a:off x="4114800" y="2697480"/>
            <a:ext cx="6172200" cy="738808"/>
            <a:chOff x="4114800" y="2697480"/>
            <a:chExt cx="6172200" cy="738808"/>
          </a:xfrm>
        </p:grpSpPr>
        <p:sp>
          <p:nvSpPr>
            <p:cNvPr id="53" name="Flecha 55_2"/>
            <p:cNvSpPr/>
            <p:nvPr/>
          </p:nvSpPr>
          <p:spPr>
            <a:xfrm>
              <a:off x="4114800" y="2944368"/>
              <a:ext cx="4069080" cy="491920"/>
            </a:xfrm>
            <a:custGeom>
              <a:avLst/>
              <a:gdLst/>
              <a:ahLst/>
              <a:cxnLst/>
              <a:rect l="0" t="0" r="r" b="b"/>
              <a:pathLst>
                <a:path w="4449" h="537" fill="none">
                  <a:moveTo>
                    <a:pt x="0" y="537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4" name="Forma 57"/>
            <p:cNvSpPr/>
            <p:nvPr/>
          </p:nvSpPr>
          <p:spPr>
            <a:xfrm>
              <a:off x="8183880" y="2697480"/>
              <a:ext cx="2103120" cy="457200"/>
            </a:xfrm>
            <a:prstGeom prst="rect">
              <a:avLst/>
            </a:prstGeom>
            <a:solidFill>
              <a:srgbClr val="7CC8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Espacio pleural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55" name="Rótulo Pleura visceral (mesot"/>
          <p:cNvGrpSpPr/>
          <p:nvPr/>
        </p:nvGrpSpPr>
        <p:grpSpPr>
          <a:xfrm>
            <a:off x="4114800" y="3291840"/>
            <a:ext cx="6812280" cy="457200"/>
            <a:chOff x="4114800" y="3291840"/>
            <a:chExt cx="6812280" cy="457200"/>
          </a:xfrm>
        </p:grpSpPr>
        <p:sp>
          <p:nvSpPr>
            <p:cNvPr id="56" name="Flecha 59_2"/>
            <p:cNvSpPr/>
            <p:nvPr/>
          </p:nvSpPr>
          <p:spPr>
            <a:xfrm>
              <a:off x="4114800" y="3538728"/>
              <a:ext cx="4069080" cy="84527"/>
            </a:xfrm>
            <a:custGeom>
              <a:avLst/>
              <a:gdLst/>
              <a:ahLst/>
              <a:cxnLst/>
              <a:rect l="0" t="0" r="r" b="b"/>
              <a:pathLst>
                <a:path w="4449" h="92" fill="none">
                  <a:moveTo>
                    <a:pt x="0" y="92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7" name="Forma 61"/>
            <p:cNvSpPr/>
            <p:nvPr/>
          </p:nvSpPr>
          <p:spPr>
            <a:xfrm>
              <a:off x="8183880" y="3291840"/>
              <a:ext cx="2743200" cy="457200"/>
            </a:xfrm>
            <a:prstGeom prst="rect">
              <a:avLst/>
            </a:prstGeom>
            <a:solidFill>
              <a:srgbClr val="8E44A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 (mesotelio)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58" name="Rótulo Alvéolos"/>
          <p:cNvGrpSpPr/>
          <p:nvPr/>
        </p:nvGrpSpPr>
        <p:grpSpPr>
          <a:xfrm>
            <a:off x="4114800" y="3886200"/>
            <a:ext cx="5715000" cy="457200"/>
            <a:chOff x="4114800" y="3886200"/>
            <a:chExt cx="5715000" cy="457200"/>
          </a:xfrm>
        </p:grpSpPr>
        <p:sp>
          <p:nvSpPr>
            <p:cNvPr id="59" name="Flecha 63_2"/>
            <p:cNvSpPr/>
            <p:nvPr/>
          </p:nvSpPr>
          <p:spPr>
            <a:xfrm>
              <a:off x="4114800" y="4133088"/>
              <a:ext cx="4069080" cy="111456"/>
            </a:xfrm>
            <a:custGeom>
              <a:avLst/>
              <a:gdLst/>
              <a:ahLst/>
              <a:cxnLst/>
              <a:rect l="0" t="0" r="r" b="b"/>
              <a:pathLst>
                <a:path w="4449" h="121" fill="none">
                  <a:moveTo>
                    <a:pt x="0" y="121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60" name="Forma 65"/>
            <p:cNvSpPr/>
            <p:nvPr/>
          </p:nvSpPr>
          <p:spPr>
            <a:xfrm>
              <a:off x="8183880" y="3886200"/>
              <a:ext cx="1645920" cy="457200"/>
            </a:xfrm>
            <a:prstGeom prst="rect">
              <a:avLst/>
            </a:prstGeom>
            <a:solidFill>
              <a:srgbClr val="F2A0A8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Alvéolos</a:t>
              </a:r>
              <a:endParaRPr lang="es-AR" sz="1800" dirty="0">
                <a:latin typeface="Mali"/>
              </a:endParaRPr>
            </a:p>
          </p:txBody>
        </p:sp>
      </p:grpSp>
      <p:sp>
        <p:nvSpPr>
          <p:cNvPr id="61" name="Cavidad potencial"/>
          <p:cNvSpPr/>
          <p:nvPr/>
        </p:nvSpPr>
        <p:spPr>
          <a:xfrm>
            <a:off x="8183880" y="4572000"/>
            <a:ext cx="3703320" cy="12344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854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Cavidad pleural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espacio potencial que en patología puede acumular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líquido, aire o pus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074488" y="91440"/>
            <a:ext cx="995261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ESPACIO PLEURAL: VIRTUAL EN CONDICIONES NORMALES</a:t>
            </a:r>
            <a:endParaRPr lang="es-AR" sz="22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34" name="!!PleuraVisceral"/>
          <p:cNvGrpSpPr/>
          <p:nvPr/>
        </p:nvGrpSpPr>
        <p:grpSpPr>
          <a:xfrm>
            <a:off x="-186538" y="3570997"/>
            <a:ext cx="8602675" cy="307741"/>
            <a:chOff x="-186538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-186538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117409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8529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86538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86538" y="3925190"/>
            <a:ext cx="8671804" cy="2749930"/>
            <a:chOff x="-186538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-186538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13020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Lubricante"/>
          <p:cNvSpPr/>
          <p:nvPr/>
        </p:nvSpPr>
        <p:spPr>
          <a:xfrm>
            <a:off x="8183880" y="914400"/>
            <a:ext cx="3703320" cy="19202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espacio contiene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pequeña cantidad de líquido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que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lubrica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permite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las hojas.</a:t>
            </a:r>
            <a:endParaRPr lang="es-AR" sz="2000" dirty="0">
              <a:latin typeface="Mali"/>
            </a:endParaRPr>
          </a:p>
        </p:txBody>
      </p:sp>
      <p:sp>
        <p:nvSpPr>
          <p:cNvPr id="44" name="Volumen normal"/>
          <p:cNvSpPr/>
          <p:nvPr/>
        </p:nvSpPr>
        <p:spPr>
          <a:xfrm>
            <a:off x="8183880" y="3017520"/>
            <a:ext cx="3703320" cy="9601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Volumen normal: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0,13 ± 0,06 ml/kg</a:t>
            </a:r>
            <a:endParaRPr lang="es-AR" sz="2000" dirty="0">
              <a:latin typeface="Mali"/>
            </a:endParaRPr>
          </a:p>
        </p:txBody>
      </p:sp>
      <p:sp>
        <p:nvSpPr>
          <p:cNvPr id="45" name="Alteración"/>
          <p:cNvSpPr/>
          <p:nvPr/>
        </p:nvSpPr>
        <p:spPr>
          <a:xfrm>
            <a:off x="8183880" y="4160520"/>
            <a:ext cx="3703320" cy="146304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Alterar su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producción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su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reabsorción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su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composición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puede conducir a un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56937" y="91440"/>
            <a:ext cx="717016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UNA LÁMINA DE LÍQUIDO LUBRICANTE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33" grpId="0" animBg="1"/>
      <p:bldP spid="44" grpId="0" animBg="1"/>
      <p:bldP spid="4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86538" y="3570997"/>
            <a:ext cx="8602675" cy="307741"/>
            <a:chOff x="-186538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-186538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117409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8529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86538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86538" y="3925190"/>
            <a:ext cx="8671804" cy="2749930"/>
            <a:chOff x="-186538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-186538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13020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Flecha deslizamiento"/>
          <p:cNvGrpSpPr/>
          <p:nvPr/>
        </p:nvGrpSpPr>
        <p:grpSpPr>
          <a:xfrm>
            <a:off x="2011680" y="3886200"/>
            <a:ext cx="3108960" cy="466344"/>
            <a:chOff x="2011680" y="3886200"/>
            <a:chExt cx="3108960" cy="466344"/>
          </a:xfrm>
        </p:grpSpPr>
        <p:sp>
          <p:nvSpPr>
            <p:cNvPr id="44" name="Flecha 43_2"/>
            <p:cNvSpPr/>
            <p:nvPr/>
          </p:nvSpPr>
          <p:spPr>
            <a:xfrm>
              <a:off x="2011680" y="4343400"/>
              <a:ext cx="3108960" cy="9144"/>
            </a:xfrm>
            <a:custGeom>
              <a:avLst/>
              <a:gdLst/>
              <a:ahLst/>
              <a:cxnLst/>
              <a:rect l="0" t="0" r="r" b="b"/>
              <a:pathLst>
                <a:path w="3399" h="10" fill="none">
                  <a:moveTo>
                    <a:pt x="0" y="0"/>
                  </a:moveTo>
                  <a:lnTo>
                    <a:pt x="3399" y="0"/>
                  </a:lnTo>
                </a:path>
              </a:pathLst>
            </a:custGeom>
            <a:noFill/>
            <a:ln w="63500" cap="rnd">
              <a:solidFill>
                <a:srgbClr val="8E44AD"/>
              </a:solidFill>
              <a:round/>
              <a:tailEnd type="triangle" w="med" len="med"/>
            </a:ln>
          </p:spPr>
        </p:sp>
        <p:sp>
          <p:nvSpPr>
            <p:cNvPr id="45" name="Forma 45"/>
            <p:cNvSpPr txBox="1"/>
            <p:nvPr/>
          </p:nvSpPr>
          <p:spPr>
            <a:xfrm>
              <a:off x="2377440" y="3886200"/>
              <a:ext cx="2377440" cy="2682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8E44AD"/>
                  </a:solidFill>
                  <a:latin typeface="Mali"/>
                  <a:ea typeface="Mali"/>
                  <a:cs typeface="Mali"/>
                  <a:sym typeface="Mali"/>
                </a:rPr>
                <a:t>deslizamiento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6" name="Inspiración texto"/>
          <p:cNvSpPr/>
          <p:nvPr/>
        </p:nvSpPr>
        <p:spPr>
          <a:xfrm>
            <a:off x="8183880" y="914400"/>
            <a:ext cx="3703320" cy="201168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 contraerse el diafragma y los intercostales, la pared se expande y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arrastra al pulmón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la hoja visceral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se desliza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sobre la parietal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sin fricción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750" dirty="0">
              <a:latin typeface="Mali"/>
            </a:endParaRPr>
          </a:p>
        </p:txBody>
      </p:sp>
      <p:sp>
        <p:nvSpPr>
          <p:cNvPr id="47" name="Acople"/>
          <p:cNvSpPr/>
          <p:nvPr/>
        </p:nvSpPr>
        <p:spPr>
          <a:xfrm>
            <a:off x="8183880" y="3108960"/>
            <a:ext cx="370332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12"/>
              </a:lnSpc>
              <a:spcAft>
                <a:spcPts val="300"/>
              </a:spcAft>
              <a:buNone/>
            </a:pP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hojas se separan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lateralmente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no se despegan: el líquido las mantiene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acopladas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6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504025" y="91440"/>
            <a:ext cx="852307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INSPIRACIÓN: LA HOJA VISCERAL SE DESLIZA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413 0.0000 E" pathEditMode="relative" ptsTypes="">
                                      <p:cBhvr>
                                        <p:cTn id="12" dur="11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2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413 0.0000 E" pathEditMode="relative" ptsTypes="">
                                      <p:cBhvr>
                                        <p:cTn id="14" dur="1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312725" y="3570997"/>
            <a:ext cx="8602675" cy="307741"/>
            <a:chOff x="312725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312725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381853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27792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312725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312725" y="3925190"/>
            <a:ext cx="8671804" cy="2749930"/>
            <a:chOff x="312725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312725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612282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Flecha retorno"/>
          <p:cNvGrpSpPr/>
          <p:nvPr/>
        </p:nvGrpSpPr>
        <p:grpSpPr>
          <a:xfrm>
            <a:off x="2011680" y="3886200"/>
            <a:ext cx="3108960" cy="466344"/>
            <a:chOff x="2011680" y="3886200"/>
            <a:chExt cx="3108960" cy="466344"/>
          </a:xfrm>
        </p:grpSpPr>
        <p:sp>
          <p:nvSpPr>
            <p:cNvPr id="44" name="Flecha 43_2"/>
            <p:cNvSpPr/>
            <p:nvPr/>
          </p:nvSpPr>
          <p:spPr>
            <a:xfrm>
              <a:off x="2011680" y="4343400"/>
              <a:ext cx="3108960" cy="9144"/>
            </a:xfrm>
            <a:custGeom>
              <a:avLst/>
              <a:gdLst/>
              <a:ahLst/>
              <a:cxnLst/>
              <a:rect l="0" t="0" r="r" b="b"/>
              <a:pathLst>
                <a:path w="3399" h="10" fill="none">
                  <a:moveTo>
                    <a:pt x="3399" y="0"/>
                  </a:moveTo>
                  <a:lnTo>
                    <a:pt x="0" y="0"/>
                  </a:lnTo>
                </a:path>
              </a:pathLst>
            </a:custGeom>
            <a:noFill/>
            <a:ln w="63500" cap="rnd">
              <a:solidFill>
                <a:srgbClr val="009E9E"/>
              </a:solidFill>
              <a:round/>
              <a:tailEnd type="triangle" w="med" len="med"/>
            </a:ln>
          </p:spPr>
        </p:sp>
        <p:sp>
          <p:nvSpPr>
            <p:cNvPr id="45" name="Forma 45"/>
            <p:cNvSpPr txBox="1"/>
            <p:nvPr/>
          </p:nvSpPr>
          <p:spPr>
            <a:xfrm>
              <a:off x="2377440" y="3886200"/>
              <a:ext cx="2377440" cy="2682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9E9E"/>
                  </a:solidFill>
                  <a:latin typeface="Mali"/>
                  <a:ea typeface="Mali"/>
                  <a:cs typeface="Mali"/>
                  <a:sym typeface="Mali"/>
                </a:rPr>
                <a:t>retorno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6" name="Espiración texto"/>
          <p:cNvSpPr/>
          <p:nvPr/>
        </p:nvSpPr>
        <p:spPr>
          <a:xfrm>
            <a:off x="8183880" y="914400"/>
            <a:ext cx="3703320" cy="201168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 relajarse los músculos, la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retracción elástica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del pulmón lo devuelve a su volumen; la hoja visceral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vuelve a deslizarse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en sentido opuesto.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080225" y="91440"/>
            <a:ext cx="994687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ESPIRACIÓN: RETORNO POR LA RETRACCIÓN ELÁSTICA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sp>
        <p:nvSpPr>
          <p:cNvPr id="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413 0.0000 E" pathEditMode="relative" ptsTypes="">
                                      <p:cBhvr>
                                        <p:cTn id="12" dur="11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62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413 0.0000 E" pathEditMode="relative" ptsTypes="">
                                      <p:cBhvr>
                                        <p:cTn id="14" dur="1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6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6967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8142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76656" y="1559966"/>
            <a:ext cx="5230368" cy="4746833"/>
            <a:chOff x="67665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30234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84579" y="1099109"/>
            <a:ext cx="1414522" cy="2471322"/>
            <a:chOff x="258457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8457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8485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68935" y="1667775"/>
            <a:ext cx="1882791" cy="4184503"/>
            <a:chOff x="1068935" y="1667775"/>
            <a:chExt cx="1882791" cy="4184503"/>
          </a:xfrm>
        </p:grpSpPr>
        <p:sp>
          <p:nvSpPr>
            <p:cNvPr id="16" name="Forma 15"/>
            <p:cNvSpPr/>
            <p:nvPr/>
          </p:nvSpPr>
          <p:spPr>
            <a:xfrm>
              <a:off x="1068935" y="1667775"/>
              <a:ext cx="1882791" cy="41845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90714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113611" y="3489808"/>
              <a:ext cx="1583869" cy="175467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68935" y="1667775"/>
            <a:ext cx="1882791" cy="418450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61034" y="1667775"/>
            <a:ext cx="1753711" cy="4322935"/>
            <a:chOff x="3761034" y="1667775"/>
            <a:chExt cx="1753711" cy="4322935"/>
          </a:xfrm>
        </p:grpSpPr>
        <p:sp>
          <p:nvSpPr>
            <p:cNvPr id="21" name="Forma 20"/>
            <p:cNvSpPr/>
            <p:nvPr/>
          </p:nvSpPr>
          <p:spPr>
            <a:xfrm>
              <a:off x="376103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91591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93374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6103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94119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9470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71326" y="3905660"/>
            <a:ext cx="1580557" cy="1630804"/>
            <a:chOff x="2971326" y="3905660"/>
            <a:chExt cx="1580557" cy="1630804"/>
          </a:xfrm>
        </p:grpSpPr>
        <p:sp>
          <p:nvSpPr>
            <p:cNvPr id="30" name="Forma 29"/>
            <p:cNvSpPr/>
            <p:nvPr/>
          </p:nvSpPr>
          <p:spPr>
            <a:xfrm>
              <a:off x="297132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9704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12243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508760" y="1329538"/>
            <a:ext cx="3566160" cy="230429"/>
            <a:chOff x="1508760" y="1329538"/>
            <a:chExt cx="3566160" cy="230429"/>
          </a:xfrm>
        </p:grpSpPr>
        <p:sp>
          <p:nvSpPr>
            <p:cNvPr id="34" name="Forma 33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Expansión 0"/>
          <p:cNvSpPr/>
          <p:nvPr/>
        </p:nvSpPr>
        <p:spPr>
          <a:xfrm>
            <a:off x="795528" y="3461004"/>
            <a:ext cx="416052" cy="9144"/>
          </a:xfrm>
          <a:custGeom>
            <a:avLst/>
            <a:gdLst/>
            <a:ahLst/>
            <a:cxnLst/>
            <a:rect l="0" t="0" r="r" b="b"/>
            <a:pathLst>
              <a:path w="454" h="10" fill="none">
                <a:moveTo>
                  <a:pt x="454" y="0"/>
                </a:moveTo>
                <a:lnTo>
                  <a:pt x="0" y="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sp>
        <p:nvSpPr>
          <p:cNvPr id="38" name="Expansión 1"/>
          <p:cNvSpPr/>
          <p:nvPr/>
        </p:nvSpPr>
        <p:spPr>
          <a:xfrm>
            <a:off x="5372100" y="3461004"/>
            <a:ext cx="416052" cy="9144"/>
          </a:xfrm>
          <a:custGeom>
            <a:avLst/>
            <a:gdLst/>
            <a:ahLst/>
            <a:cxnLst/>
            <a:rect l="0" t="0" r="r" b="b"/>
            <a:pathLst>
              <a:path w="455" h="10" fill="none">
                <a:moveTo>
                  <a:pt x="0" y="0"/>
                </a:moveTo>
                <a:lnTo>
                  <a:pt x="455" y="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sp>
        <p:nvSpPr>
          <p:cNvPr id="39" name="Expansión 2"/>
          <p:cNvSpPr/>
          <p:nvPr/>
        </p:nvSpPr>
        <p:spPr>
          <a:xfrm>
            <a:off x="2103120" y="5362042"/>
            <a:ext cx="9144" cy="403250"/>
          </a:xfrm>
          <a:custGeom>
            <a:avLst/>
            <a:gdLst/>
            <a:ahLst/>
            <a:cxnLst/>
            <a:rect l="0" t="0" r="r" b="b"/>
            <a:pathLst>
              <a:path w="10" h="440" fill="none">
                <a:moveTo>
                  <a:pt x="0" y="0"/>
                </a:moveTo>
                <a:lnTo>
                  <a:pt x="0" y="44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sp>
        <p:nvSpPr>
          <p:cNvPr id="40" name="Expansión 3"/>
          <p:cNvSpPr/>
          <p:nvPr/>
        </p:nvSpPr>
        <p:spPr>
          <a:xfrm>
            <a:off x="4480560" y="5477256"/>
            <a:ext cx="9144" cy="403250"/>
          </a:xfrm>
          <a:custGeom>
            <a:avLst/>
            <a:gdLst/>
            <a:ahLst/>
            <a:cxnLst/>
            <a:rect l="0" t="0" r="r" b="b"/>
            <a:pathLst>
              <a:path w="10" h="440" fill="none">
                <a:moveTo>
                  <a:pt x="0" y="0"/>
                </a:moveTo>
                <a:lnTo>
                  <a:pt x="0" y="44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grpSp>
        <p:nvGrpSpPr>
          <p:cNvPr id="41" name="Recuadro Presión negativa"/>
          <p:cNvGrpSpPr/>
          <p:nvPr/>
        </p:nvGrpSpPr>
        <p:grpSpPr>
          <a:xfrm>
            <a:off x="6583680" y="914400"/>
            <a:ext cx="5303520" cy="1524000"/>
            <a:chOff x="6583680" y="914400"/>
            <a:chExt cx="5303520" cy="1524000"/>
          </a:xfrm>
        </p:grpSpPr>
        <p:sp>
          <p:nvSpPr>
            <p:cNvPr id="42" name="Forma 41"/>
            <p:cNvSpPr/>
            <p:nvPr/>
          </p:nvSpPr>
          <p:spPr>
            <a:xfrm>
              <a:off x="6583680" y="1280160"/>
              <a:ext cx="5303520" cy="11582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espacio pleural tiene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negativa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respecto a la atmósfera: mantiene el pulmón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expandido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583680" y="914400"/>
              <a:ext cx="53035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NEGATIVA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Lubricación"/>
          <p:cNvGrpSpPr/>
          <p:nvPr/>
        </p:nvGrpSpPr>
        <p:grpSpPr>
          <a:xfrm>
            <a:off x="6583680" y="2621280"/>
            <a:ext cx="5303520" cy="1524000"/>
            <a:chOff x="6583680" y="2621280"/>
            <a:chExt cx="5303520" cy="1524000"/>
          </a:xfrm>
        </p:grpSpPr>
        <p:sp>
          <p:nvSpPr>
            <p:cNvPr id="45" name="Forma 44"/>
            <p:cNvSpPr/>
            <p:nvPr/>
          </p:nvSpPr>
          <p:spPr>
            <a:xfrm>
              <a:off x="6583680" y="2987040"/>
              <a:ext cx="5303520" cy="11582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líquido reduce la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fricción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entre las superficies.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583680" y="2621280"/>
              <a:ext cx="53035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LUBRICACIÓN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ecuadro Acoplamiento"/>
          <p:cNvGrpSpPr/>
          <p:nvPr/>
        </p:nvGrpSpPr>
        <p:grpSpPr>
          <a:xfrm>
            <a:off x="6583680" y="4328160"/>
            <a:ext cx="5303520" cy="1524000"/>
            <a:chOff x="6583680" y="4328160"/>
            <a:chExt cx="5303520" cy="1524000"/>
          </a:xfrm>
        </p:grpSpPr>
        <p:sp>
          <p:nvSpPr>
            <p:cNvPr id="48" name="Forma 47"/>
            <p:cNvSpPr/>
            <p:nvPr/>
          </p:nvSpPr>
          <p:spPr>
            <a:xfrm>
              <a:off x="6583680" y="4693920"/>
              <a:ext cx="5303520" cy="11582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pared y el pulmón se mueven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juntos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durante la ventilación.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6583680" y="4328160"/>
              <a:ext cx="53035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ACOPLAMIENTO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767390" y="91440"/>
            <a:ext cx="925971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INTEGRACIÓN: EL ACOPLAMIENTO PARED–PULMÓN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457200" y="1051560"/>
            <a:ext cx="7406640" cy="527995"/>
            <a:chOff x="457200" y="1051560"/>
            <a:chExt cx="7406640" cy="527995"/>
          </a:xfrm>
        </p:grpSpPr>
        <p:sp>
          <p:nvSpPr>
            <p:cNvPr id="5" name="Forma 4"/>
            <p:cNvSpPr/>
            <p:nvPr/>
          </p:nvSpPr>
          <p:spPr>
            <a:xfrm>
              <a:off x="457200" y="1051560"/>
              <a:ext cx="1709225" cy="52799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200"/>
                </a:spcAft>
                <a:buNone/>
              </a:pPr>
              <a:endParaRPr lang="es-AR" sz="16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166425" y="1051560"/>
              <a:ext cx="2848708" cy="527995"/>
            </a:xfrm>
            <a:prstGeom prst="rect">
              <a:avLst/>
            </a:prstGeom>
            <a:solidFill>
              <a:srgbClr val="009E9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5015132" y="1051560"/>
              <a:ext cx="2848708" cy="527995"/>
            </a:xfrm>
            <a:prstGeom prst="rect">
              <a:avLst/>
            </a:prstGeom>
            <a:solidFill>
              <a:srgbClr val="8E44AD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16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457200" y="1579555"/>
            <a:ext cx="7406640" cy="527995"/>
            <a:chOff x="457200" y="1579555"/>
            <a:chExt cx="7406640" cy="527995"/>
          </a:xfrm>
        </p:grpSpPr>
        <p:sp>
          <p:nvSpPr>
            <p:cNvPr id="9" name="Forma 8"/>
            <p:cNvSpPr/>
            <p:nvPr/>
          </p:nvSpPr>
          <p:spPr>
            <a:xfrm>
              <a:off x="457200" y="1579555"/>
              <a:ext cx="1709225" cy="52799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Posición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166425" y="1579555"/>
              <a:ext cx="2848708" cy="52799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Hoja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externa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5015132" y="1579555"/>
              <a:ext cx="2848708" cy="52799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Hoja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interna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457200" y="2107550"/>
            <a:ext cx="7406640" cy="978489"/>
            <a:chOff x="457200" y="2107550"/>
            <a:chExt cx="7406640" cy="978489"/>
          </a:xfrm>
        </p:grpSpPr>
        <p:sp>
          <p:nvSpPr>
            <p:cNvPr id="13" name="Forma 12"/>
            <p:cNvSpPr/>
            <p:nvPr/>
          </p:nvSpPr>
          <p:spPr>
            <a:xfrm>
              <a:off x="457200" y="2107550"/>
              <a:ext cx="1709225" cy="978489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Reviste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166425" y="2107550"/>
              <a:ext cx="2848708" cy="978489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Cara interna de la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pared torácica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5015132" y="2107550"/>
              <a:ext cx="2848708" cy="978489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Superficie del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incluidas las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cisuras interlobares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457200" y="3086039"/>
            <a:ext cx="7406640" cy="742980"/>
            <a:chOff x="457200" y="3086039"/>
            <a:chExt cx="7406640" cy="742980"/>
          </a:xfrm>
        </p:grpSpPr>
        <p:sp>
          <p:nvSpPr>
            <p:cNvPr id="17" name="Forma 16"/>
            <p:cNvSpPr/>
            <p:nvPr/>
          </p:nvSpPr>
          <p:spPr>
            <a:xfrm>
              <a:off x="457200" y="3086039"/>
              <a:ext cx="1709225" cy="74298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Inervación sensitiva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166425" y="3086039"/>
              <a:ext cx="2848708" cy="74298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→ dolor pleurítico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5015132" y="3086039"/>
              <a:ext cx="2848708" cy="74298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457200" y="3829020"/>
            <a:ext cx="7406640" cy="742980"/>
            <a:chOff x="457200" y="3829020"/>
            <a:chExt cx="7406640" cy="742980"/>
          </a:xfrm>
        </p:grpSpPr>
        <p:sp>
          <p:nvSpPr>
            <p:cNvPr id="21" name="Forma 20"/>
            <p:cNvSpPr/>
            <p:nvPr/>
          </p:nvSpPr>
          <p:spPr>
            <a:xfrm>
              <a:off x="457200" y="3829020"/>
              <a:ext cx="1709225" cy="74298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Color en las ilustraciones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166425" y="3829020"/>
              <a:ext cx="2848708" cy="74298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Verde azulado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5015132" y="3829020"/>
              <a:ext cx="2848708" cy="74298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Morado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4" name="!!PielPared"/>
          <p:cNvGrpSpPr/>
          <p:nvPr/>
        </p:nvGrpSpPr>
        <p:grpSpPr>
          <a:xfrm>
            <a:off x="8138160" y="1051560"/>
            <a:ext cx="3812774" cy="662940"/>
            <a:chOff x="8138160" y="1051560"/>
            <a:chExt cx="3812774" cy="662940"/>
          </a:xfrm>
        </p:grpSpPr>
        <p:sp>
          <p:nvSpPr>
            <p:cNvPr id="25" name="Forma 24"/>
            <p:cNvSpPr/>
            <p:nvPr/>
          </p:nvSpPr>
          <p:spPr>
            <a:xfrm>
              <a:off x="8138160" y="1051560"/>
              <a:ext cx="3749040" cy="238658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138160" y="1290218"/>
              <a:ext cx="3749040" cy="424282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8149407" y="1406896"/>
              <a:ext cx="3801527" cy="19092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28" name="!!MusculoIntercostal"/>
          <p:cNvGrpSpPr/>
          <p:nvPr/>
        </p:nvGrpSpPr>
        <p:grpSpPr>
          <a:xfrm>
            <a:off x="7988198" y="1714500"/>
            <a:ext cx="4048963" cy="1113739"/>
            <a:chOff x="7988198" y="1714500"/>
            <a:chExt cx="4048963" cy="1113739"/>
          </a:xfrm>
        </p:grpSpPr>
        <p:sp>
          <p:nvSpPr>
            <p:cNvPr id="29" name="Forma 28"/>
            <p:cNvSpPr/>
            <p:nvPr/>
          </p:nvSpPr>
          <p:spPr>
            <a:xfrm>
              <a:off x="8138160" y="1714500"/>
              <a:ext cx="3749040" cy="1113739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988198" y="1741018"/>
              <a:ext cx="4048963" cy="106070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31" name="!!Costillas"/>
          <p:cNvGrpSpPr/>
          <p:nvPr/>
        </p:nvGrpSpPr>
        <p:grpSpPr>
          <a:xfrm>
            <a:off x="8550554" y="1762232"/>
            <a:ext cx="2924251" cy="933420"/>
            <a:chOff x="8550554" y="1762232"/>
            <a:chExt cx="2924251" cy="933420"/>
          </a:xfrm>
        </p:grpSpPr>
        <p:sp>
          <p:nvSpPr>
            <p:cNvPr id="32" name="Forma 31"/>
            <p:cNvSpPr/>
            <p:nvPr/>
          </p:nvSpPr>
          <p:spPr>
            <a:xfrm>
              <a:off x="8550554" y="1762232"/>
              <a:ext cx="899770" cy="933420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8693018" y="1942551"/>
              <a:ext cx="614843" cy="572780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575036" y="1762232"/>
              <a:ext cx="899770" cy="933420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0717500" y="1942551"/>
              <a:ext cx="614843" cy="572780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36" name="!!PaqueteVN"/>
          <p:cNvGrpSpPr/>
          <p:nvPr/>
        </p:nvGrpSpPr>
        <p:grpSpPr>
          <a:xfrm>
            <a:off x="9371594" y="2372136"/>
            <a:ext cx="2151949" cy="403068"/>
            <a:chOff x="9371594" y="2372136"/>
            <a:chExt cx="2151949" cy="403068"/>
          </a:xfrm>
        </p:grpSpPr>
        <p:sp>
          <p:nvSpPr>
            <p:cNvPr id="37" name="Forma 36"/>
            <p:cNvSpPr/>
            <p:nvPr/>
          </p:nvSpPr>
          <p:spPr>
            <a:xfrm>
              <a:off x="9371594" y="2372136"/>
              <a:ext cx="97475" cy="13789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9409085" y="2531242"/>
              <a:ext cx="82479" cy="116677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9431579" y="2679741"/>
              <a:ext cx="67483" cy="9546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1396076" y="2372136"/>
              <a:ext cx="97475" cy="13789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11433566" y="2531242"/>
              <a:ext cx="82479" cy="116677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1456060" y="2679741"/>
              <a:ext cx="67483" cy="9546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43" name="!!PleuraParietal"/>
          <p:cNvGrpSpPr/>
          <p:nvPr/>
        </p:nvGrpSpPr>
        <p:grpSpPr>
          <a:xfrm>
            <a:off x="8134411" y="2881274"/>
            <a:ext cx="3756538" cy="387157"/>
            <a:chOff x="8134411" y="2881274"/>
            <a:chExt cx="3756538" cy="387157"/>
          </a:xfrm>
        </p:grpSpPr>
        <p:sp>
          <p:nvSpPr>
            <p:cNvPr id="44" name="Forma 43"/>
            <p:cNvSpPr/>
            <p:nvPr/>
          </p:nvSpPr>
          <p:spPr>
            <a:xfrm>
              <a:off x="8138160" y="2881274"/>
              <a:ext cx="3749040" cy="36063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134411" y="3172968"/>
              <a:ext cx="3756538" cy="9546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205643" y="3199486"/>
              <a:ext cx="3614075" cy="4242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47" name="!!CapilarSistemico"/>
          <p:cNvSpPr/>
          <p:nvPr/>
        </p:nvSpPr>
        <p:spPr>
          <a:xfrm>
            <a:off x="8138160" y="2976738"/>
            <a:ext cx="3749040" cy="14849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48" name="!!VasoLinfatico"/>
          <p:cNvGrpSpPr/>
          <p:nvPr/>
        </p:nvGrpSpPr>
        <p:grpSpPr>
          <a:xfrm>
            <a:off x="10087661" y="2902488"/>
            <a:ext cx="1799539" cy="360639"/>
            <a:chOff x="10087661" y="2902488"/>
            <a:chExt cx="1799539" cy="360639"/>
          </a:xfrm>
        </p:grpSpPr>
        <p:sp>
          <p:nvSpPr>
            <p:cNvPr id="49" name="Forma 48"/>
            <p:cNvSpPr/>
            <p:nvPr/>
          </p:nvSpPr>
          <p:spPr>
            <a:xfrm>
              <a:off x="10087661" y="2902488"/>
              <a:ext cx="1799539" cy="15910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10353843" y="3040380"/>
              <a:ext cx="67483" cy="22274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10953689" y="3040380"/>
              <a:ext cx="67483" cy="22274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1478555" y="3040380"/>
              <a:ext cx="67483" cy="22274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53" name="!!LiquidoPleural"/>
          <p:cNvSpPr/>
          <p:nvPr/>
        </p:nvSpPr>
        <p:spPr>
          <a:xfrm>
            <a:off x="8138160" y="3268431"/>
            <a:ext cx="3749040" cy="204186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54" name="!!PleuraVisceral"/>
          <p:cNvGrpSpPr/>
          <p:nvPr/>
        </p:nvGrpSpPr>
        <p:grpSpPr>
          <a:xfrm>
            <a:off x="7913218" y="3467313"/>
            <a:ext cx="4198925" cy="281087"/>
            <a:chOff x="7913218" y="3467313"/>
            <a:chExt cx="4198925" cy="281087"/>
          </a:xfrm>
        </p:grpSpPr>
        <p:sp>
          <p:nvSpPr>
            <p:cNvPr id="55" name="Forma 54"/>
            <p:cNvSpPr/>
            <p:nvPr/>
          </p:nvSpPr>
          <p:spPr>
            <a:xfrm>
              <a:off x="7913218" y="3472617"/>
              <a:ext cx="4198925" cy="275783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946959" y="3467313"/>
              <a:ext cx="4131442" cy="9546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018191" y="3493831"/>
              <a:ext cx="3988979" cy="4242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58" name="!!CapilarPulmonar"/>
          <p:cNvSpPr/>
          <p:nvPr/>
        </p:nvSpPr>
        <p:spPr>
          <a:xfrm>
            <a:off x="7913218" y="3621115"/>
            <a:ext cx="4198925" cy="954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59" name="!!Alveolos"/>
          <p:cNvGrpSpPr/>
          <p:nvPr/>
        </p:nvGrpSpPr>
        <p:grpSpPr>
          <a:xfrm>
            <a:off x="7913218" y="3790828"/>
            <a:ext cx="4232666" cy="2564252"/>
            <a:chOff x="7913218" y="3790828"/>
            <a:chExt cx="4232666" cy="2564252"/>
          </a:xfrm>
        </p:grpSpPr>
        <p:sp>
          <p:nvSpPr>
            <p:cNvPr id="60" name="Forma 59"/>
            <p:cNvSpPr/>
            <p:nvPr/>
          </p:nvSpPr>
          <p:spPr>
            <a:xfrm>
              <a:off x="7913218" y="3790828"/>
              <a:ext cx="4198925" cy="2564252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61" name="Forma 60"/>
            <p:cNvSpPr/>
            <p:nvPr/>
          </p:nvSpPr>
          <p:spPr>
            <a:xfrm>
              <a:off x="8059430" y="3849167"/>
              <a:ext cx="4086454" cy="2057766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62" name="Continuidad"/>
          <p:cNvSpPr/>
          <p:nvPr/>
        </p:nvSpPr>
        <p:spPr>
          <a:xfrm>
            <a:off x="457200" y="4754880"/>
            <a:ext cx="3657600" cy="16002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Ambas hojas se continúan entre sí en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hilio pulmonar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delimitan un espacio cerrado.</a:t>
            </a:r>
            <a:endParaRPr lang="es-AR" sz="2000" dirty="0">
              <a:latin typeface="Mali"/>
            </a:endParaRPr>
          </a:p>
        </p:txBody>
      </p:sp>
      <p:sp>
        <p:nvSpPr>
          <p:cNvPr id="63" name="Dolor pleurítico"/>
          <p:cNvSpPr/>
          <p:nvPr/>
        </p:nvSpPr>
        <p:spPr>
          <a:xfrm>
            <a:off x="4251960" y="4754880"/>
            <a:ext cx="3611880" cy="16002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pleurítico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puntada de costado que aumenta con la inspiración y la tos; nace en la hoja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parietal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53140" y="91440"/>
            <a:ext cx="717396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VISCERAL Y PLEURA PARIETAL</a:t>
            </a:r>
            <a:endParaRPr lang="es-AR" sz="24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320040" y="914400"/>
            <a:ext cx="5207691" cy="674370"/>
            <a:chOff x="320040" y="914400"/>
            <a:chExt cx="5207691" cy="674370"/>
          </a:xfrm>
        </p:grpSpPr>
        <p:sp>
          <p:nvSpPr>
            <p:cNvPr id="5" name="Forma 4"/>
            <p:cNvSpPr/>
            <p:nvPr/>
          </p:nvSpPr>
          <p:spPr>
            <a:xfrm>
              <a:off x="320040" y="914400"/>
              <a:ext cx="5120640" cy="242773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320040" y="1157173"/>
              <a:ext cx="5120640" cy="431597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335402" y="1275862"/>
              <a:ext cx="5192329" cy="194219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15214" y="1588770"/>
            <a:ext cx="5530291" cy="1132942"/>
            <a:chOff x="115214" y="1588770"/>
            <a:chExt cx="5530291" cy="1132942"/>
          </a:xfrm>
        </p:grpSpPr>
        <p:sp>
          <p:nvSpPr>
            <p:cNvPr id="9" name="Forma 8"/>
            <p:cNvSpPr/>
            <p:nvPr/>
          </p:nvSpPr>
          <p:spPr>
            <a:xfrm>
              <a:off x="320040" y="1588770"/>
              <a:ext cx="5120640" cy="113294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15214" y="1615745"/>
              <a:ext cx="5530291" cy="1078992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883310" y="1637325"/>
            <a:ext cx="3994099" cy="949513"/>
            <a:chOff x="883310" y="1637325"/>
            <a:chExt cx="3994099" cy="949513"/>
          </a:xfrm>
        </p:grpSpPr>
        <p:sp>
          <p:nvSpPr>
            <p:cNvPr id="12" name="Forma 11"/>
            <p:cNvSpPr/>
            <p:nvPr/>
          </p:nvSpPr>
          <p:spPr>
            <a:xfrm>
              <a:off x="883310" y="1637325"/>
              <a:ext cx="1228954" cy="94951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077895" y="1820753"/>
              <a:ext cx="839785" cy="58265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3648456" y="1637325"/>
              <a:ext cx="1228954" cy="94951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3843040" y="1820753"/>
              <a:ext cx="839785" cy="58265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004731" y="2257745"/>
            <a:ext cx="2939247" cy="410017"/>
            <a:chOff x="2004731" y="2257745"/>
            <a:chExt cx="2939247" cy="410017"/>
          </a:xfrm>
        </p:grpSpPr>
        <p:sp>
          <p:nvSpPr>
            <p:cNvPr id="17" name="Forma 16"/>
            <p:cNvSpPr/>
            <p:nvPr/>
          </p:nvSpPr>
          <p:spPr>
            <a:xfrm>
              <a:off x="2004731" y="2257745"/>
              <a:ext cx="133137" cy="14026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55937" y="2419594"/>
              <a:ext cx="112654" cy="11868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86661" y="2570653"/>
              <a:ext cx="92172" cy="9710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4769876" y="2257745"/>
              <a:ext cx="133137" cy="14026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821083" y="2419594"/>
              <a:ext cx="112654" cy="11868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851806" y="2570653"/>
              <a:ext cx="92172" cy="9710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314919" y="2775661"/>
            <a:ext cx="5130881" cy="393832"/>
            <a:chOff x="314919" y="2775661"/>
            <a:chExt cx="5130881" cy="393832"/>
          </a:xfrm>
        </p:grpSpPr>
        <p:sp>
          <p:nvSpPr>
            <p:cNvPr id="24" name="Forma 23"/>
            <p:cNvSpPr/>
            <p:nvPr/>
          </p:nvSpPr>
          <p:spPr>
            <a:xfrm>
              <a:off x="320040" y="2775661"/>
              <a:ext cx="5120640" cy="366857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314919" y="3072384"/>
              <a:ext cx="5130881" cy="9710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212" y="3099359"/>
              <a:ext cx="4936297" cy="43160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320040" y="2872770"/>
            <a:ext cx="5120640" cy="15105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982773" y="2797241"/>
            <a:ext cx="2457907" cy="366857"/>
            <a:chOff x="2982773" y="2797241"/>
            <a:chExt cx="2457907" cy="366857"/>
          </a:xfrm>
        </p:grpSpPr>
        <p:sp>
          <p:nvSpPr>
            <p:cNvPr id="29" name="Forma 28"/>
            <p:cNvSpPr/>
            <p:nvPr/>
          </p:nvSpPr>
          <p:spPr>
            <a:xfrm>
              <a:off x="2982773" y="2797241"/>
              <a:ext cx="2457907" cy="161849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346338" y="2937510"/>
              <a:ext cx="92172" cy="22658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165641" y="2937510"/>
              <a:ext cx="92172" cy="22658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4882530" y="2937510"/>
              <a:ext cx="92172" cy="22658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320040" y="3169493"/>
            <a:ext cx="5120640" cy="261116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12802" y="3425214"/>
            <a:ext cx="5735117" cy="285933"/>
            <a:chOff x="12802" y="3425214"/>
            <a:chExt cx="5735117" cy="285933"/>
          </a:xfrm>
        </p:grpSpPr>
        <p:sp>
          <p:nvSpPr>
            <p:cNvPr id="35" name="Forma 34"/>
            <p:cNvSpPr/>
            <p:nvPr/>
          </p:nvSpPr>
          <p:spPr>
            <a:xfrm>
              <a:off x="12802" y="3430609"/>
              <a:ext cx="5735117" cy="280538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58887" y="3425214"/>
              <a:ext cx="5642945" cy="9710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56180" y="3452189"/>
              <a:ext cx="5448361" cy="43160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12802" y="3581668"/>
            <a:ext cx="5735117" cy="9710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12802" y="3754307"/>
            <a:ext cx="5781203" cy="2555053"/>
            <a:chOff x="12802" y="3754307"/>
            <a:chExt cx="5781203" cy="2555053"/>
          </a:xfrm>
        </p:grpSpPr>
        <p:sp>
          <p:nvSpPr>
            <p:cNvPr id="40" name="Forma 39"/>
            <p:cNvSpPr/>
            <p:nvPr/>
          </p:nvSpPr>
          <p:spPr>
            <a:xfrm>
              <a:off x="12802" y="3754307"/>
              <a:ext cx="5735117" cy="255505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212507" y="3813652"/>
              <a:ext cx="5581498" cy="2093244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2" name="Recuadro Protección"/>
          <p:cNvGrpSpPr/>
          <p:nvPr/>
        </p:nvGrpSpPr>
        <p:grpSpPr>
          <a:xfrm>
            <a:off x="5760720" y="914400"/>
            <a:ext cx="6126480" cy="1108710"/>
            <a:chOff x="5760720" y="914400"/>
            <a:chExt cx="6126480" cy="1108710"/>
          </a:xfrm>
        </p:grpSpPr>
        <p:sp>
          <p:nvSpPr>
            <p:cNvPr id="43" name="Forma 42"/>
            <p:cNvSpPr/>
            <p:nvPr/>
          </p:nvSpPr>
          <p:spPr>
            <a:xfrm>
              <a:off x="5760720" y="1280160"/>
              <a:ext cx="6126480" cy="74295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Protección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parénquima pulmonar.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4" name="Forma 43"/>
            <p:cNvSpPr/>
            <p:nvPr/>
          </p:nvSpPr>
          <p:spPr>
            <a:xfrm>
              <a:off x="5760720" y="91440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PROTECCIÓN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5" name="Recuadro Deslizamiento"/>
          <p:cNvGrpSpPr/>
          <p:nvPr/>
        </p:nvGrpSpPr>
        <p:grpSpPr>
          <a:xfrm>
            <a:off x="5760720" y="2160270"/>
            <a:ext cx="6126480" cy="1108710"/>
            <a:chOff x="5760720" y="2160270"/>
            <a:chExt cx="6126480" cy="1108710"/>
          </a:xfrm>
        </p:grpSpPr>
        <p:sp>
          <p:nvSpPr>
            <p:cNvPr id="46" name="Forma 45"/>
            <p:cNvSpPr/>
            <p:nvPr/>
          </p:nvSpPr>
          <p:spPr>
            <a:xfrm>
              <a:off x="5760720" y="2526030"/>
              <a:ext cx="6126480" cy="74295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Permite el movimiento del pulmón dentro del tórax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fricción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7" name="Forma 46"/>
            <p:cNvSpPr/>
            <p:nvPr/>
          </p:nvSpPr>
          <p:spPr>
            <a:xfrm>
              <a:off x="5760720" y="216027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DESLIZAMIENTO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Permisibilidad"/>
          <p:cNvGrpSpPr/>
          <p:nvPr/>
        </p:nvGrpSpPr>
        <p:grpSpPr>
          <a:xfrm>
            <a:off x="5760720" y="3406140"/>
            <a:ext cx="6126480" cy="1108710"/>
            <a:chOff x="5760720" y="3406140"/>
            <a:chExt cx="6126480" cy="1108710"/>
          </a:xfrm>
        </p:grpSpPr>
        <p:sp>
          <p:nvSpPr>
            <p:cNvPr id="49" name="Forma 48"/>
            <p:cNvSpPr/>
            <p:nvPr/>
          </p:nvSpPr>
          <p:spPr>
            <a:xfrm>
              <a:off x="5760720" y="3771900"/>
              <a:ext cx="6126480" cy="74295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Hace posible el movimiento pulmonar en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inspiración y espiración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5760720" y="340614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PERMISIBILIDAD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Mecánica ventilatoria"/>
          <p:cNvGrpSpPr/>
          <p:nvPr/>
        </p:nvGrpSpPr>
        <p:grpSpPr>
          <a:xfrm>
            <a:off x="5760720" y="4652010"/>
            <a:ext cx="6126480" cy="1108710"/>
            <a:chOff x="5760720" y="4652010"/>
            <a:chExt cx="6126480" cy="1108710"/>
          </a:xfrm>
        </p:grpSpPr>
        <p:sp>
          <p:nvSpPr>
            <p:cNvPr id="52" name="Forma 51"/>
            <p:cNvSpPr/>
            <p:nvPr/>
          </p:nvSpPr>
          <p:spPr>
            <a:xfrm>
              <a:off x="5760720" y="5017770"/>
              <a:ext cx="6126480" cy="74295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Acopla mecánicamente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pared torácica y pulmón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5760720" y="465201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 VENTILATORIA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4" name="No inútil"/>
          <p:cNvSpPr/>
          <p:nvPr/>
        </p:nvSpPr>
        <p:spPr>
          <a:xfrm>
            <a:off x="5760720" y="5897880"/>
            <a:ext cx="6126480" cy="5029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565"/>
              </a:lnSpc>
              <a:spcAft>
                <a:spcPts val="300"/>
              </a:spcAft>
              <a:buNone/>
            </a:pPr>
            <a:r>
              <a:rPr lang="es-AR" sz="13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Que su función se estudie poco no significa que sea prescindible.</a:t>
            </a:r>
            <a:endParaRPr lang="es-AR" sz="13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863852" y="91440"/>
            <a:ext cx="516325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FUNCIONES DE LA PLEURA</a:t>
            </a:r>
            <a:endParaRPr lang="es-AR" sz="24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Estado NORMAL"/>
          <p:cNvGrpSpPr/>
          <p:nvPr/>
        </p:nvGrpSpPr>
        <p:grpSpPr>
          <a:xfrm>
            <a:off x="274320" y="1069848"/>
            <a:ext cx="2788920" cy="3776472"/>
            <a:chOff x="274320" y="1069848"/>
            <a:chExt cx="2788920" cy="3776472"/>
          </a:xfrm>
        </p:grpSpPr>
        <p:sp>
          <p:nvSpPr>
            <p:cNvPr id="5" name="ParedToracica"/>
            <p:cNvSpPr/>
            <p:nvPr/>
          </p:nvSpPr>
          <p:spPr>
            <a:xfrm>
              <a:off x="3914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1946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441655" y="1289304"/>
              <a:ext cx="2454250" cy="2260397"/>
              <a:chOff x="441655" y="1289304"/>
              <a:chExt cx="2454250" cy="2260397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4416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4416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5950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18582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16737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336911" y="1069848"/>
              <a:ext cx="663737" cy="1176820"/>
              <a:chOff x="1336911" y="1069848"/>
              <a:chExt cx="663737" cy="1176820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3369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16185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625725" y="1340642"/>
              <a:ext cx="883463" cy="1992621"/>
              <a:chOff x="625725" y="1340642"/>
              <a:chExt cx="883463" cy="199262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625725" y="1340642"/>
                <a:ext cx="883463" cy="199262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68286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646688" y="2208276"/>
                <a:ext cx="743200" cy="835561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625725" y="1340642"/>
              <a:ext cx="883463" cy="199262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1888940" y="1340642"/>
              <a:ext cx="822895" cy="2058540"/>
              <a:chOff x="1888940" y="1340642"/>
              <a:chExt cx="822895" cy="2058540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18889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19616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19699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18889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5950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18582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15042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15293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1518385" y="2406301"/>
              <a:ext cx="741646" cy="776573"/>
              <a:chOff x="1518385" y="2406301"/>
              <a:chExt cx="741646" cy="776573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15183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19058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6508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832104" y="1179576"/>
              <a:ext cx="1673352" cy="109728"/>
              <a:chOff x="832104" y="1179576"/>
              <a:chExt cx="1673352" cy="109728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8321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8321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7" name="Forma 36"/>
            <p:cNvSpPr/>
            <p:nvPr/>
          </p:nvSpPr>
          <p:spPr>
            <a:xfrm>
              <a:off x="274320" y="379476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38" name="Forma 37"/>
            <p:cNvSpPr/>
            <p:nvPr/>
          </p:nvSpPr>
          <p:spPr>
            <a:xfrm>
              <a:off x="2743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Lámina mínima de líquido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39" name="Estado LÍQUIDO"/>
          <p:cNvGrpSpPr/>
          <p:nvPr/>
        </p:nvGrpSpPr>
        <p:grpSpPr>
          <a:xfrm>
            <a:off x="3246120" y="1069848"/>
            <a:ext cx="2788920" cy="3776472"/>
            <a:chOff x="3246120" y="1069848"/>
            <a:chExt cx="2788920" cy="3776472"/>
          </a:xfrm>
        </p:grpSpPr>
        <p:sp>
          <p:nvSpPr>
            <p:cNvPr id="40" name="ParedToracica_2"/>
            <p:cNvSpPr/>
            <p:nvPr/>
          </p:nvSpPr>
          <p:spPr>
            <a:xfrm>
              <a:off x="33632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1" name="Mediastino_2"/>
            <p:cNvSpPr/>
            <p:nvPr/>
          </p:nvSpPr>
          <p:spPr>
            <a:xfrm>
              <a:off x="41664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2" name="Costillas_2"/>
            <p:cNvGrpSpPr/>
            <p:nvPr/>
          </p:nvGrpSpPr>
          <p:grpSpPr>
            <a:xfrm>
              <a:off x="3413455" y="1289304"/>
              <a:ext cx="2454250" cy="2260397"/>
              <a:chOff x="3413455" y="1289304"/>
              <a:chExt cx="2454250" cy="2260397"/>
            </a:xfrm>
          </p:grpSpPr>
          <p:sp>
            <p:nvSpPr>
              <p:cNvPr id="43" name="Forma 42"/>
              <p:cNvSpPr/>
              <p:nvPr/>
            </p:nvSpPr>
            <p:spPr>
              <a:xfrm>
                <a:off x="34134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4" name="Forma 43"/>
              <p:cNvSpPr/>
              <p:nvPr/>
            </p:nvSpPr>
            <p:spPr>
              <a:xfrm>
                <a:off x="34134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5" name="EspacioPleuralD_2"/>
            <p:cNvSpPr/>
            <p:nvPr/>
          </p:nvSpPr>
          <p:spPr>
            <a:xfrm>
              <a:off x="35668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6" name="EspacioPleuralI_2"/>
            <p:cNvSpPr/>
            <p:nvPr/>
          </p:nvSpPr>
          <p:spPr>
            <a:xfrm>
              <a:off x="48300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7" name="Aorta_2"/>
            <p:cNvSpPr/>
            <p:nvPr/>
          </p:nvSpPr>
          <p:spPr>
            <a:xfrm>
              <a:off x="46455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48" name="Traquea_2"/>
            <p:cNvGrpSpPr/>
            <p:nvPr/>
          </p:nvGrpSpPr>
          <p:grpSpPr>
            <a:xfrm>
              <a:off x="4308711" y="1069848"/>
              <a:ext cx="663737" cy="1176820"/>
              <a:chOff x="4308711" y="1069848"/>
              <a:chExt cx="663737" cy="1176820"/>
            </a:xfrm>
          </p:grpSpPr>
          <p:sp>
            <p:nvSpPr>
              <p:cNvPr id="49" name="Forma 48"/>
              <p:cNvSpPr/>
              <p:nvPr/>
            </p:nvSpPr>
            <p:spPr>
              <a:xfrm>
                <a:off x="43087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0" name="Forma 49"/>
              <p:cNvSpPr/>
              <p:nvPr/>
            </p:nvSpPr>
            <p:spPr>
              <a:xfrm>
                <a:off x="45903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1" name="LiquidoPleuralD"/>
            <p:cNvSpPr/>
            <p:nvPr/>
          </p:nvSpPr>
          <p:spPr>
            <a:xfrm>
              <a:off x="3569635" y="2154330"/>
              <a:ext cx="937077" cy="1217406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2" name="PulmonDerecho_2"/>
            <p:cNvGrpSpPr/>
            <p:nvPr/>
          </p:nvGrpSpPr>
          <p:grpSpPr>
            <a:xfrm>
              <a:off x="3715684" y="1340642"/>
              <a:ext cx="734703" cy="1147989"/>
              <a:chOff x="3715684" y="1340642"/>
              <a:chExt cx="734703" cy="1147989"/>
            </a:xfrm>
          </p:grpSpPr>
          <p:sp>
            <p:nvSpPr>
              <p:cNvPr id="53" name="Forma 52"/>
              <p:cNvSpPr/>
              <p:nvPr/>
            </p:nvSpPr>
            <p:spPr>
              <a:xfrm>
                <a:off x="3715684" y="1340642"/>
                <a:ext cx="734703" cy="1147989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4" name="Forma 53"/>
              <p:cNvSpPr/>
              <p:nvPr/>
            </p:nvSpPr>
            <p:spPr>
              <a:xfrm>
                <a:off x="3767233" y="1453302"/>
                <a:ext cx="580511" cy="821815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3734252" y="1840503"/>
                <a:ext cx="625239" cy="480718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56" name="PleuraVisceralD_2"/>
            <p:cNvSpPr/>
            <p:nvPr/>
          </p:nvSpPr>
          <p:spPr>
            <a:xfrm>
              <a:off x="3715684" y="1340642"/>
              <a:ext cx="734703" cy="1147989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57" name="PulmonIzquierdo_2"/>
            <p:cNvGrpSpPr/>
            <p:nvPr/>
          </p:nvGrpSpPr>
          <p:grpSpPr>
            <a:xfrm>
              <a:off x="4860740" y="1340642"/>
              <a:ext cx="822895" cy="2058540"/>
              <a:chOff x="4860740" y="1340642"/>
              <a:chExt cx="822895" cy="2058540"/>
            </a:xfrm>
          </p:grpSpPr>
          <p:sp>
            <p:nvSpPr>
              <p:cNvPr id="58" name="Forma 57"/>
              <p:cNvSpPr/>
              <p:nvPr/>
            </p:nvSpPr>
            <p:spPr>
              <a:xfrm>
                <a:off x="48607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9" name="Forma 58"/>
              <p:cNvSpPr/>
              <p:nvPr/>
            </p:nvSpPr>
            <p:spPr>
              <a:xfrm>
                <a:off x="49334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0" name="Forma 59"/>
              <p:cNvSpPr/>
              <p:nvPr/>
            </p:nvSpPr>
            <p:spPr>
              <a:xfrm>
                <a:off x="49417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1" name="PleuraVisceralI_2"/>
            <p:cNvSpPr/>
            <p:nvPr/>
          </p:nvSpPr>
          <p:spPr>
            <a:xfrm>
              <a:off x="48607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2" name="PleuraParietalD_2"/>
            <p:cNvSpPr/>
            <p:nvPr/>
          </p:nvSpPr>
          <p:spPr>
            <a:xfrm>
              <a:off x="35668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3" name="PleuraParietalI_2"/>
            <p:cNvSpPr/>
            <p:nvPr/>
          </p:nvSpPr>
          <p:spPr>
            <a:xfrm>
              <a:off x="48300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4" name="VenaCavaSup_2"/>
            <p:cNvSpPr/>
            <p:nvPr/>
          </p:nvSpPr>
          <p:spPr>
            <a:xfrm>
              <a:off x="44760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5" name="VenaCavaInf_2"/>
            <p:cNvSpPr/>
            <p:nvPr/>
          </p:nvSpPr>
          <p:spPr>
            <a:xfrm>
              <a:off x="45011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6" name="Corazon_2"/>
            <p:cNvGrpSpPr/>
            <p:nvPr/>
          </p:nvGrpSpPr>
          <p:grpSpPr>
            <a:xfrm>
              <a:off x="4490185" y="2406301"/>
              <a:ext cx="741646" cy="776573"/>
              <a:chOff x="4490185" y="2406301"/>
              <a:chExt cx="741646" cy="776573"/>
            </a:xfrm>
          </p:grpSpPr>
          <p:sp>
            <p:nvSpPr>
              <p:cNvPr id="67" name="Forma 66"/>
              <p:cNvSpPr/>
              <p:nvPr/>
            </p:nvSpPr>
            <p:spPr>
              <a:xfrm>
                <a:off x="44901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8" name="Forma 67"/>
              <p:cNvSpPr/>
              <p:nvPr/>
            </p:nvSpPr>
            <p:spPr>
              <a:xfrm>
                <a:off x="48776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69" name="Diafragma_2"/>
            <p:cNvSpPr/>
            <p:nvPr/>
          </p:nvSpPr>
          <p:spPr>
            <a:xfrm>
              <a:off x="36226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0" name="Clavículas_2"/>
            <p:cNvGrpSpPr/>
            <p:nvPr/>
          </p:nvGrpSpPr>
          <p:grpSpPr>
            <a:xfrm>
              <a:off x="3803904" y="1179576"/>
              <a:ext cx="1673352" cy="109728"/>
              <a:chOff x="3803904" y="1179576"/>
              <a:chExt cx="1673352" cy="109728"/>
            </a:xfrm>
          </p:grpSpPr>
          <p:sp>
            <p:nvSpPr>
              <p:cNvPr id="71" name="Forma 70"/>
              <p:cNvSpPr/>
              <p:nvPr/>
            </p:nvSpPr>
            <p:spPr>
              <a:xfrm>
                <a:off x="38039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2" name="Forma 71"/>
              <p:cNvSpPr/>
              <p:nvPr/>
            </p:nvSpPr>
            <p:spPr>
              <a:xfrm>
                <a:off x="38039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3" name="Forma 72"/>
            <p:cNvSpPr/>
            <p:nvPr/>
          </p:nvSpPr>
          <p:spPr>
            <a:xfrm>
              <a:off x="3246120" y="3794760"/>
              <a:ext cx="2788920" cy="502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32461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75" name="Estado AIRE"/>
          <p:cNvGrpSpPr/>
          <p:nvPr/>
        </p:nvGrpSpPr>
        <p:grpSpPr>
          <a:xfrm>
            <a:off x="6217920" y="1069848"/>
            <a:ext cx="2788920" cy="3776472"/>
            <a:chOff x="6217920" y="1069848"/>
            <a:chExt cx="2788920" cy="3776472"/>
          </a:xfrm>
        </p:grpSpPr>
        <p:sp>
          <p:nvSpPr>
            <p:cNvPr id="76" name="ParedToracica_3"/>
            <p:cNvSpPr/>
            <p:nvPr/>
          </p:nvSpPr>
          <p:spPr>
            <a:xfrm>
              <a:off x="63350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Mediastino_3"/>
            <p:cNvSpPr/>
            <p:nvPr/>
          </p:nvSpPr>
          <p:spPr>
            <a:xfrm>
              <a:off x="71382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8" name="Costillas_3"/>
            <p:cNvGrpSpPr/>
            <p:nvPr/>
          </p:nvGrpSpPr>
          <p:grpSpPr>
            <a:xfrm>
              <a:off x="6385255" y="1289304"/>
              <a:ext cx="2454250" cy="2260397"/>
              <a:chOff x="6385255" y="1289304"/>
              <a:chExt cx="2454250" cy="2260397"/>
            </a:xfrm>
          </p:grpSpPr>
          <p:sp>
            <p:nvSpPr>
              <p:cNvPr id="79" name="Forma 78"/>
              <p:cNvSpPr/>
              <p:nvPr/>
            </p:nvSpPr>
            <p:spPr>
              <a:xfrm>
                <a:off x="63852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0" name="Forma 79"/>
              <p:cNvSpPr/>
              <p:nvPr/>
            </p:nvSpPr>
            <p:spPr>
              <a:xfrm>
                <a:off x="63852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1" name="EspacioPleuralD_3"/>
            <p:cNvSpPr/>
            <p:nvPr/>
          </p:nvSpPr>
          <p:spPr>
            <a:xfrm>
              <a:off x="65386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2" name="EspacioPleuralI_3"/>
            <p:cNvSpPr/>
            <p:nvPr/>
          </p:nvSpPr>
          <p:spPr>
            <a:xfrm>
              <a:off x="78018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3" name="Aorta_3"/>
            <p:cNvSpPr/>
            <p:nvPr/>
          </p:nvSpPr>
          <p:spPr>
            <a:xfrm>
              <a:off x="76173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4" name="Traquea_3"/>
            <p:cNvGrpSpPr/>
            <p:nvPr/>
          </p:nvGrpSpPr>
          <p:grpSpPr>
            <a:xfrm>
              <a:off x="7280511" y="1069848"/>
              <a:ext cx="663737" cy="1176820"/>
              <a:chOff x="7280511" y="1069848"/>
              <a:chExt cx="663737" cy="1176820"/>
            </a:xfrm>
          </p:grpSpPr>
          <p:sp>
            <p:nvSpPr>
              <p:cNvPr id="85" name="Forma 84"/>
              <p:cNvSpPr/>
              <p:nvPr/>
            </p:nvSpPr>
            <p:spPr>
              <a:xfrm>
                <a:off x="72805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86" name="Forma 85"/>
              <p:cNvSpPr/>
              <p:nvPr/>
            </p:nvSpPr>
            <p:spPr>
              <a:xfrm>
                <a:off x="75621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87" name="AirePleuralD"/>
            <p:cNvSpPr/>
            <p:nvPr/>
          </p:nvSpPr>
          <p:spPr>
            <a:xfrm>
              <a:off x="65386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984" y="7542"/>
                  </a:moveTo>
                  <a:lnTo>
                    <a:pt x="1982" y="7543"/>
                  </a:lnTo>
                  <a:lnTo>
                    <a:pt x="1980" y="7545"/>
                  </a:lnTo>
                  <a:lnTo>
                    <a:pt x="1977" y="7546"/>
                  </a:lnTo>
                  <a:lnTo>
                    <a:pt x="1975" y="7547"/>
                  </a:lnTo>
                  <a:lnTo>
                    <a:pt x="1972" y="7547"/>
                  </a:lnTo>
                  <a:lnTo>
                    <a:pt x="1970" y="7548"/>
                  </a:lnTo>
                  <a:lnTo>
                    <a:pt x="1967" y="7548"/>
                  </a:lnTo>
                  <a:lnTo>
                    <a:pt x="1965" y="7548"/>
                  </a:lnTo>
                  <a:lnTo>
                    <a:pt x="1962" y="7547"/>
                  </a:lnTo>
                  <a:lnTo>
                    <a:pt x="1959" y="7547"/>
                  </a:lnTo>
                  <a:lnTo>
                    <a:pt x="1957" y="7546"/>
                  </a:lnTo>
                  <a:lnTo>
                    <a:pt x="1955" y="7545"/>
                  </a:lnTo>
                  <a:lnTo>
                    <a:pt x="1952" y="7543"/>
                  </a:lnTo>
                  <a:lnTo>
                    <a:pt x="1950" y="7542"/>
                  </a:lnTo>
                  <a:lnTo>
                    <a:pt x="1948" y="7540"/>
                  </a:lnTo>
                  <a:lnTo>
                    <a:pt x="1947" y="7538"/>
                  </a:lnTo>
                  <a:lnTo>
                    <a:pt x="1945" y="7536"/>
                  </a:lnTo>
                  <a:lnTo>
                    <a:pt x="1944" y="7534"/>
                  </a:lnTo>
                  <a:lnTo>
                    <a:pt x="1943" y="7531"/>
                  </a:lnTo>
                  <a:lnTo>
                    <a:pt x="1933" y="7509"/>
                  </a:lnTo>
                  <a:lnTo>
                    <a:pt x="1932" y="7506"/>
                  </a:lnTo>
                  <a:lnTo>
                    <a:pt x="1916" y="7448"/>
                  </a:lnTo>
                  <a:lnTo>
                    <a:pt x="1916" y="7447"/>
                  </a:lnTo>
                  <a:lnTo>
                    <a:pt x="1899" y="7374"/>
                  </a:lnTo>
                  <a:lnTo>
                    <a:pt x="1899" y="7373"/>
                  </a:lnTo>
                  <a:lnTo>
                    <a:pt x="1882" y="7290"/>
                  </a:lnTo>
                  <a:lnTo>
                    <a:pt x="1882" y="7290"/>
                  </a:lnTo>
                  <a:lnTo>
                    <a:pt x="1866" y="7203"/>
                  </a:lnTo>
                  <a:lnTo>
                    <a:pt x="1850" y="7116"/>
                  </a:lnTo>
                  <a:lnTo>
                    <a:pt x="1834" y="7029"/>
                  </a:lnTo>
                  <a:lnTo>
                    <a:pt x="1834" y="7029"/>
                  </a:lnTo>
                  <a:lnTo>
                    <a:pt x="1818" y="6940"/>
                  </a:lnTo>
                  <a:lnTo>
                    <a:pt x="1818" y="6939"/>
                  </a:lnTo>
                  <a:lnTo>
                    <a:pt x="1803" y="6846"/>
                  </a:lnTo>
                  <a:lnTo>
                    <a:pt x="1803" y="6846"/>
                  </a:lnTo>
                  <a:lnTo>
                    <a:pt x="1788" y="6750"/>
                  </a:lnTo>
                  <a:lnTo>
                    <a:pt x="1788" y="6750"/>
                  </a:lnTo>
                  <a:lnTo>
                    <a:pt x="1774" y="6650"/>
                  </a:lnTo>
                  <a:lnTo>
                    <a:pt x="1774" y="6649"/>
                  </a:lnTo>
                  <a:lnTo>
                    <a:pt x="1761" y="6545"/>
                  </a:lnTo>
                  <a:lnTo>
                    <a:pt x="1761" y="6545"/>
                  </a:lnTo>
                  <a:lnTo>
                    <a:pt x="1749" y="6436"/>
                  </a:lnTo>
                  <a:lnTo>
                    <a:pt x="1749" y="6436"/>
                  </a:lnTo>
                  <a:lnTo>
                    <a:pt x="1737" y="6322"/>
                  </a:lnTo>
                  <a:lnTo>
                    <a:pt x="1737" y="6322"/>
                  </a:lnTo>
                  <a:lnTo>
                    <a:pt x="1726" y="6204"/>
                  </a:lnTo>
                  <a:lnTo>
                    <a:pt x="1726" y="6204"/>
                  </a:lnTo>
                  <a:lnTo>
                    <a:pt x="1716" y="6084"/>
                  </a:lnTo>
                  <a:lnTo>
                    <a:pt x="1716" y="6083"/>
                  </a:lnTo>
                  <a:lnTo>
                    <a:pt x="1708" y="5962"/>
                  </a:lnTo>
                  <a:lnTo>
                    <a:pt x="1708" y="5962"/>
                  </a:lnTo>
                  <a:lnTo>
                    <a:pt x="1702" y="5842"/>
                  </a:lnTo>
                  <a:lnTo>
                    <a:pt x="1702" y="5841"/>
                  </a:lnTo>
                  <a:lnTo>
                    <a:pt x="1698" y="5720"/>
                  </a:lnTo>
                  <a:lnTo>
                    <a:pt x="1698" y="5720"/>
                  </a:lnTo>
                  <a:lnTo>
                    <a:pt x="1695" y="5598"/>
                  </a:lnTo>
                  <a:lnTo>
                    <a:pt x="1695" y="5597"/>
                  </a:lnTo>
                  <a:lnTo>
                    <a:pt x="1694" y="5474"/>
                  </a:lnTo>
                  <a:lnTo>
                    <a:pt x="1694" y="5473"/>
                  </a:lnTo>
                  <a:lnTo>
                    <a:pt x="1695" y="5349"/>
                  </a:lnTo>
                  <a:lnTo>
                    <a:pt x="1695" y="5349"/>
                  </a:lnTo>
                  <a:lnTo>
                    <a:pt x="1698" y="5225"/>
                  </a:lnTo>
                  <a:lnTo>
                    <a:pt x="1698" y="5225"/>
                  </a:lnTo>
                  <a:lnTo>
                    <a:pt x="1702" y="5101"/>
                  </a:lnTo>
                  <a:lnTo>
                    <a:pt x="1702" y="5101"/>
                  </a:lnTo>
                  <a:lnTo>
                    <a:pt x="1707" y="4977"/>
                  </a:lnTo>
                  <a:lnTo>
                    <a:pt x="1707" y="4977"/>
                  </a:lnTo>
                  <a:lnTo>
                    <a:pt x="1714" y="4852"/>
                  </a:lnTo>
                  <a:lnTo>
                    <a:pt x="1714" y="4852"/>
                  </a:lnTo>
                  <a:lnTo>
                    <a:pt x="1723" y="4728"/>
                  </a:lnTo>
                  <a:lnTo>
                    <a:pt x="1723" y="4728"/>
                  </a:lnTo>
                  <a:lnTo>
                    <a:pt x="1733" y="4604"/>
                  </a:lnTo>
                  <a:lnTo>
                    <a:pt x="1733" y="4604"/>
                  </a:lnTo>
                  <a:lnTo>
                    <a:pt x="1746" y="4482"/>
                  </a:lnTo>
                  <a:lnTo>
                    <a:pt x="1746" y="4481"/>
                  </a:lnTo>
                  <a:lnTo>
                    <a:pt x="1761" y="4361"/>
                  </a:lnTo>
                  <a:lnTo>
                    <a:pt x="1761" y="4360"/>
                  </a:lnTo>
                  <a:lnTo>
                    <a:pt x="1778" y="4240"/>
                  </a:lnTo>
                  <a:lnTo>
                    <a:pt x="1778" y="4240"/>
                  </a:lnTo>
                  <a:lnTo>
                    <a:pt x="1796" y="4121"/>
                  </a:lnTo>
                  <a:lnTo>
                    <a:pt x="1796" y="4120"/>
                  </a:lnTo>
                  <a:lnTo>
                    <a:pt x="1817" y="4002"/>
                  </a:lnTo>
                  <a:lnTo>
                    <a:pt x="1817" y="4001"/>
                  </a:lnTo>
                  <a:lnTo>
                    <a:pt x="1840" y="3885"/>
                  </a:lnTo>
                  <a:lnTo>
                    <a:pt x="1840" y="3884"/>
                  </a:lnTo>
                  <a:lnTo>
                    <a:pt x="1865" y="3771"/>
                  </a:lnTo>
                  <a:lnTo>
                    <a:pt x="1866" y="3770"/>
                  </a:lnTo>
                  <a:lnTo>
                    <a:pt x="1893" y="3660"/>
                  </a:lnTo>
                  <a:lnTo>
                    <a:pt x="1894" y="3659"/>
                  </a:lnTo>
                  <a:lnTo>
                    <a:pt x="1924" y="3552"/>
                  </a:lnTo>
                  <a:lnTo>
                    <a:pt x="1924" y="3551"/>
                  </a:lnTo>
                  <a:lnTo>
                    <a:pt x="1958" y="3446"/>
                  </a:lnTo>
                  <a:lnTo>
                    <a:pt x="1958" y="3445"/>
                  </a:lnTo>
                  <a:lnTo>
                    <a:pt x="1994" y="3342"/>
                  </a:lnTo>
                  <a:lnTo>
                    <a:pt x="1994" y="3341"/>
                  </a:lnTo>
                  <a:lnTo>
                    <a:pt x="2032" y="3241"/>
                  </a:lnTo>
                  <a:lnTo>
                    <a:pt x="2032" y="3240"/>
                  </a:lnTo>
                  <a:lnTo>
                    <a:pt x="2072" y="3144"/>
                  </a:lnTo>
                  <a:lnTo>
                    <a:pt x="2072" y="3143"/>
                  </a:lnTo>
                  <a:lnTo>
                    <a:pt x="2114" y="3051"/>
                  </a:lnTo>
                  <a:lnTo>
                    <a:pt x="2114" y="3050"/>
                  </a:lnTo>
                  <a:lnTo>
                    <a:pt x="2157" y="2961"/>
                  </a:lnTo>
                  <a:lnTo>
                    <a:pt x="2158" y="2961"/>
                  </a:lnTo>
                  <a:lnTo>
                    <a:pt x="2203" y="2875"/>
                  </a:lnTo>
                  <a:lnTo>
                    <a:pt x="2203" y="2874"/>
                  </a:lnTo>
                  <a:lnTo>
                    <a:pt x="2250" y="2793"/>
                  </a:lnTo>
                  <a:lnTo>
                    <a:pt x="2251" y="2792"/>
                  </a:lnTo>
                  <a:lnTo>
                    <a:pt x="2300" y="2714"/>
                  </a:lnTo>
                  <a:lnTo>
                    <a:pt x="2301" y="2713"/>
                  </a:lnTo>
                  <a:lnTo>
                    <a:pt x="2351" y="2640"/>
                  </a:lnTo>
                  <a:lnTo>
                    <a:pt x="2352" y="2639"/>
                  </a:lnTo>
                  <a:lnTo>
                    <a:pt x="2404" y="2570"/>
                  </a:lnTo>
                  <a:lnTo>
                    <a:pt x="2405" y="2569"/>
                  </a:lnTo>
                  <a:lnTo>
                    <a:pt x="2460" y="2504"/>
                  </a:lnTo>
                  <a:lnTo>
                    <a:pt x="2461" y="2503"/>
                  </a:lnTo>
                  <a:lnTo>
                    <a:pt x="2518" y="2442"/>
                  </a:lnTo>
                  <a:lnTo>
                    <a:pt x="2519" y="2441"/>
                  </a:lnTo>
                  <a:lnTo>
                    <a:pt x="2578" y="2384"/>
                  </a:lnTo>
                  <a:lnTo>
                    <a:pt x="2579" y="2383"/>
                  </a:lnTo>
                  <a:lnTo>
                    <a:pt x="2639" y="2331"/>
                  </a:lnTo>
                  <a:lnTo>
                    <a:pt x="2640" y="2330"/>
                  </a:lnTo>
                  <a:lnTo>
                    <a:pt x="2701" y="2282"/>
                  </a:lnTo>
                  <a:lnTo>
                    <a:pt x="2702" y="2281"/>
                  </a:lnTo>
                  <a:lnTo>
                    <a:pt x="2763" y="2239"/>
                  </a:lnTo>
                  <a:lnTo>
                    <a:pt x="2765" y="2238"/>
                  </a:lnTo>
                  <a:lnTo>
                    <a:pt x="2829" y="2201"/>
                  </a:lnTo>
                  <a:lnTo>
                    <a:pt x="2831" y="2200"/>
                  </a:lnTo>
                  <a:lnTo>
                    <a:pt x="2899" y="2166"/>
                  </a:lnTo>
                  <a:lnTo>
                    <a:pt x="2901" y="2165"/>
                  </a:lnTo>
                  <a:lnTo>
                    <a:pt x="2971" y="2135"/>
                  </a:lnTo>
                  <a:lnTo>
                    <a:pt x="2972" y="2135"/>
                  </a:lnTo>
                  <a:lnTo>
                    <a:pt x="3040" y="2111"/>
                  </a:lnTo>
                  <a:lnTo>
                    <a:pt x="3042" y="2110"/>
                  </a:lnTo>
                  <a:lnTo>
                    <a:pt x="3103" y="2093"/>
                  </a:lnTo>
                  <a:lnTo>
                    <a:pt x="3105" y="2093"/>
                  </a:lnTo>
                  <a:lnTo>
                    <a:pt x="3156" y="2084"/>
                  </a:lnTo>
                  <a:lnTo>
                    <a:pt x="3159" y="2083"/>
                  </a:lnTo>
                  <a:lnTo>
                    <a:pt x="3198" y="2081"/>
                  </a:lnTo>
                  <a:lnTo>
                    <a:pt x="3200" y="2081"/>
                  </a:lnTo>
                  <a:lnTo>
                    <a:pt x="3203" y="2082"/>
                  </a:lnTo>
                  <a:lnTo>
                    <a:pt x="3233" y="2085"/>
                  </a:lnTo>
                  <a:lnTo>
                    <a:pt x="3235" y="2085"/>
                  </a:lnTo>
                  <a:lnTo>
                    <a:pt x="3237" y="2086"/>
                  </a:lnTo>
                  <a:lnTo>
                    <a:pt x="3262" y="2094"/>
                  </a:lnTo>
                  <a:lnTo>
                    <a:pt x="3264" y="2095"/>
                  </a:lnTo>
                  <a:lnTo>
                    <a:pt x="3267" y="2096"/>
                  </a:lnTo>
                  <a:lnTo>
                    <a:pt x="3291" y="2108"/>
                  </a:lnTo>
                  <a:lnTo>
                    <a:pt x="3292" y="2109"/>
                  </a:lnTo>
                  <a:lnTo>
                    <a:pt x="3294" y="2110"/>
                  </a:lnTo>
                  <a:lnTo>
                    <a:pt x="3320" y="2129"/>
                  </a:lnTo>
                  <a:lnTo>
                    <a:pt x="3322" y="2131"/>
                  </a:lnTo>
                  <a:lnTo>
                    <a:pt x="3350" y="2156"/>
                  </a:lnTo>
                  <a:lnTo>
                    <a:pt x="3352" y="2158"/>
                  </a:lnTo>
                  <a:lnTo>
                    <a:pt x="3379" y="2188"/>
                  </a:lnTo>
                  <a:lnTo>
                    <a:pt x="3381" y="2190"/>
                  </a:lnTo>
                  <a:lnTo>
                    <a:pt x="3407" y="2225"/>
                  </a:lnTo>
                  <a:lnTo>
                    <a:pt x="3408" y="2227"/>
                  </a:lnTo>
                  <a:lnTo>
                    <a:pt x="3433" y="2269"/>
                  </a:lnTo>
                  <a:lnTo>
                    <a:pt x="3434" y="2270"/>
                  </a:lnTo>
                  <a:lnTo>
                    <a:pt x="3460" y="2321"/>
                  </a:lnTo>
                  <a:lnTo>
                    <a:pt x="3461" y="2322"/>
                  </a:lnTo>
                  <a:lnTo>
                    <a:pt x="3488" y="2381"/>
                  </a:lnTo>
                  <a:lnTo>
                    <a:pt x="3488" y="2382"/>
                  </a:lnTo>
                  <a:lnTo>
                    <a:pt x="3518" y="2451"/>
                  </a:lnTo>
                  <a:lnTo>
                    <a:pt x="3518" y="2452"/>
                  </a:lnTo>
                  <a:lnTo>
                    <a:pt x="3549" y="2531"/>
                  </a:lnTo>
                  <a:lnTo>
                    <a:pt x="3549" y="2531"/>
                  </a:lnTo>
                  <a:lnTo>
                    <a:pt x="3582" y="2619"/>
                  </a:lnTo>
                  <a:lnTo>
                    <a:pt x="3582" y="2620"/>
                  </a:lnTo>
                  <a:lnTo>
                    <a:pt x="3615" y="2715"/>
                  </a:lnTo>
                  <a:lnTo>
                    <a:pt x="3615" y="2716"/>
                  </a:lnTo>
                  <a:lnTo>
                    <a:pt x="3648" y="2818"/>
                  </a:lnTo>
                  <a:lnTo>
                    <a:pt x="3648" y="2819"/>
                  </a:lnTo>
                  <a:lnTo>
                    <a:pt x="3679" y="2926"/>
                  </a:lnTo>
                  <a:lnTo>
                    <a:pt x="3679" y="2927"/>
                  </a:lnTo>
                  <a:lnTo>
                    <a:pt x="3709" y="3040"/>
                  </a:lnTo>
                  <a:lnTo>
                    <a:pt x="3709" y="3040"/>
                  </a:lnTo>
                  <a:lnTo>
                    <a:pt x="3737" y="3160"/>
                  </a:lnTo>
                  <a:lnTo>
                    <a:pt x="3737" y="3161"/>
                  </a:lnTo>
                  <a:lnTo>
                    <a:pt x="3763" y="3290"/>
                  </a:lnTo>
                  <a:lnTo>
                    <a:pt x="3764" y="3290"/>
                  </a:lnTo>
                  <a:lnTo>
                    <a:pt x="3789" y="3425"/>
                  </a:lnTo>
                  <a:lnTo>
                    <a:pt x="3789" y="3425"/>
                  </a:lnTo>
                  <a:lnTo>
                    <a:pt x="3813" y="3564"/>
                  </a:lnTo>
                  <a:lnTo>
                    <a:pt x="3813" y="3564"/>
                  </a:lnTo>
                  <a:lnTo>
                    <a:pt x="3836" y="3703"/>
                  </a:lnTo>
                  <a:lnTo>
                    <a:pt x="3836" y="3703"/>
                  </a:lnTo>
                  <a:lnTo>
                    <a:pt x="3857" y="3839"/>
                  </a:lnTo>
                  <a:lnTo>
                    <a:pt x="3857" y="3840"/>
                  </a:lnTo>
                  <a:lnTo>
                    <a:pt x="3875" y="3974"/>
                  </a:lnTo>
                  <a:lnTo>
                    <a:pt x="3875" y="3975"/>
                  </a:lnTo>
                  <a:lnTo>
                    <a:pt x="3892" y="4110"/>
                  </a:lnTo>
                  <a:lnTo>
                    <a:pt x="3892" y="4110"/>
                  </a:lnTo>
                  <a:lnTo>
                    <a:pt x="3907" y="4246"/>
                  </a:lnTo>
                  <a:lnTo>
                    <a:pt x="3907" y="4247"/>
                  </a:lnTo>
                  <a:lnTo>
                    <a:pt x="3921" y="4383"/>
                  </a:lnTo>
                  <a:lnTo>
                    <a:pt x="3921" y="4383"/>
                  </a:lnTo>
                  <a:lnTo>
                    <a:pt x="3933" y="4520"/>
                  </a:lnTo>
                  <a:lnTo>
                    <a:pt x="3933" y="4520"/>
                  </a:lnTo>
                  <a:lnTo>
                    <a:pt x="3946" y="4656"/>
                  </a:lnTo>
                  <a:lnTo>
                    <a:pt x="3946" y="4656"/>
                  </a:lnTo>
                  <a:lnTo>
                    <a:pt x="3958" y="4792"/>
                  </a:lnTo>
                  <a:lnTo>
                    <a:pt x="3958" y="4793"/>
                  </a:lnTo>
                  <a:lnTo>
                    <a:pt x="3968" y="4929"/>
                  </a:lnTo>
                  <a:lnTo>
                    <a:pt x="3968" y="4929"/>
                  </a:lnTo>
                  <a:lnTo>
                    <a:pt x="3978" y="5065"/>
                  </a:lnTo>
                  <a:lnTo>
                    <a:pt x="3978" y="5065"/>
                  </a:lnTo>
                  <a:lnTo>
                    <a:pt x="3987" y="5202"/>
                  </a:lnTo>
                  <a:lnTo>
                    <a:pt x="3996" y="5338"/>
                  </a:lnTo>
                  <a:lnTo>
                    <a:pt x="4005" y="5475"/>
                  </a:lnTo>
                  <a:lnTo>
                    <a:pt x="4005" y="5475"/>
                  </a:lnTo>
                  <a:lnTo>
                    <a:pt x="4016" y="5612"/>
                  </a:lnTo>
                  <a:lnTo>
                    <a:pt x="4026" y="5748"/>
                  </a:lnTo>
                  <a:lnTo>
                    <a:pt x="4037" y="5884"/>
                  </a:lnTo>
                  <a:lnTo>
                    <a:pt x="4037" y="5884"/>
                  </a:lnTo>
                  <a:lnTo>
                    <a:pt x="4047" y="6020"/>
                  </a:lnTo>
                  <a:lnTo>
                    <a:pt x="4047" y="6021"/>
                  </a:lnTo>
                  <a:lnTo>
                    <a:pt x="4057" y="6157"/>
                  </a:lnTo>
                  <a:lnTo>
                    <a:pt x="4057" y="6157"/>
                  </a:lnTo>
                  <a:lnTo>
                    <a:pt x="4065" y="6294"/>
                  </a:lnTo>
                  <a:lnTo>
                    <a:pt x="4065" y="6295"/>
                  </a:lnTo>
                  <a:lnTo>
                    <a:pt x="4075" y="6445"/>
                  </a:lnTo>
                  <a:lnTo>
                    <a:pt x="4075" y="6446"/>
                  </a:lnTo>
                  <a:lnTo>
                    <a:pt x="4088" y="6610"/>
                  </a:lnTo>
                  <a:lnTo>
                    <a:pt x="4088" y="6610"/>
                  </a:lnTo>
                  <a:lnTo>
                    <a:pt x="4100" y="6775"/>
                  </a:lnTo>
                  <a:lnTo>
                    <a:pt x="4100" y="6775"/>
                  </a:lnTo>
                  <a:lnTo>
                    <a:pt x="4108" y="6924"/>
                  </a:lnTo>
                  <a:lnTo>
                    <a:pt x="4108" y="6925"/>
                  </a:lnTo>
                  <a:lnTo>
                    <a:pt x="4108" y="7006"/>
                  </a:lnTo>
                  <a:lnTo>
                    <a:pt x="4107" y="7009"/>
                  </a:lnTo>
                  <a:lnTo>
                    <a:pt x="4107" y="7011"/>
                  </a:lnTo>
                  <a:lnTo>
                    <a:pt x="4106" y="7014"/>
                  </a:lnTo>
                  <a:lnTo>
                    <a:pt x="4106" y="7016"/>
                  </a:lnTo>
                  <a:lnTo>
                    <a:pt x="4104" y="7019"/>
                  </a:lnTo>
                  <a:lnTo>
                    <a:pt x="4103" y="7021"/>
                  </a:lnTo>
                  <a:lnTo>
                    <a:pt x="4102" y="7023"/>
                  </a:lnTo>
                  <a:lnTo>
                    <a:pt x="4100" y="7025"/>
                  </a:lnTo>
                  <a:lnTo>
                    <a:pt x="4098" y="7027"/>
                  </a:lnTo>
                  <a:lnTo>
                    <a:pt x="4096" y="7028"/>
                  </a:lnTo>
                  <a:lnTo>
                    <a:pt x="4094" y="7030"/>
                  </a:lnTo>
                  <a:lnTo>
                    <a:pt x="4091" y="7031"/>
                  </a:lnTo>
                  <a:lnTo>
                    <a:pt x="4089" y="7032"/>
                  </a:lnTo>
                  <a:lnTo>
                    <a:pt x="4086" y="7032"/>
                  </a:lnTo>
                  <a:lnTo>
                    <a:pt x="4084" y="7033"/>
                  </a:lnTo>
                  <a:lnTo>
                    <a:pt x="4081" y="7033"/>
                  </a:lnTo>
                  <a:lnTo>
                    <a:pt x="4079" y="7033"/>
                  </a:lnTo>
                  <a:lnTo>
                    <a:pt x="4076" y="7032"/>
                  </a:lnTo>
                  <a:lnTo>
                    <a:pt x="4074" y="7032"/>
                  </a:lnTo>
                  <a:lnTo>
                    <a:pt x="4071" y="7031"/>
                  </a:lnTo>
                  <a:lnTo>
                    <a:pt x="4069" y="7030"/>
                  </a:lnTo>
                  <a:lnTo>
                    <a:pt x="4067" y="7028"/>
                  </a:lnTo>
                  <a:lnTo>
                    <a:pt x="4064" y="7027"/>
                  </a:lnTo>
                  <a:lnTo>
                    <a:pt x="4063" y="7025"/>
                  </a:lnTo>
                  <a:lnTo>
                    <a:pt x="4061" y="7023"/>
                  </a:lnTo>
                  <a:lnTo>
                    <a:pt x="4038" y="6997"/>
                  </a:lnTo>
                  <a:lnTo>
                    <a:pt x="4035" y="6994"/>
                  </a:lnTo>
                  <a:lnTo>
                    <a:pt x="3981" y="6937"/>
                  </a:lnTo>
                  <a:lnTo>
                    <a:pt x="3977" y="6933"/>
                  </a:lnTo>
                  <a:lnTo>
                    <a:pt x="3972" y="6929"/>
                  </a:lnTo>
                  <a:lnTo>
                    <a:pt x="3915" y="6887"/>
                  </a:lnTo>
                  <a:lnTo>
                    <a:pt x="3911" y="6885"/>
                  </a:lnTo>
                  <a:lnTo>
                    <a:pt x="3906" y="6882"/>
                  </a:lnTo>
                  <a:lnTo>
                    <a:pt x="3843" y="6851"/>
                  </a:lnTo>
                  <a:lnTo>
                    <a:pt x="3842" y="6850"/>
                  </a:lnTo>
                  <a:lnTo>
                    <a:pt x="3773" y="6817"/>
                  </a:lnTo>
                  <a:lnTo>
                    <a:pt x="3771" y="6816"/>
                  </a:lnTo>
                  <a:lnTo>
                    <a:pt x="3697" y="6783"/>
                  </a:lnTo>
                  <a:lnTo>
                    <a:pt x="3693" y="6782"/>
                  </a:lnTo>
                  <a:lnTo>
                    <a:pt x="3616" y="6753"/>
                  </a:lnTo>
                  <a:lnTo>
                    <a:pt x="3611" y="6752"/>
                  </a:lnTo>
                  <a:lnTo>
                    <a:pt x="3532" y="6729"/>
                  </a:lnTo>
                  <a:lnTo>
                    <a:pt x="3524" y="6727"/>
                  </a:lnTo>
                  <a:lnTo>
                    <a:pt x="3445" y="6713"/>
                  </a:lnTo>
                  <a:lnTo>
                    <a:pt x="3438" y="6713"/>
                  </a:lnTo>
                  <a:lnTo>
                    <a:pt x="3357" y="6706"/>
                  </a:lnTo>
                  <a:lnTo>
                    <a:pt x="3352" y="6706"/>
                  </a:lnTo>
                  <a:lnTo>
                    <a:pt x="3268" y="6705"/>
                  </a:lnTo>
                  <a:lnTo>
                    <a:pt x="3263" y="6705"/>
                  </a:lnTo>
                  <a:lnTo>
                    <a:pt x="3177" y="6711"/>
                  </a:lnTo>
                  <a:lnTo>
                    <a:pt x="3171" y="6711"/>
                  </a:lnTo>
                  <a:lnTo>
                    <a:pt x="3084" y="6723"/>
                  </a:lnTo>
                  <a:lnTo>
                    <a:pt x="3078" y="6725"/>
                  </a:lnTo>
                  <a:lnTo>
                    <a:pt x="2990" y="6744"/>
                  </a:lnTo>
                  <a:lnTo>
                    <a:pt x="2984" y="6746"/>
                  </a:lnTo>
                  <a:lnTo>
                    <a:pt x="2897" y="6775"/>
                  </a:lnTo>
                  <a:lnTo>
                    <a:pt x="2890" y="6777"/>
                  </a:lnTo>
                  <a:lnTo>
                    <a:pt x="2800" y="6817"/>
                  </a:lnTo>
                  <a:lnTo>
                    <a:pt x="2795" y="6819"/>
                  </a:lnTo>
                  <a:lnTo>
                    <a:pt x="2702" y="6870"/>
                  </a:lnTo>
                  <a:lnTo>
                    <a:pt x="2699" y="6872"/>
                  </a:lnTo>
                  <a:lnTo>
                    <a:pt x="2605" y="6930"/>
                  </a:lnTo>
                  <a:lnTo>
                    <a:pt x="2602" y="6932"/>
                  </a:lnTo>
                  <a:lnTo>
                    <a:pt x="2510" y="6995"/>
                  </a:lnTo>
                  <a:lnTo>
                    <a:pt x="2508" y="6997"/>
                  </a:lnTo>
                  <a:lnTo>
                    <a:pt x="2422" y="7062"/>
                  </a:lnTo>
                  <a:lnTo>
                    <a:pt x="2420" y="7064"/>
                  </a:lnTo>
                  <a:lnTo>
                    <a:pt x="2342" y="7127"/>
                  </a:lnTo>
                  <a:lnTo>
                    <a:pt x="2338" y="7131"/>
                  </a:lnTo>
                  <a:lnTo>
                    <a:pt x="2268" y="7198"/>
                  </a:lnTo>
                  <a:lnTo>
                    <a:pt x="2263" y="7203"/>
                  </a:lnTo>
                  <a:lnTo>
                    <a:pt x="2198" y="7279"/>
                  </a:lnTo>
                  <a:lnTo>
                    <a:pt x="2196" y="7281"/>
                  </a:lnTo>
                  <a:lnTo>
                    <a:pt x="2136" y="7359"/>
                  </a:lnTo>
                  <a:lnTo>
                    <a:pt x="2136" y="7360"/>
                  </a:lnTo>
                  <a:lnTo>
                    <a:pt x="2082" y="7432"/>
                  </a:lnTo>
                  <a:lnTo>
                    <a:pt x="2081" y="7433"/>
                  </a:lnTo>
                  <a:lnTo>
                    <a:pt x="2036" y="7491"/>
                  </a:lnTo>
                  <a:lnTo>
                    <a:pt x="2034" y="7493"/>
                  </a:lnTo>
                  <a:lnTo>
                    <a:pt x="1997" y="7531"/>
                  </a:lnTo>
                  <a:lnTo>
                    <a:pt x="1995" y="7533"/>
                  </a:lnTo>
                  <a:lnTo>
                    <a:pt x="1984" y="7542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88" name="PulmonDerecho_3"/>
            <p:cNvGrpSpPr/>
            <p:nvPr/>
          </p:nvGrpSpPr>
          <p:grpSpPr>
            <a:xfrm>
              <a:off x="6899421" y="1745032"/>
              <a:ext cx="494739" cy="1115868"/>
              <a:chOff x="6899421" y="1745032"/>
              <a:chExt cx="494739" cy="1115868"/>
            </a:xfrm>
          </p:grpSpPr>
          <p:sp>
            <p:nvSpPr>
              <p:cNvPr id="89" name="Forma 88"/>
              <p:cNvSpPr/>
              <p:nvPr/>
            </p:nvSpPr>
            <p:spPr>
              <a:xfrm>
                <a:off x="6899421" y="1745032"/>
                <a:ext cx="494739" cy="1115868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0" name="Forma 89"/>
              <p:cNvSpPr/>
              <p:nvPr/>
            </p:nvSpPr>
            <p:spPr>
              <a:xfrm>
                <a:off x="6936904" y="1854540"/>
                <a:ext cx="382640" cy="798820"/>
              </a:xfrm>
              <a:custGeom>
                <a:avLst/>
                <a:gdLst/>
                <a:ahLst/>
                <a:cxnLst/>
                <a:rect l="0" t="0" r="r" b="b"/>
                <a:pathLst>
                  <a:path w="1372" h="2912" fill="none">
                    <a:moveTo>
                      <a:pt x="1372" y="1372"/>
                    </a:moveTo>
                    <a:lnTo>
                      <a:pt x="1008" y="1176"/>
                    </a:lnTo>
                    <a:lnTo>
                      <a:pt x="560" y="840"/>
                    </a:lnTo>
                    <a:lnTo>
                      <a:pt x="308" y="503"/>
                    </a:lnTo>
                  </a:path>
                  <a:path w="1372" h="2912" fill="none">
                    <a:moveTo>
                      <a:pt x="1008" y="1176"/>
                    </a:moveTo>
                    <a:lnTo>
                      <a:pt x="840" y="671"/>
                    </a:lnTo>
                    <a:lnTo>
                      <a:pt x="755" y="112"/>
                    </a:lnTo>
                  </a:path>
                  <a:path w="1372" h="2912" fill="none">
                    <a:moveTo>
                      <a:pt x="1372" y="1372"/>
                    </a:moveTo>
                    <a:lnTo>
                      <a:pt x="840" y="1456"/>
                    </a:lnTo>
                    <a:lnTo>
                      <a:pt x="280" y="1456"/>
                    </a:lnTo>
                    <a:lnTo>
                      <a:pt x="0" y="1512"/>
                    </a:lnTo>
                  </a:path>
                  <a:path w="1372" h="2912" fill="none">
                    <a:moveTo>
                      <a:pt x="840" y="1456"/>
                    </a:moveTo>
                    <a:lnTo>
                      <a:pt x="448" y="1847"/>
                    </a:lnTo>
                    <a:lnTo>
                      <a:pt x="140" y="2183"/>
                    </a:lnTo>
                  </a:path>
                  <a:path w="1372" h="2912" fill="none">
                    <a:moveTo>
                      <a:pt x="1372" y="1372"/>
                    </a:moveTo>
                    <a:lnTo>
                      <a:pt x="1008" y="1847"/>
                    </a:lnTo>
                    <a:lnTo>
                      <a:pt x="671" y="2407"/>
                    </a:lnTo>
                    <a:lnTo>
                      <a:pt x="364" y="2855"/>
                    </a:lnTo>
                  </a:path>
                  <a:path w="1372" h="2912" fill="none">
                    <a:moveTo>
                      <a:pt x="1008" y="1847"/>
                    </a:moveTo>
                    <a:lnTo>
                      <a:pt x="1175" y="2407"/>
                    </a:lnTo>
                    <a:lnTo>
                      <a:pt x="1008" y="2912"/>
                    </a:lnTo>
                  </a:path>
                  <a:path w="1372" h="2912" fill="none">
                    <a:moveTo>
                      <a:pt x="671" y="2407"/>
                    </a:moveTo>
                    <a:lnTo>
                      <a:pt x="224" y="2687"/>
                    </a:lnTo>
                    <a:lnTo>
                      <a:pt x="0" y="2855"/>
                    </a:lnTo>
                  </a:path>
                  <a:path w="1372" h="2912" fill="none">
                    <a:moveTo>
                      <a:pt x="560" y="840"/>
                    </a:moveTo>
                    <a:lnTo>
                      <a:pt x="168" y="951"/>
                    </a:lnTo>
                    <a:lnTo>
                      <a:pt x="11" y="1069"/>
                    </a:lnTo>
                  </a:path>
                  <a:path w="1372" h="2912" fill="none">
                    <a:moveTo>
                      <a:pt x="840" y="671"/>
                    </a:moveTo>
                    <a:lnTo>
                      <a:pt x="503" y="336"/>
                    </a:lnTo>
                  </a:path>
                  <a:path w="1372" h="2912" fill="none">
                    <a:moveTo>
                      <a:pt x="448" y="1847"/>
                    </a:moveTo>
                    <a:lnTo>
                      <a:pt x="503" y="2239"/>
                    </a:lnTo>
                    <a:lnTo>
                      <a:pt x="335" y="2632"/>
                    </a:lnTo>
                  </a:path>
                  <a:path w="1372" h="2912" fill="none">
                    <a:moveTo>
                      <a:pt x="1372" y="1372"/>
                    </a:moveTo>
                    <a:lnTo>
                      <a:pt x="1288" y="951"/>
                    </a:lnTo>
                    <a:lnTo>
                      <a:pt x="1120" y="503"/>
                    </a:lnTo>
                    <a:lnTo>
                      <a:pt x="1008" y="0"/>
                    </a:lnTo>
                  </a:path>
                  <a:path w="1372" h="2912" fill="none">
                    <a:moveTo>
                      <a:pt x="280" y="1456"/>
                    </a:moveTo>
                    <a:lnTo>
                      <a:pt x="111" y="17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1" name="Forma 90"/>
              <p:cNvSpPr/>
              <p:nvPr/>
            </p:nvSpPr>
            <p:spPr>
              <a:xfrm>
                <a:off x="6913602" y="2230907"/>
                <a:ext cx="413750" cy="465368"/>
              </a:xfrm>
              <a:custGeom>
                <a:avLst/>
                <a:gdLst/>
                <a:ahLst/>
                <a:cxnLst/>
                <a:rect l="0" t="0" r="r" b="b"/>
                <a:pathLst>
                  <a:path w="1483" h="1696" fill="none">
                    <a:moveTo>
                      <a:pt x="0" y="93"/>
                    </a:moveTo>
                    <a:lnTo>
                      <a:pt x="97" y="102"/>
                    </a:lnTo>
                    <a:lnTo>
                      <a:pt x="228" y="115"/>
                    </a:lnTo>
                    <a:lnTo>
                      <a:pt x="360" y="124"/>
                    </a:lnTo>
                    <a:lnTo>
                      <a:pt x="475" y="128"/>
                    </a:lnTo>
                    <a:lnTo>
                      <a:pt x="571" y="126"/>
                    </a:lnTo>
                    <a:lnTo>
                      <a:pt x="658" y="119"/>
                    </a:lnTo>
                    <a:lnTo>
                      <a:pt x="742" y="109"/>
                    </a:lnTo>
                    <a:lnTo>
                      <a:pt x="828" y="96"/>
                    </a:lnTo>
                    <a:lnTo>
                      <a:pt x="923" y="84"/>
                    </a:lnTo>
                    <a:lnTo>
                      <a:pt x="1037" y="68"/>
                    </a:lnTo>
                    <a:lnTo>
                      <a:pt x="1166" y="49"/>
                    </a:lnTo>
                    <a:lnTo>
                      <a:pt x="1294" y="29"/>
                    </a:lnTo>
                    <a:lnTo>
                      <a:pt x="1405" y="12"/>
                    </a:lnTo>
                    <a:lnTo>
                      <a:pt x="1483" y="0"/>
                    </a:lnTo>
                  </a:path>
                  <a:path w="1483" h="1696" fill="none">
                    <a:moveTo>
                      <a:pt x="37" y="1696"/>
                    </a:moveTo>
                    <a:lnTo>
                      <a:pt x="96" y="1624"/>
                    </a:lnTo>
                    <a:lnTo>
                      <a:pt x="192" y="1505"/>
                    </a:lnTo>
                    <a:lnTo>
                      <a:pt x="305" y="1367"/>
                    </a:lnTo>
                    <a:lnTo>
                      <a:pt x="422" y="1225"/>
                    </a:lnTo>
                    <a:lnTo>
                      <a:pt x="531" y="1091"/>
                    </a:lnTo>
                    <a:lnTo>
                      <a:pt x="633" y="965"/>
                    </a:lnTo>
                    <a:lnTo>
                      <a:pt x="735" y="834"/>
                    </a:lnTo>
                    <a:lnTo>
                      <a:pt x="837" y="706"/>
                    </a:lnTo>
                    <a:lnTo>
                      <a:pt x="938" y="584"/>
                    </a:lnTo>
                    <a:lnTo>
                      <a:pt x="1035" y="475"/>
                    </a:lnTo>
                    <a:lnTo>
                      <a:pt x="1135" y="376"/>
                    </a:lnTo>
                    <a:lnTo>
                      <a:pt x="1240" y="284"/>
                    </a:lnTo>
                    <a:lnTo>
                      <a:pt x="1339" y="201"/>
                    </a:lnTo>
                    <a:lnTo>
                      <a:pt x="1423" y="133"/>
                    </a:lnTo>
                    <a:lnTo>
                      <a:pt x="1483" y="84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2" name="PleuraVisceralD_3"/>
            <p:cNvSpPr/>
            <p:nvPr/>
          </p:nvSpPr>
          <p:spPr>
            <a:xfrm>
              <a:off x="6899421" y="1745032"/>
              <a:ext cx="494739" cy="1115868"/>
            </a:xfrm>
            <a:custGeom>
              <a:avLst/>
              <a:gdLst/>
              <a:ahLst/>
              <a:cxnLst/>
              <a:rect l="0" t="0" r="r" b="b"/>
              <a:pathLst>
                <a:path w="1773" h="4067" fill="none">
                  <a:moveTo>
                    <a:pt x="193" y="4061"/>
                  </a:moveTo>
                  <a:lnTo>
                    <a:pt x="220" y="4032"/>
                  </a:lnTo>
                  <a:lnTo>
                    <a:pt x="255" y="3988"/>
                  </a:lnTo>
                  <a:lnTo>
                    <a:pt x="295" y="3934"/>
                  </a:lnTo>
                  <a:lnTo>
                    <a:pt x="296" y="3933"/>
                  </a:lnTo>
                  <a:lnTo>
                    <a:pt x="341" y="3875"/>
                  </a:lnTo>
                  <a:lnTo>
                    <a:pt x="343" y="3872"/>
                  </a:lnTo>
                  <a:lnTo>
                    <a:pt x="392" y="3815"/>
                  </a:lnTo>
                  <a:lnTo>
                    <a:pt x="396" y="3810"/>
                  </a:lnTo>
                  <a:lnTo>
                    <a:pt x="450" y="3759"/>
                  </a:lnTo>
                  <a:lnTo>
                    <a:pt x="453" y="3756"/>
                  </a:lnTo>
                  <a:lnTo>
                    <a:pt x="512" y="3708"/>
                  </a:lnTo>
                  <a:lnTo>
                    <a:pt x="514" y="3706"/>
                  </a:lnTo>
                  <a:lnTo>
                    <a:pt x="579" y="3657"/>
                  </a:lnTo>
                  <a:lnTo>
                    <a:pt x="581" y="3656"/>
                  </a:lnTo>
                  <a:lnTo>
                    <a:pt x="650" y="3608"/>
                  </a:lnTo>
                  <a:lnTo>
                    <a:pt x="653" y="3606"/>
                  </a:lnTo>
                  <a:lnTo>
                    <a:pt x="724" y="3562"/>
                  </a:lnTo>
                  <a:lnTo>
                    <a:pt x="727" y="3560"/>
                  </a:lnTo>
                  <a:lnTo>
                    <a:pt x="798" y="3522"/>
                  </a:lnTo>
                  <a:lnTo>
                    <a:pt x="802" y="3520"/>
                  </a:lnTo>
                  <a:lnTo>
                    <a:pt x="871" y="3490"/>
                  </a:lnTo>
                  <a:lnTo>
                    <a:pt x="876" y="3487"/>
                  </a:lnTo>
                  <a:lnTo>
                    <a:pt x="943" y="3466"/>
                  </a:lnTo>
                  <a:lnTo>
                    <a:pt x="948" y="3464"/>
                  </a:lnTo>
                  <a:lnTo>
                    <a:pt x="1015" y="3449"/>
                  </a:lnTo>
                  <a:lnTo>
                    <a:pt x="1021" y="3448"/>
                  </a:lnTo>
                  <a:lnTo>
                    <a:pt x="1087" y="3439"/>
                  </a:lnTo>
                  <a:lnTo>
                    <a:pt x="1092" y="3438"/>
                  </a:lnTo>
                  <a:lnTo>
                    <a:pt x="1158" y="3434"/>
                  </a:lnTo>
                  <a:lnTo>
                    <a:pt x="1162" y="3434"/>
                  </a:lnTo>
                  <a:lnTo>
                    <a:pt x="1226" y="3435"/>
                  </a:lnTo>
                  <a:lnTo>
                    <a:pt x="1230" y="3435"/>
                  </a:lnTo>
                  <a:lnTo>
                    <a:pt x="1292" y="3440"/>
                  </a:lnTo>
                  <a:lnTo>
                    <a:pt x="1298" y="3440"/>
                  </a:lnTo>
                  <a:lnTo>
                    <a:pt x="1359" y="3451"/>
                  </a:lnTo>
                  <a:lnTo>
                    <a:pt x="1365" y="3452"/>
                  </a:lnTo>
                  <a:lnTo>
                    <a:pt x="1426" y="3470"/>
                  </a:lnTo>
                  <a:lnTo>
                    <a:pt x="1430" y="3471"/>
                  </a:lnTo>
                  <a:lnTo>
                    <a:pt x="1489" y="3493"/>
                  </a:lnTo>
                  <a:lnTo>
                    <a:pt x="1492" y="3494"/>
                  </a:lnTo>
                  <a:lnTo>
                    <a:pt x="1548" y="3519"/>
                  </a:lnTo>
                  <a:lnTo>
                    <a:pt x="1550" y="3520"/>
                  </a:lnTo>
                  <a:lnTo>
                    <a:pt x="1603" y="3545"/>
                  </a:lnTo>
                  <a:lnTo>
                    <a:pt x="1603" y="3545"/>
                  </a:lnTo>
                  <a:lnTo>
                    <a:pt x="1651" y="3569"/>
                  </a:lnTo>
                  <a:lnTo>
                    <a:pt x="1655" y="3572"/>
                  </a:lnTo>
                  <a:lnTo>
                    <a:pt x="1660" y="3574"/>
                  </a:lnTo>
                  <a:lnTo>
                    <a:pt x="1704" y="3606"/>
                  </a:lnTo>
                  <a:lnTo>
                    <a:pt x="1708" y="3610"/>
                  </a:lnTo>
                  <a:lnTo>
                    <a:pt x="1712" y="3614"/>
                  </a:lnTo>
                  <a:lnTo>
                    <a:pt x="1754" y="3657"/>
                  </a:lnTo>
                  <a:lnTo>
                    <a:pt x="1756" y="3660"/>
                  </a:lnTo>
                  <a:lnTo>
                    <a:pt x="1773" y="3680"/>
                  </a:lnTo>
                  <a:lnTo>
                    <a:pt x="1773" y="3619"/>
                  </a:lnTo>
                  <a:lnTo>
                    <a:pt x="1768" y="3508"/>
                  </a:lnTo>
                  <a:lnTo>
                    <a:pt x="1759" y="3384"/>
                  </a:lnTo>
                  <a:lnTo>
                    <a:pt x="1749" y="3260"/>
                  </a:lnTo>
                  <a:lnTo>
                    <a:pt x="1749" y="3260"/>
                  </a:lnTo>
                  <a:lnTo>
                    <a:pt x="1741" y="3147"/>
                  </a:lnTo>
                  <a:lnTo>
                    <a:pt x="1741" y="3146"/>
                  </a:lnTo>
                  <a:lnTo>
                    <a:pt x="1735" y="3043"/>
                  </a:lnTo>
                  <a:lnTo>
                    <a:pt x="1728" y="2941"/>
                  </a:lnTo>
                  <a:lnTo>
                    <a:pt x="1720" y="2839"/>
                  </a:lnTo>
                  <a:lnTo>
                    <a:pt x="1712" y="2736"/>
                  </a:lnTo>
                  <a:lnTo>
                    <a:pt x="1704" y="2634"/>
                  </a:lnTo>
                  <a:lnTo>
                    <a:pt x="1704" y="2634"/>
                  </a:lnTo>
                  <a:lnTo>
                    <a:pt x="1696" y="2531"/>
                  </a:lnTo>
                  <a:lnTo>
                    <a:pt x="1696" y="2531"/>
                  </a:lnTo>
                  <a:lnTo>
                    <a:pt x="1689" y="2428"/>
                  </a:lnTo>
                  <a:lnTo>
                    <a:pt x="1689" y="2428"/>
                  </a:lnTo>
                  <a:lnTo>
                    <a:pt x="1682" y="2325"/>
                  </a:lnTo>
                  <a:lnTo>
                    <a:pt x="1675" y="2223"/>
                  </a:lnTo>
                  <a:lnTo>
                    <a:pt x="1668" y="2121"/>
                  </a:lnTo>
                  <a:lnTo>
                    <a:pt x="1660" y="2018"/>
                  </a:lnTo>
                  <a:lnTo>
                    <a:pt x="1652" y="1916"/>
                  </a:lnTo>
                  <a:lnTo>
                    <a:pt x="1642" y="1814"/>
                  </a:lnTo>
                  <a:lnTo>
                    <a:pt x="1633" y="1711"/>
                  </a:lnTo>
                  <a:lnTo>
                    <a:pt x="1622" y="1608"/>
                  </a:lnTo>
                  <a:lnTo>
                    <a:pt x="1611" y="1506"/>
                  </a:lnTo>
                  <a:lnTo>
                    <a:pt x="1599" y="1405"/>
                  </a:lnTo>
                  <a:lnTo>
                    <a:pt x="1585" y="1304"/>
                  </a:lnTo>
                  <a:lnTo>
                    <a:pt x="1569" y="1201"/>
                  </a:lnTo>
                  <a:lnTo>
                    <a:pt x="1552" y="1097"/>
                  </a:lnTo>
                  <a:lnTo>
                    <a:pt x="1534" y="993"/>
                  </a:lnTo>
                  <a:lnTo>
                    <a:pt x="1515" y="891"/>
                  </a:lnTo>
                  <a:lnTo>
                    <a:pt x="1495" y="795"/>
                  </a:lnTo>
                  <a:lnTo>
                    <a:pt x="1474" y="705"/>
                  </a:lnTo>
                  <a:lnTo>
                    <a:pt x="1452" y="620"/>
                  </a:lnTo>
                  <a:lnTo>
                    <a:pt x="1429" y="539"/>
                  </a:lnTo>
                  <a:lnTo>
                    <a:pt x="1404" y="462"/>
                  </a:lnTo>
                  <a:lnTo>
                    <a:pt x="1379" y="390"/>
                  </a:lnTo>
                  <a:lnTo>
                    <a:pt x="1355" y="325"/>
                  </a:lnTo>
                  <a:lnTo>
                    <a:pt x="1331" y="265"/>
                  </a:lnTo>
                  <a:lnTo>
                    <a:pt x="1309" y="213"/>
                  </a:lnTo>
                  <a:lnTo>
                    <a:pt x="1289" y="168"/>
                  </a:lnTo>
                  <a:lnTo>
                    <a:pt x="1269" y="131"/>
                  </a:lnTo>
                  <a:lnTo>
                    <a:pt x="1250" y="99"/>
                  </a:lnTo>
                  <a:lnTo>
                    <a:pt x="1231" y="73"/>
                  </a:lnTo>
                  <a:lnTo>
                    <a:pt x="1211" y="51"/>
                  </a:lnTo>
                  <a:lnTo>
                    <a:pt x="1189" y="31"/>
                  </a:lnTo>
                  <a:lnTo>
                    <a:pt x="1170" y="17"/>
                  </a:lnTo>
                  <a:lnTo>
                    <a:pt x="1152" y="8"/>
                  </a:lnTo>
                  <a:lnTo>
                    <a:pt x="1133" y="2"/>
                  </a:lnTo>
                  <a:lnTo>
                    <a:pt x="1111" y="0"/>
                  </a:lnTo>
                  <a:lnTo>
                    <a:pt x="1082" y="1"/>
                  </a:lnTo>
                  <a:lnTo>
                    <a:pt x="1043" y="8"/>
                  </a:lnTo>
                  <a:lnTo>
                    <a:pt x="997" y="20"/>
                  </a:lnTo>
                  <a:lnTo>
                    <a:pt x="947" y="38"/>
                  </a:lnTo>
                  <a:lnTo>
                    <a:pt x="894" y="61"/>
                  </a:lnTo>
                  <a:lnTo>
                    <a:pt x="842" y="86"/>
                  </a:lnTo>
                  <a:lnTo>
                    <a:pt x="794" y="115"/>
                  </a:lnTo>
                  <a:lnTo>
                    <a:pt x="748" y="146"/>
                  </a:lnTo>
                  <a:lnTo>
                    <a:pt x="702" y="182"/>
                  </a:lnTo>
                  <a:lnTo>
                    <a:pt x="657" y="221"/>
                  </a:lnTo>
                  <a:lnTo>
                    <a:pt x="613" y="264"/>
                  </a:lnTo>
                  <a:lnTo>
                    <a:pt x="570" y="310"/>
                  </a:lnTo>
                  <a:lnTo>
                    <a:pt x="529" y="359"/>
                  </a:lnTo>
                  <a:lnTo>
                    <a:pt x="490" y="411"/>
                  </a:lnTo>
                  <a:lnTo>
                    <a:pt x="452" y="466"/>
                  </a:lnTo>
                  <a:lnTo>
                    <a:pt x="415" y="524"/>
                  </a:lnTo>
                  <a:lnTo>
                    <a:pt x="379" y="585"/>
                  </a:lnTo>
                  <a:lnTo>
                    <a:pt x="345" y="649"/>
                  </a:lnTo>
                  <a:lnTo>
                    <a:pt x="313" y="716"/>
                  </a:lnTo>
                  <a:lnTo>
                    <a:pt x="282" y="785"/>
                  </a:lnTo>
                  <a:lnTo>
                    <a:pt x="252" y="858"/>
                  </a:lnTo>
                  <a:lnTo>
                    <a:pt x="223" y="933"/>
                  </a:lnTo>
                  <a:lnTo>
                    <a:pt x="197" y="1011"/>
                  </a:lnTo>
                  <a:lnTo>
                    <a:pt x="172" y="1090"/>
                  </a:lnTo>
                  <a:lnTo>
                    <a:pt x="149" y="1171"/>
                  </a:lnTo>
                  <a:lnTo>
                    <a:pt x="128" y="1253"/>
                  </a:lnTo>
                  <a:lnTo>
                    <a:pt x="109" y="1339"/>
                  </a:lnTo>
                  <a:lnTo>
                    <a:pt x="92" y="1426"/>
                  </a:lnTo>
                  <a:lnTo>
                    <a:pt x="76" y="1515"/>
                  </a:lnTo>
                  <a:lnTo>
                    <a:pt x="62" y="1605"/>
                  </a:lnTo>
                  <a:lnTo>
                    <a:pt x="49" y="1695"/>
                  </a:lnTo>
                  <a:lnTo>
                    <a:pt x="38" y="1785"/>
                  </a:lnTo>
                  <a:lnTo>
                    <a:pt x="29" y="1877"/>
                  </a:lnTo>
                  <a:lnTo>
                    <a:pt x="21" y="1970"/>
                  </a:lnTo>
                  <a:lnTo>
                    <a:pt x="15" y="2063"/>
                  </a:lnTo>
                  <a:lnTo>
                    <a:pt x="9" y="2156"/>
                  </a:lnTo>
                  <a:lnTo>
                    <a:pt x="5" y="2249"/>
                  </a:lnTo>
                  <a:lnTo>
                    <a:pt x="2" y="2342"/>
                  </a:lnTo>
                  <a:lnTo>
                    <a:pt x="0" y="2435"/>
                  </a:lnTo>
                  <a:lnTo>
                    <a:pt x="0" y="2528"/>
                  </a:lnTo>
                  <a:lnTo>
                    <a:pt x="0" y="2621"/>
                  </a:lnTo>
                  <a:lnTo>
                    <a:pt x="2" y="2713"/>
                  </a:lnTo>
                  <a:lnTo>
                    <a:pt x="5" y="2804"/>
                  </a:lnTo>
                  <a:lnTo>
                    <a:pt x="10" y="2895"/>
                  </a:lnTo>
                  <a:lnTo>
                    <a:pt x="16" y="2985"/>
                  </a:lnTo>
                  <a:lnTo>
                    <a:pt x="23" y="3075"/>
                  </a:lnTo>
                  <a:lnTo>
                    <a:pt x="31" y="3164"/>
                  </a:lnTo>
                  <a:lnTo>
                    <a:pt x="40" y="3250"/>
                  </a:lnTo>
                  <a:lnTo>
                    <a:pt x="49" y="3331"/>
                  </a:lnTo>
                  <a:lnTo>
                    <a:pt x="59" y="3409"/>
                  </a:lnTo>
                  <a:lnTo>
                    <a:pt x="70" y="3485"/>
                  </a:lnTo>
                  <a:lnTo>
                    <a:pt x="81" y="3557"/>
                  </a:lnTo>
                  <a:lnTo>
                    <a:pt x="92" y="3627"/>
                  </a:lnTo>
                  <a:lnTo>
                    <a:pt x="104" y="3694"/>
                  </a:lnTo>
                  <a:lnTo>
                    <a:pt x="116" y="3759"/>
                  </a:lnTo>
                  <a:lnTo>
                    <a:pt x="128" y="3824"/>
                  </a:lnTo>
                  <a:lnTo>
                    <a:pt x="140" y="3890"/>
                  </a:lnTo>
                  <a:lnTo>
                    <a:pt x="153" y="3952"/>
                  </a:lnTo>
                  <a:lnTo>
                    <a:pt x="165" y="4007"/>
                  </a:lnTo>
                  <a:lnTo>
                    <a:pt x="178" y="4050"/>
                  </a:lnTo>
                  <a:lnTo>
                    <a:pt x="185" y="4067"/>
                  </a:lnTo>
                  <a:lnTo>
                    <a:pt x="193" y="406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3" name="PulmonIzquierdo_3"/>
            <p:cNvGrpSpPr/>
            <p:nvPr/>
          </p:nvGrpSpPr>
          <p:grpSpPr>
            <a:xfrm>
              <a:off x="7832540" y="1340642"/>
              <a:ext cx="822895" cy="2058540"/>
              <a:chOff x="7832540" y="1340642"/>
              <a:chExt cx="822895" cy="2058540"/>
            </a:xfrm>
          </p:grpSpPr>
          <p:sp>
            <p:nvSpPr>
              <p:cNvPr id="94" name="Forma 93"/>
              <p:cNvSpPr/>
              <p:nvPr/>
            </p:nvSpPr>
            <p:spPr>
              <a:xfrm>
                <a:off x="78325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5" name="Forma 94"/>
              <p:cNvSpPr/>
              <p:nvPr/>
            </p:nvSpPr>
            <p:spPr>
              <a:xfrm>
                <a:off x="79052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6" name="Forma 95"/>
              <p:cNvSpPr/>
              <p:nvPr/>
            </p:nvSpPr>
            <p:spPr>
              <a:xfrm>
                <a:off x="79135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7" name="PleuraVisceralI_3"/>
            <p:cNvSpPr/>
            <p:nvPr/>
          </p:nvSpPr>
          <p:spPr>
            <a:xfrm>
              <a:off x="78325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98" name="PleuraParietalD_3"/>
            <p:cNvSpPr/>
            <p:nvPr/>
          </p:nvSpPr>
          <p:spPr>
            <a:xfrm>
              <a:off x="65386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99" name="PleuraParietalI_3"/>
            <p:cNvSpPr/>
            <p:nvPr/>
          </p:nvSpPr>
          <p:spPr>
            <a:xfrm>
              <a:off x="78018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0" name="VenaCavaSup_3"/>
            <p:cNvSpPr/>
            <p:nvPr/>
          </p:nvSpPr>
          <p:spPr>
            <a:xfrm>
              <a:off x="74478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1" name="VenaCavaInf_3"/>
            <p:cNvSpPr/>
            <p:nvPr/>
          </p:nvSpPr>
          <p:spPr>
            <a:xfrm>
              <a:off x="74729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2" name="Corazon_3"/>
            <p:cNvGrpSpPr/>
            <p:nvPr/>
          </p:nvGrpSpPr>
          <p:grpSpPr>
            <a:xfrm>
              <a:off x="7461985" y="2406301"/>
              <a:ext cx="741646" cy="776573"/>
              <a:chOff x="7461985" y="2406301"/>
              <a:chExt cx="741646" cy="776573"/>
            </a:xfrm>
          </p:grpSpPr>
          <p:sp>
            <p:nvSpPr>
              <p:cNvPr id="103" name="Forma 102"/>
              <p:cNvSpPr/>
              <p:nvPr/>
            </p:nvSpPr>
            <p:spPr>
              <a:xfrm>
                <a:off x="74619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4" name="Forma 103"/>
              <p:cNvSpPr/>
              <p:nvPr/>
            </p:nvSpPr>
            <p:spPr>
              <a:xfrm>
                <a:off x="78494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5" name="Diafragma_3"/>
            <p:cNvSpPr/>
            <p:nvPr/>
          </p:nvSpPr>
          <p:spPr>
            <a:xfrm>
              <a:off x="65944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06" name="Clavículas_3"/>
            <p:cNvGrpSpPr/>
            <p:nvPr/>
          </p:nvGrpSpPr>
          <p:grpSpPr>
            <a:xfrm>
              <a:off x="6775704" y="1179576"/>
              <a:ext cx="1673352" cy="109728"/>
              <a:chOff x="6775704" y="1179576"/>
              <a:chExt cx="1673352" cy="109728"/>
            </a:xfrm>
          </p:grpSpPr>
          <p:sp>
            <p:nvSpPr>
              <p:cNvPr id="107" name="Forma 106"/>
              <p:cNvSpPr/>
              <p:nvPr/>
            </p:nvSpPr>
            <p:spPr>
              <a:xfrm>
                <a:off x="67757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08" name="Forma 107"/>
              <p:cNvSpPr/>
              <p:nvPr/>
            </p:nvSpPr>
            <p:spPr>
              <a:xfrm>
                <a:off x="67757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9" name="Forma 108"/>
            <p:cNvSpPr/>
            <p:nvPr/>
          </p:nvSpPr>
          <p:spPr>
            <a:xfrm>
              <a:off x="6217920" y="3794760"/>
              <a:ext cx="2788920" cy="50292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10" name="Forma 109"/>
            <p:cNvSpPr/>
            <p:nvPr/>
          </p:nvSpPr>
          <p:spPr>
            <a:xfrm>
              <a:off x="62179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111" name="Estado PUS"/>
          <p:cNvGrpSpPr/>
          <p:nvPr/>
        </p:nvGrpSpPr>
        <p:grpSpPr>
          <a:xfrm>
            <a:off x="9189720" y="1069848"/>
            <a:ext cx="2788920" cy="3776472"/>
            <a:chOff x="9189720" y="1069848"/>
            <a:chExt cx="2788920" cy="3776472"/>
          </a:xfrm>
        </p:grpSpPr>
        <p:sp>
          <p:nvSpPr>
            <p:cNvPr id="112" name="ParedToracica_4"/>
            <p:cNvSpPr/>
            <p:nvPr/>
          </p:nvSpPr>
          <p:spPr>
            <a:xfrm>
              <a:off x="93068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3" name="Mediastino_4"/>
            <p:cNvSpPr/>
            <p:nvPr/>
          </p:nvSpPr>
          <p:spPr>
            <a:xfrm>
              <a:off x="101100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14" name="Costillas_4"/>
            <p:cNvGrpSpPr/>
            <p:nvPr/>
          </p:nvGrpSpPr>
          <p:grpSpPr>
            <a:xfrm>
              <a:off x="9357055" y="1289304"/>
              <a:ext cx="2454250" cy="2260397"/>
              <a:chOff x="9357055" y="1289304"/>
              <a:chExt cx="2454250" cy="2260397"/>
            </a:xfrm>
          </p:grpSpPr>
          <p:sp>
            <p:nvSpPr>
              <p:cNvPr id="115" name="Forma 114"/>
              <p:cNvSpPr/>
              <p:nvPr/>
            </p:nvSpPr>
            <p:spPr>
              <a:xfrm>
                <a:off x="93570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5"/>
              <p:cNvSpPr/>
              <p:nvPr/>
            </p:nvSpPr>
            <p:spPr>
              <a:xfrm>
                <a:off x="93570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7" name="EspacioPleuralD_4"/>
            <p:cNvSpPr/>
            <p:nvPr/>
          </p:nvSpPr>
          <p:spPr>
            <a:xfrm>
              <a:off x="95104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8" name="EspacioPleuralI_4"/>
            <p:cNvSpPr/>
            <p:nvPr/>
          </p:nvSpPr>
          <p:spPr>
            <a:xfrm>
              <a:off x="107736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9" name="Aorta_4"/>
            <p:cNvSpPr/>
            <p:nvPr/>
          </p:nvSpPr>
          <p:spPr>
            <a:xfrm>
              <a:off x="105891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20" name="Traquea_4"/>
            <p:cNvGrpSpPr/>
            <p:nvPr/>
          </p:nvGrpSpPr>
          <p:grpSpPr>
            <a:xfrm>
              <a:off x="10252311" y="1069848"/>
              <a:ext cx="663737" cy="1176820"/>
              <a:chOff x="10252311" y="1069848"/>
              <a:chExt cx="663737" cy="1176820"/>
            </a:xfrm>
          </p:grpSpPr>
          <p:sp>
            <p:nvSpPr>
              <p:cNvPr id="121" name="Forma 120"/>
              <p:cNvSpPr/>
              <p:nvPr/>
            </p:nvSpPr>
            <p:spPr>
              <a:xfrm>
                <a:off x="102523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22" name="Forma 121"/>
              <p:cNvSpPr/>
              <p:nvPr/>
            </p:nvSpPr>
            <p:spPr>
              <a:xfrm>
                <a:off x="105339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23" name="LiquidoPleuralD_2"/>
            <p:cNvSpPr/>
            <p:nvPr/>
          </p:nvSpPr>
          <p:spPr>
            <a:xfrm>
              <a:off x="9513235" y="2154330"/>
              <a:ext cx="937077" cy="1217406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solidFill>
              <a:srgbClr val="E2C85A">
                <a:alpha val="92000"/>
              </a:srgbClr>
            </a:solidFill>
            <a:ln w="22225" cap="rnd">
              <a:solidFill>
                <a:srgbClr val="7C6E31"/>
              </a:solidFill>
              <a:round/>
            </a:ln>
          </p:spPr>
        </p:sp>
        <p:grpSp>
          <p:nvGrpSpPr>
            <p:cNvPr id="124" name="PulmonDerecho_4"/>
            <p:cNvGrpSpPr/>
            <p:nvPr/>
          </p:nvGrpSpPr>
          <p:grpSpPr>
            <a:xfrm>
              <a:off x="9659284" y="1340642"/>
              <a:ext cx="734703" cy="1147989"/>
              <a:chOff x="9659284" y="1340642"/>
              <a:chExt cx="734703" cy="1147989"/>
            </a:xfrm>
          </p:grpSpPr>
          <p:sp>
            <p:nvSpPr>
              <p:cNvPr id="125" name="Forma 124"/>
              <p:cNvSpPr/>
              <p:nvPr/>
            </p:nvSpPr>
            <p:spPr>
              <a:xfrm>
                <a:off x="9659284" y="1340642"/>
                <a:ext cx="734703" cy="1147989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6" name="Forma 125"/>
              <p:cNvSpPr/>
              <p:nvPr/>
            </p:nvSpPr>
            <p:spPr>
              <a:xfrm>
                <a:off x="9710833" y="1453302"/>
                <a:ext cx="580511" cy="821815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27" name="Forma 126"/>
              <p:cNvSpPr/>
              <p:nvPr/>
            </p:nvSpPr>
            <p:spPr>
              <a:xfrm>
                <a:off x="9677852" y="1840503"/>
                <a:ext cx="625239" cy="480718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28" name="PleuraVisceralD_4"/>
            <p:cNvSpPr/>
            <p:nvPr/>
          </p:nvSpPr>
          <p:spPr>
            <a:xfrm>
              <a:off x="9659284" y="1340642"/>
              <a:ext cx="734703" cy="1147989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29" name="PulmonIzquierdo_4"/>
            <p:cNvGrpSpPr/>
            <p:nvPr/>
          </p:nvGrpSpPr>
          <p:grpSpPr>
            <a:xfrm>
              <a:off x="10804340" y="1340642"/>
              <a:ext cx="822895" cy="2058540"/>
              <a:chOff x="10804340" y="1340642"/>
              <a:chExt cx="822895" cy="2058540"/>
            </a:xfrm>
          </p:grpSpPr>
          <p:sp>
            <p:nvSpPr>
              <p:cNvPr id="130" name="Forma 129"/>
              <p:cNvSpPr/>
              <p:nvPr/>
            </p:nvSpPr>
            <p:spPr>
              <a:xfrm>
                <a:off x="108043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1" name="Forma 130"/>
              <p:cNvSpPr/>
              <p:nvPr/>
            </p:nvSpPr>
            <p:spPr>
              <a:xfrm>
                <a:off x="108770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32" name="Forma 131"/>
              <p:cNvSpPr/>
              <p:nvPr/>
            </p:nvSpPr>
            <p:spPr>
              <a:xfrm>
                <a:off x="108853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33" name="PleuraVisceralI_4"/>
            <p:cNvSpPr/>
            <p:nvPr/>
          </p:nvSpPr>
          <p:spPr>
            <a:xfrm>
              <a:off x="108043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34" name="PleuraParietalD_4"/>
            <p:cNvSpPr/>
            <p:nvPr/>
          </p:nvSpPr>
          <p:spPr>
            <a:xfrm>
              <a:off x="95104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5" name="PleuraParietalI_4"/>
            <p:cNvSpPr/>
            <p:nvPr/>
          </p:nvSpPr>
          <p:spPr>
            <a:xfrm>
              <a:off x="107736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6" name="VenaCavaSup_4"/>
            <p:cNvSpPr/>
            <p:nvPr/>
          </p:nvSpPr>
          <p:spPr>
            <a:xfrm>
              <a:off x="104196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37" name="VenaCavaInf_4"/>
            <p:cNvSpPr/>
            <p:nvPr/>
          </p:nvSpPr>
          <p:spPr>
            <a:xfrm>
              <a:off x="104447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38" name="Corazon_4"/>
            <p:cNvGrpSpPr/>
            <p:nvPr/>
          </p:nvGrpSpPr>
          <p:grpSpPr>
            <a:xfrm>
              <a:off x="10433785" y="2406301"/>
              <a:ext cx="741646" cy="776573"/>
              <a:chOff x="10433785" y="2406301"/>
              <a:chExt cx="741646" cy="776573"/>
            </a:xfrm>
          </p:grpSpPr>
          <p:sp>
            <p:nvSpPr>
              <p:cNvPr id="139" name="Forma 138"/>
              <p:cNvSpPr/>
              <p:nvPr/>
            </p:nvSpPr>
            <p:spPr>
              <a:xfrm>
                <a:off x="104337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0" name="Forma 139"/>
              <p:cNvSpPr/>
              <p:nvPr/>
            </p:nvSpPr>
            <p:spPr>
              <a:xfrm>
                <a:off x="108212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41" name="Diafragma_4"/>
            <p:cNvSpPr/>
            <p:nvPr/>
          </p:nvSpPr>
          <p:spPr>
            <a:xfrm>
              <a:off x="95662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42" name="Clavículas_4"/>
            <p:cNvGrpSpPr/>
            <p:nvPr/>
          </p:nvGrpSpPr>
          <p:grpSpPr>
            <a:xfrm>
              <a:off x="9747504" y="1179576"/>
              <a:ext cx="1673352" cy="109728"/>
              <a:chOff x="9747504" y="1179576"/>
              <a:chExt cx="1673352" cy="109728"/>
            </a:xfrm>
          </p:grpSpPr>
          <p:sp>
            <p:nvSpPr>
              <p:cNvPr id="143" name="Forma 142"/>
              <p:cNvSpPr/>
              <p:nvPr/>
            </p:nvSpPr>
            <p:spPr>
              <a:xfrm>
                <a:off x="97475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44" name="Forma 143"/>
              <p:cNvSpPr/>
              <p:nvPr/>
            </p:nvSpPr>
            <p:spPr>
              <a:xfrm>
                <a:off x="97475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45" name="Forma 144"/>
            <p:cNvSpPr/>
            <p:nvPr/>
          </p:nvSpPr>
          <p:spPr>
            <a:xfrm>
              <a:off x="9189720" y="3794760"/>
              <a:ext cx="2788920" cy="502920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46" name="Forma 145"/>
            <p:cNvSpPr/>
            <p:nvPr/>
          </p:nvSpPr>
          <p:spPr>
            <a:xfrm>
              <a:off x="91897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Empiema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147" name="Conclusión cavidad"/>
          <p:cNvSpPr/>
          <p:nvPr/>
        </p:nvSpPr>
        <p:spPr>
          <a:xfrm>
            <a:off x="274320" y="5120640"/>
            <a:ext cx="11658600" cy="11887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condiciones patológicas el espacio virtual se hace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lo ocupa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(derrame),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(neumotórax) 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(empiema). Cada contenido modifica de manera distinta la mecánica y los hallazgos.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70118" y="91440"/>
            <a:ext cx="855698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CAVIDAD PLEURAL: UN ESPACIO POTENCIAL</a:t>
            </a:r>
            <a:endParaRPr lang="es-AR" sz="2400" dirty="0">
              <a:latin typeface="Mali"/>
            </a:endParaRPr>
          </a:p>
        </p:txBody>
      </p:sp>
      <p:sp>
        <p:nvSpPr>
          <p:cNvPr id="1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6766560" cy="680085"/>
            <a:chOff x="365760" y="914400"/>
            <a:chExt cx="6766560" cy="68008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36808" cy="68008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502568" y="914400"/>
              <a:ext cx="4629752" cy="68008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VALOR DE REFERENCIA</a:t>
              </a:r>
              <a:endParaRPr lang="es-AR" sz="1650" dirty="0">
                <a:latin typeface="Mali"/>
              </a:endParaRPr>
            </a:p>
          </p:txBody>
        </p:sp>
      </p:grpSp>
      <p:grpSp>
        <p:nvGrpSpPr>
          <p:cNvPr id="7" name="Tabla fila 1"/>
          <p:cNvGrpSpPr/>
          <p:nvPr/>
        </p:nvGrpSpPr>
        <p:grpSpPr>
          <a:xfrm>
            <a:off x="365760" y="1594485"/>
            <a:ext cx="6766560" cy="680085"/>
            <a:chOff x="365760" y="1594485"/>
            <a:chExt cx="6766560" cy="680085"/>
          </a:xfrm>
        </p:grpSpPr>
        <p:sp>
          <p:nvSpPr>
            <p:cNvPr id="8" name="Forma 7"/>
            <p:cNvSpPr/>
            <p:nvPr/>
          </p:nvSpPr>
          <p:spPr>
            <a:xfrm>
              <a:off x="365760" y="159448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Volumen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2502568" y="159448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0,13 ± 0,06 ml/kg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0" name="Tabla fila 2"/>
          <p:cNvGrpSpPr/>
          <p:nvPr/>
        </p:nvGrpSpPr>
        <p:grpSpPr>
          <a:xfrm>
            <a:off x="365760" y="2274570"/>
            <a:ext cx="6766560" cy="680085"/>
            <a:chOff x="365760" y="2274570"/>
            <a:chExt cx="6766560" cy="680085"/>
          </a:xfrm>
        </p:grpSpPr>
        <p:sp>
          <p:nvSpPr>
            <p:cNvPr id="11" name="Forma 10"/>
            <p:cNvSpPr/>
            <p:nvPr/>
          </p:nvSpPr>
          <p:spPr>
            <a:xfrm>
              <a:off x="365760" y="2274570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2502568" y="2274570"/>
              <a:ext cx="4629752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7,50 – 7,60 (alcalino respecto del plasma)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3" name="Tabla fila 3"/>
          <p:cNvGrpSpPr/>
          <p:nvPr/>
        </p:nvGrpSpPr>
        <p:grpSpPr>
          <a:xfrm>
            <a:off x="365760" y="2954655"/>
            <a:ext cx="6766560" cy="680085"/>
            <a:chOff x="365760" y="2954655"/>
            <a:chExt cx="6766560" cy="680085"/>
          </a:xfrm>
        </p:grpSpPr>
        <p:sp>
          <p:nvSpPr>
            <p:cNvPr id="14" name="Forma 13"/>
            <p:cNvSpPr/>
            <p:nvPr/>
          </p:nvSpPr>
          <p:spPr>
            <a:xfrm>
              <a:off x="365760" y="295465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HCO</a:t>
              </a:r>
              <a:r>
                <a:rPr lang="es-AR" sz="1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r>
                <a:rPr lang="es-AR" sz="1600" b="1" baseline="30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2502568" y="295465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Mayor que el plasmático (pH alcalino)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6" name="Tabla fila 4"/>
          <p:cNvGrpSpPr/>
          <p:nvPr/>
        </p:nvGrpSpPr>
        <p:grpSpPr>
          <a:xfrm>
            <a:off x="365760" y="3634740"/>
            <a:ext cx="6766560" cy="680085"/>
            <a:chOff x="365760" y="3634740"/>
            <a:chExt cx="6766560" cy="680085"/>
          </a:xfrm>
        </p:grpSpPr>
        <p:sp>
          <p:nvSpPr>
            <p:cNvPr id="17" name="Forma 16"/>
            <p:cNvSpPr/>
            <p:nvPr/>
          </p:nvSpPr>
          <p:spPr>
            <a:xfrm>
              <a:off x="365760" y="3634740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502568" y="3634740"/>
              <a:ext cx="4629752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1–2 g/dl (&lt; 0,5 del valor sérico)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9" name="Tabla fila 5"/>
          <p:cNvGrpSpPr/>
          <p:nvPr/>
        </p:nvGrpSpPr>
        <p:grpSpPr>
          <a:xfrm>
            <a:off x="365760" y="4314825"/>
            <a:ext cx="6766560" cy="680085"/>
            <a:chOff x="365760" y="4314825"/>
            <a:chExt cx="6766560" cy="680085"/>
          </a:xfrm>
        </p:grpSpPr>
        <p:sp>
          <p:nvSpPr>
            <p:cNvPr id="20" name="Forma 19"/>
            <p:cNvSpPr/>
            <p:nvPr/>
          </p:nvSpPr>
          <p:spPr>
            <a:xfrm>
              <a:off x="365760" y="431482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2502568" y="431482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Similar a la plasmática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2" name="Tabla fila 6"/>
          <p:cNvGrpSpPr/>
          <p:nvPr/>
        </p:nvGrpSpPr>
        <p:grpSpPr>
          <a:xfrm>
            <a:off x="365760" y="4994910"/>
            <a:ext cx="6766560" cy="680085"/>
            <a:chOff x="365760" y="4994910"/>
            <a:chExt cx="6766560" cy="680085"/>
          </a:xfrm>
        </p:grpSpPr>
        <p:sp>
          <p:nvSpPr>
            <p:cNvPr id="23" name="Forma 22"/>
            <p:cNvSpPr/>
            <p:nvPr/>
          </p:nvSpPr>
          <p:spPr>
            <a:xfrm>
              <a:off x="365760" y="4994910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2502568" y="4994910"/>
              <a:ext cx="4629752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Inferior a la sérica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5" name="Tabla fila 7"/>
          <p:cNvGrpSpPr/>
          <p:nvPr/>
        </p:nvGrpSpPr>
        <p:grpSpPr>
          <a:xfrm>
            <a:off x="365760" y="5674995"/>
            <a:ext cx="6766560" cy="680085"/>
            <a:chOff x="365760" y="5674995"/>
            <a:chExt cx="6766560" cy="680085"/>
          </a:xfrm>
        </p:grpSpPr>
        <p:sp>
          <p:nvSpPr>
            <p:cNvPr id="26" name="Forma 25"/>
            <p:cNvSpPr/>
            <p:nvPr/>
          </p:nvSpPr>
          <p:spPr>
            <a:xfrm>
              <a:off x="365760" y="567499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2502568" y="567499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50–70 % de la albúmina plasmática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8" name="Tubo normal"/>
          <p:cNvGrpSpPr/>
          <p:nvPr/>
        </p:nvGrpSpPr>
        <p:grpSpPr>
          <a:xfrm>
            <a:off x="7406640" y="1280160"/>
            <a:ext cx="1645920" cy="4626864"/>
            <a:chOff x="7406640" y="1280160"/>
            <a:chExt cx="1645920" cy="4626864"/>
          </a:xfrm>
        </p:grpSpPr>
        <p:sp>
          <p:nvSpPr>
            <p:cNvPr id="29" name="Forma 28"/>
            <p:cNvSpPr/>
            <p:nvPr/>
          </p:nvSpPr>
          <p:spPr>
            <a:xfrm>
              <a:off x="7615123" y="1280160"/>
              <a:ext cx="1228954" cy="42062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757770" y="3404311"/>
              <a:ext cx="943661" cy="201899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7DD"/>
                </a:gs>
                <a:gs pos="100000">
                  <a:srgbClr val="E0D8B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757770" y="3341218"/>
              <a:ext cx="943661" cy="147218"/>
            </a:xfrm>
            <a:prstGeom prst="ellipse">
              <a:avLst/>
            </a:prstGeom>
            <a:solidFill>
              <a:srgbClr val="FFF8E1"/>
            </a:solidFill>
            <a:ln w="9525" cap="rnd">
              <a:solidFill>
                <a:srgbClr val="B2AC9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680960" y="1700784"/>
              <a:ext cx="1097280" cy="378561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856525" y="2003633"/>
              <a:ext cx="131674" cy="227137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406640" y="5541264"/>
              <a:ext cx="164592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Seroso, claro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35" name="Revisión valores"/>
          <p:cNvSpPr/>
          <p:nvPr/>
        </p:nvSpPr>
        <p:spPr>
          <a:xfrm>
            <a:off x="9235440" y="1097280"/>
            <a:ext cx="2651760" cy="48463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Varios valores de esta tabla (volumen, HCO</a:t>
            </a:r>
            <a:r>
              <a:rPr lang="es-AR" sz="1800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r>
              <a:rPr lang="es-AR" sz="1800" baseline="30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−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, glucosa, LDH) están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por inconsistencias de unidad o de redacción: ver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Auditoría científica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51497" y="91440"/>
            <a:ext cx="797560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LÍQUIDO PLEURAL NORMAL: COMPOSICIÓN</a:t>
            </a:r>
            <a:endParaRPr lang="es-AR" sz="2400" dirty="0">
              <a:latin typeface="Mali"/>
            </a:endParaRPr>
          </a:p>
        </p:txBody>
      </p:sp>
      <p:sp>
        <p:nvSpPr>
          <p:cNvPr id="3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nel gráfico"/>
          <p:cNvSpPr/>
          <p:nvPr/>
        </p:nvSpPr>
        <p:spPr>
          <a:xfrm>
            <a:off x="365760" y="914400"/>
            <a:ext cx="7315200" cy="4663440"/>
          </a:xfrm>
          <a:prstGeom prst="rect">
            <a:avLst/>
          </a:prstGeom>
          <a:solidFill>
            <a:srgbClr val="FFFFFF">
              <a:alpha val="85000"/>
            </a:srgbClr>
          </a:solidFill>
          <a:ln w="28575" cap="rnd">
            <a:solidFill>
              <a:srgbClr val="000000"/>
            </a:solidFill>
            <a:round/>
          </a:ln>
        </p:spPr>
      </p:sp>
      <p:sp>
        <p:nvSpPr>
          <p:cNvPr id="5" name="Forma 4"/>
          <p:cNvSpPr txBox="1"/>
          <p:nvPr/>
        </p:nvSpPr>
        <p:spPr>
          <a:xfrm>
            <a:off x="548640" y="1005840"/>
            <a:ext cx="6949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Proporción del recuento (%)</a:t>
            </a:r>
            <a:endParaRPr lang="es-AR" sz="1500" dirty="0">
              <a:latin typeface="Mali"/>
            </a:endParaRPr>
          </a:p>
        </p:txBody>
      </p:sp>
      <p:grpSp>
        <p:nvGrpSpPr>
          <p:cNvPr id="6" name="Barra Macrófagos"/>
          <p:cNvGrpSpPr/>
          <p:nvPr/>
        </p:nvGrpSpPr>
        <p:grpSpPr>
          <a:xfrm>
            <a:off x="548640" y="1645920"/>
            <a:ext cx="7178040" cy="548640"/>
            <a:chOff x="548640" y="1645920"/>
            <a:chExt cx="7178040" cy="548640"/>
          </a:xfrm>
        </p:grpSpPr>
        <p:sp>
          <p:nvSpPr>
            <p:cNvPr id="7" name="Forma 6"/>
            <p:cNvSpPr txBox="1"/>
            <p:nvPr/>
          </p:nvSpPr>
          <p:spPr>
            <a:xfrm>
              <a:off x="548640" y="164592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Macrófagos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3291840" y="1719072"/>
              <a:ext cx="3291840" cy="411480"/>
            </a:xfrm>
            <a:prstGeom prst="rect">
              <a:avLst/>
            </a:prstGeom>
            <a:solidFill>
              <a:srgbClr val="8E7CC3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3291840" y="1719072"/>
              <a:ext cx="2633472" cy="411480"/>
            </a:xfrm>
            <a:prstGeom prst="rect">
              <a:avLst/>
            </a:prstGeom>
            <a:solidFill>
              <a:srgbClr val="8E7CC3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0" name="Forma 9"/>
            <p:cNvSpPr txBox="1"/>
            <p:nvPr/>
          </p:nvSpPr>
          <p:spPr>
            <a:xfrm>
              <a:off x="6675120" y="1645920"/>
              <a:ext cx="10515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64–80 %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11" name="Barra Linfocitos"/>
          <p:cNvGrpSpPr/>
          <p:nvPr/>
        </p:nvGrpSpPr>
        <p:grpSpPr>
          <a:xfrm>
            <a:off x="548640" y="2606040"/>
            <a:ext cx="5367528" cy="548640"/>
            <a:chOff x="548640" y="2606040"/>
            <a:chExt cx="5367528" cy="548640"/>
          </a:xfrm>
        </p:grpSpPr>
        <p:sp>
          <p:nvSpPr>
            <p:cNvPr id="12" name="Forma 11"/>
            <p:cNvSpPr txBox="1"/>
            <p:nvPr/>
          </p:nvSpPr>
          <p:spPr>
            <a:xfrm>
              <a:off x="548640" y="260604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Linfocitos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3291840" y="2679192"/>
              <a:ext cx="1481328" cy="411480"/>
            </a:xfrm>
            <a:prstGeom prst="rect">
              <a:avLst/>
            </a:prstGeom>
            <a:solidFill>
              <a:srgbClr val="5DADE2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291840" y="2679192"/>
              <a:ext cx="740664" cy="411480"/>
            </a:xfrm>
            <a:prstGeom prst="rect">
              <a:avLst/>
            </a:prstGeom>
            <a:solidFill>
              <a:srgbClr val="5DADE2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5" name="Forma 14"/>
            <p:cNvSpPr txBox="1"/>
            <p:nvPr/>
          </p:nvSpPr>
          <p:spPr>
            <a:xfrm>
              <a:off x="4864608" y="2606040"/>
              <a:ext cx="10515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18–36 %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16" name="Barra Células mesoteliales"/>
          <p:cNvGrpSpPr/>
          <p:nvPr/>
        </p:nvGrpSpPr>
        <p:grpSpPr>
          <a:xfrm>
            <a:off x="548640" y="3566160"/>
            <a:ext cx="3968496" cy="548640"/>
            <a:chOff x="548640" y="3566160"/>
            <a:chExt cx="3968496" cy="548640"/>
          </a:xfrm>
        </p:grpSpPr>
        <p:sp>
          <p:nvSpPr>
            <p:cNvPr id="17" name="Forma 16"/>
            <p:cNvSpPr txBox="1"/>
            <p:nvPr/>
          </p:nvSpPr>
          <p:spPr>
            <a:xfrm>
              <a:off x="548640" y="356616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 mesoteliales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3291840" y="3639312"/>
              <a:ext cx="82296" cy="411480"/>
            </a:xfrm>
            <a:prstGeom prst="rect">
              <a:avLst/>
            </a:prstGeom>
            <a:solidFill>
              <a:srgbClr val="009E9E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291840" y="3639312"/>
              <a:ext cx="45720" cy="41148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 txBox="1"/>
            <p:nvPr/>
          </p:nvSpPr>
          <p:spPr>
            <a:xfrm>
              <a:off x="3465576" y="3566160"/>
              <a:ext cx="10515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0–2 %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21" name="Barra PMN"/>
          <p:cNvGrpSpPr/>
          <p:nvPr/>
        </p:nvGrpSpPr>
        <p:grpSpPr>
          <a:xfrm>
            <a:off x="548640" y="4526280"/>
            <a:ext cx="4009644" cy="548640"/>
            <a:chOff x="548640" y="4526280"/>
            <a:chExt cx="4009644" cy="548640"/>
          </a:xfrm>
        </p:grpSpPr>
        <p:sp>
          <p:nvSpPr>
            <p:cNvPr id="22" name="Forma 21"/>
            <p:cNvSpPr txBox="1"/>
            <p:nvPr/>
          </p:nvSpPr>
          <p:spPr>
            <a:xfrm>
              <a:off x="548640" y="452628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PMN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3291840" y="4599432"/>
              <a:ext cx="123444" cy="411480"/>
            </a:xfrm>
            <a:prstGeom prst="rect">
              <a:avLst/>
            </a:prstGeom>
            <a:solidFill>
              <a:srgbClr val="F5B041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291840" y="4599432"/>
              <a:ext cx="45720" cy="411480"/>
            </a:xfrm>
            <a:prstGeom prst="rect">
              <a:avLst/>
            </a:prstGeom>
            <a:solidFill>
              <a:srgbClr val="F5B041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5" name="Forma 24"/>
            <p:cNvSpPr txBox="1"/>
            <p:nvPr/>
          </p:nvSpPr>
          <p:spPr>
            <a:xfrm>
              <a:off x="3506724" y="4526280"/>
              <a:ext cx="10515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pocos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26" name="Recuento total"/>
          <p:cNvSpPr/>
          <p:nvPr/>
        </p:nvSpPr>
        <p:spPr>
          <a:xfrm>
            <a:off x="7955280" y="914400"/>
            <a:ext cx="3931920" cy="13716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Leucocitos: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1.000 – 5.000/mm</a:t>
            </a:r>
            <a:r>
              <a:rPr lang="es-AR" sz="2100" b="1" baseline="30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endParaRPr lang="es-AR" sz="2100" dirty="0">
              <a:latin typeface="Mali"/>
            </a:endParaRPr>
          </a:p>
        </p:txBody>
      </p:sp>
      <p:sp>
        <p:nvSpPr>
          <p:cNvPr id="27" name="Interpretación celular"/>
          <p:cNvSpPr/>
          <p:nvPr/>
        </p:nvSpPr>
        <p:spPr>
          <a:xfrm>
            <a:off x="7955280" y="2468880"/>
            <a:ext cx="3931920" cy="1828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Predominio de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macrófagos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los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PMN son escasos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Un predominio distinto orienta a patología (Unidad X).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595326" y="91440"/>
            <a:ext cx="843177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CELULARIDAD NORMAL DEL LÍQUIDO PLEURAL</a:t>
            </a:r>
            <a:endParaRPr lang="es-AR" sz="24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6583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5125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71170" y="1548994"/>
            <a:ext cx="5149901" cy="4671487"/>
            <a:chOff x="671170" y="1548994"/>
            <a:chExt cx="5149901" cy="4671487"/>
          </a:xfrm>
        </p:grpSpPr>
        <p:sp>
          <p:nvSpPr>
            <p:cNvPr id="7" name="Forma 6"/>
            <p:cNvSpPr/>
            <p:nvPr/>
          </p:nvSpPr>
          <p:spPr>
            <a:xfrm>
              <a:off x="67117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7117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9303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371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463" y="2274019"/>
            <a:ext cx="770079" cy="3634642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49740" y="1095451"/>
            <a:ext cx="1392760" cy="2432095"/>
            <a:chOff x="2549740" y="1095451"/>
            <a:chExt cx="1392760" cy="2432095"/>
          </a:xfrm>
        </p:grpSpPr>
        <p:sp>
          <p:nvSpPr>
            <p:cNvPr id="13" name="Forma 12"/>
            <p:cNvSpPr/>
            <p:nvPr/>
          </p:nvSpPr>
          <p:spPr>
            <a:xfrm>
              <a:off x="2549740" y="1095451"/>
              <a:ext cx="1392760" cy="243209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40781" y="1265530"/>
              <a:ext cx="210678" cy="124015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57414" y="1655091"/>
            <a:ext cx="1853825" cy="4118083"/>
            <a:chOff x="1057414" y="1655091"/>
            <a:chExt cx="1853825" cy="4118083"/>
          </a:xfrm>
        </p:grpSpPr>
        <p:sp>
          <p:nvSpPr>
            <p:cNvPr id="16" name="Forma 15"/>
            <p:cNvSpPr/>
            <p:nvPr/>
          </p:nvSpPr>
          <p:spPr>
            <a:xfrm>
              <a:off x="1057414" y="1655091"/>
              <a:ext cx="1853825" cy="411808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77319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101402" y="3448202"/>
              <a:ext cx="1559502" cy="1726826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57414" y="1655091"/>
            <a:ext cx="1853825" cy="411808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08096" y="1655091"/>
            <a:ext cx="1726731" cy="4254317"/>
            <a:chOff x="3708096" y="1655091"/>
            <a:chExt cx="1726731" cy="4254317"/>
          </a:xfrm>
        </p:grpSpPr>
        <p:sp>
          <p:nvSpPr>
            <p:cNvPr id="21" name="Forma 20"/>
            <p:cNvSpPr/>
            <p:nvPr/>
          </p:nvSpPr>
          <p:spPr>
            <a:xfrm>
              <a:off x="3708096" y="1655091"/>
              <a:ext cx="1726731" cy="425431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860597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878153" y="3533242"/>
              <a:ext cx="1480565" cy="160853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08096" y="1655091"/>
            <a:ext cx="1726731" cy="4254317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9303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4371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900866" y="2085492"/>
            <a:ext cx="257402" cy="196159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53560" y="5231507"/>
            <a:ext cx="257418" cy="91284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30537" y="3857454"/>
            <a:ext cx="1556241" cy="1604918"/>
            <a:chOff x="2930537" y="3857454"/>
            <a:chExt cx="1556241" cy="1604918"/>
          </a:xfrm>
        </p:grpSpPr>
        <p:sp>
          <p:nvSpPr>
            <p:cNvPr id="30" name="Forma 29"/>
            <p:cNvSpPr/>
            <p:nvPr/>
          </p:nvSpPr>
          <p:spPr>
            <a:xfrm>
              <a:off x="2930537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43554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110092" y="5189084"/>
            <a:ext cx="4272057" cy="94572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90472" y="1322222"/>
            <a:ext cx="3511296" cy="226771"/>
            <a:chOff x="1490472" y="1322222"/>
            <a:chExt cx="3511296" cy="226771"/>
          </a:xfrm>
        </p:grpSpPr>
        <p:sp>
          <p:nvSpPr>
            <p:cNvPr id="34" name="Forma 33"/>
            <p:cNvSpPr/>
            <p:nvPr/>
          </p:nvSpPr>
          <p:spPr>
            <a:xfrm>
              <a:off x="149047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9047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Retracción pulmón"/>
          <p:cNvGrpSpPr/>
          <p:nvPr/>
        </p:nvGrpSpPr>
        <p:grpSpPr>
          <a:xfrm>
            <a:off x="1314907" y="3023006"/>
            <a:ext cx="1554480" cy="519379"/>
            <a:chOff x="1314907" y="3023006"/>
            <a:chExt cx="1554480" cy="519379"/>
          </a:xfrm>
        </p:grpSpPr>
        <p:sp>
          <p:nvSpPr>
            <p:cNvPr id="37" name="Flecha 36_2"/>
            <p:cNvSpPr/>
            <p:nvPr/>
          </p:nvSpPr>
          <p:spPr>
            <a:xfrm>
              <a:off x="1783080" y="3533242"/>
              <a:ext cx="585216" cy="9144"/>
            </a:xfrm>
            <a:custGeom>
              <a:avLst/>
              <a:gdLst/>
              <a:ahLst/>
              <a:cxnLst/>
              <a:rect l="0" t="0" r="r" b="b"/>
              <a:pathLst>
                <a:path w="639" h="10" fill="none">
                  <a:moveTo>
                    <a:pt x="0" y="0"/>
                  </a:moveTo>
                  <a:lnTo>
                    <a:pt x="639" y="0"/>
                  </a:lnTo>
                </a:path>
              </a:pathLst>
            </a:custGeom>
            <a:noFill/>
            <a:ln w="76200" cap="rnd">
              <a:solidFill>
                <a:srgbClr val="8E44AD"/>
              </a:solidFill>
              <a:round/>
              <a:tailEnd type="triangle" w="med" len="med"/>
            </a:ln>
          </p:spPr>
        </p:sp>
        <p:sp>
          <p:nvSpPr>
            <p:cNvPr id="38" name="Forma 38"/>
            <p:cNvSpPr txBox="1"/>
            <p:nvPr/>
          </p:nvSpPr>
          <p:spPr>
            <a:xfrm>
              <a:off x="1314907" y="3023006"/>
              <a:ext cx="1554480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464"/>
                </a:lnSpc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8E44AD"/>
                  </a:solidFill>
                  <a:latin typeface="Mali"/>
                  <a:ea typeface="Mali"/>
                  <a:cs typeface="Mali"/>
                  <a:sym typeface="Mali"/>
                </a:rPr>
                <a:t>retracción pulmonar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39" name="Expansión pared"/>
          <p:cNvGrpSpPr/>
          <p:nvPr/>
        </p:nvGrpSpPr>
        <p:grpSpPr>
          <a:xfrm>
            <a:off x="365760" y="4270248"/>
            <a:ext cx="1463040" cy="647395"/>
            <a:chOff x="365760" y="4270248"/>
            <a:chExt cx="1463040" cy="647395"/>
          </a:xfrm>
        </p:grpSpPr>
        <p:sp>
          <p:nvSpPr>
            <p:cNvPr id="40" name="Flecha 40_2"/>
            <p:cNvSpPr/>
            <p:nvPr/>
          </p:nvSpPr>
          <p:spPr>
            <a:xfrm>
              <a:off x="729691" y="4270248"/>
              <a:ext cx="468173" cy="9144"/>
            </a:xfrm>
            <a:custGeom>
              <a:avLst/>
              <a:gdLst/>
              <a:ahLst/>
              <a:cxnLst/>
              <a:rect l="0" t="0" r="r" b="b"/>
              <a:pathLst>
                <a:path w="512" h="10" fill="none">
                  <a:moveTo>
                    <a:pt x="512" y="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009E9E"/>
              </a:solidFill>
              <a:round/>
              <a:tailEnd type="triangle" w="med" len="med"/>
            </a:ln>
          </p:spPr>
        </p:sp>
        <p:sp>
          <p:nvSpPr>
            <p:cNvPr id="41" name="Forma 42"/>
            <p:cNvSpPr txBox="1"/>
            <p:nvPr/>
          </p:nvSpPr>
          <p:spPr>
            <a:xfrm>
              <a:off x="365760" y="4497019"/>
              <a:ext cx="1463040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464"/>
                </a:lnSpc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009E9E"/>
                  </a:solidFill>
                  <a:latin typeface="Mali"/>
                  <a:ea typeface="Mali"/>
                  <a:cs typeface="Mali"/>
                  <a:sym typeface="Mali"/>
                </a:rPr>
                <a:t>expansión de pared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42" name="Recuadro Pulmón"/>
          <p:cNvGrpSpPr/>
          <p:nvPr/>
        </p:nvGrpSpPr>
        <p:grpSpPr>
          <a:xfrm>
            <a:off x="6492240" y="914400"/>
            <a:ext cx="5394960" cy="1231392"/>
            <a:chOff x="6492240" y="914400"/>
            <a:chExt cx="5394960" cy="1231392"/>
          </a:xfrm>
        </p:grpSpPr>
        <p:sp>
          <p:nvSpPr>
            <p:cNvPr id="43" name="Forma 44"/>
            <p:cNvSpPr/>
            <p:nvPr/>
          </p:nvSpPr>
          <p:spPr>
            <a:xfrm>
              <a:off x="6492240" y="1280160"/>
              <a:ext cx="5394960" cy="865632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Por su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elasticidad intrínseca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tiende 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retraerse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hacia el hilio.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4" name="Forma 45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5" name="Recuadro Pared torácica"/>
          <p:cNvGrpSpPr/>
          <p:nvPr/>
        </p:nvGrpSpPr>
        <p:grpSpPr>
          <a:xfrm>
            <a:off x="6492240" y="2310384"/>
            <a:ext cx="5394960" cy="1231392"/>
            <a:chOff x="6492240" y="2310384"/>
            <a:chExt cx="5394960" cy="1231392"/>
          </a:xfrm>
        </p:grpSpPr>
        <p:sp>
          <p:nvSpPr>
            <p:cNvPr id="46" name="Forma 47"/>
            <p:cNvSpPr/>
            <p:nvPr/>
          </p:nvSpPr>
          <p:spPr>
            <a:xfrm>
              <a:off x="6492240" y="2676144"/>
              <a:ext cx="5394960" cy="865632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Tiende 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expandirse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hacia afuera.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7" name="Forma 48"/>
            <p:cNvSpPr/>
            <p:nvPr/>
          </p:nvSpPr>
          <p:spPr>
            <a:xfrm>
              <a:off x="6492240" y="2310384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PARED TORÁCICA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Resultado"/>
          <p:cNvGrpSpPr/>
          <p:nvPr/>
        </p:nvGrpSpPr>
        <p:grpSpPr>
          <a:xfrm>
            <a:off x="6492240" y="3706368"/>
            <a:ext cx="5394960" cy="1231392"/>
            <a:chOff x="6492240" y="3706368"/>
            <a:chExt cx="5394960" cy="1231392"/>
          </a:xfrm>
        </p:grpSpPr>
        <p:sp>
          <p:nvSpPr>
            <p:cNvPr id="49" name="Forma 50"/>
            <p:cNvSpPr/>
            <p:nvPr/>
          </p:nvSpPr>
          <p:spPr>
            <a:xfrm>
              <a:off x="6492240" y="4072128"/>
              <a:ext cx="5394960" cy="86563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3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Entre ambas fuerzas el espacio pleural queda a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negativa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(subatmosférica): el pulmón permanece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expandido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acoplado a la pared.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50" name="Forma 51"/>
            <p:cNvSpPr/>
            <p:nvPr/>
          </p:nvSpPr>
          <p:spPr>
            <a:xfrm>
              <a:off x="6492240" y="3706368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952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600" dirty="0">
                <a:latin typeface="Mali"/>
              </a:endParaRPr>
            </a:p>
          </p:txBody>
        </p:sp>
      </p:grpSp>
      <p:sp>
        <p:nvSpPr>
          <p:cNvPr id="51" name="Puente neumotórax"/>
          <p:cNvSpPr/>
          <p:nvPr/>
        </p:nvSpPr>
        <p:spPr>
          <a:xfrm>
            <a:off x="6492240" y="5120640"/>
            <a:ext cx="5394960" cy="11887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 entra aire, la presión negativa se pierde y el pulmón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colapsa por su propia elasticidad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→ neumotórax (Unidad XII).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191068" y="91440"/>
            <a:ext cx="983603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13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INTRAPLEURAL NEGATIVA: DOS FUERZAS OPUESTAS</a:t>
            </a:r>
            <a:endParaRPr lang="es-AR" sz="215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equilibrio de Starling y el drenaje linfático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hidrostática capilar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oncótica (albúmina)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Permeabilidad y coeficiente de reflexión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Filtración neta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 linfático de la pleura parietal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Qué ocurre cuando se altera una fuerza</a:t>
            </a:r>
            <a:endParaRPr lang="es-AR" sz="1450" dirty="0">
              <a:latin typeface="Mali"/>
            </a:endParaRPr>
          </a:p>
        </p:txBody>
      </p:sp>
      <p:sp>
        <p:nvSpPr>
          <p:cNvPr id="11" name="!!Intersticio"/>
          <p:cNvSpPr/>
          <p:nvPr/>
        </p:nvSpPr>
        <p:spPr>
          <a:xfrm>
            <a:off x="6400800" y="2589581"/>
            <a:ext cx="5486400" cy="3628339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6510528" y="3133832"/>
            <a:ext cx="4389120" cy="2369470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6839712" y="3422965"/>
            <a:ext cx="3555187" cy="2415113"/>
            <a:chOff x="6839712" y="3422965"/>
            <a:chExt cx="3555187" cy="2415113"/>
          </a:xfrm>
        </p:grpSpPr>
        <p:sp>
          <p:nvSpPr>
            <p:cNvPr id="14" name="Forma 13"/>
            <p:cNvSpPr/>
            <p:nvPr/>
          </p:nvSpPr>
          <p:spPr>
            <a:xfrm>
              <a:off x="6839712" y="3422965"/>
              <a:ext cx="3555187" cy="2415113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982358" y="3456981"/>
              <a:ext cx="3280867" cy="234708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Rótulo compartimento"/>
          <p:cNvSpPr txBox="1"/>
          <p:nvPr/>
        </p:nvSpPr>
        <p:spPr>
          <a:xfrm>
            <a:off x="6537960" y="2702966"/>
            <a:ext cx="3072384" cy="3118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000" dirty="0">
              <a:latin typeface="Mali"/>
            </a:endParaRPr>
          </a:p>
        </p:txBody>
      </p:sp>
      <p:grpSp>
        <p:nvGrpSpPr>
          <p:cNvPr id="17" name="!!Capilar"/>
          <p:cNvGrpSpPr/>
          <p:nvPr/>
        </p:nvGrpSpPr>
        <p:grpSpPr>
          <a:xfrm>
            <a:off x="6400800" y="775411"/>
            <a:ext cx="6013094" cy="1644091"/>
            <a:chOff x="6400800" y="775411"/>
            <a:chExt cx="6013094" cy="1644091"/>
          </a:xfrm>
        </p:grpSpPr>
        <p:sp>
          <p:nvSpPr>
            <p:cNvPr id="18" name="Forma 17"/>
            <p:cNvSpPr/>
            <p:nvPr/>
          </p:nvSpPr>
          <p:spPr>
            <a:xfrm>
              <a:off x="6400800" y="775411"/>
              <a:ext cx="5486400" cy="1644091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6400800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581851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7004304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185355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7607808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7788859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8211312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392363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8814816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8995867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9418320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9599371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10021824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10202875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10625328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10806379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1228832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09883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1832336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2013387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6400800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6581851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7004304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7185355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7607808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7788859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211312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392363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8814816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8995867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9418320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9599371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10021824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0202875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625328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10806379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11228832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11409883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11832336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2013387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6653174" y="1172261"/>
              <a:ext cx="5310835" cy="793699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6757416" y="1030529"/>
            <a:ext cx="4860950" cy="1122517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8046720" y="1682496"/>
            <a:ext cx="822960" cy="1814170"/>
            <a:chOff x="8046720" y="1682496"/>
            <a:chExt cx="822960" cy="1814170"/>
          </a:xfrm>
        </p:grpSpPr>
        <p:sp>
          <p:nvSpPr>
            <p:cNvPr id="62" name="Flecha 61_2"/>
            <p:cNvSpPr/>
            <p:nvPr/>
          </p:nvSpPr>
          <p:spPr>
            <a:xfrm>
              <a:off x="8046720" y="1682496"/>
              <a:ext cx="9144" cy="1814170"/>
            </a:xfrm>
            <a:custGeom>
              <a:avLst/>
              <a:gdLst/>
              <a:ahLst/>
              <a:cxnLst/>
              <a:rect l="0" t="0" r="r" b="b"/>
              <a:pathLst>
                <a:path w="10" h="1984" fill="none">
                  <a:moveTo>
                    <a:pt x="0" y="0"/>
                  </a:moveTo>
                  <a:lnTo>
                    <a:pt x="0" y="1984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8183880" y="29864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9253728" y="1682496"/>
            <a:ext cx="822960" cy="1724558"/>
            <a:chOff x="9253728" y="1682496"/>
            <a:chExt cx="822960" cy="1724558"/>
          </a:xfrm>
        </p:grpSpPr>
        <p:sp>
          <p:nvSpPr>
            <p:cNvPr id="65" name="Flecha 65_2"/>
            <p:cNvSpPr/>
            <p:nvPr/>
          </p:nvSpPr>
          <p:spPr>
            <a:xfrm>
              <a:off x="9253728" y="1682496"/>
              <a:ext cx="9144" cy="1700784"/>
            </a:xfrm>
            <a:custGeom>
              <a:avLst/>
              <a:gdLst/>
              <a:ahLst/>
              <a:cxnLst/>
              <a:rect l="0" t="0" r="r" b="b"/>
              <a:pathLst>
                <a:path w="10" h="1859" fill="none">
                  <a:moveTo>
                    <a:pt x="0" y="185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9390888" y="29864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7" name="!!FlechaNeta"/>
          <p:cNvGrpSpPr/>
          <p:nvPr/>
        </p:nvGrpSpPr>
        <p:grpSpPr>
          <a:xfrm>
            <a:off x="6510528" y="2419502"/>
            <a:ext cx="1188720" cy="2269541"/>
            <a:chOff x="6510528" y="2419502"/>
            <a:chExt cx="1188720" cy="2269541"/>
          </a:xfrm>
        </p:grpSpPr>
        <p:sp>
          <p:nvSpPr>
            <p:cNvPr id="68" name="Flecha 69_2"/>
            <p:cNvSpPr/>
            <p:nvPr/>
          </p:nvSpPr>
          <p:spPr>
            <a:xfrm>
              <a:off x="7223760" y="2419502"/>
              <a:ext cx="9144" cy="1530706"/>
            </a:xfrm>
            <a:custGeom>
              <a:avLst/>
              <a:gdLst/>
              <a:ahLst/>
              <a:cxnLst/>
              <a:rect l="0" t="0" r="r" b="b"/>
              <a:pathLst>
                <a:path w="10" h="1673" fill="none">
                  <a:moveTo>
                    <a:pt x="0" y="0"/>
                  </a:moveTo>
                  <a:lnTo>
                    <a:pt x="0" y="1673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9" name="Forma 71"/>
            <p:cNvSpPr/>
            <p:nvPr/>
          </p:nvSpPr>
          <p:spPr>
            <a:xfrm>
              <a:off x="6510528" y="4176979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70" name="!!VasoLinfatico"/>
          <p:cNvGrpSpPr/>
          <p:nvPr/>
        </p:nvGrpSpPr>
        <p:grpSpPr>
          <a:xfrm>
            <a:off x="11009376" y="2929738"/>
            <a:ext cx="603504" cy="3288182"/>
            <a:chOff x="11009376" y="2929738"/>
            <a:chExt cx="603504" cy="3288182"/>
          </a:xfrm>
        </p:grpSpPr>
        <p:sp>
          <p:nvSpPr>
            <p:cNvPr id="71" name="Forma 73"/>
            <p:cNvSpPr/>
            <p:nvPr/>
          </p:nvSpPr>
          <p:spPr>
            <a:xfrm>
              <a:off x="11009376" y="2929738"/>
              <a:ext cx="603504" cy="3288182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72" name="Forma 74"/>
            <p:cNvSpPr/>
            <p:nvPr/>
          </p:nvSpPr>
          <p:spPr>
            <a:xfrm>
              <a:off x="11064240" y="3723437"/>
              <a:ext cx="493776" cy="226771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3" name="Forma 75"/>
            <p:cNvSpPr/>
            <p:nvPr/>
          </p:nvSpPr>
          <p:spPr>
            <a:xfrm>
              <a:off x="11064240" y="4857293"/>
              <a:ext cx="493776" cy="226771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74" name="!!FlechaLinfa"/>
          <p:cNvGrpSpPr/>
          <p:nvPr/>
        </p:nvGrpSpPr>
        <p:grpSpPr>
          <a:xfrm>
            <a:off x="9912096" y="3043123"/>
            <a:ext cx="1408176" cy="2948026"/>
            <a:chOff x="9912096" y="3043123"/>
            <a:chExt cx="1408176" cy="2948026"/>
          </a:xfrm>
        </p:grpSpPr>
        <p:sp>
          <p:nvSpPr>
            <p:cNvPr id="75" name="Flecha 77_2"/>
            <p:cNvSpPr/>
            <p:nvPr/>
          </p:nvSpPr>
          <p:spPr>
            <a:xfrm>
              <a:off x="11311128" y="3043123"/>
              <a:ext cx="9144" cy="2948026"/>
            </a:xfrm>
            <a:custGeom>
              <a:avLst/>
              <a:gdLst/>
              <a:ahLst/>
              <a:cxnLst/>
              <a:rect l="0" t="0" r="r" b="b"/>
              <a:pathLst>
                <a:path w="10" h="3223" fill="none">
                  <a:moveTo>
                    <a:pt x="0" y="3223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6" name="Flecha 79_2"/>
            <p:cNvSpPr/>
            <p:nvPr/>
          </p:nvSpPr>
          <p:spPr>
            <a:xfrm>
              <a:off x="10021824" y="3723437"/>
              <a:ext cx="932688" cy="9144"/>
            </a:xfrm>
            <a:custGeom>
              <a:avLst/>
              <a:gdLst/>
              <a:ahLst/>
              <a:cxnLst/>
              <a:rect l="0" t="0" r="r" b="b"/>
              <a:pathLst>
                <a:path w="1019" h="10" fill="none">
                  <a:moveTo>
                    <a:pt x="0" y="0"/>
                  </a:moveTo>
                  <a:lnTo>
                    <a:pt x="1019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7" name="Flecha 81_2"/>
            <p:cNvSpPr/>
            <p:nvPr/>
          </p:nvSpPr>
          <p:spPr>
            <a:xfrm>
              <a:off x="10021824" y="4857293"/>
              <a:ext cx="932688" cy="9144"/>
            </a:xfrm>
            <a:custGeom>
              <a:avLst/>
              <a:gdLst/>
              <a:ahLst/>
              <a:cxnLst/>
              <a:rect l="0" t="0" r="r" b="b"/>
              <a:pathLst>
                <a:path w="1019" h="10" fill="none">
                  <a:moveTo>
                    <a:pt x="0" y="0"/>
                  </a:moveTo>
                  <a:lnTo>
                    <a:pt x="1019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8" name="Flecha 83_2"/>
            <p:cNvSpPr/>
            <p:nvPr/>
          </p:nvSpPr>
          <p:spPr>
            <a:xfrm>
              <a:off x="10021824" y="5650992"/>
              <a:ext cx="932688" cy="9144"/>
            </a:xfrm>
            <a:custGeom>
              <a:avLst/>
              <a:gdLst/>
              <a:ahLst/>
              <a:cxnLst/>
              <a:rect l="0" t="0" r="r" b="b"/>
              <a:pathLst>
                <a:path w="1019" h="10" fill="none">
                  <a:moveTo>
                    <a:pt x="0" y="0"/>
                  </a:moveTo>
                  <a:lnTo>
                    <a:pt x="1019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9" name="Forma 85"/>
            <p:cNvSpPr/>
            <p:nvPr/>
          </p:nvSpPr>
          <p:spPr>
            <a:xfrm>
              <a:off x="9912096" y="5169103"/>
              <a:ext cx="1097280" cy="34015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80" name="!!GotasFiltrado"/>
          <p:cNvSpPr/>
          <p:nvPr/>
        </p:nvSpPr>
        <p:spPr>
          <a:xfrm>
            <a:off x="8129016" y="3230209"/>
            <a:ext cx="2512771" cy="2012594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214988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063"/>
              </a:lnSpc>
              <a:spcAft>
                <a:spcPts val="300"/>
              </a:spcAft>
              <a:buNone/>
            </a:pPr>
            <a:r>
              <a:rPr lang="es-AR" sz="3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Y REABSORCIÓN DEL LÍQUIDO PLEURAL</a:t>
            </a:r>
            <a:endParaRPr lang="es-AR" sz="3700" dirty="0">
              <a:latin typeface="Mali"/>
            </a:endParaRPr>
          </a:p>
        </p:txBody>
      </p:sp>
      <p:sp>
        <p:nvSpPr>
          <p:cNvPr id="8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Ecuación"/>
          <p:cNvSpPr/>
          <p:nvPr/>
        </p:nvSpPr>
        <p:spPr>
          <a:xfrm>
            <a:off x="457200" y="914400"/>
            <a:ext cx="11247120" cy="1143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4148"/>
              </a:lnSpc>
              <a:spcAft>
                <a:spcPts val="300"/>
              </a:spcAft>
              <a:buNone/>
            </a:pP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Filtración = K · [ (P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− P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) − </a:t>
            </a:r>
            <a:r>
              <a:rPr lang="es-AR" sz="3400" b="1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· (π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− π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) ]</a:t>
            </a:r>
            <a:endParaRPr lang="es-AR" sz="3400" dirty="0">
              <a:latin typeface="Mali"/>
            </a:endParaRPr>
          </a:p>
        </p:txBody>
      </p:sp>
      <p:grpSp>
        <p:nvGrpSpPr>
          <p:cNvPr id="5" name="Variable K"/>
          <p:cNvGrpSpPr/>
          <p:nvPr/>
        </p:nvGrpSpPr>
        <p:grpSpPr>
          <a:xfrm>
            <a:off x="457200" y="2331720"/>
            <a:ext cx="5577840" cy="868680"/>
            <a:chOff x="457200" y="2331720"/>
            <a:chExt cx="5577840" cy="868680"/>
          </a:xfrm>
        </p:grpSpPr>
        <p:sp>
          <p:nvSpPr>
            <p:cNvPr id="6" name="Forma 5"/>
            <p:cNvSpPr/>
            <p:nvPr/>
          </p:nvSpPr>
          <p:spPr>
            <a:xfrm>
              <a:off x="457200" y="2331720"/>
              <a:ext cx="1005840" cy="8686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3172"/>
                </a:lnSpc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K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1508760" y="2331720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Coeficiente de filtración: permeabilidad al agua × superficie del capilar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8" name="Variable Pc"/>
          <p:cNvGrpSpPr/>
          <p:nvPr/>
        </p:nvGrpSpPr>
        <p:grpSpPr>
          <a:xfrm>
            <a:off x="6126480" y="2331720"/>
            <a:ext cx="5577840" cy="868680"/>
            <a:chOff x="6126480" y="2331720"/>
            <a:chExt cx="5577840" cy="868680"/>
          </a:xfrm>
        </p:grpSpPr>
        <p:sp>
          <p:nvSpPr>
            <p:cNvPr id="9" name="Forma 8"/>
            <p:cNvSpPr/>
            <p:nvPr/>
          </p:nvSpPr>
          <p:spPr>
            <a:xfrm>
              <a:off x="6126480" y="2331720"/>
              <a:ext cx="1005840" cy="868680"/>
            </a:xfrm>
            <a:prstGeom prst="rect">
              <a:avLst/>
            </a:prstGeom>
            <a:solidFill>
              <a:srgbClr val="F4A6A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3172"/>
                </a:lnSpc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7178040" y="2331720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hidrostática capilar: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empuja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líquido fuera del vaso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11" name="Variable Pi"/>
          <p:cNvGrpSpPr/>
          <p:nvPr/>
        </p:nvGrpSpPr>
        <p:grpSpPr>
          <a:xfrm>
            <a:off x="457200" y="3355848"/>
            <a:ext cx="5577840" cy="868680"/>
            <a:chOff x="457200" y="3355848"/>
            <a:chExt cx="5577840" cy="868680"/>
          </a:xfrm>
        </p:grpSpPr>
        <p:sp>
          <p:nvSpPr>
            <p:cNvPr id="12" name="Forma 11"/>
            <p:cNvSpPr/>
            <p:nvPr/>
          </p:nvSpPr>
          <p:spPr>
            <a:xfrm>
              <a:off x="457200" y="3355848"/>
              <a:ext cx="1005840" cy="868680"/>
            </a:xfrm>
            <a:prstGeom prst="rect">
              <a:avLst/>
            </a:prstGeom>
            <a:solidFill>
              <a:srgbClr val="F9D5D3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3172"/>
                </a:lnSpc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1508760" y="3355848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hidrostática del intersticio / espacio pleural: se opone a la salida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14" name="Variable σ"/>
          <p:cNvGrpSpPr/>
          <p:nvPr/>
        </p:nvGrpSpPr>
        <p:grpSpPr>
          <a:xfrm>
            <a:off x="6126480" y="3355848"/>
            <a:ext cx="5577840" cy="868680"/>
            <a:chOff x="6126480" y="3355848"/>
            <a:chExt cx="5577840" cy="868680"/>
          </a:xfrm>
        </p:grpSpPr>
        <p:sp>
          <p:nvSpPr>
            <p:cNvPr id="15" name="Forma 14"/>
            <p:cNvSpPr/>
            <p:nvPr/>
          </p:nvSpPr>
          <p:spPr>
            <a:xfrm>
              <a:off x="6126480" y="3355848"/>
              <a:ext cx="1005840" cy="868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3172"/>
                </a:lnSpc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7178040" y="3355848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Coeficiente de reflexión de proteínas: 1 = membrana impermeable a proteínas; menor = fuga proteica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7" name="Variable πc"/>
          <p:cNvGrpSpPr/>
          <p:nvPr/>
        </p:nvGrpSpPr>
        <p:grpSpPr>
          <a:xfrm>
            <a:off x="457200" y="4379976"/>
            <a:ext cx="5577840" cy="868680"/>
            <a:chOff x="457200" y="4379976"/>
            <a:chExt cx="5577840" cy="868680"/>
          </a:xfrm>
        </p:grpSpPr>
        <p:sp>
          <p:nvSpPr>
            <p:cNvPr id="18" name="Forma 17"/>
            <p:cNvSpPr/>
            <p:nvPr/>
          </p:nvSpPr>
          <p:spPr>
            <a:xfrm>
              <a:off x="457200" y="4379976"/>
              <a:ext cx="1005840" cy="868680"/>
            </a:xfrm>
            <a:prstGeom prst="rect">
              <a:avLst/>
            </a:prstGeom>
            <a:solidFill>
              <a:srgbClr val="9CC3E8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3172"/>
                </a:lnSpc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1508760" y="4379976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3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oncótica capilar (sobre todo </a:t>
              </a: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): </a:t>
              </a: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retiene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líquido dentro del vaso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0" name="Variable πi"/>
          <p:cNvGrpSpPr/>
          <p:nvPr/>
        </p:nvGrpSpPr>
        <p:grpSpPr>
          <a:xfrm>
            <a:off x="6126480" y="4379976"/>
            <a:ext cx="5577840" cy="868680"/>
            <a:chOff x="6126480" y="4379976"/>
            <a:chExt cx="5577840" cy="868680"/>
          </a:xfrm>
        </p:grpSpPr>
        <p:sp>
          <p:nvSpPr>
            <p:cNvPr id="21" name="Forma 20"/>
            <p:cNvSpPr/>
            <p:nvPr/>
          </p:nvSpPr>
          <p:spPr>
            <a:xfrm>
              <a:off x="6126480" y="4379976"/>
              <a:ext cx="1005840" cy="868680"/>
            </a:xfrm>
            <a:prstGeom prst="rect">
              <a:avLst/>
            </a:prstGeom>
            <a:solidFill>
              <a:srgbClr val="D6EAF8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3172"/>
                </a:lnSpc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7178040" y="4379976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oncótica del intersticio: atrae líquido hacia afuera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23" name="Rupturas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Tres situaciones rompen el equilibrio: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π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falla del drenaje linfático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a ellas se suma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de permeabilidad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(↑ K, ↓ </a:t>
            </a:r>
            <a:r>
              <a:rPr lang="es-AR" sz="20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) de la pleura enferma.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679352" y="91440"/>
            <a:ext cx="534775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ECUACIÓN DE STARLING</a:t>
            </a:r>
            <a:endParaRPr lang="es-AR" sz="2400" dirty="0">
              <a:latin typeface="Mali"/>
            </a:endParaRPr>
          </a:p>
        </p:txBody>
      </p:sp>
      <p:sp>
        <p:nvSpPr>
          <p:cNvPr id="2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3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5" name="Forma 54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58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60" name="Recuadro Capilar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1" name="Forma 60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de endotelio con eritrocitos, plasma y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(esferas amarillas).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CAPILAR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3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pleura está irrigada por capilares: los de la hoja parietal dependen de la circulación sistémica.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CAPILAR PLEURAL</a:t>
            </a:r>
            <a:endParaRPr lang="es-AR" sz="2400" dirty="0">
              <a:latin typeface="Mali"/>
            </a:endParaRPr>
          </a:p>
        </p:txBody>
      </p:sp>
      <p:sp>
        <p:nvSpPr>
          <p:cNvPr id="5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5" name="Forma 54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58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60" name="Recuadro Endotelio"/>
          <p:cNvGrpSpPr/>
          <p:nvPr/>
        </p:nvGrpSpPr>
        <p:grpSpPr>
          <a:xfrm>
            <a:off x="7589520" y="914400"/>
            <a:ext cx="4343400" cy="1783080"/>
            <a:chOff x="7589520" y="914400"/>
            <a:chExt cx="4343400" cy="1783080"/>
          </a:xfrm>
        </p:grpSpPr>
        <p:sp>
          <p:nvSpPr>
            <p:cNvPr id="61" name="Forma 60"/>
            <p:cNvSpPr/>
            <p:nvPr/>
          </p:nvSpPr>
          <p:spPr>
            <a:xfrm>
              <a:off x="7589520" y="1280160"/>
              <a:ext cx="4343400" cy="14173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Células unidas entre sí: barrera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semipermeable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ENDOTELIO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3" name="Recuadro σ ≈ 1"/>
          <p:cNvGrpSpPr/>
          <p:nvPr/>
        </p:nvGrpSpPr>
        <p:grpSpPr>
          <a:xfrm>
            <a:off x="7589520" y="2880360"/>
            <a:ext cx="4343400" cy="1783080"/>
            <a:chOff x="7589520" y="2880360"/>
            <a:chExt cx="4343400" cy="1783080"/>
          </a:xfrm>
        </p:grpSpPr>
        <p:sp>
          <p:nvSpPr>
            <p:cNvPr id="64" name="Forma 63"/>
            <p:cNvSpPr/>
            <p:nvPr/>
          </p:nvSpPr>
          <p:spPr>
            <a:xfrm>
              <a:off x="7589520" y="3246120"/>
              <a:ext cx="4343400" cy="14173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 condiciones normales las proteínas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atraviesan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la barrera.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5" name="Forma 64"/>
            <p:cNvSpPr/>
            <p:nvPr/>
          </p:nvSpPr>
          <p:spPr>
            <a:xfrm>
              <a:off x="7589520" y="288036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≈ 1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6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endotelio es una barrera semipermeable: deja pasar agua y retiene proteínas.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348172" y="91440"/>
            <a:ext cx="467893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MEMBRANA CAPILAR</a:t>
            </a:r>
            <a:endParaRPr lang="es-AR" sz="2400" dirty="0">
              <a:latin typeface="Mali"/>
            </a:endParaRPr>
          </a:p>
        </p:txBody>
      </p:sp>
      <p:sp>
        <p:nvSpPr>
          <p:cNvPr id="5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6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5" name="Forma 54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58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60" name="Recuadro Compartimento receptor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1" name="Forma 60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Recibe el agua filtrada; su presión (P</a:t>
              </a:r>
              <a:r>
                <a:rPr lang="es-AR" sz="21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 y su oncótica (π</a:t>
              </a:r>
              <a:r>
                <a:rPr lang="es-AR" sz="21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 también participan.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COMPARTIMENTO RECEPTOR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3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Debajo, el compartimento que recibe el filtrado: intersticio y espacio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460811" y="91440"/>
            <a:ext cx="656629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ESPACIO INTERSTICIAL Y PLEURAL</a:t>
            </a:r>
            <a:endParaRPr lang="es-AR" sz="2400" dirty="0">
              <a:latin typeface="Mali"/>
            </a:endParaRPr>
          </a:p>
        </p:txBody>
      </p:sp>
      <p:sp>
        <p:nvSpPr>
          <p:cNvPr id="5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8" name="Forma 58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9" name="Forma 59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0" name="Forma 60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1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63" name="Recuadro Pc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4" name="Forma 64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F4A6A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Fuerza de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salida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Depende de la presión venosa/capilar.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5" name="Forma 65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7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6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empuja el plasma hacia afuera del capilar.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58947" y="91440"/>
            <a:ext cx="48681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HIDROSTÁTICA</a:t>
            </a:r>
            <a:endParaRPr lang="es-AR" sz="2400" dirty="0">
              <a:latin typeface="Mali"/>
            </a:endParaRPr>
          </a:p>
        </p:txBody>
      </p:sp>
      <p:sp>
        <p:nvSpPr>
          <p:cNvPr id="6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sp>
        <p:nvSpPr>
          <p:cNvPr id="6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1" name="Forma 62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2" name="Forma 63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3" name="Forma 64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4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66" name="Recuadro πc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7" name="Forma 68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9CC3E8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Fuerza de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retención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las proteínas plasmáticas «atraen» agua.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8" name="Forma 69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7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9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π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generada sobre todo por la albúmina, retiene agua dentro del vaso.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64275" y="91440"/>
            <a:ext cx="416282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ONCÓTICA</a:t>
            </a:r>
            <a:endParaRPr lang="es-AR" sz="2400" dirty="0">
              <a:latin typeface="Mali"/>
            </a:endParaRPr>
          </a:p>
        </p:txBody>
      </p:sp>
      <p:sp>
        <p:nvSpPr>
          <p:cNvPr id="6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sp>
        <p:nvSpPr>
          <p:cNvPr id="7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297887"/>
            <a:chOff x="415138" y="2769718"/>
            <a:chExt cx="1188720" cy="2297887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1555394"/>
            </a:xfrm>
            <a:custGeom>
              <a:avLst/>
              <a:gdLst/>
              <a:ahLst/>
              <a:cxnLst/>
              <a:rect l="0" t="0" r="r" b="b"/>
              <a:pathLst>
                <a:path w="10" h="1700" fill="none">
                  <a:moveTo>
                    <a:pt x="0" y="0"/>
                  </a:moveTo>
                  <a:lnTo>
                    <a:pt x="0" y="1700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4555541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7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69" name="Recuadro Filtración neta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0" name="Forma 7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Resultado de (P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− P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) − </a:t>
              </a:r>
              <a:r>
                <a:rPr lang="es-AR" sz="21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(π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− π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):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pequeño flujo de salida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continuo.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1" name="Forma 7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2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balance de fuerzas produce una pequeña filtración neta hacia el espacio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MOVIMIENTO NETO</a:t>
            </a:r>
            <a:endParaRPr lang="es-AR" sz="2400" dirty="0">
              <a:latin typeface="Mali"/>
            </a:endParaRPr>
          </a:p>
        </p:txBody>
      </p:sp>
      <p:sp>
        <p:nvSpPr>
          <p:cNvPr id="6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sp>
        <p:nvSpPr>
          <p:cNvPr id="7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297887"/>
            <a:chOff x="415138" y="2769718"/>
            <a:chExt cx="1188720" cy="2297887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1555394"/>
            </a:xfrm>
            <a:custGeom>
              <a:avLst/>
              <a:gdLst/>
              <a:ahLst/>
              <a:cxnLst/>
              <a:rect l="0" t="0" r="r" b="b"/>
              <a:pathLst>
                <a:path w="10" h="1700" fill="none">
                  <a:moveTo>
                    <a:pt x="0" y="0"/>
                  </a:moveTo>
                  <a:lnTo>
                    <a:pt x="0" y="1700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4555541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8" name="Flecha 70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75" name="Recuadro Linfáticos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6" name="Forma 8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Reabsorben el líquido a través de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estomas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pleura parietal.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7" name="Forma 8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LINFÁTICOS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8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linfáticos de la pleura parietal son la principal vía de reabsorción.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39221" y="91440"/>
            <a:ext cx="418788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DRENAJE LINFÁTICO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297887"/>
            <a:chOff x="415138" y="2769718"/>
            <a:chExt cx="1188720" cy="2297887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1555394"/>
            </a:xfrm>
            <a:custGeom>
              <a:avLst/>
              <a:gdLst/>
              <a:ahLst/>
              <a:cxnLst/>
              <a:rect l="0" t="0" r="r" b="b"/>
              <a:pathLst>
                <a:path w="10" h="1700" fill="none">
                  <a:moveTo>
                    <a:pt x="0" y="0"/>
                  </a:moveTo>
                  <a:lnTo>
                    <a:pt x="0" y="1700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4555541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8" name="Flecha 70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75" name="Recuadro Equilibrio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6" name="Forma 8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Producción = reabsorción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El volumen permanece en ~0,13 ml/kg.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7" name="Forma 8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EQUILIBRIO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8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Equilibrio: lo que se filtra se drena; el volumen pleural se mantiene mínimo.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003939" y="91440"/>
            <a:ext cx="50231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SITUACIÓN FISIOLÓGICA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2189074"/>
            <a:chOff x="2386584" y="2020824"/>
            <a:chExt cx="861822" cy="2189074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2189074"/>
            </a:xfrm>
            <a:custGeom>
              <a:avLst/>
              <a:gdLst/>
              <a:ahLst/>
              <a:cxnLst/>
              <a:rect l="0" t="0" r="r" b="b"/>
              <a:pathLst>
                <a:path w="10" h="2393" fill="none">
                  <a:moveTo>
                    <a:pt x="0" y="0"/>
                  </a:moveTo>
                  <a:lnTo>
                    <a:pt x="0" y="2393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989174"/>
            <a:chOff x="415138" y="2769718"/>
            <a:chExt cx="1188720" cy="2989174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2246681"/>
            </a:xfrm>
            <a:custGeom>
              <a:avLst/>
              <a:gdLst/>
              <a:ahLst/>
              <a:cxnLst/>
              <a:rect l="0" t="0" r="r" b="b"/>
              <a:pathLst>
                <a:path w="10" h="2457" fill="none">
                  <a:moveTo>
                    <a:pt x="0" y="0"/>
                  </a:moveTo>
                  <a:lnTo>
                    <a:pt x="0" y="245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5246827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8" name="Flecha 70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75" name="Recuadro Ruptura del equilibrio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6" name="Forma 8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Cualquier fuerza que aumente la salida o reduzca la reabsorción desplaza el balance.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7" name="Forma 8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RUPTURA DEL EQUILIBRIO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8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Ejemplo: aumenta P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La filtración supera la capacidad de reabsorción.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08010" y="91440"/>
            <a:ext cx="561909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 UNA FUERZA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2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981834"/>
            <a:ext cx="7040880" cy="164756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1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2" name="Forma 11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86584" y="2020824"/>
            <a:ext cx="861822" cy="2189074"/>
            <a:chOff x="2386584" y="2020824"/>
            <a:chExt cx="861822" cy="2189074"/>
          </a:xfrm>
        </p:grpSpPr>
        <p:sp>
          <p:nvSpPr>
            <p:cNvPr id="56" name="Flecha 55_2"/>
            <p:cNvSpPr/>
            <p:nvPr/>
          </p:nvSpPr>
          <p:spPr>
            <a:xfrm>
              <a:off x="2386584" y="2020824"/>
              <a:ext cx="9144" cy="2189074"/>
            </a:xfrm>
            <a:custGeom>
              <a:avLst/>
              <a:gdLst/>
              <a:ahLst/>
              <a:cxnLst/>
              <a:rect l="0" t="0" r="r" b="b"/>
              <a:pathLst>
                <a:path w="10" h="2393" fill="none">
                  <a:moveTo>
                    <a:pt x="0" y="0"/>
                  </a:moveTo>
                  <a:lnTo>
                    <a:pt x="0" y="2393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9" name="Flecha 59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5138" y="2769718"/>
            <a:ext cx="1188720" cy="2989174"/>
            <a:chOff x="415138" y="2769718"/>
            <a:chExt cx="1188720" cy="2989174"/>
          </a:xfrm>
        </p:grpSpPr>
        <p:sp>
          <p:nvSpPr>
            <p:cNvPr id="62" name="Flecha 63_2"/>
            <p:cNvSpPr/>
            <p:nvPr/>
          </p:nvSpPr>
          <p:spPr>
            <a:xfrm>
              <a:off x="1330452" y="2769718"/>
              <a:ext cx="9144" cy="2246681"/>
            </a:xfrm>
            <a:custGeom>
              <a:avLst/>
              <a:gdLst/>
              <a:ahLst/>
              <a:cxnLst/>
              <a:rect l="0" t="0" r="r" b="b"/>
              <a:pathLst>
                <a:path w="10" h="2457" fill="none">
                  <a:moveTo>
                    <a:pt x="0" y="0"/>
                  </a:moveTo>
                  <a:lnTo>
                    <a:pt x="0" y="245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5138" y="5246827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5" name="Forma 67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9" name="Flecha 71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703814" y="3103839"/>
            <a:ext cx="5013107" cy="2909164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grpSp>
        <p:nvGrpSpPr>
          <p:cNvPr id="76" name="Recuadro Derrame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7" name="Forma 83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Aumento del líquido pleural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por encima de lo normal: es una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manifestación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, no un diagnóstico.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8" name="Forma 84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9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se acumula: aparece el derrame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221891" y="91440"/>
            <a:ext cx="68052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CONSECUENCIA SOBRE EL VOLUMEN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8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89387" y="1069848"/>
            <a:ext cx="4690506" cy="482803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64131" y="1346454"/>
            <a:ext cx="1741018" cy="369646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1558" y="1472184"/>
            <a:ext cx="4506163" cy="4144061"/>
            <a:chOff x="581558" y="1472184"/>
            <a:chExt cx="4506163" cy="4144061"/>
          </a:xfrm>
        </p:grpSpPr>
        <p:sp>
          <p:nvSpPr>
            <p:cNvPr id="7" name="Forma 6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43690" y="2115352"/>
            <a:ext cx="673819" cy="322428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25307" y="1069848"/>
            <a:ext cx="1218665" cy="2157504"/>
            <a:chOff x="2225307" y="1069848"/>
            <a:chExt cx="1218665" cy="2157504"/>
          </a:xfrm>
        </p:grpSpPr>
        <p:sp>
          <p:nvSpPr>
            <p:cNvPr id="13" name="Forma 12"/>
            <p:cNvSpPr/>
            <p:nvPr/>
          </p:nvSpPr>
          <p:spPr>
            <a:xfrm>
              <a:off x="2225307" y="1069848"/>
              <a:ext cx="1218665" cy="215750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42468" y="1220724"/>
              <a:ext cx="184343" cy="110013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68314" y="3379108"/>
            <a:ext cx="1720535" cy="1910867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88260" y="1566303"/>
            <a:ext cx="1419663" cy="2448645"/>
            <a:chOff x="1088260" y="1566303"/>
            <a:chExt cx="1419663" cy="2448645"/>
          </a:xfrm>
        </p:grpSpPr>
        <p:sp>
          <p:nvSpPr>
            <p:cNvPr id="17" name="Forma 16"/>
            <p:cNvSpPr/>
            <p:nvPr/>
          </p:nvSpPr>
          <p:spPr>
            <a:xfrm>
              <a:off x="1088260" y="1566303"/>
              <a:ext cx="1419663" cy="2448645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85099" y="1806606"/>
              <a:ext cx="1111874" cy="1752919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23320" y="2632501"/>
              <a:ext cx="1196119" cy="1025737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88260" y="1566303"/>
            <a:ext cx="1419663" cy="2448645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38869" y="1566303"/>
            <a:ext cx="1510890" cy="3773991"/>
            <a:chOff x="3238869" y="1566303"/>
            <a:chExt cx="1510890" cy="3773991"/>
          </a:xfrm>
        </p:grpSpPr>
        <p:sp>
          <p:nvSpPr>
            <p:cNvPr id="22" name="Forma 21"/>
            <p:cNvSpPr/>
            <p:nvPr/>
          </p:nvSpPr>
          <p:spPr>
            <a:xfrm>
              <a:off x="3238869" y="1566303"/>
              <a:ext cx="1510890" cy="377399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372307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387669" y="3232404"/>
              <a:ext cx="1295494" cy="142692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38869" y="1566303"/>
            <a:ext cx="1510890" cy="377399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32543" y="1948110"/>
            <a:ext cx="225227" cy="174012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578650" y="4738929"/>
            <a:ext cx="225241" cy="80977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58505" y="3520011"/>
            <a:ext cx="1361711" cy="1423718"/>
            <a:chOff x="2558505" y="3520011"/>
            <a:chExt cx="1361711" cy="1423718"/>
          </a:xfrm>
        </p:grpSpPr>
        <p:sp>
          <p:nvSpPr>
            <p:cNvPr id="31" name="Forma 30"/>
            <p:cNvSpPr/>
            <p:nvPr/>
          </p:nvSpPr>
          <p:spPr>
            <a:xfrm>
              <a:off x="2558505" y="3520011"/>
              <a:ext cx="1361711" cy="14237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69894" y="3624682"/>
              <a:ext cx="332842" cy="12673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65615" y="4701297"/>
            <a:ext cx="3738050" cy="83894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298448" y="1271016"/>
            <a:ext cx="3072384" cy="201168"/>
            <a:chOff x="1298448" y="1271016"/>
            <a:chExt cx="3072384" cy="201168"/>
          </a:xfrm>
        </p:grpSpPr>
        <p:sp>
          <p:nvSpPr>
            <p:cNvPr id="35" name="Forma 34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5577840" y="868680"/>
            <a:ext cx="2975823" cy="628650"/>
            <a:chOff x="5577840" y="868680"/>
            <a:chExt cx="2975823" cy="628650"/>
          </a:xfrm>
        </p:grpSpPr>
        <p:sp>
          <p:nvSpPr>
            <p:cNvPr id="38" name="Forma 37"/>
            <p:cNvSpPr/>
            <p:nvPr/>
          </p:nvSpPr>
          <p:spPr>
            <a:xfrm>
              <a:off x="5577840" y="868680"/>
              <a:ext cx="2926080" cy="226314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5577840" y="1094994"/>
              <a:ext cx="2926080" cy="40233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5586618" y="1205636"/>
              <a:ext cx="2967045" cy="181051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5460797" y="1497330"/>
            <a:ext cx="3160166" cy="1056132"/>
            <a:chOff x="5460797" y="1497330"/>
            <a:chExt cx="3160166" cy="1056132"/>
          </a:xfrm>
        </p:grpSpPr>
        <p:sp>
          <p:nvSpPr>
            <p:cNvPr id="42" name="Forma 41"/>
            <p:cNvSpPr/>
            <p:nvPr/>
          </p:nvSpPr>
          <p:spPr>
            <a:xfrm>
              <a:off x="5577840" y="1497330"/>
              <a:ext cx="2926080" cy="105613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5460797" y="1522476"/>
              <a:ext cx="3160166" cy="10058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899709" y="1542593"/>
            <a:ext cx="2282342" cy="885139"/>
            <a:chOff x="5899709" y="1542593"/>
            <a:chExt cx="2282342" cy="885139"/>
          </a:xfrm>
        </p:grpSpPr>
        <p:sp>
          <p:nvSpPr>
            <p:cNvPr id="45" name="Forma 44"/>
            <p:cNvSpPr/>
            <p:nvPr/>
          </p:nvSpPr>
          <p:spPr>
            <a:xfrm>
              <a:off x="5899709" y="1542593"/>
              <a:ext cx="702259" cy="88513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6010900" y="1713586"/>
              <a:ext cx="479877" cy="54315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479792" y="1542593"/>
              <a:ext cx="702259" cy="88513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590983" y="1713586"/>
              <a:ext cx="479877" cy="54315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540520" y="2120951"/>
            <a:ext cx="1679570" cy="382219"/>
            <a:chOff x="6540520" y="2120951"/>
            <a:chExt cx="1679570" cy="382219"/>
          </a:xfrm>
        </p:grpSpPr>
        <p:sp>
          <p:nvSpPr>
            <p:cNvPr id="50" name="Forma 49"/>
            <p:cNvSpPr/>
            <p:nvPr/>
          </p:nvSpPr>
          <p:spPr>
            <a:xfrm>
              <a:off x="6540520" y="2120951"/>
              <a:ext cx="76078" cy="13075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69781" y="2271827"/>
              <a:ext cx="64374" cy="1106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7338" y="2412644"/>
              <a:ext cx="52669" cy="9052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20604" y="2120951"/>
              <a:ext cx="76078" cy="13075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49864" y="2271827"/>
              <a:ext cx="64374" cy="1106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67421" y="2412644"/>
              <a:ext cx="52669" cy="9052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5574914" y="2603754"/>
            <a:ext cx="2931932" cy="367132"/>
            <a:chOff x="5574914" y="2603754"/>
            <a:chExt cx="2931932" cy="367132"/>
          </a:xfrm>
        </p:grpSpPr>
        <p:sp>
          <p:nvSpPr>
            <p:cNvPr id="57" name="Forma 56"/>
            <p:cNvSpPr/>
            <p:nvPr/>
          </p:nvSpPr>
          <p:spPr>
            <a:xfrm>
              <a:off x="5577840" y="2603754"/>
              <a:ext cx="2926080" cy="341986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5574914" y="2880360"/>
              <a:ext cx="2931932" cy="9052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5630509" y="2905506"/>
              <a:ext cx="2820741" cy="40234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5577840" y="2694280"/>
            <a:ext cx="2926080" cy="14081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7099402" y="2623871"/>
            <a:ext cx="1404518" cy="341986"/>
            <a:chOff x="7099402" y="2623871"/>
            <a:chExt cx="1404518" cy="341986"/>
          </a:xfrm>
        </p:grpSpPr>
        <p:sp>
          <p:nvSpPr>
            <p:cNvPr id="62" name="Forma 61"/>
            <p:cNvSpPr/>
            <p:nvPr/>
          </p:nvSpPr>
          <p:spPr>
            <a:xfrm>
              <a:off x="7099402" y="2623871"/>
              <a:ext cx="1404518" cy="15087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307153" y="2754630"/>
              <a:ext cx="52669" cy="211226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775326" y="2754630"/>
              <a:ext cx="52669" cy="211226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184977" y="2754630"/>
              <a:ext cx="52669" cy="211226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5577840" y="2970886"/>
            <a:ext cx="2926080" cy="52555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5402275" y="3491408"/>
            <a:ext cx="3277210" cy="266548"/>
            <a:chOff x="5402275" y="3491408"/>
            <a:chExt cx="3277210" cy="266548"/>
          </a:xfrm>
        </p:grpSpPr>
        <p:sp>
          <p:nvSpPr>
            <p:cNvPr id="68" name="Forma 67"/>
            <p:cNvSpPr/>
            <p:nvPr/>
          </p:nvSpPr>
          <p:spPr>
            <a:xfrm>
              <a:off x="5402275" y="3496437"/>
              <a:ext cx="3277210" cy="261518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5428610" y="3491408"/>
              <a:ext cx="3224540" cy="9052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484205" y="3516554"/>
              <a:ext cx="3113349" cy="40234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5402275" y="3637255"/>
            <a:ext cx="3277210" cy="9052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5402275" y="3798189"/>
            <a:ext cx="3303544" cy="2099691"/>
            <a:chOff x="5402275" y="3798189"/>
            <a:chExt cx="3303544" cy="2099691"/>
          </a:xfrm>
        </p:grpSpPr>
        <p:sp>
          <p:nvSpPr>
            <p:cNvPr id="73" name="Forma 72"/>
            <p:cNvSpPr/>
            <p:nvPr/>
          </p:nvSpPr>
          <p:spPr>
            <a:xfrm>
              <a:off x="5402275" y="3798189"/>
              <a:ext cx="3277210" cy="209969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516392" y="3853510"/>
              <a:ext cx="3189427" cy="195133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75" name="Recuadro Derrame pleural"/>
          <p:cNvGrpSpPr/>
          <p:nvPr/>
        </p:nvGrpSpPr>
        <p:grpSpPr>
          <a:xfrm>
            <a:off x="8686800" y="868680"/>
            <a:ext cx="3200400" cy="1249680"/>
            <a:chOff x="8686800" y="868680"/>
            <a:chExt cx="3200400" cy="1249680"/>
          </a:xfrm>
        </p:grpSpPr>
        <p:sp>
          <p:nvSpPr>
            <p:cNvPr id="76" name="Forma 75"/>
            <p:cNvSpPr/>
            <p:nvPr/>
          </p:nvSpPr>
          <p:spPr>
            <a:xfrm>
              <a:off x="8686800" y="1234440"/>
              <a:ext cx="3200400" cy="883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entre las hojas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(espacio pleural).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77" name="Forma 76"/>
            <p:cNvSpPr/>
            <p:nvPr/>
          </p:nvSpPr>
          <p:spPr>
            <a:xfrm>
              <a:off x="8686800" y="868680"/>
              <a:ext cx="3200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8" name="Recuadro Edema intersticial"/>
          <p:cNvGrpSpPr/>
          <p:nvPr/>
        </p:nvGrpSpPr>
        <p:grpSpPr>
          <a:xfrm>
            <a:off x="8686800" y="2255520"/>
            <a:ext cx="3200400" cy="1249680"/>
            <a:chOff x="8686800" y="2255520"/>
            <a:chExt cx="3200400" cy="1249680"/>
          </a:xfrm>
        </p:grpSpPr>
        <p:sp>
          <p:nvSpPr>
            <p:cNvPr id="79" name="Forma 78"/>
            <p:cNvSpPr/>
            <p:nvPr/>
          </p:nvSpPr>
          <p:spPr>
            <a:xfrm>
              <a:off x="8686800" y="2621280"/>
              <a:ext cx="3200400" cy="883920"/>
            </a:xfrm>
            <a:prstGeom prst="rect">
              <a:avLst/>
            </a:prstGeom>
            <a:solidFill>
              <a:srgbClr val="F9D5D3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en el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intersticio pulmonar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dentro del parénquima.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0" name="Forma 79"/>
            <p:cNvSpPr/>
            <p:nvPr/>
          </p:nvSpPr>
          <p:spPr>
            <a:xfrm>
              <a:off x="8686800" y="2255520"/>
              <a:ext cx="3200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INTERSTICIAL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1" name="Recuadro Edema alveolar"/>
          <p:cNvGrpSpPr/>
          <p:nvPr/>
        </p:nvGrpSpPr>
        <p:grpSpPr>
          <a:xfrm>
            <a:off x="8686800" y="3642360"/>
            <a:ext cx="3200400" cy="1249680"/>
            <a:chOff x="8686800" y="3642360"/>
            <a:chExt cx="3200400" cy="1249680"/>
          </a:xfrm>
        </p:grpSpPr>
        <p:sp>
          <p:nvSpPr>
            <p:cNvPr id="82" name="Forma 81"/>
            <p:cNvSpPr/>
            <p:nvPr/>
          </p:nvSpPr>
          <p:spPr>
            <a:xfrm>
              <a:off x="8686800" y="4008120"/>
              <a:ext cx="3200400" cy="883920"/>
            </a:xfrm>
            <a:prstGeom prst="rect">
              <a:avLst/>
            </a:prstGeom>
            <a:solidFill>
              <a:srgbClr val="F4A6A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dentro de los alvéolos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altera directamente la hematosis.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8686800" y="3642360"/>
              <a:ext cx="3200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ALVEOLAR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84" name="No confundir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7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Pueden coexistir (p. ej., en la insuficiencia cardíaca), pero uno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implica obligatoriamente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al otro.</a:t>
            </a:r>
            <a:endParaRPr lang="es-AR" sz="1700" dirty="0">
              <a:latin typeface="Mali"/>
            </a:endParaRPr>
          </a:p>
        </p:txBody>
      </p:sp>
      <p:sp>
        <p:nvSpPr>
          <p:cNvPr id="85" name="Revisión"/>
          <p:cNvSpPr/>
          <p:nvPr/>
        </p:nvSpPr>
        <p:spPr>
          <a:xfrm>
            <a:off x="8686800" y="5029200"/>
            <a:ext cx="320040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854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Progresión derrame → alvéolo: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revisar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(Auditoría).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1992020" y="91440"/>
            <a:ext cx="1003508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13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DERRAME PLEURAL ≠ EDEMA INTERSTICIAL ≠ EDEMA ALVEOLAR</a:t>
            </a:r>
            <a:endParaRPr lang="es-AR" sz="2150" dirty="0">
              <a:latin typeface="Mali"/>
            </a:endParaRPr>
          </a:p>
        </p:txBody>
      </p:sp>
      <p:sp>
        <p:nvSpPr>
          <p:cNvPr id="8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Cuatro maneras de romper el equilibrio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 · Aumento de la presión hidrostática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 · Disminución de la presión oncótica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 · Alteración del drenaje linfático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 · Aumento de la permeabilidad capilar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Comparación integradora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 fisiopatológica del derrame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722669" y="768096"/>
            <a:ext cx="5025542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302752" y="1069848"/>
            <a:ext cx="1865376" cy="403250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821424" y="1207008"/>
            <a:ext cx="4828032" cy="4520794"/>
            <a:chOff x="6821424" y="1207008"/>
            <a:chExt cx="4828032" cy="4520794"/>
          </a:xfrm>
        </p:grpSpPr>
        <p:sp>
          <p:nvSpPr>
            <p:cNvPr id="14" name="Forma 13"/>
            <p:cNvSpPr/>
            <p:nvPr/>
          </p:nvSpPr>
          <p:spPr>
            <a:xfrm>
              <a:off x="6821424" y="1207008"/>
              <a:ext cx="4828032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821424" y="1207008"/>
              <a:ext cx="4828032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123176" y="1249172"/>
            <a:ext cx="1858670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608185" y="1249172"/>
            <a:ext cx="1739519" cy="4254373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245136" y="1908646"/>
            <a:ext cx="721949" cy="351739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582584" y="768096"/>
            <a:ext cx="1305713" cy="2353640"/>
            <a:chOff x="8582584" y="768096"/>
            <a:chExt cx="1305713" cy="2353640"/>
          </a:xfrm>
        </p:grpSpPr>
        <p:sp>
          <p:nvSpPr>
            <p:cNvPr id="20" name="Forma 19"/>
            <p:cNvSpPr/>
            <p:nvPr/>
          </p:nvSpPr>
          <p:spPr>
            <a:xfrm>
              <a:off x="8582584" y="768096"/>
              <a:ext cx="1305713" cy="23536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136685" y="932688"/>
              <a:ext cx="197510" cy="12001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LiquidoPleuralD"/>
          <p:cNvSpPr/>
          <p:nvPr/>
        </p:nvSpPr>
        <p:spPr>
          <a:xfrm>
            <a:off x="7128662" y="3110182"/>
            <a:ext cx="1843430" cy="2261689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23" name="!!LiquidoPleuralI"/>
          <p:cNvSpPr/>
          <p:nvPr/>
        </p:nvSpPr>
        <p:spPr>
          <a:xfrm>
            <a:off x="9833745" y="3780130"/>
            <a:ext cx="1508473" cy="1723415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4" name="!!PulmonDerecho"/>
          <p:cNvGrpSpPr/>
          <p:nvPr/>
        </p:nvGrpSpPr>
        <p:grpSpPr>
          <a:xfrm>
            <a:off x="7390145" y="1309683"/>
            <a:ext cx="1483316" cy="2483614"/>
            <a:chOff x="7390145" y="1309683"/>
            <a:chExt cx="1483316" cy="2483614"/>
          </a:xfrm>
        </p:grpSpPr>
        <p:sp>
          <p:nvSpPr>
            <p:cNvPr id="25" name="Forma 24"/>
            <p:cNvSpPr/>
            <p:nvPr/>
          </p:nvSpPr>
          <p:spPr>
            <a:xfrm>
              <a:off x="7390145" y="1309683"/>
              <a:ext cx="1483316" cy="2483614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7492715" y="1553418"/>
              <a:ext cx="1166653" cy="1777953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7427190" y="2391108"/>
              <a:ext cx="1255769" cy="1040202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!!PleuraVisceralD"/>
          <p:cNvSpPr/>
          <p:nvPr/>
        </p:nvSpPr>
        <p:spPr>
          <a:xfrm>
            <a:off x="7390145" y="1309683"/>
            <a:ext cx="1483316" cy="2483614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!!PulmonIzquierdo"/>
          <p:cNvGrpSpPr/>
          <p:nvPr/>
        </p:nvGrpSpPr>
        <p:grpSpPr>
          <a:xfrm>
            <a:off x="9681052" y="1309683"/>
            <a:ext cx="1477164" cy="3145274"/>
            <a:chOff x="9681052" y="1309683"/>
            <a:chExt cx="1477164" cy="3145274"/>
          </a:xfrm>
        </p:grpSpPr>
        <p:sp>
          <p:nvSpPr>
            <p:cNvPr id="30" name="Forma 29"/>
            <p:cNvSpPr/>
            <p:nvPr/>
          </p:nvSpPr>
          <p:spPr>
            <a:xfrm>
              <a:off x="9681052" y="1309683"/>
              <a:ext cx="1477164" cy="3145274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9811512" y="1608467"/>
              <a:ext cx="1240522" cy="2179515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9826531" y="2698225"/>
              <a:ext cx="1265701" cy="1188292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!!PleuraVisceralI"/>
          <p:cNvSpPr/>
          <p:nvPr/>
        </p:nvSpPr>
        <p:spPr>
          <a:xfrm>
            <a:off x="9681052" y="1309683"/>
            <a:ext cx="1477164" cy="3145274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!!PleuraParietalD"/>
          <p:cNvSpPr/>
          <p:nvPr/>
        </p:nvSpPr>
        <p:spPr>
          <a:xfrm>
            <a:off x="7123176" y="1249172"/>
            <a:ext cx="1858670" cy="412269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PleuraParietalI"/>
          <p:cNvSpPr/>
          <p:nvPr/>
        </p:nvSpPr>
        <p:spPr>
          <a:xfrm>
            <a:off x="9608185" y="1249172"/>
            <a:ext cx="1739519" cy="4254373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!!VenaCavaSup"/>
          <p:cNvSpPr/>
          <p:nvPr/>
        </p:nvSpPr>
        <p:spPr>
          <a:xfrm>
            <a:off x="8911764" y="1726200"/>
            <a:ext cx="241314" cy="189831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!!VenaCavaInf"/>
          <p:cNvSpPr/>
          <p:nvPr/>
        </p:nvSpPr>
        <p:spPr>
          <a:xfrm>
            <a:off x="8961165" y="4770730"/>
            <a:ext cx="241330" cy="88339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!!Corazon"/>
          <p:cNvGrpSpPr/>
          <p:nvPr/>
        </p:nvGrpSpPr>
        <p:grpSpPr>
          <a:xfrm>
            <a:off x="8939581" y="3441002"/>
            <a:ext cx="1458976" cy="1553147"/>
            <a:chOff x="8939581" y="3441002"/>
            <a:chExt cx="1458976" cy="1553147"/>
          </a:xfrm>
        </p:grpSpPr>
        <p:sp>
          <p:nvSpPr>
            <p:cNvPr id="39" name="Forma 38"/>
            <p:cNvSpPr/>
            <p:nvPr/>
          </p:nvSpPr>
          <p:spPr>
            <a:xfrm>
              <a:off x="8939581" y="3441002"/>
              <a:ext cx="1458976" cy="1553146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9701784" y="3555187"/>
              <a:ext cx="356616" cy="1382573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!!Diafragma"/>
          <p:cNvSpPr/>
          <p:nvPr/>
        </p:nvSpPr>
        <p:spPr>
          <a:xfrm>
            <a:off x="7232913" y="4729676"/>
            <a:ext cx="4005053" cy="9152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!!Clavículas"/>
          <p:cNvGrpSpPr/>
          <p:nvPr/>
        </p:nvGrpSpPr>
        <p:grpSpPr>
          <a:xfrm>
            <a:off x="7589520" y="987552"/>
            <a:ext cx="3291840" cy="219456"/>
            <a:chOff x="7589520" y="987552"/>
            <a:chExt cx="3291840" cy="219456"/>
          </a:xfrm>
        </p:grpSpPr>
        <p:sp>
          <p:nvSpPr>
            <p:cNvPr id="43" name="Forma 42"/>
            <p:cNvSpPr/>
            <p:nvPr/>
          </p:nvSpPr>
          <p:spPr>
            <a:xfrm>
              <a:off x="7589520" y="987552"/>
              <a:ext cx="3291840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7589520" y="987552"/>
              <a:ext cx="3291840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311554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MECANISMOS DEL DERRAME PLEURAL</a:t>
            </a:r>
            <a:endParaRPr lang="es-AR" sz="40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Estado basal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π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equilibradas; la linfa drena el filtrado.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ESTADO BASAL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0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Fuerzas en equilibrio.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392882" y="91440"/>
            <a:ext cx="763422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HIDROSTÁTICA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2171700"/>
            <a:chOff x="2276856" y="2011680"/>
            <a:chExt cx="852678" cy="21717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2171700"/>
            </a:xfrm>
            <a:custGeom>
              <a:avLst/>
              <a:gdLst/>
              <a:ahLst/>
              <a:cxnLst/>
              <a:rect l="0" t="0" r="r" b="b"/>
              <a:pathLst>
                <a:path w="10" h="2374" fill="none">
                  <a:moveTo>
                    <a:pt x="0" y="0"/>
                  </a:moveTo>
                  <a:lnTo>
                    <a:pt x="0" y="2374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969514"/>
            <a:chOff x="407822" y="2754630"/>
            <a:chExt cx="1188720" cy="29695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2228850"/>
            </a:xfrm>
            <a:custGeom>
              <a:avLst/>
              <a:gdLst/>
              <a:ahLst/>
              <a:cxnLst/>
              <a:rect l="0" t="0" r="r" b="b"/>
              <a:pathLst>
                <a:path w="10" h="2437" fill="none">
                  <a:moveTo>
                    <a:pt x="0" y="0"/>
                  </a:moveTo>
                  <a:lnTo>
                    <a:pt x="0" y="243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52120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Causa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presión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venosa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pulmonar y sistémica: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0" name="Recuadro Pleura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La pleura está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problema es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sistémico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3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presión dentro del capilar empuja más líquido hacia afuera.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3622" y="91440"/>
            <a:ext cx="950348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525"/>
              </a:lnSpc>
              <a:spcAft>
                <a:spcPts val="300"/>
              </a:spcAft>
              <a:buNone/>
            </a:pPr>
            <a:r>
              <a:rPr lang="es-AR" sz="22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HIDROSTÁTICA · ALTERACIÓN</a:t>
            </a:r>
            <a:endParaRPr lang="es-AR" sz="2250" dirty="0">
              <a:latin typeface="Mali"/>
            </a:endParaRPr>
          </a:p>
        </p:txBody>
      </p:sp>
      <p:sp>
        <p:nvSpPr>
          <p:cNvPr id="1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949190"/>
            <a:ext cx="6675120" cy="163449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2171700"/>
            <a:chOff x="2276856" y="2011680"/>
            <a:chExt cx="852678" cy="21717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2171700"/>
            </a:xfrm>
            <a:custGeom>
              <a:avLst/>
              <a:gdLst/>
              <a:ahLst/>
              <a:cxnLst/>
              <a:rect l="0" t="0" r="r" b="b"/>
              <a:pathLst>
                <a:path w="10" h="2374" fill="none">
                  <a:moveTo>
                    <a:pt x="0" y="0"/>
                  </a:moveTo>
                  <a:lnTo>
                    <a:pt x="0" y="2374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969514"/>
            <a:chOff x="407822" y="2754630"/>
            <a:chExt cx="1188720" cy="296951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2228850"/>
            </a:xfrm>
            <a:custGeom>
              <a:avLst/>
              <a:gdLst/>
              <a:ahLst/>
              <a:cxnLst/>
              <a:rect l="0" t="0" r="r" b="b"/>
              <a:pathLst>
                <a:path w="10" h="2437" fill="none">
                  <a:moveTo>
                    <a:pt x="0" y="0"/>
                  </a:moveTo>
                  <a:lnTo>
                    <a:pt x="0" y="243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52120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9" name="Flecha 71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81502" y="3086100"/>
            <a:ext cx="4752685" cy="2886075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6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7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8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0" name="Forma 86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1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4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5" name="Forma 91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6" name="Forma 92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7" name="!!LiquidoPleuralD"/>
          <p:cNvSpPr/>
          <p:nvPr/>
        </p:nvSpPr>
        <p:spPr>
          <a:xfrm>
            <a:off x="7432609" y="2036305"/>
            <a:ext cx="737372" cy="761667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8" name="!!LiquidoPleuralI"/>
          <p:cNvSpPr/>
          <p:nvPr/>
        </p:nvSpPr>
        <p:spPr>
          <a:xfrm>
            <a:off x="8514642" y="2161276"/>
            <a:ext cx="603389" cy="689366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9" name="!!PulmonDerecho"/>
          <p:cNvGrpSpPr/>
          <p:nvPr/>
        </p:nvGrpSpPr>
        <p:grpSpPr>
          <a:xfrm>
            <a:off x="7516540" y="1173097"/>
            <a:ext cx="622190" cy="1143553"/>
            <a:chOff x="7516540" y="1173097"/>
            <a:chExt cx="622190" cy="1143553"/>
          </a:xfrm>
        </p:grpSpPr>
        <p:sp>
          <p:nvSpPr>
            <p:cNvPr id="90" name="Forma 96"/>
            <p:cNvSpPr/>
            <p:nvPr/>
          </p:nvSpPr>
          <p:spPr>
            <a:xfrm>
              <a:off x="7516540" y="1173097"/>
              <a:ext cx="622190" cy="1143553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7"/>
            <p:cNvSpPr/>
            <p:nvPr/>
          </p:nvSpPr>
          <p:spPr>
            <a:xfrm>
              <a:off x="7558525" y="1285323"/>
              <a:ext cx="486366" cy="81863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2" name="Forma 98"/>
            <p:cNvSpPr/>
            <p:nvPr/>
          </p:nvSpPr>
          <p:spPr>
            <a:xfrm>
              <a:off x="7531775" y="1671028"/>
              <a:ext cx="522937" cy="479114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3" name="!!PleuraVisceralD"/>
          <p:cNvSpPr/>
          <p:nvPr/>
        </p:nvSpPr>
        <p:spPr>
          <a:xfrm>
            <a:off x="7516540" y="1173097"/>
            <a:ext cx="622190" cy="1143553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4" name="!!PulmonIzquierdo"/>
          <p:cNvGrpSpPr/>
          <p:nvPr/>
        </p:nvGrpSpPr>
        <p:grpSpPr>
          <a:xfrm>
            <a:off x="8453565" y="1173097"/>
            <a:ext cx="590866" cy="1258109"/>
            <a:chOff x="8453565" y="1173097"/>
            <a:chExt cx="590866" cy="1258109"/>
          </a:xfrm>
        </p:grpSpPr>
        <p:sp>
          <p:nvSpPr>
            <p:cNvPr id="95" name="Forma 101"/>
            <p:cNvSpPr/>
            <p:nvPr/>
          </p:nvSpPr>
          <p:spPr>
            <a:xfrm>
              <a:off x="8453565" y="1173097"/>
              <a:ext cx="590866" cy="1258109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102"/>
            <p:cNvSpPr/>
            <p:nvPr/>
          </p:nvSpPr>
          <p:spPr>
            <a:xfrm>
              <a:off x="8505749" y="1292611"/>
              <a:ext cx="496209" cy="871806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7" name="Forma 103"/>
            <p:cNvSpPr/>
            <p:nvPr/>
          </p:nvSpPr>
          <p:spPr>
            <a:xfrm>
              <a:off x="8511756" y="1728514"/>
              <a:ext cx="506281" cy="475317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8" name="!!PleuraVisceralI"/>
          <p:cNvSpPr/>
          <p:nvPr/>
        </p:nvSpPr>
        <p:spPr>
          <a:xfrm>
            <a:off x="8453565" y="1173097"/>
            <a:ext cx="590866" cy="1258109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9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1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2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3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4" name="Forma 110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5" name="Forma 111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6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7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8" name="Forma 114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9" name="Forma 115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10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claro, pocas proteínas: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3" name="Recuadro ICC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4" name="Forma 120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 más frecuente de derrame; típicamente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bilateral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5" name="Forma 121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ICC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6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filtración supera el drenaje: derrame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insuficiencia cardíaca.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3622" y="91440"/>
            <a:ext cx="950348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HIDROSTÁTICA · ACUMULACIÓN</a:t>
            </a:r>
            <a:endParaRPr lang="es-AR" sz="2200" dirty="0">
              <a:latin typeface="Mali"/>
            </a:endParaRPr>
          </a:p>
        </p:txBody>
      </p:sp>
      <p:sp>
        <p:nvSpPr>
          <p:cNvPr id="1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7068" y="1073506"/>
            <a:ext cx="4858024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024482" y="1355141"/>
            <a:ext cx="180319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92531" y="1483157"/>
            <a:ext cx="4667098" cy="4219407"/>
            <a:chOff x="592531" y="1483157"/>
            <a:chExt cx="4667098" cy="4219407"/>
          </a:xfrm>
        </p:grpSpPr>
        <p:sp>
          <p:nvSpPr>
            <p:cNvPr id="7" name="Forma 6"/>
            <p:cNvSpPr/>
            <p:nvPr/>
          </p:nvSpPr>
          <p:spPr>
            <a:xfrm>
              <a:off x="592531" y="1483157"/>
              <a:ext cx="4667098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92531" y="1483157"/>
              <a:ext cx="4667098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84225" y="1522510"/>
            <a:ext cx="1796715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86400" y="1522510"/>
            <a:ext cx="1681535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935453" y="2138019"/>
            <a:ext cx="697884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94986" y="1073506"/>
            <a:ext cx="1262189" cy="2196731"/>
            <a:chOff x="2294986" y="1073506"/>
            <a:chExt cx="1262189" cy="2196731"/>
          </a:xfrm>
        </p:grpSpPr>
        <p:sp>
          <p:nvSpPr>
            <p:cNvPr id="13" name="Forma 12"/>
            <p:cNvSpPr/>
            <p:nvPr/>
          </p:nvSpPr>
          <p:spPr>
            <a:xfrm>
              <a:off x="2294986" y="1073506"/>
              <a:ext cx="1262189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830617" y="1227125"/>
              <a:ext cx="190927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89528" y="4034260"/>
            <a:ext cx="1781983" cy="1336103"/>
          </a:xfrm>
          <a:custGeom>
            <a:avLst/>
            <a:gdLst/>
            <a:ahLst/>
            <a:cxnLst/>
            <a:rect l="0" t="0" r="r" b="b"/>
            <a:pathLst>
              <a:path w="10000" h="7765">
                <a:moveTo>
                  <a:pt x="57" y="1622"/>
                </a:moveTo>
                <a:lnTo>
                  <a:pt x="96" y="2105"/>
                </a:lnTo>
                <a:lnTo>
                  <a:pt x="141" y="2578"/>
                </a:lnTo>
                <a:lnTo>
                  <a:pt x="188" y="3037"/>
                </a:lnTo>
                <a:lnTo>
                  <a:pt x="238" y="3475"/>
                </a:lnTo>
                <a:lnTo>
                  <a:pt x="290" y="3894"/>
                </a:lnTo>
                <a:lnTo>
                  <a:pt x="346" y="4298"/>
                </a:lnTo>
                <a:lnTo>
                  <a:pt x="405" y="4686"/>
                </a:lnTo>
                <a:lnTo>
                  <a:pt x="467" y="5060"/>
                </a:lnTo>
                <a:lnTo>
                  <a:pt x="530" y="5420"/>
                </a:lnTo>
                <a:lnTo>
                  <a:pt x="595" y="5767"/>
                </a:lnTo>
                <a:lnTo>
                  <a:pt x="659" y="6114"/>
                </a:lnTo>
                <a:lnTo>
                  <a:pt x="725" y="6466"/>
                </a:lnTo>
                <a:lnTo>
                  <a:pt x="792" y="6803"/>
                </a:lnTo>
                <a:lnTo>
                  <a:pt x="861" y="7108"/>
                </a:lnTo>
                <a:lnTo>
                  <a:pt x="934" y="7364"/>
                </a:lnTo>
                <a:lnTo>
                  <a:pt x="1011" y="7552"/>
                </a:lnTo>
                <a:lnTo>
                  <a:pt x="1084" y="7674"/>
                </a:lnTo>
                <a:lnTo>
                  <a:pt x="1150" y="7744"/>
                </a:lnTo>
                <a:lnTo>
                  <a:pt x="1220" y="7765"/>
                </a:lnTo>
                <a:lnTo>
                  <a:pt x="1302" y="7738"/>
                </a:lnTo>
                <a:lnTo>
                  <a:pt x="1408" y="7666"/>
                </a:lnTo>
                <a:lnTo>
                  <a:pt x="1547" y="7552"/>
                </a:lnTo>
                <a:lnTo>
                  <a:pt x="1718" y="7375"/>
                </a:lnTo>
                <a:lnTo>
                  <a:pt x="1913" y="7127"/>
                </a:lnTo>
                <a:lnTo>
                  <a:pt x="2131" y="6835"/>
                </a:lnTo>
                <a:lnTo>
                  <a:pt x="2372" y="6523"/>
                </a:lnTo>
                <a:lnTo>
                  <a:pt x="2634" y="6218"/>
                </a:lnTo>
                <a:lnTo>
                  <a:pt x="2916" y="5945"/>
                </a:lnTo>
                <a:lnTo>
                  <a:pt x="3229" y="5690"/>
                </a:lnTo>
                <a:lnTo>
                  <a:pt x="3575" y="5430"/>
                </a:lnTo>
                <a:lnTo>
                  <a:pt x="3943" y="5175"/>
                </a:lnTo>
                <a:lnTo>
                  <a:pt x="4320" y="4940"/>
                </a:lnTo>
                <a:lnTo>
                  <a:pt x="4696" y="4736"/>
                </a:lnTo>
                <a:lnTo>
                  <a:pt x="5059" y="4577"/>
                </a:lnTo>
                <a:lnTo>
                  <a:pt x="5413" y="4461"/>
                </a:lnTo>
                <a:lnTo>
                  <a:pt x="5769" y="4380"/>
                </a:lnTo>
                <a:lnTo>
                  <a:pt x="6123" y="4331"/>
                </a:lnTo>
                <a:lnTo>
                  <a:pt x="6472" y="4310"/>
                </a:lnTo>
                <a:lnTo>
                  <a:pt x="6813" y="4313"/>
                </a:lnTo>
                <a:lnTo>
                  <a:pt x="7142" y="4338"/>
                </a:lnTo>
                <a:lnTo>
                  <a:pt x="7465" y="4395"/>
                </a:lnTo>
                <a:lnTo>
                  <a:pt x="7786" y="4486"/>
                </a:lnTo>
                <a:lnTo>
                  <a:pt x="8098" y="4603"/>
                </a:lnTo>
                <a:lnTo>
                  <a:pt x="8397" y="4733"/>
                </a:lnTo>
                <a:lnTo>
                  <a:pt x="8675" y="4867"/>
                </a:lnTo>
                <a:lnTo>
                  <a:pt x="8928" y="4993"/>
                </a:lnTo>
                <a:lnTo>
                  <a:pt x="9162" y="5163"/>
                </a:lnTo>
                <a:lnTo>
                  <a:pt x="9382" y="5394"/>
                </a:lnTo>
                <a:lnTo>
                  <a:pt x="9583" y="5629"/>
                </a:lnTo>
                <a:lnTo>
                  <a:pt x="9757" y="5809"/>
                </a:lnTo>
                <a:lnTo>
                  <a:pt x="9898" y="5874"/>
                </a:lnTo>
                <a:lnTo>
                  <a:pt x="10000" y="5767"/>
                </a:lnTo>
                <a:lnTo>
                  <a:pt x="10000" y="4051"/>
                </a:lnTo>
                <a:lnTo>
                  <a:pt x="9973" y="3693"/>
                </a:lnTo>
                <a:lnTo>
                  <a:pt x="9921" y="3033"/>
                </a:lnTo>
                <a:lnTo>
                  <a:pt x="9901" y="2737"/>
                </a:lnTo>
                <a:lnTo>
                  <a:pt x="9750" y="2737"/>
                </a:lnTo>
                <a:lnTo>
                  <a:pt x="9500" y="2734"/>
                </a:lnTo>
                <a:lnTo>
                  <a:pt x="9250" y="2728"/>
                </a:lnTo>
                <a:lnTo>
                  <a:pt x="9000" y="2720"/>
                </a:lnTo>
                <a:lnTo>
                  <a:pt x="8750" y="2709"/>
                </a:lnTo>
                <a:lnTo>
                  <a:pt x="8500" y="2695"/>
                </a:lnTo>
                <a:lnTo>
                  <a:pt x="8250" y="2678"/>
                </a:lnTo>
                <a:lnTo>
                  <a:pt x="8000" y="2658"/>
                </a:lnTo>
                <a:lnTo>
                  <a:pt x="7749" y="2635"/>
                </a:lnTo>
                <a:lnTo>
                  <a:pt x="7500" y="2608"/>
                </a:lnTo>
                <a:lnTo>
                  <a:pt x="7250" y="2577"/>
                </a:lnTo>
                <a:lnTo>
                  <a:pt x="7000" y="2544"/>
                </a:lnTo>
                <a:lnTo>
                  <a:pt x="6750" y="2506"/>
                </a:lnTo>
                <a:lnTo>
                  <a:pt x="6499" y="2466"/>
                </a:lnTo>
                <a:lnTo>
                  <a:pt x="6250" y="2421"/>
                </a:lnTo>
                <a:lnTo>
                  <a:pt x="6000" y="2373"/>
                </a:lnTo>
                <a:lnTo>
                  <a:pt x="5750" y="2321"/>
                </a:lnTo>
                <a:lnTo>
                  <a:pt x="5500" y="2265"/>
                </a:lnTo>
                <a:lnTo>
                  <a:pt x="5249" y="2205"/>
                </a:lnTo>
                <a:lnTo>
                  <a:pt x="5000" y="2142"/>
                </a:lnTo>
                <a:lnTo>
                  <a:pt x="4750" y="2074"/>
                </a:lnTo>
                <a:lnTo>
                  <a:pt x="4500" y="2003"/>
                </a:lnTo>
                <a:lnTo>
                  <a:pt x="4250" y="1927"/>
                </a:lnTo>
                <a:lnTo>
                  <a:pt x="4000" y="1847"/>
                </a:lnTo>
                <a:lnTo>
                  <a:pt x="3750" y="1764"/>
                </a:lnTo>
                <a:lnTo>
                  <a:pt x="3546" y="1692"/>
                </a:lnTo>
                <a:lnTo>
                  <a:pt x="3434" y="1766"/>
                </a:lnTo>
                <a:lnTo>
                  <a:pt x="3426" y="1771"/>
                </a:lnTo>
                <a:lnTo>
                  <a:pt x="3136" y="1977"/>
                </a:lnTo>
                <a:lnTo>
                  <a:pt x="3119" y="1991"/>
                </a:lnTo>
                <a:lnTo>
                  <a:pt x="2858" y="2210"/>
                </a:lnTo>
                <a:lnTo>
                  <a:pt x="2841" y="2226"/>
                </a:lnTo>
                <a:lnTo>
                  <a:pt x="2599" y="2472"/>
                </a:lnTo>
                <a:lnTo>
                  <a:pt x="2590" y="2482"/>
                </a:lnTo>
                <a:lnTo>
                  <a:pt x="2367" y="2734"/>
                </a:lnTo>
                <a:lnTo>
                  <a:pt x="2364" y="2737"/>
                </a:lnTo>
                <a:lnTo>
                  <a:pt x="2164" y="2972"/>
                </a:lnTo>
                <a:lnTo>
                  <a:pt x="2163" y="2973"/>
                </a:lnTo>
                <a:lnTo>
                  <a:pt x="1993" y="3161"/>
                </a:lnTo>
                <a:lnTo>
                  <a:pt x="1989" y="3165"/>
                </a:lnTo>
                <a:lnTo>
                  <a:pt x="1853" y="3288"/>
                </a:lnTo>
                <a:lnTo>
                  <a:pt x="1848" y="3293"/>
                </a:lnTo>
                <a:lnTo>
                  <a:pt x="1807" y="3321"/>
                </a:lnTo>
                <a:lnTo>
                  <a:pt x="1802" y="3325"/>
                </a:lnTo>
                <a:lnTo>
                  <a:pt x="1797" y="3327"/>
                </a:lnTo>
                <a:lnTo>
                  <a:pt x="1792" y="3329"/>
                </a:lnTo>
                <a:lnTo>
                  <a:pt x="1786" y="3331"/>
                </a:lnTo>
                <a:lnTo>
                  <a:pt x="1781" y="3332"/>
                </a:lnTo>
                <a:lnTo>
                  <a:pt x="1775" y="3333"/>
                </a:lnTo>
                <a:lnTo>
                  <a:pt x="1769" y="3332"/>
                </a:lnTo>
                <a:lnTo>
                  <a:pt x="1763" y="3332"/>
                </a:lnTo>
                <a:lnTo>
                  <a:pt x="1758" y="3331"/>
                </a:lnTo>
                <a:lnTo>
                  <a:pt x="1752" y="3329"/>
                </a:lnTo>
                <a:lnTo>
                  <a:pt x="1747" y="3327"/>
                </a:lnTo>
                <a:lnTo>
                  <a:pt x="1742" y="3324"/>
                </a:lnTo>
                <a:lnTo>
                  <a:pt x="1737" y="3321"/>
                </a:lnTo>
                <a:lnTo>
                  <a:pt x="1732" y="3317"/>
                </a:lnTo>
                <a:lnTo>
                  <a:pt x="1728" y="3313"/>
                </a:lnTo>
                <a:lnTo>
                  <a:pt x="1725" y="3308"/>
                </a:lnTo>
                <a:lnTo>
                  <a:pt x="1721" y="3303"/>
                </a:lnTo>
                <a:lnTo>
                  <a:pt x="1719" y="3298"/>
                </a:lnTo>
                <a:lnTo>
                  <a:pt x="1684" y="3225"/>
                </a:lnTo>
                <a:lnTo>
                  <a:pt x="1682" y="3218"/>
                </a:lnTo>
                <a:lnTo>
                  <a:pt x="1621" y="3032"/>
                </a:lnTo>
                <a:lnTo>
                  <a:pt x="1620" y="3028"/>
                </a:lnTo>
                <a:lnTo>
                  <a:pt x="1558" y="2791"/>
                </a:lnTo>
                <a:lnTo>
                  <a:pt x="1557" y="2789"/>
                </a:lnTo>
                <a:lnTo>
                  <a:pt x="1496" y="2521"/>
                </a:lnTo>
                <a:lnTo>
                  <a:pt x="1496" y="2520"/>
                </a:lnTo>
                <a:lnTo>
                  <a:pt x="1436" y="2236"/>
                </a:lnTo>
                <a:lnTo>
                  <a:pt x="1375" y="1954"/>
                </a:lnTo>
                <a:lnTo>
                  <a:pt x="1316" y="1675"/>
                </a:lnTo>
                <a:lnTo>
                  <a:pt x="1316" y="1674"/>
                </a:lnTo>
                <a:lnTo>
                  <a:pt x="1257" y="1384"/>
                </a:lnTo>
                <a:lnTo>
                  <a:pt x="1257" y="1384"/>
                </a:lnTo>
                <a:lnTo>
                  <a:pt x="1200" y="1083"/>
                </a:lnTo>
                <a:lnTo>
                  <a:pt x="1200" y="1082"/>
                </a:lnTo>
                <a:lnTo>
                  <a:pt x="1145" y="770"/>
                </a:lnTo>
                <a:lnTo>
                  <a:pt x="1145" y="769"/>
                </a:lnTo>
                <a:lnTo>
                  <a:pt x="1123" y="630"/>
                </a:lnTo>
                <a:lnTo>
                  <a:pt x="999" y="566"/>
                </a:lnTo>
                <a:lnTo>
                  <a:pt x="749" y="431"/>
                </a:lnTo>
                <a:lnTo>
                  <a:pt x="500" y="292"/>
                </a:lnTo>
                <a:lnTo>
                  <a:pt x="250" y="148"/>
                </a:lnTo>
                <a:lnTo>
                  <a:pt x="0" y="0"/>
                </a:lnTo>
                <a:lnTo>
                  <a:pt x="0" y="648"/>
                </a:lnTo>
                <a:lnTo>
                  <a:pt x="24" y="1134"/>
                </a:lnTo>
                <a:lnTo>
                  <a:pt x="57" y="162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3532851" y="4234490"/>
            <a:ext cx="1424947" cy="125876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1042430" y="1578987"/>
            <a:ext cx="1562427" cy="3018543"/>
            <a:chOff x="1042430" y="1578987"/>
            <a:chExt cx="1562427" cy="3018543"/>
          </a:xfrm>
        </p:grpSpPr>
        <p:sp>
          <p:nvSpPr>
            <p:cNvPr id="18" name="Forma 17"/>
            <p:cNvSpPr/>
            <p:nvPr/>
          </p:nvSpPr>
          <p:spPr>
            <a:xfrm>
              <a:off x="1042430" y="1578987"/>
              <a:ext cx="1562427" cy="3018543"/>
            </a:xfrm>
            <a:custGeom>
              <a:avLst/>
              <a:gdLst/>
              <a:ahLst/>
              <a:cxnLst/>
              <a:rect l="0" t="0" r="r" b="b"/>
              <a:pathLst>
                <a:path w="4997" h="10000">
                  <a:moveTo>
                    <a:pt x="544" y="9983"/>
                  </a:moveTo>
                  <a:lnTo>
                    <a:pt x="622" y="9913"/>
                  </a:lnTo>
                  <a:lnTo>
                    <a:pt x="718" y="9806"/>
                  </a:lnTo>
                  <a:lnTo>
                    <a:pt x="832" y="9672"/>
                  </a:lnTo>
                  <a:lnTo>
                    <a:pt x="834" y="9670"/>
                  </a:lnTo>
                  <a:lnTo>
                    <a:pt x="962" y="9526"/>
                  </a:lnTo>
                  <a:lnTo>
                    <a:pt x="967" y="9520"/>
                  </a:lnTo>
                  <a:lnTo>
                    <a:pt x="1106" y="9379"/>
                  </a:lnTo>
                  <a:lnTo>
                    <a:pt x="1117" y="9368"/>
                  </a:lnTo>
                  <a:lnTo>
                    <a:pt x="1267" y="9242"/>
                  </a:lnTo>
                  <a:lnTo>
                    <a:pt x="1278" y="9234"/>
                  </a:lnTo>
                  <a:lnTo>
                    <a:pt x="1444" y="9116"/>
                  </a:lnTo>
                  <a:lnTo>
                    <a:pt x="1449" y="9112"/>
                  </a:lnTo>
                  <a:lnTo>
                    <a:pt x="1633" y="8992"/>
                  </a:lnTo>
                  <a:lnTo>
                    <a:pt x="1638" y="8988"/>
                  </a:lnTo>
                  <a:lnTo>
                    <a:pt x="1833" y="8870"/>
                  </a:lnTo>
                  <a:lnTo>
                    <a:pt x="1840" y="8866"/>
                  </a:lnTo>
                  <a:lnTo>
                    <a:pt x="2040" y="8758"/>
                  </a:lnTo>
                  <a:lnTo>
                    <a:pt x="2049" y="8753"/>
                  </a:lnTo>
                  <a:lnTo>
                    <a:pt x="2249" y="8659"/>
                  </a:lnTo>
                  <a:lnTo>
                    <a:pt x="2261" y="8653"/>
                  </a:lnTo>
                  <a:lnTo>
                    <a:pt x="2453" y="8579"/>
                  </a:lnTo>
                  <a:lnTo>
                    <a:pt x="2470" y="8574"/>
                  </a:lnTo>
                  <a:lnTo>
                    <a:pt x="2657" y="8520"/>
                  </a:lnTo>
                  <a:lnTo>
                    <a:pt x="2673" y="8517"/>
                  </a:lnTo>
                  <a:lnTo>
                    <a:pt x="2861" y="8479"/>
                  </a:lnTo>
                  <a:lnTo>
                    <a:pt x="2876" y="8477"/>
                  </a:lnTo>
                  <a:lnTo>
                    <a:pt x="3063" y="8454"/>
                  </a:lnTo>
                  <a:lnTo>
                    <a:pt x="3077" y="8453"/>
                  </a:lnTo>
                  <a:lnTo>
                    <a:pt x="3262" y="8443"/>
                  </a:lnTo>
                  <a:lnTo>
                    <a:pt x="3274" y="8443"/>
                  </a:lnTo>
                  <a:lnTo>
                    <a:pt x="3455" y="8445"/>
                  </a:lnTo>
                  <a:lnTo>
                    <a:pt x="3466" y="8445"/>
                  </a:lnTo>
                  <a:lnTo>
                    <a:pt x="3641" y="8457"/>
                  </a:lnTo>
                  <a:lnTo>
                    <a:pt x="3657" y="8458"/>
                  </a:lnTo>
                  <a:lnTo>
                    <a:pt x="3829" y="8484"/>
                  </a:lnTo>
                  <a:lnTo>
                    <a:pt x="3847" y="8488"/>
                  </a:lnTo>
                  <a:lnTo>
                    <a:pt x="4017" y="8530"/>
                  </a:lnTo>
                  <a:lnTo>
                    <a:pt x="4029" y="8534"/>
                  </a:lnTo>
                  <a:lnTo>
                    <a:pt x="4195" y="8588"/>
                  </a:lnTo>
                  <a:lnTo>
                    <a:pt x="4204" y="8591"/>
                  </a:lnTo>
                  <a:lnTo>
                    <a:pt x="4362" y="8651"/>
                  </a:lnTo>
                  <a:lnTo>
                    <a:pt x="4368" y="8654"/>
                  </a:lnTo>
                  <a:lnTo>
                    <a:pt x="4515" y="8716"/>
                  </a:lnTo>
                  <a:lnTo>
                    <a:pt x="4518" y="8717"/>
                  </a:lnTo>
                  <a:lnTo>
                    <a:pt x="4652" y="8775"/>
                  </a:lnTo>
                  <a:lnTo>
                    <a:pt x="4664" y="8781"/>
                  </a:lnTo>
                  <a:lnTo>
                    <a:pt x="4676" y="8788"/>
                  </a:lnTo>
                  <a:lnTo>
                    <a:pt x="4800" y="8866"/>
                  </a:lnTo>
                  <a:lnTo>
                    <a:pt x="4812" y="8875"/>
                  </a:lnTo>
                  <a:lnTo>
                    <a:pt x="4824" y="8885"/>
                  </a:lnTo>
                  <a:lnTo>
                    <a:pt x="4941" y="8992"/>
                  </a:lnTo>
                  <a:lnTo>
                    <a:pt x="4947" y="8998"/>
                  </a:lnTo>
                  <a:lnTo>
                    <a:pt x="4996" y="9048"/>
                  </a:lnTo>
                  <a:lnTo>
                    <a:pt x="4997" y="8898"/>
                  </a:lnTo>
                  <a:lnTo>
                    <a:pt x="4981" y="8624"/>
                  </a:lnTo>
                  <a:lnTo>
                    <a:pt x="4955" y="8320"/>
                  </a:lnTo>
                  <a:lnTo>
                    <a:pt x="4927" y="8016"/>
                  </a:lnTo>
                  <a:lnTo>
                    <a:pt x="4927" y="8014"/>
                  </a:lnTo>
                  <a:lnTo>
                    <a:pt x="4906" y="7737"/>
                  </a:lnTo>
                  <a:lnTo>
                    <a:pt x="4906" y="7736"/>
                  </a:lnTo>
                  <a:lnTo>
                    <a:pt x="4888" y="7482"/>
                  </a:lnTo>
                  <a:lnTo>
                    <a:pt x="4868" y="7231"/>
                  </a:lnTo>
                  <a:lnTo>
                    <a:pt x="4847" y="6979"/>
                  </a:lnTo>
                  <a:lnTo>
                    <a:pt x="4824" y="6728"/>
                  </a:lnTo>
                  <a:lnTo>
                    <a:pt x="4801" y="6476"/>
                  </a:lnTo>
                  <a:lnTo>
                    <a:pt x="4801" y="6476"/>
                  </a:lnTo>
                  <a:lnTo>
                    <a:pt x="4780" y="6224"/>
                  </a:lnTo>
                  <a:lnTo>
                    <a:pt x="4780" y="6223"/>
                  </a:lnTo>
                  <a:lnTo>
                    <a:pt x="4759" y="5970"/>
                  </a:lnTo>
                  <a:lnTo>
                    <a:pt x="4759" y="5970"/>
                  </a:lnTo>
                  <a:lnTo>
                    <a:pt x="4740" y="5718"/>
                  </a:lnTo>
                  <a:lnTo>
                    <a:pt x="4720" y="5465"/>
                  </a:lnTo>
                  <a:lnTo>
                    <a:pt x="4700" y="5214"/>
                  </a:lnTo>
                  <a:lnTo>
                    <a:pt x="4678" y="4962"/>
                  </a:lnTo>
                  <a:lnTo>
                    <a:pt x="4654" y="4711"/>
                  </a:lnTo>
                  <a:lnTo>
                    <a:pt x="4627" y="4459"/>
                  </a:lnTo>
                  <a:lnTo>
                    <a:pt x="4600" y="4207"/>
                  </a:lnTo>
                  <a:lnTo>
                    <a:pt x="4571" y="3955"/>
                  </a:lnTo>
                  <a:lnTo>
                    <a:pt x="4540" y="3704"/>
                  </a:lnTo>
                  <a:lnTo>
                    <a:pt x="4505" y="3454"/>
                  </a:lnTo>
                  <a:lnTo>
                    <a:pt x="4465" y="3205"/>
                  </a:lnTo>
                  <a:lnTo>
                    <a:pt x="4422" y="2953"/>
                  </a:lnTo>
                  <a:lnTo>
                    <a:pt x="4374" y="2697"/>
                  </a:lnTo>
                  <a:lnTo>
                    <a:pt x="4323" y="2442"/>
                  </a:lnTo>
                  <a:lnTo>
                    <a:pt x="4268" y="2192"/>
                  </a:lnTo>
                  <a:lnTo>
                    <a:pt x="4212" y="1954"/>
                  </a:lnTo>
                  <a:lnTo>
                    <a:pt x="4153" y="1733"/>
                  </a:lnTo>
                  <a:lnTo>
                    <a:pt x="4091" y="1525"/>
                  </a:lnTo>
                  <a:lnTo>
                    <a:pt x="4025" y="1326"/>
                  </a:lnTo>
                  <a:lnTo>
                    <a:pt x="3956" y="1137"/>
                  </a:lnTo>
                  <a:lnTo>
                    <a:pt x="3886" y="961"/>
                  </a:lnTo>
                  <a:lnTo>
                    <a:pt x="3817" y="798"/>
                  </a:lnTo>
                  <a:lnTo>
                    <a:pt x="3751" y="653"/>
                  </a:lnTo>
                  <a:lnTo>
                    <a:pt x="3689" y="525"/>
                  </a:lnTo>
                  <a:lnTo>
                    <a:pt x="3632" y="415"/>
                  </a:lnTo>
                  <a:lnTo>
                    <a:pt x="3577" y="322"/>
                  </a:lnTo>
                  <a:lnTo>
                    <a:pt x="3523" y="244"/>
                  </a:lnTo>
                  <a:lnTo>
                    <a:pt x="3469" y="180"/>
                  </a:lnTo>
                  <a:lnTo>
                    <a:pt x="3411" y="125"/>
                  </a:lnTo>
                  <a:lnTo>
                    <a:pt x="3351" y="78"/>
                  </a:lnTo>
                  <a:lnTo>
                    <a:pt x="3296" y="43"/>
                  </a:lnTo>
                  <a:lnTo>
                    <a:pt x="3246" y="20"/>
                  </a:lnTo>
                  <a:lnTo>
                    <a:pt x="3193" y="6"/>
                  </a:lnTo>
                  <a:lnTo>
                    <a:pt x="3130" y="0"/>
                  </a:lnTo>
                  <a:lnTo>
                    <a:pt x="3047" y="3"/>
                  </a:lnTo>
                  <a:lnTo>
                    <a:pt x="2940" y="19"/>
                  </a:lnTo>
                  <a:lnTo>
                    <a:pt x="2810" y="51"/>
                  </a:lnTo>
                  <a:lnTo>
                    <a:pt x="2667" y="95"/>
                  </a:lnTo>
                  <a:lnTo>
                    <a:pt x="2519" y="150"/>
                  </a:lnTo>
                  <a:lnTo>
                    <a:pt x="2374" y="213"/>
                  </a:lnTo>
                  <a:lnTo>
                    <a:pt x="2238" y="283"/>
                  </a:lnTo>
                  <a:lnTo>
                    <a:pt x="2109" y="360"/>
                  </a:lnTo>
                  <a:lnTo>
                    <a:pt x="1980" y="448"/>
                  </a:lnTo>
                  <a:lnTo>
                    <a:pt x="1852" y="545"/>
                  </a:lnTo>
                  <a:lnTo>
                    <a:pt x="1728" y="650"/>
                  </a:lnTo>
                  <a:lnTo>
                    <a:pt x="1607" y="763"/>
                  </a:lnTo>
                  <a:lnTo>
                    <a:pt x="1491" y="883"/>
                  </a:lnTo>
                  <a:lnTo>
                    <a:pt x="1380" y="1010"/>
                  </a:lnTo>
                  <a:lnTo>
                    <a:pt x="1273" y="1145"/>
                  </a:lnTo>
                  <a:lnTo>
                    <a:pt x="1170" y="1289"/>
                  </a:lnTo>
                  <a:lnTo>
                    <a:pt x="1070" y="1440"/>
                  </a:lnTo>
                  <a:lnTo>
                    <a:pt x="974" y="1597"/>
                  </a:lnTo>
                  <a:lnTo>
                    <a:pt x="882" y="1761"/>
                  </a:lnTo>
                  <a:lnTo>
                    <a:pt x="794" y="1932"/>
                  </a:lnTo>
                  <a:lnTo>
                    <a:pt x="710" y="2110"/>
                  </a:lnTo>
                  <a:lnTo>
                    <a:pt x="630" y="2295"/>
                  </a:lnTo>
                  <a:lnTo>
                    <a:pt x="555" y="2485"/>
                  </a:lnTo>
                  <a:lnTo>
                    <a:pt x="484" y="2680"/>
                  </a:lnTo>
                  <a:lnTo>
                    <a:pt x="419" y="2879"/>
                  </a:lnTo>
                  <a:lnTo>
                    <a:pt x="361" y="3082"/>
                  </a:lnTo>
                  <a:lnTo>
                    <a:pt x="307" y="3292"/>
                  </a:lnTo>
                  <a:lnTo>
                    <a:pt x="259" y="3506"/>
                  </a:lnTo>
                  <a:lnTo>
                    <a:pt x="215" y="3725"/>
                  </a:lnTo>
                  <a:lnTo>
                    <a:pt x="176" y="3946"/>
                  </a:lnTo>
                  <a:lnTo>
                    <a:pt x="140" y="4167"/>
                  </a:lnTo>
                  <a:lnTo>
                    <a:pt x="109" y="4390"/>
                  </a:lnTo>
                  <a:lnTo>
                    <a:pt x="82" y="4615"/>
                  </a:lnTo>
                  <a:lnTo>
                    <a:pt x="60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5" y="7340"/>
                  </a:lnTo>
                  <a:lnTo>
                    <a:pt x="66" y="7561"/>
                  </a:lnTo>
                  <a:lnTo>
                    <a:pt x="89" y="7779"/>
                  </a:lnTo>
                  <a:lnTo>
                    <a:pt x="114" y="7989"/>
                  </a:lnTo>
                  <a:lnTo>
                    <a:pt x="140" y="8191"/>
                  </a:lnTo>
                  <a:lnTo>
                    <a:pt x="168" y="8382"/>
                  </a:lnTo>
                  <a:lnTo>
                    <a:pt x="197" y="8567"/>
                  </a:lnTo>
                  <a:lnTo>
                    <a:pt x="228" y="8745"/>
                  </a:lnTo>
                  <a:lnTo>
                    <a:pt x="261" y="8916"/>
                  </a:lnTo>
                  <a:lnTo>
                    <a:pt x="294" y="9081"/>
                  </a:lnTo>
                  <a:lnTo>
                    <a:pt x="328" y="9241"/>
                  </a:lnTo>
                  <a:lnTo>
                    <a:pt x="362" y="9402"/>
                  </a:lnTo>
                  <a:lnTo>
                    <a:pt x="397" y="9563"/>
                  </a:lnTo>
                  <a:lnTo>
                    <a:pt x="431" y="9716"/>
                  </a:lnTo>
                  <a:lnTo>
                    <a:pt x="467" y="9851"/>
                  </a:lnTo>
                  <a:lnTo>
                    <a:pt x="502" y="9958"/>
                  </a:lnTo>
                  <a:lnTo>
                    <a:pt x="521" y="10000"/>
                  </a:lnTo>
                  <a:lnTo>
                    <a:pt x="54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146262" y="1875219"/>
              <a:ext cx="1222948" cy="2160895"/>
            </a:xfrm>
            <a:custGeom>
              <a:avLst/>
              <a:gdLst/>
              <a:ahLst/>
              <a:cxnLst/>
              <a:rect l="0" t="0" r="r" b="b"/>
              <a:pathLst>
                <a:path w="2305" h="4219" fill="none">
                  <a:moveTo>
                    <a:pt x="2305" y="1988"/>
                  </a:moveTo>
                  <a:lnTo>
                    <a:pt x="1701" y="1704"/>
                  </a:lnTo>
                  <a:lnTo>
                    <a:pt x="957" y="1217"/>
                  </a:lnTo>
                  <a:lnTo>
                    <a:pt x="538" y="730"/>
                  </a:lnTo>
                </a:path>
                <a:path w="2305" h="4219" fill="none">
                  <a:moveTo>
                    <a:pt x="1701" y="1704"/>
                  </a:moveTo>
                  <a:lnTo>
                    <a:pt x="1422" y="973"/>
                  </a:lnTo>
                  <a:lnTo>
                    <a:pt x="1282" y="162"/>
                  </a:lnTo>
                </a:path>
                <a:path w="2305" h="4219" fill="none">
                  <a:moveTo>
                    <a:pt x="2305" y="1988"/>
                  </a:moveTo>
                  <a:lnTo>
                    <a:pt x="1422" y="2109"/>
                  </a:lnTo>
                  <a:lnTo>
                    <a:pt x="492" y="2109"/>
                  </a:lnTo>
                  <a:lnTo>
                    <a:pt x="27" y="2191"/>
                  </a:lnTo>
                </a:path>
                <a:path w="2305" h="4219" fill="none">
                  <a:moveTo>
                    <a:pt x="1422" y="2109"/>
                  </a:moveTo>
                  <a:lnTo>
                    <a:pt x="771" y="2678"/>
                  </a:lnTo>
                  <a:lnTo>
                    <a:pt x="259" y="3164"/>
                  </a:lnTo>
                </a:path>
                <a:path w="2305" h="4219" fill="none">
                  <a:moveTo>
                    <a:pt x="2305" y="1988"/>
                  </a:moveTo>
                  <a:lnTo>
                    <a:pt x="1701" y="2678"/>
                  </a:lnTo>
                  <a:lnTo>
                    <a:pt x="1143" y="3489"/>
                  </a:lnTo>
                  <a:lnTo>
                    <a:pt x="631" y="4138"/>
                  </a:lnTo>
                </a:path>
                <a:path w="2305" h="4219" fill="none">
                  <a:moveTo>
                    <a:pt x="1701" y="2678"/>
                  </a:moveTo>
                  <a:lnTo>
                    <a:pt x="1980" y="3489"/>
                  </a:lnTo>
                  <a:lnTo>
                    <a:pt x="1701" y="4219"/>
                  </a:lnTo>
                </a:path>
                <a:path w="2305" h="4219" fill="none">
                  <a:moveTo>
                    <a:pt x="1143" y="3489"/>
                  </a:moveTo>
                  <a:lnTo>
                    <a:pt x="399" y="3895"/>
                  </a:lnTo>
                  <a:lnTo>
                    <a:pt x="27" y="4138"/>
                  </a:lnTo>
                </a:path>
                <a:path w="2305" h="4219" fill="none">
                  <a:moveTo>
                    <a:pt x="957" y="1217"/>
                  </a:moveTo>
                  <a:lnTo>
                    <a:pt x="306" y="1379"/>
                  </a:lnTo>
                  <a:lnTo>
                    <a:pt x="0" y="1580"/>
                  </a:lnTo>
                </a:path>
                <a:path w="2305" h="4219" fill="none">
                  <a:moveTo>
                    <a:pt x="1422" y="973"/>
                  </a:moveTo>
                  <a:lnTo>
                    <a:pt x="864" y="486"/>
                  </a:lnTo>
                </a:path>
                <a:path w="2305" h="4219" fill="none">
                  <a:moveTo>
                    <a:pt x="771" y="2678"/>
                  </a:moveTo>
                  <a:lnTo>
                    <a:pt x="864" y="3246"/>
                  </a:lnTo>
                  <a:lnTo>
                    <a:pt x="585" y="3814"/>
                  </a:lnTo>
                </a:path>
                <a:path w="2305" h="4219" fill="none">
                  <a:moveTo>
                    <a:pt x="2305" y="1988"/>
                  </a:moveTo>
                  <a:lnTo>
                    <a:pt x="2166" y="1379"/>
                  </a:lnTo>
                  <a:lnTo>
                    <a:pt x="1887" y="730"/>
                  </a:lnTo>
                  <a:lnTo>
                    <a:pt x="1701" y="0"/>
                  </a:lnTo>
                </a:path>
                <a:path w="2305" h="4219" fill="none">
                  <a:moveTo>
                    <a:pt x="492" y="2109"/>
                  </a:moveTo>
                  <a:lnTo>
                    <a:pt x="213" y="25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80260" y="2893332"/>
              <a:ext cx="1313612" cy="1265071"/>
            </a:xfrm>
            <a:custGeom>
              <a:avLst/>
              <a:gdLst/>
              <a:ahLst/>
              <a:cxnLst/>
              <a:rect l="0" t="0" r="r" b="b"/>
              <a:pathLst>
                <a:path w="2476" h="2470" fill="none">
                  <a:moveTo>
                    <a:pt x="0" y="133"/>
                  </a:moveTo>
                  <a:lnTo>
                    <a:pt x="175" y="149"/>
                  </a:lnTo>
                  <a:lnTo>
                    <a:pt x="392" y="166"/>
                  </a:lnTo>
                  <a:lnTo>
                    <a:pt x="611" y="180"/>
                  </a:lnTo>
                  <a:lnTo>
                    <a:pt x="802" y="186"/>
                  </a:lnTo>
                  <a:lnTo>
                    <a:pt x="961" y="182"/>
                  </a:lnTo>
                  <a:lnTo>
                    <a:pt x="1106" y="172"/>
                  </a:lnTo>
                  <a:lnTo>
                    <a:pt x="1245" y="158"/>
                  </a:lnTo>
                  <a:lnTo>
                    <a:pt x="1389" y="140"/>
                  </a:lnTo>
                  <a:lnTo>
                    <a:pt x="1546" y="121"/>
                  </a:lnTo>
                  <a:lnTo>
                    <a:pt x="1735" y="99"/>
                  </a:lnTo>
                  <a:lnTo>
                    <a:pt x="1950" y="71"/>
                  </a:lnTo>
                  <a:lnTo>
                    <a:pt x="2162" y="42"/>
                  </a:lnTo>
                  <a:lnTo>
                    <a:pt x="2347" y="17"/>
                  </a:lnTo>
                  <a:lnTo>
                    <a:pt x="2476" y="0"/>
                  </a:lnTo>
                </a:path>
                <a:path w="2476" h="2470" fill="none">
                  <a:moveTo>
                    <a:pt x="63" y="2470"/>
                  </a:moveTo>
                  <a:lnTo>
                    <a:pt x="172" y="2353"/>
                  </a:lnTo>
                  <a:lnTo>
                    <a:pt x="333" y="2182"/>
                  </a:lnTo>
                  <a:lnTo>
                    <a:pt x="520" y="1982"/>
                  </a:lnTo>
                  <a:lnTo>
                    <a:pt x="715" y="1775"/>
                  </a:lnTo>
                  <a:lnTo>
                    <a:pt x="895" y="1582"/>
                  </a:lnTo>
                  <a:lnTo>
                    <a:pt x="1064" y="1398"/>
                  </a:lnTo>
                  <a:lnTo>
                    <a:pt x="1235" y="1209"/>
                  </a:lnTo>
                  <a:lnTo>
                    <a:pt x="1404" y="1023"/>
                  </a:lnTo>
                  <a:lnTo>
                    <a:pt x="1571" y="847"/>
                  </a:lnTo>
                  <a:lnTo>
                    <a:pt x="1732" y="689"/>
                  </a:lnTo>
                  <a:lnTo>
                    <a:pt x="1899" y="546"/>
                  </a:lnTo>
                  <a:lnTo>
                    <a:pt x="2072" y="411"/>
                  </a:lnTo>
                  <a:lnTo>
                    <a:pt x="2237" y="292"/>
                  </a:lnTo>
                  <a:lnTo>
                    <a:pt x="2377" y="193"/>
                  </a:lnTo>
                  <a:lnTo>
                    <a:pt x="2476" y="12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1042430" y="1578987"/>
            <a:ext cx="1562427" cy="3018543"/>
          </a:xfrm>
          <a:custGeom>
            <a:avLst/>
            <a:gdLst/>
            <a:ahLst/>
            <a:cxnLst/>
            <a:rect l="0" t="0" r="r" b="b"/>
            <a:pathLst>
              <a:path w="2946" h="5894" fill="none">
                <a:moveTo>
                  <a:pt x="321" y="5885"/>
                </a:moveTo>
                <a:lnTo>
                  <a:pt x="366" y="5843"/>
                </a:lnTo>
                <a:lnTo>
                  <a:pt x="423" y="5780"/>
                </a:lnTo>
                <a:lnTo>
                  <a:pt x="491" y="5701"/>
                </a:lnTo>
                <a:lnTo>
                  <a:pt x="492" y="5700"/>
                </a:lnTo>
                <a:lnTo>
                  <a:pt x="567" y="5615"/>
                </a:lnTo>
                <a:lnTo>
                  <a:pt x="570" y="5611"/>
                </a:lnTo>
                <a:lnTo>
                  <a:pt x="652" y="5528"/>
                </a:lnTo>
                <a:lnTo>
                  <a:pt x="659" y="5522"/>
                </a:lnTo>
                <a:lnTo>
                  <a:pt x="747" y="5448"/>
                </a:lnTo>
                <a:lnTo>
                  <a:pt x="753" y="5443"/>
                </a:lnTo>
                <a:lnTo>
                  <a:pt x="851" y="5373"/>
                </a:lnTo>
                <a:lnTo>
                  <a:pt x="854" y="5371"/>
                </a:lnTo>
                <a:lnTo>
                  <a:pt x="962" y="5300"/>
                </a:lnTo>
                <a:lnTo>
                  <a:pt x="966" y="5298"/>
                </a:lnTo>
                <a:lnTo>
                  <a:pt x="1081" y="5229"/>
                </a:lnTo>
                <a:lnTo>
                  <a:pt x="1085" y="5226"/>
                </a:lnTo>
                <a:lnTo>
                  <a:pt x="1203" y="5162"/>
                </a:lnTo>
                <a:lnTo>
                  <a:pt x="1208" y="5160"/>
                </a:lnTo>
                <a:lnTo>
                  <a:pt x="1325" y="5104"/>
                </a:lnTo>
                <a:lnTo>
                  <a:pt x="1333" y="5101"/>
                </a:lnTo>
                <a:lnTo>
                  <a:pt x="1446" y="5057"/>
                </a:lnTo>
                <a:lnTo>
                  <a:pt x="1456" y="5054"/>
                </a:lnTo>
                <a:lnTo>
                  <a:pt x="1566" y="5022"/>
                </a:lnTo>
                <a:lnTo>
                  <a:pt x="1576" y="5020"/>
                </a:lnTo>
                <a:lnTo>
                  <a:pt x="1687" y="4998"/>
                </a:lnTo>
                <a:lnTo>
                  <a:pt x="1695" y="4997"/>
                </a:lnTo>
                <a:lnTo>
                  <a:pt x="1806" y="4983"/>
                </a:lnTo>
                <a:lnTo>
                  <a:pt x="1814" y="4983"/>
                </a:lnTo>
                <a:lnTo>
                  <a:pt x="1923" y="4977"/>
                </a:lnTo>
                <a:lnTo>
                  <a:pt x="1930" y="4977"/>
                </a:lnTo>
                <a:lnTo>
                  <a:pt x="2037" y="4978"/>
                </a:lnTo>
                <a:lnTo>
                  <a:pt x="2043" y="4978"/>
                </a:lnTo>
                <a:lnTo>
                  <a:pt x="2146" y="4985"/>
                </a:lnTo>
                <a:lnTo>
                  <a:pt x="2156" y="4986"/>
                </a:lnTo>
                <a:lnTo>
                  <a:pt x="2257" y="5001"/>
                </a:lnTo>
                <a:lnTo>
                  <a:pt x="2268" y="5003"/>
                </a:lnTo>
                <a:lnTo>
                  <a:pt x="2368" y="5028"/>
                </a:lnTo>
                <a:lnTo>
                  <a:pt x="2375" y="5031"/>
                </a:lnTo>
                <a:lnTo>
                  <a:pt x="2473" y="5062"/>
                </a:lnTo>
                <a:lnTo>
                  <a:pt x="2478" y="5064"/>
                </a:lnTo>
                <a:lnTo>
                  <a:pt x="2571" y="5100"/>
                </a:lnTo>
                <a:lnTo>
                  <a:pt x="2575" y="5101"/>
                </a:lnTo>
                <a:lnTo>
                  <a:pt x="2662" y="5138"/>
                </a:lnTo>
                <a:lnTo>
                  <a:pt x="2663" y="5138"/>
                </a:lnTo>
                <a:lnTo>
                  <a:pt x="2742" y="5173"/>
                </a:lnTo>
                <a:lnTo>
                  <a:pt x="2750" y="5176"/>
                </a:lnTo>
                <a:lnTo>
                  <a:pt x="2757" y="5180"/>
                </a:lnTo>
                <a:lnTo>
                  <a:pt x="2830" y="5226"/>
                </a:lnTo>
                <a:lnTo>
                  <a:pt x="2837" y="5232"/>
                </a:lnTo>
                <a:lnTo>
                  <a:pt x="2844" y="5237"/>
                </a:lnTo>
                <a:lnTo>
                  <a:pt x="2913" y="5300"/>
                </a:lnTo>
                <a:lnTo>
                  <a:pt x="2916" y="5304"/>
                </a:lnTo>
                <a:lnTo>
                  <a:pt x="2945" y="5333"/>
                </a:lnTo>
                <a:lnTo>
                  <a:pt x="2946" y="5245"/>
                </a:lnTo>
                <a:lnTo>
                  <a:pt x="2936" y="5083"/>
                </a:lnTo>
                <a:lnTo>
                  <a:pt x="2921" y="4905"/>
                </a:lnTo>
                <a:lnTo>
                  <a:pt x="2905" y="4725"/>
                </a:lnTo>
                <a:lnTo>
                  <a:pt x="2905" y="4724"/>
                </a:lnTo>
                <a:lnTo>
                  <a:pt x="2892" y="4561"/>
                </a:lnTo>
                <a:lnTo>
                  <a:pt x="2892" y="4560"/>
                </a:lnTo>
                <a:lnTo>
                  <a:pt x="2882" y="4411"/>
                </a:lnTo>
                <a:lnTo>
                  <a:pt x="2870" y="4262"/>
                </a:lnTo>
                <a:lnTo>
                  <a:pt x="2857" y="4114"/>
                </a:lnTo>
                <a:lnTo>
                  <a:pt x="2844" y="3966"/>
                </a:lnTo>
                <a:lnTo>
                  <a:pt x="2831" y="3817"/>
                </a:lnTo>
                <a:lnTo>
                  <a:pt x="2831" y="3817"/>
                </a:lnTo>
                <a:lnTo>
                  <a:pt x="2818" y="3669"/>
                </a:lnTo>
                <a:lnTo>
                  <a:pt x="2818" y="3668"/>
                </a:lnTo>
                <a:lnTo>
                  <a:pt x="2806" y="3519"/>
                </a:lnTo>
                <a:lnTo>
                  <a:pt x="2806" y="3519"/>
                </a:lnTo>
                <a:lnTo>
                  <a:pt x="2794" y="3370"/>
                </a:lnTo>
                <a:lnTo>
                  <a:pt x="2783" y="3222"/>
                </a:lnTo>
                <a:lnTo>
                  <a:pt x="2771" y="3073"/>
                </a:lnTo>
                <a:lnTo>
                  <a:pt x="2758" y="2925"/>
                </a:lnTo>
                <a:lnTo>
                  <a:pt x="2743" y="2777"/>
                </a:lnTo>
                <a:lnTo>
                  <a:pt x="2728" y="2628"/>
                </a:lnTo>
                <a:lnTo>
                  <a:pt x="2712" y="2480"/>
                </a:lnTo>
                <a:lnTo>
                  <a:pt x="2695" y="2331"/>
                </a:lnTo>
                <a:lnTo>
                  <a:pt x="2676" y="2183"/>
                </a:lnTo>
                <a:lnTo>
                  <a:pt x="2656" y="2036"/>
                </a:lnTo>
                <a:lnTo>
                  <a:pt x="2632" y="1889"/>
                </a:lnTo>
                <a:lnTo>
                  <a:pt x="2607" y="1741"/>
                </a:lnTo>
                <a:lnTo>
                  <a:pt x="2578" y="1590"/>
                </a:lnTo>
                <a:lnTo>
                  <a:pt x="2548" y="1439"/>
                </a:lnTo>
                <a:lnTo>
                  <a:pt x="2516" y="1292"/>
                </a:lnTo>
                <a:lnTo>
                  <a:pt x="2483" y="1152"/>
                </a:lnTo>
                <a:lnTo>
                  <a:pt x="2448" y="1021"/>
                </a:lnTo>
                <a:lnTo>
                  <a:pt x="2412" y="899"/>
                </a:lnTo>
                <a:lnTo>
                  <a:pt x="2373" y="781"/>
                </a:lnTo>
                <a:lnTo>
                  <a:pt x="2332" y="670"/>
                </a:lnTo>
                <a:lnTo>
                  <a:pt x="2291" y="566"/>
                </a:lnTo>
                <a:lnTo>
                  <a:pt x="2250" y="470"/>
                </a:lnTo>
                <a:lnTo>
                  <a:pt x="2211" y="385"/>
                </a:lnTo>
                <a:lnTo>
                  <a:pt x="2175" y="309"/>
                </a:lnTo>
                <a:lnTo>
                  <a:pt x="2141" y="244"/>
                </a:lnTo>
                <a:lnTo>
                  <a:pt x="2108" y="189"/>
                </a:lnTo>
                <a:lnTo>
                  <a:pt x="2077" y="144"/>
                </a:lnTo>
                <a:lnTo>
                  <a:pt x="2045" y="106"/>
                </a:lnTo>
                <a:lnTo>
                  <a:pt x="2011" y="73"/>
                </a:lnTo>
                <a:lnTo>
                  <a:pt x="1975" y="46"/>
                </a:lnTo>
                <a:lnTo>
                  <a:pt x="1943" y="25"/>
                </a:lnTo>
                <a:lnTo>
                  <a:pt x="1913" y="12"/>
                </a:lnTo>
                <a:lnTo>
                  <a:pt x="1882" y="3"/>
                </a:lnTo>
                <a:lnTo>
                  <a:pt x="1845" y="0"/>
                </a:lnTo>
                <a:lnTo>
                  <a:pt x="1796" y="1"/>
                </a:lnTo>
                <a:lnTo>
                  <a:pt x="1733" y="11"/>
                </a:lnTo>
                <a:lnTo>
                  <a:pt x="1657" y="30"/>
                </a:lnTo>
                <a:lnTo>
                  <a:pt x="1572" y="56"/>
                </a:lnTo>
                <a:lnTo>
                  <a:pt x="1485" y="88"/>
                </a:lnTo>
                <a:lnTo>
                  <a:pt x="1399" y="125"/>
                </a:lnTo>
                <a:lnTo>
                  <a:pt x="1319" y="166"/>
                </a:lnTo>
                <a:lnTo>
                  <a:pt x="1243" y="212"/>
                </a:lnTo>
                <a:lnTo>
                  <a:pt x="1167" y="264"/>
                </a:lnTo>
                <a:lnTo>
                  <a:pt x="1092" y="321"/>
                </a:lnTo>
                <a:lnTo>
                  <a:pt x="1018" y="383"/>
                </a:lnTo>
                <a:lnTo>
                  <a:pt x="947" y="450"/>
                </a:lnTo>
                <a:lnTo>
                  <a:pt x="879" y="520"/>
                </a:lnTo>
                <a:lnTo>
                  <a:pt x="814" y="595"/>
                </a:lnTo>
                <a:lnTo>
                  <a:pt x="750" y="675"/>
                </a:lnTo>
                <a:lnTo>
                  <a:pt x="689" y="760"/>
                </a:lnTo>
                <a:lnTo>
                  <a:pt x="630" y="848"/>
                </a:lnTo>
                <a:lnTo>
                  <a:pt x="574" y="941"/>
                </a:lnTo>
                <a:lnTo>
                  <a:pt x="520" y="1038"/>
                </a:lnTo>
                <a:lnTo>
                  <a:pt x="468" y="1138"/>
                </a:lnTo>
                <a:lnTo>
                  <a:pt x="418" y="1244"/>
                </a:lnTo>
                <a:lnTo>
                  <a:pt x="371" y="1352"/>
                </a:lnTo>
                <a:lnTo>
                  <a:pt x="327" y="1465"/>
                </a:lnTo>
                <a:lnTo>
                  <a:pt x="285" y="1580"/>
                </a:lnTo>
                <a:lnTo>
                  <a:pt x="247" y="1697"/>
                </a:lnTo>
                <a:lnTo>
                  <a:pt x="212" y="1817"/>
                </a:lnTo>
                <a:lnTo>
                  <a:pt x="181" y="1940"/>
                </a:lnTo>
                <a:lnTo>
                  <a:pt x="152" y="2067"/>
                </a:lnTo>
                <a:lnTo>
                  <a:pt x="127" y="2196"/>
                </a:lnTo>
                <a:lnTo>
                  <a:pt x="103" y="2326"/>
                </a:lnTo>
                <a:lnTo>
                  <a:pt x="82" y="2456"/>
                </a:lnTo>
                <a:lnTo>
                  <a:pt x="64" y="2587"/>
                </a:lnTo>
                <a:lnTo>
                  <a:pt x="48" y="2720"/>
                </a:lnTo>
                <a:lnTo>
                  <a:pt x="35" y="2855"/>
                </a:lnTo>
                <a:lnTo>
                  <a:pt x="24" y="2990"/>
                </a:lnTo>
                <a:lnTo>
                  <a:pt x="16" y="3125"/>
                </a:lnTo>
                <a:lnTo>
                  <a:pt x="9" y="3260"/>
                </a:lnTo>
                <a:lnTo>
                  <a:pt x="4" y="3394"/>
                </a:lnTo>
                <a:lnTo>
                  <a:pt x="1" y="3529"/>
                </a:lnTo>
                <a:lnTo>
                  <a:pt x="0" y="3664"/>
                </a:lnTo>
                <a:lnTo>
                  <a:pt x="1" y="3799"/>
                </a:lnTo>
                <a:lnTo>
                  <a:pt x="4" y="3932"/>
                </a:lnTo>
                <a:lnTo>
                  <a:pt x="9" y="4064"/>
                </a:lnTo>
                <a:lnTo>
                  <a:pt x="16" y="4195"/>
                </a:lnTo>
                <a:lnTo>
                  <a:pt x="26" y="4326"/>
                </a:lnTo>
                <a:lnTo>
                  <a:pt x="39" y="4457"/>
                </a:lnTo>
                <a:lnTo>
                  <a:pt x="52" y="4585"/>
                </a:lnTo>
                <a:lnTo>
                  <a:pt x="67" y="4709"/>
                </a:lnTo>
                <a:lnTo>
                  <a:pt x="82" y="4828"/>
                </a:lnTo>
                <a:lnTo>
                  <a:pt x="99" y="4941"/>
                </a:lnTo>
                <a:lnTo>
                  <a:pt x="116" y="5050"/>
                </a:lnTo>
                <a:lnTo>
                  <a:pt x="134" y="5155"/>
                </a:lnTo>
                <a:lnTo>
                  <a:pt x="153" y="5256"/>
                </a:lnTo>
                <a:lnTo>
                  <a:pt x="173" y="5353"/>
                </a:lnTo>
                <a:lnTo>
                  <a:pt x="193" y="5447"/>
                </a:lnTo>
                <a:lnTo>
                  <a:pt x="213" y="5542"/>
                </a:lnTo>
                <a:lnTo>
                  <a:pt x="234" y="5637"/>
                </a:lnTo>
                <a:lnTo>
                  <a:pt x="254" y="5727"/>
                </a:lnTo>
                <a:lnTo>
                  <a:pt x="275" y="5807"/>
                </a:lnTo>
                <a:lnTo>
                  <a:pt x="295" y="5870"/>
                </a:lnTo>
                <a:lnTo>
                  <a:pt x="307" y="5894"/>
                </a:lnTo>
                <a:lnTo>
                  <a:pt x="321" y="588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3353452" y="1578987"/>
            <a:ext cx="1466264" cy="3189368"/>
            <a:chOff x="3353452" y="1578987"/>
            <a:chExt cx="1466264" cy="3189368"/>
          </a:xfrm>
        </p:grpSpPr>
        <p:sp>
          <p:nvSpPr>
            <p:cNvPr id="23" name="Forma 22"/>
            <p:cNvSpPr/>
            <p:nvPr/>
          </p:nvSpPr>
          <p:spPr>
            <a:xfrm>
              <a:off x="3353452" y="1578987"/>
              <a:ext cx="1466264" cy="318936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3482950" y="1881960"/>
              <a:ext cx="1232456" cy="2210070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3497858" y="2986995"/>
              <a:ext cx="1256623" cy="120523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3353452" y="1578987"/>
            <a:ext cx="1466264" cy="318936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884225" y="1522510"/>
            <a:ext cx="1796715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3286400" y="1522510"/>
            <a:ext cx="1681535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613193" y="1967736"/>
            <a:ext cx="233270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660947" y="4809298"/>
            <a:ext cx="233285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640083" y="3568217"/>
            <a:ext cx="1410343" cy="1449603"/>
            <a:chOff x="2640083" y="3568217"/>
            <a:chExt cx="1410343" cy="1449603"/>
          </a:xfrm>
        </p:grpSpPr>
        <p:sp>
          <p:nvSpPr>
            <p:cNvPr id="32" name="Forma 31"/>
            <p:cNvSpPr/>
            <p:nvPr/>
          </p:nvSpPr>
          <p:spPr>
            <a:xfrm>
              <a:off x="2640083" y="3568217"/>
              <a:ext cx="1410343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glow rad="139700">
                <a:srgbClr val="FFFF00">
                  <a:alpha val="70000"/>
                </a:srgbClr>
              </a:glo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3376879" y="3674791"/>
              <a:ext cx="344729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Diafragma"/>
          <p:cNvSpPr/>
          <p:nvPr/>
        </p:nvSpPr>
        <p:spPr>
          <a:xfrm>
            <a:off x="990304" y="4770981"/>
            <a:ext cx="387155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335024" y="1278331"/>
            <a:ext cx="3182112" cy="204826"/>
            <a:chOff x="1335024" y="1278331"/>
            <a:chExt cx="3182112" cy="204826"/>
          </a:xfrm>
        </p:grpSpPr>
        <p:sp>
          <p:nvSpPr>
            <p:cNvPr id="36" name="Forma 35"/>
            <p:cNvSpPr/>
            <p:nvPr/>
          </p:nvSpPr>
          <p:spPr>
            <a:xfrm>
              <a:off x="1335024" y="1278331"/>
              <a:ext cx="3182112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35024" y="1278331"/>
              <a:ext cx="3182112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Forma 37"/>
          <p:cNvSpPr/>
          <p:nvPr/>
        </p:nvSpPr>
        <p:spPr>
          <a:xfrm>
            <a:off x="5852160" y="868680"/>
            <a:ext cx="6035040" cy="83439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Falla de la bomba izquierda</a:t>
            </a:r>
            <a:endParaRPr lang="es-AR" sz="1950" dirty="0">
              <a:latin typeface="Mali"/>
            </a:endParaRPr>
          </a:p>
        </p:txBody>
      </p:sp>
      <p:sp>
        <p:nvSpPr>
          <p:cNvPr id="39" name="Flecha 38_2"/>
          <p:cNvSpPr/>
          <p:nvPr/>
        </p:nvSpPr>
        <p:spPr>
          <a:xfrm>
            <a:off x="8869680" y="1730502"/>
            <a:ext cx="9144" cy="173736"/>
          </a:xfrm>
          <a:custGeom>
            <a:avLst/>
            <a:gdLst/>
            <a:ahLst/>
            <a:cxnLst/>
            <a:rect l="0" t="0" r="r" b="b"/>
            <a:pathLst>
              <a:path w="10" h="190" fill="none">
                <a:moveTo>
                  <a:pt x="0" y="0"/>
                </a:moveTo>
                <a:lnTo>
                  <a:pt x="0" y="19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0" name="Forma 40"/>
          <p:cNvSpPr/>
          <p:nvPr/>
        </p:nvSpPr>
        <p:spPr>
          <a:xfrm>
            <a:off x="5852160" y="1931670"/>
            <a:ext cx="6035040" cy="83439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presión en venas y capilares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pulmonares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(circulación funcional)</a:t>
            </a:r>
            <a:endParaRPr lang="es-AR" sz="1950" dirty="0">
              <a:latin typeface="Mali"/>
            </a:endParaRPr>
          </a:p>
        </p:txBody>
      </p:sp>
      <p:sp>
        <p:nvSpPr>
          <p:cNvPr id="41" name="Flecha 41_2"/>
          <p:cNvSpPr/>
          <p:nvPr/>
        </p:nvSpPr>
        <p:spPr>
          <a:xfrm>
            <a:off x="8869680" y="2793492"/>
            <a:ext cx="9144" cy="173736"/>
          </a:xfrm>
          <a:custGeom>
            <a:avLst/>
            <a:gdLst/>
            <a:ahLst/>
            <a:cxnLst/>
            <a:rect l="0" t="0" r="r" b="b"/>
            <a:pathLst>
              <a:path w="10" h="190" fill="none">
                <a:moveTo>
                  <a:pt x="0" y="0"/>
                </a:moveTo>
                <a:lnTo>
                  <a:pt x="0" y="19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2" name="Forma 43"/>
          <p:cNvSpPr/>
          <p:nvPr/>
        </p:nvSpPr>
        <p:spPr>
          <a:xfrm>
            <a:off x="5852160" y="2994660"/>
            <a:ext cx="6035040" cy="83439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Alteración de la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función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intercambio gaseoso</a:t>
            </a:r>
            <a:endParaRPr lang="es-AR" sz="1950" dirty="0">
              <a:latin typeface="Mali"/>
            </a:endParaRPr>
          </a:p>
        </p:txBody>
      </p:sp>
      <p:sp>
        <p:nvSpPr>
          <p:cNvPr id="43" name="Flecha 44_2"/>
          <p:cNvSpPr/>
          <p:nvPr/>
        </p:nvSpPr>
        <p:spPr>
          <a:xfrm>
            <a:off x="8869680" y="3856482"/>
            <a:ext cx="9144" cy="173736"/>
          </a:xfrm>
          <a:custGeom>
            <a:avLst/>
            <a:gdLst/>
            <a:ahLst/>
            <a:cxnLst/>
            <a:rect l="0" t="0" r="r" b="b"/>
            <a:pathLst>
              <a:path w="10" h="189" fill="none">
                <a:moveTo>
                  <a:pt x="0" y="0"/>
                </a:moveTo>
                <a:lnTo>
                  <a:pt x="0" y="18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4" name="Forma 46"/>
          <p:cNvSpPr/>
          <p:nvPr/>
        </p:nvSpPr>
        <p:spPr>
          <a:xfrm>
            <a:off x="5852160" y="4057650"/>
            <a:ext cx="6035040" cy="83439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Después, con repercusión establecida, la circulación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bronquial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(nutricia)</a:t>
            </a:r>
            <a:endParaRPr lang="es-AR" sz="1950" dirty="0">
              <a:latin typeface="Mali"/>
            </a:endParaRPr>
          </a:p>
        </p:txBody>
      </p:sp>
      <p:sp>
        <p:nvSpPr>
          <p:cNvPr id="45" name="Función primero"/>
          <p:cNvSpPr/>
          <p:nvPr/>
        </p:nvSpPr>
        <p:spPr>
          <a:xfrm>
            <a:off x="5852160" y="5120640"/>
            <a:ext cx="6035040" cy="12344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 primero que se altera es la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función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(hematosis), no la irrigación nutricia. La secuencia exacta entre circulaciones se registra para revisión.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3622" y="91440"/>
            <a:ext cx="9503481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¿QUÉ CAPILAR SE ALTERA PRIMERO EN LA INSUFICIENCIA CARDÍACA?</a:t>
            </a:r>
            <a:endParaRPr lang="es-AR" sz="19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  <a:moveTo>
                  <a:pt x="2700" y="1140"/>
                </a:moveTo>
                <a:cubicBezTo>
                  <a:pt x="2700" y="1200"/>
                  <a:pt x="2650" y="1250"/>
                  <a:pt x="2590" y="1250"/>
                </a:cubicBezTo>
                <a:cubicBezTo>
                  <a:pt x="2529" y="1250"/>
                  <a:pt x="2480" y="1200"/>
                  <a:pt x="2480" y="1140"/>
                </a:cubicBezTo>
                <a:cubicBezTo>
                  <a:pt x="2480" y="1079"/>
                  <a:pt x="2529" y="1030"/>
                  <a:pt x="2590" y="1030"/>
                </a:cubicBezTo>
                <a:cubicBezTo>
                  <a:pt x="2650" y="1030"/>
                  <a:pt x="2700" y="1079"/>
                  <a:pt x="2700" y="1140"/>
                </a:cubicBezTo>
                <a:close/>
                <a:moveTo>
                  <a:pt x="5500" y="310"/>
                </a:moveTo>
                <a:cubicBezTo>
                  <a:pt x="5500" y="370"/>
                  <a:pt x="5450" y="420"/>
                  <a:pt x="5390" y="420"/>
                </a:cubicBezTo>
                <a:cubicBezTo>
                  <a:pt x="5329" y="420"/>
                  <a:pt x="5280" y="370"/>
                  <a:pt x="5280" y="310"/>
                </a:cubicBezTo>
                <a:cubicBezTo>
                  <a:pt x="5280" y="249"/>
                  <a:pt x="5329" y="200"/>
                  <a:pt x="5390" y="200"/>
                </a:cubicBezTo>
                <a:cubicBezTo>
                  <a:pt x="5450" y="200"/>
                  <a:pt x="5500" y="249"/>
                  <a:pt x="5500" y="310"/>
                </a:cubicBezTo>
                <a:close/>
                <a:moveTo>
                  <a:pt x="7100" y="750"/>
                </a:moveTo>
                <a:cubicBezTo>
                  <a:pt x="7100" y="810"/>
                  <a:pt x="7050" y="860"/>
                  <a:pt x="6990" y="860"/>
                </a:cubicBezTo>
                <a:cubicBezTo>
                  <a:pt x="6929" y="860"/>
                  <a:pt x="6880" y="810"/>
                  <a:pt x="6880" y="750"/>
                </a:cubicBezTo>
                <a:cubicBezTo>
                  <a:pt x="6880" y="689"/>
                  <a:pt x="6929" y="640"/>
                  <a:pt x="6990" y="640"/>
                </a:cubicBezTo>
                <a:cubicBezTo>
                  <a:pt x="7050" y="640"/>
                  <a:pt x="7100" y="689"/>
                  <a:pt x="7100" y="750"/>
                </a:cubicBezTo>
                <a:close/>
                <a:moveTo>
                  <a:pt x="3080" y="680"/>
                </a:moveTo>
                <a:cubicBezTo>
                  <a:pt x="3080" y="740"/>
                  <a:pt x="3030" y="790"/>
                  <a:pt x="2970" y="790"/>
                </a:cubicBezTo>
                <a:cubicBezTo>
                  <a:pt x="2909" y="790"/>
                  <a:pt x="2860" y="740"/>
                  <a:pt x="2860" y="680"/>
                </a:cubicBezTo>
                <a:cubicBezTo>
                  <a:pt x="2860" y="619"/>
                  <a:pt x="2909" y="570"/>
                  <a:pt x="2970" y="570"/>
                </a:cubicBezTo>
                <a:cubicBezTo>
                  <a:pt x="3030" y="570"/>
                  <a:pt x="3080" y="619"/>
                  <a:pt x="3080" y="68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681502" y="3491865"/>
            <a:ext cx="3764768" cy="1417320"/>
          </a:xfrm>
          <a:custGeom>
            <a:avLst/>
            <a:gdLst/>
            <a:ahLst/>
            <a:cxnLst/>
            <a:rect l="0" t="0" r="r" b="b"/>
            <a:pathLst>
              <a:path w="5640" h="2480">
                <a:moveTo>
                  <a:pt x="5130" y="2360"/>
                </a:moveTo>
                <a:cubicBezTo>
                  <a:pt x="5130" y="2426"/>
                  <a:pt x="5089" y="2480"/>
                  <a:pt x="5040" y="2480"/>
                </a:cubicBezTo>
                <a:cubicBezTo>
                  <a:pt x="4990" y="2480"/>
                  <a:pt x="4950" y="2426"/>
                  <a:pt x="4950" y="2360"/>
                </a:cubicBezTo>
                <a:cubicBezTo>
                  <a:pt x="4950" y="2293"/>
                  <a:pt x="4990" y="2240"/>
                  <a:pt x="5040" y="2240"/>
                </a:cubicBezTo>
                <a:cubicBezTo>
                  <a:pt x="5089" y="2240"/>
                  <a:pt x="5130" y="2293"/>
                  <a:pt x="5130" y="2360"/>
                </a:cubicBezTo>
                <a:close/>
                <a:moveTo>
                  <a:pt x="180" y="120"/>
                </a:moveTo>
                <a:cubicBezTo>
                  <a:pt x="180" y="186"/>
                  <a:pt x="139" y="240"/>
                  <a:pt x="90" y="240"/>
                </a:cubicBezTo>
                <a:cubicBezTo>
                  <a:pt x="40" y="240"/>
                  <a:pt x="0" y="186"/>
                  <a:pt x="0" y="120"/>
                </a:cubicBezTo>
                <a:cubicBezTo>
                  <a:pt x="0" y="53"/>
                  <a:pt x="40" y="0"/>
                  <a:pt x="90" y="0"/>
                </a:cubicBezTo>
                <a:cubicBezTo>
                  <a:pt x="139" y="0"/>
                  <a:pt x="180" y="53"/>
                  <a:pt x="180" y="120"/>
                </a:cubicBezTo>
                <a:close/>
                <a:moveTo>
                  <a:pt x="5640" y="510"/>
                </a:moveTo>
                <a:cubicBezTo>
                  <a:pt x="5640" y="576"/>
                  <a:pt x="5599" y="630"/>
                  <a:pt x="5550" y="630"/>
                </a:cubicBezTo>
                <a:cubicBezTo>
                  <a:pt x="5500" y="630"/>
                  <a:pt x="5460" y="576"/>
                  <a:pt x="5460" y="510"/>
                </a:cubicBezTo>
                <a:cubicBezTo>
                  <a:pt x="5460" y="443"/>
                  <a:pt x="5500" y="390"/>
                  <a:pt x="5550" y="390"/>
                </a:cubicBezTo>
                <a:cubicBezTo>
                  <a:pt x="5599" y="390"/>
                  <a:pt x="5640" y="443"/>
                  <a:pt x="5640" y="510"/>
                </a:cubicBezTo>
                <a:close/>
                <a:moveTo>
                  <a:pt x="3980" y="510"/>
                </a:moveTo>
                <a:cubicBezTo>
                  <a:pt x="3980" y="576"/>
                  <a:pt x="3939" y="630"/>
                  <a:pt x="3890" y="630"/>
                </a:cubicBezTo>
                <a:cubicBezTo>
                  <a:pt x="3840" y="630"/>
                  <a:pt x="3800" y="576"/>
                  <a:pt x="3800" y="510"/>
                </a:cubicBezTo>
                <a:cubicBezTo>
                  <a:pt x="3800" y="443"/>
                  <a:pt x="3840" y="390"/>
                  <a:pt x="3890" y="390"/>
                </a:cubicBezTo>
                <a:cubicBezTo>
                  <a:pt x="3939" y="390"/>
                  <a:pt x="3980" y="443"/>
                  <a:pt x="3980" y="51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Albúmina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Principal proteína responsable de π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0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Albúmina normal: π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retiene el agua.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23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B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322839" y="91440"/>
            <a:ext cx="770426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PRESIÓN ONCÓTICA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1082010" y="1405890"/>
            <a:ext cx="5066416" cy="1080135"/>
          </a:xfrm>
          <a:custGeom>
            <a:avLst/>
            <a:gdLst/>
            <a:ahLst/>
            <a:cxnLst/>
            <a:rect l="0" t="0" r="r" b="b"/>
            <a:pathLst>
              <a:path w="7590" h="1890">
                <a:moveTo>
                  <a:pt x="1190" y="1320"/>
                </a:moveTo>
                <a:cubicBezTo>
                  <a:pt x="1190" y="1380"/>
                  <a:pt x="1140" y="1430"/>
                  <a:pt x="1080" y="1430"/>
                </a:cubicBezTo>
                <a:cubicBezTo>
                  <a:pt x="1019" y="1430"/>
                  <a:pt x="970" y="1380"/>
                  <a:pt x="970" y="1320"/>
                </a:cubicBezTo>
                <a:cubicBezTo>
                  <a:pt x="970" y="1259"/>
                  <a:pt x="1019" y="1210"/>
                  <a:pt x="1080" y="1210"/>
                </a:cubicBezTo>
                <a:cubicBezTo>
                  <a:pt x="1140" y="1210"/>
                  <a:pt x="1190" y="1259"/>
                  <a:pt x="1190" y="1320"/>
                </a:cubicBezTo>
                <a:close/>
                <a:moveTo>
                  <a:pt x="4170" y="1620"/>
                </a:moveTo>
                <a:cubicBezTo>
                  <a:pt x="4170" y="1680"/>
                  <a:pt x="4120" y="1730"/>
                  <a:pt x="4060" y="1730"/>
                </a:cubicBezTo>
                <a:cubicBezTo>
                  <a:pt x="3999" y="1730"/>
                  <a:pt x="3950" y="1680"/>
                  <a:pt x="3950" y="1620"/>
                </a:cubicBezTo>
                <a:cubicBezTo>
                  <a:pt x="3950" y="1559"/>
                  <a:pt x="3999" y="1510"/>
                  <a:pt x="4060" y="1510"/>
                </a:cubicBezTo>
                <a:cubicBezTo>
                  <a:pt x="4120" y="1510"/>
                  <a:pt x="4170" y="1559"/>
                  <a:pt x="4170" y="1620"/>
                </a:cubicBezTo>
                <a:close/>
                <a:moveTo>
                  <a:pt x="5580" y="480"/>
                </a:moveTo>
                <a:cubicBezTo>
                  <a:pt x="5580" y="540"/>
                  <a:pt x="5530" y="590"/>
                  <a:pt x="5470" y="590"/>
                </a:cubicBezTo>
                <a:cubicBezTo>
                  <a:pt x="5409" y="590"/>
                  <a:pt x="5360" y="540"/>
                  <a:pt x="5360" y="480"/>
                </a:cubicBezTo>
                <a:cubicBezTo>
                  <a:pt x="5360" y="419"/>
                  <a:pt x="5409" y="370"/>
                  <a:pt x="5470" y="370"/>
                </a:cubicBezTo>
                <a:cubicBezTo>
                  <a:pt x="5530" y="370"/>
                  <a:pt x="5580" y="419"/>
                  <a:pt x="5580" y="480"/>
                </a:cubicBezTo>
                <a:close/>
                <a:moveTo>
                  <a:pt x="260" y="1150"/>
                </a:moveTo>
                <a:cubicBezTo>
                  <a:pt x="260" y="1210"/>
                  <a:pt x="210" y="1260"/>
                  <a:pt x="150" y="1260"/>
                </a:cubicBezTo>
                <a:cubicBezTo>
                  <a:pt x="89" y="1260"/>
                  <a:pt x="40" y="1210"/>
                  <a:pt x="40" y="1150"/>
                </a:cubicBezTo>
                <a:cubicBezTo>
                  <a:pt x="40" y="1089"/>
                  <a:pt x="89" y="1040"/>
                  <a:pt x="150" y="1040"/>
                </a:cubicBezTo>
                <a:cubicBezTo>
                  <a:pt x="210" y="1040"/>
                  <a:pt x="260" y="1089"/>
                  <a:pt x="260" y="1150"/>
                </a:cubicBezTo>
                <a:close/>
                <a:moveTo>
                  <a:pt x="2400" y="370"/>
                </a:moveTo>
                <a:cubicBezTo>
                  <a:pt x="2400" y="430"/>
                  <a:pt x="2350" y="480"/>
                  <a:pt x="2290" y="480"/>
                </a:cubicBezTo>
                <a:cubicBezTo>
                  <a:pt x="2229" y="480"/>
                  <a:pt x="2180" y="430"/>
                  <a:pt x="2180" y="370"/>
                </a:cubicBezTo>
                <a:cubicBezTo>
                  <a:pt x="2180" y="309"/>
                  <a:pt x="2229" y="260"/>
                  <a:pt x="2290" y="260"/>
                </a:cubicBezTo>
                <a:cubicBezTo>
                  <a:pt x="2350" y="260"/>
                  <a:pt x="2400" y="309"/>
                  <a:pt x="2400" y="370"/>
                </a:cubicBezTo>
                <a:close/>
                <a:moveTo>
                  <a:pt x="220" y="1380"/>
                </a:moveTo>
                <a:cubicBezTo>
                  <a:pt x="220" y="1440"/>
                  <a:pt x="170" y="1490"/>
                  <a:pt x="110" y="1490"/>
                </a:cubicBezTo>
                <a:cubicBezTo>
                  <a:pt x="49" y="1490"/>
                  <a:pt x="0" y="1440"/>
                  <a:pt x="0" y="1380"/>
                </a:cubicBezTo>
                <a:cubicBezTo>
                  <a:pt x="0" y="1319"/>
                  <a:pt x="49" y="1270"/>
                  <a:pt x="110" y="1270"/>
                </a:cubicBezTo>
                <a:cubicBezTo>
                  <a:pt x="170" y="1270"/>
                  <a:pt x="220" y="1319"/>
                  <a:pt x="220" y="1380"/>
                </a:cubicBezTo>
                <a:close/>
                <a:moveTo>
                  <a:pt x="7590" y="1780"/>
                </a:moveTo>
                <a:cubicBezTo>
                  <a:pt x="7590" y="1840"/>
                  <a:pt x="7540" y="1890"/>
                  <a:pt x="7480" y="1890"/>
                </a:cubicBezTo>
                <a:cubicBezTo>
                  <a:pt x="7419" y="1890"/>
                  <a:pt x="7370" y="1840"/>
                  <a:pt x="7370" y="1780"/>
                </a:cubicBezTo>
                <a:cubicBezTo>
                  <a:pt x="7370" y="1719"/>
                  <a:pt x="7419" y="1670"/>
                  <a:pt x="7480" y="1670"/>
                </a:cubicBezTo>
                <a:cubicBezTo>
                  <a:pt x="7540" y="1670"/>
                  <a:pt x="7590" y="1719"/>
                  <a:pt x="7590" y="1780"/>
                </a:cubicBezTo>
                <a:close/>
                <a:moveTo>
                  <a:pt x="5790" y="110"/>
                </a:moveTo>
                <a:cubicBezTo>
                  <a:pt x="5790" y="170"/>
                  <a:pt x="5740" y="220"/>
                  <a:pt x="5680" y="220"/>
                </a:cubicBezTo>
                <a:cubicBezTo>
                  <a:pt x="5619" y="220"/>
                  <a:pt x="5570" y="170"/>
                  <a:pt x="5570" y="110"/>
                </a:cubicBezTo>
                <a:cubicBezTo>
                  <a:pt x="5570" y="49"/>
                  <a:pt x="5619" y="0"/>
                  <a:pt x="5680" y="0"/>
                </a:cubicBezTo>
                <a:cubicBezTo>
                  <a:pt x="5740" y="0"/>
                  <a:pt x="5790" y="49"/>
                  <a:pt x="5790" y="11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863090"/>
            <a:chOff x="3745382" y="2011680"/>
            <a:chExt cx="852678" cy="1863090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863090"/>
            </a:xfrm>
            <a:custGeom>
              <a:avLst/>
              <a:gdLst/>
              <a:ahLst/>
              <a:cxnLst/>
              <a:rect l="0" t="0" r="r" b="b"/>
              <a:pathLst>
                <a:path w="10" h="2037" fill="none">
                  <a:moveTo>
                    <a:pt x="0" y="2037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729484"/>
            <a:chOff x="407822" y="2754630"/>
            <a:chExt cx="1188720" cy="272948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988820"/>
            </a:xfrm>
            <a:custGeom>
              <a:avLst/>
              <a:gdLst/>
              <a:ahLst/>
              <a:cxnLst/>
              <a:rect l="0" t="0" r="r" b="b"/>
              <a:pathLst>
                <a:path w="10" h="2175" fill="none">
                  <a:moveTo>
                    <a:pt x="0" y="0"/>
                  </a:moveTo>
                  <a:lnTo>
                    <a:pt x="0" y="2175"/>
                  </a:lnTo>
                </a:path>
              </a:pathLst>
            </a:custGeom>
            <a:noFill/>
            <a:ln w="98425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97205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3571829" y="3171825"/>
            <a:ext cx="1288298" cy="2366010"/>
          </a:xfrm>
          <a:custGeom>
            <a:avLst/>
            <a:gdLst/>
            <a:ahLst/>
            <a:cxnLst/>
            <a:rect l="0" t="0" r="r" b="b"/>
            <a:pathLst>
              <a:path w="1930" h="4140">
                <a:moveTo>
                  <a:pt x="1640" y="4020"/>
                </a:moveTo>
                <a:cubicBezTo>
                  <a:pt x="1640" y="4086"/>
                  <a:pt x="1599" y="4140"/>
                  <a:pt x="1550" y="4140"/>
                </a:cubicBezTo>
                <a:cubicBezTo>
                  <a:pt x="1500" y="4140"/>
                  <a:pt x="1460" y="4086"/>
                  <a:pt x="1460" y="4020"/>
                </a:cubicBezTo>
                <a:cubicBezTo>
                  <a:pt x="1460" y="3953"/>
                  <a:pt x="1500" y="3900"/>
                  <a:pt x="1550" y="3900"/>
                </a:cubicBezTo>
                <a:cubicBezTo>
                  <a:pt x="1599" y="3900"/>
                  <a:pt x="1640" y="3953"/>
                  <a:pt x="1640" y="4020"/>
                </a:cubicBezTo>
                <a:close/>
                <a:moveTo>
                  <a:pt x="180" y="1580"/>
                </a:moveTo>
                <a:cubicBezTo>
                  <a:pt x="180" y="1646"/>
                  <a:pt x="139" y="1700"/>
                  <a:pt x="90" y="1700"/>
                </a:cubicBezTo>
                <a:cubicBezTo>
                  <a:pt x="40" y="1700"/>
                  <a:pt x="0" y="1646"/>
                  <a:pt x="0" y="1580"/>
                </a:cubicBezTo>
                <a:cubicBezTo>
                  <a:pt x="0" y="1513"/>
                  <a:pt x="40" y="1460"/>
                  <a:pt x="90" y="1460"/>
                </a:cubicBezTo>
                <a:cubicBezTo>
                  <a:pt x="139" y="1460"/>
                  <a:pt x="180" y="1513"/>
                  <a:pt x="180" y="1580"/>
                </a:cubicBezTo>
                <a:close/>
                <a:moveTo>
                  <a:pt x="1930" y="120"/>
                </a:moveTo>
                <a:cubicBezTo>
                  <a:pt x="1930" y="186"/>
                  <a:pt x="1889" y="240"/>
                  <a:pt x="1840" y="240"/>
                </a:cubicBezTo>
                <a:cubicBezTo>
                  <a:pt x="1790" y="240"/>
                  <a:pt x="1750" y="186"/>
                  <a:pt x="1750" y="120"/>
                </a:cubicBezTo>
                <a:cubicBezTo>
                  <a:pt x="1750" y="53"/>
                  <a:pt x="1790" y="0"/>
                  <a:pt x="1840" y="0"/>
                </a:cubicBezTo>
                <a:cubicBezTo>
                  <a:pt x="1889" y="0"/>
                  <a:pt x="1930" y="53"/>
                  <a:pt x="1930" y="120"/>
                </a:cubicBezTo>
                <a:close/>
                <a:moveTo>
                  <a:pt x="960" y="610"/>
                </a:moveTo>
                <a:cubicBezTo>
                  <a:pt x="960" y="676"/>
                  <a:pt x="919" y="730"/>
                  <a:pt x="870" y="730"/>
                </a:cubicBezTo>
                <a:cubicBezTo>
                  <a:pt x="820" y="730"/>
                  <a:pt x="780" y="676"/>
                  <a:pt x="780" y="610"/>
                </a:cubicBezTo>
                <a:cubicBezTo>
                  <a:pt x="780" y="543"/>
                  <a:pt x="820" y="490"/>
                  <a:pt x="870" y="490"/>
                </a:cubicBezTo>
                <a:cubicBezTo>
                  <a:pt x="919" y="490"/>
                  <a:pt x="960" y="543"/>
                  <a:pt x="960" y="61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Causas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Hipoalbuminemia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severa ·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nefrótico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hepática.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0" name="Recuadro Pleura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problema sistémico.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3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albúmina → ↓ π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fuerza de retención se debilita.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23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B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8153" y="91440"/>
            <a:ext cx="950895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525"/>
              </a:lnSpc>
              <a:spcAft>
                <a:spcPts val="300"/>
              </a:spcAft>
              <a:buNone/>
            </a:pPr>
            <a:r>
              <a:rPr lang="es-AR" sz="22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PRESIÓN ONCÓTICA · ALTERACIÓN</a:t>
            </a:r>
            <a:endParaRPr lang="es-AR" sz="2250" dirty="0">
              <a:latin typeface="Mali"/>
            </a:endParaRPr>
          </a:p>
        </p:txBody>
      </p:sp>
      <p:sp>
        <p:nvSpPr>
          <p:cNvPr id="1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097780"/>
            <a:ext cx="6675120" cy="14859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1082010" y="1405890"/>
            <a:ext cx="5066416" cy="1080135"/>
          </a:xfrm>
          <a:custGeom>
            <a:avLst/>
            <a:gdLst/>
            <a:ahLst/>
            <a:cxnLst/>
            <a:rect l="0" t="0" r="r" b="b"/>
            <a:pathLst>
              <a:path w="7590" h="1890">
                <a:moveTo>
                  <a:pt x="1190" y="1320"/>
                </a:moveTo>
                <a:cubicBezTo>
                  <a:pt x="1190" y="1380"/>
                  <a:pt x="1140" y="1430"/>
                  <a:pt x="1080" y="1430"/>
                </a:cubicBezTo>
                <a:cubicBezTo>
                  <a:pt x="1019" y="1430"/>
                  <a:pt x="970" y="1380"/>
                  <a:pt x="970" y="1320"/>
                </a:cubicBezTo>
                <a:cubicBezTo>
                  <a:pt x="970" y="1259"/>
                  <a:pt x="1019" y="1210"/>
                  <a:pt x="1080" y="1210"/>
                </a:cubicBezTo>
                <a:cubicBezTo>
                  <a:pt x="1140" y="1210"/>
                  <a:pt x="1190" y="1259"/>
                  <a:pt x="1190" y="1320"/>
                </a:cubicBezTo>
                <a:close/>
                <a:moveTo>
                  <a:pt x="4170" y="1620"/>
                </a:moveTo>
                <a:cubicBezTo>
                  <a:pt x="4170" y="1680"/>
                  <a:pt x="4120" y="1730"/>
                  <a:pt x="4060" y="1730"/>
                </a:cubicBezTo>
                <a:cubicBezTo>
                  <a:pt x="3999" y="1730"/>
                  <a:pt x="3950" y="1680"/>
                  <a:pt x="3950" y="1620"/>
                </a:cubicBezTo>
                <a:cubicBezTo>
                  <a:pt x="3950" y="1559"/>
                  <a:pt x="3999" y="1510"/>
                  <a:pt x="4060" y="1510"/>
                </a:cubicBezTo>
                <a:cubicBezTo>
                  <a:pt x="4120" y="1510"/>
                  <a:pt x="4170" y="1559"/>
                  <a:pt x="4170" y="1620"/>
                </a:cubicBezTo>
                <a:close/>
                <a:moveTo>
                  <a:pt x="5580" y="480"/>
                </a:moveTo>
                <a:cubicBezTo>
                  <a:pt x="5580" y="540"/>
                  <a:pt x="5530" y="590"/>
                  <a:pt x="5470" y="590"/>
                </a:cubicBezTo>
                <a:cubicBezTo>
                  <a:pt x="5409" y="590"/>
                  <a:pt x="5360" y="540"/>
                  <a:pt x="5360" y="480"/>
                </a:cubicBezTo>
                <a:cubicBezTo>
                  <a:pt x="5360" y="419"/>
                  <a:pt x="5409" y="370"/>
                  <a:pt x="5470" y="370"/>
                </a:cubicBezTo>
                <a:cubicBezTo>
                  <a:pt x="5530" y="370"/>
                  <a:pt x="5580" y="419"/>
                  <a:pt x="5580" y="480"/>
                </a:cubicBezTo>
                <a:close/>
                <a:moveTo>
                  <a:pt x="260" y="1150"/>
                </a:moveTo>
                <a:cubicBezTo>
                  <a:pt x="260" y="1210"/>
                  <a:pt x="210" y="1260"/>
                  <a:pt x="150" y="1260"/>
                </a:cubicBezTo>
                <a:cubicBezTo>
                  <a:pt x="89" y="1260"/>
                  <a:pt x="40" y="1210"/>
                  <a:pt x="40" y="1150"/>
                </a:cubicBezTo>
                <a:cubicBezTo>
                  <a:pt x="40" y="1089"/>
                  <a:pt x="89" y="1040"/>
                  <a:pt x="150" y="1040"/>
                </a:cubicBezTo>
                <a:cubicBezTo>
                  <a:pt x="210" y="1040"/>
                  <a:pt x="260" y="1089"/>
                  <a:pt x="260" y="1150"/>
                </a:cubicBezTo>
                <a:close/>
                <a:moveTo>
                  <a:pt x="2400" y="370"/>
                </a:moveTo>
                <a:cubicBezTo>
                  <a:pt x="2400" y="430"/>
                  <a:pt x="2350" y="480"/>
                  <a:pt x="2290" y="480"/>
                </a:cubicBezTo>
                <a:cubicBezTo>
                  <a:pt x="2229" y="480"/>
                  <a:pt x="2180" y="430"/>
                  <a:pt x="2180" y="370"/>
                </a:cubicBezTo>
                <a:cubicBezTo>
                  <a:pt x="2180" y="309"/>
                  <a:pt x="2229" y="260"/>
                  <a:pt x="2290" y="260"/>
                </a:cubicBezTo>
                <a:cubicBezTo>
                  <a:pt x="2350" y="260"/>
                  <a:pt x="2400" y="309"/>
                  <a:pt x="2400" y="370"/>
                </a:cubicBezTo>
                <a:close/>
                <a:moveTo>
                  <a:pt x="220" y="1380"/>
                </a:moveTo>
                <a:cubicBezTo>
                  <a:pt x="220" y="1440"/>
                  <a:pt x="170" y="1490"/>
                  <a:pt x="110" y="1490"/>
                </a:cubicBezTo>
                <a:cubicBezTo>
                  <a:pt x="49" y="1490"/>
                  <a:pt x="0" y="1440"/>
                  <a:pt x="0" y="1380"/>
                </a:cubicBezTo>
                <a:cubicBezTo>
                  <a:pt x="0" y="1319"/>
                  <a:pt x="49" y="1270"/>
                  <a:pt x="110" y="1270"/>
                </a:cubicBezTo>
                <a:cubicBezTo>
                  <a:pt x="170" y="1270"/>
                  <a:pt x="220" y="1319"/>
                  <a:pt x="220" y="1380"/>
                </a:cubicBezTo>
                <a:close/>
                <a:moveTo>
                  <a:pt x="7590" y="1780"/>
                </a:moveTo>
                <a:cubicBezTo>
                  <a:pt x="7590" y="1840"/>
                  <a:pt x="7540" y="1890"/>
                  <a:pt x="7480" y="1890"/>
                </a:cubicBezTo>
                <a:cubicBezTo>
                  <a:pt x="7419" y="1890"/>
                  <a:pt x="7370" y="1840"/>
                  <a:pt x="7370" y="1780"/>
                </a:cubicBezTo>
                <a:cubicBezTo>
                  <a:pt x="7370" y="1719"/>
                  <a:pt x="7419" y="1670"/>
                  <a:pt x="7480" y="1670"/>
                </a:cubicBezTo>
                <a:cubicBezTo>
                  <a:pt x="7540" y="1670"/>
                  <a:pt x="7590" y="1719"/>
                  <a:pt x="7590" y="1780"/>
                </a:cubicBezTo>
                <a:close/>
                <a:moveTo>
                  <a:pt x="5790" y="110"/>
                </a:moveTo>
                <a:cubicBezTo>
                  <a:pt x="5790" y="170"/>
                  <a:pt x="5740" y="220"/>
                  <a:pt x="5680" y="220"/>
                </a:cubicBezTo>
                <a:cubicBezTo>
                  <a:pt x="5619" y="220"/>
                  <a:pt x="5570" y="170"/>
                  <a:pt x="5570" y="110"/>
                </a:cubicBezTo>
                <a:cubicBezTo>
                  <a:pt x="5570" y="49"/>
                  <a:pt x="5619" y="0"/>
                  <a:pt x="5680" y="0"/>
                </a:cubicBezTo>
                <a:cubicBezTo>
                  <a:pt x="5740" y="0"/>
                  <a:pt x="5790" y="49"/>
                  <a:pt x="5790" y="11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863090"/>
            <a:chOff x="3745382" y="2011680"/>
            <a:chExt cx="852678" cy="1863090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863090"/>
            </a:xfrm>
            <a:custGeom>
              <a:avLst/>
              <a:gdLst/>
              <a:ahLst/>
              <a:cxnLst/>
              <a:rect l="0" t="0" r="r" b="b"/>
              <a:pathLst>
                <a:path w="10" h="2037" fill="none">
                  <a:moveTo>
                    <a:pt x="0" y="2037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729484"/>
            <a:chOff x="407822" y="2754630"/>
            <a:chExt cx="1188720" cy="272948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1988820"/>
            </a:xfrm>
            <a:custGeom>
              <a:avLst/>
              <a:gdLst/>
              <a:ahLst/>
              <a:cxnLst/>
              <a:rect l="0" t="0" r="r" b="b"/>
              <a:pathLst>
                <a:path w="10" h="2175" fill="none">
                  <a:moveTo>
                    <a:pt x="0" y="0"/>
                  </a:moveTo>
                  <a:lnTo>
                    <a:pt x="0" y="2175"/>
                  </a:lnTo>
                </a:path>
              </a:pathLst>
            </a:custGeom>
            <a:noFill/>
            <a:ln w="98425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497205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9" name="Flecha 71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881756" y="3108960"/>
            <a:ext cx="4245376" cy="2428875"/>
          </a:xfrm>
          <a:custGeom>
            <a:avLst/>
            <a:gdLst/>
            <a:ahLst/>
            <a:cxnLst/>
            <a:rect l="0" t="0" r="r" b="b"/>
            <a:pathLst>
              <a:path w="6360" h="4250">
                <a:moveTo>
                  <a:pt x="5670" y="4130"/>
                </a:moveTo>
                <a:cubicBezTo>
                  <a:pt x="5670" y="4196"/>
                  <a:pt x="5629" y="4250"/>
                  <a:pt x="5580" y="4250"/>
                </a:cubicBezTo>
                <a:cubicBezTo>
                  <a:pt x="5530" y="4250"/>
                  <a:pt x="5490" y="4196"/>
                  <a:pt x="5490" y="4130"/>
                </a:cubicBezTo>
                <a:cubicBezTo>
                  <a:pt x="5490" y="4063"/>
                  <a:pt x="5530" y="4010"/>
                  <a:pt x="5580" y="4010"/>
                </a:cubicBezTo>
                <a:cubicBezTo>
                  <a:pt x="5629" y="4010"/>
                  <a:pt x="5670" y="4063"/>
                  <a:pt x="5670" y="4130"/>
                </a:cubicBezTo>
                <a:close/>
                <a:moveTo>
                  <a:pt x="4210" y="1690"/>
                </a:moveTo>
                <a:cubicBezTo>
                  <a:pt x="4210" y="1756"/>
                  <a:pt x="4169" y="1810"/>
                  <a:pt x="4120" y="1810"/>
                </a:cubicBezTo>
                <a:cubicBezTo>
                  <a:pt x="4070" y="1810"/>
                  <a:pt x="4030" y="1756"/>
                  <a:pt x="4030" y="1690"/>
                </a:cubicBezTo>
                <a:cubicBezTo>
                  <a:pt x="4030" y="1623"/>
                  <a:pt x="4070" y="1570"/>
                  <a:pt x="4120" y="1570"/>
                </a:cubicBezTo>
                <a:cubicBezTo>
                  <a:pt x="4169" y="1570"/>
                  <a:pt x="4210" y="1623"/>
                  <a:pt x="4210" y="1690"/>
                </a:cubicBezTo>
                <a:close/>
                <a:moveTo>
                  <a:pt x="5960" y="230"/>
                </a:moveTo>
                <a:cubicBezTo>
                  <a:pt x="5960" y="296"/>
                  <a:pt x="5919" y="350"/>
                  <a:pt x="5870" y="350"/>
                </a:cubicBezTo>
                <a:cubicBezTo>
                  <a:pt x="5820" y="350"/>
                  <a:pt x="5780" y="296"/>
                  <a:pt x="5780" y="230"/>
                </a:cubicBezTo>
                <a:cubicBezTo>
                  <a:pt x="5780" y="163"/>
                  <a:pt x="5820" y="110"/>
                  <a:pt x="5870" y="110"/>
                </a:cubicBezTo>
                <a:cubicBezTo>
                  <a:pt x="5919" y="110"/>
                  <a:pt x="5960" y="163"/>
                  <a:pt x="5960" y="230"/>
                </a:cubicBezTo>
                <a:close/>
                <a:moveTo>
                  <a:pt x="4990" y="720"/>
                </a:moveTo>
                <a:cubicBezTo>
                  <a:pt x="4990" y="786"/>
                  <a:pt x="4949" y="840"/>
                  <a:pt x="4900" y="840"/>
                </a:cubicBezTo>
                <a:cubicBezTo>
                  <a:pt x="4850" y="840"/>
                  <a:pt x="4810" y="786"/>
                  <a:pt x="4810" y="720"/>
                </a:cubicBezTo>
                <a:cubicBezTo>
                  <a:pt x="4810" y="653"/>
                  <a:pt x="4850" y="600"/>
                  <a:pt x="4900" y="600"/>
                </a:cubicBezTo>
                <a:cubicBezTo>
                  <a:pt x="4949" y="600"/>
                  <a:pt x="4990" y="653"/>
                  <a:pt x="4990" y="720"/>
                </a:cubicBezTo>
                <a:close/>
                <a:moveTo>
                  <a:pt x="180" y="440"/>
                </a:moveTo>
                <a:cubicBezTo>
                  <a:pt x="180" y="506"/>
                  <a:pt x="139" y="560"/>
                  <a:pt x="90" y="560"/>
                </a:cubicBezTo>
                <a:cubicBezTo>
                  <a:pt x="40" y="560"/>
                  <a:pt x="0" y="506"/>
                  <a:pt x="0" y="440"/>
                </a:cubicBezTo>
                <a:cubicBezTo>
                  <a:pt x="0" y="373"/>
                  <a:pt x="40" y="320"/>
                  <a:pt x="90" y="320"/>
                </a:cubicBezTo>
                <a:cubicBezTo>
                  <a:pt x="139" y="320"/>
                  <a:pt x="180" y="373"/>
                  <a:pt x="180" y="440"/>
                </a:cubicBezTo>
                <a:close/>
                <a:moveTo>
                  <a:pt x="1520" y="2550"/>
                </a:moveTo>
                <a:cubicBezTo>
                  <a:pt x="1520" y="2616"/>
                  <a:pt x="1479" y="2670"/>
                  <a:pt x="1430" y="2670"/>
                </a:cubicBezTo>
                <a:cubicBezTo>
                  <a:pt x="1380" y="2670"/>
                  <a:pt x="1340" y="2616"/>
                  <a:pt x="1340" y="2550"/>
                </a:cubicBezTo>
                <a:cubicBezTo>
                  <a:pt x="1340" y="2483"/>
                  <a:pt x="1380" y="2430"/>
                  <a:pt x="1430" y="2430"/>
                </a:cubicBezTo>
                <a:cubicBezTo>
                  <a:pt x="1479" y="2430"/>
                  <a:pt x="1520" y="2483"/>
                  <a:pt x="1520" y="2550"/>
                </a:cubicBezTo>
                <a:close/>
                <a:moveTo>
                  <a:pt x="5720" y="380"/>
                </a:moveTo>
                <a:cubicBezTo>
                  <a:pt x="5720" y="446"/>
                  <a:pt x="5679" y="500"/>
                  <a:pt x="5630" y="500"/>
                </a:cubicBezTo>
                <a:cubicBezTo>
                  <a:pt x="5580" y="500"/>
                  <a:pt x="5540" y="446"/>
                  <a:pt x="5540" y="380"/>
                </a:cubicBezTo>
                <a:cubicBezTo>
                  <a:pt x="5540" y="313"/>
                  <a:pt x="5580" y="260"/>
                  <a:pt x="5630" y="260"/>
                </a:cubicBezTo>
                <a:cubicBezTo>
                  <a:pt x="5679" y="260"/>
                  <a:pt x="5720" y="313"/>
                  <a:pt x="5720" y="380"/>
                </a:cubicBezTo>
                <a:close/>
                <a:moveTo>
                  <a:pt x="4330" y="3420"/>
                </a:moveTo>
                <a:cubicBezTo>
                  <a:pt x="4330" y="3486"/>
                  <a:pt x="4289" y="3540"/>
                  <a:pt x="4240" y="3540"/>
                </a:cubicBezTo>
                <a:cubicBezTo>
                  <a:pt x="4190" y="3540"/>
                  <a:pt x="4150" y="3486"/>
                  <a:pt x="4150" y="3420"/>
                </a:cubicBezTo>
                <a:cubicBezTo>
                  <a:pt x="4150" y="3353"/>
                  <a:pt x="4190" y="3300"/>
                  <a:pt x="4240" y="3300"/>
                </a:cubicBezTo>
                <a:cubicBezTo>
                  <a:pt x="4289" y="3300"/>
                  <a:pt x="4330" y="3353"/>
                  <a:pt x="4330" y="3420"/>
                </a:cubicBezTo>
                <a:close/>
                <a:moveTo>
                  <a:pt x="4090" y="2080"/>
                </a:moveTo>
                <a:cubicBezTo>
                  <a:pt x="4090" y="2146"/>
                  <a:pt x="4049" y="2200"/>
                  <a:pt x="4000" y="2200"/>
                </a:cubicBezTo>
                <a:cubicBezTo>
                  <a:pt x="3950" y="2200"/>
                  <a:pt x="3910" y="2146"/>
                  <a:pt x="3910" y="2080"/>
                </a:cubicBezTo>
                <a:cubicBezTo>
                  <a:pt x="3910" y="2013"/>
                  <a:pt x="3950" y="1960"/>
                  <a:pt x="4000" y="1960"/>
                </a:cubicBezTo>
                <a:cubicBezTo>
                  <a:pt x="4049" y="1960"/>
                  <a:pt x="4090" y="2013"/>
                  <a:pt x="4090" y="2080"/>
                </a:cubicBezTo>
                <a:close/>
                <a:moveTo>
                  <a:pt x="4890" y="2470"/>
                </a:moveTo>
                <a:cubicBezTo>
                  <a:pt x="4890" y="2536"/>
                  <a:pt x="4849" y="2590"/>
                  <a:pt x="4800" y="2590"/>
                </a:cubicBezTo>
                <a:cubicBezTo>
                  <a:pt x="4750" y="2590"/>
                  <a:pt x="4710" y="2536"/>
                  <a:pt x="4710" y="2470"/>
                </a:cubicBezTo>
                <a:cubicBezTo>
                  <a:pt x="4710" y="2403"/>
                  <a:pt x="4750" y="2350"/>
                  <a:pt x="4800" y="2350"/>
                </a:cubicBezTo>
                <a:cubicBezTo>
                  <a:pt x="4849" y="2350"/>
                  <a:pt x="4890" y="2403"/>
                  <a:pt x="4890" y="2470"/>
                </a:cubicBezTo>
                <a:close/>
                <a:moveTo>
                  <a:pt x="6130" y="3090"/>
                </a:moveTo>
                <a:cubicBezTo>
                  <a:pt x="6130" y="3156"/>
                  <a:pt x="6089" y="3210"/>
                  <a:pt x="6040" y="3210"/>
                </a:cubicBezTo>
                <a:cubicBezTo>
                  <a:pt x="5990" y="3210"/>
                  <a:pt x="5950" y="3156"/>
                  <a:pt x="5950" y="3090"/>
                </a:cubicBezTo>
                <a:cubicBezTo>
                  <a:pt x="5950" y="3023"/>
                  <a:pt x="5990" y="2970"/>
                  <a:pt x="6040" y="2970"/>
                </a:cubicBezTo>
                <a:cubicBezTo>
                  <a:pt x="6089" y="2970"/>
                  <a:pt x="6130" y="3023"/>
                  <a:pt x="6130" y="3090"/>
                </a:cubicBezTo>
                <a:close/>
                <a:moveTo>
                  <a:pt x="4690" y="120"/>
                </a:moveTo>
                <a:cubicBezTo>
                  <a:pt x="4690" y="186"/>
                  <a:pt x="4649" y="240"/>
                  <a:pt x="4600" y="240"/>
                </a:cubicBezTo>
                <a:cubicBezTo>
                  <a:pt x="4550" y="240"/>
                  <a:pt x="4510" y="186"/>
                  <a:pt x="4510" y="120"/>
                </a:cubicBezTo>
                <a:cubicBezTo>
                  <a:pt x="4510" y="53"/>
                  <a:pt x="4550" y="0"/>
                  <a:pt x="4600" y="0"/>
                </a:cubicBezTo>
                <a:cubicBezTo>
                  <a:pt x="4649" y="0"/>
                  <a:pt x="4690" y="53"/>
                  <a:pt x="4690" y="120"/>
                </a:cubicBezTo>
                <a:close/>
                <a:moveTo>
                  <a:pt x="6360" y="950"/>
                </a:moveTo>
                <a:cubicBezTo>
                  <a:pt x="6360" y="1016"/>
                  <a:pt x="6319" y="1070"/>
                  <a:pt x="6270" y="1070"/>
                </a:cubicBezTo>
                <a:cubicBezTo>
                  <a:pt x="6220" y="1070"/>
                  <a:pt x="6180" y="1016"/>
                  <a:pt x="6180" y="950"/>
                </a:cubicBezTo>
                <a:cubicBezTo>
                  <a:pt x="6180" y="883"/>
                  <a:pt x="6220" y="830"/>
                  <a:pt x="6270" y="830"/>
                </a:cubicBezTo>
                <a:cubicBezTo>
                  <a:pt x="6319" y="830"/>
                  <a:pt x="6360" y="883"/>
                  <a:pt x="6360" y="950"/>
                </a:cubicBezTo>
                <a:close/>
                <a:moveTo>
                  <a:pt x="4260" y="2920"/>
                </a:moveTo>
                <a:cubicBezTo>
                  <a:pt x="4260" y="2986"/>
                  <a:pt x="4219" y="3040"/>
                  <a:pt x="4170" y="3040"/>
                </a:cubicBezTo>
                <a:cubicBezTo>
                  <a:pt x="4120" y="3040"/>
                  <a:pt x="4080" y="2986"/>
                  <a:pt x="4080" y="2920"/>
                </a:cubicBezTo>
                <a:cubicBezTo>
                  <a:pt x="4080" y="2853"/>
                  <a:pt x="4120" y="2800"/>
                  <a:pt x="4170" y="2800"/>
                </a:cubicBezTo>
                <a:cubicBezTo>
                  <a:pt x="4219" y="2800"/>
                  <a:pt x="4260" y="2853"/>
                  <a:pt x="4260" y="2920"/>
                </a:cubicBezTo>
                <a:close/>
                <a:moveTo>
                  <a:pt x="3740" y="930"/>
                </a:moveTo>
                <a:cubicBezTo>
                  <a:pt x="3740" y="996"/>
                  <a:pt x="3699" y="1050"/>
                  <a:pt x="3650" y="1050"/>
                </a:cubicBezTo>
                <a:cubicBezTo>
                  <a:pt x="3600" y="1050"/>
                  <a:pt x="3560" y="996"/>
                  <a:pt x="3560" y="930"/>
                </a:cubicBezTo>
                <a:cubicBezTo>
                  <a:pt x="3560" y="863"/>
                  <a:pt x="3600" y="810"/>
                  <a:pt x="3650" y="810"/>
                </a:cubicBezTo>
                <a:cubicBezTo>
                  <a:pt x="3699" y="810"/>
                  <a:pt x="3740" y="863"/>
                  <a:pt x="3740" y="93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6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7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8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0" name="Forma 86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1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4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5" name="Forma 91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6" name="Forma 92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7" name="!!LiquidoPleuralD"/>
          <p:cNvSpPr/>
          <p:nvPr/>
        </p:nvSpPr>
        <p:spPr>
          <a:xfrm>
            <a:off x="7432609" y="2266790"/>
            <a:ext cx="737372" cy="531182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8" name="!!LiquidoPleuralI"/>
          <p:cNvSpPr/>
          <p:nvPr/>
        </p:nvSpPr>
        <p:spPr>
          <a:xfrm>
            <a:off x="8526397" y="2311170"/>
            <a:ext cx="589633" cy="539472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9" name="!!PulmonDerecho"/>
          <p:cNvGrpSpPr/>
          <p:nvPr/>
        </p:nvGrpSpPr>
        <p:grpSpPr>
          <a:xfrm>
            <a:off x="7491746" y="1173097"/>
            <a:ext cx="651388" cy="1323683"/>
            <a:chOff x="7491746" y="1173097"/>
            <a:chExt cx="651388" cy="1323683"/>
          </a:xfrm>
        </p:grpSpPr>
        <p:sp>
          <p:nvSpPr>
            <p:cNvPr id="90" name="Forma 96"/>
            <p:cNvSpPr/>
            <p:nvPr/>
          </p:nvSpPr>
          <p:spPr>
            <a:xfrm>
              <a:off x="7491746" y="1173097"/>
              <a:ext cx="651388" cy="1323683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7"/>
            <p:cNvSpPr/>
            <p:nvPr/>
          </p:nvSpPr>
          <p:spPr>
            <a:xfrm>
              <a:off x="7534909" y="1303000"/>
              <a:ext cx="509982" cy="947589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2" name="Forma 98"/>
            <p:cNvSpPr/>
            <p:nvPr/>
          </p:nvSpPr>
          <p:spPr>
            <a:xfrm>
              <a:off x="7507484" y="1749460"/>
              <a:ext cx="547689" cy="554788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3" name="!!PleuraVisceralD"/>
          <p:cNvSpPr/>
          <p:nvPr/>
        </p:nvSpPr>
        <p:spPr>
          <a:xfrm>
            <a:off x="7491746" y="1173097"/>
            <a:ext cx="651388" cy="1323683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4" name="!!PulmonIzquierdo"/>
          <p:cNvGrpSpPr/>
          <p:nvPr/>
        </p:nvGrpSpPr>
        <p:grpSpPr>
          <a:xfrm>
            <a:off x="8452164" y="1173097"/>
            <a:ext cx="606730" cy="1366872"/>
            <a:chOff x="8452164" y="1173097"/>
            <a:chExt cx="606730" cy="1366872"/>
          </a:xfrm>
        </p:grpSpPr>
        <p:sp>
          <p:nvSpPr>
            <p:cNvPr id="95" name="Forma 101"/>
            <p:cNvSpPr/>
            <p:nvPr/>
          </p:nvSpPr>
          <p:spPr>
            <a:xfrm>
              <a:off x="8452164" y="1173097"/>
              <a:ext cx="606730" cy="1366872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102"/>
            <p:cNvSpPr/>
            <p:nvPr/>
          </p:nvSpPr>
          <p:spPr>
            <a:xfrm>
              <a:off x="8505749" y="1302943"/>
              <a:ext cx="509982" cy="947173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7" name="Forma 103"/>
            <p:cNvSpPr/>
            <p:nvPr/>
          </p:nvSpPr>
          <p:spPr>
            <a:xfrm>
              <a:off x="8511918" y="1776529"/>
              <a:ext cx="519982" cy="516528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8" name="!!PleuraVisceralI"/>
          <p:cNvSpPr/>
          <p:nvPr/>
        </p:nvSpPr>
        <p:spPr>
          <a:xfrm>
            <a:off x="8452164" y="1173097"/>
            <a:ext cx="606730" cy="1366872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9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1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2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3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4" name="Forma 110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5" name="Forma 111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6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7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8" name="Forma 114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9" name="Forma 115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10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(pocas proteínas, poca LDH, pocas células).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3" name="Recuadro Nefrótico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4" name="Forma 120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habitualmente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pequeño, bilateral y asintomático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5" name="Forma 121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NEFRÓTICO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6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sale y se acumula: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23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B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80931" y="91440"/>
            <a:ext cx="944617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13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PRESIÓN ONCÓTICA · ACUMULACIÓN</a:t>
            </a:r>
            <a:endParaRPr lang="es-AR" sz="2150" dirty="0">
              <a:latin typeface="Mali"/>
            </a:endParaRPr>
          </a:p>
        </p:txBody>
      </p:sp>
      <p:sp>
        <p:nvSpPr>
          <p:cNvPr id="1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Reabsorción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Linfáticos de la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principal vía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salida.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0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linfáticos parietales reabsorben el filtrado.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857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C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85809" y="91440"/>
            <a:ext cx="714129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DRENAJE LINFÁTICO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0" scaled="0"/>
            </a:gradFill>
            <a:ln w="19050" cap="rnd">
              <a:solidFill>
                <a:srgbClr val="45454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14796" y="4240530"/>
              <a:ext cx="667512" cy="685800"/>
            </a:xfrm>
            <a:custGeom>
              <a:avLst/>
              <a:gdLst/>
              <a:ahLst/>
              <a:cxnLst/>
              <a:rect l="0" t="0" r="r" b="b"/>
              <a:pathLst>
                <a:path w="1000" h="1200">
                  <a:moveTo>
                    <a:pt x="1000" y="600"/>
                  </a:moveTo>
                  <a:cubicBezTo>
                    <a:pt x="1000" y="931"/>
                    <a:pt x="776" y="1200"/>
                    <a:pt x="500" y="1200"/>
                  </a:cubicBezTo>
                  <a:cubicBezTo>
                    <a:pt x="223" y="1200"/>
                    <a:pt x="0" y="931"/>
                    <a:pt x="0" y="600"/>
                  </a:cubicBezTo>
                  <a:cubicBezTo>
                    <a:pt x="0" y="268"/>
                    <a:pt x="223" y="0"/>
                    <a:pt x="500" y="0"/>
                  </a:cubicBezTo>
                  <a:cubicBezTo>
                    <a:pt x="776" y="0"/>
                    <a:pt x="1000" y="268"/>
                    <a:pt x="1000" y="60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68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9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70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1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2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3" name="Forma 7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4" name="Forma 76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5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7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8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79" name="Forma 81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0" name="Forma 82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1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2" name="Forma 84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Forma 85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4" name="Forma 86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5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6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87" name="Forma 89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0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1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1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3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4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5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6" name="Forma 98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7" name="Forma 99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8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9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0" name="Forma 10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1" name="Forma 103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2" name="Recuadro Bloque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3" name="Forma 105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(metástasis) o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ocluyen los estomas y vasos.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4" name="Forma 106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BLOQUEO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5" name="Recuadro Capacidad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06" name="Forma 108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Un filtrado excesivo puede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superar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la capacidad linfática conservada.</a:t>
              </a:r>
              <a:endParaRPr lang="es-AR" sz="1750" dirty="0">
                <a:latin typeface="Mali"/>
              </a:endParaRPr>
            </a:p>
          </p:txBody>
        </p:sp>
        <p:sp>
          <p:nvSpPr>
            <p:cNvPr id="107" name="Forma 109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CAPACIDAD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8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Obstrucción (tumor, inflamación) o capacidad superada.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857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C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99092" y="91440"/>
            <a:ext cx="94280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38"/>
              </a:lnSpc>
              <a:spcAft>
                <a:spcPts val="300"/>
              </a:spcAft>
              <a:buNone/>
            </a:pPr>
            <a:r>
              <a:rPr lang="es-AR" sz="23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DRENAJE LINFÁTICO · ALTERACIÓN</a:t>
            </a:r>
            <a:endParaRPr lang="es-AR" sz="235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097780"/>
            <a:ext cx="6675120" cy="14859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E9C46A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0" scaled="0"/>
            </a:gradFill>
            <a:ln w="19050" cap="rnd">
              <a:solidFill>
                <a:srgbClr val="45454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8" name="Forma 70"/>
            <p:cNvSpPr/>
            <p:nvPr/>
          </p:nvSpPr>
          <p:spPr>
            <a:xfrm>
              <a:off x="5914796" y="4240530"/>
              <a:ext cx="667512" cy="685800"/>
            </a:xfrm>
            <a:custGeom>
              <a:avLst/>
              <a:gdLst/>
              <a:ahLst/>
              <a:cxnLst/>
              <a:rect l="0" t="0" r="r" b="b"/>
              <a:pathLst>
                <a:path w="1000" h="1200">
                  <a:moveTo>
                    <a:pt x="1000" y="600"/>
                  </a:moveTo>
                  <a:cubicBezTo>
                    <a:pt x="1000" y="931"/>
                    <a:pt x="776" y="1200"/>
                    <a:pt x="500" y="1200"/>
                  </a:cubicBezTo>
                  <a:cubicBezTo>
                    <a:pt x="223" y="1200"/>
                    <a:pt x="0" y="931"/>
                    <a:pt x="0" y="600"/>
                  </a:cubicBezTo>
                  <a:cubicBezTo>
                    <a:pt x="0" y="268"/>
                    <a:pt x="223" y="0"/>
                    <a:pt x="500" y="0"/>
                  </a:cubicBezTo>
                  <a:cubicBezTo>
                    <a:pt x="776" y="0"/>
                    <a:pt x="1000" y="268"/>
                    <a:pt x="1000" y="60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69" name="!!ProteinasFuga"/>
          <p:cNvSpPr/>
          <p:nvPr/>
        </p:nvSpPr>
        <p:spPr>
          <a:xfrm>
            <a:off x="801654" y="3206115"/>
            <a:ext cx="4625858" cy="2503170"/>
          </a:xfrm>
          <a:custGeom>
            <a:avLst/>
            <a:gdLst/>
            <a:ahLst/>
            <a:cxnLst/>
            <a:rect l="0" t="0" r="r" b="b"/>
            <a:pathLst>
              <a:path w="6930" h="4380">
                <a:moveTo>
                  <a:pt x="2760" y="4270"/>
                </a:moveTo>
                <a:cubicBezTo>
                  <a:pt x="2760" y="4330"/>
                  <a:pt x="2710" y="4380"/>
                  <a:pt x="2650" y="4380"/>
                </a:cubicBezTo>
                <a:cubicBezTo>
                  <a:pt x="2589" y="4380"/>
                  <a:pt x="2540" y="4330"/>
                  <a:pt x="2540" y="4270"/>
                </a:cubicBezTo>
                <a:cubicBezTo>
                  <a:pt x="2540" y="4209"/>
                  <a:pt x="2589" y="4160"/>
                  <a:pt x="2650" y="4160"/>
                </a:cubicBezTo>
                <a:cubicBezTo>
                  <a:pt x="2710" y="4160"/>
                  <a:pt x="2760" y="4209"/>
                  <a:pt x="2760" y="4270"/>
                </a:cubicBezTo>
                <a:close/>
                <a:moveTo>
                  <a:pt x="5560" y="960"/>
                </a:moveTo>
                <a:cubicBezTo>
                  <a:pt x="5560" y="1020"/>
                  <a:pt x="5510" y="1070"/>
                  <a:pt x="5450" y="1070"/>
                </a:cubicBezTo>
                <a:cubicBezTo>
                  <a:pt x="5389" y="1070"/>
                  <a:pt x="5340" y="1020"/>
                  <a:pt x="5340" y="960"/>
                </a:cubicBezTo>
                <a:cubicBezTo>
                  <a:pt x="5340" y="899"/>
                  <a:pt x="5389" y="850"/>
                  <a:pt x="5450" y="850"/>
                </a:cubicBezTo>
                <a:cubicBezTo>
                  <a:pt x="5510" y="850"/>
                  <a:pt x="5560" y="899"/>
                  <a:pt x="5560" y="960"/>
                </a:cubicBezTo>
                <a:close/>
                <a:moveTo>
                  <a:pt x="2520" y="3330"/>
                </a:moveTo>
                <a:cubicBezTo>
                  <a:pt x="2520" y="3390"/>
                  <a:pt x="2470" y="3440"/>
                  <a:pt x="2410" y="3440"/>
                </a:cubicBezTo>
                <a:cubicBezTo>
                  <a:pt x="2349" y="3440"/>
                  <a:pt x="2300" y="3390"/>
                  <a:pt x="2300" y="3330"/>
                </a:cubicBezTo>
                <a:cubicBezTo>
                  <a:pt x="2300" y="3269"/>
                  <a:pt x="2349" y="3220"/>
                  <a:pt x="2410" y="3220"/>
                </a:cubicBezTo>
                <a:cubicBezTo>
                  <a:pt x="2470" y="3220"/>
                  <a:pt x="2520" y="3269"/>
                  <a:pt x="2520" y="3330"/>
                </a:cubicBezTo>
                <a:close/>
                <a:moveTo>
                  <a:pt x="2270" y="3060"/>
                </a:moveTo>
                <a:cubicBezTo>
                  <a:pt x="2270" y="3120"/>
                  <a:pt x="2220" y="3170"/>
                  <a:pt x="2160" y="3170"/>
                </a:cubicBezTo>
                <a:cubicBezTo>
                  <a:pt x="2099" y="3170"/>
                  <a:pt x="2050" y="3120"/>
                  <a:pt x="2050" y="3060"/>
                </a:cubicBezTo>
                <a:cubicBezTo>
                  <a:pt x="2050" y="2999"/>
                  <a:pt x="2099" y="2950"/>
                  <a:pt x="2160" y="2950"/>
                </a:cubicBezTo>
                <a:cubicBezTo>
                  <a:pt x="2220" y="2950"/>
                  <a:pt x="2270" y="2999"/>
                  <a:pt x="2270" y="3060"/>
                </a:cubicBezTo>
                <a:close/>
                <a:moveTo>
                  <a:pt x="220" y="820"/>
                </a:moveTo>
                <a:cubicBezTo>
                  <a:pt x="220" y="880"/>
                  <a:pt x="170" y="930"/>
                  <a:pt x="110" y="930"/>
                </a:cubicBezTo>
                <a:cubicBezTo>
                  <a:pt x="49" y="930"/>
                  <a:pt x="0" y="880"/>
                  <a:pt x="0" y="820"/>
                </a:cubicBezTo>
                <a:cubicBezTo>
                  <a:pt x="0" y="759"/>
                  <a:pt x="49" y="710"/>
                  <a:pt x="110" y="710"/>
                </a:cubicBezTo>
                <a:cubicBezTo>
                  <a:pt x="170" y="710"/>
                  <a:pt x="220" y="759"/>
                  <a:pt x="220" y="820"/>
                </a:cubicBezTo>
                <a:close/>
                <a:moveTo>
                  <a:pt x="5680" y="1210"/>
                </a:moveTo>
                <a:cubicBezTo>
                  <a:pt x="5680" y="1270"/>
                  <a:pt x="5630" y="1320"/>
                  <a:pt x="5570" y="1320"/>
                </a:cubicBezTo>
                <a:cubicBezTo>
                  <a:pt x="5509" y="1320"/>
                  <a:pt x="5460" y="1270"/>
                  <a:pt x="5460" y="1210"/>
                </a:cubicBezTo>
                <a:cubicBezTo>
                  <a:pt x="5460" y="1149"/>
                  <a:pt x="5509" y="1100"/>
                  <a:pt x="5570" y="1100"/>
                </a:cubicBezTo>
                <a:cubicBezTo>
                  <a:pt x="5630" y="1100"/>
                  <a:pt x="5680" y="1149"/>
                  <a:pt x="5680" y="1210"/>
                </a:cubicBezTo>
                <a:close/>
                <a:moveTo>
                  <a:pt x="4020" y="1210"/>
                </a:moveTo>
                <a:cubicBezTo>
                  <a:pt x="4020" y="1270"/>
                  <a:pt x="3970" y="1320"/>
                  <a:pt x="3910" y="1320"/>
                </a:cubicBezTo>
                <a:cubicBezTo>
                  <a:pt x="3849" y="1320"/>
                  <a:pt x="3800" y="1270"/>
                  <a:pt x="3800" y="1210"/>
                </a:cubicBezTo>
                <a:cubicBezTo>
                  <a:pt x="3800" y="1149"/>
                  <a:pt x="3849" y="1100"/>
                  <a:pt x="3910" y="1100"/>
                </a:cubicBezTo>
                <a:cubicBezTo>
                  <a:pt x="3970" y="1100"/>
                  <a:pt x="4020" y="1149"/>
                  <a:pt x="4020" y="1210"/>
                </a:cubicBezTo>
                <a:close/>
                <a:moveTo>
                  <a:pt x="2890" y="4060"/>
                </a:moveTo>
                <a:cubicBezTo>
                  <a:pt x="2890" y="4120"/>
                  <a:pt x="2840" y="4170"/>
                  <a:pt x="2780" y="4170"/>
                </a:cubicBezTo>
                <a:cubicBezTo>
                  <a:pt x="2719" y="4170"/>
                  <a:pt x="2670" y="4120"/>
                  <a:pt x="2670" y="4060"/>
                </a:cubicBezTo>
                <a:cubicBezTo>
                  <a:pt x="2670" y="3999"/>
                  <a:pt x="2719" y="3950"/>
                  <a:pt x="2780" y="3950"/>
                </a:cubicBezTo>
                <a:cubicBezTo>
                  <a:pt x="2840" y="3950"/>
                  <a:pt x="2890" y="3999"/>
                  <a:pt x="2890" y="4060"/>
                </a:cubicBezTo>
                <a:close/>
                <a:moveTo>
                  <a:pt x="600" y="280"/>
                </a:moveTo>
                <a:cubicBezTo>
                  <a:pt x="600" y="340"/>
                  <a:pt x="550" y="390"/>
                  <a:pt x="490" y="390"/>
                </a:cubicBezTo>
                <a:cubicBezTo>
                  <a:pt x="429" y="390"/>
                  <a:pt x="380" y="340"/>
                  <a:pt x="380" y="280"/>
                </a:cubicBezTo>
                <a:cubicBezTo>
                  <a:pt x="380" y="219"/>
                  <a:pt x="429" y="170"/>
                  <a:pt x="490" y="170"/>
                </a:cubicBezTo>
                <a:cubicBezTo>
                  <a:pt x="550" y="170"/>
                  <a:pt x="600" y="219"/>
                  <a:pt x="600" y="280"/>
                </a:cubicBezTo>
                <a:close/>
                <a:moveTo>
                  <a:pt x="6930" y="110"/>
                </a:moveTo>
                <a:cubicBezTo>
                  <a:pt x="6930" y="170"/>
                  <a:pt x="6880" y="220"/>
                  <a:pt x="6820" y="220"/>
                </a:cubicBezTo>
                <a:cubicBezTo>
                  <a:pt x="6759" y="220"/>
                  <a:pt x="6710" y="170"/>
                  <a:pt x="6710" y="110"/>
                </a:cubicBezTo>
                <a:cubicBezTo>
                  <a:pt x="6710" y="49"/>
                  <a:pt x="6759" y="0"/>
                  <a:pt x="6820" y="0"/>
                </a:cubicBezTo>
                <a:cubicBezTo>
                  <a:pt x="6880" y="0"/>
                  <a:pt x="6930" y="49"/>
                  <a:pt x="6930" y="11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70" name="!!GotasFiltrado"/>
          <p:cNvSpPr/>
          <p:nvPr/>
        </p:nvSpPr>
        <p:spPr>
          <a:xfrm>
            <a:off x="554675" y="3434715"/>
            <a:ext cx="4659234" cy="2766060"/>
          </a:xfrm>
          <a:custGeom>
            <a:avLst/>
            <a:gdLst/>
            <a:ahLst/>
            <a:cxnLst/>
            <a:rect l="0" t="0" r="r" b="b"/>
            <a:pathLst>
              <a:path w="6980" h="4840">
                <a:moveTo>
                  <a:pt x="2250" y="1650"/>
                </a:moveTo>
                <a:cubicBezTo>
                  <a:pt x="2250" y="1716"/>
                  <a:pt x="2209" y="1770"/>
                  <a:pt x="2160" y="1770"/>
                </a:cubicBezTo>
                <a:cubicBezTo>
                  <a:pt x="2110" y="1770"/>
                  <a:pt x="2070" y="1716"/>
                  <a:pt x="2070" y="1650"/>
                </a:cubicBezTo>
                <a:cubicBezTo>
                  <a:pt x="2070" y="1583"/>
                  <a:pt x="2110" y="1530"/>
                  <a:pt x="2160" y="1530"/>
                </a:cubicBezTo>
                <a:cubicBezTo>
                  <a:pt x="2209" y="1530"/>
                  <a:pt x="2250" y="1583"/>
                  <a:pt x="2250" y="1650"/>
                </a:cubicBezTo>
                <a:close/>
                <a:moveTo>
                  <a:pt x="600" y="4320"/>
                </a:moveTo>
                <a:cubicBezTo>
                  <a:pt x="600" y="4386"/>
                  <a:pt x="559" y="4440"/>
                  <a:pt x="510" y="4440"/>
                </a:cubicBezTo>
                <a:cubicBezTo>
                  <a:pt x="460" y="4440"/>
                  <a:pt x="420" y="4386"/>
                  <a:pt x="420" y="4320"/>
                </a:cubicBezTo>
                <a:cubicBezTo>
                  <a:pt x="420" y="4253"/>
                  <a:pt x="460" y="4200"/>
                  <a:pt x="510" y="4200"/>
                </a:cubicBezTo>
                <a:cubicBezTo>
                  <a:pt x="559" y="4200"/>
                  <a:pt x="600" y="4253"/>
                  <a:pt x="600" y="4320"/>
                </a:cubicBezTo>
                <a:close/>
                <a:moveTo>
                  <a:pt x="3910" y="3570"/>
                </a:moveTo>
                <a:cubicBezTo>
                  <a:pt x="3910" y="3636"/>
                  <a:pt x="3869" y="3690"/>
                  <a:pt x="3820" y="3690"/>
                </a:cubicBezTo>
                <a:cubicBezTo>
                  <a:pt x="3770" y="3690"/>
                  <a:pt x="3730" y="3636"/>
                  <a:pt x="3730" y="3570"/>
                </a:cubicBezTo>
                <a:cubicBezTo>
                  <a:pt x="3730" y="3503"/>
                  <a:pt x="3770" y="3450"/>
                  <a:pt x="3820" y="3450"/>
                </a:cubicBezTo>
                <a:cubicBezTo>
                  <a:pt x="3869" y="3450"/>
                  <a:pt x="3910" y="3503"/>
                  <a:pt x="3910" y="3570"/>
                </a:cubicBezTo>
                <a:close/>
                <a:moveTo>
                  <a:pt x="4360" y="250"/>
                </a:moveTo>
                <a:cubicBezTo>
                  <a:pt x="4360" y="316"/>
                  <a:pt x="4319" y="370"/>
                  <a:pt x="4270" y="370"/>
                </a:cubicBezTo>
                <a:cubicBezTo>
                  <a:pt x="4220" y="370"/>
                  <a:pt x="4180" y="316"/>
                  <a:pt x="4180" y="250"/>
                </a:cubicBezTo>
                <a:cubicBezTo>
                  <a:pt x="4180" y="183"/>
                  <a:pt x="4220" y="130"/>
                  <a:pt x="4270" y="130"/>
                </a:cubicBezTo>
                <a:cubicBezTo>
                  <a:pt x="4319" y="130"/>
                  <a:pt x="4360" y="183"/>
                  <a:pt x="4360" y="250"/>
                </a:cubicBezTo>
                <a:close/>
                <a:moveTo>
                  <a:pt x="5860" y="1540"/>
                </a:moveTo>
                <a:cubicBezTo>
                  <a:pt x="5860" y="1606"/>
                  <a:pt x="5819" y="1660"/>
                  <a:pt x="5770" y="1660"/>
                </a:cubicBezTo>
                <a:cubicBezTo>
                  <a:pt x="5720" y="1660"/>
                  <a:pt x="5680" y="1606"/>
                  <a:pt x="5680" y="1540"/>
                </a:cubicBezTo>
                <a:cubicBezTo>
                  <a:pt x="5680" y="1473"/>
                  <a:pt x="5720" y="1420"/>
                  <a:pt x="5770" y="1420"/>
                </a:cubicBezTo>
                <a:cubicBezTo>
                  <a:pt x="5819" y="1420"/>
                  <a:pt x="5860" y="1473"/>
                  <a:pt x="5860" y="1540"/>
                </a:cubicBezTo>
                <a:close/>
                <a:moveTo>
                  <a:pt x="6980" y="2270"/>
                </a:moveTo>
                <a:cubicBezTo>
                  <a:pt x="6980" y="2336"/>
                  <a:pt x="6939" y="2390"/>
                  <a:pt x="6890" y="2390"/>
                </a:cubicBezTo>
                <a:cubicBezTo>
                  <a:pt x="6840" y="2390"/>
                  <a:pt x="6800" y="2336"/>
                  <a:pt x="6800" y="2270"/>
                </a:cubicBezTo>
                <a:cubicBezTo>
                  <a:pt x="6800" y="2203"/>
                  <a:pt x="6840" y="2150"/>
                  <a:pt x="6890" y="2150"/>
                </a:cubicBezTo>
                <a:cubicBezTo>
                  <a:pt x="6939" y="2150"/>
                  <a:pt x="6980" y="2203"/>
                  <a:pt x="6980" y="2270"/>
                </a:cubicBezTo>
                <a:close/>
                <a:moveTo>
                  <a:pt x="3510" y="400"/>
                </a:moveTo>
                <a:cubicBezTo>
                  <a:pt x="3510" y="466"/>
                  <a:pt x="3469" y="520"/>
                  <a:pt x="3420" y="520"/>
                </a:cubicBezTo>
                <a:cubicBezTo>
                  <a:pt x="3370" y="520"/>
                  <a:pt x="3330" y="466"/>
                  <a:pt x="3330" y="400"/>
                </a:cubicBezTo>
                <a:cubicBezTo>
                  <a:pt x="3330" y="333"/>
                  <a:pt x="3370" y="280"/>
                  <a:pt x="3420" y="280"/>
                </a:cubicBezTo>
                <a:cubicBezTo>
                  <a:pt x="3469" y="280"/>
                  <a:pt x="3510" y="333"/>
                  <a:pt x="3510" y="400"/>
                </a:cubicBezTo>
                <a:close/>
                <a:moveTo>
                  <a:pt x="3250" y="2910"/>
                </a:moveTo>
                <a:cubicBezTo>
                  <a:pt x="3250" y="2976"/>
                  <a:pt x="3209" y="3030"/>
                  <a:pt x="3160" y="3030"/>
                </a:cubicBezTo>
                <a:cubicBezTo>
                  <a:pt x="3110" y="3030"/>
                  <a:pt x="3070" y="2976"/>
                  <a:pt x="3070" y="2910"/>
                </a:cubicBezTo>
                <a:cubicBezTo>
                  <a:pt x="3070" y="2843"/>
                  <a:pt x="3110" y="2790"/>
                  <a:pt x="3160" y="2790"/>
                </a:cubicBezTo>
                <a:cubicBezTo>
                  <a:pt x="3209" y="2790"/>
                  <a:pt x="3250" y="2843"/>
                  <a:pt x="3250" y="2910"/>
                </a:cubicBezTo>
                <a:close/>
                <a:moveTo>
                  <a:pt x="220" y="3700"/>
                </a:moveTo>
                <a:cubicBezTo>
                  <a:pt x="220" y="3766"/>
                  <a:pt x="179" y="3820"/>
                  <a:pt x="130" y="3820"/>
                </a:cubicBezTo>
                <a:cubicBezTo>
                  <a:pt x="80" y="3820"/>
                  <a:pt x="40" y="3766"/>
                  <a:pt x="40" y="3700"/>
                </a:cubicBezTo>
                <a:cubicBezTo>
                  <a:pt x="40" y="3633"/>
                  <a:pt x="80" y="3580"/>
                  <a:pt x="130" y="3580"/>
                </a:cubicBezTo>
                <a:cubicBezTo>
                  <a:pt x="179" y="3580"/>
                  <a:pt x="220" y="3633"/>
                  <a:pt x="220" y="3700"/>
                </a:cubicBezTo>
                <a:close/>
                <a:moveTo>
                  <a:pt x="1270" y="880"/>
                </a:moveTo>
                <a:cubicBezTo>
                  <a:pt x="1270" y="946"/>
                  <a:pt x="1229" y="1000"/>
                  <a:pt x="1180" y="1000"/>
                </a:cubicBezTo>
                <a:cubicBezTo>
                  <a:pt x="1130" y="1000"/>
                  <a:pt x="1090" y="946"/>
                  <a:pt x="1090" y="880"/>
                </a:cubicBezTo>
                <a:cubicBezTo>
                  <a:pt x="1090" y="813"/>
                  <a:pt x="1130" y="760"/>
                  <a:pt x="1180" y="760"/>
                </a:cubicBezTo>
                <a:cubicBezTo>
                  <a:pt x="1229" y="760"/>
                  <a:pt x="1270" y="813"/>
                  <a:pt x="1270" y="880"/>
                </a:cubicBezTo>
                <a:close/>
                <a:moveTo>
                  <a:pt x="2590" y="540"/>
                </a:moveTo>
                <a:cubicBezTo>
                  <a:pt x="2590" y="606"/>
                  <a:pt x="2549" y="660"/>
                  <a:pt x="2500" y="660"/>
                </a:cubicBezTo>
                <a:cubicBezTo>
                  <a:pt x="2450" y="660"/>
                  <a:pt x="2410" y="606"/>
                  <a:pt x="2410" y="540"/>
                </a:cubicBezTo>
                <a:cubicBezTo>
                  <a:pt x="2410" y="473"/>
                  <a:pt x="2450" y="420"/>
                  <a:pt x="2500" y="420"/>
                </a:cubicBezTo>
                <a:cubicBezTo>
                  <a:pt x="2549" y="420"/>
                  <a:pt x="2590" y="473"/>
                  <a:pt x="2590" y="540"/>
                </a:cubicBezTo>
                <a:close/>
                <a:moveTo>
                  <a:pt x="180" y="120"/>
                </a:moveTo>
                <a:cubicBezTo>
                  <a:pt x="180" y="186"/>
                  <a:pt x="139" y="240"/>
                  <a:pt x="90" y="240"/>
                </a:cubicBezTo>
                <a:cubicBezTo>
                  <a:pt x="40" y="240"/>
                  <a:pt x="0" y="186"/>
                  <a:pt x="0" y="120"/>
                </a:cubicBezTo>
                <a:cubicBezTo>
                  <a:pt x="0" y="53"/>
                  <a:pt x="40" y="0"/>
                  <a:pt x="90" y="0"/>
                </a:cubicBezTo>
                <a:cubicBezTo>
                  <a:pt x="139" y="0"/>
                  <a:pt x="180" y="53"/>
                  <a:pt x="180" y="120"/>
                </a:cubicBezTo>
                <a:close/>
                <a:moveTo>
                  <a:pt x="4830" y="4490"/>
                </a:moveTo>
                <a:cubicBezTo>
                  <a:pt x="4830" y="4556"/>
                  <a:pt x="4789" y="4610"/>
                  <a:pt x="4740" y="4610"/>
                </a:cubicBezTo>
                <a:cubicBezTo>
                  <a:pt x="4690" y="4610"/>
                  <a:pt x="4650" y="4556"/>
                  <a:pt x="4650" y="4490"/>
                </a:cubicBezTo>
                <a:cubicBezTo>
                  <a:pt x="4650" y="4423"/>
                  <a:pt x="4690" y="4370"/>
                  <a:pt x="4740" y="4370"/>
                </a:cubicBezTo>
                <a:cubicBezTo>
                  <a:pt x="4789" y="4370"/>
                  <a:pt x="4830" y="4423"/>
                  <a:pt x="4830" y="4490"/>
                </a:cubicBezTo>
                <a:close/>
                <a:moveTo>
                  <a:pt x="1880" y="1430"/>
                </a:moveTo>
                <a:cubicBezTo>
                  <a:pt x="1880" y="1496"/>
                  <a:pt x="1839" y="1550"/>
                  <a:pt x="1790" y="1550"/>
                </a:cubicBezTo>
                <a:cubicBezTo>
                  <a:pt x="1740" y="1550"/>
                  <a:pt x="1700" y="1496"/>
                  <a:pt x="1700" y="1430"/>
                </a:cubicBezTo>
                <a:cubicBezTo>
                  <a:pt x="1700" y="1363"/>
                  <a:pt x="1740" y="1310"/>
                  <a:pt x="1790" y="1310"/>
                </a:cubicBezTo>
                <a:cubicBezTo>
                  <a:pt x="1839" y="1310"/>
                  <a:pt x="1880" y="1363"/>
                  <a:pt x="1880" y="1430"/>
                </a:cubicBezTo>
                <a:close/>
                <a:moveTo>
                  <a:pt x="4650" y="4720"/>
                </a:moveTo>
                <a:cubicBezTo>
                  <a:pt x="4650" y="4786"/>
                  <a:pt x="4609" y="4840"/>
                  <a:pt x="4560" y="4840"/>
                </a:cubicBezTo>
                <a:cubicBezTo>
                  <a:pt x="4510" y="4840"/>
                  <a:pt x="4470" y="4786"/>
                  <a:pt x="4470" y="4720"/>
                </a:cubicBezTo>
                <a:cubicBezTo>
                  <a:pt x="4470" y="4653"/>
                  <a:pt x="4510" y="4600"/>
                  <a:pt x="4560" y="4600"/>
                </a:cubicBezTo>
                <a:cubicBezTo>
                  <a:pt x="4609" y="4600"/>
                  <a:pt x="4650" y="4653"/>
                  <a:pt x="4650" y="47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1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2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5" name="Forma 77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8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1" name="Forma 83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4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7432609" y="1964140"/>
            <a:ext cx="737372" cy="833833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4" name="!!PulmonDerecho"/>
          <p:cNvGrpSpPr/>
          <p:nvPr/>
        </p:nvGrpSpPr>
        <p:grpSpPr>
          <a:xfrm>
            <a:off x="7526871" y="1173097"/>
            <a:ext cx="608427" cy="1068499"/>
            <a:chOff x="7526871" y="1173097"/>
            <a:chExt cx="608427" cy="1068499"/>
          </a:xfrm>
        </p:grpSpPr>
        <p:sp>
          <p:nvSpPr>
            <p:cNvPr id="85" name="Forma 87"/>
            <p:cNvSpPr/>
            <p:nvPr/>
          </p:nvSpPr>
          <p:spPr>
            <a:xfrm>
              <a:off x="7526871" y="1173097"/>
              <a:ext cx="608427" cy="1068499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6" name="Forma 88"/>
            <p:cNvSpPr/>
            <p:nvPr/>
          </p:nvSpPr>
          <p:spPr>
            <a:xfrm>
              <a:off x="7568374" y="1277957"/>
              <a:ext cx="476517" cy="764910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7" name="Forma 89"/>
            <p:cNvSpPr/>
            <p:nvPr/>
          </p:nvSpPr>
          <p:spPr>
            <a:xfrm>
              <a:off x="7541897" y="1638347"/>
              <a:ext cx="512623" cy="447594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8" name="!!PleuraVisceralD"/>
          <p:cNvSpPr/>
          <p:nvPr/>
        </p:nvSpPr>
        <p:spPr>
          <a:xfrm>
            <a:off x="7526871" y="1173097"/>
            <a:ext cx="608427" cy="1068499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9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0" name="Forma 92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3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2" name="Forma 94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3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4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5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7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8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9" name="Forma 101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0" name="Forma 102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1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2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3" name="Forma 105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4" name="Forma 106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5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6" name="Forma 108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Las proteínas que normalmente drenan quedan retenidas: suele dar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7" name="Forma 109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8" name="Recuadro No taxativo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09" name="Forma 111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mismo razonamiento aplica a procesos sistémicos: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existe el cuadro puro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110" name="Forma 112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TAXATIVO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1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filtrado normal ya no se elimina: se acumula.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857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C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34333" y="91440"/>
            <a:ext cx="949277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582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DRENAJE LINFÁTICO · ACUMULACIÓN</a:t>
            </a:r>
            <a:endParaRPr lang="es-AR" sz="2300" dirty="0">
              <a:latin typeface="Mali"/>
            </a:endParaRPr>
          </a:p>
        </p:txBody>
      </p:sp>
      <p:sp>
        <p:nvSpPr>
          <p:cNvPr id="1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7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8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69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0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1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2" name="Forma 7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3" name="Forma 7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4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5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7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78" name="Forma 8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9" name="Forma 8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0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1" name="Forma 8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5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86" name="Forma 8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9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0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1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3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4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5" name="Forma 9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9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7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8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99" name="Forma 10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0" name="Forma 10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1" name="Recuadro Barrera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2" name="Forma 10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Uniones intactas: proteínas y células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quedan en el vaso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3" name="Forma 10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BARRERA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4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Endotelio íntegro: </a:t>
            </a:r>
            <a:r>
              <a:rPr lang="es-AR" sz="1800" b="1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≈ 1.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262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216927" y="91440"/>
            <a:ext cx="78101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PERMEABILIDAD CAPILAR</a:t>
            </a:r>
            <a:endParaRPr lang="es-AR" sz="2400" dirty="0">
              <a:latin typeface="Mali"/>
            </a:endParaRPr>
          </a:p>
        </p:txBody>
      </p:sp>
      <p:sp>
        <p:nvSpPr>
          <p:cNvPr id="10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18213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1563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650663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8416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19189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25269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8771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72121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056242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89744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558034"/>
            <a:chOff x="407822" y="2754630"/>
            <a:chExt cx="1188720" cy="255803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817370"/>
            </a:xfrm>
            <a:custGeom>
              <a:avLst/>
              <a:gdLst/>
              <a:ahLst/>
              <a:cxnLst/>
              <a:rect l="0" t="0" r="r" b="b"/>
              <a:pathLst>
                <a:path w="10" h="1987" fill="none">
                  <a:moveTo>
                    <a:pt x="0" y="0"/>
                  </a:moveTo>
                  <a:lnTo>
                    <a:pt x="0" y="1987"/>
                  </a:lnTo>
                </a:path>
              </a:pathLst>
            </a:custGeom>
            <a:noFill/>
            <a:ln w="825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80060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7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8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69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0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1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2" name="Forma 7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3" name="Forma 7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4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5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7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78" name="Forma 8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9" name="Forma 8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0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1" name="Forma 8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5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86" name="Forma 8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9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0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1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3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4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5" name="Forma 9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9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7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8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99" name="Forma 10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0" name="Forma 10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1" name="Recuadro Lesión local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2" name="Forma 104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 · infección · neoplasia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→ ↑ permeabilidad (↑ K, ↓ </a:t>
              </a:r>
              <a:r>
                <a:rPr lang="es-AR" sz="1800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3" name="Forma 10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LESIÓN LOCAL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4" name="Recuadro Pleura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05" name="Forma 107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Enferma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problema es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local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6" name="Forma 108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7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Inflamación, infección o neoplasia abren uniones endoteliales.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262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58559" y="91440"/>
            <a:ext cx="946854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PERMEABILIDAD CAPILAR · ALTERACIÓN</a:t>
            </a:r>
            <a:endParaRPr lang="es-AR" sz="2200" dirty="0">
              <a:latin typeface="Mali"/>
            </a:endParaRPr>
          </a:p>
        </p:txBody>
      </p:sp>
      <p:sp>
        <p:nvSpPr>
          <p:cNvPr id="10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097780"/>
            <a:ext cx="6675120" cy="14859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E9C46A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18213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31563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650663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8416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119189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25269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8771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72121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056242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89744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558034"/>
            <a:chOff x="407822" y="2754630"/>
            <a:chExt cx="1188720" cy="255803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1817370"/>
            </a:xfrm>
            <a:custGeom>
              <a:avLst/>
              <a:gdLst/>
              <a:ahLst/>
              <a:cxnLst/>
              <a:rect l="0" t="0" r="r" b="b"/>
              <a:pathLst>
                <a:path w="10" h="1987" fill="none">
                  <a:moveTo>
                    <a:pt x="0" y="0"/>
                  </a:moveTo>
                  <a:lnTo>
                    <a:pt x="0" y="1987"/>
                  </a:lnTo>
                </a:path>
              </a:pathLst>
            </a:custGeom>
            <a:noFill/>
            <a:ln w="825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480060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8" name="!!ProteinasFuga"/>
          <p:cNvSpPr/>
          <p:nvPr/>
        </p:nvSpPr>
        <p:spPr>
          <a:xfrm>
            <a:off x="674827" y="3206115"/>
            <a:ext cx="4752685" cy="2971800"/>
          </a:xfrm>
          <a:custGeom>
            <a:avLst/>
            <a:gdLst/>
            <a:ahLst/>
            <a:cxnLst/>
            <a:rect l="0" t="0" r="r" b="b"/>
            <a:pathLst>
              <a:path w="7120" h="5200">
                <a:moveTo>
                  <a:pt x="2950" y="4270"/>
                </a:moveTo>
                <a:cubicBezTo>
                  <a:pt x="2950" y="4330"/>
                  <a:pt x="2900" y="4380"/>
                  <a:pt x="2840" y="4380"/>
                </a:cubicBezTo>
                <a:cubicBezTo>
                  <a:pt x="2779" y="4380"/>
                  <a:pt x="2730" y="4330"/>
                  <a:pt x="2730" y="4270"/>
                </a:cubicBezTo>
                <a:cubicBezTo>
                  <a:pt x="2730" y="4209"/>
                  <a:pt x="2779" y="4160"/>
                  <a:pt x="2840" y="4160"/>
                </a:cubicBezTo>
                <a:cubicBezTo>
                  <a:pt x="2900" y="4160"/>
                  <a:pt x="2950" y="4209"/>
                  <a:pt x="2950" y="4270"/>
                </a:cubicBezTo>
                <a:close/>
                <a:moveTo>
                  <a:pt x="5750" y="960"/>
                </a:moveTo>
                <a:cubicBezTo>
                  <a:pt x="5750" y="1020"/>
                  <a:pt x="5700" y="1070"/>
                  <a:pt x="5640" y="1070"/>
                </a:cubicBezTo>
                <a:cubicBezTo>
                  <a:pt x="5579" y="1070"/>
                  <a:pt x="5530" y="1020"/>
                  <a:pt x="5530" y="960"/>
                </a:cubicBezTo>
                <a:cubicBezTo>
                  <a:pt x="5530" y="899"/>
                  <a:pt x="5579" y="850"/>
                  <a:pt x="5640" y="850"/>
                </a:cubicBezTo>
                <a:cubicBezTo>
                  <a:pt x="5700" y="850"/>
                  <a:pt x="5750" y="899"/>
                  <a:pt x="5750" y="960"/>
                </a:cubicBezTo>
                <a:close/>
                <a:moveTo>
                  <a:pt x="2710" y="3330"/>
                </a:moveTo>
                <a:cubicBezTo>
                  <a:pt x="2710" y="3390"/>
                  <a:pt x="2660" y="3440"/>
                  <a:pt x="2600" y="3440"/>
                </a:cubicBezTo>
                <a:cubicBezTo>
                  <a:pt x="2539" y="3440"/>
                  <a:pt x="2490" y="3390"/>
                  <a:pt x="2490" y="3330"/>
                </a:cubicBezTo>
                <a:cubicBezTo>
                  <a:pt x="2490" y="3269"/>
                  <a:pt x="2539" y="3220"/>
                  <a:pt x="2600" y="3220"/>
                </a:cubicBezTo>
                <a:cubicBezTo>
                  <a:pt x="2660" y="3220"/>
                  <a:pt x="2710" y="3269"/>
                  <a:pt x="2710" y="3330"/>
                </a:cubicBezTo>
                <a:close/>
                <a:moveTo>
                  <a:pt x="2460" y="3060"/>
                </a:moveTo>
                <a:cubicBezTo>
                  <a:pt x="2460" y="3120"/>
                  <a:pt x="2410" y="3170"/>
                  <a:pt x="2350" y="3170"/>
                </a:cubicBezTo>
                <a:cubicBezTo>
                  <a:pt x="2289" y="3170"/>
                  <a:pt x="2240" y="3120"/>
                  <a:pt x="2240" y="3060"/>
                </a:cubicBezTo>
                <a:cubicBezTo>
                  <a:pt x="2240" y="2999"/>
                  <a:pt x="2289" y="2950"/>
                  <a:pt x="2350" y="2950"/>
                </a:cubicBezTo>
                <a:cubicBezTo>
                  <a:pt x="2410" y="2950"/>
                  <a:pt x="2460" y="2999"/>
                  <a:pt x="2460" y="3060"/>
                </a:cubicBezTo>
                <a:close/>
                <a:moveTo>
                  <a:pt x="410" y="820"/>
                </a:moveTo>
                <a:cubicBezTo>
                  <a:pt x="410" y="880"/>
                  <a:pt x="360" y="930"/>
                  <a:pt x="300" y="930"/>
                </a:cubicBezTo>
                <a:cubicBezTo>
                  <a:pt x="239" y="930"/>
                  <a:pt x="190" y="880"/>
                  <a:pt x="190" y="820"/>
                </a:cubicBezTo>
                <a:cubicBezTo>
                  <a:pt x="190" y="759"/>
                  <a:pt x="239" y="710"/>
                  <a:pt x="300" y="710"/>
                </a:cubicBezTo>
                <a:cubicBezTo>
                  <a:pt x="360" y="710"/>
                  <a:pt x="410" y="759"/>
                  <a:pt x="410" y="820"/>
                </a:cubicBezTo>
                <a:close/>
                <a:moveTo>
                  <a:pt x="5870" y="1210"/>
                </a:moveTo>
                <a:cubicBezTo>
                  <a:pt x="5870" y="1270"/>
                  <a:pt x="5820" y="1320"/>
                  <a:pt x="5760" y="1320"/>
                </a:cubicBezTo>
                <a:cubicBezTo>
                  <a:pt x="5699" y="1320"/>
                  <a:pt x="5650" y="1270"/>
                  <a:pt x="5650" y="1210"/>
                </a:cubicBezTo>
                <a:cubicBezTo>
                  <a:pt x="5650" y="1149"/>
                  <a:pt x="5699" y="1100"/>
                  <a:pt x="5760" y="1100"/>
                </a:cubicBezTo>
                <a:cubicBezTo>
                  <a:pt x="5820" y="1100"/>
                  <a:pt x="5870" y="1149"/>
                  <a:pt x="5870" y="1210"/>
                </a:cubicBezTo>
                <a:close/>
                <a:moveTo>
                  <a:pt x="4210" y="1210"/>
                </a:moveTo>
                <a:cubicBezTo>
                  <a:pt x="4210" y="1270"/>
                  <a:pt x="4160" y="1320"/>
                  <a:pt x="4100" y="1320"/>
                </a:cubicBezTo>
                <a:cubicBezTo>
                  <a:pt x="4039" y="1320"/>
                  <a:pt x="3990" y="1270"/>
                  <a:pt x="3990" y="1210"/>
                </a:cubicBezTo>
                <a:cubicBezTo>
                  <a:pt x="3990" y="1149"/>
                  <a:pt x="4039" y="1100"/>
                  <a:pt x="4100" y="1100"/>
                </a:cubicBezTo>
                <a:cubicBezTo>
                  <a:pt x="4160" y="1100"/>
                  <a:pt x="4210" y="1149"/>
                  <a:pt x="4210" y="1210"/>
                </a:cubicBezTo>
                <a:close/>
                <a:moveTo>
                  <a:pt x="3080" y="4060"/>
                </a:moveTo>
                <a:cubicBezTo>
                  <a:pt x="3080" y="4120"/>
                  <a:pt x="3030" y="4170"/>
                  <a:pt x="2970" y="4170"/>
                </a:cubicBezTo>
                <a:cubicBezTo>
                  <a:pt x="2909" y="4170"/>
                  <a:pt x="2860" y="4120"/>
                  <a:pt x="2860" y="4060"/>
                </a:cubicBezTo>
                <a:cubicBezTo>
                  <a:pt x="2860" y="3999"/>
                  <a:pt x="2909" y="3950"/>
                  <a:pt x="2970" y="3950"/>
                </a:cubicBezTo>
                <a:cubicBezTo>
                  <a:pt x="3030" y="3950"/>
                  <a:pt x="3080" y="3999"/>
                  <a:pt x="3080" y="4060"/>
                </a:cubicBezTo>
                <a:close/>
                <a:moveTo>
                  <a:pt x="790" y="280"/>
                </a:moveTo>
                <a:cubicBezTo>
                  <a:pt x="790" y="340"/>
                  <a:pt x="740" y="390"/>
                  <a:pt x="680" y="390"/>
                </a:cubicBezTo>
                <a:cubicBezTo>
                  <a:pt x="619" y="390"/>
                  <a:pt x="570" y="340"/>
                  <a:pt x="570" y="280"/>
                </a:cubicBezTo>
                <a:cubicBezTo>
                  <a:pt x="570" y="219"/>
                  <a:pt x="619" y="170"/>
                  <a:pt x="680" y="170"/>
                </a:cubicBezTo>
                <a:cubicBezTo>
                  <a:pt x="740" y="170"/>
                  <a:pt x="790" y="219"/>
                  <a:pt x="790" y="280"/>
                </a:cubicBezTo>
                <a:close/>
                <a:moveTo>
                  <a:pt x="7120" y="110"/>
                </a:moveTo>
                <a:cubicBezTo>
                  <a:pt x="7120" y="170"/>
                  <a:pt x="7070" y="220"/>
                  <a:pt x="7010" y="220"/>
                </a:cubicBezTo>
                <a:cubicBezTo>
                  <a:pt x="6949" y="220"/>
                  <a:pt x="6900" y="170"/>
                  <a:pt x="6900" y="110"/>
                </a:cubicBezTo>
                <a:cubicBezTo>
                  <a:pt x="6900" y="49"/>
                  <a:pt x="6949" y="0"/>
                  <a:pt x="7010" y="0"/>
                </a:cubicBezTo>
                <a:cubicBezTo>
                  <a:pt x="7070" y="0"/>
                  <a:pt x="7120" y="49"/>
                  <a:pt x="7120" y="110"/>
                </a:cubicBezTo>
                <a:close/>
                <a:moveTo>
                  <a:pt x="2290" y="2250"/>
                </a:moveTo>
                <a:cubicBezTo>
                  <a:pt x="2290" y="2310"/>
                  <a:pt x="2240" y="2360"/>
                  <a:pt x="2180" y="2360"/>
                </a:cubicBezTo>
                <a:cubicBezTo>
                  <a:pt x="2119" y="2360"/>
                  <a:pt x="2070" y="2310"/>
                  <a:pt x="2070" y="2250"/>
                </a:cubicBezTo>
                <a:cubicBezTo>
                  <a:pt x="2070" y="2189"/>
                  <a:pt x="2119" y="2140"/>
                  <a:pt x="2180" y="2140"/>
                </a:cubicBezTo>
                <a:cubicBezTo>
                  <a:pt x="2240" y="2140"/>
                  <a:pt x="2290" y="2189"/>
                  <a:pt x="2290" y="2250"/>
                </a:cubicBezTo>
                <a:close/>
                <a:moveTo>
                  <a:pt x="640" y="4920"/>
                </a:moveTo>
                <a:cubicBezTo>
                  <a:pt x="640" y="4980"/>
                  <a:pt x="590" y="5030"/>
                  <a:pt x="530" y="5030"/>
                </a:cubicBezTo>
                <a:cubicBezTo>
                  <a:pt x="469" y="5030"/>
                  <a:pt x="420" y="4980"/>
                  <a:pt x="420" y="4920"/>
                </a:cubicBezTo>
                <a:cubicBezTo>
                  <a:pt x="420" y="4859"/>
                  <a:pt x="469" y="4810"/>
                  <a:pt x="530" y="4810"/>
                </a:cubicBezTo>
                <a:cubicBezTo>
                  <a:pt x="590" y="4810"/>
                  <a:pt x="640" y="4859"/>
                  <a:pt x="640" y="4920"/>
                </a:cubicBezTo>
                <a:close/>
                <a:moveTo>
                  <a:pt x="3950" y="4170"/>
                </a:moveTo>
                <a:cubicBezTo>
                  <a:pt x="3950" y="4230"/>
                  <a:pt x="3900" y="4280"/>
                  <a:pt x="3840" y="4280"/>
                </a:cubicBezTo>
                <a:cubicBezTo>
                  <a:pt x="3779" y="4280"/>
                  <a:pt x="3730" y="4230"/>
                  <a:pt x="3730" y="4170"/>
                </a:cubicBezTo>
                <a:cubicBezTo>
                  <a:pt x="3730" y="4109"/>
                  <a:pt x="3779" y="4060"/>
                  <a:pt x="3840" y="4060"/>
                </a:cubicBezTo>
                <a:cubicBezTo>
                  <a:pt x="3900" y="4060"/>
                  <a:pt x="3950" y="4109"/>
                  <a:pt x="3950" y="4170"/>
                </a:cubicBezTo>
                <a:close/>
                <a:moveTo>
                  <a:pt x="4400" y="850"/>
                </a:moveTo>
                <a:cubicBezTo>
                  <a:pt x="4400" y="910"/>
                  <a:pt x="4350" y="960"/>
                  <a:pt x="4290" y="960"/>
                </a:cubicBezTo>
                <a:cubicBezTo>
                  <a:pt x="4229" y="960"/>
                  <a:pt x="4180" y="910"/>
                  <a:pt x="4180" y="850"/>
                </a:cubicBezTo>
                <a:cubicBezTo>
                  <a:pt x="4180" y="789"/>
                  <a:pt x="4229" y="740"/>
                  <a:pt x="4290" y="740"/>
                </a:cubicBezTo>
                <a:cubicBezTo>
                  <a:pt x="4350" y="740"/>
                  <a:pt x="4400" y="789"/>
                  <a:pt x="4400" y="850"/>
                </a:cubicBezTo>
                <a:close/>
                <a:moveTo>
                  <a:pt x="5900" y="2140"/>
                </a:moveTo>
                <a:cubicBezTo>
                  <a:pt x="5900" y="2200"/>
                  <a:pt x="5850" y="2250"/>
                  <a:pt x="5790" y="2250"/>
                </a:cubicBezTo>
                <a:cubicBezTo>
                  <a:pt x="5729" y="2250"/>
                  <a:pt x="5680" y="2200"/>
                  <a:pt x="5680" y="2140"/>
                </a:cubicBezTo>
                <a:cubicBezTo>
                  <a:pt x="5680" y="2079"/>
                  <a:pt x="5729" y="2030"/>
                  <a:pt x="5790" y="2030"/>
                </a:cubicBezTo>
                <a:cubicBezTo>
                  <a:pt x="5850" y="2030"/>
                  <a:pt x="5900" y="2079"/>
                  <a:pt x="5900" y="2140"/>
                </a:cubicBezTo>
                <a:close/>
                <a:moveTo>
                  <a:pt x="7020" y="2870"/>
                </a:moveTo>
                <a:cubicBezTo>
                  <a:pt x="7020" y="2930"/>
                  <a:pt x="6970" y="2980"/>
                  <a:pt x="6910" y="2980"/>
                </a:cubicBezTo>
                <a:cubicBezTo>
                  <a:pt x="6849" y="2980"/>
                  <a:pt x="6800" y="2930"/>
                  <a:pt x="6800" y="2870"/>
                </a:cubicBezTo>
                <a:cubicBezTo>
                  <a:pt x="6800" y="2809"/>
                  <a:pt x="6849" y="2760"/>
                  <a:pt x="6910" y="2760"/>
                </a:cubicBezTo>
                <a:cubicBezTo>
                  <a:pt x="6970" y="2760"/>
                  <a:pt x="7020" y="2809"/>
                  <a:pt x="7020" y="2870"/>
                </a:cubicBezTo>
                <a:close/>
                <a:moveTo>
                  <a:pt x="3550" y="1000"/>
                </a:moveTo>
                <a:cubicBezTo>
                  <a:pt x="3550" y="1060"/>
                  <a:pt x="3500" y="1110"/>
                  <a:pt x="3440" y="1110"/>
                </a:cubicBezTo>
                <a:cubicBezTo>
                  <a:pt x="3379" y="1110"/>
                  <a:pt x="3330" y="1060"/>
                  <a:pt x="3330" y="1000"/>
                </a:cubicBezTo>
                <a:cubicBezTo>
                  <a:pt x="3330" y="939"/>
                  <a:pt x="3379" y="890"/>
                  <a:pt x="3440" y="890"/>
                </a:cubicBezTo>
                <a:cubicBezTo>
                  <a:pt x="3500" y="890"/>
                  <a:pt x="3550" y="939"/>
                  <a:pt x="3550" y="1000"/>
                </a:cubicBezTo>
                <a:close/>
                <a:moveTo>
                  <a:pt x="3290" y="3510"/>
                </a:moveTo>
                <a:cubicBezTo>
                  <a:pt x="3290" y="3570"/>
                  <a:pt x="3240" y="3620"/>
                  <a:pt x="3180" y="3620"/>
                </a:cubicBezTo>
                <a:cubicBezTo>
                  <a:pt x="3119" y="3620"/>
                  <a:pt x="3070" y="3570"/>
                  <a:pt x="3070" y="3510"/>
                </a:cubicBezTo>
                <a:cubicBezTo>
                  <a:pt x="3070" y="3449"/>
                  <a:pt x="3119" y="3400"/>
                  <a:pt x="3180" y="3400"/>
                </a:cubicBezTo>
                <a:cubicBezTo>
                  <a:pt x="3240" y="3400"/>
                  <a:pt x="3290" y="3449"/>
                  <a:pt x="3290" y="3510"/>
                </a:cubicBezTo>
                <a:close/>
                <a:moveTo>
                  <a:pt x="260" y="4300"/>
                </a:moveTo>
                <a:cubicBezTo>
                  <a:pt x="260" y="4360"/>
                  <a:pt x="210" y="4410"/>
                  <a:pt x="150" y="4410"/>
                </a:cubicBezTo>
                <a:cubicBezTo>
                  <a:pt x="89" y="4410"/>
                  <a:pt x="40" y="4360"/>
                  <a:pt x="40" y="4300"/>
                </a:cubicBezTo>
                <a:cubicBezTo>
                  <a:pt x="40" y="4239"/>
                  <a:pt x="89" y="4190"/>
                  <a:pt x="150" y="4190"/>
                </a:cubicBezTo>
                <a:cubicBezTo>
                  <a:pt x="210" y="4190"/>
                  <a:pt x="260" y="4239"/>
                  <a:pt x="260" y="4300"/>
                </a:cubicBezTo>
                <a:close/>
                <a:moveTo>
                  <a:pt x="1310" y="1480"/>
                </a:moveTo>
                <a:cubicBezTo>
                  <a:pt x="1310" y="1540"/>
                  <a:pt x="1260" y="1590"/>
                  <a:pt x="1200" y="1590"/>
                </a:cubicBezTo>
                <a:cubicBezTo>
                  <a:pt x="1139" y="1590"/>
                  <a:pt x="1090" y="1540"/>
                  <a:pt x="1090" y="1480"/>
                </a:cubicBezTo>
                <a:cubicBezTo>
                  <a:pt x="1090" y="1419"/>
                  <a:pt x="1139" y="1370"/>
                  <a:pt x="1200" y="1370"/>
                </a:cubicBezTo>
                <a:cubicBezTo>
                  <a:pt x="1260" y="1370"/>
                  <a:pt x="1310" y="1419"/>
                  <a:pt x="1310" y="1480"/>
                </a:cubicBezTo>
                <a:close/>
                <a:moveTo>
                  <a:pt x="2630" y="1140"/>
                </a:moveTo>
                <a:cubicBezTo>
                  <a:pt x="2630" y="1200"/>
                  <a:pt x="2580" y="1250"/>
                  <a:pt x="2520" y="1250"/>
                </a:cubicBezTo>
                <a:cubicBezTo>
                  <a:pt x="2459" y="1250"/>
                  <a:pt x="2410" y="1200"/>
                  <a:pt x="2410" y="1140"/>
                </a:cubicBezTo>
                <a:cubicBezTo>
                  <a:pt x="2410" y="1079"/>
                  <a:pt x="2459" y="1030"/>
                  <a:pt x="2520" y="1030"/>
                </a:cubicBezTo>
                <a:cubicBezTo>
                  <a:pt x="2580" y="1030"/>
                  <a:pt x="2630" y="1079"/>
                  <a:pt x="2630" y="1140"/>
                </a:cubicBezTo>
                <a:close/>
                <a:moveTo>
                  <a:pt x="220" y="720"/>
                </a:moveTo>
                <a:cubicBezTo>
                  <a:pt x="220" y="780"/>
                  <a:pt x="170" y="830"/>
                  <a:pt x="110" y="830"/>
                </a:cubicBezTo>
                <a:cubicBezTo>
                  <a:pt x="49" y="830"/>
                  <a:pt x="0" y="780"/>
                  <a:pt x="0" y="720"/>
                </a:cubicBezTo>
                <a:cubicBezTo>
                  <a:pt x="0" y="659"/>
                  <a:pt x="49" y="610"/>
                  <a:pt x="110" y="610"/>
                </a:cubicBezTo>
                <a:cubicBezTo>
                  <a:pt x="170" y="610"/>
                  <a:pt x="220" y="659"/>
                  <a:pt x="220" y="720"/>
                </a:cubicBezTo>
                <a:close/>
                <a:moveTo>
                  <a:pt x="4870" y="5090"/>
                </a:moveTo>
                <a:cubicBezTo>
                  <a:pt x="4870" y="5150"/>
                  <a:pt x="4820" y="5200"/>
                  <a:pt x="4760" y="5200"/>
                </a:cubicBezTo>
                <a:cubicBezTo>
                  <a:pt x="4699" y="5200"/>
                  <a:pt x="4650" y="5150"/>
                  <a:pt x="4650" y="5090"/>
                </a:cubicBezTo>
                <a:cubicBezTo>
                  <a:pt x="4650" y="5029"/>
                  <a:pt x="4699" y="4980"/>
                  <a:pt x="4760" y="4980"/>
                </a:cubicBezTo>
                <a:cubicBezTo>
                  <a:pt x="4820" y="4980"/>
                  <a:pt x="4870" y="5029"/>
                  <a:pt x="4870" y="5090"/>
                </a:cubicBezTo>
                <a:close/>
                <a:moveTo>
                  <a:pt x="1920" y="2030"/>
                </a:moveTo>
                <a:cubicBezTo>
                  <a:pt x="1920" y="2090"/>
                  <a:pt x="1870" y="2140"/>
                  <a:pt x="1810" y="2140"/>
                </a:cubicBezTo>
                <a:cubicBezTo>
                  <a:pt x="1749" y="2140"/>
                  <a:pt x="1700" y="2090"/>
                  <a:pt x="1700" y="2030"/>
                </a:cubicBezTo>
                <a:cubicBezTo>
                  <a:pt x="1700" y="1969"/>
                  <a:pt x="1749" y="1920"/>
                  <a:pt x="1810" y="1920"/>
                </a:cubicBezTo>
                <a:cubicBezTo>
                  <a:pt x="1870" y="1920"/>
                  <a:pt x="1920" y="1969"/>
                  <a:pt x="1920" y="2030"/>
                </a:cubicBezTo>
                <a:close/>
                <a:moveTo>
                  <a:pt x="4690" y="2060"/>
                </a:moveTo>
                <a:cubicBezTo>
                  <a:pt x="4690" y="2120"/>
                  <a:pt x="4640" y="2170"/>
                  <a:pt x="4580" y="2170"/>
                </a:cubicBezTo>
                <a:cubicBezTo>
                  <a:pt x="4519" y="2170"/>
                  <a:pt x="4470" y="2120"/>
                  <a:pt x="4470" y="2060"/>
                </a:cubicBezTo>
                <a:cubicBezTo>
                  <a:pt x="4470" y="1999"/>
                  <a:pt x="4519" y="1950"/>
                  <a:pt x="4580" y="1950"/>
                </a:cubicBezTo>
                <a:cubicBezTo>
                  <a:pt x="4640" y="1950"/>
                  <a:pt x="4690" y="1999"/>
                  <a:pt x="4690" y="2060"/>
                </a:cubicBezTo>
                <a:close/>
                <a:moveTo>
                  <a:pt x="1450" y="4400"/>
                </a:moveTo>
                <a:cubicBezTo>
                  <a:pt x="1450" y="4460"/>
                  <a:pt x="1400" y="4510"/>
                  <a:pt x="1340" y="4510"/>
                </a:cubicBezTo>
                <a:cubicBezTo>
                  <a:pt x="1279" y="4510"/>
                  <a:pt x="1230" y="4460"/>
                  <a:pt x="1230" y="4400"/>
                </a:cubicBezTo>
                <a:cubicBezTo>
                  <a:pt x="1230" y="4339"/>
                  <a:pt x="1279" y="4290"/>
                  <a:pt x="1340" y="4290"/>
                </a:cubicBezTo>
                <a:cubicBezTo>
                  <a:pt x="1400" y="4290"/>
                  <a:pt x="1450" y="4339"/>
                  <a:pt x="1450" y="440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9" name="!!Leucocitos"/>
          <p:cNvGrpSpPr/>
          <p:nvPr/>
        </p:nvGrpSpPr>
        <p:grpSpPr>
          <a:xfrm>
            <a:off x="527975" y="3811905"/>
            <a:ext cx="4692609" cy="794385"/>
            <a:chOff x="527975" y="3811905"/>
            <a:chExt cx="4692609" cy="794385"/>
          </a:xfrm>
        </p:grpSpPr>
        <p:sp>
          <p:nvSpPr>
            <p:cNvPr id="70" name="Forma 72"/>
            <p:cNvSpPr/>
            <p:nvPr/>
          </p:nvSpPr>
          <p:spPr>
            <a:xfrm>
              <a:off x="527975" y="3811905"/>
              <a:ext cx="4692609" cy="794385"/>
            </a:xfrm>
            <a:custGeom>
              <a:avLst/>
              <a:gdLst/>
              <a:ahLst/>
              <a:cxnLst/>
              <a:rect l="0" t="0" r="r" b="b"/>
              <a:pathLst>
                <a:path w="7030" h="1390">
                  <a:moveTo>
                    <a:pt x="7030" y="1110"/>
                  </a:moveTo>
                  <a:cubicBezTo>
                    <a:pt x="7030" y="1231"/>
                    <a:pt x="6931" y="1330"/>
                    <a:pt x="6810" y="1330"/>
                  </a:cubicBezTo>
                  <a:cubicBezTo>
                    <a:pt x="6688" y="1330"/>
                    <a:pt x="6590" y="1231"/>
                    <a:pt x="6590" y="1110"/>
                  </a:cubicBezTo>
                  <a:cubicBezTo>
                    <a:pt x="6590" y="988"/>
                    <a:pt x="6688" y="890"/>
                    <a:pt x="6810" y="890"/>
                  </a:cubicBezTo>
                  <a:cubicBezTo>
                    <a:pt x="6931" y="890"/>
                    <a:pt x="7030" y="988"/>
                    <a:pt x="7030" y="1110"/>
                  </a:cubicBezTo>
                  <a:close/>
                  <a:moveTo>
                    <a:pt x="1630" y="1170"/>
                  </a:moveTo>
                  <a:cubicBezTo>
                    <a:pt x="1630" y="1291"/>
                    <a:pt x="1531" y="1390"/>
                    <a:pt x="1410" y="1390"/>
                  </a:cubicBezTo>
                  <a:cubicBezTo>
                    <a:pt x="1288" y="1390"/>
                    <a:pt x="1190" y="1291"/>
                    <a:pt x="1190" y="1170"/>
                  </a:cubicBezTo>
                  <a:cubicBezTo>
                    <a:pt x="1190" y="1048"/>
                    <a:pt x="1288" y="950"/>
                    <a:pt x="1410" y="950"/>
                  </a:cubicBezTo>
                  <a:cubicBezTo>
                    <a:pt x="1531" y="950"/>
                    <a:pt x="1630" y="1048"/>
                    <a:pt x="1630" y="1170"/>
                  </a:cubicBezTo>
                  <a:close/>
                  <a:moveTo>
                    <a:pt x="4740" y="230"/>
                  </a:moveTo>
                  <a:cubicBezTo>
                    <a:pt x="4740" y="351"/>
                    <a:pt x="4641" y="450"/>
                    <a:pt x="4520" y="450"/>
                  </a:cubicBezTo>
                  <a:cubicBezTo>
                    <a:pt x="4398" y="450"/>
                    <a:pt x="4300" y="351"/>
                    <a:pt x="4300" y="230"/>
                  </a:cubicBezTo>
                  <a:cubicBezTo>
                    <a:pt x="4300" y="108"/>
                    <a:pt x="4398" y="10"/>
                    <a:pt x="4520" y="10"/>
                  </a:cubicBezTo>
                  <a:cubicBezTo>
                    <a:pt x="4641" y="10"/>
                    <a:pt x="4740" y="108"/>
                    <a:pt x="4740" y="230"/>
                  </a:cubicBezTo>
                  <a:close/>
                  <a:moveTo>
                    <a:pt x="440" y="530"/>
                  </a:moveTo>
                  <a:cubicBezTo>
                    <a:pt x="440" y="651"/>
                    <a:pt x="341" y="750"/>
                    <a:pt x="220" y="750"/>
                  </a:cubicBezTo>
                  <a:cubicBezTo>
                    <a:pt x="98" y="750"/>
                    <a:pt x="0" y="651"/>
                    <a:pt x="0" y="530"/>
                  </a:cubicBezTo>
                  <a:cubicBezTo>
                    <a:pt x="0" y="408"/>
                    <a:pt x="98" y="310"/>
                    <a:pt x="220" y="310"/>
                  </a:cubicBezTo>
                  <a:cubicBezTo>
                    <a:pt x="341" y="310"/>
                    <a:pt x="440" y="408"/>
                    <a:pt x="440" y="530"/>
                  </a:cubicBezTo>
                  <a:close/>
                  <a:moveTo>
                    <a:pt x="6500" y="700"/>
                  </a:moveTo>
                  <a:cubicBezTo>
                    <a:pt x="6500" y="821"/>
                    <a:pt x="6401" y="920"/>
                    <a:pt x="6280" y="920"/>
                  </a:cubicBezTo>
                  <a:cubicBezTo>
                    <a:pt x="6158" y="920"/>
                    <a:pt x="6060" y="821"/>
                    <a:pt x="6060" y="700"/>
                  </a:cubicBezTo>
                  <a:cubicBezTo>
                    <a:pt x="6060" y="578"/>
                    <a:pt x="6158" y="480"/>
                    <a:pt x="6280" y="480"/>
                  </a:cubicBezTo>
                  <a:cubicBezTo>
                    <a:pt x="6401" y="480"/>
                    <a:pt x="6500" y="578"/>
                    <a:pt x="6500" y="700"/>
                  </a:cubicBezTo>
                  <a:close/>
                  <a:moveTo>
                    <a:pt x="640" y="220"/>
                  </a:moveTo>
                  <a:cubicBezTo>
                    <a:pt x="640" y="341"/>
                    <a:pt x="541" y="440"/>
                    <a:pt x="420" y="440"/>
                  </a:cubicBezTo>
                  <a:cubicBezTo>
                    <a:pt x="298" y="440"/>
                    <a:pt x="200" y="341"/>
                    <a:pt x="200" y="220"/>
                  </a:cubicBezTo>
                  <a:cubicBezTo>
                    <a:pt x="200" y="98"/>
                    <a:pt x="298" y="0"/>
                    <a:pt x="420" y="0"/>
                  </a:cubicBezTo>
                  <a:cubicBezTo>
                    <a:pt x="541" y="0"/>
                    <a:pt x="640" y="98"/>
                    <a:pt x="640" y="220"/>
                  </a:cubicBezTo>
                  <a:close/>
                </a:path>
              </a:pathLst>
            </a:custGeom>
            <a:solidFill>
              <a:srgbClr val="F2F3F4"/>
            </a:solidFill>
            <a:ln w="12700" cap="rnd">
              <a:solidFill>
                <a:srgbClr val="7D7D7D"/>
              </a:solidFill>
              <a:round/>
            </a:ln>
          </p:spPr>
        </p:sp>
        <p:sp>
          <p:nvSpPr>
            <p:cNvPr id="71" name="Forma 73"/>
            <p:cNvSpPr/>
            <p:nvPr/>
          </p:nvSpPr>
          <p:spPr>
            <a:xfrm>
              <a:off x="641452" y="3909060"/>
              <a:ext cx="4532406" cy="634365"/>
            </a:xfrm>
            <a:custGeom>
              <a:avLst/>
              <a:gdLst/>
              <a:ahLst/>
              <a:cxnLst/>
              <a:rect l="0" t="0" r="r" b="b"/>
              <a:pathLst>
                <a:path w="6790" h="1110">
                  <a:moveTo>
                    <a:pt x="6790" y="970"/>
                  </a:moveTo>
                  <a:cubicBezTo>
                    <a:pt x="6790" y="1014"/>
                    <a:pt x="6745" y="1050"/>
                    <a:pt x="6690" y="1050"/>
                  </a:cubicBezTo>
                  <a:cubicBezTo>
                    <a:pt x="6634" y="1050"/>
                    <a:pt x="6590" y="1014"/>
                    <a:pt x="6590" y="970"/>
                  </a:cubicBezTo>
                  <a:cubicBezTo>
                    <a:pt x="6590" y="925"/>
                    <a:pt x="6634" y="890"/>
                    <a:pt x="6690" y="890"/>
                  </a:cubicBezTo>
                  <a:cubicBezTo>
                    <a:pt x="6745" y="890"/>
                    <a:pt x="6790" y="925"/>
                    <a:pt x="6790" y="970"/>
                  </a:cubicBezTo>
                  <a:close/>
                  <a:moveTo>
                    <a:pt x="1390" y="1030"/>
                  </a:moveTo>
                  <a:cubicBezTo>
                    <a:pt x="1390" y="1074"/>
                    <a:pt x="1345" y="1110"/>
                    <a:pt x="1290" y="1110"/>
                  </a:cubicBezTo>
                  <a:cubicBezTo>
                    <a:pt x="1234" y="1110"/>
                    <a:pt x="1190" y="1074"/>
                    <a:pt x="1190" y="1030"/>
                  </a:cubicBezTo>
                  <a:cubicBezTo>
                    <a:pt x="1190" y="985"/>
                    <a:pt x="1234" y="950"/>
                    <a:pt x="1290" y="950"/>
                  </a:cubicBezTo>
                  <a:cubicBezTo>
                    <a:pt x="1345" y="950"/>
                    <a:pt x="1390" y="985"/>
                    <a:pt x="1390" y="1030"/>
                  </a:cubicBezTo>
                  <a:close/>
                  <a:moveTo>
                    <a:pt x="4500" y="90"/>
                  </a:moveTo>
                  <a:cubicBezTo>
                    <a:pt x="4500" y="134"/>
                    <a:pt x="4455" y="170"/>
                    <a:pt x="4400" y="170"/>
                  </a:cubicBezTo>
                  <a:cubicBezTo>
                    <a:pt x="4344" y="170"/>
                    <a:pt x="4300" y="134"/>
                    <a:pt x="4300" y="90"/>
                  </a:cubicBezTo>
                  <a:cubicBezTo>
                    <a:pt x="4300" y="45"/>
                    <a:pt x="4344" y="10"/>
                    <a:pt x="4400" y="10"/>
                  </a:cubicBezTo>
                  <a:cubicBezTo>
                    <a:pt x="4455" y="10"/>
                    <a:pt x="4500" y="45"/>
                    <a:pt x="4500" y="90"/>
                  </a:cubicBezTo>
                  <a:close/>
                  <a:moveTo>
                    <a:pt x="200" y="390"/>
                  </a:moveTo>
                  <a:cubicBezTo>
                    <a:pt x="200" y="434"/>
                    <a:pt x="155" y="470"/>
                    <a:pt x="100" y="470"/>
                  </a:cubicBezTo>
                  <a:cubicBezTo>
                    <a:pt x="44" y="470"/>
                    <a:pt x="0" y="434"/>
                    <a:pt x="0" y="390"/>
                  </a:cubicBezTo>
                  <a:cubicBezTo>
                    <a:pt x="0" y="345"/>
                    <a:pt x="44" y="310"/>
                    <a:pt x="100" y="310"/>
                  </a:cubicBezTo>
                  <a:cubicBezTo>
                    <a:pt x="155" y="310"/>
                    <a:pt x="200" y="345"/>
                    <a:pt x="200" y="390"/>
                  </a:cubicBezTo>
                  <a:close/>
                  <a:moveTo>
                    <a:pt x="6260" y="560"/>
                  </a:moveTo>
                  <a:cubicBezTo>
                    <a:pt x="6260" y="604"/>
                    <a:pt x="6215" y="640"/>
                    <a:pt x="6160" y="640"/>
                  </a:cubicBezTo>
                  <a:cubicBezTo>
                    <a:pt x="6104" y="640"/>
                    <a:pt x="6060" y="604"/>
                    <a:pt x="6060" y="560"/>
                  </a:cubicBezTo>
                  <a:cubicBezTo>
                    <a:pt x="6060" y="515"/>
                    <a:pt x="6104" y="480"/>
                    <a:pt x="6160" y="480"/>
                  </a:cubicBezTo>
                  <a:cubicBezTo>
                    <a:pt x="6215" y="480"/>
                    <a:pt x="6260" y="515"/>
                    <a:pt x="6260" y="560"/>
                  </a:cubicBezTo>
                  <a:close/>
                  <a:moveTo>
                    <a:pt x="400" y="80"/>
                  </a:moveTo>
                  <a:cubicBezTo>
                    <a:pt x="400" y="124"/>
                    <a:pt x="355" y="160"/>
                    <a:pt x="300" y="160"/>
                  </a:cubicBezTo>
                  <a:cubicBezTo>
                    <a:pt x="244" y="160"/>
                    <a:pt x="200" y="124"/>
                    <a:pt x="200" y="80"/>
                  </a:cubicBezTo>
                  <a:cubicBezTo>
                    <a:pt x="200" y="35"/>
                    <a:pt x="244" y="0"/>
                    <a:pt x="300" y="0"/>
                  </a:cubicBezTo>
                  <a:cubicBezTo>
                    <a:pt x="355" y="0"/>
                    <a:pt x="400" y="35"/>
                    <a:pt x="400" y="8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GotasFiltrado"/>
          <p:cNvSpPr/>
          <p:nvPr/>
        </p:nvSpPr>
        <p:spPr>
          <a:xfrm>
            <a:off x="581376" y="3137535"/>
            <a:ext cx="4185300" cy="2914650"/>
          </a:xfrm>
          <a:custGeom>
            <a:avLst/>
            <a:gdLst/>
            <a:ahLst/>
            <a:cxnLst/>
            <a:rect l="0" t="0" r="r" b="b"/>
            <a:pathLst>
              <a:path w="6270" h="5100">
                <a:moveTo>
                  <a:pt x="1940" y="4060"/>
                </a:moveTo>
                <a:cubicBezTo>
                  <a:pt x="1940" y="4126"/>
                  <a:pt x="1899" y="4180"/>
                  <a:pt x="1850" y="4180"/>
                </a:cubicBezTo>
                <a:cubicBezTo>
                  <a:pt x="1800" y="4180"/>
                  <a:pt x="1760" y="4126"/>
                  <a:pt x="1760" y="4060"/>
                </a:cubicBezTo>
                <a:cubicBezTo>
                  <a:pt x="1760" y="3993"/>
                  <a:pt x="1800" y="3940"/>
                  <a:pt x="1850" y="3940"/>
                </a:cubicBezTo>
                <a:cubicBezTo>
                  <a:pt x="1899" y="3940"/>
                  <a:pt x="1940" y="3993"/>
                  <a:pt x="1940" y="4060"/>
                </a:cubicBezTo>
                <a:close/>
                <a:moveTo>
                  <a:pt x="6190" y="1050"/>
                </a:moveTo>
                <a:cubicBezTo>
                  <a:pt x="6190" y="1116"/>
                  <a:pt x="6149" y="1170"/>
                  <a:pt x="6100" y="1170"/>
                </a:cubicBezTo>
                <a:cubicBezTo>
                  <a:pt x="6050" y="1170"/>
                  <a:pt x="6010" y="1116"/>
                  <a:pt x="6010" y="1050"/>
                </a:cubicBezTo>
                <a:cubicBezTo>
                  <a:pt x="6010" y="983"/>
                  <a:pt x="6050" y="930"/>
                  <a:pt x="6100" y="930"/>
                </a:cubicBezTo>
                <a:cubicBezTo>
                  <a:pt x="6149" y="930"/>
                  <a:pt x="6190" y="983"/>
                  <a:pt x="6190" y="1050"/>
                </a:cubicBezTo>
                <a:close/>
                <a:moveTo>
                  <a:pt x="460" y="1520"/>
                </a:moveTo>
                <a:cubicBezTo>
                  <a:pt x="460" y="1586"/>
                  <a:pt x="419" y="1640"/>
                  <a:pt x="370" y="1640"/>
                </a:cubicBezTo>
                <a:cubicBezTo>
                  <a:pt x="320" y="1640"/>
                  <a:pt x="280" y="1586"/>
                  <a:pt x="280" y="1520"/>
                </a:cubicBezTo>
                <a:cubicBezTo>
                  <a:pt x="280" y="1453"/>
                  <a:pt x="320" y="1400"/>
                  <a:pt x="370" y="1400"/>
                </a:cubicBezTo>
                <a:cubicBezTo>
                  <a:pt x="419" y="1400"/>
                  <a:pt x="460" y="1453"/>
                  <a:pt x="460" y="1520"/>
                </a:cubicBezTo>
                <a:close/>
                <a:moveTo>
                  <a:pt x="2210" y="4550"/>
                </a:moveTo>
                <a:cubicBezTo>
                  <a:pt x="2210" y="4616"/>
                  <a:pt x="2169" y="4670"/>
                  <a:pt x="2120" y="4670"/>
                </a:cubicBezTo>
                <a:cubicBezTo>
                  <a:pt x="2070" y="4670"/>
                  <a:pt x="2030" y="4616"/>
                  <a:pt x="2030" y="4550"/>
                </a:cubicBezTo>
                <a:cubicBezTo>
                  <a:pt x="2030" y="4483"/>
                  <a:pt x="2070" y="4430"/>
                  <a:pt x="2120" y="4430"/>
                </a:cubicBezTo>
                <a:cubicBezTo>
                  <a:pt x="2169" y="4430"/>
                  <a:pt x="2210" y="4483"/>
                  <a:pt x="2210" y="4550"/>
                </a:cubicBezTo>
                <a:close/>
                <a:moveTo>
                  <a:pt x="2670" y="120"/>
                </a:moveTo>
                <a:cubicBezTo>
                  <a:pt x="2670" y="186"/>
                  <a:pt x="2629" y="240"/>
                  <a:pt x="2580" y="240"/>
                </a:cubicBezTo>
                <a:cubicBezTo>
                  <a:pt x="2530" y="240"/>
                  <a:pt x="2490" y="186"/>
                  <a:pt x="2490" y="120"/>
                </a:cubicBezTo>
                <a:cubicBezTo>
                  <a:pt x="2490" y="53"/>
                  <a:pt x="2530" y="0"/>
                  <a:pt x="2580" y="0"/>
                </a:cubicBezTo>
                <a:cubicBezTo>
                  <a:pt x="2629" y="0"/>
                  <a:pt x="2670" y="53"/>
                  <a:pt x="2670" y="120"/>
                </a:cubicBezTo>
                <a:close/>
                <a:moveTo>
                  <a:pt x="6270" y="3390"/>
                </a:moveTo>
                <a:cubicBezTo>
                  <a:pt x="6270" y="3456"/>
                  <a:pt x="6229" y="3510"/>
                  <a:pt x="6180" y="3510"/>
                </a:cubicBezTo>
                <a:cubicBezTo>
                  <a:pt x="6130" y="3510"/>
                  <a:pt x="6090" y="3456"/>
                  <a:pt x="6090" y="3390"/>
                </a:cubicBezTo>
                <a:cubicBezTo>
                  <a:pt x="6090" y="3323"/>
                  <a:pt x="6130" y="3270"/>
                  <a:pt x="6180" y="3270"/>
                </a:cubicBezTo>
                <a:cubicBezTo>
                  <a:pt x="6229" y="3270"/>
                  <a:pt x="6270" y="3323"/>
                  <a:pt x="6270" y="3390"/>
                </a:cubicBezTo>
                <a:close/>
                <a:moveTo>
                  <a:pt x="3060" y="3980"/>
                </a:moveTo>
                <a:cubicBezTo>
                  <a:pt x="3060" y="4046"/>
                  <a:pt x="3019" y="4100"/>
                  <a:pt x="2970" y="4100"/>
                </a:cubicBezTo>
                <a:cubicBezTo>
                  <a:pt x="2920" y="4100"/>
                  <a:pt x="2880" y="4046"/>
                  <a:pt x="2880" y="3980"/>
                </a:cubicBezTo>
                <a:cubicBezTo>
                  <a:pt x="2880" y="3913"/>
                  <a:pt x="2920" y="3860"/>
                  <a:pt x="2970" y="3860"/>
                </a:cubicBezTo>
                <a:cubicBezTo>
                  <a:pt x="3019" y="3860"/>
                  <a:pt x="3060" y="3913"/>
                  <a:pt x="3060" y="3980"/>
                </a:cubicBezTo>
                <a:close/>
                <a:moveTo>
                  <a:pt x="780" y="790"/>
                </a:moveTo>
                <a:cubicBezTo>
                  <a:pt x="780" y="856"/>
                  <a:pt x="739" y="910"/>
                  <a:pt x="690" y="910"/>
                </a:cubicBezTo>
                <a:cubicBezTo>
                  <a:pt x="640" y="910"/>
                  <a:pt x="600" y="856"/>
                  <a:pt x="600" y="790"/>
                </a:cubicBezTo>
                <a:cubicBezTo>
                  <a:pt x="600" y="723"/>
                  <a:pt x="640" y="670"/>
                  <a:pt x="690" y="670"/>
                </a:cubicBezTo>
                <a:cubicBezTo>
                  <a:pt x="739" y="670"/>
                  <a:pt x="780" y="723"/>
                  <a:pt x="780" y="790"/>
                </a:cubicBezTo>
                <a:close/>
                <a:moveTo>
                  <a:pt x="950" y="2160"/>
                </a:moveTo>
                <a:cubicBezTo>
                  <a:pt x="950" y="2226"/>
                  <a:pt x="909" y="2280"/>
                  <a:pt x="860" y="2280"/>
                </a:cubicBezTo>
                <a:cubicBezTo>
                  <a:pt x="810" y="2280"/>
                  <a:pt x="770" y="2226"/>
                  <a:pt x="770" y="2160"/>
                </a:cubicBezTo>
                <a:cubicBezTo>
                  <a:pt x="770" y="2093"/>
                  <a:pt x="810" y="2040"/>
                  <a:pt x="860" y="2040"/>
                </a:cubicBezTo>
                <a:cubicBezTo>
                  <a:pt x="909" y="2040"/>
                  <a:pt x="950" y="2093"/>
                  <a:pt x="950" y="2160"/>
                </a:cubicBezTo>
                <a:close/>
                <a:moveTo>
                  <a:pt x="5990" y="2510"/>
                </a:moveTo>
                <a:cubicBezTo>
                  <a:pt x="5990" y="2576"/>
                  <a:pt x="5949" y="2630"/>
                  <a:pt x="5900" y="2630"/>
                </a:cubicBezTo>
                <a:cubicBezTo>
                  <a:pt x="5850" y="2630"/>
                  <a:pt x="5810" y="2576"/>
                  <a:pt x="5810" y="2510"/>
                </a:cubicBezTo>
                <a:cubicBezTo>
                  <a:pt x="5810" y="2443"/>
                  <a:pt x="5850" y="2390"/>
                  <a:pt x="5900" y="2390"/>
                </a:cubicBezTo>
                <a:cubicBezTo>
                  <a:pt x="5949" y="2390"/>
                  <a:pt x="5990" y="2443"/>
                  <a:pt x="5990" y="2510"/>
                </a:cubicBezTo>
                <a:close/>
                <a:moveTo>
                  <a:pt x="180" y="3800"/>
                </a:moveTo>
                <a:cubicBezTo>
                  <a:pt x="180" y="3866"/>
                  <a:pt x="139" y="3920"/>
                  <a:pt x="90" y="3920"/>
                </a:cubicBezTo>
                <a:cubicBezTo>
                  <a:pt x="40" y="3920"/>
                  <a:pt x="0" y="3866"/>
                  <a:pt x="0" y="3800"/>
                </a:cubicBezTo>
                <a:cubicBezTo>
                  <a:pt x="0" y="3733"/>
                  <a:pt x="40" y="3680"/>
                  <a:pt x="90" y="3680"/>
                </a:cubicBezTo>
                <a:cubicBezTo>
                  <a:pt x="139" y="3680"/>
                  <a:pt x="180" y="3733"/>
                  <a:pt x="180" y="3800"/>
                </a:cubicBezTo>
                <a:close/>
                <a:moveTo>
                  <a:pt x="3830" y="4670"/>
                </a:moveTo>
                <a:cubicBezTo>
                  <a:pt x="3830" y="4736"/>
                  <a:pt x="3789" y="4790"/>
                  <a:pt x="3740" y="4790"/>
                </a:cubicBezTo>
                <a:cubicBezTo>
                  <a:pt x="3690" y="4790"/>
                  <a:pt x="3650" y="4736"/>
                  <a:pt x="3650" y="4670"/>
                </a:cubicBezTo>
                <a:cubicBezTo>
                  <a:pt x="3650" y="4603"/>
                  <a:pt x="3690" y="4550"/>
                  <a:pt x="3740" y="4550"/>
                </a:cubicBezTo>
                <a:cubicBezTo>
                  <a:pt x="3789" y="4550"/>
                  <a:pt x="3830" y="4603"/>
                  <a:pt x="3830" y="4670"/>
                </a:cubicBezTo>
                <a:close/>
                <a:moveTo>
                  <a:pt x="1330" y="4980"/>
                </a:moveTo>
                <a:cubicBezTo>
                  <a:pt x="1330" y="5046"/>
                  <a:pt x="1289" y="5100"/>
                  <a:pt x="1240" y="5100"/>
                </a:cubicBezTo>
                <a:cubicBezTo>
                  <a:pt x="1190" y="5100"/>
                  <a:pt x="1150" y="5046"/>
                  <a:pt x="1150" y="4980"/>
                </a:cubicBezTo>
                <a:cubicBezTo>
                  <a:pt x="1150" y="4913"/>
                  <a:pt x="1190" y="4860"/>
                  <a:pt x="1240" y="4860"/>
                </a:cubicBezTo>
                <a:cubicBezTo>
                  <a:pt x="1289" y="4860"/>
                  <a:pt x="1330" y="4913"/>
                  <a:pt x="1330" y="4980"/>
                </a:cubicBezTo>
                <a:close/>
                <a:moveTo>
                  <a:pt x="5910" y="1410"/>
                </a:moveTo>
                <a:cubicBezTo>
                  <a:pt x="5910" y="1476"/>
                  <a:pt x="5869" y="1530"/>
                  <a:pt x="5820" y="1530"/>
                </a:cubicBezTo>
                <a:cubicBezTo>
                  <a:pt x="5770" y="1530"/>
                  <a:pt x="5730" y="1476"/>
                  <a:pt x="5730" y="1410"/>
                </a:cubicBezTo>
                <a:cubicBezTo>
                  <a:pt x="5730" y="1343"/>
                  <a:pt x="5770" y="1290"/>
                  <a:pt x="5820" y="1290"/>
                </a:cubicBezTo>
                <a:cubicBezTo>
                  <a:pt x="5869" y="1290"/>
                  <a:pt x="5910" y="1343"/>
                  <a:pt x="5910" y="1410"/>
                </a:cubicBezTo>
                <a:close/>
                <a:moveTo>
                  <a:pt x="3980" y="1900"/>
                </a:moveTo>
                <a:cubicBezTo>
                  <a:pt x="3980" y="1966"/>
                  <a:pt x="3939" y="2020"/>
                  <a:pt x="3890" y="2020"/>
                </a:cubicBezTo>
                <a:cubicBezTo>
                  <a:pt x="3840" y="2020"/>
                  <a:pt x="3800" y="1966"/>
                  <a:pt x="3800" y="1900"/>
                </a:cubicBezTo>
                <a:cubicBezTo>
                  <a:pt x="3800" y="1833"/>
                  <a:pt x="3840" y="1780"/>
                  <a:pt x="3890" y="1780"/>
                </a:cubicBezTo>
                <a:cubicBezTo>
                  <a:pt x="3939" y="1780"/>
                  <a:pt x="3980" y="1833"/>
                  <a:pt x="3980" y="190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3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4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5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6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7" name="Forma 79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8" name="Forma 80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9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0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2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3" name="Forma 85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4" name="Forma 86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5" name="!!LiquidoPleuralD"/>
          <p:cNvSpPr/>
          <p:nvPr/>
        </p:nvSpPr>
        <p:spPr>
          <a:xfrm>
            <a:off x="7432609" y="1964140"/>
            <a:ext cx="737372" cy="833833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86" name="!!PulmonDerecho"/>
          <p:cNvGrpSpPr/>
          <p:nvPr/>
        </p:nvGrpSpPr>
        <p:grpSpPr>
          <a:xfrm>
            <a:off x="7526871" y="1173097"/>
            <a:ext cx="608427" cy="1068499"/>
            <a:chOff x="7526871" y="1173097"/>
            <a:chExt cx="608427" cy="1068499"/>
          </a:xfrm>
        </p:grpSpPr>
        <p:sp>
          <p:nvSpPr>
            <p:cNvPr id="87" name="Forma 89"/>
            <p:cNvSpPr/>
            <p:nvPr/>
          </p:nvSpPr>
          <p:spPr>
            <a:xfrm>
              <a:off x="7526871" y="1173097"/>
              <a:ext cx="608427" cy="1068499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0"/>
            <p:cNvSpPr/>
            <p:nvPr/>
          </p:nvSpPr>
          <p:spPr>
            <a:xfrm>
              <a:off x="7568374" y="1277957"/>
              <a:ext cx="476517" cy="764910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1"/>
            <p:cNvSpPr/>
            <p:nvPr/>
          </p:nvSpPr>
          <p:spPr>
            <a:xfrm>
              <a:off x="7541897" y="1638347"/>
              <a:ext cx="512623" cy="447594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526871" y="1173097"/>
            <a:ext cx="608427" cy="1068499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4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5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96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3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4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07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08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8" name="Forma 110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con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proteínas, más LDH y más células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inflamatorias.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1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0" name="Recuadro Células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1" name="Forma 113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PMN en procesos agudos; linfocitos en TBC o tumores.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4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3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Salen agua,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262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8389" y="91440"/>
            <a:ext cx="949871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13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PERMEABILIDAD CAPILAR · ACUMULACIÓN</a:t>
            </a:r>
            <a:endParaRPr lang="es-AR" sz="2150" dirty="0">
              <a:latin typeface="Mali"/>
            </a:endParaRPr>
          </a:p>
        </p:txBody>
      </p:sp>
      <p:sp>
        <p:nvSpPr>
          <p:cNvPr id="1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430000" cy="933130"/>
            <a:chOff x="365760" y="914400"/>
            <a:chExt cx="11430000" cy="933130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43125" cy="93313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508885" y="914400"/>
              <a:ext cx="2000250" cy="93313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FUERZA ALTERADA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4509135" y="914400"/>
              <a:ext cx="1714500" cy="93313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6223635" y="914400"/>
              <a:ext cx="1857375" cy="93313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HABITUAL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8081010" y="914400"/>
              <a:ext cx="3714750" cy="93313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EJEMPLOS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0" name="Tabla fila 1"/>
          <p:cNvGrpSpPr/>
          <p:nvPr/>
        </p:nvGrpSpPr>
        <p:grpSpPr>
          <a:xfrm>
            <a:off x="365760" y="1847530"/>
            <a:ext cx="11430000" cy="718144"/>
            <a:chOff x="365760" y="1847530"/>
            <a:chExt cx="11430000" cy="718144"/>
          </a:xfrm>
        </p:grpSpPr>
        <p:sp>
          <p:nvSpPr>
            <p:cNvPr id="11" name="Forma 10"/>
            <p:cNvSpPr/>
            <p:nvPr/>
          </p:nvSpPr>
          <p:spPr>
            <a:xfrm>
              <a:off x="365760" y="1847530"/>
              <a:ext cx="2143125" cy="71814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 · Hidrostático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2508885" y="1847530"/>
              <a:ext cx="2000250" cy="71814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</a:t>
              </a:r>
              <a:r>
                <a:rPr lang="es-AR" sz="15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4509135" y="1847530"/>
              <a:ext cx="1714500" cy="71814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6223635" y="1847530"/>
              <a:ext cx="1857375" cy="71814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8081010" y="1847530"/>
              <a:ext cx="3714750" cy="71814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16" name="Tabla fila 2"/>
          <p:cNvGrpSpPr/>
          <p:nvPr/>
        </p:nvGrpSpPr>
        <p:grpSpPr>
          <a:xfrm>
            <a:off x="365760" y="2565674"/>
            <a:ext cx="11430000" cy="918411"/>
            <a:chOff x="365760" y="2565674"/>
            <a:chExt cx="11430000" cy="918411"/>
          </a:xfrm>
        </p:grpSpPr>
        <p:sp>
          <p:nvSpPr>
            <p:cNvPr id="17" name="Forma 16"/>
            <p:cNvSpPr/>
            <p:nvPr/>
          </p:nvSpPr>
          <p:spPr>
            <a:xfrm>
              <a:off x="365760" y="2565674"/>
              <a:ext cx="2143125" cy="91841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 · Oncótico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508885" y="2565674"/>
              <a:ext cx="2000250" cy="91841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π</a:t>
              </a:r>
              <a:r>
                <a:rPr lang="es-AR" sz="15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(albúmina)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4509135" y="2565674"/>
              <a:ext cx="1714500" cy="91841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6223635" y="2565674"/>
              <a:ext cx="1857375" cy="91841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8081010" y="2565674"/>
              <a:ext cx="3714750" cy="91841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nefrótico · cirrosis · hipoalbuminemia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2" name="Tabla fila 3"/>
          <p:cNvGrpSpPr/>
          <p:nvPr/>
        </p:nvGrpSpPr>
        <p:grpSpPr>
          <a:xfrm>
            <a:off x="365760" y="3484085"/>
            <a:ext cx="11430000" cy="918411"/>
            <a:chOff x="365760" y="3484085"/>
            <a:chExt cx="11430000" cy="918411"/>
          </a:xfrm>
        </p:grpSpPr>
        <p:sp>
          <p:nvSpPr>
            <p:cNvPr id="23" name="Forma 22"/>
            <p:cNvSpPr/>
            <p:nvPr/>
          </p:nvSpPr>
          <p:spPr>
            <a:xfrm>
              <a:off x="365760" y="3484085"/>
              <a:ext cx="2143125" cy="91841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 · Linfático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2508885" y="3484085"/>
              <a:ext cx="2000250" cy="91841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reabsorción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4509135" y="3484085"/>
              <a:ext cx="1714500" cy="91841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 (habitual)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6223635" y="3484085"/>
              <a:ext cx="1857375" cy="91841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8081010" y="3484085"/>
              <a:ext cx="3714750" cy="91841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Metástasis · inflamación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8" name="Tabla fila 4"/>
          <p:cNvGrpSpPr/>
          <p:nvPr/>
        </p:nvGrpSpPr>
        <p:grpSpPr>
          <a:xfrm>
            <a:off x="365760" y="4402496"/>
            <a:ext cx="11430000" cy="718144"/>
            <a:chOff x="365760" y="4402496"/>
            <a:chExt cx="11430000" cy="718144"/>
          </a:xfrm>
        </p:grpSpPr>
        <p:sp>
          <p:nvSpPr>
            <p:cNvPr id="29" name="Forma 28"/>
            <p:cNvSpPr/>
            <p:nvPr/>
          </p:nvSpPr>
          <p:spPr>
            <a:xfrm>
              <a:off x="365760" y="4402496"/>
              <a:ext cx="2143125" cy="71814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 · Permeabilidad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2508885" y="4402496"/>
              <a:ext cx="2000250" cy="71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K, ↓ </a:t>
              </a:r>
              <a:r>
                <a:rPr lang="es-AR" sz="1550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4509135" y="4402496"/>
              <a:ext cx="1714500" cy="71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2" name="Forma 31"/>
            <p:cNvSpPr/>
            <p:nvPr/>
          </p:nvSpPr>
          <p:spPr>
            <a:xfrm>
              <a:off x="6223635" y="4402496"/>
              <a:ext cx="1857375" cy="71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8081010" y="4402496"/>
              <a:ext cx="3714750" cy="71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Infección · inflamación · neoplasia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34" name="Mixtura"/>
          <p:cNvSpPr/>
          <p:nvPr/>
        </p:nvSpPr>
        <p:spPr>
          <a:xfrm>
            <a:off x="365760" y="5303520"/>
            <a:ext cx="1143000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derrames importantes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suelen combinarse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mecanismos: la clasificación orienta, pero «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existe el cuadro puro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».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554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478465" y="91440"/>
            <a:ext cx="954863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357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COMPARACIÓN INTEGRADORA DE LOS CUATRO MECANISMOS</a:t>
            </a:r>
            <a:endParaRPr lang="es-AR" sz="2100" dirty="0">
              <a:latin typeface="Mali"/>
            </a:endParaRPr>
          </a:p>
        </p:txBody>
      </p:sp>
      <p:sp>
        <p:nvSpPr>
          <p:cNvPr id="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011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0553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25450" y="1548994"/>
            <a:ext cx="5149901" cy="4671487"/>
            <a:chOff x="625450" y="1548994"/>
            <a:chExt cx="5149901" cy="4671487"/>
          </a:xfrm>
        </p:grpSpPr>
        <p:sp>
          <p:nvSpPr>
            <p:cNvPr id="7" name="Forma 6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10743" y="2274019"/>
            <a:ext cx="770079" cy="3634642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04020" y="1095451"/>
            <a:ext cx="1392760" cy="2432095"/>
            <a:chOff x="2504020" y="1095451"/>
            <a:chExt cx="1392760" cy="2432095"/>
          </a:xfrm>
        </p:grpSpPr>
        <p:sp>
          <p:nvSpPr>
            <p:cNvPr id="13" name="Forma 12"/>
            <p:cNvSpPr/>
            <p:nvPr/>
          </p:nvSpPr>
          <p:spPr>
            <a:xfrm>
              <a:off x="2504020" y="1095451"/>
              <a:ext cx="1392760" cy="243209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95061" y="1265530"/>
              <a:ext cx="210678" cy="124015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53171" y="4373429"/>
            <a:ext cx="1966326" cy="1479257"/>
          </a:xfrm>
          <a:custGeom>
            <a:avLst/>
            <a:gdLst/>
            <a:ahLst/>
            <a:cxnLst/>
            <a:rect l="0" t="0" r="r" b="b"/>
            <a:pathLst>
              <a:path w="10000" h="7765">
                <a:moveTo>
                  <a:pt x="57" y="1622"/>
                </a:moveTo>
                <a:lnTo>
                  <a:pt x="96" y="2105"/>
                </a:lnTo>
                <a:lnTo>
                  <a:pt x="141" y="2578"/>
                </a:lnTo>
                <a:lnTo>
                  <a:pt x="188" y="3037"/>
                </a:lnTo>
                <a:lnTo>
                  <a:pt x="238" y="3475"/>
                </a:lnTo>
                <a:lnTo>
                  <a:pt x="290" y="3894"/>
                </a:lnTo>
                <a:lnTo>
                  <a:pt x="346" y="4298"/>
                </a:lnTo>
                <a:lnTo>
                  <a:pt x="405" y="4686"/>
                </a:lnTo>
                <a:lnTo>
                  <a:pt x="467" y="5060"/>
                </a:lnTo>
                <a:lnTo>
                  <a:pt x="530" y="5420"/>
                </a:lnTo>
                <a:lnTo>
                  <a:pt x="595" y="5767"/>
                </a:lnTo>
                <a:lnTo>
                  <a:pt x="659" y="6114"/>
                </a:lnTo>
                <a:lnTo>
                  <a:pt x="725" y="6466"/>
                </a:lnTo>
                <a:lnTo>
                  <a:pt x="792" y="6803"/>
                </a:lnTo>
                <a:lnTo>
                  <a:pt x="861" y="7108"/>
                </a:lnTo>
                <a:lnTo>
                  <a:pt x="934" y="7364"/>
                </a:lnTo>
                <a:lnTo>
                  <a:pt x="1011" y="7552"/>
                </a:lnTo>
                <a:lnTo>
                  <a:pt x="1084" y="7674"/>
                </a:lnTo>
                <a:lnTo>
                  <a:pt x="1150" y="7744"/>
                </a:lnTo>
                <a:lnTo>
                  <a:pt x="1220" y="7765"/>
                </a:lnTo>
                <a:lnTo>
                  <a:pt x="1302" y="7738"/>
                </a:lnTo>
                <a:lnTo>
                  <a:pt x="1408" y="7666"/>
                </a:lnTo>
                <a:lnTo>
                  <a:pt x="1547" y="7552"/>
                </a:lnTo>
                <a:lnTo>
                  <a:pt x="1718" y="7375"/>
                </a:lnTo>
                <a:lnTo>
                  <a:pt x="1913" y="7127"/>
                </a:lnTo>
                <a:lnTo>
                  <a:pt x="2131" y="6835"/>
                </a:lnTo>
                <a:lnTo>
                  <a:pt x="2372" y="6523"/>
                </a:lnTo>
                <a:lnTo>
                  <a:pt x="2634" y="6218"/>
                </a:lnTo>
                <a:lnTo>
                  <a:pt x="2916" y="5945"/>
                </a:lnTo>
                <a:lnTo>
                  <a:pt x="3229" y="5690"/>
                </a:lnTo>
                <a:lnTo>
                  <a:pt x="3575" y="5430"/>
                </a:lnTo>
                <a:lnTo>
                  <a:pt x="3943" y="5175"/>
                </a:lnTo>
                <a:lnTo>
                  <a:pt x="4320" y="4940"/>
                </a:lnTo>
                <a:lnTo>
                  <a:pt x="4696" y="4736"/>
                </a:lnTo>
                <a:lnTo>
                  <a:pt x="5059" y="4577"/>
                </a:lnTo>
                <a:lnTo>
                  <a:pt x="5413" y="4461"/>
                </a:lnTo>
                <a:lnTo>
                  <a:pt x="5769" y="4380"/>
                </a:lnTo>
                <a:lnTo>
                  <a:pt x="6123" y="4331"/>
                </a:lnTo>
                <a:lnTo>
                  <a:pt x="6472" y="4310"/>
                </a:lnTo>
                <a:lnTo>
                  <a:pt x="6813" y="4313"/>
                </a:lnTo>
                <a:lnTo>
                  <a:pt x="7142" y="4338"/>
                </a:lnTo>
                <a:lnTo>
                  <a:pt x="7465" y="4395"/>
                </a:lnTo>
                <a:lnTo>
                  <a:pt x="7786" y="4486"/>
                </a:lnTo>
                <a:lnTo>
                  <a:pt x="8098" y="4603"/>
                </a:lnTo>
                <a:lnTo>
                  <a:pt x="8397" y="4733"/>
                </a:lnTo>
                <a:lnTo>
                  <a:pt x="8675" y="4867"/>
                </a:lnTo>
                <a:lnTo>
                  <a:pt x="8928" y="4993"/>
                </a:lnTo>
                <a:lnTo>
                  <a:pt x="9162" y="5163"/>
                </a:lnTo>
                <a:lnTo>
                  <a:pt x="9382" y="5394"/>
                </a:lnTo>
                <a:lnTo>
                  <a:pt x="9583" y="5629"/>
                </a:lnTo>
                <a:lnTo>
                  <a:pt x="9757" y="5809"/>
                </a:lnTo>
                <a:lnTo>
                  <a:pt x="9898" y="5874"/>
                </a:lnTo>
                <a:lnTo>
                  <a:pt x="10000" y="5767"/>
                </a:lnTo>
                <a:lnTo>
                  <a:pt x="10000" y="4051"/>
                </a:lnTo>
                <a:lnTo>
                  <a:pt x="9973" y="3693"/>
                </a:lnTo>
                <a:lnTo>
                  <a:pt x="9921" y="3033"/>
                </a:lnTo>
                <a:lnTo>
                  <a:pt x="9901" y="2737"/>
                </a:lnTo>
                <a:lnTo>
                  <a:pt x="9750" y="2737"/>
                </a:lnTo>
                <a:lnTo>
                  <a:pt x="9500" y="2734"/>
                </a:lnTo>
                <a:lnTo>
                  <a:pt x="9250" y="2728"/>
                </a:lnTo>
                <a:lnTo>
                  <a:pt x="9000" y="2720"/>
                </a:lnTo>
                <a:lnTo>
                  <a:pt x="8750" y="2709"/>
                </a:lnTo>
                <a:lnTo>
                  <a:pt x="8500" y="2695"/>
                </a:lnTo>
                <a:lnTo>
                  <a:pt x="8250" y="2678"/>
                </a:lnTo>
                <a:lnTo>
                  <a:pt x="8000" y="2658"/>
                </a:lnTo>
                <a:lnTo>
                  <a:pt x="7749" y="2635"/>
                </a:lnTo>
                <a:lnTo>
                  <a:pt x="7500" y="2608"/>
                </a:lnTo>
                <a:lnTo>
                  <a:pt x="7250" y="2577"/>
                </a:lnTo>
                <a:lnTo>
                  <a:pt x="7000" y="2544"/>
                </a:lnTo>
                <a:lnTo>
                  <a:pt x="6750" y="2506"/>
                </a:lnTo>
                <a:lnTo>
                  <a:pt x="6499" y="2466"/>
                </a:lnTo>
                <a:lnTo>
                  <a:pt x="6250" y="2421"/>
                </a:lnTo>
                <a:lnTo>
                  <a:pt x="6000" y="2373"/>
                </a:lnTo>
                <a:lnTo>
                  <a:pt x="5750" y="2321"/>
                </a:lnTo>
                <a:lnTo>
                  <a:pt x="5500" y="2265"/>
                </a:lnTo>
                <a:lnTo>
                  <a:pt x="5249" y="2205"/>
                </a:lnTo>
                <a:lnTo>
                  <a:pt x="5000" y="2142"/>
                </a:lnTo>
                <a:lnTo>
                  <a:pt x="4750" y="2074"/>
                </a:lnTo>
                <a:lnTo>
                  <a:pt x="4500" y="2003"/>
                </a:lnTo>
                <a:lnTo>
                  <a:pt x="4250" y="1927"/>
                </a:lnTo>
                <a:lnTo>
                  <a:pt x="4000" y="1847"/>
                </a:lnTo>
                <a:lnTo>
                  <a:pt x="3750" y="1764"/>
                </a:lnTo>
                <a:lnTo>
                  <a:pt x="3546" y="1692"/>
                </a:lnTo>
                <a:lnTo>
                  <a:pt x="3434" y="1766"/>
                </a:lnTo>
                <a:lnTo>
                  <a:pt x="3426" y="1771"/>
                </a:lnTo>
                <a:lnTo>
                  <a:pt x="3136" y="1977"/>
                </a:lnTo>
                <a:lnTo>
                  <a:pt x="3119" y="1991"/>
                </a:lnTo>
                <a:lnTo>
                  <a:pt x="2858" y="2210"/>
                </a:lnTo>
                <a:lnTo>
                  <a:pt x="2841" y="2226"/>
                </a:lnTo>
                <a:lnTo>
                  <a:pt x="2599" y="2472"/>
                </a:lnTo>
                <a:lnTo>
                  <a:pt x="2590" y="2482"/>
                </a:lnTo>
                <a:lnTo>
                  <a:pt x="2367" y="2734"/>
                </a:lnTo>
                <a:lnTo>
                  <a:pt x="2364" y="2737"/>
                </a:lnTo>
                <a:lnTo>
                  <a:pt x="2164" y="2972"/>
                </a:lnTo>
                <a:lnTo>
                  <a:pt x="2163" y="2973"/>
                </a:lnTo>
                <a:lnTo>
                  <a:pt x="1993" y="3161"/>
                </a:lnTo>
                <a:lnTo>
                  <a:pt x="1989" y="3165"/>
                </a:lnTo>
                <a:lnTo>
                  <a:pt x="1853" y="3288"/>
                </a:lnTo>
                <a:lnTo>
                  <a:pt x="1848" y="3293"/>
                </a:lnTo>
                <a:lnTo>
                  <a:pt x="1807" y="3321"/>
                </a:lnTo>
                <a:lnTo>
                  <a:pt x="1802" y="3325"/>
                </a:lnTo>
                <a:lnTo>
                  <a:pt x="1797" y="3327"/>
                </a:lnTo>
                <a:lnTo>
                  <a:pt x="1792" y="3329"/>
                </a:lnTo>
                <a:lnTo>
                  <a:pt x="1786" y="3331"/>
                </a:lnTo>
                <a:lnTo>
                  <a:pt x="1781" y="3332"/>
                </a:lnTo>
                <a:lnTo>
                  <a:pt x="1775" y="3333"/>
                </a:lnTo>
                <a:lnTo>
                  <a:pt x="1769" y="3332"/>
                </a:lnTo>
                <a:lnTo>
                  <a:pt x="1763" y="3332"/>
                </a:lnTo>
                <a:lnTo>
                  <a:pt x="1758" y="3331"/>
                </a:lnTo>
                <a:lnTo>
                  <a:pt x="1752" y="3329"/>
                </a:lnTo>
                <a:lnTo>
                  <a:pt x="1747" y="3327"/>
                </a:lnTo>
                <a:lnTo>
                  <a:pt x="1742" y="3324"/>
                </a:lnTo>
                <a:lnTo>
                  <a:pt x="1737" y="3321"/>
                </a:lnTo>
                <a:lnTo>
                  <a:pt x="1732" y="3317"/>
                </a:lnTo>
                <a:lnTo>
                  <a:pt x="1728" y="3313"/>
                </a:lnTo>
                <a:lnTo>
                  <a:pt x="1725" y="3308"/>
                </a:lnTo>
                <a:lnTo>
                  <a:pt x="1721" y="3303"/>
                </a:lnTo>
                <a:lnTo>
                  <a:pt x="1719" y="3298"/>
                </a:lnTo>
                <a:lnTo>
                  <a:pt x="1684" y="3225"/>
                </a:lnTo>
                <a:lnTo>
                  <a:pt x="1682" y="3218"/>
                </a:lnTo>
                <a:lnTo>
                  <a:pt x="1621" y="3032"/>
                </a:lnTo>
                <a:lnTo>
                  <a:pt x="1620" y="3028"/>
                </a:lnTo>
                <a:lnTo>
                  <a:pt x="1558" y="2791"/>
                </a:lnTo>
                <a:lnTo>
                  <a:pt x="1557" y="2789"/>
                </a:lnTo>
                <a:lnTo>
                  <a:pt x="1496" y="2521"/>
                </a:lnTo>
                <a:lnTo>
                  <a:pt x="1496" y="2520"/>
                </a:lnTo>
                <a:lnTo>
                  <a:pt x="1436" y="2236"/>
                </a:lnTo>
                <a:lnTo>
                  <a:pt x="1375" y="1954"/>
                </a:lnTo>
                <a:lnTo>
                  <a:pt x="1316" y="1675"/>
                </a:lnTo>
                <a:lnTo>
                  <a:pt x="1316" y="1674"/>
                </a:lnTo>
                <a:lnTo>
                  <a:pt x="1257" y="1384"/>
                </a:lnTo>
                <a:lnTo>
                  <a:pt x="1257" y="1384"/>
                </a:lnTo>
                <a:lnTo>
                  <a:pt x="1200" y="1083"/>
                </a:lnTo>
                <a:lnTo>
                  <a:pt x="1200" y="1082"/>
                </a:lnTo>
                <a:lnTo>
                  <a:pt x="1145" y="770"/>
                </a:lnTo>
                <a:lnTo>
                  <a:pt x="1145" y="769"/>
                </a:lnTo>
                <a:lnTo>
                  <a:pt x="1123" y="630"/>
                </a:lnTo>
                <a:lnTo>
                  <a:pt x="999" y="566"/>
                </a:lnTo>
                <a:lnTo>
                  <a:pt x="749" y="431"/>
                </a:lnTo>
                <a:lnTo>
                  <a:pt x="500" y="292"/>
                </a:lnTo>
                <a:lnTo>
                  <a:pt x="250" y="148"/>
                </a:lnTo>
                <a:lnTo>
                  <a:pt x="0" y="0"/>
                </a:lnTo>
                <a:lnTo>
                  <a:pt x="0" y="648"/>
                </a:lnTo>
                <a:lnTo>
                  <a:pt x="24" y="1134"/>
                </a:lnTo>
                <a:lnTo>
                  <a:pt x="57" y="162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21890" y="1655091"/>
            <a:ext cx="1724057" cy="3341958"/>
            <a:chOff x="1121890" y="1655091"/>
            <a:chExt cx="1724057" cy="3341958"/>
          </a:xfrm>
        </p:grpSpPr>
        <p:sp>
          <p:nvSpPr>
            <p:cNvPr id="17" name="Forma 16"/>
            <p:cNvSpPr/>
            <p:nvPr/>
          </p:nvSpPr>
          <p:spPr>
            <a:xfrm>
              <a:off x="1121890" y="1655091"/>
              <a:ext cx="1724057" cy="3341958"/>
            </a:xfrm>
            <a:custGeom>
              <a:avLst/>
              <a:gdLst/>
              <a:ahLst/>
              <a:cxnLst/>
              <a:rect l="0" t="0" r="r" b="b"/>
              <a:pathLst>
                <a:path w="4997" h="10000">
                  <a:moveTo>
                    <a:pt x="544" y="9983"/>
                  </a:moveTo>
                  <a:lnTo>
                    <a:pt x="622" y="9913"/>
                  </a:lnTo>
                  <a:lnTo>
                    <a:pt x="718" y="9806"/>
                  </a:lnTo>
                  <a:lnTo>
                    <a:pt x="832" y="9672"/>
                  </a:lnTo>
                  <a:lnTo>
                    <a:pt x="834" y="9670"/>
                  </a:lnTo>
                  <a:lnTo>
                    <a:pt x="962" y="9526"/>
                  </a:lnTo>
                  <a:lnTo>
                    <a:pt x="967" y="9520"/>
                  </a:lnTo>
                  <a:lnTo>
                    <a:pt x="1106" y="9379"/>
                  </a:lnTo>
                  <a:lnTo>
                    <a:pt x="1117" y="9368"/>
                  </a:lnTo>
                  <a:lnTo>
                    <a:pt x="1267" y="9242"/>
                  </a:lnTo>
                  <a:lnTo>
                    <a:pt x="1278" y="9234"/>
                  </a:lnTo>
                  <a:lnTo>
                    <a:pt x="1444" y="9116"/>
                  </a:lnTo>
                  <a:lnTo>
                    <a:pt x="1449" y="9112"/>
                  </a:lnTo>
                  <a:lnTo>
                    <a:pt x="1633" y="8992"/>
                  </a:lnTo>
                  <a:lnTo>
                    <a:pt x="1638" y="8988"/>
                  </a:lnTo>
                  <a:lnTo>
                    <a:pt x="1833" y="8870"/>
                  </a:lnTo>
                  <a:lnTo>
                    <a:pt x="1840" y="8866"/>
                  </a:lnTo>
                  <a:lnTo>
                    <a:pt x="2040" y="8758"/>
                  </a:lnTo>
                  <a:lnTo>
                    <a:pt x="2049" y="8753"/>
                  </a:lnTo>
                  <a:lnTo>
                    <a:pt x="2249" y="8659"/>
                  </a:lnTo>
                  <a:lnTo>
                    <a:pt x="2261" y="8653"/>
                  </a:lnTo>
                  <a:lnTo>
                    <a:pt x="2453" y="8579"/>
                  </a:lnTo>
                  <a:lnTo>
                    <a:pt x="2470" y="8574"/>
                  </a:lnTo>
                  <a:lnTo>
                    <a:pt x="2657" y="8520"/>
                  </a:lnTo>
                  <a:lnTo>
                    <a:pt x="2673" y="8517"/>
                  </a:lnTo>
                  <a:lnTo>
                    <a:pt x="2861" y="8479"/>
                  </a:lnTo>
                  <a:lnTo>
                    <a:pt x="2876" y="8477"/>
                  </a:lnTo>
                  <a:lnTo>
                    <a:pt x="3063" y="8454"/>
                  </a:lnTo>
                  <a:lnTo>
                    <a:pt x="3077" y="8453"/>
                  </a:lnTo>
                  <a:lnTo>
                    <a:pt x="3262" y="8443"/>
                  </a:lnTo>
                  <a:lnTo>
                    <a:pt x="3274" y="8443"/>
                  </a:lnTo>
                  <a:lnTo>
                    <a:pt x="3455" y="8445"/>
                  </a:lnTo>
                  <a:lnTo>
                    <a:pt x="3466" y="8445"/>
                  </a:lnTo>
                  <a:lnTo>
                    <a:pt x="3641" y="8457"/>
                  </a:lnTo>
                  <a:lnTo>
                    <a:pt x="3657" y="8458"/>
                  </a:lnTo>
                  <a:lnTo>
                    <a:pt x="3829" y="8484"/>
                  </a:lnTo>
                  <a:lnTo>
                    <a:pt x="3847" y="8488"/>
                  </a:lnTo>
                  <a:lnTo>
                    <a:pt x="4017" y="8530"/>
                  </a:lnTo>
                  <a:lnTo>
                    <a:pt x="4029" y="8534"/>
                  </a:lnTo>
                  <a:lnTo>
                    <a:pt x="4195" y="8588"/>
                  </a:lnTo>
                  <a:lnTo>
                    <a:pt x="4204" y="8591"/>
                  </a:lnTo>
                  <a:lnTo>
                    <a:pt x="4362" y="8651"/>
                  </a:lnTo>
                  <a:lnTo>
                    <a:pt x="4368" y="8654"/>
                  </a:lnTo>
                  <a:lnTo>
                    <a:pt x="4515" y="8716"/>
                  </a:lnTo>
                  <a:lnTo>
                    <a:pt x="4518" y="8717"/>
                  </a:lnTo>
                  <a:lnTo>
                    <a:pt x="4652" y="8775"/>
                  </a:lnTo>
                  <a:lnTo>
                    <a:pt x="4664" y="8781"/>
                  </a:lnTo>
                  <a:lnTo>
                    <a:pt x="4676" y="8788"/>
                  </a:lnTo>
                  <a:lnTo>
                    <a:pt x="4800" y="8866"/>
                  </a:lnTo>
                  <a:lnTo>
                    <a:pt x="4812" y="8875"/>
                  </a:lnTo>
                  <a:lnTo>
                    <a:pt x="4824" y="8885"/>
                  </a:lnTo>
                  <a:lnTo>
                    <a:pt x="4941" y="8992"/>
                  </a:lnTo>
                  <a:lnTo>
                    <a:pt x="4947" y="8998"/>
                  </a:lnTo>
                  <a:lnTo>
                    <a:pt x="4996" y="9048"/>
                  </a:lnTo>
                  <a:lnTo>
                    <a:pt x="4997" y="8898"/>
                  </a:lnTo>
                  <a:lnTo>
                    <a:pt x="4981" y="8624"/>
                  </a:lnTo>
                  <a:lnTo>
                    <a:pt x="4955" y="8320"/>
                  </a:lnTo>
                  <a:lnTo>
                    <a:pt x="4927" y="8016"/>
                  </a:lnTo>
                  <a:lnTo>
                    <a:pt x="4927" y="8014"/>
                  </a:lnTo>
                  <a:lnTo>
                    <a:pt x="4906" y="7737"/>
                  </a:lnTo>
                  <a:lnTo>
                    <a:pt x="4906" y="7736"/>
                  </a:lnTo>
                  <a:lnTo>
                    <a:pt x="4888" y="7482"/>
                  </a:lnTo>
                  <a:lnTo>
                    <a:pt x="4868" y="7231"/>
                  </a:lnTo>
                  <a:lnTo>
                    <a:pt x="4847" y="6979"/>
                  </a:lnTo>
                  <a:lnTo>
                    <a:pt x="4824" y="6728"/>
                  </a:lnTo>
                  <a:lnTo>
                    <a:pt x="4801" y="6476"/>
                  </a:lnTo>
                  <a:lnTo>
                    <a:pt x="4801" y="6476"/>
                  </a:lnTo>
                  <a:lnTo>
                    <a:pt x="4780" y="6224"/>
                  </a:lnTo>
                  <a:lnTo>
                    <a:pt x="4780" y="6223"/>
                  </a:lnTo>
                  <a:lnTo>
                    <a:pt x="4759" y="5970"/>
                  </a:lnTo>
                  <a:lnTo>
                    <a:pt x="4759" y="5970"/>
                  </a:lnTo>
                  <a:lnTo>
                    <a:pt x="4740" y="5718"/>
                  </a:lnTo>
                  <a:lnTo>
                    <a:pt x="4720" y="5465"/>
                  </a:lnTo>
                  <a:lnTo>
                    <a:pt x="4700" y="5214"/>
                  </a:lnTo>
                  <a:lnTo>
                    <a:pt x="4678" y="4962"/>
                  </a:lnTo>
                  <a:lnTo>
                    <a:pt x="4654" y="4711"/>
                  </a:lnTo>
                  <a:lnTo>
                    <a:pt x="4627" y="4459"/>
                  </a:lnTo>
                  <a:lnTo>
                    <a:pt x="4600" y="4207"/>
                  </a:lnTo>
                  <a:lnTo>
                    <a:pt x="4571" y="3955"/>
                  </a:lnTo>
                  <a:lnTo>
                    <a:pt x="4540" y="3704"/>
                  </a:lnTo>
                  <a:lnTo>
                    <a:pt x="4505" y="3454"/>
                  </a:lnTo>
                  <a:lnTo>
                    <a:pt x="4465" y="3205"/>
                  </a:lnTo>
                  <a:lnTo>
                    <a:pt x="4422" y="2953"/>
                  </a:lnTo>
                  <a:lnTo>
                    <a:pt x="4374" y="2697"/>
                  </a:lnTo>
                  <a:lnTo>
                    <a:pt x="4323" y="2442"/>
                  </a:lnTo>
                  <a:lnTo>
                    <a:pt x="4268" y="2192"/>
                  </a:lnTo>
                  <a:lnTo>
                    <a:pt x="4212" y="1954"/>
                  </a:lnTo>
                  <a:lnTo>
                    <a:pt x="4153" y="1733"/>
                  </a:lnTo>
                  <a:lnTo>
                    <a:pt x="4091" y="1525"/>
                  </a:lnTo>
                  <a:lnTo>
                    <a:pt x="4025" y="1326"/>
                  </a:lnTo>
                  <a:lnTo>
                    <a:pt x="3956" y="1137"/>
                  </a:lnTo>
                  <a:lnTo>
                    <a:pt x="3886" y="961"/>
                  </a:lnTo>
                  <a:lnTo>
                    <a:pt x="3817" y="798"/>
                  </a:lnTo>
                  <a:lnTo>
                    <a:pt x="3751" y="653"/>
                  </a:lnTo>
                  <a:lnTo>
                    <a:pt x="3689" y="525"/>
                  </a:lnTo>
                  <a:lnTo>
                    <a:pt x="3632" y="415"/>
                  </a:lnTo>
                  <a:lnTo>
                    <a:pt x="3577" y="322"/>
                  </a:lnTo>
                  <a:lnTo>
                    <a:pt x="3523" y="244"/>
                  </a:lnTo>
                  <a:lnTo>
                    <a:pt x="3469" y="180"/>
                  </a:lnTo>
                  <a:lnTo>
                    <a:pt x="3411" y="125"/>
                  </a:lnTo>
                  <a:lnTo>
                    <a:pt x="3351" y="78"/>
                  </a:lnTo>
                  <a:lnTo>
                    <a:pt x="3296" y="43"/>
                  </a:lnTo>
                  <a:lnTo>
                    <a:pt x="3246" y="20"/>
                  </a:lnTo>
                  <a:lnTo>
                    <a:pt x="3193" y="6"/>
                  </a:lnTo>
                  <a:lnTo>
                    <a:pt x="3130" y="0"/>
                  </a:lnTo>
                  <a:lnTo>
                    <a:pt x="3047" y="3"/>
                  </a:lnTo>
                  <a:lnTo>
                    <a:pt x="2940" y="19"/>
                  </a:lnTo>
                  <a:lnTo>
                    <a:pt x="2810" y="51"/>
                  </a:lnTo>
                  <a:lnTo>
                    <a:pt x="2667" y="95"/>
                  </a:lnTo>
                  <a:lnTo>
                    <a:pt x="2519" y="150"/>
                  </a:lnTo>
                  <a:lnTo>
                    <a:pt x="2374" y="213"/>
                  </a:lnTo>
                  <a:lnTo>
                    <a:pt x="2238" y="283"/>
                  </a:lnTo>
                  <a:lnTo>
                    <a:pt x="2109" y="360"/>
                  </a:lnTo>
                  <a:lnTo>
                    <a:pt x="1980" y="448"/>
                  </a:lnTo>
                  <a:lnTo>
                    <a:pt x="1852" y="545"/>
                  </a:lnTo>
                  <a:lnTo>
                    <a:pt x="1728" y="650"/>
                  </a:lnTo>
                  <a:lnTo>
                    <a:pt x="1607" y="763"/>
                  </a:lnTo>
                  <a:lnTo>
                    <a:pt x="1491" y="883"/>
                  </a:lnTo>
                  <a:lnTo>
                    <a:pt x="1380" y="1010"/>
                  </a:lnTo>
                  <a:lnTo>
                    <a:pt x="1273" y="1145"/>
                  </a:lnTo>
                  <a:lnTo>
                    <a:pt x="1170" y="1289"/>
                  </a:lnTo>
                  <a:lnTo>
                    <a:pt x="1070" y="1440"/>
                  </a:lnTo>
                  <a:lnTo>
                    <a:pt x="974" y="1597"/>
                  </a:lnTo>
                  <a:lnTo>
                    <a:pt x="882" y="1761"/>
                  </a:lnTo>
                  <a:lnTo>
                    <a:pt x="794" y="1932"/>
                  </a:lnTo>
                  <a:lnTo>
                    <a:pt x="710" y="2110"/>
                  </a:lnTo>
                  <a:lnTo>
                    <a:pt x="630" y="2295"/>
                  </a:lnTo>
                  <a:lnTo>
                    <a:pt x="555" y="2485"/>
                  </a:lnTo>
                  <a:lnTo>
                    <a:pt x="484" y="2680"/>
                  </a:lnTo>
                  <a:lnTo>
                    <a:pt x="419" y="2879"/>
                  </a:lnTo>
                  <a:lnTo>
                    <a:pt x="361" y="3082"/>
                  </a:lnTo>
                  <a:lnTo>
                    <a:pt x="307" y="3292"/>
                  </a:lnTo>
                  <a:lnTo>
                    <a:pt x="259" y="3506"/>
                  </a:lnTo>
                  <a:lnTo>
                    <a:pt x="215" y="3725"/>
                  </a:lnTo>
                  <a:lnTo>
                    <a:pt x="176" y="3946"/>
                  </a:lnTo>
                  <a:lnTo>
                    <a:pt x="140" y="4167"/>
                  </a:lnTo>
                  <a:lnTo>
                    <a:pt x="109" y="4390"/>
                  </a:lnTo>
                  <a:lnTo>
                    <a:pt x="82" y="4615"/>
                  </a:lnTo>
                  <a:lnTo>
                    <a:pt x="60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5" y="7340"/>
                  </a:lnTo>
                  <a:lnTo>
                    <a:pt x="66" y="7561"/>
                  </a:lnTo>
                  <a:lnTo>
                    <a:pt x="89" y="7779"/>
                  </a:lnTo>
                  <a:lnTo>
                    <a:pt x="114" y="7989"/>
                  </a:lnTo>
                  <a:lnTo>
                    <a:pt x="140" y="8191"/>
                  </a:lnTo>
                  <a:lnTo>
                    <a:pt x="168" y="8382"/>
                  </a:lnTo>
                  <a:lnTo>
                    <a:pt x="197" y="8567"/>
                  </a:lnTo>
                  <a:lnTo>
                    <a:pt x="228" y="8745"/>
                  </a:lnTo>
                  <a:lnTo>
                    <a:pt x="261" y="8916"/>
                  </a:lnTo>
                  <a:lnTo>
                    <a:pt x="294" y="9081"/>
                  </a:lnTo>
                  <a:lnTo>
                    <a:pt x="328" y="9241"/>
                  </a:lnTo>
                  <a:lnTo>
                    <a:pt x="362" y="9402"/>
                  </a:lnTo>
                  <a:lnTo>
                    <a:pt x="397" y="9563"/>
                  </a:lnTo>
                  <a:lnTo>
                    <a:pt x="431" y="9716"/>
                  </a:lnTo>
                  <a:lnTo>
                    <a:pt x="467" y="9851"/>
                  </a:lnTo>
                  <a:lnTo>
                    <a:pt x="502" y="9958"/>
                  </a:lnTo>
                  <a:lnTo>
                    <a:pt x="521" y="10000"/>
                  </a:lnTo>
                  <a:lnTo>
                    <a:pt x="54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36463" y="1983062"/>
              <a:ext cx="1349460" cy="2392419"/>
            </a:xfrm>
            <a:custGeom>
              <a:avLst/>
              <a:gdLst/>
              <a:ahLst/>
              <a:cxnLst/>
              <a:rect l="0" t="0" r="r" b="b"/>
              <a:pathLst>
                <a:path w="2305" h="4219" fill="none">
                  <a:moveTo>
                    <a:pt x="2305" y="1988"/>
                  </a:moveTo>
                  <a:lnTo>
                    <a:pt x="1701" y="1704"/>
                  </a:lnTo>
                  <a:lnTo>
                    <a:pt x="957" y="1217"/>
                  </a:lnTo>
                  <a:lnTo>
                    <a:pt x="538" y="730"/>
                  </a:lnTo>
                </a:path>
                <a:path w="2305" h="4219" fill="none">
                  <a:moveTo>
                    <a:pt x="1701" y="1704"/>
                  </a:moveTo>
                  <a:lnTo>
                    <a:pt x="1422" y="973"/>
                  </a:lnTo>
                  <a:lnTo>
                    <a:pt x="1282" y="162"/>
                  </a:lnTo>
                </a:path>
                <a:path w="2305" h="4219" fill="none">
                  <a:moveTo>
                    <a:pt x="2305" y="1988"/>
                  </a:moveTo>
                  <a:lnTo>
                    <a:pt x="1422" y="2109"/>
                  </a:lnTo>
                  <a:lnTo>
                    <a:pt x="492" y="2109"/>
                  </a:lnTo>
                  <a:lnTo>
                    <a:pt x="27" y="2191"/>
                  </a:lnTo>
                </a:path>
                <a:path w="2305" h="4219" fill="none">
                  <a:moveTo>
                    <a:pt x="1422" y="2109"/>
                  </a:moveTo>
                  <a:lnTo>
                    <a:pt x="771" y="2678"/>
                  </a:lnTo>
                  <a:lnTo>
                    <a:pt x="259" y="3164"/>
                  </a:lnTo>
                </a:path>
                <a:path w="2305" h="4219" fill="none">
                  <a:moveTo>
                    <a:pt x="2305" y="1988"/>
                  </a:moveTo>
                  <a:lnTo>
                    <a:pt x="1701" y="2678"/>
                  </a:lnTo>
                  <a:lnTo>
                    <a:pt x="1143" y="3489"/>
                  </a:lnTo>
                  <a:lnTo>
                    <a:pt x="631" y="4138"/>
                  </a:lnTo>
                </a:path>
                <a:path w="2305" h="4219" fill="none">
                  <a:moveTo>
                    <a:pt x="1701" y="2678"/>
                  </a:moveTo>
                  <a:lnTo>
                    <a:pt x="1980" y="3489"/>
                  </a:lnTo>
                  <a:lnTo>
                    <a:pt x="1701" y="4219"/>
                  </a:lnTo>
                </a:path>
                <a:path w="2305" h="4219" fill="none">
                  <a:moveTo>
                    <a:pt x="1143" y="3489"/>
                  </a:moveTo>
                  <a:lnTo>
                    <a:pt x="399" y="3895"/>
                  </a:lnTo>
                  <a:lnTo>
                    <a:pt x="27" y="4138"/>
                  </a:lnTo>
                </a:path>
                <a:path w="2305" h="4219" fill="none">
                  <a:moveTo>
                    <a:pt x="957" y="1217"/>
                  </a:moveTo>
                  <a:lnTo>
                    <a:pt x="306" y="1379"/>
                  </a:lnTo>
                  <a:lnTo>
                    <a:pt x="0" y="1580"/>
                  </a:lnTo>
                </a:path>
                <a:path w="2305" h="4219" fill="none">
                  <a:moveTo>
                    <a:pt x="1422" y="973"/>
                  </a:moveTo>
                  <a:lnTo>
                    <a:pt x="864" y="486"/>
                  </a:lnTo>
                </a:path>
                <a:path w="2305" h="4219" fill="none">
                  <a:moveTo>
                    <a:pt x="771" y="2678"/>
                  </a:moveTo>
                  <a:lnTo>
                    <a:pt x="864" y="3246"/>
                  </a:lnTo>
                  <a:lnTo>
                    <a:pt x="585" y="3814"/>
                  </a:lnTo>
                </a:path>
                <a:path w="2305" h="4219" fill="none">
                  <a:moveTo>
                    <a:pt x="2305" y="1988"/>
                  </a:moveTo>
                  <a:lnTo>
                    <a:pt x="2166" y="1379"/>
                  </a:lnTo>
                  <a:lnTo>
                    <a:pt x="1887" y="730"/>
                  </a:lnTo>
                  <a:lnTo>
                    <a:pt x="1701" y="0"/>
                  </a:lnTo>
                </a:path>
                <a:path w="2305" h="4219" fill="none">
                  <a:moveTo>
                    <a:pt x="492" y="2109"/>
                  </a:moveTo>
                  <a:lnTo>
                    <a:pt x="213" y="25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63633" y="3110259"/>
              <a:ext cx="1449503" cy="1400614"/>
            </a:xfrm>
            <a:custGeom>
              <a:avLst/>
              <a:gdLst/>
              <a:ahLst/>
              <a:cxnLst/>
              <a:rect l="0" t="0" r="r" b="b"/>
              <a:pathLst>
                <a:path w="2476" h="2470" fill="none">
                  <a:moveTo>
                    <a:pt x="0" y="133"/>
                  </a:moveTo>
                  <a:lnTo>
                    <a:pt x="175" y="149"/>
                  </a:lnTo>
                  <a:lnTo>
                    <a:pt x="392" y="166"/>
                  </a:lnTo>
                  <a:lnTo>
                    <a:pt x="611" y="180"/>
                  </a:lnTo>
                  <a:lnTo>
                    <a:pt x="802" y="186"/>
                  </a:lnTo>
                  <a:lnTo>
                    <a:pt x="961" y="182"/>
                  </a:lnTo>
                  <a:lnTo>
                    <a:pt x="1106" y="172"/>
                  </a:lnTo>
                  <a:lnTo>
                    <a:pt x="1245" y="158"/>
                  </a:lnTo>
                  <a:lnTo>
                    <a:pt x="1389" y="140"/>
                  </a:lnTo>
                  <a:lnTo>
                    <a:pt x="1546" y="121"/>
                  </a:lnTo>
                  <a:lnTo>
                    <a:pt x="1735" y="99"/>
                  </a:lnTo>
                  <a:lnTo>
                    <a:pt x="1950" y="71"/>
                  </a:lnTo>
                  <a:lnTo>
                    <a:pt x="2162" y="42"/>
                  </a:lnTo>
                  <a:lnTo>
                    <a:pt x="2347" y="17"/>
                  </a:lnTo>
                  <a:lnTo>
                    <a:pt x="2476" y="0"/>
                  </a:lnTo>
                </a:path>
                <a:path w="2476" h="2470" fill="none">
                  <a:moveTo>
                    <a:pt x="63" y="2470"/>
                  </a:moveTo>
                  <a:lnTo>
                    <a:pt x="172" y="2353"/>
                  </a:lnTo>
                  <a:lnTo>
                    <a:pt x="333" y="2182"/>
                  </a:lnTo>
                  <a:lnTo>
                    <a:pt x="520" y="1982"/>
                  </a:lnTo>
                  <a:lnTo>
                    <a:pt x="715" y="1775"/>
                  </a:lnTo>
                  <a:lnTo>
                    <a:pt x="895" y="1582"/>
                  </a:lnTo>
                  <a:lnTo>
                    <a:pt x="1064" y="1398"/>
                  </a:lnTo>
                  <a:lnTo>
                    <a:pt x="1235" y="1209"/>
                  </a:lnTo>
                  <a:lnTo>
                    <a:pt x="1404" y="1023"/>
                  </a:lnTo>
                  <a:lnTo>
                    <a:pt x="1571" y="847"/>
                  </a:lnTo>
                  <a:lnTo>
                    <a:pt x="1732" y="689"/>
                  </a:lnTo>
                  <a:lnTo>
                    <a:pt x="1899" y="546"/>
                  </a:lnTo>
                  <a:lnTo>
                    <a:pt x="2072" y="411"/>
                  </a:lnTo>
                  <a:lnTo>
                    <a:pt x="2237" y="292"/>
                  </a:lnTo>
                  <a:lnTo>
                    <a:pt x="2377" y="193"/>
                  </a:lnTo>
                  <a:lnTo>
                    <a:pt x="2476" y="12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21890" y="1655091"/>
            <a:ext cx="1724057" cy="3341958"/>
          </a:xfrm>
          <a:custGeom>
            <a:avLst/>
            <a:gdLst/>
            <a:ahLst/>
            <a:cxnLst/>
            <a:rect l="0" t="0" r="r" b="b"/>
            <a:pathLst>
              <a:path w="2946" h="5894" fill="none">
                <a:moveTo>
                  <a:pt x="321" y="5885"/>
                </a:moveTo>
                <a:lnTo>
                  <a:pt x="366" y="5843"/>
                </a:lnTo>
                <a:lnTo>
                  <a:pt x="423" y="5780"/>
                </a:lnTo>
                <a:lnTo>
                  <a:pt x="491" y="5701"/>
                </a:lnTo>
                <a:lnTo>
                  <a:pt x="492" y="5700"/>
                </a:lnTo>
                <a:lnTo>
                  <a:pt x="567" y="5615"/>
                </a:lnTo>
                <a:lnTo>
                  <a:pt x="570" y="5611"/>
                </a:lnTo>
                <a:lnTo>
                  <a:pt x="652" y="5528"/>
                </a:lnTo>
                <a:lnTo>
                  <a:pt x="659" y="5522"/>
                </a:lnTo>
                <a:lnTo>
                  <a:pt x="747" y="5448"/>
                </a:lnTo>
                <a:lnTo>
                  <a:pt x="753" y="5443"/>
                </a:lnTo>
                <a:lnTo>
                  <a:pt x="851" y="5373"/>
                </a:lnTo>
                <a:lnTo>
                  <a:pt x="854" y="5371"/>
                </a:lnTo>
                <a:lnTo>
                  <a:pt x="962" y="5300"/>
                </a:lnTo>
                <a:lnTo>
                  <a:pt x="966" y="5298"/>
                </a:lnTo>
                <a:lnTo>
                  <a:pt x="1081" y="5229"/>
                </a:lnTo>
                <a:lnTo>
                  <a:pt x="1085" y="5226"/>
                </a:lnTo>
                <a:lnTo>
                  <a:pt x="1203" y="5162"/>
                </a:lnTo>
                <a:lnTo>
                  <a:pt x="1208" y="5160"/>
                </a:lnTo>
                <a:lnTo>
                  <a:pt x="1325" y="5104"/>
                </a:lnTo>
                <a:lnTo>
                  <a:pt x="1333" y="5101"/>
                </a:lnTo>
                <a:lnTo>
                  <a:pt x="1446" y="5057"/>
                </a:lnTo>
                <a:lnTo>
                  <a:pt x="1456" y="5054"/>
                </a:lnTo>
                <a:lnTo>
                  <a:pt x="1566" y="5022"/>
                </a:lnTo>
                <a:lnTo>
                  <a:pt x="1576" y="5020"/>
                </a:lnTo>
                <a:lnTo>
                  <a:pt x="1687" y="4998"/>
                </a:lnTo>
                <a:lnTo>
                  <a:pt x="1695" y="4997"/>
                </a:lnTo>
                <a:lnTo>
                  <a:pt x="1806" y="4983"/>
                </a:lnTo>
                <a:lnTo>
                  <a:pt x="1814" y="4983"/>
                </a:lnTo>
                <a:lnTo>
                  <a:pt x="1923" y="4977"/>
                </a:lnTo>
                <a:lnTo>
                  <a:pt x="1930" y="4977"/>
                </a:lnTo>
                <a:lnTo>
                  <a:pt x="2037" y="4978"/>
                </a:lnTo>
                <a:lnTo>
                  <a:pt x="2043" y="4978"/>
                </a:lnTo>
                <a:lnTo>
                  <a:pt x="2146" y="4985"/>
                </a:lnTo>
                <a:lnTo>
                  <a:pt x="2156" y="4986"/>
                </a:lnTo>
                <a:lnTo>
                  <a:pt x="2257" y="5001"/>
                </a:lnTo>
                <a:lnTo>
                  <a:pt x="2268" y="5003"/>
                </a:lnTo>
                <a:lnTo>
                  <a:pt x="2368" y="5028"/>
                </a:lnTo>
                <a:lnTo>
                  <a:pt x="2375" y="5031"/>
                </a:lnTo>
                <a:lnTo>
                  <a:pt x="2473" y="5062"/>
                </a:lnTo>
                <a:lnTo>
                  <a:pt x="2478" y="5064"/>
                </a:lnTo>
                <a:lnTo>
                  <a:pt x="2571" y="5100"/>
                </a:lnTo>
                <a:lnTo>
                  <a:pt x="2575" y="5101"/>
                </a:lnTo>
                <a:lnTo>
                  <a:pt x="2662" y="5138"/>
                </a:lnTo>
                <a:lnTo>
                  <a:pt x="2663" y="5138"/>
                </a:lnTo>
                <a:lnTo>
                  <a:pt x="2742" y="5173"/>
                </a:lnTo>
                <a:lnTo>
                  <a:pt x="2750" y="5176"/>
                </a:lnTo>
                <a:lnTo>
                  <a:pt x="2757" y="5180"/>
                </a:lnTo>
                <a:lnTo>
                  <a:pt x="2830" y="5226"/>
                </a:lnTo>
                <a:lnTo>
                  <a:pt x="2837" y="5232"/>
                </a:lnTo>
                <a:lnTo>
                  <a:pt x="2844" y="5237"/>
                </a:lnTo>
                <a:lnTo>
                  <a:pt x="2913" y="5300"/>
                </a:lnTo>
                <a:lnTo>
                  <a:pt x="2916" y="5304"/>
                </a:lnTo>
                <a:lnTo>
                  <a:pt x="2945" y="5333"/>
                </a:lnTo>
                <a:lnTo>
                  <a:pt x="2946" y="5245"/>
                </a:lnTo>
                <a:lnTo>
                  <a:pt x="2936" y="5083"/>
                </a:lnTo>
                <a:lnTo>
                  <a:pt x="2921" y="4905"/>
                </a:lnTo>
                <a:lnTo>
                  <a:pt x="2905" y="4725"/>
                </a:lnTo>
                <a:lnTo>
                  <a:pt x="2905" y="4724"/>
                </a:lnTo>
                <a:lnTo>
                  <a:pt x="2892" y="4561"/>
                </a:lnTo>
                <a:lnTo>
                  <a:pt x="2892" y="4560"/>
                </a:lnTo>
                <a:lnTo>
                  <a:pt x="2882" y="4411"/>
                </a:lnTo>
                <a:lnTo>
                  <a:pt x="2870" y="4262"/>
                </a:lnTo>
                <a:lnTo>
                  <a:pt x="2857" y="4114"/>
                </a:lnTo>
                <a:lnTo>
                  <a:pt x="2844" y="3966"/>
                </a:lnTo>
                <a:lnTo>
                  <a:pt x="2831" y="3817"/>
                </a:lnTo>
                <a:lnTo>
                  <a:pt x="2831" y="3817"/>
                </a:lnTo>
                <a:lnTo>
                  <a:pt x="2818" y="3669"/>
                </a:lnTo>
                <a:lnTo>
                  <a:pt x="2818" y="3668"/>
                </a:lnTo>
                <a:lnTo>
                  <a:pt x="2806" y="3519"/>
                </a:lnTo>
                <a:lnTo>
                  <a:pt x="2806" y="3519"/>
                </a:lnTo>
                <a:lnTo>
                  <a:pt x="2794" y="3370"/>
                </a:lnTo>
                <a:lnTo>
                  <a:pt x="2783" y="3222"/>
                </a:lnTo>
                <a:lnTo>
                  <a:pt x="2771" y="3073"/>
                </a:lnTo>
                <a:lnTo>
                  <a:pt x="2758" y="2925"/>
                </a:lnTo>
                <a:lnTo>
                  <a:pt x="2743" y="2777"/>
                </a:lnTo>
                <a:lnTo>
                  <a:pt x="2728" y="2628"/>
                </a:lnTo>
                <a:lnTo>
                  <a:pt x="2712" y="2480"/>
                </a:lnTo>
                <a:lnTo>
                  <a:pt x="2695" y="2331"/>
                </a:lnTo>
                <a:lnTo>
                  <a:pt x="2676" y="2183"/>
                </a:lnTo>
                <a:lnTo>
                  <a:pt x="2656" y="2036"/>
                </a:lnTo>
                <a:lnTo>
                  <a:pt x="2632" y="1889"/>
                </a:lnTo>
                <a:lnTo>
                  <a:pt x="2607" y="1741"/>
                </a:lnTo>
                <a:lnTo>
                  <a:pt x="2578" y="1590"/>
                </a:lnTo>
                <a:lnTo>
                  <a:pt x="2548" y="1439"/>
                </a:lnTo>
                <a:lnTo>
                  <a:pt x="2516" y="1292"/>
                </a:lnTo>
                <a:lnTo>
                  <a:pt x="2483" y="1152"/>
                </a:lnTo>
                <a:lnTo>
                  <a:pt x="2448" y="1021"/>
                </a:lnTo>
                <a:lnTo>
                  <a:pt x="2412" y="899"/>
                </a:lnTo>
                <a:lnTo>
                  <a:pt x="2373" y="781"/>
                </a:lnTo>
                <a:lnTo>
                  <a:pt x="2332" y="670"/>
                </a:lnTo>
                <a:lnTo>
                  <a:pt x="2291" y="566"/>
                </a:lnTo>
                <a:lnTo>
                  <a:pt x="2250" y="470"/>
                </a:lnTo>
                <a:lnTo>
                  <a:pt x="2211" y="385"/>
                </a:lnTo>
                <a:lnTo>
                  <a:pt x="2175" y="309"/>
                </a:lnTo>
                <a:lnTo>
                  <a:pt x="2141" y="244"/>
                </a:lnTo>
                <a:lnTo>
                  <a:pt x="2108" y="189"/>
                </a:lnTo>
                <a:lnTo>
                  <a:pt x="2077" y="144"/>
                </a:lnTo>
                <a:lnTo>
                  <a:pt x="2045" y="106"/>
                </a:lnTo>
                <a:lnTo>
                  <a:pt x="2011" y="73"/>
                </a:lnTo>
                <a:lnTo>
                  <a:pt x="1975" y="46"/>
                </a:lnTo>
                <a:lnTo>
                  <a:pt x="1943" y="25"/>
                </a:lnTo>
                <a:lnTo>
                  <a:pt x="1913" y="12"/>
                </a:lnTo>
                <a:lnTo>
                  <a:pt x="1882" y="3"/>
                </a:lnTo>
                <a:lnTo>
                  <a:pt x="1845" y="0"/>
                </a:lnTo>
                <a:lnTo>
                  <a:pt x="1796" y="1"/>
                </a:lnTo>
                <a:lnTo>
                  <a:pt x="1733" y="11"/>
                </a:lnTo>
                <a:lnTo>
                  <a:pt x="1657" y="30"/>
                </a:lnTo>
                <a:lnTo>
                  <a:pt x="1572" y="56"/>
                </a:lnTo>
                <a:lnTo>
                  <a:pt x="1485" y="88"/>
                </a:lnTo>
                <a:lnTo>
                  <a:pt x="1399" y="125"/>
                </a:lnTo>
                <a:lnTo>
                  <a:pt x="1319" y="166"/>
                </a:lnTo>
                <a:lnTo>
                  <a:pt x="1243" y="212"/>
                </a:lnTo>
                <a:lnTo>
                  <a:pt x="1167" y="264"/>
                </a:lnTo>
                <a:lnTo>
                  <a:pt x="1092" y="321"/>
                </a:lnTo>
                <a:lnTo>
                  <a:pt x="1018" y="383"/>
                </a:lnTo>
                <a:lnTo>
                  <a:pt x="947" y="450"/>
                </a:lnTo>
                <a:lnTo>
                  <a:pt x="879" y="520"/>
                </a:lnTo>
                <a:lnTo>
                  <a:pt x="814" y="595"/>
                </a:lnTo>
                <a:lnTo>
                  <a:pt x="750" y="675"/>
                </a:lnTo>
                <a:lnTo>
                  <a:pt x="689" y="760"/>
                </a:lnTo>
                <a:lnTo>
                  <a:pt x="630" y="848"/>
                </a:lnTo>
                <a:lnTo>
                  <a:pt x="574" y="941"/>
                </a:lnTo>
                <a:lnTo>
                  <a:pt x="520" y="1038"/>
                </a:lnTo>
                <a:lnTo>
                  <a:pt x="468" y="1138"/>
                </a:lnTo>
                <a:lnTo>
                  <a:pt x="418" y="1244"/>
                </a:lnTo>
                <a:lnTo>
                  <a:pt x="371" y="1352"/>
                </a:lnTo>
                <a:lnTo>
                  <a:pt x="327" y="1465"/>
                </a:lnTo>
                <a:lnTo>
                  <a:pt x="285" y="1580"/>
                </a:lnTo>
                <a:lnTo>
                  <a:pt x="247" y="1697"/>
                </a:lnTo>
                <a:lnTo>
                  <a:pt x="212" y="1817"/>
                </a:lnTo>
                <a:lnTo>
                  <a:pt x="181" y="1940"/>
                </a:lnTo>
                <a:lnTo>
                  <a:pt x="152" y="2067"/>
                </a:lnTo>
                <a:lnTo>
                  <a:pt x="127" y="2196"/>
                </a:lnTo>
                <a:lnTo>
                  <a:pt x="103" y="2326"/>
                </a:lnTo>
                <a:lnTo>
                  <a:pt x="82" y="2456"/>
                </a:lnTo>
                <a:lnTo>
                  <a:pt x="64" y="2587"/>
                </a:lnTo>
                <a:lnTo>
                  <a:pt x="48" y="2720"/>
                </a:lnTo>
                <a:lnTo>
                  <a:pt x="35" y="2855"/>
                </a:lnTo>
                <a:lnTo>
                  <a:pt x="24" y="2990"/>
                </a:lnTo>
                <a:lnTo>
                  <a:pt x="16" y="3125"/>
                </a:lnTo>
                <a:lnTo>
                  <a:pt x="9" y="3260"/>
                </a:lnTo>
                <a:lnTo>
                  <a:pt x="4" y="3394"/>
                </a:lnTo>
                <a:lnTo>
                  <a:pt x="1" y="3529"/>
                </a:lnTo>
                <a:lnTo>
                  <a:pt x="0" y="3664"/>
                </a:lnTo>
                <a:lnTo>
                  <a:pt x="1" y="3799"/>
                </a:lnTo>
                <a:lnTo>
                  <a:pt x="4" y="3932"/>
                </a:lnTo>
                <a:lnTo>
                  <a:pt x="9" y="4064"/>
                </a:lnTo>
                <a:lnTo>
                  <a:pt x="16" y="4195"/>
                </a:lnTo>
                <a:lnTo>
                  <a:pt x="26" y="4326"/>
                </a:lnTo>
                <a:lnTo>
                  <a:pt x="39" y="4457"/>
                </a:lnTo>
                <a:lnTo>
                  <a:pt x="52" y="4585"/>
                </a:lnTo>
                <a:lnTo>
                  <a:pt x="67" y="4709"/>
                </a:lnTo>
                <a:lnTo>
                  <a:pt x="82" y="4828"/>
                </a:lnTo>
                <a:lnTo>
                  <a:pt x="99" y="4941"/>
                </a:lnTo>
                <a:lnTo>
                  <a:pt x="116" y="5050"/>
                </a:lnTo>
                <a:lnTo>
                  <a:pt x="134" y="5155"/>
                </a:lnTo>
                <a:lnTo>
                  <a:pt x="153" y="5256"/>
                </a:lnTo>
                <a:lnTo>
                  <a:pt x="173" y="5353"/>
                </a:lnTo>
                <a:lnTo>
                  <a:pt x="193" y="5447"/>
                </a:lnTo>
                <a:lnTo>
                  <a:pt x="213" y="5542"/>
                </a:lnTo>
                <a:lnTo>
                  <a:pt x="234" y="5637"/>
                </a:lnTo>
                <a:lnTo>
                  <a:pt x="254" y="5727"/>
                </a:lnTo>
                <a:lnTo>
                  <a:pt x="275" y="5807"/>
                </a:lnTo>
                <a:lnTo>
                  <a:pt x="295" y="5870"/>
                </a:lnTo>
                <a:lnTo>
                  <a:pt x="307" y="5894"/>
                </a:lnTo>
                <a:lnTo>
                  <a:pt x="321" y="588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62376" y="1655091"/>
            <a:ext cx="1726731" cy="4254317"/>
            <a:chOff x="3662376" y="1655091"/>
            <a:chExt cx="1726731" cy="4254317"/>
          </a:xfrm>
        </p:grpSpPr>
        <p:sp>
          <p:nvSpPr>
            <p:cNvPr id="22" name="Forma 21"/>
            <p:cNvSpPr/>
            <p:nvPr/>
          </p:nvSpPr>
          <p:spPr>
            <a:xfrm>
              <a:off x="3662376" y="1655091"/>
              <a:ext cx="1726731" cy="425431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14877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32433" y="3533242"/>
              <a:ext cx="1480565" cy="160853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62376" y="1655091"/>
            <a:ext cx="1726731" cy="4254317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55146" y="2085492"/>
            <a:ext cx="257402" cy="196159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07840" y="5231507"/>
            <a:ext cx="257418" cy="91284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84817" y="3857454"/>
            <a:ext cx="1556241" cy="1604918"/>
            <a:chOff x="2884817" y="3857454"/>
            <a:chExt cx="1556241" cy="1604918"/>
          </a:xfrm>
        </p:grpSpPr>
        <p:sp>
          <p:nvSpPr>
            <p:cNvPr id="31" name="Forma 30"/>
            <p:cNvSpPr/>
            <p:nvPr/>
          </p:nvSpPr>
          <p:spPr>
            <a:xfrm>
              <a:off x="2884817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97834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64372" y="5189084"/>
            <a:ext cx="4272057" cy="94572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44752" y="1322222"/>
            <a:ext cx="3511296" cy="226771"/>
            <a:chOff x="1444752" y="1322222"/>
            <a:chExt cx="3511296" cy="226771"/>
          </a:xfrm>
        </p:grpSpPr>
        <p:sp>
          <p:nvSpPr>
            <p:cNvPr id="35" name="Forma 34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Recuadro Mecánica"/>
          <p:cNvGrpSpPr/>
          <p:nvPr/>
        </p:nvGrpSpPr>
        <p:grpSpPr>
          <a:xfrm>
            <a:off x="6400800" y="914400"/>
            <a:ext cx="5486400" cy="1109472"/>
            <a:chOff x="6400800" y="914400"/>
            <a:chExt cx="5486400" cy="1109472"/>
          </a:xfrm>
        </p:grpSpPr>
        <p:sp>
          <p:nvSpPr>
            <p:cNvPr id="39" name="Forma 38"/>
            <p:cNvSpPr/>
            <p:nvPr/>
          </p:nvSpPr>
          <p:spPr>
            <a:xfrm>
              <a:off x="6400800" y="1280160"/>
              <a:ext cx="5486400" cy="74371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Menos volumen pulmonar disponible → menor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400800" y="914400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1" name="Recuadro Ventilación"/>
          <p:cNvGrpSpPr/>
          <p:nvPr/>
        </p:nvGrpSpPr>
        <p:grpSpPr>
          <a:xfrm>
            <a:off x="6400800" y="2188464"/>
            <a:ext cx="5486400" cy="1109472"/>
            <a:chOff x="6400800" y="2188464"/>
            <a:chExt cx="5486400" cy="1109472"/>
          </a:xfrm>
        </p:grpSpPr>
        <p:sp>
          <p:nvSpPr>
            <p:cNvPr id="42" name="Forma 41"/>
            <p:cNvSpPr/>
            <p:nvPr/>
          </p:nvSpPr>
          <p:spPr>
            <a:xfrm>
              <a:off x="6400800" y="2554224"/>
              <a:ext cx="5486400" cy="74371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Compromiso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ventilatorio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proporcional al volumen y a la reserva del paciente.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400800" y="2188464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Clínica"/>
          <p:cNvGrpSpPr/>
          <p:nvPr/>
        </p:nvGrpSpPr>
        <p:grpSpPr>
          <a:xfrm>
            <a:off x="6400800" y="3462528"/>
            <a:ext cx="5486400" cy="1109472"/>
            <a:chOff x="6400800" y="3462528"/>
            <a:chExt cx="5486400" cy="1109472"/>
          </a:xfrm>
        </p:grpSpPr>
        <p:sp>
          <p:nvSpPr>
            <p:cNvPr id="45" name="Forma 44"/>
            <p:cNvSpPr/>
            <p:nvPr/>
          </p:nvSpPr>
          <p:spPr>
            <a:xfrm>
              <a:off x="6400800" y="3828288"/>
              <a:ext cx="5486400" cy="74371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 incidental en la radiografía.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400800" y="3462528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7" name="!!Leyenda"/>
          <p:cNvSpPr/>
          <p:nvPr/>
        </p:nvSpPr>
        <p:spPr>
          <a:xfrm>
            <a:off x="6400800" y="4754880"/>
            <a:ext cx="5486400" cy="777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Puede ser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asintomático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pulmón apenas se comprime.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26432" y="91440"/>
            <a:ext cx="900067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DEL DERRAME: DERRAME PEQUEÑO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1/3</a:t>
            </a:r>
            <a:endParaRPr lang="es-AR" sz="13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011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0553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25450" y="1548994"/>
            <a:ext cx="5149901" cy="4671487"/>
            <a:chOff x="625450" y="1548994"/>
            <a:chExt cx="5149901" cy="4671487"/>
          </a:xfrm>
        </p:grpSpPr>
        <p:sp>
          <p:nvSpPr>
            <p:cNvPr id="7" name="Forma 6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10743" y="2274019"/>
            <a:ext cx="770079" cy="3634642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04020" y="1095451"/>
            <a:ext cx="1392760" cy="2432095"/>
            <a:chOff x="2504020" y="1095451"/>
            <a:chExt cx="1392760" cy="2432095"/>
          </a:xfrm>
        </p:grpSpPr>
        <p:sp>
          <p:nvSpPr>
            <p:cNvPr id="13" name="Forma 12"/>
            <p:cNvSpPr/>
            <p:nvPr/>
          </p:nvSpPr>
          <p:spPr>
            <a:xfrm>
              <a:off x="2504020" y="1095451"/>
              <a:ext cx="1392760" cy="243209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95061" y="1265530"/>
              <a:ext cx="210678" cy="124015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53171" y="3161193"/>
            <a:ext cx="1966326" cy="2691493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87184" y="1655091"/>
            <a:ext cx="1499022" cy="2178622"/>
            <a:chOff x="1287184" y="1655091"/>
            <a:chExt cx="1499022" cy="2178622"/>
          </a:xfrm>
        </p:grpSpPr>
        <p:sp>
          <p:nvSpPr>
            <p:cNvPr id="17" name="Forma 16"/>
            <p:cNvSpPr/>
            <p:nvPr/>
          </p:nvSpPr>
          <p:spPr>
            <a:xfrm>
              <a:off x="1287184" y="1655091"/>
              <a:ext cx="1499022" cy="2178622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94146" y="1868895"/>
              <a:ext cx="1191778" cy="1559618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25598" y="2603715"/>
              <a:ext cx="1284465" cy="912111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87184" y="1655091"/>
            <a:ext cx="1499022" cy="2178622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62376" y="1655091"/>
            <a:ext cx="1726731" cy="4254317"/>
            <a:chOff x="3662376" y="1655091"/>
            <a:chExt cx="1726731" cy="4254317"/>
          </a:xfrm>
        </p:grpSpPr>
        <p:sp>
          <p:nvSpPr>
            <p:cNvPr id="22" name="Forma 21"/>
            <p:cNvSpPr/>
            <p:nvPr/>
          </p:nvSpPr>
          <p:spPr>
            <a:xfrm>
              <a:off x="3662376" y="1655091"/>
              <a:ext cx="1726731" cy="425431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14877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32433" y="3533242"/>
              <a:ext cx="1480565" cy="160853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62376" y="1655091"/>
            <a:ext cx="1726731" cy="4254317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55146" y="2085492"/>
            <a:ext cx="257402" cy="196159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07840" y="5231507"/>
            <a:ext cx="257418" cy="91284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84817" y="3857454"/>
            <a:ext cx="1556241" cy="1604918"/>
            <a:chOff x="2884817" y="3857454"/>
            <a:chExt cx="1556241" cy="1604918"/>
          </a:xfrm>
        </p:grpSpPr>
        <p:sp>
          <p:nvSpPr>
            <p:cNvPr id="31" name="Forma 30"/>
            <p:cNvSpPr/>
            <p:nvPr/>
          </p:nvSpPr>
          <p:spPr>
            <a:xfrm>
              <a:off x="2884817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97834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64372" y="5189084"/>
            <a:ext cx="4272057" cy="94572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44752" y="1322222"/>
            <a:ext cx="3511296" cy="226771"/>
            <a:chOff x="1444752" y="1322222"/>
            <a:chExt cx="3511296" cy="226771"/>
          </a:xfrm>
        </p:grpSpPr>
        <p:sp>
          <p:nvSpPr>
            <p:cNvPr id="35" name="Forma 34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Recuadro Mecánica"/>
          <p:cNvGrpSpPr/>
          <p:nvPr/>
        </p:nvGrpSpPr>
        <p:grpSpPr>
          <a:xfrm>
            <a:off x="6400800" y="914400"/>
            <a:ext cx="5486400" cy="1109472"/>
            <a:chOff x="6400800" y="914400"/>
            <a:chExt cx="5486400" cy="1109472"/>
          </a:xfrm>
        </p:grpSpPr>
        <p:sp>
          <p:nvSpPr>
            <p:cNvPr id="39" name="Forma 38"/>
            <p:cNvSpPr/>
            <p:nvPr/>
          </p:nvSpPr>
          <p:spPr>
            <a:xfrm>
              <a:off x="6400800" y="1280160"/>
              <a:ext cx="5486400" cy="74371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Menos volumen pulmonar disponible → menor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400800" y="914400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1" name="Recuadro Ventilación"/>
          <p:cNvGrpSpPr/>
          <p:nvPr/>
        </p:nvGrpSpPr>
        <p:grpSpPr>
          <a:xfrm>
            <a:off x="6400800" y="2188464"/>
            <a:ext cx="5486400" cy="1109472"/>
            <a:chOff x="6400800" y="2188464"/>
            <a:chExt cx="5486400" cy="1109472"/>
          </a:xfrm>
        </p:grpSpPr>
        <p:sp>
          <p:nvSpPr>
            <p:cNvPr id="42" name="Forma 41"/>
            <p:cNvSpPr/>
            <p:nvPr/>
          </p:nvSpPr>
          <p:spPr>
            <a:xfrm>
              <a:off x="6400800" y="2554224"/>
              <a:ext cx="5486400" cy="74371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Compromiso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ventilatorio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proporcional al volumen y a la reserva del paciente.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400800" y="2188464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Clínica"/>
          <p:cNvGrpSpPr/>
          <p:nvPr/>
        </p:nvGrpSpPr>
        <p:grpSpPr>
          <a:xfrm>
            <a:off x="6400800" y="3462528"/>
            <a:ext cx="5486400" cy="1109472"/>
            <a:chOff x="6400800" y="3462528"/>
            <a:chExt cx="5486400" cy="1109472"/>
          </a:xfrm>
        </p:grpSpPr>
        <p:sp>
          <p:nvSpPr>
            <p:cNvPr id="45" name="Forma 44"/>
            <p:cNvSpPr/>
            <p:nvPr/>
          </p:nvSpPr>
          <p:spPr>
            <a:xfrm>
              <a:off x="6400800" y="3828288"/>
              <a:ext cx="5486400" cy="74371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cuando ocupa &gt; 1/3 del hemitórax.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400800" y="3462528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7" name="!!Leyenda"/>
          <p:cNvSpPr/>
          <p:nvPr/>
        </p:nvSpPr>
        <p:spPr>
          <a:xfrm>
            <a:off x="6400800" y="4754880"/>
            <a:ext cx="5486400" cy="777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comprime el pulmón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subyacente y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restringe su expansión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755400" y="91440"/>
            <a:ext cx="927170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DEL DERRAME: DERRAME MODERADO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2/3</a:t>
            </a:r>
            <a:endParaRPr lang="es-AR" sz="13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011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0553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2" y="390"/>
                </a:lnTo>
                <a:lnTo>
                  <a:pt x="7" y="390"/>
                </a:lnTo>
                <a:lnTo>
                  <a:pt x="140" y="399"/>
                </a:lnTo>
                <a:lnTo>
                  <a:pt x="146" y="400"/>
                </a:lnTo>
                <a:lnTo>
                  <a:pt x="276" y="422"/>
                </a:lnTo>
                <a:lnTo>
                  <a:pt x="282" y="423"/>
                </a:lnTo>
                <a:lnTo>
                  <a:pt x="406" y="457"/>
                </a:lnTo>
                <a:lnTo>
                  <a:pt x="412" y="459"/>
                </a:lnTo>
                <a:lnTo>
                  <a:pt x="526" y="505"/>
                </a:lnTo>
                <a:lnTo>
                  <a:pt x="532" y="508"/>
                </a:lnTo>
                <a:lnTo>
                  <a:pt x="632" y="564"/>
                </a:lnTo>
                <a:lnTo>
                  <a:pt x="635" y="567"/>
                </a:lnTo>
                <a:lnTo>
                  <a:pt x="639" y="570"/>
                </a:lnTo>
                <a:lnTo>
                  <a:pt x="720" y="635"/>
                </a:lnTo>
                <a:lnTo>
                  <a:pt x="724" y="639"/>
                </a:lnTo>
                <a:lnTo>
                  <a:pt x="727" y="642"/>
                </a:lnTo>
                <a:lnTo>
                  <a:pt x="791" y="718"/>
                </a:lnTo>
                <a:lnTo>
                  <a:pt x="793" y="721"/>
                </a:lnTo>
                <a:lnTo>
                  <a:pt x="796" y="724"/>
                </a:lnTo>
                <a:lnTo>
                  <a:pt x="849" y="811"/>
                </a:lnTo>
                <a:lnTo>
                  <a:pt x="852" y="815"/>
                </a:lnTo>
                <a:lnTo>
                  <a:pt x="901" y="915"/>
                </a:lnTo>
                <a:lnTo>
                  <a:pt x="902" y="917"/>
                </a:lnTo>
                <a:lnTo>
                  <a:pt x="954" y="1031"/>
                </a:lnTo>
                <a:lnTo>
                  <a:pt x="1014" y="1160"/>
                </a:lnTo>
                <a:lnTo>
                  <a:pt x="1082" y="1307"/>
                </a:lnTo>
                <a:lnTo>
                  <a:pt x="1083" y="1308"/>
                </a:lnTo>
                <a:lnTo>
                  <a:pt x="1156" y="1471"/>
                </a:lnTo>
                <a:lnTo>
                  <a:pt x="1156" y="1472"/>
                </a:lnTo>
                <a:lnTo>
                  <a:pt x="1231" y="1650"/>
                </a:lnTo>
                <a:lnTo>
                  <a:pt x="1232" y="1651"/>
                </a:lnTo>
                <a:lnTo>
                  <a:pt x="1307" y="1841"/>
                </a:lnTo>
                <a:lnTo>
                  <a:pt x="1307" y="1843"/>
                </a:lnTo>
                <a:lnTo>
                  <a:pt x="1381" y="2043"/>
                </a:lnTo>
                <a:lnTo>
                  <a:pt x="1382" y="2045"/>
                </a:lnTo>
                <a:lnTo>
                  <a:pt x="1452" y="2254"/>
                </a:lnTo>
                <a:lnTo>
                  <a:pt x="1453" y="2256"/>
                </a:lnTo>
                <a:lnTo>
                  <a:pt x="1521" y="2478"/>
                </a:lnTo>
                <a:lnTo>
                  <a:pt x="1521" y="2479"/>
                </a:lnTo>
                <a:lnTo>
                  <a:pt x="1589" y="2717"/>
                </a:lnTo>
                <a:lnTo>
                  <a:pt x="1589" y="2718"/>
                </a:lnTo>
                <a:lnTo>
                  <a:pt x="1655" y="2967"/>
                </a:lnTo>
                <a:lnTo>
                  <a:pt x="1655" y="2968"/>
                </a:lnTo>
                <a:lnTo>
                  <a:pt x="1719" y="3222"/>
                </a:lnTo>
                <a:lnTo>
                  <a:pt x="1719" y="3222"/>
                </a:lnTo>
                <a:lnTo>
                  <a:pt x="1780" y="3477"/>
                </a:lnTo>
                <a:lnTo>
                  <a:pt x="1780" y="3478"/>
                </a:lnTo>
                <a:lnTo>
                  <a:pt x="1837" y="3729"/>
                </a:lnTo>
                <a:lnTo>
                  <a:pt x="1837" y="3730"/>
                </a:lnTo>
                <a:lnTo>
                  <a:pt x="1890" y="3977"/>
                </a:lnTo>
                <a:lnTo>
                  <a:pt x="1890" y="3978"/>
                </a:lnTo>
                <a:lnTo>
                  <a:pt x="1940" y="4227"/>
                </a:lnTo>
                <a:lnTo>
                  <a:pt x="1940" y="4228"/>
                </a:lnTo>
                <a:lnTo>
                  <a:pt x="1986" y="4478"/>
                </a:lnTo>
                <a:lnTo>
                  <a:pt x="1986" y="4478"/>
                </a:lnTo>
                <a:lnTo>
                  <a:pt x="2030" y="4728"/>
                </a:lnTo>
                <a:lnTo>
                  <a:pt x="2030" y="4729"/>
                </a:lnTo>
                <a:lnTo>
                  <a:pt x="2073" y="4979"/>
                </a:lnTo>
                <a:lnTo>
                  <a:pt x="2073" y="4979"/>
                </a:lnTo>
                <a:lnTo>
                  <a:pt x="2114" y="5229"/>
                </a:lnTo>
                <a:lnTo>
                  <a:pt x="2114" y="5229"/>
                </a:lnTo>
                <a:lnTo>
                  <a:pt x="2155" y="5478"/>
                </a:lnTo>
                <a:lnTo>
                  <a:pt x="2155" y="5479"/>
                </a:lnTo>
                <a:lnTo>
                  <a:pt x="2193" y="5728"/>
                </a:lnTo>
                <a:lnTo>
                  <a:pt x="2193" y="5729"/>
                </a:lnTo>
                <a:lnTo>
                  <a:pt x="2229" y="5978"/>
                </a:lnTo>
                <a:lnTo>
                  <a:pt x="2229" y="5978"/>
                </a:lnTo>
                <a:lnTo>
                  <a:pt x="2265" y="6228"/>
                </a:lnTo>
                <a:lnTo>
                  <a:pt x="2300" y="6477"/>
                </a:lnTo>
                <a:lnTo>
                  <a:pt x="2337" y="6726"/>
                </a:lnTo>
                <a:lnTo>
                  <a:pt x="2375" y="6975"/>
                </a:lnTo>
                <a:lnTo>
                  <a:pt x="2415" y="7223"/>
                </a:lnTo>
                <a:lnTo>
                  <a:pt x="2455" y="7472"/>
                </a:lnTo>
                <a:lnTo>
                  <a:pt x="2455" y="7473"/>
                </a:lnTo>
                <a:lnTo>
                  <a:pt x="2494" y="7722"/>
                </a:lnTo>
                <a:lnTo>
                  <a:pt x="2494" y="7722"/>
                </a:lnTo>
                <a:lnTo>
                  <a:pt x="2529" y="7972"/>
                </a:lnTo>
                <a:lnTo>
                  <a:pt x="2529" y="7973"/>
                </a:lnTo>
                <a:lnTo>
                  <a:pt x="2559" y="8224"/>
                </a:lnTo>
                <a:lnTo>
                  <a:pt x="2600" y="8496"/>
                </a:lnTo>
                <a:lnTo>
                  <a:pt x="2655" y="8796"/>
                </a:lnTo>
                <a:lnTo>
                  <a:pt x="2655" y="8797"/>
                </a:lnTo>
                <a:lnTo>
                  <a:pt x="2708" y="9099"/>
                </a:lnTo>
                <a:lnTo>
                  <a:pt x="2708" y="9102"/>
                </a:lnTo>
                <a:lnTo>
                  <a:pt x="2739" y="9379"/>
                </a:lnTo>
                <a:lnTo>
                  <a:pt x="2740" y="9383"/>
                </a:lnTo>
                <a:lnTo>
                  <a:pt x="2740" y="9387"/>
                </a:lnTo>
                <a:lnTo>
                  <a:pt x="2731" y="9611"/>
                </a:lnTo>
                <a:lnTo>
                  <a:pt x="2731" y="9616"/>
                </a:lnTo>
                <a:lnTo>
                  <a:pt x="2730" y="9621"/>
                </a:lnTo>
                <a:lnTo>
                  <a:pt x="2729" y="9626"/>
                </a:lnTo>
                <a:lnTo>
                  <a:pt x="2727" y="9631"/>
                </a:lnTo>
                <a:lnTo>
                  <a:pt x="2661" y="9777"/>
                </a:lnTo>
                <a:lnTo>
                  <a:pt x="2658" y="9782"/>
                </a:lnTo>
                <a:lnTo>
                  <a:pt x="2655" y="9787"/>
                </a:lnTo>
                <a:lnTo>
                  <a:pt x="2652" y="9791"/>
                </a:lnTo>
                <a:lnTo>
                  <a:pt x="2648" y="9795"/>
                </a:lnTo>
                <a:lnTo>
                  <a:pt x="2644" y="9798"/>
                </a:lnTo>
                <a:lnTo>
                  <a:pt x="2639" y="9801"/>
                </a:lnTo>
                <a:lnTo>
                  <a:pt x="2634" y="9804"/>
                </a:lnTo>
                <a:lnTo>
                  <a:pt x="2629" y="9806"/>
                </a:lnTo>
                <a:lnTo>
                  <a:pt x="2487" y="9855"/>
                </a:lnTo>
                <a:lnTo>
                  <a:pt x="2482" y="9857"/>
                </a:lnTo>
                <a:lnTo>
                  <a:pt x="2477" y="9858"/>
                </a:lnTo>
                <a:lnTo>
                  <a:pt x="2472" y="9858"/>
                </a:lnTo>
                <a:lnTo>
                  <a:pt x="2467" y="9858"/>
                </a:lnTo>
                <a:lnTo>
                  <a:pt x="2462" y="9858"/>
                </a:lnTo>
                <a:lnTo>
                  <a:pt x="2255" y="9828"/>
                </a:lnTo>
                <a:lnTo>
                  <a:pt x="2250" y="9827"/>
                </a:lnTo>
                <a:lnTo>
                  <a:pt x="2245" y="9825"/>
                </a:lnTo>
                <a:lnTo>
                  <a:pt x="1999" y="9743"/>
                </a:lnTo>
                <a:lnTo>
                  <a:pt x="1995" y="9742"/>
                </a:lnTo>
                <a:lnTo>
                  <a:pt x="1736" y="9635"/>
                </a:lnTo>
                <a:lnTo>
                  <a:pt x="1735" y="9634"/>
                </a:lnTo>
                <a:lnTo>
                  <a:pt x="1488" y="9529"/>
                </a:lnTo>
                <a:lnTo>
                  <a:pt x="1281" y="9452"/>
                </a:lnTo>
                <a:lnTo>
                  <a:pt x="1112" y="9395"/>
                </a:lnTo>
                <a:lnTo>
                  <a:pt x="1109" y="9393"/>
                </a:lnTo>
                <a:lnTo>
                  <a:pt x="960" y="9332"/>
                </a:lnTo>
                <a:lnTo>
                  <a:pt x="959" y="9332"/>
                </a:lnTo>
                <a:lnTo>
                  <a:pt x="823" y="9272"/>
                </a:lnTo>
                <a:lnTo>
                  <a:pt x="693" y="9220"/>
                </a:lnTo>
                <a:lnTo>
                  <a:pt x="562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8077"/>
                </a:lnTo>
                <a:lnTo>
                  <a:pt x="4605" y="7972"/>
                </a:lnTo>
                <a:lnTo>
                  <a:pt x="4545" y="7719"/>
                </a:lnTo>
                <a:lnTo>
                  <a:pt x="4480" y="7475"/>
                </a:lnTo>
                <a:lnTo>
                  <a:pt x="4410" y="7235"/>
                </a:lnTo>
                <a:lnTo>
                  <a:pt x="4340" y="6995"/>
                </a:lnTo>
                <a:lnTo>
                  <a:pt x="4339" y="6994"/>
                </a:lnTo>
                <a:lnTo>
                  <a:pt x="4271" y="6749"/>
                </a:lnTo>
                <a:lnTo>
                  <a:pt x="4199" y="6501"/>
                </a:lnTo>
                <a:lnTo>
                  <a:pt x="4119" y="6252"/>
                </a:lnTo>
                <a:lnTo>
                  <a:pt x="4038" y="6003"/>
                </a:lnTo>
                <a:lnTo>
                  <a:pt x="4038" y="6002"/>
                </a:lnTo>
                <a:lnTo>
                  <a:pt x="3963" y="5752"/>
                </a:lnTo>
                <a:lnTo>
                  <a:pt x="3962" y="5750"/>
                </a:lnTo>
                <a:lnTo>
                  <a:pt x="3900" y="5500"/>
                </a:lnTo>
                <a:lnTo>
                  <a:pt x="3899" y="5496"/>
                </a:lnTo>
                <a:lnTo>
                  <a:pt x="3857" y="5247"/>
                </a:lnTo>
                <a:lnTo>
                  <a:pt x="3856" y="5242"/>
                </a:lnTo>
                <a:lnTo>
                  <a:pt x="3837" y="4992"/>
                </a:lnTo>
                <a:lnTo>
                  <a:pt x="3837" y="4988"/>
                </a:lnTo>
                <a:lnTo>
                  <a:pt x="3834" y="4738"/>
                </a:lnTo>
                <a:lnTo>
                  <a:pt x="3835" y="4735"/>
                </a:lnTo>
                <a:lnTo>
                  <a:pt x="3845" y="4485"/>
                </a:lnTo>
                <a:lnTo>
                  <a:pt x="3845" y="4484"/>
                </a:lnTo>
                <a:lnTo>
                  <a:pt x="3864" y="4234"/>
                </a:lnTo>
                <a:lnTo>
                  <a:pt x="3864" y="4233"/>
                </a:lnTo>
                <a:lnTo>
                  <a:pt x="3886" y="3984"/>
                </a:lnTo>
                <a:lnTo>
                  <a:pt x="3906" y="3737"/>
                </a:lnTo>
                <a:lnTo>
                  <a:pt x="3925" y="3486"/>
                </a:lnTo>
                <a:lnTo>
                  <a:pt x="3925" y="3485"/>
                </a:lnTo>
                <a:lnTo>
                  <a:pt x="3947" y="3230"/>
                </a:lnTo>
                <a:lnTo>
                  <a:pt x="3948" y="3230"/>
                </a:lnTo>
                <a:lnTo>
                  <a:pt x="3973" y="2975"/>
                </a:lnTo>
                <a:lnTo>
                  <a:pt x="3973" y="2975"/>
                </a:lnTo>
                <a:lnTo>
                  <a:pt x="4001" y="2726"/>
                </a:lnTo>
                <a:lnTo>
                  <a:pt x="4001" y="2725"/>
                </a:lnTo>
                <a:lnTo>
                  <a:pt x="4033" y="2487"/>
                </a:lnTo>
                <a:lnTo>
                  <a:pt x="4033" y="2486"/>
                </a:lnTo>
                <a:lnTo>
                  <a:pt x="4067" y="2263"/>
                </a:lnTo>
                <a:lnTo>
                  <a:pt x="4068" y="2262"/>
                </a:lnTo>
                <a:lnTo>
                  <a:pt x="4106" y="2052"/>
                </a:lnTo>
                <a:lnTo>
                  <a:pt x="4106" y="2051"/>
                </a:lnTo>
                <a:lnTo>
                  <a:pt x="4149" y="1850"/>
                </a:lnTo>
                <a:lnTo>
                  <a:pt x="4150" y="1849"/>
                </a:lnTo>
                <a:lnTo>
                  <a:pt x="4195" y="1658"/>
                </a:lnTo>
                <a:lnTo>
                  <a:pt x="4196" y="1657"/>
                </a:lnTo>
                <a:lnTo>
                  <a:pt x="4244" y="1479"/>
                </a:lnTo>
                <a:lnTo>
                  <a:pt x="4244" y="1478"/>
                </a:lnTo>
                <a:lnTo>
                  <a:pt x="4292" y="1315"/>
                </a:lnTo>
                <a:lnTo>
                  <a:pt x="4293" y="1313"/>
                </a:lnTo>
                <a:lnTo>
                  <a:pt x="4341" y="1166"/>
                </a:lnTo>
                <a:lnTo>
                  <a:pt x="4341" y="1164"/>
                </a:lnTo>
                <a:lnTo>
                  <a:pt x="4391" y="1034"/>
                </a:lnTo>
                <a:lnTo>
                  <a:pt x="4393" y="1030"/>
                </a:lnTo>
                <a:lnTo>
                  <a:pt x="4446" y="916"/>
                </a:lnTo>
                <a:lnTo>
                  <a:pt x="4448" y="913"/>
                </a:lnTo>
                <a:lnTo>
                  <a:pt x="4502" y="814"/>
                </a:lnTo>
                <a:lnTo>
                  <a:pt x="4503" y="812"/>
                </a:lnTo>
                <a:lnTo>
                  <a:pt x="4555" y="725"/>
                </a:lnTo>
                <a:lnTo>
                  <a:pt x="4555" y="724"/>
                </a:lnTo>
                <a:lnTo>
                  <a:pt x="4601" y="649"/>
                </a:lnTo>
                <a:lnTo>
                  <a:pt x="4625" y="609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6702" y="1548994"/>
            <a:ext cx="5278648" cy="4671487"/>
            <a:chOff x="496702" y="1548994"/>
            <a:chExt cx="5278648" cy="4671487"/>
          </a:xfrm>
        </p:grpSpPr>
        <p:sp>
          <p:nvSpPr>
            <p:cNvPr id="7" name="Forma 6"/>
            <p:cNvSpPr/>
            <p:nvPr/>
          </p:nvSpPr>
          <p:spPr>
            <a:xfrm>
              <a:off x="496702" y="1548994"/>
              <a:ext cx="5278648" cy="467148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6702" y="1548994"/>
              <a:ext cx="5278648" cy="467148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9726" y="1592563"/>
            <a:ext cx="2481276" cy="4260123"/>
          </a:xfrm>
          <a:custGeom>
            <a:avLst/>
            <a:gdLst/>
            <a:ahLst/>
            <a:cxnLst/>
            <a:rect l="0" t="0" r="r" b="b"/>
            <a:pathLst>
              <a:path w="5642" h="10000">
                <a:moveTo>
                  <a:pt x="2890" y="4"/>
                </a:moveTo>
                <a:lnTo>
                  <a:pt x="2761" y="23"/>
                </a:lnTo>
                <a:lnTo>
                  <a:pt x="2627" y="56"/>
                </a:lnTo>
                <a:lnTo>
                  <a:pt x="2491" y="102"/>
                </a:lnTo>
                <a:lnTo>
                  <a:pt x="2355" y="158"/>
                </a:lnTo>
                <a:lnTo>
                  <a:pt x="2221" y="224"/>
                </a:lnTo>
                <a:lnTo>
                  <a:pt x="2093" y="296"/>
                </a:lnTo>
                <a:lnTo>
                  <a:pt x="1967" y="377"/>
                </a:lnTo>
                <a:lnTo>
                  <a:pt x="1844" y="467"/>
                </a:lnTo>
                <a:lnTo>
                  <a:pt x="1722" y="566"/>
                </a:lnTo>
                <a:lnTo>
                  <a:pt x="1604" y="673"/>
                </a:lnTo>
                <a:lnTo>
                  <a:pt x="1490" y="787"/>
                </a:lnTo>
                <a:lnTo>
                  <a:pt x="1381" y="909"/>
                </a:lnTo>
                <a:lnTo>
                  <a:pt x="1276" y="1037"/>
                </a:lnTo>
                <a:lnTo>
                  <a:pt x="1175" y="1173"/>
                </a:lnTo>
                <a:lnTo>
                  <a:pt x="1078" y="1317"/>
                </a:lnTo>
                <a:lnTo>
                  <a:pt x="985" y="1468"/>
                </a:lnTo>
                <a:lnTo>
                  <a:pt x="896" y="1624"/>
                </a:lnTo>
                <a:lnTo>
                  <a:pt x="811" y="1787"/>
                </a:lnTo>
                <a:lnTo>
                  <a:pt x="730" y="1956"/>
                </a:lnTo>
                <a:lnTo>
                  <a:pt x="652" y="2132"/>
                </a:lnTo>
                <a:lnTo>
                  <a:pt x="578" y="2315"/>
                </a:lnTo>
                <a:lnTo>
                  <a:pt x="508" y="2503"/>
                </a:lnTo>
                <a:lnTo>
                  <a:pt x="444" y="2696"/>
                </a:lnTo>
                <a:lnTo>
                  <a:pt x="384" y="2891"/>
                </a:lnTo>
                <a:lnTo>
                  <a:pt x="330" y="3092"/>
                </a:lnTo>
                <a:lnTo>
                  <a:pt x="281" y="3299"/>
                </a:lnTo>
                <a:lnTo>
                  <a:pt x="236" y="3509"/>
                </a:lnTo>
                <a:lnTo>
                  <a:pt x="196" y="3723"/>
                </a:lnTo>
                <a:lnTo>
                  <a:pt x="160" y="3939"/>
                </a:lnTo>
                <a:lnTo>
                  <a:pt x="128" y="4156"/>
                </a:lnTo>
                <a:lnTo>
                  <a:pt x="99" y="4374"/>
                </a:lnTo>
                <a:lnTo>
                  <a:pt x="75" y="4594"/>
                </a:lnTo>
                <a:lnTo>
                  <a:pt x="55" y="4817"/>
                </a:lnTo>
                <a:lnTo>
                  <a:pt x="38" y="5040"/>
                </a:lnTo>
                <a:lnTo>
                  <a:pt x="24" y="5264"/>
                </a:lnTo>
                <a:lnTo>
                  <a:pt x="14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4" y="6817"/>
                </a:lnTo>
                <a:lnTo>
                  <a:pt x="25" y="7035"/>
                </a:lnTo>
                <a:lnTo>
                  <a:pt x="41" y="7252"/>
                </a:lnTo>
                <a:lnTo>
                  <a:pt x="60" y="7469"/>
                </a:lnTo>
                <a:lnTo>
                  <a:pt x="81" y="7680"/>
                </a:lnTo>
                <a:lnTo>
                  <a:pt x="104" y="7885"/>
                </a:lnTo>
                <a:lnTo>
                  <a:pt x="128" y="8082"/>
                </a:lnTo>
                <a:lnTo>
                  <a:pt x="152" y="8269"/>
                </a:lnTo>
                <a:lnTo>
                  <a:pt x="179" y="8449"/>
                </a:lnTo>
                <a:lnTo>
                  <a:pt x="208" y="8623"/>
                </a:lnTo>
                <a:lnTo>
                  <a:pt x="237" y="8790"/>
                </a:lnTo>
                <a:lnTo>
                  <a:pt x="268" y="8951"/>
                </a:lnTo>
                <a:lnTo>
                  <a:pt x="299" y="9106"/>
                </a:lnTo>
                <a:lnTo>
                  <a:pt x="329" y="9262"/>
                </a:lnTo>
                <a:lnTo>
                  <a:pt x="361" y="9419"/>
                </a:lnTo>
                <a:lnTo>
                  <a:pt x="393" y="9569"/>
                </a:lnTo>
                <a:lnTo>
                  <a:pt x="426" y="9706"/>
                </a:lnTo>
                <a:lnTo>
                  <a:pt x="461" y="9820"/>
                </a:lnTo>
                <a:lnTo>
                  <a:pt x="498" y="9905"/>
                </a:lnTo>
                <a:lnTo>
                  <a:pt x="533" y="9959"/>
                </a:lnTo>
                <a:lnTo>
                  <a:pt x="564" y="9990"/>
                </a:lnTo>
                <a:lnTo>
                  <a:pt x="598" y="10000"/>
                </a:lnTo>
                <a:lnTo>
                  <a:pt x="637" y="9987"/>
                </a:lnTo>
                <a:lnTo>
                  <a:pt x="688" y="9956"/>
                </a:lnTo>
                <a:lnTo>
                  <a:pt x="754" y="9905"/>
                </a:lnTo>
                <a:lnTo>
                  <a:pt x="836" y="9825"/>
                </a:lnTo>
                <a:lnTo>
                  <a:pt x="929" y="9714"/>
                </a:lnTo>
                <a:lnTo>
                  <a:pt x="1034" y="9584"/>
                </a:lnTo>
                <a:lnTo>
                  <a:pt x="1149" y="9444"/>
                </a:lnTo>
                <a:lnTo>
                  <a:pt x="1274" y="9308"/>
                </a:lnTo>
                <a:lnTo>
                  <a:pt x="1409" y="9186"/>
                </a:lnTo>
                <a:lnTo>
                  <a:pt x="1559" y="9072"/>
                </a:lnTo>
                <a:lnTo>
                  <a:pt x="1724" y="8955"/>
                </a:lnTo>
                <a:lnTo>
                  <a:pt x="1900" y="8842"/>
                </a:lnTo>
                <a:lnTo>
                  <a:pt x="2081" y="8737"/>
                </a:lnTo>
                <a:lnTo>
                  <a:pt x="2261" y="8645"/>
                </a:lnTo>
                <a:lnTo>
                  <a:pt x="2434" y="8574"/>
                </a:lnTo>
                <a:lnTo>
                  <a:pt x="2604" y="8522"/>
                </a:lnTo>
                <a:lnTo>
                  <a:pt x="2774" y="8486"/>
                </a:lnTo>
                <a:lnTo>
                  <a:pt x="2943" y="8464"/>
                </a:lnTo>
                <a:lnTo>
                  <a:pt x="3110" y="8455"/>
                </a:lnTo>
                <a:lnTo>
                  <a:pt x="3273" y="8456"/>
                </a:lnTo>
                <a:lnTo>
                  <a:pt x="3431" y="8467"/>
                </a:lnTo>
                <a:lnTo>
                  <a:pt x="3577" y="8493"/>
                </a:lnTo>
                <a:lnTo>
                  <a:pt x="3710" y="8533"/>
                </a:lnTo>
                <a:lnTo>
                  <a:pt x="3840" y="8586"/>
                </a:lnTo>
                <a:lnTo>
                  <a:pt x="3974" y="8644"/>
                </a:lnTo>
                <a:lnTo>
                  <a:pt x="4120" y="8704"/>
                </a:lnTo>
                <a:lnTo>
                  <a:pt x="4285" y="8760"/>
                </a:lnTo>
                <a:lnTo>
                  <a:pt x="4490" y="8836"/>
                </a:lnTo>
                <a:lnTo>
                  <a:pt x="4733" y="8940"/>
                </a:lnTo>
                <a:lnTo>
                  <a:pt x="4987" y="9045"/>
                </a:lnTo>
                <a:lnTo>
                  <a:pt x="5228" y="9125"/>
                </a:lnTo>
                <a:lnTo>
                  <a:pt x="5430" y="9154"/>
                </a:lnTo>
                <a:lnTo>
                  <a:pt x="5569" y="9106"/>
                </a:lnTo>
                <a:lnTo>
                  <a:pt x="5633" y="8964"/>
                </a:lnTo>
                <a:lnTo>
                  <a:pt x="5642" y="8744"/>
                </a:lnTo>
                <a:lnTo>
                  <a:pt x="5611" y="8474"/>
                </a:lnTo>
                <a:lnTo>
                  <a:pt x="5560" y="8179"/>
                </a:lnTo>
                <a:lnTo>
                  <a:pt x="5505" y="7884"/>
                </a:lnTo>
                <a:lnTo>
                  <a:pt x="5465" y="7616"/>
                </a:lnTo>
                <a:lnTo>
                  <a:pt x="5436" y="7370"/>
                </a:lnTo>
                <a:lnTo>
                  <a:pt x="5401" y="7126"/>
                </a:lnTo>
                <a:lnTo>
                  <a:pt x="5364" y="6882"/>
                </a:lnTo>
                <a:lnTo>
                  <a:pt x="5325" y="6639"/>
                </a:lnTo>
                <a:lnTo>
                  <a:pt x="5285" y="6396"/>
                </a:lnTo>
                <a:lnTo>
                  <a:pt x="5248" y="6152"/>
                </a:lnTo>
                <a:lnTo>
                  <a:pt x="5212" y="5908"/>
                </a:lnTo>
                <a:lnTo>
                  <a:pt x="5177" y="5664"/>
                </a:lnTo>
                <a:lnTo>
                  <a:pt x="5143" y="5420"/>
                </a:lnTo>
                <a:lnTo>
                  <a:pt x="5107" y="5176"/>
                </a:lnTo>
                <a:lnTo>
                  <a:pt x="5070" y="4932"/>
                </a:lnTo>
                <a:lnTo>
                  <a:pt x="5030" y="4688"/>
                </a:lnTo>
                <a:lnTo>
                  <a:pt x="4990" y="4444"/>
                </a:lnTo>
                <a:lnTo>
                  <a:pt x="4948" y="4199"/>
                </a:lnTo>
                <a:lnTo>
                  <a:pt x="4905" y="3954"/>
                </a:lnTo>
                <a:lnTo>
                  <a:pt x="4860" y="3710"/>
                </a:lnTo>
                <a:lnTo>
                  <a:pt x="4812" y="3467"/>
                </a:lnTo>
                <a:lnTo>
                  <a:pt x="4760" y="3224"/>
                </a:lnTo>
                <a:lnTo>
                  <a:pt x="4704" y="2979"/>
                </a:lnTo>
                <a:lnTo>
                  <a:pt x="4644" y="2729"/>
                </a:lnTo>
                <a:lnTo>
                  <a:pt x="4582" y="2481"/>
                </a:lnTo>
                <a:lnTo>
                  <a:pt x="4517" y="2237"/>
                </a:lnTo>
                <a:lnTo>
                  <a:pt x="4451" y="2005"/>
                </a:lnTo>
                <a:lnTo>
                  <a:pt x="4385" y="1787"/>
                </a:lnTo>
                <a:lnTo>
                  <a:pt x="4316" y="1582"/>
                </a:lnTo>
                <a:lnTo>
                  <a:pt x="4243" y="1386"/>
                </a:lnTo>
                <a:lnTo>
                  <a:pt x="4170" y="1200"/>
                </a:lnTo>
                <a:lnTo>
                  <a:pt x="4097" y="1026"/>
                </a:lnTo>
                <a:lnTo>
                  <a:pt x="4025" y="866"/>
                </a:lnTo>
                <a:lnTo>
                  <a:pt x="3958" y="722"/>
                </a:lnTo>
                <a:lnTo>
                  <a:pt x="3899" y="595"/>
                </a:lnTo>
                <a:lnTo>
                  <a:pt x="3849" y="484"/>
                </a:lnTo>
                <a:lnTo>
                  <a:pt x="3800" y="386"/>
                </a:lnTo>
                <a:lnTo>
                  <a:pt x="3748" y="301"/>
                </a:lnTo>
                <a:lnTo>
                  <a:pt x="3685" y="228"/>
                </a:lnTo>
                <a:lnTo>
                  <a:pt x="3606" y="163"/>
                </a:lnTo>
                <a:lnTo>
                  <a:pt x="3509" y="108"/>
                </a:lnTo>
                <a:lnTo>
                  <a:pt x="3398" y="64"/>
                </a:lnTo>
                <a:lnTo>
                  <a:pt x="3276" y="30"/>
                </a:lnTo>
                <a:lnTo>
                  <a:pt x="3148" y="9"/>
                </a:lnTo>
                <a:lnTo>
                  <a:pt x="3018" y="0"/>
                </a:lnTo>
                <a:lnTo>
                  <a:pt x="2890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78806" y="1592563"/>
            <a:ext cx="1574676" cy="4396185"/>
          </a:xfrm>
          <a:custGeom>
            <a:avLst/>
            <a:gdLst/>
            <a:ahLst/>
            <a:cxnLst/>
            <a:rect l="0" t="0" r="r" b="b"/>
            <a:pathLst>
              <a:path w="3469" h="10000">
                <a:moveTo>
                  <a:pt x="851" y="4"/>
                </a:moveTo>
                <a:lnTo>
                  <a:pt x="801" y="0"/>
                </a:lnTo>
                <a:lnTo>
                  <a:pt x="780" y="8"/>
                </a:lnTo>
                <a:lnTo>
                  <a:pt x="775" y="29"/>
                </a:lnTo>
                <a:lnTo>
                  <a:pt x="777" y="62"/>
                </a:lnTo>
                <a:lnTo>
                  <a:pt x="774" y="105"/>
                </a:lnTo>
                <a:lnTo>
                  <a:pt x="755" y="158"/>
                </a:lnTo>
                <a:lnTo>
                  <a:pt x="719" y="221"/>
                </a:lnTo>
                <a:lnTo>
                  <a:pt x="675" y="292"/>
                </a:lnTo>
                <a:lnTo>
                  <a:pt x="626" y="374"/>
                </a:lnTo>
                <a:lnTo>
                  <a:pt x="574" y="469"/>
                </a:lnTo>
                <a:lnTo>
                  <a:pt x="524" y="577"/>
                </a:lnTo>
                <a:lnTo>
                  <a:pt x="477" y="700"/>
                </a:lnTo>
                <a:lnTo>
                  <a:pt x="431" y="839"/>
                </a:lnTo>
                <a:lnTo>
                  <a:pt x="385" y="994"/>
                </a:lnTo>
                <a:lnTo>
                  <a:pt x="340" y="1163"/>
                </a:lnTo>
                <a:lnTo>
                  <a:pt x="297" y="1343"/>
                </a:lnTo>
                <a:lnTo>
                  <a:pt x="256" y="1533"/>
                </a:lnTo>
                <a:lnTo>
                  <a:pt x="220" y="1732"/>
                </a:lnTo>
                <a:lnTo>
                  <a:pt x="187" y="1943"/>
                </a:lnTo>
                <a:lnTo>
                  <a:pt x="157" y="2168"/>
                </a:lnTo>
                <a:lnTo>
                  <a:pt x="130" y="2404"/>
                </a:lnTo>
                <a:lnTo>
                  <a:pt x="106" y="2645"/>
                </a:lnTo>
                <a:lnTo>
                  <a:pt x="85" y="2887"/>
                </a:lnTo>
                <a:lnTo>
                  <a:pt x="67" y="3124"/>
                </a:lnTo>
                <a:lnTo>
                  <a:pt x="48" y="3359"/>
                </a:lnTo>
                <a:lnTo>
                  <a:pt x="28" y="3595"/>
                </a:lnTo>
                <a:lnTo>
                  <a:pt x="10" y="3832"/>
                </a:lnTo>
                <a:lnTo>
                  <a:pt x="0" y="4069"/>
                </a:lnTo>
                <a:lnTo>
                  <a:pt x="1" y="4306"/>
                </a:lnTo>
                <a:lnTo>
                  <a:pt x="20" y="4543"/>
                </a:lnTo>
                <a:lnTo>
                  <a:pt x="60" y="4779"/>
                </a:lnTo>
                <a:lnTo>
                  <a:pt x="119" y="5016"/>
                </a:lnTo>
                <a:lnTo>
                  <a:pt x="190" y="5252"/>
                </a:lnTo>
                <a:lnTo>
                  <a:pt x="267" y="5489"/>
                </a:lnTo>
                <a:lnTo>
                  <a:pt x="343" y="5725"/>
                </a:lnTo>
                <a:lnTo>
                  <a:pt x="411" y="5961"/>
                </a:lnTo>
                <a:lnTo>
                  <a:pt x="476" y="6194"/>
                </a:lnTo>
                <a:lnTo>
                  <a:pt x="543" y="6422"/>
                </a:lnTo>
                <a:lnTo>
                  <a:pt x="609" y="6650"/>
                </a:lnTo>
                <a:lnTo>
                  <a:pt x="672" y="6882"/>
                </a:lnTo>
                <a:lnTo>
                  <a:pt x="728" y="7124"/>
                </a:lnTo>
                <a:lnTo>
                  <a:pt x="777" y="7380"/>
                </a:lnTo>
                <a:lnTo>
                  <a:pt x="832" y="7677"/>
                </a:lnTo>
                <a:lnTo>
                  <a:pt x="898" y="8017"/>
                </a:lnTo>
                <a:lnTo>
                  <a:pt x="959" y="8367"/>
                </a:lnTo>
                <a:lnTo>
                  <a:pt x="979" y="8538"/>
                </a:lnTo>
                <a:lnTo>
                  <a:pt x="1111" y="8568"/>
                </a:lnTo>
                <a:lnTo>
                  <a:pt x="1264" y="8618"/>
                </a:lnTo>
                <a:lnTo>
                  <a:pt x="1421" y="8687"/>
                </a:lnTo>
                <a:lnTo>
                  <a:pt x="1584" y="8776"/>
                </a:lnTo>
                <a:lnTo>
                  <a:pt x="1747" y="8878"/>
                </a:lnTo>
                <a:lnTo>
                  <a:pt x="1907" y="8988"/>
                </a:lnTo>
                <a:lnTo>
                  <a:pt x="2057" y="9101"/>
                </a:lnTo>
                <a:lnTo>
                  <a:pt x="2192" y="9211"/>
                </a:lnTo>
                <a:lnTo>
                  <a:pt x="2315" y="9329"/>
                </a:lnTo>
                <a:lnTo>
                  <a:pt x="2428" y="9462"/>
                </a:lnTo>
                <a:lnTo>
                  <a:pt x="2532" y="9597"/>
                </a:lnTo>
                <a:lnTo>
                  <a:pt x="2627" y="9723"/>
                </a:lnTo>
                <a:lnTo>
                  <a:pt x="2711" y="9831"/>
                </a:lnTo>
                <a:lnTo>
                  <a:pt x="2785" y="9908"/>
                </a:lnTo>
                <a:lnTo>
                  <a:pt x="2845" y="9957"/>
                </a:lnTo>
                <a:lnTo>
                  <a:pt x="2891" y="9988"/>
                </a:lnTo>
                <a:lnTo>
                  <a:pt x="2927" y="10000"/>
                </a:lnTo>
                <a:lnTo>
                  <a:pt x="2957" y="9991"/>
                </a:lnTo>
                <a:lnTo>
                  <a:pt x="2986" y="9960"/>
                </a:lnTo>
                <a:lnTo>
                  <a:pt x="3017" y="9908"/>
                </a:lnTo>
                <a:lnTo>
                  <a:pt x="3051" y="9830"/>
                </a:lnTo>
                <a:lnTo>
                  <a:pt x="3082" y="9727"/>
                </a:lnTo>
                <a:lnTo>
                  <a:pt x="3112" y="9602"/>
                </a:lnTo>
                <a:lnTo>
                  <a:pt x="3141" y="9460"/>
                </a:lnTo>
                <a:lnTo>
                  <a:pt x="3170" y="9302"/>
                </a:lnTo>
                <a:lnTo>
                  <a:pt x="3198" y="9134"/>
                </a:lnTo>
                <a:lnTo>
                  <a:pt x="3226" y="8946"/>
                </a:lnTo>
                <a:lnTo>
                  <a:pt x="3253" y="8736"/>
                </a:lnTo>
                <a:lnTo>
                  <a:pt x="3280" y="8511"/>
                </a:lnTo>
                <a:lnTo>
                  <a:pt x="3306" y="8279"/>
                </a:lnTo>
                <a:lnTo>
                  <a:pt x="3330" y="8050"/>
                </a:lnTo>
                <a:lnTo>
                  <a:pt x="3352" y="7831"/>
                </a:lnTo>
                <a:lnTo>
                  <a:pt x="3374" y="7623"/>
                </a:lnTo>
                <a:lnTo>
                  <a:pt x="3394" y="7420"/>
                </a:lnTo>
                <a:lnTo>
                  <a:pt x="3414" y="7218"/>
                </a:lnTo>
                <a:lnTo>
                  <a:pt x="3431" y="7017"/>
                </a:lnTo>
                <a:lnTo>
                  <a:pt x="3445" y="6813"/>
                </a:lnTo>
                <a:lnTo>
                  <a:pt x="3456" y="6606"/>
                </a:lnTo>
                <a:lnTo>
                  <a:pt x="3463" y="6395"/>
                </a:lnTo>
                <a:lnTo>
                  <a:pt x="3467" y="6181"/>
                </a:lnTo>
                <a:lnTo>
                  <a:pt x="3469" y="5965"/>
                </a:lnTo>
                <a:lnTo>
                  <a:pt x="3467" y="5749"/>
                </a:lnTo>
                <a:lnTo>
                  <a:pt x="3463" y="5532"/>
                </a:lnTo>
                <a:lnTo>
                  <a:pt x="3456" y="5317"/>
                </a:lnTo>
                <a:lnTo>
                  <a:pt x="3446" y="5101"/>
                </a:lnTo>
                <a:lnTo>
                  <a:pt x="3434" y="4884"/>
                </a:lnTo>
                <a:lnTo>
                  <a:pt x="3419" y="4668"/>
                </a:lnTo>
                <a:lnTo>
                  <a:pt x="3400" y="4452"/>
                </a:lnTo>
                <a:lnTo>
                  <a:pt x="3378" y="4238"/>
                </a:lnTo>
                <a:lnTo>
                  <a:pt x="3352" y="4027"/>
                </a:lnTo>
                <a:lnTo>
                  <a:pt x="3323" y="3817"/>
                </a:lnTo>
                <a:lnTo>
                  <a:pt x="3290" y="3608"/>
                </a:lnTo>
                <a:lnTo>
                  <a:pt x="3254" y="3401"/>
                </a:lnTo>
                <a:lnTo>
                  <a:pt x="3214" y="3196"/>
                </a:lnTo>
                <a:lnTo>
                  <a:pt x="3170" y="2996"/>
                </a:lnTo>
                <a:lnTo>
                  <a:pt x="3120" y="2802"/>
                </a:lnTo>
                <a:lnTo>
                  <a:pt x="3066" y="2612"/>
                </a:lnTo>
                <a:lnTo>
                  <a:pt x="3008" y="2426"/>
                </a:lnTo>
                <a:lnTo>
                  <a:pt x="2945" y="2243"/>
                </a:lnTo>
                <a:lnTo>
                  <a:pt x="2878" y="2066"/>
                </a:lnTo>
                <a:lnTo>
                  <a:pt x="2807" y="1896"/>
                </a:lnTo>
                <a:lnTo>
                  <a:pt x="2734" y="1732"/>
                </a:lnTo>
                <a:lnTo>
                  <a:pt x="2657" y="1574"/>
                </a:lnTo>
                <a:lnTo>
                  <a:pt x="2576" y="1422"/>
                </a:lnTo>
                <a:lnTo>
                  <a:pt x="2492" y="1276"/>
                </a:lnTo>
                <a:lnTo>
                  <a:pt x="2404" y="1137"/>
                </a:lnTo>
                <a:lnTo>
                  <a:pt x="2313" y="1005"/>
                </a:lnTo>
                <a:lnTo>
                  <a:pt x="2218" y="880"/>
                </a:lnTo>
                <a:lnTo>
                  <a:pt x="2119" y="763"/>
                </a:lnTo>
                <a:lnTo>
                  <a:pt x="2015" y="652"/>
                </a:lnTo>
                <a:lnTo>
                  <a:pt x="1909" y="548"/>
                </a:lnTo>
                <a:lnTo>
                  <a:pt x="1799" y="453"/>
                </a:lnTo>
                <a:lnTo>
                  <a:pt x="1687" y="365"/>
                </a:lnTo>
                <a:lnTo>
                  <a:pt x="1573" y="287"/>
                </a:lnTo>
                <a:lnTo>
                  <a:pt x="1450" y="217"/>
                </a:lnTo>
                <a:lnTo>
                  <a:pt x="1315" y="154"/>
                </a:lnTo>
                <a:lnTo>
                  <a:pt x="1178" y="99"/>
                </a:lnTo>
                <a:lnTo>
                  <a:pt x="1049" y="54"/>
                </a:lnTo>
                <a:lnTo>
                  <a:pt x="936" y="22"/>
                </a:lnTo>
                <a:lnTo>
                  <a:pt x="85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0394" y="2274020"/>
            <a:ext cx="766051" cy="3634552"/>
          </a:xfrm>
          <a:custGeom>
            <a:avLst/>
            <a:gdLst/>
            <a:ahLst/>
            <a:cxnLst/>
            <a:rect l="0" t="0" r="r" b="b"/>
            <a:pathLst>
              <a:path w="2041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8" y="595"/>
                </a:lnTo>
                <a:lnTo>
                  <a:pt x="1120" y="608"/>
                </a:lnTo>
                <a:lnTo>
                  <a:pt x="1222" y="648"/>
                </a:lnTo>
                <a:lnTo>
                  <a:pt x="1316" y="713"/>
                </a:lnTo>
                <a:lnTo>
                  <a:pt x="1386" y="793"/>
                </a:lnTo>
                <a:lnTo>
                  <a:pt x="1431" y="896"/>
                </a:lnTo>
                <a:lnTo>
                  <a:pt x="1446" y="994"/>
                </a:lnTo>
                <a:lnTo>
                  <a:pt x="1436" y="1099"/>
                </a:lnTo>
                <a:lnTo>
                  <a:pt x="1398" y="1278"/>
                </a:lnTo>
                <a:lnTo>
                  <a:pt x="1397" y="1282"/>
                </a:lnTo>
                <a:lnTo>
                  <a:pt x="1338" y="1569"/>
                </a:lnTo>
                <a:lnTo>
                  <a:pt x="1335" y="1586"/>
                </a:lnTo>
                <a:lnTo>
                  <a:pt x="1274" y="2017"/>
                </a:lnTo>
                <a:lnTo>
                  <a:pt x="1272" y="2034"/>
                </a:lnTo>
                <a:lnTo>
                  <a:pt x="1220" y="2660"/>
                </a:lnTo>
                <a:lnTo>
                  <a:pt x="1220" y="2669"/>
                </a:lnTo>
                <a:lnTo>
                  <a:pt x="1170" y="3622"/>
                </a:lnTo>
                <a:lnTo>
                  <a:pt x="1170" y="3624"/>
                </a:lnTo>
                <a:lnTo>
                  <a:pt x="1112" y="4889"/>
                </a:lnTo>
                <a:lnTo>
                  <a:pt x="1112" y="4890"/>
                </a:lnTo>
                <a:lnTo>
                  <a:pt x="1051" y="6298"/>
                </a:lnTo>
                <a:lnTo>
                  <a:pt x="1051" y="6298"/>
                </a:lnTo>
                <a:lnTo>
                  <a:pt x="993" y="7680"/>
                </a:lnTo>
                <a:lnTo>
                  <a:pt x="943" y="8868"/>
                </a:lnTo>
                <a:lnTo>
                  <a:pt x="908" y="9691"/>
                </a:lnTo>
                <a:lnTo>
                  <a:pt x="908" y="9720"/>
                </a:lnTo>
                <a:lnTo>
                  <a:pt x="911" y="9749"/>
                </a:lnTo>
                <a:lnTo>
                  <a:pt x="917" y="9777"/>
                </a:lnTo>
                <a:lnTo>
                  <a:pt x="925" y="9805"/>
                </a:lnTo>
                <a:lnTo>
                  <a:pt x="937" y="9832"/>
                </a:lnTo>
                <a:lnTo>
                  <a:pt x="951" y="9857"/>
                </a:lnTo>
                <a:lnTo>
                  <a:pt x="967" y="9881"/>
                </a:lnTo>
                <a:lnTo>
                  <a:pt x="985" y="9904"/>
                </a:lnTo>
                <a:lnTo>
                  <a:pt x="1006" y="9924"/>
                </a:lnTo>
                <a:lnTo>
                  <a:pt x="1029" y="9943"/>
                </a:lnTo>
                <a:lnTo>
                  <a:pt x="1053" y="9959"/>
                </a:lnTo>
                <a:lnTo>
                  <a:pt x="1079" y="9972"/>
                </a:lnTo>
                <a:lnTo>
                  <a:pt x="1106" y="9983"/>
                </a:lnTo>
                <a:lnTo>
                  <a:pt x="1134" y="9991"/>
                </a:lnTo>
                <a:lnTo>
                  <a:pt x="1162" y="9997"/>
                </a:lnTo>
                <a:lnTo>
                  <a:pt x="1191" y="10000"/>
                </a:lnTo>
                <a:lnTo>
                  <a:pt x="1220" y="9999"/>
                </a:lnTo>
                <a:lnTo>
                  <a:pt x="1249" y="9996"/>
                </a:lnTo>
                <a:lnTo>
                  <a:pt x="1278" y="9990"/>
                </a:lnTo>
                <a:lnTo>
                  <a:pt x="1305" y="9982"/>
                </a:lnTo>
                <a:lnTo>
                  <a:pt x="1332" y="9971"/>
                </a:lnTo>
                <a:lnTo>
                  <a:pt x="1358" y="9957"/>
                </a:lnTo>
                <a:lnTo>
                  <a:pt x="1382" y="9940"/>
                </a:lnTo>
                <a:lnTo>
                  <a:pt x="1404" y="9922"/>
                </a:lnTo>
                <a:lnTo>
                  <a:pt x="1424" y="9901"/>
                </a:lnTo>
                <a:lnTo>
                  <a:pt x="1443" y="9878"/>
                </a:lnTo>
                <a:lnTo>
                  <a:pt x="1459" y="9854"/>
                </a:lnTo>
                <a:lnTo>
                  <a:pt x="1472" y="9828"/>
                </a:lnTo>
                <a:lnTo>
                  <a:pt x="1483" y="9801"/>
                </a:lnTo>
                <a:lnTo>
                  <a:pt x="1492" y="9774"/>
                </a:lnTo>
                <a:lnTo>
                  <a:pt x="1497" y="9745"/>
                </a:lnTo>
                <a:lnTo>
                  <a:pt x="1500" y="9716"/>
                </a:lnTo>
                <a:lnTo>
                  <a:pt x="1535" y="8893"/>
                </a:lnTo>
                <a:lnTo>
                  <a:pt x="1585" y="7705"/>
                </a:lnTo>
                <a:lnTo>
                  <a:pt x="1643" y="6323"/>
                </a:lnTo>
                <a:lnTo>
                  <a:pt x="1704" y="4916"/>
                </a:lnTo>
                <a:lnTo>
                  <a:pt x="1762" y="3652"/>
                </a:lnTo>
                <a:lnTo>
                  <a:pt x="1811" y="2704"/>
                </a:lnTo>
                <a:lnTo>
                  <a:pt x="1862" y="2092"/>
                </a:lnTo>
                <a:lnTo>
                  <a:pt x="1921" y="1679"/>
                </a:lnTo>
                <a:lnTo>
                  <a:pt x="1977" y="1402"/>
                </a:lnTo>
                <a:lnTo>
                  <a:pt x="2019" y="1207"/>
                </a:lnTo>
                <a:lnTo>
                  <a:pt x="2025" y="1171"/>
                </a:lnTo>
                <a:lnTo>
                  <a:pt x="2039" y="1012"/>
                </a:lnTo>
                <a:lnTo>
                  <a:pt x="2041" y="977"/>
                </a:lnTo>
                <a:lnTo>
                  <a:pt x="2037" y="941"/>
                </a:lnTo>
                <a:lnTo>
                  <a:pt x="2011" y="768"/>
                </a:lnTo>
                <a:lnTo>
                  <a:pt x="2006" y="742"/>
                </a:lnTo>
                <a:lnTo>
                  <a:pt x="1999" y="717"/>
                </a:lnTo>
                <a:lnTo>
                  <a:pt x="1989" y="693"/>
                </a:lnTo>
                <a:lnTo>
                  <a:pt x="1910" y="513"/>
                </a:lnTo>
                <a:lnTo>
                  <a:pt x="1897" y="487"/>
                </a:lnTo>
                <a:lnTo>
                  <a:pt x="1881" y="462"/>
                </a:lnTo>
                <a:lnTo>
                  <a:pt x="1863" y="438"/>
                </a:lnTo>
                <a:lnTo>
                  <a:pt x="1738" y="295"/>
                </a:lnTo>
                <a:lnTo>
                  <a:pt x="1721" y="277"/>
                </a:lnTo>
                <a:lnTo>
                  <a:pt x="1703" y="261"/>
                </a:lnTo>
                <a:lnTo>
                  <a:pt x="1683" y="246"/>
                </a:lnTo>
                <a:lnTo>
                  <a:pt x="1530" y="141"/>
                </a:lnTo>
                <a:lnTo>
                  <a:pt x="1502" y="124"/>
                </a:lnTo>
                <a:lnTo>
                  <a:pt x="1472" y="110"/>
                </a:lnTo>
                <a:lnTo>
                  <a:pt x="1309" y="45"/>
                </a:lnTo>
                <a:lnTo>
                  <a:pt x="1277" y="34"/>
                </a:lnTo>
                <a:lnTo>
                  <a:pt x="1245" y="27"/>
                </a:lnTo>
                <a:lnTo>
                  <a:pt x="1087" y="3"/>
                </a:lnTo>
                <a:lnTo>
                  <a:pt x="1059" y="0"/>
                </a:lnTo>
                <a:lnTo>
                  <a:pt x="1031" y="0"/>
                </a:lnTo>
                <a:lnTo>
                  <a:pt x="1003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0776" y="1079430"/>
            <a:ext cx="1392760" cy="2448116"/>
            <a:chOff x="2790776" y="1079430"/>
            <a:chExt cx="1392760" cy="2448116"/>
          </a:xfrm>
        </p:grpSpPr>
        <p:sp>
          <p:nvSpPr>
            <p:cNvPr id="13" name="Forma 12"/>
            <p:cNvSpPr/>
            <p:nvPr/>
          </p:nvSpPr>
          <p:spPr>
            <a:xfrm>
              <a:off x="2790776" y="1079430"/>
              <a:ext cx="1392760" cy="2448116"/>
            </a:xfrm>
            <a:custGeom>
              <a:avLst/>
              <a:gdLst/>
              <a:ahLst/>
              <a:cxnLst/>
              <a:rect l="0" t="0" r="r" b="b"/>
              <a:pathLst>
                <a:path w="5511" h="10000">
                  <a:moveTo>
                    <a:pt x="1484" y="1108"/>
                  </a:moveTo>
                  <a:lnTo>
                    <a:pt x="1571" y="1780"/>
                  </a:lnTo>
                  <a:lnTo>
                    <a:pt x="1571" y="1781"/>
                  </a:lnTo>
                  <a:lnTo>
                    <a:pt x="1664" y="2498"/>
                  </a:lnTo>
                  <a:lnTo>
                    <a:pt x="1665" y="2499"/>
                  </a:lnTo>
                  <a:lnTo>
                    <a:pt x="1758" y="3204"/>
                  </a:lnTo>
                  <a:lnTo>
                    <a:pt x="1758" y="3206"/>
                  </a:lnTo>
                  <a:lnTo>
                    <a:pt x="1845" y="3839"/>
                  </a:lnTo>
                  <a:lnTo>
                    <a:pt x="1845" y="3842"/>
                  </a:lnTo>
                  <a:lnTo>
                    <a:pt x="1932" y="4447"/>
                  </a:lnTo>
                  <a:lnTo>
                    <a:pt x="1933" y="4450"/>
                  </a:lnTo>
                  <a:lnTo>
                    <a:pt x="2026" y="5080"/>
                  </a:lnTo>
                  <a:lnTo>
                    <a:pt x="2026" y="5081"/>
                  </a:lnTo>
                  <a:lnTo>
                    <a:pt x="2120" y="5699"/>
                  </a:lnTo>
                  <a:lnTo>
                    <a:pt x="2120" y="5700"/>
                  </a:lnTo>
                  <a:lnTo>
                    <a:pt x="2206" y="6266"/>
                  </a:lnTo>
                  <a:lnTo>
                    <a:pt x="2280" y="6742"/>
                  </a:lnTo>
                  <a:lnTo>
                    <a:pt x="2331" y="7078"/>
                  </a:lnTo>
                  <a:lnTo>
                    <a:pt x="1408" y="8063"/>
                  </a:lnTo>
                  <a:lnTo>
                    <a:pt x="89" y="9452"/>
                  </a:lnTo>
                  <a:lnTo>
                    <a:pt x="68" y="9476"/>
                  </a:lnTo>
                  <a:lnTo>
                    <a:pt x="50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5"/>
                  </a:lnTo>
                  <a:lnTo>
                    <a:pt x="7" y="9747"/>
                  </a:lnTo>
                  <a:lnTo>
                    <a:pt x="16" y="9777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4" y="9931"/>
                  </a:lnTo>
                  <a:lnTo>
                    <a:pt x="150" y="9949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9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4" y="9997"/>
                  </a:lnTo>
                  <a:lnTo>
                    <a:pt x="395" y="9992"/>
                  </a:lnTo>
                  <a:lnTo>
                    <a:pt x="426" y="9983"/>
                  </a:lnTo>
                  <a:lnTo>
                    <a:pt x="455" y="9972"/>
                  </a:lnTo>
                  <a:lnTo>
                    <a:pt x="484" y="9957"/>
                  </a:lnTo>
                  <a:lnTo>
                    <a:pt x="511" y="9940"/>
                  </a:lnTo>
                  <a:lnTo>
                    <a:pt x="536" y="9921"/>
                  </a:lnTo>
                  <a:lnTo>
                    <a:pt x="559" y="9899"/>
                  </a:lnTo>
                  <a:lnTo>
                    <a:pt x="1879" y="8509"/>
                  </a:lnTo>
                  <a:lnTo>
                    <a:pt x="1880" y="8508"/>
                  </a:lnTo>
                  <a:lnTo>
                    <a:pt x="2818" y="7506"/>
                  </a:lnTo>
                  <a:lnTo>
                    <a:pt x="3614" y="8490"/>
                  </a:lnTo>
                  <a:lnTo>
                    <a:pt x="3631" y="8509"/>
                  </a:lnTo>
                  <a:lnTo>
                    <a:pt x="4951" y="9899"/>
                  </a:lnTo>
                  <a:lnTo>
                    <a:pt x="4974" y="9921"/>
                  </a:lnTo>
                  <a:lnTo>
                    <a:pt x="4999" y="9940"/>
                  </a:lnTo>
                  <a:lnTo>
                    <a:pt x="5026" y="9957"/>
                  </a:lnTo>
                  <a:lnTo>
                    <a:pt x="5055" y="9972"/>
                  </a:lnTo>
                  <a:lnTo>
                    <a:pt x="5084" y="9983"/>
                  </a:lnTo>
                  <a:lnTo>
                    <a:pt x="5115" y="9992"/>
                  </a:lnTo>
                  <a:lnTo>
                    <a:pt x="5146" y="9997"/>
                  </a:lnTo>
                  <a:lnTo>
                    <a:pt x="5178" y="10000"/>
                  </a:lnTo>
                  <a:lnTo>
                    <a:pt x="5210" y="9999"/>
                  </a:lnTo>
                  <a:lnTo>
                    <a:pt x="5241" y="9995"/>
                  </a:lnTo>
                  <a:lnTo>
                    <a:pt x="5273" y="9988"/>
                  </a:lnTo>
                  <a:lnTo>
                    <a:pt x="5303" y="9978"/>
                  </a:lnTo>
                  <a:lnTo>
                    <a:pt x="5332" y="9965"/>
                  </a:lnTo>
                  <a:lnTo>
                    <a:pt x="5360" y="9949"/>
                  </a:lnTo>
                  <a:lnTo>
                    <a:pt x="5386" y="9931"/>
                  </a:lnTo>
                  <a:lnTo>
                    <a:pt x="5410" y="9910"/>
                  </a:lnTo>
                  <a:lnTo>
                    <a:pt x="5432" y="9887"/>
                  </a:lnTo>
                  <a:lnTo>
                    <a:pt x="5451" y="9862"/>
                  </a:lnTo>
                  <a:lnTo>
                    <a:pt x="5468" y="9836"/>
                  </a:lnTo>
                  <a:lnTo>
                    <a:pt x="5483" y="9807"/>
                  </a:lnTo>
                  <a:lnTo>
                    <a:pt x="5494" y="9777"/>
                  </a:lnTo>
                  <a:lnTo>
                    <a:pt x="5503" y="9747"/>
                  </a:lnTo>
                  <a:lnTo>
                    <a:pt x="5508" y="9715"/>
                  </a:lnTo>
                  <a:lnTo>
                    <a:pt x="5511" y="9684"/>
                  </a:lnTo>
                  <a:lnTo>
                    <a:pt x="5510" y="9652"/>
                  </a:lnTo>
                  <a:lnTo>
                    <a:pt x="5506" y="9620"/>
                  </a:lnTo>
                  <a:lnTo>
                    <a:pt x="5499" y="9589"/>
                  </a:lnTo>
                  <a:lnTo>
                    <a:pt x="5489" y="9559"/>
                  </a:lnTo>
                  <a:lnTo>
                    <a:pt x="5476" y="9530"/>
                  </a:lnTo>
                  <a:lnTo>
                    <a:pt x="5460" y="9502"/>
                  </a:lnTo>
                  <a:lnTo>
                    <a:pt x="5442" y="9476"/>
                  </a:lnTo>
                  <a:lnTo>
                    <a:pt x="5421" y="9452"/>
                  </a:lnTo>
                  <a:lnTo>
                    <a:pt x="4110" y="8072"/>
                  </a:lnTo>
                  <a:lnTo>
                    <a:pt x="3207" y="6956"/>
                  </a:lnTo>
                  <a:lnTo>
                    <a:pt x="3340" y="6936"/>
                  </a:lnTo>
                  <a:lnTo>
                    <a:pt x="3287" y="6588"/>
                  </a:lnTo>
                  <a:lnTo>
                    <a:pt x="3287" y="6587"/>
                  </a:lnTo>
                  <a:lnTo>
                    <a:pt x="3214" y="6112"/>
                  </a:lnTo>
                  <a:lnTo>
                    <a:pt x="3127" y="5546"/>
                  </a:lnTo>
                  <a:lnTo>
                    <a:pt x="3034" y="4930"/>
                  </a:lnTo>
                  <a:lnTo>
                    <a:pt x="2941" y="4301"/>
                  </a:lnTo>
                  <a:lnTo>
                    <a:pt x="2854" y="3700"/>
                  </a:lnTo>
                  <a:lnTo>
                    <a:pt x="2768" y="3069"/>
                  </a:lnTo>
                  <a:lnTo>
                    <a:pt x="2675" y="2366"/>
                  </a:lnTo>
                  <a:lnTo>
                    <a:pt x="2581" y="1649"/>
                  </a:lnTo>
                  <a:lnTo>
                    <a:pt x="2495" y="978"/>
                  </a:lnTo>
                  <a:lnTo>
                    <a:pt x="2422" y="408"/>
                  </a:lnTo>
                  <a:lnTo>
                    <a:pt x="2369" y="0"/>
                  </a:lnTo>
                  <a:lnTo>
                    <a:pt x="1358" y="130"/>
                  </a:lnTo>
                  <a:lnTo>
                    <a:pt x="1411" y="539"/>
                  </a:lnTo>
                  <a:lnTo>
                    <a:pt x="1484" y="1108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56509" y="1265530"/>
              <a:ext cx="425745" cy="1240155"/>
            </a:xfrm>
            <a:custGeom>
              <a:avLst/>
              <a:gdLst/>
              <a:ahLst/>
              <a:cxnLst/>
              <a:rect l="0" t="0" r="r" b="b"/>
              <a:pathLst>
                <a:path w="727" h="2187" fill="none">
                  <a:moveTo>
                    <a:pt x="0" y="0"/>
                  </a:moveTo>
                  <a:lnTo>
                    <a:pt x="360" y="0"/>
                  </a:lnTo>
                </a:path>
                <a:path w="727" h="2187" fill="none">
                  <a:moveTo>
                    <a:pt x="52" y="312"/>
                  </a:moveTo>
                  <a:lnTo>
                    <a:pt x="412" y="312"/>
                  </a:lnTo>
                </a:path>
                <a:path w="727" h="2187" fill="none">
                  <a:moveTo>
                    <a:pt x="105" y="625"/>
                  </a:moveTo>
                  <a:lnTo>
                    <a:pt x="465" y="625"/>
                  </a:lnTo>
                </a:path>
                <a:path w="727" h="2187" fill="none">
                  <a:moveTo>
                    <a:pt x="157" y="937"/>
                  </a:moveTo>
                  <a:lnTo>
                    <a:pt x="517" y="937"/>
                  </a:lnTo>
                </a:path>
                <a:path w="727" h="2187" fill="none">
                  <a:moveTo>
                    <a:pt x="210" y="1250"/>
                  </a:moveTo>
                  <a:lnTo>
                    <a:pt x="570" y="1250"/>
                  </a:lnTo>
                </a:path>
                <a:path w="727" h="2187" fill="none">
                  <a:moveTo>
                    <a:pt x="262" y="1562"/>
                  </a:moveTo>
                  <a:lnTo>
                    <a:pt x="622" y="1562"/>
                  </a:lnTo>
                </a:path>
                <a:path w="727" h="2187" fill="none">
                  <a:moveTo>
                    <a:pt x="315" y="1875"/>
                  </a:moveTo>
                  <a:lnTo>
                    <a:pt x="675" y="1875"/>
                  </a:lnTo>
                </a:path>
                <a:path w="727" h="2187" fill="none">
                  <a:moveTo>
                    <a:pt x="367" y="2187"/>
                  </a:moveTo>
                  <a:lnTo>
                    <a:pt x="727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85988" y="1938281"/>
            <a:ext cx="2443160" cy="3914405"/>
          </a:xfrm>
          <a:custGeom>
            <a:avLst/>
            <a:gdLst/>
            <a:ahLst/>
            <a:cxnLst/>
            <a:rect l="0" t="0" r="r" b="b"/>
            <a:pathLst>
              <a:path w="6046" h="10000">
                <a:moveTo>
                  <a:pt x="1373" y="245"/>
                </a:moveTo>
                <a:lnTo>
                  <a:pt x="1263" y="394"/>
                </a:lnTo>
                <a:lnTo>
                  <a:pt x="1158" y="550"/>
                </a:lnTo>
                <a:lnTo>
                  <a:pt x="1057" y="714"/>
                </a:lnTo>
                <a:lnTo>
                  <a:pt x="960" y="885"/>
                </a:lnTo>
                <a:lnTo>
                  <a:pt x="867" y="1062"/>
                </a:lnTo>
                <a:lnTo>
                  <a:pt x="779" y="1246"/>
                </a:lnTo>
                <a:lnTo>
                  <a:pt x="694" y="1438"/>
                </a:lnTo>
                <a:lnTo>
                  <a:pt x="614" y="1636"/>
                </a:lnTo>
                <a:lnTo>
                  <a:pt x="538" y="1841"/>
                </a:lnTo>
                <a:lnTo>
                  <a:pt x="467" y="2050"/>
                </a:lnTo>
                <a:lnTo>
                  <a:pt x="402" y="2264"/>
                </a:lnTo>
                <a:lnTo>
                  <a:pt x="343" y="2482"/>
                </a:lnTo>
                <a:lnTo>
                  <a:pt x="290" y="2707"/>
                </a:lnTo>
                <a:lnTo>
                  <a:pt x="242" y="2936"/>
                </a:lnTo>
                <a:lnTo>
                  <a:pt x="198" y="3169"/>
                </a:lnTo>
                <a:lnTo>
                  <a:pt x="159" y="3404"/>
                </a:lnTo>
                <a:lnTo>
                  <a:pt x="123" y="3640"/>
                </a:lnTo>
                <a:lnTo>
                  <a:pt x="92" y="3877"/>
                </a:lnTo>
                <a:lnTo>
                  <a:pt x="66" y="4117"/>
                </a:lnTo>
                <a:lnTo>
                  <a:pt x="44" y="4359"/>
                </a:lnTo>
                <a:lnTo>
                  <a:pt x="26" y="4602"/>
                </a:lnTo>
                <a:lnTo>
                  <a:pt x="11" y="4846"/>
                </a:lnTo>
                <a:lnTo>
                  <a:pt x="0" y="5088"/>
                </a:lnTo>
                <a:lnTo>
                  <a:pt x="0" y="6536"/>
                </a:lnTo>
                <a:lnTo>
                  <a:pt x="12" y="6773"/>
                </a:lnTo>
                <a:lnTo>
                  <a:pt x="29" y="7010"/>
                </a:lnTo>
                <a:lnTo>
                  <a:pt x="50" y="7245"/>
                </a:lnTo>
                <a:lnTo>
                  <a:pt x="73" y="7475"/>
                </a:lnTo>
                <a:lnTo>
                  <a:pt x="98" y="7699"/>
                </a:lnTo>
                <a:lnTo>
                  <a:pt x="123" y="7912"/>
                </a:lnTo>
                <a:lnTo>
                  <a:pt x="151" y="8116"/>
                </a:lnTo>
                <a:lnTo>
                  <a:pt x="180" y="8312"/>
                </a:lnTo>
                <a:lnTo>
                  <a:pt x="211" y="8501"/>
                </a:lnTo>
                <a:lnTo>
                  <a:pt x="243" y="8683"/>
                </a:lnTo>
                <a:lnTo>
                  <a:pt x="276" y="8859"/>
                </a:lnTo>
                <a:lnTo>
                  <a:pt x="309" y="9027"/>
                </a:lnTo>
                <a:lnTo>
                  <a:pt x="343" y="9196"/>
                </a:lnTo>
                <a:lnTo>
                  <a:pt x="377" y="9367"/>
                </a:lnTo>
                <a:lnTo>
                  <a:pt x="412" y="9532"/>
                </a:lnTo>
                <a:lnTo>
                  <a:pt x="448" y="9680"/>
                </a:lnTo>
                <a:lnTo>
                  <a:pt x="486" y="9805"/>
                </a:lnTo>
                <a:lnTo>
                  <a:pt x="526" y="9896"/>
                </a:lnTo>
                <a:lnTo>
                  <a:pt x="564" y="9956"/>
                </a:lnTo>
                <a:lnTo>
                  <a:pt x="599" y="9990"/>
                </a:lnTo>
                <a:lnTo>
                  <a:pt x="635" y="10000"/>
                </a:lnTo>
                <a:lnTo>
                  <a:pt x="678" y="9986"/>
                </a:lnTo>
                <a:lnTo>
                  <a:pt x="733" y="9952"/>
                </a:lnTo>
                <a:lnTo>
                  <a:pt x="805" y="9896"/>
                </a:lnTo>
                <a:lnTo>
                  <a:pt x="894" y="9810"/>
                </a:lnTo>
                <a:lnTo>
                  <a:pt x="996" y="9689"/>
                </a:lnTo>
                <a:lnTo>
                  <a:pt x="1109" y="9547"/>
                </a:lnTo>
                <a:lnTo>
                  <a:pt x="1235" y="9395"/>
                </a:lnTo>
                <a:lnTo>
                  <a:pt x="1371" y="9247"/>
                </a:lnTo>
                <a:lnTo>
                  <a:pt x="1518" y="9114"/>
                </a:lnTo>
                <a:lnTo>
                  <a:pt x="1681" y="8990"/>
                </a:lnTo>
                <a:lnTo>
                  <a:pt x="1861" y="8863"/>
                </a:lnTo>
                <a:lnTo>
                  <a:pt x="2053" y="8739"/>
                </a:lnTo>
                <a:lnTo>
                  <a:pt x="2249" y="8625"/>
                </a:lnTo>
                <a:lnTo>
                  <a:pt x="2445" y="8526"/>
                </a:lnTo>
                <a:lnTo>
                  <a:pt x="2634" y="8448"/>
                </a:lnTo>
                <a:lnTo>
                  <a:pt x="2818" y="8392"/>
                </a:lnTo>
                <a:lnTo>
                  <a:pt x="3003" y="8353"/>
                </a:lnTo>
                <a:lnTo>
                  <a:pt x="3188" y="8329"/>
                </a:lnTo>
                <a:lnTo>
                  <a:pt x="3370" y="8318"/>
                </a:lnTo>
                <a:lnTo>
                  <a:pt x="3547" y="8320"/>
                </a:lnTo>
                <a:lnTo>
                  <a:pt x="3719" y="8332"/>
                </a:lnTo>
                <a:lnTo>
                  <a:pt x="3877" y="8359"/>
                </a:lnTo>
                <a:lnTo>
                  <a:pt x="4023" y="8404"/>
                </a:lnTo>
                <a:lnTo>
                  <a:pt x="4164" y="8461"/>
                </a:lnTo>
                <a:lnTo>
                  <a:pt x="4309" y="8524"/>
                </a:lnTo>
                <a:lnTo>
                  <a:pt x="4468" y="8589"/>
                </a:lnTo>
                <a:lnTo>
                  <a:pt x="4648" y="8651"/>
                </a:lnTo>
                <a:lnTo>
                  <a:pt x="4872" y="8733"/>
                </a:lnTo>
                <a:lnTo>
                  <a:pt x="5135" y="8846"/>
                </a:lnTo>
                <a:lnTo>
                  <a:pt x="5412" y="8960"/>
                </a:lnTo>
                <a:lnTo>
                  <a:pt x="5674" y="9048"/>
                </a:lnTo>
                <a:lnTo>
                  <a:pt x="5895" y="9080"/>
                </a:lnTo>
                <a:lnTo>
                  <a:pt x="6046" y="9027"/>
                </a:lnTo>
                <a:lnTo>
                  <a:pt x="6046" y="8076"/>
                </a:lnTo>
                <a:lnTo>
                  <a:pt x="6035" y="8018"/>
                </a:lnTo>
                <a:lnTo>
                  <a:pt x="5976" y="7697"/>
                </a:lnTo>
                <a:lnTo>
                  <a:pt x="5933" y="7405"/>
                </a:lnTo>
                <a:lnTo>
                  <a:pt x="5900" y="7138"/>
                </a:lnTo>
                <a:lnTo>
                  <a:pt x="5863" y="6872"/>
                </a:lnTo>
                <a:lnTo>
                  <a:pt x="5822" y="6607"/>
                </a:lnTo>
                <a:lnTo>
                  <a:pt x="5779" y="6342"/>
                </a:lnTo>
                <a:lnTo>
                  <a:pt x="5737" y="6077"/>
                </a:lnTo>
                <a:lnTo>
                  <a:pt x="5696" y="5812"/>
                </a:lnTo>
                <a:lnTo>
                  <a:pt x="5657" y="5547"/>
                </a:lnTo>
                <a:lnTo>
                  <a:pt x="5619" y="5281"/>
                </a:lnTo>
                <a:lnTo>
                  <a:pt x="5581" y="5015"/>
                </a:lnTo>
                <a:lnTo>
                  <a:pt x="5543" y="4750"/>
                </a:lnTo>
                <a:lnTo>
                  <a:pt x="5502" y="4484"/>
                </a:lnTo>
                <a:lnTo>
                  <a:pt x="5459" y="4219"/>
                </a:lnTo>
                <a:lnTo>
                  <a:pt x="5415" y="3953"/>
                </a:lnTo>
                <a:lnTo>
                  <a:pt x="5370" y="3687"/>
                </a:lnTo>
                <a:lnTo>
                  <a:pt x="5323" y="3421"/>
                </a:lnTo>
                <a:lnTo>
                  <a:pt x="5274" y="3155"/>
                </a:lnTo>
                <a:lnTo>
                  <a:pt x="5221" y="2890"/>
                </a:lnTo>
                <a:lnTo>
                  <a:pt x="5165" y="2626"/>
                </a:lnTo>
                <a:lnTo>
                  <a:pt x="5104" y="2359"/>
                </a:lnTo>
                <a:lnTo>
                  <a:pt x="5039" y="2087"/>
                </a:lnTo>
                <a:lnTo>
                  <a:pt x="4971" y="1817"/>
                </a:lnTo>
                <a:lnTo>
                  <a:pt x="4901" y="1552"/>
                </a:lnTo>
                <a:lnTo>
                  <a:pt x="4829" y="1298"/>
                </a:lnTo>
                <a:lnTo>
                  <a:pt x="4756" y="1062"/>
                </a:lnTo>
                <a:lnTo>
                  <a:pt x="4681" y="839"/>
                </a:lnTo>
                <a:lnTo>
                  <a:pt x="4650" y="753"/>
                </a:lnTo>
                <a:lnTo>
                  <a:pt x="4634" y="751"/>
                </a:lnTo>
                <a:lnTo>
                  <a:pt x="4664" y="833"/>
                </a:lnTo>
                <a:lnTo>
                  <a:pt x="4665" y="835"/>
                </a:lnTo>
                <a:lnTo>
                  <a:pt x="4665" y="838"/>
                </a:lnTo>
                <a:lnTo>
                  <a:pt x="4666" y="841"/>
                </a:lnTo>
                <a:lnTo>
                  <a:pt x="4666" y="844"/>
                </a:lnTo>
                <a:lnTo>
                  <a:pt x="4665" y="846"/>
                </a:lnTo>
                <a:lnTo>
                  <a:pt x="4665" y="849"/>
                </a:lnTo>
                <a:lnTo>
                  <a:pt x="4664" y="852"/>
                </a:lnTo>
                <a:lnTo>
                  <a:pt x="4663" y="854"/>
                </a:lnTo>
                <a:lnTo>
                  <a:pt x="4662" y="857"/>
                </a:lnTo>
                <a:lnTo>
                  <a:pt x="4660" y="859"/>
                </a:lnTo>
                <a:lnTo>
                  <a:pt x="4659" y="862"/>
                </a:lnTo>
                <a:lnTo>
                  <a:pt x="4657" y="864"/>
                </a:lnTo>
                <a:lnTo>
                  <a:pt x="4655" y="865"/>
                </a:lnTo>
                <a:lnTo>
                  <a:pt x="4652" y="867"/>
                </a:lnTo>
                <a:lnTo>
                  <a:pt x="4650" y="868"/>
                </a:lnTo>
                <a:lnTo>
                  <a:pt x="4647" y="870"/>
                </a:lnTo>
                <a:lnTo>
                  <a:pt x="4645" y="871"/>
                </a:lnTo>
                <a:lnTo>
                  <a:pt x="4642" y="871"/>
                </a:lnTo>
                <a:lnTo>
                  <a:pt x="4639" y="872"/>
                </a:lnTo>
                <a:lnTo>
                  <a:pt x="4636" y="872"/>
                </a:lnTo>
                <a:lnTo>
                  <a:pt x="4634" y="872"/>
                </a:lnTo>
                <a:lnTo>
                  <a:pt x="4536" y="862"/>
                </a:lnTo>
                <a:lnTo>
                  <a:pt x="4536" y="862"/>
                </a:lnTo>
                <a:lnTo>
                  <a:pt x="4437" y="851"/>
                </a:lnTo>
                <a:lnTo>
                  <a:pt x="4434" y="851"/>
                </a:lnTo>
                <a:lnTo>
                  <a:pt x="4336" y="841"/>
                </a:lnTo>
                <a:lnTo>
                  <a:pt x="4328" y="840"/>
                </a:lnTo>
                <a:lnTo>
                  <a:pt x="4227" y="833"/>
                </a:lnTo>
                <a:lnTo>
                  <a:pt x="4214" y="832"/>
                </a:lnTo>
                <a:lnTo>
                  <a:pt x="4105" y="827"/>
                </a:lnTo>
                <a:lnTo>
                  <a:pt x="4094" y="827"/>
                </a:lnTo>
                <a:lnTo>
                  <a:pt x="3976" y="825"/>
                </a:lnTo>
                <a:lnTo>
                  <a:pt x="3970" y="825"/>
                </a:lnTo>
                <a:lnTo>
                  <a:pt x="3847" y="824"/>
                </a:lnTo>
                <a:lnTo>
                  <a:pt x="3840" y="824"/>
                </a:lnTo>
                <a:lnTo>
                  <a:pt x="3714" y="826"/>
                </a:lnTo>
                <a:lnTo>
                  <a:pt x="3707" y="826"/>
                </a:lnTo>
                <a:lnTo>
                  <a:pt x="3579" y="830"/>
                </a:lnTo>
                <a:lnTo>
                  <a:pt x="3571" y="831"/>
                </a:lnTo>
                <a:lnTo>
                  <a:pt x="3443" y="838"/>
                </a:lnTo>
                <a:lnTo>
                  <a:pt x="3434" y="838"/>
                </a:lnTo>
                <a:lnTo>
                  <a:pt x="3307" y="848"/>
                </a:lnTo>
                <a:lnTo>
                  <a:pt x="3297" y="849"/>
                </a:lnTo>
                <a:lnTo>
                  <a:pt x="3167" y="862"/>
                </a:lnTo>
                <a:lnTo>
                  <a:pt x="3160" y="863"/>
                </a:lnTo>
                <a:lnTo>
                  <a:pt x="3024" y="880"/>
                </a:lnTo>
                <a:lnTo>
                  <a:pt x="3019" y="880"/>
                </a:lnTo>
                <a:lnTo>
                  <a:pt x="2883" y="900"/>
                </a:lnTo>
                <a:lnTo>
                  <a:pt x="2879" y="900"/>
                </a:lnTo>
                <a:lnTo>
                  <a:pt x="2747" y="922"/>
                </a:lnTo>
                <a:lnTo>
                  <a:pt x="2744" y="922"/>
                </a:lnTo>
                <a:lnTo>
                  <a:pt x="2619" y="944"/>
                </a:lnTo>
                <a:lnTo>
                  <a:pt x="2616" y="944"/>
                </a:lnTo>
                <a:lnTo>
                  <a:pt x="2503" y="966"/>
                </a:lnTo>
                <a:lnTo>
                  <a:pt x="2497" y="967"/>
                </a:lnTo>
                <a:lnTo>
                  <a:pt x="2396" y="990"/>
                </a:lnTo>
                <a:lnTo>
                  <a:pt x="2389" y="991"/>
                </a:lnTo>
                <a:lnTo>
                  <a:pt x="2295" y="1016"/>
                </a:lnTo>
                <a:lnTo>
                  <a:pt x="2292" y="1017"/>
                </a:lnTo>
                <a:lnTo>
                  <a:pt x="2205" y="1043"/>
                </a:lnTo>
                <a:lnTo>
                  <a:pt x="2204" y="1044"/>
                </a:lnTo>
                <a:lnTo>
                  <a:pt x="2127" y="1068"/>
                </a:lnTo>
                <a:lnTo>
                  <a:pt x="2126" y="1068"/>
                </a:lnTo>
                <a:lnTo>
                  <a:pt x="2060" y="1087"/>
                </a:lnTo>
                <a:lnTo>
                  <a:pt x="2059" y="1087"/>
                </a:lnTo>
                <a:lnTo>
                  <a:pt x="2006" y="1100"/>
                </a:lnTo>
                <a:lnTo>
                  <a:pt x="2005" y="1100"/>
                </a:lnTo>
                <a:lnTo>
                  <a:pt x="1977" y="1106"/>
                </a:lnTo>
                <a:lnTo>
                  <a:pt x="1974" y="1106"/>
                </a:lnTo>
                <a:lnTo>
                  <a:pt x="1971" y="1106"/>
                </a:lnTo>
                <a:lnTo>
                  <a:pt x="1968" y="1106"/>
                </a:lnTo>
                <a:lnTo>
                  <a:pt x="1965" y="1106"/>
                </a:lnTo>
                <a:lnTo>
                  <a:pt x="1962" y="1105"/>
                </a:lnTo>
                <a:lnTo>
                  <a:pt x="1960" y="1104"/>
                </a:lnTo>
                <a:lnTo>
                  <a:pt x="1957" y="1102"/>
                </a:lnTo>
                <a:lnTo>
                  <a:pt x="1940" y="1093"/>
                </a:lnTo>
                <a:lnTo>
                  <a:pt x="1938" y="1091"/>
                </a:lnTo>
                <a:lnTo>
                  <a:pt x="1936" y="1090"/>
                </a:lnTo>
                <a:lnTo>
                  <a:pt x="1912" y="1071"/>
                </a:lnTo>
                <a:lnTo>
                  <a:pt x="1910" y="1069"/>
                </a:lnTo>
                <a:lnTo>
                  <a:pt x="1886" y="1045"/>
                </a:lnTo>
                <a:lnTo>
                  <a:pt x="1885" y="1043"/>
                </a:lnTo>
                <a:lnTo>
                  <a:pt x="1861" y="1016"/>
                </a:lnTo>
                <a:lnTo>
                  <a:pt x="1861" y="1015"/>
                </a:lnTo>
                <a:lnTo>
                  <a:pt x="1837" y="986"/>
                </a:lnTo>
                <a:lnTo>
                  <a:pt x="1837" y="986"/>
                </a:lnTo>
                <a:lnTo>
                  <a:pt x="1814" y="957"/>
                </a:lnTo>
                <a:lnTo>
                  <a:pt x="1791" y="928"/>
                </a:lnTo>
                <a:lnTo>
                  <a:pt x="1790" y="928"/>
                </a:lnTo>
                <a:lnTo>
                  <a:pt x="1768" y="898"/>
                </a:lnTo>
                <a:lnTo>
                  <a:pt x="1767" y="897"/>
                </a:lnTo>
                <a:lnTo>
                  <a:pt x="1745" y="866"/>
                </a:lnTo>
                <a:lnTo>
                  <a:pt x="1744" y="865"/>
                </a:lnTo>
                <a:lnTo>
                  <a:pt x="1723" y="833"/>
                </a:lnTo>
                <a:lnTo>
                  <a:pt x="1723" y="832"/>
                </a:lnTo>
                <a:lnTo>
                  <a:pt x="1703" y="799"/>
                </a:lnTo>
                <a:lnTo>
                  <a:pt x="1702" y="798"/>
                </a:lnTo>
                <a:lnTo>
                  <a:pt x="1683" y="763"/>
                </a:lnTo>
                <a:lnTo>
                  <a:pt x="1683" y="762"/>
                </a:lnTo>
                <a:lnTo>
                  <a:pt x="1665" y="726"/>
                </a:lnTo>
                <a:lnTo>
                  <a:pt x="1665" y="725"/>
                </a:lnTo>
                <a:lnTo>
                  <a:pt x="1648" y="688"/>
                </a:lnTo>
                <a:lnTo>
                  <a:pt x="1647" y="687"/>
                </a:lnTo>
                <a:lnTo>
                  <a:pt x="1632" y="647"/>
                </a:lnTo>
                <a:lnTo>
                  <a:pt x="1631" y="646"/>
                </a:lnTo>
                <a:lnTo>
                  <a:pt x="1617" y="606"/>
                </a:lnTo>
                <a:lnTo>
                  <a:pt x="1616" y="605"/>
                </a:lnTo>
                <a:lnTo>
                  <a:pt x="1605" y="565"/>
                </a:lnTo>
                <a:lnTo>
                  <a:pt x="1604" y="563"/>
                </a:lnTo>
                <a:lnTo>
                  <a:pt x="1596" y="523"/>
                </a:lnTo>
                <a:lnTo>
                  <a:pt x="1595" y="521"/>
                </a:lnTo>
                <a:lnTo>
                  <a:pt x="1589" y="481"/>
                </a:lnTo>
                <a:lnTo>
                  <a:pt x="1589" y="479"/>
                </a:lnTo>
                <a:lnTo>
                  <a:pt x="1586" y="438"/>
                </a:lnTo>
                <a:lnTo>
                  <a:pt x="1585" y="437"/>
                </a:lnTo>
                <a:lnTo>
                  <a:pt x="1584" y="396"/>
                </a:lnTo>
                <a:lnTo>
                  <a:pt x="1584" y="394"/>
                </a:lnTo>
                <a:lnTo>
                  <a:pt x="1585" y="353"/>
                </a:lnTo>
                <a:lnTo>
                  <a:pt x="1586" y="351"/>
                </a:lnTo>
                <a:lnTo>
                  <a:pt x="1589" y="310"/>
                </a:lnTo>
                <a:lnTo>
                  <a:pt x="1589" y="308"/>
                </a:lnTo>
                <a:lnTo>
                  <a:pt x="1595" y="267"/>
                </a:lnTo>
                <a:lnTo>
                  <a:pt x="1595" y="266"/>
                </a:lnTo>
                <a:lnTo>
                  <a:pt x="1603" y="225"/>
                </a:lnTo>
                <a:lnTo>
                  <a:pt x="1604" y="223"/>
                </a:lnTo>
                <a:lnTo>
                  <a:pt x="1614" y="182"/>
                </a:lnTo>
                <a:lnTo>
                  <a:pt x="1614" y="181"/>
                </a:lnTo>
                <a:lnTo>
                  <a:pt x="1627" y="139"/>
                </a:lnTo>
                <a:lnTo>
                  <a:pt x="1627" y="138"/>
                </a:lnTo>
                <a:lnTo>
                  <a:pt x="1642" y="97"/>
                </a:lnTo>
                <a:lnTo>
                  <a:pt x="1643" y="95"/>
                </a:lnTo>
                <a:lnTo>
                  <a:pt x="1661" y="54"/>
                </a:lnTo>
                <a:lnTo>
                  <a:pt x="1662" y="53"/>
                </a:lnTo>
                <a:lnTo>
                  <a:pt x="1671" y="35"/>
                </a:lnTo>
                <a:lnTo>
                  <a:pt x="1662" y="31"/>
                </a:lnTo>
                <a:lnTo>
                  <a:pt x="1583" y="0"/>
                </a:lnTo>
                <a:lnTo>
                  <a:pt x="1487" y="106"/>
                </a:lnTo>
                <a:lnTo>
                  <a:pt x="1373" y="24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538103" y="1654996"/>
            <a:ext cx="1221713" cy="705158"/>
            <a:chOff x="1538103" y="1654996"/>
            <a:chExt cx="1221713" cy="705158"/>
          </a:xfrm>
        </p:grpSpPr>
        <p:sp>
          <p:nvSpPr>
            <p:cNvPr id="17" name="Forma 16"/>
            <p:cNvSpPr/>
            <p:nvPr/>
          </p:nvSpPr>
          <p:spPr>
            <a:xfrm>
              <a:off x="1538103" y="1654996"/>
              <a:ext cx="1221713" cy="705158"/>
            </a:xfrm>
            <a:custGeom>
              <a:avLst/>
              <a:gdLst/>
              <a:ahLst/>
              <a:cxnLst/>
              <a:rect l="0" t="0" r="r" b="b"/>
              <a:pathLst>
                <a:path w="10000" h="5958">
                  <a:moveTo>
                    <a:pt x="1276" y="5940"/>
                  </a:moveTo>
                  <a:lnTo>
                    <a:pt x="1451" y="5898"/>
                  </a:lnTo>
                  <a:lnTo>
                    <a:pt x="1669" y="5834"/>
                  </a:lnTo>
                  <a:lnTo>
                    <a:pt x="1926" y="5755"/>
                  </a:lnTo>
                  <a:lnTo>
                    <a:pt x="1930" y="5753"/>
                  </a:lnTo>
                  <a:lnTo>
                    <a:pt x="2216" y="5668"/>
                  </a:lnTo>
                  <a:lnTo>
                    <a:pt x="2229" y="5664"/>
                  </a:lnTo>
                  <a:lnTo>
                    <a:pt x="2541" y="5580"/>
                  </a:lnTo>
                  <a:lnTo>
                    <a:pt x="2565" y="5574"/>
                  </a:lnTo>
                  <a:lnTo>
                    <a:pt x="2902" y="5499"/>
                  </a:lnTo>
                  <a:lnTo>
                    <a:pt x="2925" y="5494"/>
                  </a:lnTo>
                  <a:lnTo>
                    <a:pt x="3298" y="5424"/>
                  </a:lnTo>
                  <a:lnTo>
                    <a:pt x="3309" y="5422"/>
                  </a:lnTo>
                  <a:lnTo>
                    <a:pt x="3722" y="5350"/>
                  </a:lnTo>
                  <a:lnTo>
                    <a:pt x="3734" y="5348"/>
                  </a:lnTo>
                  <a:lnTo>
                    <a:pt x="4172" y="5278"/>
                  </a:lnTo>
                  <a:lnTo>
                    <a:pt x="4186" y="5276"/>
                  </a:lnTo>
                  <a:lnTo>
                    <a:pt x="4636" y="5211"/>
                  </a:lnTo>
                  <a:lnTo>
                    <a:pt x="4655" y="5209"/>
                  </a:lnTo>
                  <a:lnTo>
                    <a:pt x="5103" y="5153"/>
                  </a:lnTo>
                  <a:lnTo>
                    <a:pt x="5129" y="5150"/>
                  </a:lnTo>
                  <a:lnTo>
                    <a:pt x="5561" y="5106"/>
                  </a:lnTo>
                  <a:lnTo>
                    <a:pt x="5594" y="5103"/>
                  </a:lnTo>
                  <a:lnTo>
                    <a:pt x="6016" y="5071"/>
                  </a:lnTo>
                  <a:lnTo>
                    <a:pt x="6046" y="5069"/>
                  </a:lnTo>
                  <a:lnTo>
                    <a:pt x="6470" y="5047"/>
                  </a:lnTo>
                  <a:lnTo>
                    <a:pt x="6499" y="5046"/>
                  </a:lnTo>
                  <a:lnTo>
                    <a:pt x="6921" y="5032"/>
                  </a:lnTo>
                  <a:lnTo>
                    <a:pt x="6947" y="5031"/>
                  </a:lnTo>
                  <a:lnTo>
                    <a:pt x="7363" y="5026"/>
                  </a:lnTo>
                  <a:lnTo>
                    <a:pt x="7388" y="5025"/>
                  </a:lnTo>
                  <a:lnTo>
                    <a:pt x="7794" y="5026"/>
                  </a:lnTo>
                  <a:lnTo>
                    <a:pt x="7816" y="5027"/>
                  </a:lnTo>
                  <a:lnTo>
                    <a:pt x="8209" y="5034"/>
                  </a:lnTo>
                  <a:lnTo>
                    <a:pt x="8245" y="5035"/>
                  </a:lnTo>
                  <a:lnTo>
                    <a:pt x="8607" y="5050"/>
                  </a:lnTo>
                  <a:lnTo>
                    <a:pt x="8652" y="5053"/>
                  </a:lnTo>
                  <a:lnTo>
                    <a:pt x="8985" y="5078"/>
                  </a:lnTo>
                  <a:lnTo>
                    <a:pt x="9014" y="5080"/>
                  </a:lnTo>
                  <a:lnTo>
                    <a:pt x="9338" y="5113"/>
                  </a:lnTo>
                  <a:lnTo>
                    <a:pt x="9348" y="5114"/>
                  </a:lnTo>
                  <a:lnTo>
                    <a:pt x="9677" y="5149"/>
                  </a:lnTo>
                  <a:lnTo>
                    <a:pt x="10000" y="5182"/>
                  </a:lnTo>
                  <a:lnTo>
                    <a:pt x="9754" y="4513"/>
                  </a:lnTo>
                  <a:lnTo>
                    <a:pt x="9490" y="3847"/>
                  </a:lnTo>
                  <a:lnTo>
                    <a:pt x="9227" y="3224"/>
                  </a:lnTo>
                  <a:lnTo>
                    <a:pt x="8972" y="2651"/>
                  </a:lnTo>
                  <a:lnTo>
                    <a:pt x="8730" y="2135"/>
                  </a:lnTo>
                  <a:lnTo>
                    <a:pt x="8730" y="2134"/>
                  </a:lnTo>
                  <a:lnTo>
                    <a:pt x="8518" y="1677"/>
                  </a:lnTo>
                  <a:lnTo>
                    <a:pt x="8518" y="1676"/>
                  </a:lnTo>
                  <a:lnTo>
                    <a:pt x="8337" y="1277"/>
                  </a:lnTo>
                  <a:lnTo>
                    <a:pt x="8167" y="934"/>
                  </a:lnTo>
                  <a:lnTo>
                    <a:pt x="7987" y="643"/>
                  </a:lnTo>
                  <a:lnTo>
                    <a:pt x="7777" y="396"/>
                  </a:lnTo>
                  <a:lnTo>
                    <a:pt x="7513" y="181"/>
                  </a:lnTo>
                  <a:lnTo>
                    <a:pt x="7193" y="0"/>
                  </a:lnTo>
                  <a:lnTo>
                    <a:pt x="7148" y="0"/>
                  </a:lnTo>
                  <a:lnTo>
                    <a:pt x="6867" y="2"/>
                  </a:lnTo>
                  <a:lnTo>
                    <a:pt x="6584" y="12"/>
                  </a:lnTo>
                  <a:lnTo>
                    <a:pt x="6282" y="31"/>
                  </a:lnTo>
                  <a:lnTo>
                    <a:pt x="5970" y="57"/>
                  </a:lnTo>
                  <a:lnTo>
                    <a:pt x="5653" y="89"/>
                  </a:lnTo>
                  <a:lnTo>
                    <a:pt x="5340" y="127"/>
                  </a:lnTo>
                  <a:lnTo>
                    <a:pt x="5037" y="169"/>
                  </a:lnTo>
                  <a:lnTo>
                    <a:pt x="4743" y="216"/>
                  </a:lnTo>
                  <a:lnTo>
                    <a:pt x="4451" y="269"/>
                  </a:lnTo>
                  <a:lnTo>
                    <a:pt x="4164" y="326"/>
                  </a:lnTo>
                  <a:lnTo>
                    <a:pt x="3884" y="389"/>
                  </a:lnTo>
                  <a:lnTo>
                    <a:pt x="3612" y="457"/>
                  </a:lnTo>
                  <a:lnTo>
                    <a:pt x="3352" y="528"/>
                  </a:lnTo>
                  <a:lnTo>
                    <a:pt x="3102" y="603"/>
                  </a:lnTo>
                  <a:lnTo>
                    <a:pt x="2861" y="684"/>
                  </a:lnTo>
                  <a:lnTo>
                    <a:pt x="2628" y="769"/>
                  </a:lnTo>
                  <a:lnTo>
                    <a:pt x="2404" y="859"/>
                  </a:lnTo>
                  <a:lnTo>
                    <a:pt x="2189" y="953"/>
                  </a:lnTo>
                  <a:lnTo>
                    <a:pt x="1982" y="1050"/>
                  </a:lnTo>
                  <a:lnTo>
                    <a:pt x="1785" y="1152"/>
                  </a:lnTo>
                  <a:lnTo>
                    <a:pt x="1596" y="1258"/>
                  </a:lnTo>
                  <a:lnTo>
                    <a:pt x="1416" y="1368"/>
                  </a:lnTo>
                  <a:lnTo>
                    <a:pt x="1246" y="1481"/>
                  </a:lnTo>
                  <a:lnTo>
                    <a:pt x="1088" y="1597"/>
                  </a:lnTo>
                  <a:lnTo>
                    <a:pt x="943" y="1715"/>
                  </a:lnTo>
                  <a:lnTo>
                    <a:pt x="811" y="1836"/>
                  </a:lnTo>
                  <a:lnTo>
                    <a:pt x="691" y="1960"/>
                  </a:lnTo>
                  <a:lnTo>
                    <a:pt x="582" y="2088"/>
                  </a:lnTo>
                  <a:lnTo>
                    <a:pt x="484" y="2218"/>
                  </a:lnTo>
                  <a:lnTo>
                    <a:pt x="395" y="2349"/>
                  </a:lnTo>
                  <a:lnTo>
                    <a:pt x="315" y="2481"/>
                  </a:lnTo>
                  <a:lnTo>
                    <a:pt x="245" y="2613"/>
                  </a:lnTo>
                  <a:lnTo>
                    <a:pt x="186" y="2748"/>
                  </a:lnTo>
                  <a:lnTo>
                    <a:pt x="136" y="2883"/>
                  </a:lnTo>
                  <a:lnTo>
                    <a:pt x="95" y="3019"/>
                  </a:lnTo>
                  <a:lnTo>
                    <a:pt x="61" y="3156"/>
                  </a:lnTo>
                  <a:lnTo>
                    <a:pt x="35" y="3292"/>
                  </a:lnTo>
                  <a:lnTo>
                    <a:pt x="15" y="3428"/>
                  </a:lnTo>
                  <a:lnTo>
                    <a:pt x="3" y="3564"/>
                  </a:lnTo>
                  <a:lnTo>
                    <a:pt x="0" y="3700"/>
                  </a:lnTo>
                  <a:lnTo>
                    <a:pt x="3" y="3836"/>
                  </a:lnTo>
                  <a:lnTo>
                    <a:pt x="15" y="3971"/>
                  </a:lnTo>
                  <a:lnTo>
                    <a:pt x="35" y="4103"/>
                  </a:lnTo>
                  <a:lnTo>
                    <a:pt x="63" y="4236"/>
                  </a:lnTo>
                  <a:lnTo>
                    <a:pt x="102" y="4368"/>
                  </a:lnTo>
                  <a:lnTo>
                    <a:pt x="149" y="4500"/>
                  </a:lnTo>
                  <a:lnTo>
                    <a:pt x="201" y="4629"/>
                  </a:lnTo>
                  <a:lnTo>
                    <a:pt x="258" y="4755"/>
                  </a:lnTo>
                  <a:lnTo>
                    <a:pt x="316" y="4875"/>
                  </a:lnTo>
                  <a:lnTo>
                    <a:pt x="377" y="4989"/>
                  </a:lnTo>
                  <a:lnTo>
                    <a:pt x="443" y="5098"/>
                  </a:lnTo>
                  <a:lnTo>
                    <a:pt x="513" y="5204"/>
                  </a:lnTo>
                  <a:lnTo>
                    <a:pt x="586" y="5306"/>
                  </a:lnTo>
                  <a:lnTo>
                    <a:pt x="661" y="5404"/>
                  </a:lnTo>
                  <a:lnTo>
                    <a:pt x="737" y="5499"/>
                  </a:lnTo>
                  <a:lnTo>
                    <a:pt x="814" y="5595"/>
                  </a:lnTo>
                  <a:lnTo>
                    <a:pt x="892" y="5691"/>
                  </a:lnTo>
                  <a:lnTo>
                    <a:pt x="970" y="5782"/>
                  </a:lnTo>
                  <a:lnTo>
                    <a:pt x="1049" y="5862"/>
                  </a:lnTo>
                  <a:lnTo>
                    <a:pt x="1127" y="5925"/>
                  </a:lnTo>
                  <a:lnTo>
                    <a:pt x="1184" y="5958"/>
                  </a:lnTo>
                  <a:lnTo>
                    <a:pt x="1276" y="5940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641572" y="1724149"/>
              <a:ext cx="961280" cy="494621"/>
            </a:xfrm>
            <a:custGeom>
              <a:avLst/>
              <a:gdLst/>
              <a:ahLst/>
              <a:cxnLst/>
              <a:rect l="0" t="0" r="r" b="b"/>
              <a:pathLst>
                <a:path w="1642" h="872" fill="none">
                  <a:moveTo>
                    <a:pt x="1614" y="399"/>
                  </a:moveTo>
                  <a:lnTo>
                    <a:pt x="1314" y="359"/>
                  </a:lnTo>
                  <a:lnTo>
                    <a:pt x="761" y="256"/>
                  </a:lnTo>
                  <a:lnTo>
                    <a:pt x="449" y="153"/>
                  </a:lnTo>
                </a:path>
                <a:path w="1642" h="872" fill="none">
                  <a:moveTo>
                    <a:pt x="1314" y="359"/>
                  </a:moveTo>
                  <a:lnTo>
                    <a:pt x="1107" y="205"/>
                  </a:lnTo>
                  <a:lnTo>
                    <a:pt x="1003" y="34"/>
                  </a:lnTo>
                </a:path>
                <a:path w="1642" h="872" fill="none">
                  <a:moveTo>
                    <a:pt x="1626" y="424"/>
                  </a:moveTo>
                  <a:lnTo>
                    <a:pt x="1107" y="444"/>
                  </a:lnTo>
                  <a:lnTo>
                    <a:pt x="415" y="444"/>
                  </a:lnTo>
                  <a:lnTo>
                    <a:pt x="69" y="461"/>
                  </a:lnTo>
                </a:path>
                <a:path w="1642" h="872" fill="none">
                  <a:moveTo>
                    <a:pt x="1107" y="444"/>
                  </a:moveTo>
                  <a:lnTo>
                    <a:pt x="622" y="564"/>
                  </a:lnTo>
                  <a:lnTo>
                    <a:pt x="242" y="667"/>
                  </a:lnTo>
                </a:path>
                <a:path w="1642" h="872" fill="none">
                  <a:moveTo>
                    <a:pt x="1642" y="458"/>
                  </a:moveTo>
                  <a:lnTo>
                    <a:pt x="1314" y="564"/>
                  </a:lnTo>
                  <a:lnTo>
                    <a:pt x="899" y="735"/>
                  </a:lnTo>
                  <a:lnTo>
                    <a:pt x="519" y="872"/>
                  </a:lnTo>
                </a:path>
                <a:path w="1642" h="872" fill="none">
                  <a:moveTo>
                    <a:pt x="1314" y="564"/>
                  </a:moveTo>
                  <a:lnTo>
                    <a:pt x="1522" y="735"/>
                  </a:lnTo>
                  <a:lnTo>
                    <a:pt x="1344" y="867"/>
                  </a:lnTo>
                </a:path>
                <a:path w="1642" h="872" fill="none">
                  <a:moveTo>
                    <a:pt x="899" y="735"/>
                  </a:moveTo>
                  <a:lnTo>
                    <a:pt x="345" y="821"/>
                  </a:lnTo>
                  <a:lnTo>
                    <a:pt x="69" y="872"/>
                  </a:lnTo>
                </a:path>
                <a:path w="1642" h="872" fill="none">
                  <a:moveTo>
                    <a:pt x="761" y="256"/>
                  </a:moveTo>
                  <a:lnTo>
                    <a:pt x="276" y="290"/>
                  </a:lnTo>
                  <a:lnTo>
                    <a:pt x="0" y="342"/>
                  </a:lnTo>
                </a:path>
                <a:path w="1642" h="872" fill="none">
                  <a:moveTo>
                    <a:pt x="1107" y="205"/>
                  </a:moveTo>
                  <a:lnTo>
                    <a:pt x="691" y="102"/>
                  </a:lnTo>
                </a:path>
                <a:path w="1642" h="872" fill="none">
                  <a:moveTo>
                    <a:pt x="622" y="564"/>
                  </a:moveTo>
                  <a:lnTo>
                    <a:pt x="691" y="684"/>
                  </a:lnTo>
                  <a:lnTo>
                    <a:pt x="484" y="804"/>
                  </a:lnTo>
                </a:path>
                <a:path w="1642" h="872" fill="none">
                  <a:moveTo>
                    <a:pt x="1522" y="199"/>
                  </a:moveTo>
                  <a:lnTo>
                    <a:pt x="1453" y="153"/>
                  </a:lnTo>
                  <a:lnTo>
                    <a:pt x="1314" y="0"/>
                  </a:lnTo>
                </a:path>
                <a:path w="1642" h="872" fill="none">
                  <a:moveTo>
                    <a:pt x="415" y="444"/>
                  </a:moveTo>
                  <a:lnTo>
                    <a:pt x="207" y="5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75202" y="1964554"/>
              <a:ext cx="1055467" cy="293009"/>
            </a:xfrm>
            <a:custGeom>
              <a:avLst/>
              <a:gdLst/>
              <a:ahLst/>
              <a:cxnLst/>
              <a:rect l="0" t="0" r="r" b="b"/>
              <a:pathLst>
                <a:path w="1803" h="516" fill="none">
                  <a:moveTo>
                    <a:pt x="0" y="21"/>
                  </a:moveTo>
                  <a:lnTo>
                    <a:pt x="59" y="23"/>
                  </a:lnTo>
                  <a:lnTo>
                    <a:pt x="199" y="26"/>
                  </a:lnTo>
                  <a:lnTo>
                    <a:pt x="361" y="30"/>
                  </a:lnTo>
                  <a:lnTo>
                    <a:pt x="524" y="33"/>
                  </a:lnTo>
                  <a:lnTo>
                    <a:pt x="667" y="34"/>
                  </a:lnTo>
                  <a:lnTo>
                    <a:pt x="785" y="33"/>
                  </a:lnTo>
                  <a:lnTo>
                    <a:pt x="892" y="31"/>
                  </a:lnTo>
                  <a:lnTo>
                    <a:pt x="996" y="28"/>
                  </a:lnTo>
                  <a:lnTo>
                    <a:pt x="1103" y="24"/>
                  </a:lnTo>
                  <a:lnTo>
                    <a:pt x="1220" y="20"/>
                  </a:lnTo>
                  <a:lnTo>
                    <a:pt x="1361" y="15"/>
                  </a:lnTo>
                  <a:lnTo>
                    <a:pt x="1520" y="10"/>
                  </a:lnTo>
                  <a:lnTo>
                    <a:pt x="1678" y="4"/>
                  </a:lnTo>
                  <a:lnTo>
                    <a:pt x="1784" y="0"/>
                  </a:lnTo>
                </a:path>
                <a:path w="1803" h="516" fill="none">
                  <a:moveTo>
                    <a:pt x="113" y="516"/>
                  </a:moveTo>
                  <a:lnTo>
                    <a:pt x="198" y="491"/>
                  </a:lnTo>
                  <a:lnTo>
                    <a:pt x="317" y="455"/>
                  </a:lnTo>
                  <a:lnTo>
                    <a:pt x="457" y="412"/>
                  </a:lnTo>
                  <a:lnTo>
                    <a:pt x="601" y="369"/>
                  </a:lnTo>
                  <a:lnTo>
                    <a:pt x="736" y="328"/>
                  </a:lnTo>
                  <a:lnTo>
                    <a:pt x="861" y="289"/>
                  </a:lnTo>
                  <a:lnTo>
                    <a:pt x="988" y="250"/>
                  </a:lnTo>
                  <a:lnTo>
                    <a:pt x="1114" y="210"/>
                  </a:lnTo>
                  <a:lnTo>
                    <a:pt x="1238" y="173"/>
                  </a:lnTo>
                  <a:lnTo>
                    <a:pt x="1359" y="140"/>
                  </a:lnTo>
                  <a:lnTo>
                    <a:pt x="1483" y="110"/>
                  </a:lnTo>
                  <a:lnTo>
                    <a:pt x="1612" y="81"/>
                  </a:lnTo>
                  <a:lnTo>
                    <a:pt x="1734" y="56"/>
                  </a:lnTo>
                  <a:lnTo>
                    <a:pt x="1803" y="4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538103" y="1654996"/>
            <a:ext cx="1221713" cy="705158"/>
          </a:xfrm>
          <a:custGeom>
            <a:avLst/>
            <a:gdLst/>
            <a:ahLst/>
            <a:cxnLst/>
            <a:rect l="0" t="0" r="r" b="b"/>
            <a:pathLst>
              <a:path w="2087" h="1243" fill="none">
                <a:moveTo>
                  <a:pt x="266" y="1240"/>
                </a:moveTo>
                <a:lnTo>
                  <a:pt x="303" y="1231"/>
                </a:lnTo>
                <a:lnTo>
                  <a:pt x="348" y="1218"/>
                </a:lnTo>
                <a:lnTo>
                  <a:pt x="402" y="1201"/>
                </a:lnTo>
                <a:lnTo>
                  <a:pt x="402" y="1201"/>
                </a:lnTo>
                <a:lnTo>
                  <a:pt x="462" y="1183"/>
                </a:lnTo>
                <a:lnTo>
                  <a:pt x="465" y="1182"/>
                </a:lnTo>
                <a:lnTo>
                  <a:pt x="530" y="1165"/>
                </a:lnTo>
                <a:lnTo>
                  <a:pt x="535" y="1163"/>
                </a:lnTo>
                <a:lnTo>
                  <a:pt x="605" y="1148"/>
                </a:lnTo>
                <a:lnTo>
                  <a:pt x="610" y="1147"/>
                </a:lnTo>
                <a:lnTo>
                  <a:pt x="688" y="1132"/>
                </a:lnTo>
                <a:lnTo>
                  <a:pt x="690" y="1132"/>
                </a:lnTo>
                <a:lnTo>
                  <a:pt x="777" y="1117"/>
                </a:lnTo>
                <a:lnTo>
                  <a:pt x="779" y="1116"/>
                </a:lnTo>
                <a:lnTo>
                  <a:pt x="871" y="1102"/>
                </a:lnTo>
                <a:lnTo>
                  <a:pt x="874" y="1101"/>
                </a:lnTo>
                <a:lnTo>
                  <a:pt x="967" y="1088"/>
                </a:lnTo>
                <a:lnTo>
                  <a:pt x="971" y="1087"/>
                </a:lnTo>
                <a:lnTo>
                  <a:pt x="1065" y="1075"/>
                </a:lnTo>
                <a:lnTo>
                  <a:pt x="1070" y="1075"/>
                </a:lnTo>
                <a:lnTo>
                  <a:pt x="1161" y="1065"/>
                </a:lnTo>
                <a:lnTo>
                  <a:pt x="1167" y="1065"/>
                </a:lnTo>
                <a:lnTo>
                  <a:pt x="1255" y="1058"/>
                </a:lnTo>
                <a:lnTo>
                  <a:pt x="1262" y="1058"/>
                </a:lnTo>
                <a:lnTo>
                  <a:pt x="1350" y="1053"/>
                </a:lnTo>
                <a:lnTo>
                  <a:pt x="1356" y="1053"/>
                </a:lnTo>
                <a:lnTo>
                  <a:pt x="1444" y="1050"/>
                </a:lnTo>
                <a:lnTo>
                  <a:pt x="1450" y="1050"/>
                </a:lnTo>
                <a:lnTo>
                  <a:pt x="1537" y="1049"/>
                </a:lnTo>
                <a:lnTo>
                  <a:pt x="1542" y="1049"/>
                </a:lnTo>
                <a:lnTo>
                  <a:pt x="1627" y="1049"/>
                </a:lnTo>
                <a:lnTo>
                  <a:pt x="1631" y="1049"/>
                </a:lnTo>
                <a:lnTo>
                  <a:pt x="1713" y="1050"/>
                </a:lnTo>
                <a:lnTo>
                  <a:pt x="1721" y="1051"/>
                </a:lnTo>
                <a:lnTo>
                  <a:pt x="1796" y="1054"/>
                </a:lnTo>
                <a:lnTo>
                  <a:pt x="1806" y="1054"/>
                </a:lnTo>
                <a:lnTo>
                  <a:pt x="1875" y="1060"/>
                </a:lnTo>
                <a:lnTo>
                  <a:pt x="1881" y="1060"/>
                </a:lnTo>
                <a:lnTo>
                  <a:pt x="1949" y="1067"/>
                </a:lnTo>
                <a:lnTo>
                  <a:pt x="1951" y="1067"/>
                </a:lnTo>
                <a:lnTo>
                  <a:pt x="2020" y="1075"/>
                </a:lnTo>
                <a:lnTo>
                  <a:pt x="2087" y="1081"/>
                </a:lnTo>
                <a:lnTo>
                  <a:pt x="2036" y="942"/>
                </a:lnTo>
                <a:lnTo>
                  <a:pt x="1981" y="803"/>
                </a:lnTo>
                <a:lnTo>
                  <a:pt x="1926" y="673"/>
                </a:lnTo>
                <a:lnTo>
                  <a:pt x="1873" y="553"/>
                </a:lnTo>
                <a:lnTo>
                  <a:pt x="1822" y="445"/>
                </a:lnTo>
                <a:lnTo>
                  <a:pt x="1822" y="445"/>
                </a:lnTo>
                <a:lnTo>
                  <a:pt x="1778" y="350"/>
                </a:lnTo>
                <a:lnTo>
                  <a:pt x="1778" y="349"/>
                </a:lnTo>
                <a:lnTo>
                  <a:pt x="1740" y="266"/>
                </a:lnTo>
                <a:lnTo>
                  <a:pt x="1704" y="195"/>
                </a:lnTo>
                <a:lnTo>
                  <a:pt x="1667" y="134"/>
                </a:lnTo>
                <a:lnTo>
                  <a:pt x="1623" y="82"/>
                </a:lnTo>
                <a:lnTo>
                  <a:pt x="1568" y="37"/>
                </a:lnTo>
                <a:lnTo>
                  <a:pt x="1501" y="0"/>
                </a:lnTo>
                <a:lnTo>
                  <a:pt x="1492" y="0"/>
                </a:lnTo>
                <a:lnTo>
                  <a:pt x="1433" y="0"/>
                </a:lnTo>
                <a:lnTo>
                  <a:pt x="1374" y="2"/>
                </a:lnTo>
                <a:lnTo>
                  <a:pt x="1311" y="6"/>
                </a:lnTo>
                <a:lnTo>
                  <a:pt x="1246" y="11"/>
                </a:lnTo>
                <a:lnTo>
                  <a:pt x="1180" y="18"/>
                </a:lnTo>
                <a:lnTo>
                  <a:pt x="1114" y="26"/>
                </a:lnTo>
                <a:lnTo>
                  <a:pt x="1051" y="35"/>
                </a:lnTo>
                <a:lnTo>
                  <a:pt x="990" y="45"/>
                </a:lnTo>
                <a:lnTo>
                  <a:pt x="929" y="56"/>
                </a:lnTo>
                <a:lnTo>
                  <a:pt x="869" y="68"/>
                </a:lnTo>
                <a:lnTo>
                  <a:pt x="810" y="81"/>
                </a:lnTo>
                <a:lnTo>
                  <a:pt x="754" y="95"/>
                </a:lnTo>
                <a:lnTo>
                  <a:pt x="699" y="110"/>
                </a:lnTo>
                <a:lnTo>
                  <a:pt x="647" y="126"/>
                </a:lnTo>
                <a:lnTo>
                  <a:pt x="597" y="142"/>
                </a:lnTo>
                <a:lnTo>
                  <a:pt x="548" y="160"/>
                </a:lnTo>
                <a:lnTo>
                  <a:pt x="501" y="179"/>
                </a:lnTo>
                <a:lnTo>
                  <a:pt x="456" y="199"/>
                </a:lnTo>
                <a:lnTo>
                  <a:pt x="413" y="219"/>
                </a:lnTo>
                <a:lnTo>
                  <a:pt x="372" y="240"/>
                </a:lnTo>
                <a:lnTo>
                  <a:pt x="333" y="262"/>
                </a:lnTo>
                <a:lnTo>
                  <a:pt x="295" y="285"/>
                </a:lnTo>
                <a:lnTo>
                  <a:pt x="260" y="309"/>
                </a:lnTo>
                <a:lnTo>
                  <a:pt x="227" y="333"/>
                </a:lnTo>
                <a:lnTo>
                  <a:pt x="196" y="358"/>
                </a:lnTo>
                <a:lnTo>
                  <a:pt x="169" y="383"/>
                </a:lnTo>
                <a:lnTo>
                  <a:pt x="144" y="409"/>
                </a:lnTo>
                <a:lnTo>
                  <a:pt x="121" y="436"/>
                </a:lnTo>
                <a:lnTo>
                  <a:pt x="101" y="463"/>
                </a:lnTo>
                <a:lnTo>
                  <a:pt x="82" y="490"/>
                </a:lnTo>
                <a:lnTo>
                  <a:pt x="65" y="518"/>
                </a:lnTo>
                <a:lnTo>
                  <a:pt x="51" y="545"/>
                </a:lnTo>
                <a:lnTo>
                  <a:pt x="38" y="573"/>
                </a:lnTo>
                <a:lnTo>
                  <a:pt x="28" y="601"/>
                </a:lnTo>
                <a:lnTo>
                  <a:pt x="19" y="630"/>
                </a:lnTo>
                <a:lnTo>
                  <a:pt x="12" y="658"/>
                </a:lnTo>
                <a:lnTo>
                  <a:pt x="7" y="687"/>
                </a:lnTo>
                <a:lnTo>
                  <a:pt x="3" y="715"/>
                </a:lnTo>
                <a:lnTo>
                  <a:pt x="0" y="744"/>
                </a:lnTo>
                <a:lnTo>
                  <a:pt x="0" y="772"/>
                </a:lnTo>
                <a:lnTo>
                  <a:pt x="0" y="800"/>
                </a:lnTo>
                <a:lnTo>
                  <a:pt x="3" y="829"/>
                </a:lnTo>
                <a:lnTo>
                  <a:pt x="7" y="856"/>
                </a:lnTo>
                <a:lnTo>
                  <a:pt x="13" y="884"/>
                </a:lnTo>
                <a:lnTo>
                  <a:pt x="21" y="912"/>
                </a:lnTo>
                <a:lnTo>
                  <a:pt x="31" y="939"/>
                </a:lnTo>
                <a:lnTo>
                  <a:pt x="42" y="966"/>
                </a:lnTo>
                <a:lnTo>
                  <a:pt x="53" y="992"/>
                </a:lnTo>
                <a:lnTo>
                  <a:pt x="66" y="1017"/>
                </a:lnTo>
                <a:lnTo>
                  <a:pt x="78" y="1041"/>
                </a:lnTo>
                <a:lnTo>
                  <a:pt x="92" y="1064"/>
                </a:lnTo>
                <a:lnTo>
                  <a:pt x="107" y="1086"/>
                </a:lnTo>
                <a:lnTo>
                  <a:pt x="122" y="1107"/>
                </a:lnTo>
                <a:lnTo>
                  <a:pt x="138" y="1128"/>
                </a:lnTo>
                <a:lnTo>
                  <a:pt x="154" y="1148"/>
                </a:lnTo>
                <a:lnTo>
                  <a:pt x="170" y="1168"/>
                </a:lnTo>
                <a:lnTo>
                  <a:pt x="186" y="1188"/>
                </a:lnTo>
                <a:lnTo>
                  <a:pt x="202" y="1207"/>
                </a:lnTo>
                <a:lnTo>
                  <a:pt x="219" y="1223"/>
                </a:lnTo>
                <a:lnTo>
                  <a:pt x="235" y="1237"/>
                </a:lnTo>
                <a:lnTo>
                  <a:pt x="247" y="1243"/>
                </a:lnTo>
                <a:lnTo>
                  <a:pt x="266" y="124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43191" y="1663303"/>
            <a:ext cx="1445916" cy="4246105"/>
            <a:chOff x="3943191" y="1663303"/>
            <a:chExt cx="1445916" cy="4246105"/>
          </a:xfrm>
        </p:grpSpPr>
        <p:sp>
          <p:nvSpPr>
            <p:cNvPr id="22" name="Forma 21"/>
            <p:cNvSpPr/>
            <p:nvPr/>
          </p:nvSpPr>
          <p:spPr>
            <a:xfrm>
              <a:off x="3943191" y="1663303"/>
              <a:ext cx="1445916" cy="4246105"/>
            </a:xfrm>
            <a:custGeom>
              <a:avLst/>
              <a:gdLst/>
              <a:ahLst/>
              <a:cxnLst/>
              <a:rect l="0" t="0" r="r" b="b"/>
              <a:pathLst>
                <a:path w="3298" h="10000">
                  <a:moveTo>
                    <a:pt x="773" y="48"/>
                  </a:moveTo>
                  <a:lnTo>
                    <a:pt x="768" y="60"/>
                  </a:lnTo>
                  <a:lnTo>
                    <a:pt x="762" y="71"/>
                  </a:lnTo>
                  <a:lnTo>
                    <a:pt x="724" y="135"/>
                  </a:lnTo>
                  <a:lnTo>
                    <a:pt x="722" y="139"/>
                  </a:lnTo>
                  <a:lnTo>
                    <a:pt x="677" y="212"/>
                  </a:lnTo>
                  <a:lnTo>
                    <a:pt x="629" y="294"/>
                  </a:lnTo>
                  <a:lnTo>
                    <a:pt x="579" y="385"/>
                  </a:lnTo>
                  <a:lnTo>
                    <a:pt x="531" y="488"/>
                  </a:lnTo>
                  <a:lnTo>
                    <a:pt x="485" y="607"/>
                  </a:lnTo>
                  <a:lnTo>
                    <a:pt x="440" y="746"/>
                  </a:lnTo>
                  <a:lnTo>
                    <a:pt x="394" y="903"/>
                  </a:lnTo>
                  <a:lnTo>
                    <a:pt x="348" y="1073"/>
                  </a:lnTo>
                  <a:lnTo>
                    <a:pt x="304" y="1256"/>
                  </a:lnTo>
                  <a:lnTo>
                    <a:pt x="262" y="1449"/>
                  </a:lnTo>
                  <a:lnTo>
                    <a:pt x="225" y="1651"/>
                  </a:lnTo>
                  <a:lnTo>
                    <a:pt x="192" y="1865"/>
                  </a:lnTo>
                  <a:lnTo>
                    <a:pt x="162" y="2096"/>
                  </a:lnTo>
                  <a:lnTo>
                    <a:pt x="134" y="2338"/>
                  </a:lnTo>
                  <a:lnTo>
                    <a:pt x="110" y="2585"/>
                  </a:lnTo>
                  <a:lnTo>
                    <a:pt x="88" y="2834"/>
                  </a:lnTo>
                  <a:lnTo>
                    <a:pt x="69" y="3079"/>
                  </a:lnTo>
                  <a:lnTo>
                    <a:pt x="69" y="3080"/>
                  </a:lnTo>
                  <a:lnTo>
                    <a:pt x="50" y="3323"/>
                  </a:lnTo>
                  <a:lnTo>
                    <a:pt x="49" y="3324"/>
                  </a:lnTo>
                  <a:lnTo>
                    <a:pt x="28" y="3568"/>
                  </a:lnTo>
                  <a:lnTo>
                    <a:pt x="10" y="3810"/>
                  </a:lnTo>
                  <a:lnTo>
                    <a:pt x="0" y="4049"/>
                  </a:lnTo>
                  <a:lnTo>
                    <a:pt x="1" y="4285"/>
                  </a:lnTo>
                  <a:lnTo>
                    <a:pt x="20" y="4519"/>
                  </a:lnTo>
                  <a:lnTo>
                    <a:pt x="59" y="4752"/>
                  </a:lnTo>
                  <a:lnTo>
                    <a:pt x="118" y="4988"/>
                  </a:lnTo>
                  <a:lnTo>
                    <a:pt x="190" y="5227"/>
                  </a:lnTo>
                  <a:lnTo>
                    <a:pt x="269" y="5471"/>
                  </a:lnTo>
                  <a:lnTo>
                    <a:pt x="269" y="5471"/>
                  </a:lnTo>
                  <a:lnTo>
                    <a:pt x="348" y="5716"/>
                  </a:lnTo>
                  <a:lnTo>
                    <a:pt x="349" y="5720"/>
                  </a:lnTo>
                  <a:lnTo>
                    <a:pt x="420" y="5965"/>
                  </a:lnTo>
                  <a:lnTo>
                    <a:pt x="420" y="5966"/>
                  </a:lnTo>
                  <a:lnTo>
                    <a:pt x="487" y="6206"/>
                  </a:lnTo>
                  <a:lnTo>
                    <a:pt x="556" y="6441"/>
                  </a:lnTo>
                  <a:lnTo>
                    <a:pt x="556" y="6441"/>
                  </a:lnTo>
                  <a:lnTo>
                    <a:pt x="625" y="6677"/>
                  </a:lnTo>
                  <a:lnTo>
                    <a:pt x="625" y="6680"/>
                  </a:lnTo>
                  <a:lnTo>
                    <a:pt x="690" y="6921"/>
                  </a:lnTo>
                  <a:lnTo>
                    <a:pt x="692" y="6925"/>
                  </a:lnTo>
                  <a:lnTo>
                    <a:pt x="750" y="7176"/>
                  </a:lnTo>
                  <a:lnTo>
                    <a:pt x="752" y="7182"/>
                  </a:lnTo>
                  <a:lnTo>
                    <a:pt x="802" y="7447"/>
                  </a:lnTo>
                  <a:lnTo>
                    <a:pt x="802" y="7448"/>
                  </a:lnTo>
                  <a:lnTo>
                    <a:pt x="858" y="7754"/>
                  </a:lnTo>
                  <a:lnTo>
                    <a:pt x="927" y="8106"/>
                  </a:lnTo>
                  <a:lnTo>
                    <a:pt x="928" y="8109"/>
                  </a:lnTo>
                  <a:lnTo>
                    <a:pt x="991" y="8470"/>
                  </a:lnTo>
                  <a:lnTo>
                    <a:pt x="992" y="8479"/>
                  </a:lnTo>
                  <a:lnTo>
                    <a:pt x="1001" y="8553"/>
                  </a:lnTo>
                  <a:lnTo>
                    <a:pt x="1035" y="8561"/>
                  </a:lnTo>
                  <a:lnTo>
                    <a:pt x="1048" y="8565"/>
                  </a:lnTo>
                  <a:lnTo>
                    <a:pt x="1207" y="8616"/>
                  </a:lnTo>
                  <a:lnTo>
                    <a:pt x="1221" y="8622"/>
                  </a:lnTo>
                  <a:lnTo>
                    <a:pt x="1384" y="8693"/>
                  </a:lnTo>
                  <a:lnTo>
                    <a:pt x="1394" y="8699"/>
                  </a:lnTo>
                  <a:lnTo>
                    <a:pt x="1563" y="8790"/>
                  </a:lnTo>
                  <a:lnTo>
                    <a:pt x="1571" y="8795"/>
                  </a:lnTo>
                  <a:lnTo>
                    <a:pt x="1740" y="8900"/>
                  </a:lnTo>
                  <a:lnTo>
                    <a:pt x="1746" y="8904"/>
                  </a:lnTo>
                  <a:lnTo>
                    <a:pt x="1911" y="9018"/>
                  </a:lnTo>
                  <a:lnTo>
                    <a:pt x="1916" y="9022"/>
                  </a:lnTo>
                  <a:lnTo>
                    <a:pt x="2071" y="9139"/>
                  </a:lnTo>
                  <a:lnTo>
                    <a:pt x="2075" y="9142"/>
                  </a:lnTo>
                  <a:lnTo>
                    <a:pt x="2216" y="9256"/>
                  </a:lnTo>
                  <a:lnTo>
                    <a:pt x="2225" y="9265"/>
                  </a:lnTo>
                  <a:lnTo>
                    <a:pt x="2352" y="9387"/>
                  </a:lnTo>
                  <a:lnTo>
                    <a:pt x="2361" y="9397"/>
                  </a:lnTo>
                  <a:lnTo>
                    <a:pt x="2478" y="9534"/>
                  </a:lnTo>
                  <a:lnTo>
                    <a:pt x="2483" y="9540"/>
                  </a:lnTo>
                  <a:lnTo>
                    <a:pt x="2591" y="9679"/>
                  </a:lnTo>
                  <a:lnTo>
                    <a:pt x="2593" y="9681"/>
                  </a:lnTo>
                  <a:lnTo>
                    <a:pt x="2689" y="9811"/>
                  </a:lnTo>
                  <a:lnTo>
                    <a:pt x="2771" y="9915"/>
                  </a:lnTo>
                  <a:lnTo>
                    <a:pt x="2837" y="9983"/>
                  </a:lnTo>
                  <a:lnTo>
                    <a:pt x="2857" y="10000"/>
                  </a:lnTo>
                  <a:lnTo>
                    <a:pt x="2874" y="9960"/>
                  </a:lnTo>
                  <a:lnTo>
                    <a:pt x="2903" y="9865"/>
                  </a:lnTo>
                  <a:lnTo>
                    <a:pt x="2932" y="9743"/>
                  </a:lnTo>
                  <a:lnTo>
                    <a:pt x="2961" y="9600"/>
                  </a:lnTo>
                  <a:lnTo>
                    <a:pt x="2990" y="9440"/>
                  </a:lnTo>
                  <a:lnTo>
                    <a:pt x="3019" y="9267"/>
                  </a:lnTo>
                  <a:lnTo>
                    <a:pt x="3047" y="9076"/>
                  </a:lnTo>
                  <a:lnTo>
                    <a:pt x="3076" y="8860"/>
                  </a:lnTo>
                  <a:lnTo>
                    <a:pt x="3103" y="8628"/>
                  </a:lnTo>
                  <a:lnTo>
                    <a:pt x="3130" y="8390"/>
                  </a:lnTo>
                  <a:lnTo>
                    <a:pt x="3155" y="8153"/>
                  </a:lnTo>
                  <a:lnTo>
                    <a:pt x="3178" y="7927"/>
                  </a:lnTo>
                  <a:lnTo>
                    <a:pt x="3200" y="7711"/>
                  </a:lnTo>
                  <a:lnTo>
                    <a:pt x="3222" y="7501"/>
                  </a:lnTo>
                  <a:lnTo>
                    <a:pt x="3241" y="7293"/>
                  </a:lnTo>
                  <a:lnTo>
                    <a:pt x="3259" y="7087"/>
                  </a:lnTo>
                  <a:lnTo>
                    <a:pt x="3273" y="6879"/>
                  </a:lnTo>
                  <a:lnTo>
                    <a:pt x="3284" y="6667"/>
                  </a:lnTo>
                  <a:lnTo>
                    <a:pt x="3292" y="6451"/>
                  </a:lnTo>
                  <a:lnTo>
                    <a:pt x="3296" y="6231"/>
                  </a:lnTo>
                  <a:lnTo>
                    <a:pt x="3298" y="6010"/>
                  </a:lnTo>
                  <a:lnTo>
                    <a:pt x="3296" y="5787"/>
                  </a:lnTo>
                  <a:lnTo>
                    <a:pt x="3292" y="5565"/>
                  </a:lnTo>
                  <a:lnTo>
                    <a:pt x="3284" y="5344"/>
                  </a:lnTo>
                  <a:lnTo>
                    <a:pt x="3274" y="5122"/>
                  </a:lnTo>
                  <a:lnTo>
                    <a:pt x="3262" y="4900"/>
                  </a:lnTo>
                  <a:lnTo>
                    <a:pt x="3246" y="4678"/>
                  </a:lnTo>
                  <a:lnTo>
                    <a:pt x="3227" y="4457"/>
                  </a:lnTo>
                  <a:lnTo>
                    <a:pt x="3205" y="4238"/>
                  </a:lnTo>
                  <a:lnTo>
                    <a:pt x="3179" y="4022"/>
                  </a:lnTo>
                  <a:lnTo>
                    <a:pt x="3148" y="3807"/>
                  </a:lnTo>
                  <a:lnTo>
                    <a:pt x="3115" y="3593"/>
                  </a:lnTo>
                  <a:lnTo>
                    <a:pt x="3078" y="3381"/>
                  </a:lnTo>
                  <a:lnTo>
                    <a:pt x="3037" y="3173"/>
                  </a:lnTo>
                  <a:lnTo>
                    <a:pt x="2992" y="2970"/>
                  </a:lnTo>
                  <a:lnTo>
                    <a:pt x="2942" y="2773"/>
                  </a:lnTo>
                  <a:lnTo>
                    <a:pt x="2887" y="2580"/>
                  </a:lnTo>
                  <a:lnTo>
                    <a:pt x="2828" y="2391"/>
                  </a:lnTo>
                  <a:lnTo>
                    <a:pt x="2764" y="2206"/>
                  </a:lnTo>
                  <a:lnTo>
                    <a:pt x="2696" y="2027"/>
                  </a:lnTo>
                  <a:lnTo>
                    <a:pt x="2625" y="1854"/>
                  </a:lnTo>
                  <a:lnTo>
                    <a:pt x="2551" y="1689"/>
                  </a:lnTo>
                  <a:lnTo>
                    <a:pt x="2473" y="1530"/>
                  </a:lnTo>
                  <a:lnTo>
                    <a:pt x="2392" y="1377"/>
                  </a:lnTo>
                  <a:lnTo>
                    <a:pt x="2307" y="1231"/>
                  </a:lnTo>
                  <a:lnTo>
                    <a:pt x="2220" y="1092"/>
                  </a:lnTo>
                  <a:lnTo>
                    <a:pt x="2129" y="960"/>
                  </a:lnTo>
                  <a:lnTo>
                    <a:pt x="2035" y="837"/>
                  </a:lnTo>
                  <a:lnTo>
                    <a:pt x="1937" y="721"/>
                  </a:lnTo>
                  <a:lnTo>
                    <a:pt x="1835" y="611"/>
                  </a:lnTo>
                  <a:lnTo>
                    <a:pt x="1730" y="509"/>
                  </a:lnTo>
                  <a:lnTo>
                    <a:pt x="1622" y="415"/>
                  </a:lnTo>
                  <a:lnTo>
                    <a:pt x="1513" y="330"/>
                  </a:lnTo>
                  <a:lnTo>
                    <a:pt x="1404" y="255"/>
                  </a:lnTo>
                  <a:lnTo>
                    <a:pt x="1287" y="189"/>
                  </a:lnTo>
                  <a:lnTo>
                    <a:pt x="1156" y="127"/>
                  </a:lnTo>
                  <a:lnTo>
                    <a:pt x="1022" y="73"/>
                  </a:lnTo>
                  <a:lnTo>
                    <a:pt x="895" y="30"/>
                  </a:lnTo>
                  <a:lnTo>
                    <a:pt x="790" y="0"/>
                  </a:lnTo>
                  <a:lnTo>
                    <a:pt x="773" y="4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79062" y="2059229"/>
              <a:ext cx="1290140" cy="2891333"/>
            </a:xfrm>
            <a:custGeom>
              <a:avLst/>
              <a:gdLst/>
              <a:ahLst/>
              <a:cxnLst/>
              <a:rect l="0" t="0" r="r" b="b"/>
              <a:pathLst>
                <a:path w="2204" h="5100" fill="none">
                  <a:moveTo>
                    <a:pt x="0" y="2298"/>
                  </a:moveTo>
                  <a:lnTo>
                    <a:pt x="369" y="2100"/>
                  </a:lnTo>
                  <a:lnTo>
                    <a:pt x="1169" y="1500"/>
                  </a:lnTo>
                  <a:lnTo>
                    <a:pt x="1619" y="900"/>
                  </a:lnTo>
                </a:path>
                <a:path w="2204" h="5100" fill="none">
                  <a:moveTo>
                    <a:pt x="369" y="2100"/>
                  </a:moveTo>
                  <a:lnTo>
                    <a:pt x="669" y="1200"/>
                  </a:lnTo>
                  <a:lnTo>
                    <a:pt x="819" y="200"/>
                  </a:lnTo>
                </a:path>
                <a:path w="2204" h="5100" fill="none">
                  <a:moveTo>
                    <a:pt x="0" y="2494"/>
                  </a:moveTo>
                  <a:lnTo>
                    <a:pt x="669" y="2600"/>
                  </a:lnTo>
                  <a:lnTo>
                    <a:pt x="1669" y="2600"/>
                  </a:lnTo>
                  <a:lnTo>
                    <a:pt x="2169" y="2700"/>
                  </a:lnTo>
                </a:path>
                <a:path w="2204" h="5100" fill="none">
                  <a:moveTo>
                    <a:pt x="669" y="2600"/>
                  </a:moveTo>
                  <a:lnTo>
                    <a:pt x="1369" y="3300"/>
                  </a:lnTo>
                  <a:lnTo>
                    <a:pt x="1919" y="3900"/>
                  </a:lnTo>
                </a:path>
                <a:path w="2204" h="5100" fill="none">
                  <a:moveTo>
                    <a:pt x="51" y="2883"/>
                  </a:moveTo>
                  <a:lnTo>
                    <a:pt x="369" y="3300"/>
                  </a:lnTo>
                  <a:lnTo>
                    <a:pt x="969" y="4300"/>
                  </a:lnTo>
                  <a:lnTo>
                    <a:pt x="1519" y="5100"/>
                  </a:lnTo>
                </a:path>
                <a:path w="2204" h="5100" fill="none">
                  <a:moveTo>
                    <a:pt x="369" y="3300"/>
                  </a:moveTo>
                  <a:lnTo>
                    <a:pt x="273" y="3621"/>
                  </a:lnTo>
                </a:path>
                <a:path w="2204" h="5100" fill="none">
                  <a:moveTo>
                    <a:pt x="969" y="4300"/>
                  </a:moveTo>
                  <a:lnTo>
                    <a:pt x="1769" y="4800"/>
                  </a:lnTo>
                  <a:lnTo>
                    <a:pt x="2169" y="5100"/>
                  </a:lnTo>
                </a:path>
                <a:path w="2204" h="5100" fill="none">
                  <a:moveTo>
                    <a:pt x="1169" y="1500"/>
                  </a:moveTo>
                  <a:lnTo>
                    <a:pt x="1869" y="1700"/>
                  </a:lnTo>
                  <a:lnTo>
                    <a:pt x="2204" y="1951"/>
                  </a:lnTo>
                </a:path>
                <a:path w="2204" h="5100" fill="none">
                  <a:moveTo>
                    <a:pt x="669" y="1200"/>
                  </a:moveTo>
                  <a:lnTo>
                    <a:pt x="1269" y="600"/>
                  </a:lnTo>
                </a:path>
                <a:path w="2204" h="5100" fill="none">
                  <a:moveTo>
                    <a:pt x="1369" y="3300"/>
                  </a:moveTo>
                  <a:lnTo>
                    <a:pt x="1269" y="4000"/>
                  </a:lnTo>
                  <a:lnTo>
                    <a:pt x="1569" y="4700"/>
                  </a:lnTo>
                </a:path>
                <a:path w="2204" h="5100" fill="none">
                  <a:moveTo>
                    <a:pt x="95" y="1097"/>
                  </a:moveTo>
                  <a:lnTo>
                    <a:pt x="169" y="900"/>
                  </a:lnTo>
                  <a:lnTo>
                    <a:pt x="369" y="0"/>
                  </a:lnTo>
                </a:path>
                <a:path w="2204" h="5100" fill="none">
                  <a:moveTo>
                    <a:pt x="1669" y="2600"/>
                  </a:moveTo>
                  <a:lnTo>
                    <a:pt x="1969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73642" y="3637296"/>
              <a:ext cx="1339356" cy="1504479"/>
            </a:xfrm>
            <a:custGeom>
              <a:avLst/>
              <a:gdLst/>
              <a:ahLst/>
              <a:cxnLst/>
              <a:rect l="0" t="0" r="r" b="b"/>
              <a:pathLst>
                <a:path w="2288" h="2653" fill="none">
                  <a:moveTo>
                    <a:pt x="2288" y="2653"/>
                  </a:moveTo>
                  <a:lnTo>
                    <a:pt x="2207" y="2551"/>
                  </a:lnTo>
                  <a:lnTo>
                    <a:pt x="2020" y="2318"/>
                  </a:lnTo>
                  <a:lnTo>
                    <a:pt x="1804" y="2046"/>
                  </a:lnTo>
                  <a:lnTo>
                    <a:pt x="1582" y="1769"/>
                  </a:lnTo>
                  <a:lnTo>
                    <a:pt x="1378" y="1516"/>
                  </a:lnTo>
                  <a:lnTo>
                    <a:pt x="1191" y="1282"/>
                  </a:lnTo>
                  <a:lnTo>
                    <a:pt x="1005" y="1045"/>
                  </a:lnTo>
                  <a:lnTo>
                    <a:pt x="822" y="815"/>
                  </a:lnTo>
                  <a:lnTo>
                    <a:pt x="646" y="602"/>
                  </a:lnTo>
                  <a:lnTo>
                    <a:pt x="478" y="416"/>
                  </a:lnTo>
                  <a:lnTo>
                    <a:pt x="311" y="254"/>
                  </a:lnTo>
                  <a:lnTo>
                    <a:pt x="143" y="11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43191" y="1663303"/>
            <a:ext cx="1445916" cy="4246105"/>
          </a:xfrm>
          <a:custGeom>
            <a:avLst/>
            <a:gdLst/>
            <a:ahLst/>
            <a:cxnLst/>
            <a:rect l="0" t="0" r="r" b="b"/>
            <a:pathLst>
              <a:path w="2470" h="7489" fill="none">
                <a:moveTo>
                  <a:pt x="579" y="35"/>
                </a:moveTo>
                <a:lnTo>
                  <a:pt x="575" y="44"/>
                </a:lnTo>
                <a:lnTo>
                  <a:pt x="570" y="53"/>
                </a:lnTo>
                <a:lnTo>
                  <a:pt x="542" y="101"/>
                </a:lnTo>
                <a:lnTo>
                  <a:pt x="541" y="104"/>
                </a:lnTo>
                <a:lnTo>
                  <a:pt x="507" y="159"/>
                </a:lnTo>
                <a:lnTo>
                  <a:pt x="471" y="220"/>
                </a:lnTo>
                <a:lnTo>
                  <a:pt x="434" y="288"/>
                </a:lnTo>
                <a:lnTo>
                  <a:pt x="397" y="366"/>
                </a:lnTo>
                <a:lnTo>
                  <a:pt x="363" y="455"/>
                </a:lnTo>
                <a:lnTo>
                  <a:pt x="329" y="559"/>
                </a:lnTo>
                <a:lnTo>
                  <a:pt x="295" y="676"/>
                </a:lnTo>
                <a:lnTo>
                  <a:pt x="260" y="804"/>
                </a:lnTo>
                <a:lnTo>
                  <a:pt x="227" y="941"/>
                </a:lnTo>
                <a:lnTo>
                  <a:pt x="196" y="1085"/>
                </a:lnTo>
                <a:lnTo>
                  <a:pt x="169" y="1236"/>
                </a:lnTo>
                <a:lnTo>
                  <a:pt x="144" y="1397"/>
                </a:lnTo>
                <a:lnTo>
                  <a:pt x="121" y="1570"/>
                </a:lnTo>
                <a:lnTo>
                  <a:pt x="100" y="1751"/>
                </a:lnTo>
                <a:lnTo>
                  <a:pt x="82" y="1936"/>
                </a:lnTo>
                <a:lnTo>
                  <a:pt x="66" y="2122"/>
                </a:lnTo>
                <a:lnTo>
                  <a:pt x="52" y="2306"/>
                </a:lnTo>
                <a:lnTo>
                  <a:pt x="52" y="2307"/>
                </a:lnTo>
                <a:lnTo>
                  <a:pt x="37" y="2489"/>
                </a:lnTo>
                <a:lnTo>
                  <a:pt x="37" y="2490"/>
                </a:lnTo>
                <a:lnTo>
                  <a:pt x="21" y="2672"/>
                </a:lnTo>
                <a:lnTo>
                  <a:pt x="7" y="2853"/>
                </a:lnTo>
                <a:lnTo>
                  <a:pt x="0" y="3032"/>
                </a:lnTo>
                <a:lnTo>
                  <a:pt x="1" y="3210"/>
                </a:lnTo>
                <a:lnTo>
                  <a:pt x="15" y="3384"/>
                </a:lnTo>
                <a:lnTo>
                  <a:pt x="44" y="3559"/>
                </a:lnTo>
                <a:lnTo>
                  <a:pt x="88" y="3735"/>
                </a:lnTo>
                <a:lnTo>
                  <a:pt x="142" y="3915"/>
                </a:lnTo>
                <a:lnTo>
                  <a:pt x="201" y="4097"/>
                </a:lnTo>
                <a:lnTo>
                  <a:pt x="201" y="4098"/>
                </a:lnTo>
                <a:lnTo>
                  <a:pt x="260" y="4281"/>
                </a:lnTo>
                <a:lnTo>
                  <a:pt x="261" y="4284"/>
                </a:lnTo>
                <a:lnTo>
                  <a:pt x="315" y="4467"/>
                </a:lnTo>
                <a:lnTo>
                  <a:pt x="315" y="4468"/>
                </a:lnTo>
                <a:lnTo>
                  <a:pt x="365" y="4648"/>
                </a:lnTo>
                <a:lnTo>
                  <a:pt x="417" y="4824"/>
                </a:lnTo>
                <a:lnTo>
                  <a:pt x="417" y="4824"/>
                </a:lnTo>
                <a:lnTo>
                  <a:pt x="468" y="5001"/>
                </a:lnTo>
                <a:lnTo>
                  <a:pt x="468" y="5003"/>
                </a:lnTo>
                <a:lnTo>
                  <a:pt x="517" y="5183"/>
                </a:lnTo>
                <a:lnTo>
                  <a:pt x="518" y="5187"/>
                </a:lnTo>
                <a:lnTo>
                  <a:pt x="562" y="5374"/>
                </a:lnTo>
                <a:lnTo>
                  <a:pt x="563" y="5379"/>
                </a:lnTo>
                <a:lnTo>
                  <a:pt x="600" y="5577"/>
                </a:lnTo>
                <a:lnTo>
                  <a:pt x="600" y="5578"/>
                </a:lnTo>
                <a:lnTo>
                  <a:pt x="643" y="5808"/>
                </a:lnTo>
                <a:lnTo>
                  <a:pt x="695" y="6071"/>
                </a:lnTo>
                <a:lnTo>
                  <a:pt x="695" y="6073"/>
                </a:lnTo>
                <a:lnTo>
                  <a:pt x="742" y="6344"/>
                </a:lnTo>
                <a:lnTo>
                  <a:pt x="743" y="6350"/>
                </a:lnTo>
                <a:lnTo>
                  <a:pt x="750" y="6406"/>
                </a:lnTo>
                <a:lnTo>
                  <a:pt x="776" y="6412"/>
                </a:lnTo>
                <a:lnTo>
                  <a:pt x="785" y="6414"/>
                </a:lnTo>
                <a:lnTo>
                  <a:pt x="904" y="6453"/>
                </a:lnTo>
                <a:lnTo>
                  <a:pt x="915" y="6457"/>
                </a:lnTo>
                <a:lnTo>
                  <a:pt x="1036" y="6511"/>
                </a:lnTo>
                <a:lnTo>
                  <a:pt x="1045" y="6515"/>
                </a:lnTo>
                <a:lnTo>
                  <a:pt x="1171" y="6583"/>
                </a:lnTo>
                <a:lnTo>
                  <a:pt x="1177" y="6587"/>
                </a:lnTo>
                <a:lnTo>
                  <a:pt x="1303" y="6666"/>
                </a:lnTo>
                <a:lnTo>
                  <a:pt x="1308" y="6669"/>
                </a:lnTo>
                <a:lnTo>
                  <a:pt x="1431" y="6754"/>
                </a:lnTo>
                <a:lnTo>
                  <a:pt x="1435" y="6757"/>
                </a:lnTo>
                <a:lnTo>
                  <a:pt x="1551" y="6844"/>
                </a:lnTo>
                <a:lnTo>
                  <a:pt x="1555" y="6847"/>
                </a:lnTo>
                <a:lnTo>
                  <a:pt x="1660" y="6933"/>
                </a:lnTo>
                <a:lnTo>
                  <a:pt x="1667" y="6939"/>
                </a:lnTo>
                <a:lnTo>
                  <a:pt x="1762" y="7030"/>
                </a:lnTo>
                <a:lnTo>
                  <a:pt x="1769" y="7038"/>
                </a:lnTo>
                <a:lnTo>
                  <a:pt x="1857" y="7140"/>
                </a:lnTo>
                <a:lnTo>
                  <a:pt x="1860" y="7145"/>
                </a:lnTo>
                <a:lnTo>
                  <a:pt x="1941" y="7249"/>
                </a:lnTo>
                <a:lnTo>
                  <a:pt x="1942" y="7251"/>
                </a:lnTo>
                <a:lnTo>
                  <a:pt x="2015" y="7348"/>
                </a:lnTo>
                <a:lnTo>
                  <a:pt x="2076" y="7426"/>
                </a:lnTo>
                <a:lnTo>
                  <a:pt x="2125" y="7477"/>
                </a:lnTo>
                <a:lnTo>
                  <a:pt x="2140" y="7489"/>
                </a:lnTo>
                <a:lnTo>
                  <a:pt x="2153" y="7459"/>
                </a:lnTo>
                <a:lnTo>
                  <a:pt x="2174" y="7388"/>
                </a:lnTo>
                <a:lnTo>
                  <a:pt x="2197" y="7297"/>
                </a:lnTo>
                <a:lnTo>
                  <a:pt x="2219" y="7190"/>
                </a:lnTo>
                <a:lnTo>
                  <a:pt x="2240" y="7070"/>
                </a:lnTo>
                <a:lnTo>
                  <a:pt x="2262" y="6941"/>
                </a:lnTo>
                <a:lnTo>
                  <a:pt x="2283" y="6797"/>
                </a:lnTo>
                <a:lnTo>
                  <a:pt x="2304" y="6636"/>
                </a:lnTo>
                <a:lnTo>
                  <a:pt x="2325" y="6462"/>
                </a:lnTo>
                <a:lnTo>
                  <a:pt x="2345" y="6283"/>
                </a:lnTo>
                <a:lnTo>
                  <a:pt x="2363" y="6106"/>
                </a:lnTo>
                <a:lnTo>
                  <a:pt x="2381" y="5937"/>
                </a:lnTo>
                <a:lnTo>
                  <a:pt x="2397" y="5775"/>
                </a:lnTo>
                <a:lnTo>
                  <a:pt x="2413" y="5618"/>
                </a:lnTo>
                <a:lnTo>
                  <a:pt x="2428" y="5462"/>
                </a:lnTo>
                <a:lnTo>
                  <a:pt x="2441" y="5308"/>
                </a:lnTo>
                <a:lnTo>
                  <a:pt x="2452" y="5152"/>
                </a:lnTo>
                <a:lnTo>
                  <a:pt x="2460" y="4993"/>
                </a:lnTo>
                <a:lnTo>
                  <a:pt x="2466" y="4831"/>
                </a:lnTo>
                <a:lnTo>
                  <a:pt x="2469" y="4667"/>
                </a:lnTo>
                <a:lnTo>
                  <a:pt x="2470" y="4501"/>
                </a:lnTo>
                <a:lnTo>
                  <a:pt x="2469" y="4335"/>
                </a:lnTo>
                <a:lnTo>
                  <a:pt x="2466" y="4168"/>
                </a:lnTo>
                <a:lnTo>
                  <a:pt x="2460" y="4002"/>
                </a:lnTo>
                <a:lnTo>
                  <a:pt x="2453" y="3836"/>
                </a:lnTo>
                <a:lnTo>
                  <a:pt x="2443" y="3670"/>
                </a:lnTo>
                <a:lnTo>
                  <a:pt x="2432" y="3503"/>
                </a:lnTo>
                <a:lnTo>
                  <a:pt x="2418" y="3338"/>
                </a:lnTo>
                <a:lnTo>
                  <a:pt x="2401" y="3174"/>
                </a:lnTo>
                <a:lnTo>
                  <a:pt x="2381" y="3012"/>
                </a:lnTo>
                <a:lnTo>
                  <a:pt x="2359" y="2851"/>
                </a:lnTo>
                <a:lnTo>
                  <a:pt x="2334" y="2691"/>
                </a:lnTo>
                <a:lnTo>
                  <a:pt x="2306" y="2532"/>
                </a:lnTo>
                <a:lnTo>
                  <a:pt x="2275" y="2376"/>
                </a:lnTo>
                <a:lnTo>
                  <a:pt x="2241" y="2224"/>
                </a:lnTo>
                <a:lnTo>
                  <a:pt x="2204" y="2076"/>
                </a:lnTo>
                <a:lnTo>
                  <a:pt x="2163" y="1932"/>
                </a:lnTo>
                <a:lnTo>
                  <a:pt x="2118" y="1791"/>
                </a:lnTo>
                <a:lnTo>
                  <a:pt x="2071" y="1652"/>
                </a:lnTo>
                <a:lnTo>
                  <a:pt x="2020" y="1518"/>
                </a:lnTo>
                <a:lnTo>
                  <a:pt x="1966" y="1389"/>
                </a:lnTo>
                <a:lnTo>
                  <a:pt x="1911" y="1265"/>
                </a:lnTo>
                <a:lnTo>
                  <a:pt x="1852" y="1146"/>
                </a:lnTo>
                <a:lnTo>
                  <a:pt x="1792" y="1031"/>
                </a:lnTo>
                <a:lnTo>
                  <a:pt x="1729" y="922"/>
                </a:lnTo>
                <a:lnTo>
                  <a:pt x="1663" y="817"/>
                </a:lnTo>
                <a:lnTo>
                  <a:pt x="1595" y="719"/>
                </a:lnTo>
                <a:lnTo>
                  <a:pt x="1524" y="627"/>
                </a:lnTo>
                <a:lnTo>
                  <a:pt x="1451" y="540"/>
                </a:lnTo>
                <a:lnTo>
                  <a:pt x="1375" y="458"/>
                </a:lnTo>
                <a:lnTo>
                  <a:pt x="1296" y="381"/>
                </a:lnTo>
                <a:lnTo>
                  <a:pt x="1215" y="311"/>
                </a:lnTo>
                <a:lnTo>
                  <a:pt x="1133" y="247"/>
                </a:lnTo>
                <a:lnTo>
                  <a:pt x="1052" y="191"/>
                </a:lnTo>
                <a:lnTo>
                  <a:pt x="964" y="141"/>
                </a:lnTo>
                <a:lnTo>
                  <a:pt x="866" y="95"/>
                </a:lnTo>
                <a:lnTo>
                  <a:pt x="765" y="55"/>
                </a:lnTo>
                <a:lnTo>
                  <a:pt x="670" y="22"/>
                </a:lnTo>
                <a:lnTo>
                  <a:pt x="592" y="0"/>
                </a:lnTo>
                <a:lnTo>
                  <a:pt x="579" y="3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79726" y="1592563"/>
            <a:ext cx="2481276" cy="4260123"/>
          </a:xfrm>
          <a:custGeom>
            <a:avLst/>
            <a:gdLst/>
            <a:ahLst/>
            <a:cxnLst/>
            <a:rect l="0" t="0" r="r" b="b"/>
            <a:pathLst>
              <a:path w="4239" h="7514" fill="none">
                <a:moveTo>
                  <a:pt x="2172" y="3"/>
                </a:moveTo>
                <a:lnTo>
                  <a:pt x="2075" y="17"/>
                </a:lnTo>
                <a:lnTo>
                  <a:pt x="1974" y="42"/>
                </a:lnTo>
                <a:lnTo>
                  <a:pt x="1872" y="76"/>
                </a:lnTo>
                <a:lnTo>
                  <a:pt x="1770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9"/>
                </a:lnTo>
                <a:lnTo>
                  <a:pt x="271" y="7077"/>
                </a:lnTo>
                <a:lnTo>
                  <a:pt x="295" y="7191"/>
                </a:lnTo>
                <a:lnTo>
                  <a:pt x="320" y="7293"/>
                </a:lnTo>
                <a:lnTo>
                  <a:pt x="346" y="7379"/>
                </a:lnTo>
                <a:lnTo>
                  <a:pt x="374" y="7443"/>
                </a:lnTo>
                <a:lnTo>
                  <a:pt x="400" y="7484"/>
                </a:lnTo>
                <a:lnTo>
                  <a:pt x="424" y="7507"/>
                </a:lnTo>
                <a:lnTo>
                  <a:pt x="449" y="7514"/>
                </a:lnTo>
                <a:lnTo>
                  <a:pt x="479" y="7505"/>
                </a:lnTo>
                <a:lnTo>
                  <a:pt x="517" y="7481"/>
                </a:lnTo>
                <a:lnTo>
                  <a:pt x="567" y="7443"/>
                </a:lnTo>
                <a:lnTo>
                  <a:pt x="628" y="7383"/>
                </a:lnTo>
                <a:lnTo>
                  <a:pt x="698" y="7300"/>
                </a:lnTo>
                <a:lnTo>
                  <a:pt x="777" y="7201"/>
                </a:lnTo>
                <a:lnTo>
                  <a:pt x="863" y="7097"/>
                </a:lnTo>
                <a:lnTo>
                  <a:pt x="957" y="6994"/>
                </a:lnTo>
                <a:lnTo>
                  <a:pt x="1059" y="6903"/>
                </a:lnTo>
                <a:lnTo>
                  <a:pt x="1171" y="6817"/>
                </a:lnTo>
                <a:lnTo>
                  <a:pt x="1296" y="6729"/>
                </a:lnTo>
                <a:lnTo>
                  <a:pt x="1428" y="6644"/>
                </a:lnTo>
                <a:lnTo>
                  <a:pt x="1564" y="6565"/>
                </a:lnTo>
                <a:lnTo>
                  <a:pt x="1699" y="6496"/>
                </a:lnTo>
                <a:lnTo>
                  <a:pt x="1829" y="6443"/>
                </a:lnTo>
                <a:lnTo>
                  <a:pt x="1957" y="6404"/>
                </a:lnTo>
                <a:lnTo>
                  <a:pt x="2084" y="6377"/>
                </a:lnTo>
                <a:lnTo>
                  <a:pt x="2212" y="6360"/>
                </a:lnTo>
                <a:lnTo>
                  <a:pt x="2337" y="6353"/>
                </a:lnTo>
                <a:lnTo>
                  <a:pt x="2460" y="6354"/>
                </a:lnTo>
                <a:lnTo>
                  <a:pt x="2578" y="6363"/>
                </a:lnTo>
                <a:lnTo>
                  <a:pt x="2688" y="6381"/>
                </a:lnTo>
                <a:lnTo>
                  <a:pt x="2788" y="6412"/>
                </a:lnTo>
                <a:lnTo>
                  <a:pt x="2886" y="6451"/>
                </a:lnTo>
                <a:lnTo>
                  <a:pt x="2986" y="6495"/>
                </a:lnTo>
                <a:lnTo>
                  <a:pt x="3096" y="6540"/>
                </a:lnTo>
                <a:lnTo>
                  <a:pt x="3220" y="6583"/>
                </a:lnTo>
                <a:lnTo>
                  <a:pt x="3374" y="6640"/>
                </a:lnTo>
                <a:lnTo>
                  <a:pt x="3557" y="6717"/>
                </a:lnTo>
                <a:lnTo>
                  <a:pt x="3748" y="6796"/>
                </a:lnTo>
                <a:lnTo>
                  <a:pt x="3929" y="6857"/>
                </a:lnTo>
                <a:lnTo>
                  <a:pt x="4081" y="6879"/>
                </a:lnTo>
                <a:lnTo>
                  <a:pt x="4185" y="6843"/>
                </a:lnTo>
                <a:lnTo>
                  <a:pt x="4233" y="6736"/>
                </a:lnTo>
                <a:lnTo>
                  <a:pt x="4239" y="6571"/>
                </a:lnTo>
                <a:lnTo>
                  <a:pt x="4217" y="6368"/>
                </a:lnTo>
                <a:lnTo>
                  <a:pt x="4178" y="6146"/>
                </a:lnTo>
                <a:lnTo>
                  <a:pt x="4137" y="5924"/>
                </a:lnTo>
                <a:lnTo>
                  <a:pt x="4107" y="5723"/>
                </a:lnTo>
                <a:lnTo>
                  <a:pt x="4085" y="5538"/>
                </a:lnTo>
                <a:lnTo>
                  <a:pt x="4059" y="5354"/>
                </a:lnTo>
                <a:lnTo>
                  <a:pt x="4031" y="5171"/>
                </a:lnTo>
                <a:lnTo>
                  <a:pt x="4001" y="4989"/>
                </a:lnTo>
                <a:lnTo>
                  <a:pt x="3972" y="4806"/>
                </a:lnTo>
                <a:lnTo>
                  <a:pt x="3944" y="4623"/>
                </a:lnTo>
                <a:lnTo>
                  <a:pt x="3917" y="4439"/>
                </a:lnTo>
                <a:lnTo>
                  <a:pt x="3891" y="4256"/>
                </a:lnTo>
                <a:lnTo>
                  <a:pt x="3864" y="4073"/>
                </a:lnTo>
                <a:lnTo>
                  <a:pt x="3838" y="3889"/>
                </a:lnTo>
                <a:lnTo>
                  <a:pt x="3810" y="3706"/>
                </a:lnTo>
                <a:lnTo>
                  <a:pt x="3780" y="3523"/>
                </a:lnTo>
                <a:lnTo>
                  <a:pt x="3750" y="3339"/>
                </a:lnTo>
                <a:lnTo>
                  <a:pt x="3718" y="3155"/>
                </a:lnTo>
                <a:lnTo>
                  <a:pt x="3686" y="2971"/>
                </a:lnTo>
                <a:lnTo>
                  <a:pt x="3652" y="2788"/>
                </a:lnTo>
                <a:lnTo>
                  <a:pt x="3616" y="2605"/>
                </a:lnTo>
                <a:lnTo>
                  <a:pt x="3577" y="2423"/>
                </a:lnTo>
                <a:lnTo>
                  <a:pt x="3535" y="2238"/>
                </a:lnTo>
                <a:lnTo>
                  <a:pt x="3490" y="2051"/>
                </a:lnTo>
                <a:lnTo>
                  <a:pt x="3443" y="1864"/>
                </a:lnTo>
                <a:lnTo>
                  <a:pt x="3395" y="1681"/>
                </a:lnTo>
                <a:lnTo>
                  <a:pt x="3345" y="1506"/>
                </a:lnTo>
                <a:lnTo>
                  <a:pt x="3295" y="1343"/>
                </a:lnTo>
                <a:lnTo>
                  <a:pt x="3243" y="1189"/>
                </a:lnTo>
                <a:lnTo>
                  <a:pt x="3189" y="1041"/>
                </a:lnTo>
                <a:lnTo>
                  <a:pt x="3133" y="901"/>
                </a:lnTo>
                <a:lnTo>
                  <a:pt x="3078" y="771"/>
                </a:lnTo>
                <a:lnTo>
                  <a:pt x="3025" y="651"/>
                </a:lnTo>
                <a:lnTo>
                  <a:pt x="2974" y="543"/>
                </a:lnTo>
                <a:lnTo>
                  <a:pt x="2930" y="447"/>
                </a:lnTo>
                <a:lnTo>
                  <a:pt x="2892" y="363"/>
                </a:lnTo>
                <a:lnTo>
                  <a:pt x="2856" y="290"/>
                </a:lnTo>
                <a:lnTo>
                  <a:pt x="2816" y="226"/>
                </a:lnTo>
                <a:lnTo>
                  <a:pt x="2769" y="171"/>
                </a:lnTo>
                <a:lnTo>
                  <a:pt x="2710" y="123"/>
                </a:lnTo>
                <a:lnTo>
                  <a:pt x="2637" y="81"/>
                </a:lnTo>
                <a:lnTo>
                  <a:pt x="2553" y="48"/>
                </a:lnTo>
                <a:lnTo>
                  <a:pt x="2462" y="23"/>
                </a:lnTo>
                <a:lnTo>
                  <a:pt x="2366" y="6"/>
                </a:lnTo>
                <a:lnTo>
                  <a:pt x="2268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78806" y="1592563"/>
            <a:ext cx="1574676" cy="4396185"/>
          </a:xfrm>
          <a:custGeom>
            <a:avLst/>
            <a:gdLst/>
            <a:ahLst/>
            <a:cxnLst/>
            <a:rect l="0" t="0" r="r" b="b"/>
            <a:pathLst>
              <a:path w="2690" h="7754" fill="none">
                <a:moveTo>
                  <a:pt x="660" y="3"/>
                </a:moveTo>
                <a:lnTo>
                  <a:pt x="621" y="0"/>
                </a:lnTo>
                <a:lnTo>
                  <a:pt x="605" y="6"/>
                </a:lnTo>
                <a:lnTo>
                  <a:pt x="601" y="23"/>
                </a:lnTo>
                <a:lnTo>
                  <a:pt x="603" y="48"/>
                </a:lnTo>
                <a:lnTo>
                  <a:pt x="600" y="81"/>
                </a:lnTo>
                <a:lnTo>
                  <a:pt x="585" y="123"/>
                </a:lnTo>
                <a:lnTo>
                  <a:pt x="557" y="171"/>
                </a:lnTo>
                <a:lnTo>
                  <a:pt x="523" y="226"/>
                </a:lnTo>
                <a:lnTo>
                  <a:pt x="485" y="290"/>
                </a:lnTo>
                <a:lnTo>
                  <a:pt x="445" y="363"/>
                </a:lnTo>
                <a:lnTo>
                  <a:pt x="406" y="447"/>
                </a:lnTo>
                <a:lnTo>
                  <a:pt x="370" y="543"/>
                </a:lnTo>
                <a:lnTo>
                  <a:pt x="334" y="651"/>
                </a:lnTo>
                <a:lnTo>
                  <a:pt x="299" y="771"/>
                </a:lnTo>
                <a:lnTo>
                  <a:pt x="264" y="901"/>
                </a:lnTo>
                <a:lnTo>
                  <a:pt x="230" y="1041"/>
                </a:lnTo>
                <a:lnTo>
                  <a:pt x="199" y="1189"/>
                </a:lnTo>
                <a:lnTo>
                  <a:pt x="170" y="1343"/>
                </a:lnTo>
                <a:lnTo>
                  <a:pt x="145" y="1506"/>
                </a:lnTo>
                <a:lnTo>
                  <a:pt x="122" y="1681"/>
                </a:lnTo>
                <a:lnTo>
                  <a:pt x="101" y="1864"/>
                </a:lnTo>
                <a:lnTo>
                  <a:pt x="82" y="2051"/>
                </a:lnTo>
                <a:lnTo>
                  <a:pt x="66" y="2238"/>
                </a:lnTo>
                <a:lnTo>
                  <a:pt x="52" y="2423"/>
                </a:lnTo>
                <a:lnTo>
                  <a:pt x="37" y="2605"/>
                </a:lnTo>
                <a:lnTo>
                  <a:pt x="21" y="2788"/>
                </a:lnTo>
                <a:lnTo>
                  <a:pt x="7" y="2971"/>
                </a:lnTo>
                <a:lnTo>
                  <a:pt x="0" y="3155"/>
                </a:lnTo>
                <a:lnTo>
                  <a:pt x="1" y="3339"/>
                </a:lnTo>
                <a:lnTo>
                  <a:pt x="16" y="3523"/>
                </a:lnTo>
                <a:lnTo>
                  <a:pt x="47" y="3706"/>
                </a:lnTo>
                <a:lnTo>
                  <a:pt x="92" y="3889"/>
                </a:lnTo>
                <a:lnTo>
                  <a:pt x="147" y="4073"/>
                </a:lnTo>
                <a:lnTo>
                  <a:pt x="207" y="4256"/>
                </a:lnTo>
                <a:lnTo>
                  <a:pt x="266" y="4439"/>
                </a:lnTo>
                <a:lnTo>
                  <a:pt x="319" y="4623"/>
                </a:lnTo>
                <a:lnTo>
                  <a:pt x="369" y="4803"/>
                </a:lnTo>
                <a:lnTo>
                  <a:pt x="421" y="4980"/>
                </a:lnTo>
                <a:lnTo>
                  <a:pt x="472" y="5156"/>
                </a:lnTo>
                <a:lnTo>
                  <a:pt x="521" y="5337"/>
                </a:lnTo>
                <a:lnTo>
                  <a:pt x="565" y="5524"/>
                </a:lnTo>
                <a:lnTo>
                  <a:pt x="602" y="5723"/>
                </a:lnTo>
                <a:lnTo>
                  <a:pt x="645" y="5953"/>
                </a:lnTo>
                <a:lnTo>
                  <a:pt x="697" y="6217"/>
                </a:lnTo>
                <a:lnTo>
                  <a:pt x="744" y="6488"/>
                </a:lnTo>
                <a:lnTo>
                  <a:pt x="759" y="6621"/>
                </a:lnTo>
                <a:lnTo>
                  <a:pt x="861" y="6644"/>
                </a:lnTo>
                <a:lnTo>
                  <a:pt x="980" y="6683"/>
                </a:lnTo>
                <a:lnTo>
                  <a:pt x="1102" y="6736"/>
                </a:lnTo>
                <a:lnTo>
                  <a:pt x="1228" y="6805"/>
                </a:lnTo>
                <a:lnTo>
                  <a:pt x="1355" y="6884"/>
                </a:lnTo>
                <a:lnTo>
                  <a:pt x="1479" y="6969"/>
                </a:lnTo>
                <a:lnTo>
                  <a:pt x="1595" y="7057"/>
                </a:lnTo>
                <a:lnTo>
                  <a:pt x="1700" y="7143"/>
                </a:lnTo>
                <a:lnTo>
                  <a:pt x="1795" y="7234"/>
                </a:lnTo>
                <a:lnTo>
                  <a:pt x="1883" y="7337"/>
                </a:lnTo>
                <a:lnTo>
                  <a:pt x="1964" y="7441"/>
                </a:lnTo>
                <a:lnTo>
                  <a:pt x="2037" y="7540"/>
                </a:lnTo>
                <a:lnTo>
                  <a:pt x="2103" y="7623"/>
                </a:lnTo>
                <a:lnTo>
                  <a:pt x="2160" y="7683"/>
                </a:lnTo>
                <a:lnTo>
                  <a:pt x="2207" y="7721"/>
                </a:lnTo>
                <a:lnTo>
                  <a:pt x="2242" y="7745"/>
                </a:lnTo>
                <a:lnTo>
                  <a:pt x="2270" y="7754"/>
                </a:lnTo>
                <a:lnTo>
                  <a:pt x="2294" y="7747"/>
                </a:lnTo>
                <a:lnTo>
                  <a:pt x="2316" y="7724"/>
                </a:lnTo>
                <a:lnTo>
                  <a:pt x="2340" y="7683"/>
                </a:lnTo>
                <a:lnTo>
                  <a:pt x="2366" y="7622"/>
                </a:lnTo>
                <a:lnTo>
                  <a:pt x="2391" y="7542"/>
                </a:lnTo>
                <a:lnTo>
                  <a:pt x="2414" y="7446"/>
                </a:lnTo>
                <a:lnTo>
                  <a:pt x="2437" y="7335"/>
                </a:lnTo>
                <a:lnTo>
                  <a:pt x="2459" y="7213"/>
                </a:lnTo>
                <a:lnTo>
                  <a:pt x="2480" y="7083"/>
                </a:lnTo>
                <a:lnTo>
                  <a:pt x="2502" y="6937"/>
                </a:lnTo>
                <a:lnTo>
                  <a:pt x="2523" y="6774"/>
                </a:lnTo>
                <a:lnTo>
                  <a:pt x="2544" y="6600"/>
                </a:lnTo>
                <a:lnTo>
                  <a:pt x="2564" y="6420"/>
                </a:lnTo>
                <a:lnTo>
                  <a:pt x="2583" y="6242"/>
                </a:lnTo>
                <a:lnTo>
                  <a:pt x="2600" y="6073"/>
                </a:lnTo>
                <a:lnTo>
                  <a:pt x="2617" y="5911"/>
                </a:lnTo>
                <a:lnTo>
                  <a:pt x="2633" y="5753"/>
                </a:lnTo>
                <a:lnTo>
                  <a:pt x="2648" y="5597"/>
                </a:lnTo>
                <a:lnTo>
                  <a:pt x="2661" y="5441"/>
                </a:lnTo>
                <a:lnTo>
                  <a:pt x="2672" y="5283"/>
                </a:lnTo>
                <a:lnTo>
                  <a:pt x="2680" y="5123"/>
                </a:lnTo>
                <a:lnTo>
                  <a:pt x="2686" y="4959"/>
                </a:lnTo>
                <a:lnTo>
                  <a:pt x="2689" y="4793"/>
                </a:lnTo>
                <a:lnTo>
                  <a:pt x="2690" y="4626"/>
                </a:lnTo>
                <a:lnTo>
                  <a:pt x="2689" y="4458"/>
                </a:lnTo>
                <a:lnTo>
                  <a:pt x="2686" y="4290"/>
                </a:lnTo>
                <a:lnTo>
                  <a:pt x="2680" y="4123"/>
                </a:lnTo>
                <a:lnTo>
                  <a:pt x="2673" y="3955"/>
                </a:lnTo>
                <a:lnTo>
                  <a:pt x="2663" y="3787"/>
                </a:lnTo>
                <a:lnTo>
                  <a:pt x="2652" y="3620"/>
                </a:lnTo>
                <a:lnTo>
                  <a:pt x="2637" y="3452"/>
                </a:lnTo>
                <a:lnTo>
                  <a:pt x="2620" y="3286"/>
                </a:lnTo>
                <a:lnTo>
                  <a:pt x="2600" y="3123"/>
                </a:lnTo>
                <a:lnTo>
                  <a:pt x="2577" y="2960"/>
                </a:lnTo>
                <a:lnTo>
                  <a:pt x="2552" y="2798"/>
                </a:lnTo>
                <a:lnTo>
                  <a:pt x="2524" y="2637"/>
                </a:lnTo>
                <a:lnTo>
                  <a:pt x="2493" y="2479"/>
                </a:lnTo>
                <a:lnTo>
                  <a:pt x="2458" y="2323"/>
                </a:lnTo>
                <a:lnTo>
                  <a:pt x="2420" y="2173"/>
                </a:lnTo>
                <a:lnTo>
                  <a:pt x="2378" y="2025"/>
                </a:lnTo>
                <a:lnTo>
                  <a:pt x="2333" y="1881"/>
                </a:lnTo>
                <a:lnTo>
                  <a:pt x="2284" y="1740"/>
                </a:lnTo>
                <a:lnTo>
                  <a:pt x="2232" y="1602"/>
                </a:lnTo>
                <a:lnTo>
                  <a:pt x="2177" y="1470"/>
                </a:lnTo>
                <a:lnTo>
                  <a:pt x="2120" y="1343"/>
                </a:lnTo>
                <a:lnTo>
                  <a:pt x="2061" y="1220"/>
                </a:lnTo>
                <a:lnTo>
                  <a:pt x="1998" y="1103"/>
                </a:lnTo>
                <a:lnTo>
                  <a:pt x="1933" y="990"/>
                </a:lnTo>
                <a:lnTo>
                  <a:pt x="1865" y="882"/>
                </a:lnTo>
                <a:lnTo>
                  <a:pt x="1794" y="779"/>
                </a:lnTo>
                <a:lnTo>
                  <a:pt x="1720" y="683"/>
                </a:lnTo>
                <a:lnTo>
                  <a:pt x="1643" y="592"/>
                </a:lnTo>
                <a:lnTo>
                  <a:pt x="1563" y="506"/>
                </a:lnTo>
                <a:lnTo>
                  <a:pt x="1480" y="425"/>
                </a:lnTo>
                <a:lnTo>
                  <a:pt x="1395" y="351"/>
                </a:lnTo>
                <a:lnTo>
                  <a:pt x="1308" y="283"/>
                </a:lnTo>
                <a:lnTo>
                  <a:pt x="1220" y="223"/>
                </a:lnTo>
                <a:lnTo>
                  <a:pt x="1125" y="168"/>
                </a:lnTo>
                <a:lnTo>
                  <a:pt x="1020" y="119"/>
                </a:lnTo>
                <a:lnTo>
                  <a:pt x="914" y="76"/>
                </a:lnTo>
                <a:lnTo>
                  <a:pt x="813" y="42"/>
                </a:lnTo>
                <a:lnTo>
                  <a:pt x="726" y="17"/>
                </a:lnTo>
                <a:lnTo>
                  <a:pt x="66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080898" y="2078242"/>
            <a:ext cx="440314" cy="1979240"/>
          </a:xfrm>
          <a:custGeom>
            <a:avLst/>
            <a:gdLst/>
            <a:ahLst/>
            <a:cxnLst/>
            <a:rect l="0" t="0" r="r" b="b"/>
            <a:pathLst>
              <a:path w="2155" h="10000">
                <a:moveTo>
                  <a:pt x="515" y="5393"/>
                </a:moveTo>
                <a:lnTo>
                  <a:pt x="518" y="5417"/>
                </a:lnTo>
                <a:lnTo>
                  <a:pt x="1191" y="10000"/>
                </a:lnTo>
                <a:lnTo>
                  <a:pt x="2155" y="9858"/>
                </a:lnTo>
                <a:lnTo>
                  <a:pt x="1483" y="5287"/>
                </a:lnTo>
                <a:lnTo>
                  <a:pt x="969" y="0"/>
                </a:lnTo>
                <a:lnTo>
                  <a:pt x="0" y="94"/>
                </a:lnTo>
                <a:lnTo>
                  <a:pt x="515" y="539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56525" y="5214179"/>
            <a:ext cx="416606" cy="952196"/>
          </a:xfrm>
          <a:custGeom>
            <a:avLst/>
            <a:gdLst/>
            <a:ahLst/>
            <a:cxnLst/>
            <a:rect l="0" t="0" r="r" b="b"/>
            <a:pathLst>
              <a:path w="4238" h="10000">
                <a:moveTo>
                  <a:pt x="3273" y="5832"/>
                </a:moveTo>
                <a:lnTo>
                  <a:pt x="3285" y="5775"/>
                </a:lnTo>
                <a:lnTo>
                  <a:pt x="4238" y="416"/>
                </a:lnTo>
                <a:lnTo>
                  <a:pt x="1893" y="0"/>
                </a:lnTo>
                <a:lnTo>
                  <a:pt x="946" y="5329"/>
                </a:lnTo>
                <a:lnTo>
                  <a:pt x="0" y="9469"/>
                </a:lnTo>
                <a:lnTo>
                  <a:pt x="2321" y="10000"/>
                </a:lnTo>
                <a:lnTo>
                  <a:pt x="3273" y="583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294468" y="3857454"/>
            <a:ext cx="1556241" cy="1604918"/>
            <a:chOff x="3294468" y="3857454"/>
            <a:chExt cx="1556241" cy="1604918"/>
          </a:xfrm>
        </p:grpSpPr>
        <p:sp>
          <p:nvSpPr>
            <p:cNvPr id="31" name="Forma 30"/>
            <p:cNvSpPr/>
            <p:nvPr/>
          </p:nvSpPr>
          <p:spPr>
            <a:xfrm>
              <a:off x="3294468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107485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11110" y="5189084"/>
            <a:ext cx="4325318" cy="945722"/>
          </a:xfrm>
          <a:custGeom>
            <a:avLst/>
            <a:gdLst/>
            <a:ahLst/>
            <a:cxnLst/>
            <a:rect l="0" t="0" r="r" b="b"/>
            <a:pathLst>
              <a:path w="10000" h="2257">
                <a:moveTo>
                  <a:pt x="139" y="1869"/>
                </a:moveTo>
                <a:lnTo>
                  <a:pt x="160" y="1883"/>
                </a:lnTo>
                <a:lnTo>
                  <a:pt x="179" y="1894"/>
                </a:lnTo>
                <a:lnTo>
                  <a:pt x="200" y="1902"/>
                </a:lnTo>
                <a:lnTo>
                  <a:pt x="248" y="1920"/>
                </a:lnTo>
                <a:lnTo>
                  <a:pt x="270" y="1926"/>
                </a:lnTo>
                <a:lnTo>
                  <a:pt x="291" y="1930"/>
                </a:lnTo>
                <a:lnTo>
                  <a:pt x="313" y="1932"/>
                </a:lnTo>
                <a:lnTo>
                  <a:pt x="336" y="1931"/>
                </a:lnTo>
                <a:lnTo>
                  <a:pt x="399" y="1925"/>
                </a:lnTo>
                <a:lnTo>
                  <a:pt x="421" y="1922"/>
                </a:lnTo>
                <a:lnTo>
                  <a:pt x="442" y="1917"/>
                </a:lnTo>
                <a:lnTo>
                  <a:pt x="462" y="1909"/>
                </a:lnTo>
                <a:lnTo>
                  <a:pt x="481" y="1899"/>
                </a:lnTo>
                <a:lnTo>
                  <a:pt x="563" y="1853"/>
                </a:lnTo>
                <a:lnTo>
                  <a:pt x="579" y="1843"/>
                </a:lnTo>
                <a:lnTo>
                  <a:pt x="593" y="1832"/>
                </a:lnTo>
                <a:lnTo>
                  <a:pt x="606" y="1820"/>
                </a:lnTo>
                <a:lnTo>
                  <a:pt x="708" y="1719"/>
                </a:lnTo>
                <a:lnTo>
                  <a:pt x="721" y="1704"/>
                </a:lnTo>
                <a:lnTo>
                  <a:pt x="839" y="1560"/>
                </a:lnTo>
                <a:lnTo>
                  <a:pt x="840" y="1559"/>
                </a:lnTo>
                <a:lnTo>
                  <a:pt x="971" y="1396"/>
                </a:lnTo>
                <a:lnTo>
                  <a:pt x="1110" y="1239"/>
                </a:lnTo>
                <a:lnTo>
                  <a:pt x="1259" y="1102"/>
                </a:lnTo>
                <a:lnTo>
                  <a:pt x="1433" y="971"/>
                </a:lnTo>
                <a:lnTo>
                  <a:pt x="1631" y="834"/>
                </a:lnTo>
                <a:lnTo>
                  <a:pt x="1839" y="706"/>
                </a:lnTo>
                <a:lnTo>
                  <a:pt x="2046" y="597"/>
                </a:lnTo>
                <a:lnTo>
                  <a:pt x="2240" y="515"/>
                </a:lnTo>
                <a:lnTo>
                  <a:pt x="2426" y="460"/>
                </a:lnTo>
                <a:lnTo>
                  <a:pt x="2614" y="425"/>
                </a:lnTo>
                <a:lnTo>
                  <a:pt x="2802" y="407"/>
                </a:lnTo>
                <a:lnTo>
                  <a:pt x="2986" y="405"/>
                </a:lnTo>
                <a:lnTo>
                  <a:pt x="3160" y="417"/>
                </a:lnTo>
                <a:lnTo>
                  <a:pt x="3309" y="445"/>
                </a:lnTo>
                <a:lnTo>
                  <a:pt x="3449" y="492"/>
                </a:lnTo>
                <a:lnTo>
                  <a:pt x="3602" y="557"/>
                </a:lnTo>
                <a:lnTo>
                  <a:pt x="3602" y="557"/>
                </a:lnTo>
                <a:lnTo>
                  <a:pt x="3775" y="630"/>
                </a:lnTo>
                <a:lnTo>
                  <a:pt x="3787" y="635"/>
                </a:lnTo>
                <a:lnTo>
                  <a:pt x="3987" y="704"/>
                </a:lnTo>
                <a:lnTo>
                  <a:pt x="3998" y="708"/>
                </a:lnTo>
                <a:lnTo>
                  <a:pt x="4252" y="780"/>
                </a:lnTo>
                <a:lnTo>
                  <a:pt x="4255" y="781"/>
                </a:lnTo>
                <a:lnTo>
                  <a:pt x="4555" y="861"/>
                </a:lnTo>
                <a:lnTo>
                  <a:pt x="4556" y="861"/>
                </a:lnTo>
                <a:lnTo>
                  <a:pt x="4859" y="940"/>
                </a:lnTo>
                <a:lnTo>
                  <a:pt x="5049" y="990"/>
                </a:lnTo>
                <a:lnTo>
                  <a:pt x="5059" y="1005"/>
                </a:lnTo>
                <a:lnTo>
                  <a:pt x="5071" y="1020"/>
                </a:lnTo>
                <a:lnTo>
                  <a:pt x="5085" y="1035"/>
                </a:lnTo>
                <a:lnTo>
                  <a:pt x="5101" y="1048"/>
                </a:lnTo>
                <a:lnTo>
                  <a:pt x="5117" y="1059"/>
                </a:lnTo>
                <a:lnTo>
                  <a:pt x="5135" y="1069"/>
                </a:lnTo>
                <a:lnTo>
                  <a:pt x="5154" y="1077"/>
                </a:lnTo>
                <a:lnTo>
                  <a:pt x="5173" y="1083"/>
                </a:lnTo>
                <a:lnTo>
                  <a:pt x="5193" y="1087"/>
                </a:lnTo>
                <a:lnTo>
                  <a:pt x="5314" y="1106"/>
                </a:lnTo>
                <a:lnTo>
                  <a:pt x="5317" y="1106"/>
                </a:lnTo>
                <a:lnTo>
                  <a:pt x="5682" y="1157"/>
                </a:lnTo>
                <a:lnTo>
                  <a:pt x="5683" y="1158"/>
                </a:lnTo>
                <a:lnTo>
                  <a:pt x="6234" y="1233"/>
                </a:lnTo>
                <a:lnTo>
                  <a:pt x="6235" y="1233"/>
                </a:lnTo>
                <a:lnTo>
                  <a:pt x="6829" y="1311"/>
                </a:lnTo>
                <a:lnTo>
                  <a:pt x="6832" y="1311"/>
                </a:lnTo>
                <a:lnTo>
                  <a:pt x="7327" y="1371"/>
                </a:lnTo>
                <a:lnTo>
                  <a:pt x="7335" y="1371"/>
                </a:lnTo>
                <a:lnTo>
                  <a:pt x="7589" y="1391"/>
                </a:lnTo>
                <a:lnTo>
                  <a:pt x="7609" y="1392"/>
                </a:lnTo>
                <a:lnTo>
                  <a:pt x="7629" y="1391"/>
                </a:lnTo>
                <a:lnTo>
                  <a:pt x="7649" y="1387"/>
                </a:lnTo>
                <a:lnTo>
                  <a:pt x="7668" y="1382"/>
                </a:lnTo>
                <a:lnTo>
                  <a:pt x="7687" y="1375"/>
                </a:lnTo>
                <a:lnTo>
                  <a:pt x="7704" y="1366"/>
                </a:lnTo>
                <a:lnTo>
                  <a:pt x="7721" y="1355"/>
                </a:lnTo>
                <a:lnTo>
                  <a:pt x="7737" y="1343"/>
                </a:lnTo>
                <a:lnTo>
                  <a:pt x="7752" y="1329"/>
                </a:lnTo>
                <a:lnTo>
                  <a:pt x="7765" y="1314"/>
                </a:lnTo>
                <a:lnTo>
                  <a:pt x="7776" y="1297"/>
                </a:lnTo>
                <a:lnTo>
                  <a:pt x="7786" y="1280"/>
                </a:lnTo>
                <a:lnTo>
                  <a:pt x="7794" y="1262"/>
                </a:lnTo>
                <a:lnTo>
                  <a:pt x="7800" y="1243"/>
                </a:lnTo>
                <a:lnTo>
                  <a:pt x="7805" y="1223"/>
                </a:lnTo>
                <a:lnTo>
                  <a:pt x="7807" y="1203"/>
                </a:lnTo>
                <a:lnTo>
                  <a:pt x="7808" y="1183"/>
                </a:lnTo>
                <a:lnTo>
                  <a:pt x="7806" y="1163"/>
                </a:lnTo>
                <a:lnTo>
                  <a:pt x="7802" y="1143"/>
                </a:lnTo>
                <a:lnTo>
                  <a:pt x="7797" y="1124"/>
                </a:lnTo>
                <a:lnTo>
                  <a:pt x="7790" y="1105"/>
                </a:lnTo>
                <a:lnTo>
                  <a:pt x="7780" y="1088"/>
                </a:lnTo>
                <a:lnTo>
                  <a:pt x="7770" y="1071"/>
                </a:lnTo>
                <a:lnTo>
                  <a:pt x="7757" y="1055"/>
                </a:lnTo>
                <a:lnTo>
                  <a:pt x="7743" y="1041"/>
                </a:lnTo>
                <a:lnTo>
                  <a:pt x="7728" y="1028"/>
                </a:lnTo>
                <a:lnTo>
                  <a:pt x="7711" y="1016"/>
                </a:lnTo>
                <a:lnTo>
                  <a:pt x="7694" y="1007"/>
                </a:lnTo>
                <a:lnTo>
                  <a:pt x="7675" y="999"/>
                </a:lnTo>
                <a:lnTo>
                  <a:pt x="7593" y="968"/>
                </a:lnTo>
                <a:lnTo>
                  <a:pt x="7579" y="964"/>
                </a:lnTo>
                <a:lnTo>
                  <a:pt x="7564" y="960"/>
                </a:lnTo>
                <a:lnTo>
                  <a:pt x="7241" y="893"/>
                </a:lnTo>
                <a:lnTo>
                  <a:pt x="7240" y="893"/>
                </a:lnTo>
                <a:lnTo>
                  <a:pt x="6821" y="807"/>
                </a:lnTo>
                <a:lnTo>
                  <a:pt x="6757" y="791"/>
                </a:lnTo>
                <a:lnTo>
                  <a:pt x="6842" y="772"/>
                </a:lnTo>
                <a:lnTo>
                  <a:pt x="7032" y="742"/>
                </a:lnTo>
                <a:lnTo>
                  <a:pt x="7196" y="730"/>
                </a:lnTo>
                <a:lnTo>
                  <a:pt x="7366" y="732"/>
                </a:lnTo>
                <a:lnTo>
                  <a:pt x="7539" y="749"/>
                </a:lnTo>
                <a:lnTo>
                  <a:pt x="7713" y="784"/>
                </a:lnTo>
                <a:lnTo>
                  <a:pt x="7884" y="838"/>
                </a:lnTo>
                <a:lnTo>
                  <a:pt x="8063" y="919"/>
                </a:lnTo>
                <a:lnTo>
                  <a:pt x="8255" y="1028"/>
                </a:lnTo>
                <a:lnTo>
                  <a:pt x="8449" y="1156"/>
                </a:lnTo>
                <a:lnTo>
                  <a:pt x="8634" y="1291"/>
                </a:lnTo>
                <a:lnTo>
                  <a:pt x="8795" y="1422"/>
                </a:lnTo>
                <a:lnTo>
                  <a:pt x="8934" y="1558"/>
                </a:lnTo>
                <a:lnTo>
                  <a:pt x="9064" y="1716"/>
                </a:lnTo>
                <a:lnTo>
                  <a:pt x="9186" y="1878"/>
                </a:lnTo>
                <a:lnTo>
                  <a:pt x="9187" y="1880"/>
                </a:lnTo>
                <a:lnTo>
                  <a:pt x="9297" y="2023"/>
                </a:lnTo>
                <a:lnTo>
                  <a:pt x="9310" y="2039"/>
                </a:lnTo>
                <a:lnTo>
                  <a:pt x="9405" y="2140"/>
                </a:lnTo>
                <a:lnTo>
                  <a:pt x="9418" y="2152"/>
                </a:lnTo>
                <a:lnTo>
                  <a:pt x="9432" y="2164"/>
                </a:lnTo>
                <a:lnTo>
                  <a:pt x="9448" y="2174"/>
                </a:lnTo>
                <a:lnTo>
                  <a:pt x="9524" y="2221"/>
                </a:lnTo>
                <a:lnTo>
                  <a:pt x="9540" y="2230"/>
                </a:lnTo>
                <a:lnTo>
                  <a:pt x="9557" y="2237"/>
                </a:lnTo>
                <a:lnTo>
                  <a:pt x="9574" y="2243"/>
                </a:lnTo>
                <a:lnTo>
                  <a:pt x="9592" y="2247"/>
                </a:lnTo>
                <a:lnTo>
                  <a:pt x="9610" y="2250"/>
                </a:lnTo>
                <a:lnTo>
                  <a:pt x="9670" y="2256"/>
                </a:lnTo>
                <a:lnTo>
                  <a:pt x="9688" y="2257"/>
                </a:lnTo>
                <a:lnTo>
                  <a:pt x="9707" y="2256"/>
                </a:lnTo>
                <a:lnTo>
                  <a:pt x="9726" y="2253"/>
                </a:lnTo>
                <a:lnTo>
                  <a:pt x="9745" y="2249"/>
                </a:lnTo>
                <a:lnTo>
                  <a:pt x="9762" y="2243"/>
                </a:lnTo>
                <a:lnTo>
                  <a:pt x="9808" y="2225"/>
                </a:lnTo>
                <a:lnTo>
                  <a:pt x="9829" y="2216"/>
                </a:lnTo>
                <a:lnTo>
                  <a:pt x="9848" y="2204"/>
                </a:lnTo>
                <a:lnTo>
                  <a:pt x="9867" y="2191"/>
                </a:lnTo>
                <a:lnTo>
                  <a:pt x="9877" y="2187"/>
                </a:lnTo>
                <a:lnTo>
                  <a:pt x="9895" y="2178"/>
                </a:lnTo>
                <a:lnTo>
                  <a:pt x="9912" y="2168"/>
                </a:lnTo>
                <a:lnTo>
                  <a:pt x="9928" y="2156"/>
                </a:lnTo>
                <a:lnTo>
                  <a:pt x="9942" y="2142"/>
                </a:lnTo>
                <a:lnTo>
                  <a:pt x="9955" y="2127"/>
                </a:lnTo>
                <a:lnTo>
                  <a:pt x="9967" y="2111"/>
                </a:lnTo>
                <a:lnTo>
                  <a:pt x="9977" y="2094"/>
                </a:lnTo>
                <a:lnTo>
                  <a:pt x="9985" y="2076"/>
                </a:lnTo>
                <a:lnTo>
                  <a:pt x="9992" y="2057"/>
                </a:lnTo>
                <a:lnTo>
                  <a:pt x="9996" y="2038"/>
                </a:lnTo>
                <a:lnTo>
                  <a:pt x="9999" y="2018"/>
                </a:lnTo>
                <a:lnTo>
                  <a:pt x="10000" y="1998"/>
                </a:lnTo>
                <a:lnTo>
                  <a:pt x="9998" y="1978"/>
                </a:lnTo>
                <a:lnTo>
                  <a:pt x="9995" y="1958"/>
                </a:lnTo>
                <a:lnTo>
                  <a:pt x="9990" y="1939"/>
                </a:lnTo>
                <a:lnTo>
                  <a:pt x="9983" y="1920"/>
                </a:lnTo>
                <a:lnTo>
                  <a:pt x="9974" y="1903"/>
                </a:lnTo>
                <a:lnTo>
                  <a:pt x="9964" y="1886"/>
                </a:lnTo>
                <a:lnTo>
                  <a:pt x="9951" y="1870"/>
                </a:lnTo>
                <a:lnTo>
                  <a:pt x="9938" y="1855"/>
                </a:lnTo>
                <a:lnTo>
                  <a:pt x="9923" y="1842"/>
                </a:lnTo>
                <a:lnTo>
                  <a:pt x="9907" y="1831"/>
                </a:lnTo>
                <a:lnTo>
                  <a:pt x="9890" y="1821"/>
                </a:lnTo>
                <a:lnTo>
                  <a:pt x="9871" y="1812"/>
                </a:lnTo>
                <a:lnTo>
                  <a:pt x="9853" y="1806"/>
                </a:lnTo>
                <a:lnTo>
                  <a:pt x="9833" y="1801"/>
                </a:lnTo>
                <a:lnTo>
                  <a:pt x="9813" y="1799"/>
                </a:lnTo>
                <a:lnTo>
                  <a:pt x="9794" y="1798"/>
                </a:lnTo>
                <a:lnTo>
                  <a:pt x="9774" y="1799"/>
                </a:lnTo>
                <a:lnTo>
                  <a:pt x="9754" y="1803"/>
                </a:lnTo>
                <a:lnTo>
                  <a:pt x="9735" y="1808"/>
                </a:lnTo>
                <a:lnTo>
                  <a:pt x="9716" y="1815"/>
                </a:lnTo>
                <a:lnTo>
                  <a:pt x="9689" y="1826"/>
                </a:lnTo>
                <a:lnTo>
                  <a:pt x="9674" y="1834"/>
                </a:lnTo>
                <a:lnTo>
                  <a:pt x="9613" y="1768"/>
                </a:lnTo>
                <a:lnTo>
                  <a:pt x="9510" y="1633"/>
                </a:lnTo>
                <a:lnTo>
                  <a:pt x="9385" y="1468"/>
                </a:lnTo>
                <a:lnTo>
                  <a:pt x="9380" y="1461"/>
                </a:lnTo>
                <a:lnTo>
                  <a:pt x="9240" y="1292"/>
                </a:lnTo>
                <a:lnTo>
                  <a:pt x="9226" y="1277"/>
                </a:lnTo>
                <a:lnTo>
                  <a:pt x="9073" y="1126"/>
                </a:lnTo>
                <a:lnTo>
                  <a:pt x="9058" y="1112"/>
                </a:lnTo>
                <a:lnTo>
                  <a:pt x="8885" y="973"/>
                </a:lnTo>
                <a:lnTo>
                  <a:pt x="8878" y="967"/>
                </a:lnTo>
                <a:lnTo>
                  <a:pt x="8685" y="825"/>
                </a:lnTo>
                <a:lnTo>
                  <a:pt x="8677" y="819"/>
                </a:lnTo>
                <a:lnTo>
                  <a:pt x="8473" y="685"/>
                </a:lnTo>
                <a:lnTo>
                  <a:pt x="8461" y="678"/>
                </a:lnTo>
                <a:lnTo>
                  <a:pt x="8255" y="561"/>
                </a:lnTo>
                <a:lnTo>
                  <a:pt x="8239" y="553"/>
                </a:lnTo>
                <a:lnTo>
                  <a:pt x="8040" y="463"/>
                </a:lnTo>
                <a:lnTo>
                  <a:pt x="8018" y="454"/>
                </a:lnTo>
                <a:lnTo>
                  <a:pt x="7824" y="393"/>
                </a:lnTo>
                <a:lnTo>
                  <a:pt x="7803" y="388"/>
                </a:lnTo>
                <a:lnTo>
                  <a:pt x="7609" y="349"/>
                </a:lnTo>
                <a:lnTo>
                  <a:pt x="7589" y="346"/>
                </a:lnTo>
                <a:lnTo>
                  <a:pt x="7397" y="327"/>
                </a:lnTo>
                <a:lnTo>
                  <a:pt x="7379" y="326"/>
                </a:lnTo>
                <a:lnTo>
                  <a:pt x="7192" y="324"/>
                </a:lnTo>
                <a:lnTo>
                  <a:pt x="7176" y="325"/>
                </a:lnTo>
                <a:lnTo>
                  <a:pt x="6995" y="337"/>
                </a:lnTo>
                <a:lnTo>
                  <a:pt x="6978" y="339"/>
                </a:lnTo>
                <a:lnTo>
                  <a:pt x="6771" y="372"/>
                </a:lnTo>
                <a:lnTo>
                  <a:pt x="6757" y="375"/>
                </a:lnTo>
                <a:lnTo>
                  <a:pt x="6522" y="429"/>
                </a:lnTo>
                <a:lnTo>
                  <a:pt x="6507" y="434"/>
                </a:lnTo>
                <a:lnTo>
                  <a:pt x="6294" y="502"/>
                </a:lnTo>
                <a:lnTo>
                  <a:pt x="6278" y="508"/>
                </a:lnTo>
                <a:lnTo>
                  <a:pt x="6262" y="515"/>
                </a:lnTo>
                <a:lnTo>
                  <a:pt x="6122" y="588"/>
                </a:lnTo>
                <a:lnTo>
                  <a:pt x="6106" y="597"/>
                </a:lnTo>
                <a:lnTo>
                  <a:pt x="6091" y="608"/>
                </a:lnTo>
                <a:lnTo>
                  <a:pt x="6076" y="620"/>
                </a:lnTo>
                <a:lnTo>
                  <a:pt x="6063" y="634"/>
                </a:lnTo>
                <a:lnTo>
                  <a:pt x="6051" y="649"/>
                </a:lnTo>
                <a:lnTo>
                  <a:pt x="6041" y="665"/>
                </a:lnTo>
                <a:lnTo>
                  <a:pt x="6032" y="681"/>
                </a:lnTo>
                <a:lnTo>
                  <a:pt x="6025" y="699"/>
                </a:lnTo>
                <a:lnTo>
                  <a:pt x="6019" y="717"/>
                </a:lnTo>
                <a:lnTo>
                  <a:pt x="6001" y="786"/>
                </a:lnTo>
                <a:lnTo>
                  <a:pt x="6000" y="791"/>
                </a:lnTo>
                <a:lnTo>
                  <a:pt x="5738" y="755"/>
                </a:lnTo>
                <a:lnTo>
                  <a:pt x="5524" y="725"/>
                </a:lnTo>
                <a:lnTo>
                  <a:pt x="5516" y="719"/>
                </a:lnTo>
                <a:lnTo>
                  <a:pt x="5499" y="709"/>
                </a:lnTo>
                <a:lnTo>
                  <a:pt x="5454" y="685"/>
                </a:lnTo>
                <a:lnTo>
                  <a:pt x="5434" y="676"/>
                </a:lnTo>
                <a:lnTo>
                  <a:pt x="5413" y="669"/>
                </a:lnTo>
                <a:lnTo>
                  <a:pt x="5230" y="618"/>
                </a:lnTo>
                <a:lnTo>
                  <a:pt x="5227" y="617"/>
                </a:lnTo>
                <a:lnTo>
                  <a:pt x="4962" y="547"/>
                </a:lnTo>
                <a:lnTo>
                  <a:pt x="4962" y="547"/>
                </a:lnTo>
                <a:lnTo>
                  <a:pt x="4659" y="468"/>
                </a:lnTo>
                <a:lnTo>
                  <a:pt x="4361" y="389"/>
                </a:lnTo>
                <a:lnTo>
                  <a:pt x="4114" y="319"/>
                </a:lnTo>
                <a:lnTo>
                  <a:pt x="3927" y="254"/>
                </a:lnTo>
                <a:lnTo>
                  <a:pt x="3761" y="183"/>
                </a:lnTo>
                <a:lnTo>
                  <a:pt x="3601" y="115"/>
                </a:lnTo>
                <a:lnTo>
                  <a:pt x="3587" y="110"/>
                </a:lnTo>
                <a:lnTo>
                  <a:pt x="3426" y="55"/>
                </a:lnTo>
                <a:lnTo>
                  <a:pt x="3398" y="48"/>
                </a:lnTo>
                <a:lnTo>
                  <a:pt x="3222" y="15"/>
                </a:lnTo>
                <a:lnTo>
                  <a:pt x="3198" y="12"/>
                </a:lnTo>
                <a:lnTo>
                  <a:pt x="3005" y="0"/>
                </a:lnTo>
                <a:lnTo>
                  <a:pt x="2990" y="0"/>
                </a:lnTo>
                <a:lnTo>
                  <a:pt x="2789" y="1"/>
                </a:lnTo>
                <a:lnTo>
                  <a:pt x="2772" y="2"/>
                </a:lnTo>
                <a:lnTo>
                  <a:pt x="2567" y="21"/>
                </a:lnTo>
                <a:lnTo>
                  <a:pt x="2548" y="24"/>
                </a:lnTo>
                <a:lnTo>
                  <a:pt x="2341" y="63"/>
                </a:lnTo>
                <a:lnTo>
                  <a:pt x="2321" y="68"/>
                </a:lnTo>
                <a:lnTo>
                  <a:pt x="2114" y="129"/>
                </a:lnTo>
                <a:lnTo>
                  <a:pt x="2092" y="136"/>
                </a:lnTo>
                <a:lnTo>
                  <a:pt x="1880" y="226"/>
                </a:lnTo>
                <a:lnTo>
                  <a:pt x="1864" y="234"/>
                </a:lnTo>
                <a:lnTo>
                  <a:pt x="1643" y="351"/>
                </a:lnTo>
                <a:lnTo>
                  <a:pt x="1632" y="357"/>
                </a:lnTo>
                <a:lnTo>
                  <a:pt x="1414" y="491"/>
                </a:lnTo>
                <a:lnTo>
                  <a:pt x="1405" y="497"/>
                </a:lnTo>
                <a:lnTo>
                  <a:pt x="1199" y="639"/>
                </a:lnTo>
                <a:lnTo>
                  <a:pt x="1191" y="644"/>
                </a:lnTo>
                <a:lnTo>
                  <a:pt x="1007" y="784"/>
                </a:lnTo>
                <a:lnTo>
                  <a:pt x="991" y="796"/>
                </a:lnTo>
                <a:lnTo>
                  <a:pt x="828" y="947"/>
                </a:lnTo>
                <a:lnTo>
                  <a:pt x="813" y="962"/>
                </a:lnTo>
                <a:lnTo>
                  <a:pt x="664" y="1131"/>
                </a:lnTo>
                <a:lnTo>
                  <a:pt x="658" y="1138"/>
                </a:lnTo>
                <a:lnTo>
                  <a:pt x="525" y="1303"/>
                </a:lnTo>
                <a:lnTo>
                  <a:pt x="414" y="1439"/>
                </a:lnTo>
                <a:lnTo>
                  <a:pt x="339" y="1513"/>
                </a:lnTo>
                <a:lnTo>
                  <a:pt x="337" y="1515"/>
                </a:lnTo>
                <a:lnTo>
                  <a:pt x="324" y="1507"/>
                </a:lnTo>
                <a:lnTo>
                  <a:pt x="307" y="1500"/>
                </a:lnTo>
                <a:lnTo>
                  <a:pt x="278" y="1488"/>
                </a:lnTo>
                <a:lnTo>
                  <a:pt x="260" y="1481"/>
                </a:lnTo>
                <a:lnTo>
                  <a:pt x="240" y="1477"/>
                </a:lnTo>
                <a:lnTo>
                  <a:pt x="221" y="1474"/>
                </a:lnTo>
                <a:lnTo>
                  <a:pt x="201" y="1473"/>
                </a:lnTo>
                <a:lnTo>
                  <a:pt x="181" y="1474"/>
                </a:lnTo>
                <a:lnTo>
                  <a:pt x="161" y="1478"/>
                </a:lnTo>
                <a:lnTo>
                  <a:pt x="142" y="1483"/>
                </a:lnTo>
                <a:lnTo>
                  <a:pt x="123" y="1489"/>
                </a:lnTo>
                <a:lnTo>
                  <a:pt x="105" y="1498"/>
                </a:lnTo>
                <a:lnTo>
                  <a:pt x="88" y="1509"/>
                </a:lnTo>
                <a:lnTo>
                  <a:pt x="72" y="1521"/>
                </a:lnTo>
                <a:lnTo>
                  <a:pt x="58" y="1534"/>
                </a:lnTo>
                <a:lnTo>
                  <a:pt x="44" y="1549"/>
                </a:lnTo>
                <a:lnTo>
                  <a:pt x="33" y="1565"/>
                </a:lnTo>
                <a:lnTo>
                  <a:pt x="23" y="1582"/>
                </a:lnTo>
                <a:lnTo>
                  <a:pt x="14" y="1600"/>
                </a:lnTo>
                <a:lnTo>
                  <a:pt x="8" y="1619"/>
                </a:lnTo>
                <a:lnTo>
                  <a:pt x="3" y="1638"/>
                </a:lnTo>
                <a:lnTo>
                  <a:pt x="0" y="1658"/>
                </a:lnTo>
                <a:lnTo>
                  <a:pt x="0" y="1678"/>
                </a:lnTo>
                <a:lnTo>
                  <a:pt x="1" y="1698"/>
                </a:lnTo>
                <a:lnTo>
                  <a:pt x="4" y="1718"/>
                </a:lnTo>
                <a:lnTo>
                  <a:pt x="9" y="1737"/>
                </a:lnTo>
                <a:lnTo>
                  <a:pt x="16" y="1756"/>
                </a:lnTo>
                <a:lnTo>
                  <a:pt x="24" y="1774"/>
                </a:lnTo>
                <a:lnTo>
                  <a:pt x="35" y="1790"/>
                </a:lnTo>
                <a:lnTo>
                  <a:pt x="47" y="1806"/>
                </a:lnTo>
                <a:lnTo>
                  <a:pt x="60" y="1821"/>
                </a:lnTo>
                <a:lnTo>
                  <a:pt x="75" y="1834"/>
                </a:lnTo>
                <a:lnTo>
                  <a:pt x="91" y="1846"/>
                </a:lnTo>
                <a:lnTo>
                  <a:pt x="108" y="1856"/>
                </a:lnTo>
                <a:lnTo>
                  <a:pt x="126" y="1864"/>
                </a:lnTo>
                <a:lnTo>
                  <a:pt x="139" y="186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44752" y="1322222"/>
            <a:ext cx="3511296" cy="226771"/>
            <a:chOff x="1444752" y="1322222"/>
            <a:chExt cx="3511296" cy="226771"/>
          </a:xfrm>
        </p:grpSpPr>
        <p:sp>
          <p:nvSpPr>
            <p:cNvPr id="35" name="Forma 34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Recuadro Mecánica"/>
          <p:cNvGrpSpPr/>
          <p:nvPr/>
        </p:nvGrpSpPr>
        <p:grpSpPr>
          <a:xfrm>
            <a:off x="6400800" y="914400"/>
            <a:ext cx="5486400" cy="1109472"/>
            <a:chOff x="6400800" y="914400"/>
            <a:chExt cx="5486400" cy="1109472"/>
          </a:xfrm>
        </p:grpSpPr>
        <p:sp>
          <p:nvSpPr>
            <p:cNvPr id="39" name="Forma 38"/>
            <p:cNvSpPr/>
            <p:nvPr/>
          </p:nvSpPr>
          <p:spPr>
            <a:xfrm>
              <a:off x="6400800" y="1280160"/>
              <a:ext cx="5486400" cy="74371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Menos volumen pulmonar disponible → menor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400800" y="914400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1" name="Recuadro Ventilación"/>
          <p:cNvGrpSpPr/>
          <p:nvPr/>
        </p:nvGrpSpPr>
        <p:grpSpPr>
          <a:xfrm>
            <a:off x="6400800" y="2188464"/>
            <a:ext cx="5486400" cy="1109472"/>
            <a:chOff x="6400800" y="2188464"/>
            <a:chExt cx="5486400" cy="1109472"/>
          </a:xfrm>
        </p:grpSpPr>
        <p:sp>
          <p:nvSpPr>
            <p:cNvPr id="42" name="Forma 41"/>
            <p:cNvSpPr/>
            <p:nvPr/>
          </p:nvSpPr>
          <p:spPr>
            <a:xfrm>
              <a:off x="6400800" y="2554224"/>
              <a:ext cx="5486400" cy="74371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Compromiso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ventilatorio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proporcional al volumen y a la reserva del paciente.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400800" y="2188464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Clínica"/>
          <p:cNvGrpSpPr/>
          <p:nvPr/>
        </p:nvGrpSpPr>
        <p:grpSpPr>
          <a:xfrm>
            <a:off x="6400800" y="3462528"/>
            <a:ext cx="5486400" cy="1109472"/>
            <a:chOff x="6400800" y="3462528"/>
            <a:chExt cx="5486400" cy="1109472"/>
          </a:xfrm>
        </p:grpSpPr>
        <p:sp>
          <p:nvSpPr>
            <p:cNvPr id="45" name="Forma 44"/>
            <p:cNvSpPr/>
            <p:nvPr/>
          </p:nvSpPr>
          <p:spPr>
            <a:xfrm>
              <a:off x="6400800" y="3828288"/>
              <a:ext cx="5486400" cy="74371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intensa; posible compromiso hemodinámico.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400800" y="3462528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7" name="!!Leyenda"/>
          <p:cNvSpPr/>
          <p:nvPr/>
        </p:nvSpPr>
        <p:spPr>
          <a:xfrm>
            <a:off x="6400800" y="4754880"/>
            <a:ext cx="5486400" cy="777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Desplazamiento del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mediastino hacia el lado sano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disnea marcada.</a:t>
            </a:r>
            <a:endParaRPr lang="es-AR" sz="1850" dirty="0">
              <a:latin typeface="Mali"/>
            </a:endParaRPr>
          </a:p>
        </p:txBody>
      </p:sp>
      <p:sp>
        <p:nvSpPr>
          <p:cNvPr id="48" name="Riesgo tensión"/>
          <p:cNvSpPr/>
          <p:nvPr/>
        </p:nvSpPr>
        <p:spPr>
          <a:xfrm>
            <a:off x="6400800" y="5623560"/>
            <a:ext cx="548640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 al derrame se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suma aire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puede instalarse un neumotórax a tensión →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shock obstructivo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319629" y="91440"/>
            <a:ext cx="87074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DEL DERRAME: DERRAME MASIVO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3/3</a:t>
            </a:r>
            <a:endParaRPr lang="es-AR" sz="13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60120"/>
            <a:ext cx="2066544" cy="13716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Acumulación de líquido</a:t>
            </a:r>
            <a:endParaRPr lang="es-AR" sz="19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2459736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2706624" y="960120"/>
            <a:ext cx="2066544" cy="1371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Compresión del pulmón subyacente</a:t>
            </a:r>
            <a:endParaRPr lang="es-AR" sz="19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4800600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39" h="10" fill="none">
                <a:moveTo>
                  <a:pt x="0" y="0"/>
                </a:moveTo>
                <a:lnTo>
                  <a:pt x="2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5047488" y="960120"/>
            <a:ext cx="2066544" cy="13716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Restricción de la expansión</a:t>
            </a:r>
            <a:endParaRPr lang="es-AR" sz="1900" dirty="0">
              <a:latin typeface="Mali"/>
            </a:endParaRPr>
          </a:p>
        </p:txBody>
      </p:sp>
      <p:sp>
        <p:nvSpPr>
          <p:cNvPr id="9" name="Flecha 10_2"/>
          <p:cNvSpPr/>
          <p:nvPr/>
        </p:nvSpPr>
        <p:spPr>
          <a:xfrm>
            <a:off x="7141464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0" name="Forma 12"/>
          <p:cNvSpPr/>
          <p:nvPr/>
        </p:nvSpPr>
        <p:spPr>
          <a:xfrm>
            <a:off x="7388352" y="960120"/>
            <a:ext cx="2066544" cy="137160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Compromiso de la ventilación</a:t>
            </a:r>
            <a:endParaRPr lang="es-AR" sz="1900" dirty="0">
              <a:latin typeface="Mali"/>
            </a:endParaRPr>
          </a:p>
        </p:txBody>
      </p:sp>
      <p:sp>
        <p:nvSpPr>
          <p:cNvPr id="11" name="Flecha 13_2"/>
          <p:cNvSpPr/>
          <p:nvPr/>
        </p:nvSpPr>
        <p:spPr>
          <a:xfrm>
            <a:off x="9482328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2" name="Forma 15"/>
          <p:cNvSpPr/>
          <p:nvPr/>
        </p:nvSpPr>
        <p:spPr>
          <a:xfrm>
            <a:off x="9729216" y="960120"/>
            <a:ext cx="2066544" cy="13716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Posible hipoxemia</a:t>
            </a:r>
            <a:endParaRPr lang="es-AR" sz="1900" dirty="0">
              <a:latin typeface="Mali"/>
            </a:endParaRPr>
          </a:p>
        </p:txBody>
      </p:sp>
      <p:grpSp>
        <p:nvGrpSpPr>
          <p:cNvPr id="13" name="Variable"/>
          <p:cNvGrpSpPr/>
          <p:nvPr/>
        </p:nvGrpSpPr>
        <p:grpSpPr>
          <a:xfrm>
            <a:off x="365760" y="2651760"/>
            <a:ext cx="5577840" cy="2194560"/>
            <a:chOff x="365760" y="2651760"/>
            <a:chExt cx="5577840" cy="2194560"/>
          </a:xfrm>
        </p:grpSpPr>
        <p:sp>
          <p:nvSpPr>
            <p:cNvPr id="14" name="Forma 17"/>
            <p:cNvSpPr/>
            <p:nvPr/>
          </p:nvSpPr>
          <p:spPr>
            <a:xfrm>
              <a:off x="365760" y="3017520"/>
              <a:ext cx="5577840" cy="18288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repercusión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es fija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un derrame pequeño en un paciente sano puede pasar inadvertido; el mismo volumen en un paciente con poca reserva puede descompensarlo.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15" name="Forma 18"/>
            <p:cNvSpPr/>
            <p:nvPr/>
          </p:nvSpPr>
          <p:spPr>
            <a:xfrm>
              <a:off x="365760" y="2651760"/>
              <a:ext cx="5577840" cy="384048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REPERCUSIÓN VARIABLE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Cascada revisión"/>
          <p:cNvGrpSpPr/>
          <p:nvPr/>
        </p:nvGrpSpPr>
        <p:grpSpPr>
          <a:xfrm>
            <a:off x="6217920" y="2651760"/>
            <a:ext cx="5577840" cy="2194560"/>
            <a:chOff x="6217920" y="2651760"/>
            <a:chExt cx="5577840" cy="2194560"/>
          </a:xfrm>
        </p:grpSpPr>
        <p:sp>
          <p:nvSpPr>
            <p:cNvPr id="17" name="Forma 20"/>
            <p:cNvSpPr/>
            <p:nvPr/>
          </p:nvSpPr>
          <p:spPr>
            <a:xfrm>
              <a:off x="6217920" y="3017520"/>
              <a:ext cx="5577840" cy="18288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Una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cascada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propuesta (derrame → inundación alveolar → falla respiratoria → claudicación del ventrículo izquierdo)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es obligatoria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mezcla compartimentos.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8" name="Forma 21"/>
            <p:cNvSpPr/>
            <p:nvPr/>
          </p:nvSpPr>
          <p:spPr>
            <a:xfrm>
              <a:off x="6217920" y="2651760"/>
              <a:ext cx="5577840" cy="384048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PARA REVISIÓN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9" name="Es un todo"/>
          <p:cNvSpPr/>
          <p:nvPr/>
        </p:nvSpPr>
        <p:spPr>
          <a:xfrm>
            <a:off x="365760" y="5074920"/>
            <a:ext cx="11430000" cy="12344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Conclusión: el derrame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es solo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«líquido en la pleura»: puede alterar la mecánica, la ventilación y, en situaciones extremas, la hemodinamia.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32909" y="91440"/>
            <a:ext cx="9494195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UNA CONSECUENCIA VARIABLE: DEPENDE DEL VOLUMEN, LA CAUSA Y EL PACIENTE</a:t>
            </a:r>
            <a:endParaRPr lang="es-AR" sz="1900" dirty="0">
              <a:latin typeface="Mali"/>
            </a:endParaRPr>
          </a:p>
        </p:txBody>
      </p:sp>
      <p:sp>
        <p:nvSpPr>
          <p:cNvPr id="2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9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gran división: ¿problema sistémico o pleura enferma?</a:t>
            </a:r>
            <a:endParaRPr lang="es-AR" sz="15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Definiciones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Factores sistémicos y factores locales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 un trasudado (paso a paso)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 un exudado (paso a paso)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Comparación lado a lado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Una clasificación que no es taxativa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428415" y="74980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44791" y="90068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79438" y="969264"/>
            <a:ext cx="2494483" cy="2260397"/>
            <a:chOff x="6479438" y="969264"/>
            <a:chExt cx="2494483" cy="2260397"/>
          </a:xfrm>
        </p:grpSpPr>
        <p:sp>
          <p:nvSpPr>
            <p:cNvPr id="14" name="Forma 13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31690" y="132008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389371" y="749808"/>
            <a:ext cx="674618" cy="1176820"/>
            <a:chOff x="7389371" y="749808"/>
            <a:chExt cx="674618" cy="1176820"/>
          </a:xfrm>
        </p:grpSpPr>
        <p:sp>
          <p:nvSpPr>
            <p:cNvPr id="20" name="Forma 19"/>
            <p:cNvSpPr/>
            <p:nvPr/>
          </p:nvSpPr>
          <p:spPr>
            <a:xfrm>
              <a:off x="7389371" y="74980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75656" y="83210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638178" y="209961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23" name="LiquidoPleuralI"/>
          <p:cNvSpPr/>
          <p:nvPr/>
        </p:nvSpPr>
        <p:spPr>
          <a:xfrm>
            <a:off x="8035804" y="2255825"/>
            <a:ext cx="779378" cy="861708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4" name="PulmonDerecho"/>
          <p:cNvGrpSpPr/>
          <p:nvPr/>
        </p:nvGrpSpPr>
        <p:grpSpPr>
          <a:xfrm>
            <a:off x="6746590" y="1020602"/>
            <a:ext cx="803662" cy="1429442"/>
            <a:chOff x="6746590" y="1020602"/>
            <a:chExt cx="803662" cy="1429442"/>
          </a:xfrm>
        </p:grpSpPr>
        <p:sp>
          <p:nvSpPr>
            <p:cNvPr id="25" name="Forma 24"/>
            <p:cNvSpPr/>
            <p:nvPr/>
          </p:nvSpPr>
          <p:spPr>
            <a:xfrm>
              <a:off x="6746590" y="102060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6800820" y="116088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6766268" y="164301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PleuraVisceralD"/>
          <p:cNvSpPr/>
          <p:nvPr/>
        </p:nvSpPr>
        <p:spPr>
          <a:xfrm>
            <a:off x="6746590" y="102060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PulmonIzquierdo"/>
          <p:cNvGrpSpPr/>
          <p:nvPr/>
        </p:nvGrpSpPr>
        <p:grpSpPr>
          <a:xfrm>
            <a:off x="7956913" y="1020602"/>
            <a:ext cx="763202" cy="1572637"/>
            <a:chOff x="7956913" y="1020602"/>
            <a:chExt cx="763202" cy="1572637"/>
          </a:xfrm>
        </p:grpSpPr>
        <p:sp>
          <p:nvSpPr>
            <p:cNvPr id="30" name="Forma 29"/>
            <p:cNvSpPr/>
            <p:nvPr/>
          </p:nvSpPr>
          <p:spPr>
            <a:xfrm>
              <a:off x="7956913" y="1020602"/>
              <a:ext cx="763202" cy="1572637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8024317" y="1169994"/>
              <a:ext cx="640936" cy="1089758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8032077" y="1714873"/>
              <a:ext cx="653946" cy="594146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PleuraVisceralI"/>
          <p:cNvSpPr/>
          <p:nvPr/>
        </p:nvSpPr>
        <p:spPr>
          <a:xfrm>
            <a:off x="7956913" y="1020602"/>
            <a:ext cx="763202" cy="1572637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PleuraPariet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PleuraPariet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VenaCavaSup"/>
          <p:cNvSpPr/>
          <p:nvPr/>
        </p:nvSpPr>
        <p:spPr>
          <a:xfrm>
            <a:off x="7559448" y="122886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VenaCavaInf"/>
          <p:cNvSpPr/>
          <p:nvPr/>
        </p:nvSpPr>
        <p:spPr>
          <a:xfrm>
            <a:off x="7584971" y="275112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Corazon"/>
          <p:cNvGrpSpPr/>
          <p:nvPr/>
        </p:nvGrpSpPr>
        <p:grpSpPr>
          <a:xfrm>
            <a:off x="7573819" y="2086261"/>
            <a:ext cx="753804" cy="776573"/>
            <a:chOff x="7573819" y="2086261"/>
            <a:chExt cx="753804" cy="776573"/>
          </a:xfrm>
        </p:grpSpPr>
        <p:sp>
          <p:nvSpPr>
            <p:cNvPr id="39" name="Forma 38"/>
            <p:cNvSpPr/>
            <p:nvPr/>
          </p:nvSpPr>
          <p:spPr>
            <a:xfrm>
              <a:off x="7573819" y="208626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967624" y="214335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Diafragma"/>
          <p:cNvSpPr/>
          <p:nvPr/>
        </p:nvSpPr>
        <p:spPr>
          <a:xfrm>
            <a:off x="6692041" y="273059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Clavículas"/>
          <p:cNvGrpSpPr/>
          <p:nvPr/>
        </p:nvGrpSpPr>
        <p:grpSpPr>
          <a:xfrm>
            <a:off x="6876288" y="859536"/>
            <a:ext cx="1700784" cy="109728"/>
            <a:chOff x="6876288" y="859536"/>
            <a:chExt cx="1700784" cy="109728"/>
          </a:xfrm>
        </p:grpSpPr>
        <p:sp>
          <p:nvSpPr>
            <p:cNvPr id="43" name="Forma 42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5" name="ParedToracica_2"/>
          <p:cNvSpPr/>
          <p:nvPr/>
        </p:nvSpPr>
        <p:spPr>
          <a:xfrm>
            <a:off x="9263055" y="74980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Mediastino_2"/>
          <p:cNvSpPr/>
          <p:nvPr/>
        </p:nvSpPr>
        <p:spPr>
          <a:xfrm>
            <a:off x="10079431" y="90068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Costillas_2"/>
          <p:cNvGrpSpPr/>
          <p:nvPr/>
        </p:nvGrpSpPr>
        <p:grpSpPr>
          <a:xfrm>
            <a:off x="9314078" y="969264"/>
            <a:ext cx="2494483" cy="2260397"/>
            <a:chOff x="9314078" y="969264"/>
            <a:chExt cx="2494483" cy="2260397"/>
          </a:xfrm>
        </p:grpSpPr>
        <p:sp>
          <p:nvSpPr>
            <p:cNvPr id="48" name="Forma 47"/>
            <p:cNvSpPr/>
            <p:nvPr/>
          </p:nvSpPr>
          <p:spPr>
            <a:xfrm>
              <a:off x="931407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931407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EspacioPleuralD_2"/>
          <p:cNvSpPr/>
          <p:nvPr/>
        </p:nvSpPr>
        <p:spPr>
          <a:xfrm>
            <a:off x="946998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EspacioPleuralI_2"/>
          <p:cNvSpPr/>
          <p:nvPr/>
        </p:nvSpPr>
        <p:spPr>
          <a:xfrm>
            <a:off x="1075390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Aorta_2"/>
          <p:cNvSpPr/>
          <p:nvPr/>
        </p:nvSpPr>
        <p:spPr>
          <a:xfrm>
            <a:off x="10566330" y="132008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Traquea_2"/>
          <p:cNvGrpSpPr/>
          <p:nvPr/>
        </p:nvGrpSpPr>
        <p:grpSpPr>
          <a:xfrm>
            <a:off x="10224011" y="749808"/>
            <a:ext cx="674618" cy="1176820"/>
            <a:chOff x="10224011" y="749808"/>
            <a:chExt cx="674618" cy="1176820"/>
          </a:xfrm>
        </p:grpSpPr>
        <p:sp>
          <p:nvSpPr>
            <p:cNvPr id="54" name="Forma 53"/>
            <p:cNvSpPr/>
            <p:nvPr/>
          </p:nvSpPr>
          <p:spPr>
            <a:xfrm>
              <a:off x="10224011" y="74980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10510296" y="83210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56" name="LiquidoPleuralD_2"/>
          <p:cNvSpPr/>
          <p:nvPr/>
        </p:nvSpPr>
        <p:spPr>
          <a:xfrm>
            <a:off x="9472818" y="1834290"/>
            <a:ext cx="952439" cy="1217406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57" name="PulmonDerecho_2"/>
          <p:cNvGrpSpPr/>
          <p:nvPr/>
        </p:nvGrpSpPr>
        <p:grpSpPr>
          <a:xfrm>
            <a:off x="9621262" y="1020602"/>
            <a:ext cx="746747" cy="1147989"/>
            <a:chOff x="9621262" y="1020602"/>
            <a:chExt cx="746747" cy="1147989"/>
          </a:xfrm>
        </p:grpSpPr>
        <p:sp>
          <p:nvSpPr>
            <p:cNvPr id="58" name="Forma 57"/>
            <p:cNvSpPr/>
            <p:nvPr/>
          </p:nvSpPr>
          <p:spPr>
            <a:xfrm>
              <a:off x="9621262" y="1020602"/>
              <a:ext cx="746747" cy="1147989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9" name="Forma 58"/>
            <p:cNvSpPr/>
            <p:nvPr/>
          </p:nvSpPr>
          <p:spPr>
            <a:xfrm>
              <a:off x="9673655" y="1133262"/>
              <a:ext cx="590027" cy="821815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9640134" y="1520463"/>
              <a:ext cx="635489" cy="480718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1" name="PleuraVisceralD_2"/>
          <p:cNvSpPr/>
          <p:nvPr/>
        </p:nvSpPr>
        <p:spPr>
          <a:xfrm>
            <a:off x="9621262" y="1020602"/>
            <a:ext cx="746747" cy="1147989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2" name="PulmonIzquierdo_2"/>
          <p:cNvGrpSpPr/>
          <p:nvPr/>
        </p:nvGrpSpPr>
        <p:grpSpPr>
          <a:xfrm>
            <a:off x="10785089" y="1020602"/>
            <a:ext cx="836385" cy="2058540"/>
            <a:chOff x="10785089" y="1020602"/>
            <a:chExt cx="836385" cy="2058540"/>
          </a:xfrm>
        </p:grpSpPr>
        <p:sp>
          <p:nvSpPr>
            <p:cNvPr id="63" name="Forma 62"/>
            <p:cNvSpPr/>
            <p:nvPr/>
          </p:nvSpPr>
          <p:spPr>
            <a:xfrm>
              <a:off x="10785089" y="1020602"/>
              <a:ext cx="83638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4" name="Forma 63"/>
            <p:cNvSpPr/>
            <p:nvPr/>
          </p:nvSpPr>
          <p:spPr>
            <a:xfrm>
              <a:off x="10858957" y="1216152"/>
              <a:ext cx="704438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10867461" y="1929384"/>
              <a:ext cx="717148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6" name="PleuraVisceralI_2"/>
          <p:cNvSpPr/>
          <p:nvPr/>
        </p:nvSpPr>
        <p:spPr>
          <a:xfrm>
            <a:off x="10785089" y="1020602"/>
            <a:ext cx="83638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7" name="PleuraParietalD_2"/>
          <p:cNvSpPr/>
          <p:nvPr/>
        </p:nvSpPr>
        <p:spPr>
          <a:xfrm>
            <a:off x="946998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PleuraParietalI_2"/>
          <p:cNvSpPr/>
          <p:nvPr/>
        </p:nvSpPr>
        <p:spPr>
          <a:xfrm>
            <a:off x="1075390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9" name="VenaCavaSup_2"/>
          <p:cNvSpPr/>
          <p:nvPr/>
        </p:nvSpPr>
        <p:spPr>
          <a:xfrm>
            <a:off x="10394088" y="122886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0" name="VenaCavaInf_2"/>
          <p:cNvSpPr/>
          <p:nvPr/>
        </p:nvSpPr>
        <p:spPr>
          <a:xfrm>
            <a:off x="10419611" y="275112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1" name="Corazon_2"/>
          <p:cNvGrpSpPr/>
          <p:nvPr/>
        </p:nvGrpSpPr>
        <p:grpSpPr>
          <a:xfrm>
            <a:off x="10408459" y="2086261"/>
            <a:ext cx="753804" cy="776573"/>
            <a:chOff x="10408459" y="2086261"/>
            <a:chExt cx="753804" cy="776573"/>
          </a:xfrm>
        </p:grpSpPr>
        <p:sp>
          <p:nvSpPr>
            <p:cNvPr id="72" name="Forma 71"/>
            <p:cNvSpPr/>
            <p:nvPr/>
          </p:nvSpPr>
          <p:spPr>
            <a:xfrm>
              <a:off x="10408459" y="208626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3" name="Forma 72"/>
            <p:cNvSpPr/>
            <p:nvPr/>
          </p:nvSpPr>
          <p:spPr>
            <a:xfrm>
              <a:off x="10802264" y="214335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4" name="Diafragma_2"/>
          <p:cNvSpPr/>
          <p:nvPr/>
        </p:nvSpPr>
        <p:spPr>
          <a:xfrm>
            <a:off x="9526681" y="273059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5" name="Clavículas_2"/>
          <p:cNvGrpSpPr/>
          <p:nvPr/>
        </p:nvGrpSpPr>
        <p:grpSpPr>
          <a:xfrm>
            <a:off x="9710928" y="859536"/>
            <a:ext cx="1700784" cy="109728"/>
            <a:chOff x="9710928" y="859536"/>
            <a:chExt cx="1700784" cy="109728"/>
          </a:xfrm>
        </p:grpSpPr>
        <p:sp>
          <p:nvSpPr>
            <p:cNvPr id="76" name="Forma 75"/>
            <p:cNvSpPr/>
            <p:nvPr/>
          </p:nvSpPr>
          <p:spPr>
            <a:xfrm>
              <a:off x="971092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971092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8" name="Tubo Trasudado"/>
          <p:cNvGrpSpPr/>
          <p:nvPr/>
        </p:nvGrpSpPr>
        <p:grpSpPr>
          <a:xfrm>
            <a:off x="6949440" y="3749040"/>
            <a:ext cx="1234440" cy="2706624"/>
            <a:chOff x="6949440" y="3749040"/>
            <a:chExt cx="1234440" cy="2706624"/>
          </a:xfrm>
        </p:grpSpPr>
        <p:sp>
          <p:nvSpPr>
            <p:cNvPr id="79" name="Forma 78"/>
            <p:cNvSpPr/>
            <p:nvPr/>
          </p:nvSpPr>
          <p:spPr>
            <a:xfrm>
              <a:off x="7182612" y="3749040"/>
              <a:ext cx="768096" cy="22860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7271766" y="4800600"/>
              <a:ext cx="589788" cy="12001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7271766" y="4766310"/>
              <a:ext cx="589788" cy="800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7223760" y="3977640"/>
              <a:ext cx="685800" cy="205740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7333488" y="4142232"/>
              <a:ext cx="82296" cy="123444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4" name="Forma 83"/>
            <p:cNvSpPr/>
            <p:nvPr/>
          </p:nvSpPr>
          <p:spPr>
            <a:xfrm>
              <a:off x="6949440" y="6089904"/>
              <a:ext cx="12344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85" name="Tubo Exudado"/>
          <p:cNvGrpSpPr/>
          <p:nvPr/>
        </p:nvGrpSpPr>
        <p:grpSpPr>
          <a:xfrm>
            <a:off x="9875520" y="3749040"/>
            <a:ext cx="1234440" cy="2706624"/>
            <a:chOff x="9875520" y="3749040"/>
            <a:chExt cx="1234440" cy="2706624"/>
          </a:xfrm>
        </p:grpSpPr>
        <p:sp>
          <p:nvSpPr>
            <p:cNvPr id="86" name="Forma 85"/>
            <p:cNvSpPr/>
            <p:nvPr/>
          </p:nvSpPr>
          <p:spPr>
            <a:xfrm>
              <a:off x="10108692" y="3749040"/>
              <a:ext cx="768096" cy="22860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10197846" y="4800600"/>
              <a:ext cx="589788" cy="12001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8" name="Forma 87"/>
            <p:cNvSpPr/>
            <p:nvPr/>
          </p:nvSpPr>
          <p:spPr>
            <a:xfrm>
              <a:off x="10197846" y="4766310"/>
              <a:ext cx="589788" cy="80010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10232136" y="4892040"/>
              <a:ext cx="521208" cy="9875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82" y="135"/>
                  </a:moveTo>
                  <a:cubicBezTo>
                    <a:pt x="482" y="167"/>
                    <a:pt x="456" y="193"/>
                    <a:pt x="424" y="193"/>
                  </a:cubicBezTo>
                  <a:cubicBezTo>
                    <a:pt x="391" y="193"/>
                    <a:pt x="366" y="167"/>
                    <a:pt x="366" y="135"/>
                  </a:cubicBezTo>
                  <a:cubicBezTo>
                    <a:pt x="366" y="102"/>
                    <a:pt x="391" y="77"/>
                    <a:pt x="424" y="77"/>
                  </a:cubicBezTo>
                  <a:cubicBezTo>
                    <a:pt x="456" y="77"/>
                    <a:pt x="482" y="102"/>
                    <a:pt x="482" y="135"/>
                  </a:cubicBezTo>
                  <a:close/>
                  <a:moveTo>
                    <a:pt x="731" y="575"/>
                  </a:moveTo>
                  <a:cubicBezTo>
                    <a:pt x="731" y="606"/>
                    <a:pt x="705" y="632"/>
                    <a:pt x="674" y="632"/>
                  </a:cubicBezTo>
                  <a:cubicBezTo>
                    <a:pt x="642" y="632"/>
                    <a:pt x="617" y="606"/>
                    <a:pt x="617" y="575"/>
                  </a:cubicBezTo>
                  <a:cubicBezTo>
                    <a:pt x="617" y="543"/>
                    <a:pt x="642" y="518"/>
                    <a:pt x="674" y="518"/>
                  </a:cubicBezTo>
                  <a:cubicBezTo>
                    <a:pt x="705" y="518"/>
                    <a:pt x="731" y="543"/>
                    <a:pt x="731" y="575"/>
                  </a:cubicBezTo>
                  <a:close/>
                  <a:moveTo>
                    <a:pt x="560" y="496"/>
                  </a:moveTo>
                  <a:cubicBezTo>
                    <a:pt x="560" y="513"/>
                    <a:pt x="546" y="527"/>
                    <a:pt x="529" y="527"/>
                  </a:cubicBezTo>
                  <a:cubicBezTo>
                    <a:pt x="511" y="527"/>
                    <a:pt x="498" y="513"/>
                    <a:pt x="498" y="496"/>
                  </a:cubicBezTo>
                  <a:cubicBezTo>
                    <a:pt x="498" y="478"/>
                    <a:pt x="511" y="465"/>
                    <a:pt x="529" y="465"/>
                  </a:cubicBezTo>
                  <a:cubicBezTo>
                    <a:pt x="546" y="465"/>
                    <a:pt x="560" y="478"/>
                    <a:pt x="560" y="496"/>
                  </a:cubicBezTo>
                  <a:close/>
                  <a:moveTo>
                    <a:pt x="348" y="242"/>
                  </a:moveTo>
                  <a:cubicBezTo>
                    <a:pt x="348" y="272"/>
                    <a:pt x="323" y="297"/>
                    <a:pt x="293" y="297"/>
                  </a:cubicBezTo>
                  <a:cubicBezTo>
                    <a:pt x="262" y="297"/>
                    <a:pt x="238" y="272"/>
                    <a:pt x="238" y="242"/>
                  </a:cubicBezTo>
                  <a:cubicBezTo>
                    <a:pt x="238" y="211"/>
                    <a:pt x="262" y="187"/>
                    <a:pt x="293" y="187"/>
                  </a:cubicBezTo>
                  <a:cubicBezTo>
                    <a:pt x="323" y="187"/>
                    <a:pt x="348" y="211"/>
                    <a:pt x="348" y="242"/>
                  </a:cubicBezTo>
                  <a:close/>
                  <a:moveTo>
                    <a:pt x="632" y="267"/>
                  </a:moveTo>
                  <a:cubicBezTo>
                    <a:pt x="632" y="300"/>
                    <a:pt x="605" y="327"/>
                    <a:pt x="572" y="327"/>
                  </a:cubicBezTo>
                  <a:cubicBezTo>
                    <a:pt x="538" y="327"/>
                    <a:pt x="512" y="300"/>
                    <a:pt x="512" y="267"/>
                  </a:cubicBezTo>
                  <a:cubicBezTo>
                    <a:pt x="512" y="233"/>
                    <a:pt x="538" y="207"/>
                    <a:pt x="572" y="207"/>
                  </a:cubicBezTo>
                  <a:cubicBezTo>
                    <a:pt x="605" y="207"/>
                    <a:pt x="632" y="233"/>
                    <a:pt x="632" y="267"/>
                  </a:cubicBezTo>
                  <a:close/>
                  <a:moveTo>
                    <a:pt x="554" y="530"/>
                  </a:moveTo>
                  <a:cubicBezTo>
                    <a:pt x="554" y="557"/>
                    <a:pt x="531" y="580"/>
                    <a:pt x="504" y="580"/>
                  </a:cubicBezTo>
                  <a:cubicBezTo>
                    <a:pt x="476" y="580"/>
                    <a:pt x="454" y="557"/>
                    <a:pt x="454" y="530"/>
                  </a:cubicBezTo>
                  <a:cubicBezTo>
                    <a:pt x="454" y="502"/>
                    <a:pt x="476" y="480"/>
                    <a:pt x="504" y="480"/>
                  </a:cubicBezTo>
                  <a:cubicBezTo>
                    <a:pt x="531" y="480"/>
                    <a:pt x="554" y="502"/>
                    <a:pt x="554" y="530"/>
                  </a:cubicBezTo>
                  <a:close/>
                  <a:moveTo>
                    <a:pt x="198" y="115"/>
                  </a:moveTo>
                  <a:cubicBezTo>
                    <a:pt x="198" y="140"/>
                    <a:pt x="176" y="162"/>
                    <a:pt x="151" y="162"/>
                  </a:cubicBezTo>
                  <a:cubicBezTo>
                    <a:pt x="125" y="162"/>
                    <a:pt x="104" y="140"/>
                    <a:pt x="104" y="115"/>
                  </a:cubicBezTo>
                  <a:cubicBezTo>
                    <a:pt x="104" y="89"/>
                    <a:pt x="125" y="68"/>
                    <a:pt x="151" y="68"/>
                  </a:cubicBezTo>
                  <a:cubicBezTo>
                    <a:pt x="176" y="68"/>
                    <a:pt x="198" y="89"/>
                    <a:pt x="198" y="115"/>
                  </a:cubicBezTo>
                  <a:close/>
                  <a:moveTo>
                    <a:pt x="576" y="528"/>
                  </a:moveTo>
                  <a:cubicBezTo>
                    <a:pt x="576" y="544"/>
                    <a:pt x="562" y="558"/>
                    <a:pt x="546" y="558"/>
                  </a:cubicBezTo>
                  <a:cubicBezTo>
                    <a:pt x="529" y="558"/>
                    <a:pt x="516" y="544"/>
                    <a:pt x="516" y="528"/>
                  </a:cubicBezTo>
                  <a:cubicBezTo>
                    <a:pt x="516" y="511"/>
                    <a:pt x="529" y="498"/>
                    <a:pt x="546" y="498"/>
                  </a:cubicBezTo>
                  <a:cubicBezTo>
                    <a:pt x="562" y="498"/>
                    <a:pt x="576" y="511"/>
                    <a:pt x="576" y="528"/>
                  </a:cubicBezTo>
                  <a:close/>
                  <a:moveTo>
                    <a:pt x="427" y="151"/>
                  </a:moveTo>
                  <a:cubicBezTo>
                    <a:pt x="427" y="170"/>
                    <a:pt x="411" y="186"/>
                    <a:pt x="392" y="186"/>
                  </a:cubicBezTo>
                  <a:cubicBezTo>
                    <a:pt x="372" y="186"/>
                    <a:pt x="357" y="170"/>
                    <a:pt x="357" y="151"/>
                  </a:cubicBezTo>
                  <a:cubicBezTo>
                    <a:pt x="357" y="131"/>
                    <a:pt x="372" y="116"/>
                    <a:pt x="392" y="116"/>
                  </a:cubicBezTo>
                  <a:cubicBezTo>
                    <a:pt x="411" y="116"/>
                    <a:pt x="427" y="131"/>
                    <a:pt x="427" y="151"/>
                  </a:cubicBezTo>
                  <a:close/>
                  <a:moveTo>
                    <a:pt x="361" y="573"/>
                  </a:moveTo>
                  <a:cubicBezTo>
                    <a:pt x="361" y="593"/>
                    <a:pt x="344" y="610"/>
                    <a:pt x="324" y="610"/>
                  </a:cubicBezTo>
                  <a:cubicBezTo>
                    <a:pt x="303" y="610"/>
                    <a:pt x="287" y="593"/>
                    <a:pt x="287" y="573"/>
                  </a:cubicBezTo>
                  <a:cubicBezTo>
                    <a:pt x="287" y="552"/>
                    <a:pt x="303" y="536"/>
                    <a:pt x="324" y="536"/>
                  </a:cubicBezTo>
                  <a:cubicBezTo>
                    <a:pt x="344" y="536"/>
                    <a:pt x="361" y="552"/>
                    <a:pt x="361" y="573"/>
                  </a:cubicBezTo>
                  <a:close/>
                  <a:moveTo>
                    <a:pt x="835" y="360"/>
                  </a:moveTo>
                  <a:cubicBezTo>
                    <a:pt x="835" y="384"/>
                    <a:pt x="814" y="405"/>
                    <a:pt x="790" y="405"/>
                  </a:cubicBezTo>
                  <a:cubicBezTo>
                    <a:pt x="765" y="405"/>
                    <a:pt x="745" y="384"/>
                    <a:pt x="745" y="360"/>
                  </a:cubicBezTo>
                  <a:cubicBezTo>
                    <a:pt x="745" y="335"/>
                    <a:pt x="765" y="315"/>
                    <a:pt x="790" y="315"/>
                  </a:cubicBezTo>
                  <a:cubicBezTo>
                    <a:pt x="814" y="315"/>
                    <a:pt x="835" y="335"/>
                    <a:pt x="835" y="360"/>
                  </a:cubicBezTo>
                  <a:close/>
                  <a:moveTo>
                    <a:pt x="694" y="505"/>
                  </a:moveTo>
                  <a:cubicBezTo>
                    <a:pt x="694" y="523"/>
                    <a:pt x="679" y="538"/>
                    <a:pt x="661" y="538"/>
                  </a:cubicBezTo>
                  <a:cubicBezTo>
                    <a:pt x="642" y="538"/>
                    <a:pt x="628" y="523"/>
                    <a:pt x="628" y="505"/>
                  </a:cubicBezTo>
                  <a:cubicBezTo>
                    <a:pt x="628" y="486"/>
                    <a:pt x="642" y="472"/>
                    <a:pt x="661" y="472"/>
                  </a:cubicBezTo>
                  <a:cubicBezTo>
                    <a:pt x="679" y="472"/>
                    <a:pt x="694" y="486"/>
                    <a:pt x="694" y="505"/>
                  </a:cubicBezTo>
                  <a:close/>
                  <a:moveTo>
                    <a:pt x="242" y="713"/>
                  </a:moveTo>
                  <a:cubicBezTo>
                    <a:pt x="242" y="745"/>
                    <a:pt x="216" y="771"/>
                    <a:pt x="184" y="771"/>
                  </a:cubicBezTo>
                  <a:cubicBezTo>
                    <a:pt x="151" y="771"/>
                    <a:pt x="126" y="745"/>
                    <a:pt x="126" y="713"/>
                  </a:cubicBezTo>
                  <a:cubicBezTo>
                    <a:pt x="126" y="680"/>
                    <a:pt x="151" y="655"/>
                    <a:pt x="184" y="655"/>
                  </a:cubicBezTo>
                  <a:cubicBezTo>
                    <a:pt x="216" y="655"/>
                    <a:pt x="242" y="680"/>
                    <a:pt x="242" y="713"/>
                  </a:cubicBezTo>
                  <a:close/>
                  <a:moveTo>
                    <a:pt x="585" y="173"/>
                  </a:moveTo>
                  <a:cubicBezTo>
                    <a:pt x="585" y="199"/>
                    <a:pt x="563" y="221"/>
                    <a:pt x="537" y="221"/>
                  </a:cubicBezTo>
                  <a:cubicBezTo>
                    <a:pt x="510" y="221"/>
                    <a:pt x="489" y="199"/>
                    <a:pt x="489" y="173"/>
                  </a:cubicBezTo>
                  <a:cubicBezTo>
                    <a:pt x="489" y="146"/>
                    <a:pt x="510" y="125"/>
                    <a:pt x="537" y="125"/>
                  </a:cubicBezTo>
                  <a:cubicBezTo>
                    <a:pt x="563" y="125"/>
                    <a:pt x="585" y="146"/>
                    <a:pt x="585" y="173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149840" y="3977640"/>
              <a:ext cx="685800" cy="205740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259568" y="4142232"/>
              <a:ext cx="82296" cy="123444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9875520" y="6089904"/>
              <a:ext cx="12344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198048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IV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Y EXUDADO</a:t>
            </a:r>
            <a:endParaRPr lang="es-AR" sz="4000" dirty="0">
              <a:latin typeface="Mali"/>
            </a:endParaRPr>
          </a:p>
        </p:txBody>
      </p:sp>
      <p:sp>
        <p:nvSpPr>
          <p:cNvPr id="9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Def trasudado"/>
          <p:cNvGrpSpPr/>
          <p:nvPr/>
        </p:nvGrpSpPr>
        <p:grpSpPr>
          <a:xfrm>
            <a:off x="365760" y="914400"/>
            <a:ext cx="5577840" cy="2011680"/>
            <a:chOff x="365760" y="914400"/>
            <a:chExt cx="5577840" cy="201168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5577840" cy="1645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pleura está SANA.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El problema es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sistémico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presiones desbalanceadas (↑ hidrostática o ↓ oncótica). El líquido «se escapa» sin que la membrana esté dañada.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Def exudado"/>
          <p:cNvGrpSpPr/>
          <p:nvPr/>
        </p:nvGrpSpPr>
        <p:grpSpPr>
          <a:xfrm>
            <a:off x="6263640" y="914400"/>
            <a:ext cx="5577840" cy="2011680"/>
            <a:chOff x="6263640" y="914400"/>
            <a:chExt cx="5577840" cy="2011680"/>
          </a:xfrm>
        </p:grpSpPr>
        <p:sp>
          <p:nvSpPr>
            <p:cNvPr id="8" name="Forma 7"/>
            <p:cNvSpPr/>
            <p:nvPr/>
          </p:nvSpPr>
          <p:spPr>
            <a:xfrm>
              <a:off x="6263640" y="1280160"/>
              <a:ext cx="5577840" cy="164592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pleura está ENFERMA.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El problema es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local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↑ permeabilidad (inflamación, infección, tumor) o bloqueo linfático. La pleura «deja pasar» más de lo normal.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626364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" name="!!Intersticio"/>
          <p:cNvSpPr/>
          <p:nvPr/>
        </p:nvSpPr>
        <p:spPr>
          <a:xfrm>
            <a:off x="365760" y="4261104"/>
            <a:ext cx="2743200" cy="2048256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1" name="!!FibrasColageno"/>
          <p:cNvSpPr/>
          <p:nvPr/>
        </p:nvSpPr>
        <p:spPr>
          <a:xfrm>
            <a:off x="420624" y="4568342"/>
            <a:ext cx="2194560" cy="1337604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2" name="!!Fibroblastos"/>
          <p:cNvGrpSpPr/>
          <p:nvPr/>
        </p:nvGrpSpPr>
        <p:grpSpPr>
          <a:xfrm>
            <a:off x="585216" y="4731563"/>
            <a:ext cx="1777594" cy="1363370"/>
            <a:chOff x="585216" y="4731563"/>
            <a:chExt cx="1777594" cy="1363370"/>
          </a:xfrm>
        </p:grpSpPr>
        <p:sp>
          <p:nvSpPr>
            <p:cNvPr id="13" name="Forma 12"/>
            <p:cNvSpPr/>
            <p:nvPr/>
          </p:nvSpPr>
          <p:spPr>
            <a:xfrm>
              <a:off x="585216" y="4731563"/>
              <a:ext cx="1777594" cy="136337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656539" y="4750765"/>
              <a:ext cx="1640434" cy="1324966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5" name="!!LiquidoAcumulado"/>
          <p:cNvSpPr/>
          <p:nvPr/>
        </p:nvSpPr>
        <p:spPr>
          <a:xfrm>
            <a:off x="365760" y="5810098"/>
            <a:ext cx="2743200" cy="49926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6" name="!!Capilar"/>
          <p:cNvGrpSpPr/>
          <p:nvPr/>
        </p:nvGrpSpPr>
        <p:grpSpPr>
          <a:xfrm>
            <a:off x="365760" y="3236976"/>
            <a:ext cx="3006547" cy="928116"/>
            <a:chOff x="365760" y="3236976"/>
            <a:chExt cx="3006547" cy="928116"/>
          </a:xfrm>
        </p:grpSpPr>
        <p:sp>
          <p:nvSpPr>
            <p:cNvPr id="17" name="Forma 16"/>
            <p:cNvSpPr/>
            <p:nvPr/>
          </p:nvSpPr>
          <p:spPr>
            <a:xfrm>
              <a:off x="365760" y="3236976"/>
              <a:ext cx="2743200" cy="928116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6576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5628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66751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5803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96926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105979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127101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136154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157276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166329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187452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196504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217627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226679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47802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256855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277977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287030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308152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317205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65760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56286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667512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58038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969264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059790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1271016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1361542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572768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663294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1874520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1965046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2176272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2266798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2478024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2568550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2779776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2870302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3081528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3172054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91947" y="3461004"/>
              <a:ext cx="2655418" cy="448056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544068" y="3380994"/>
            <a:ext cx="2430475" cy="633679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0" name="!!FlechaPc"/>
          <p:cNvGrpSpPr/>
          <p:nvPr/>
        </p:nvGrpSpPr>
        <p:grpSpPr>
          <a:xfrm>
            <a:off x="1188720" y="3749040"/>
            <a:ext cx="589788" cy="1177747"/>
            <a:chOff x="1188720" y="3749040"/>
            <a:chExt cx="589788" cy="1177747"/>
          </a:xfrm>
        </p:grpSpPr>
        <p:sp>
          <p:nvSpPr>
            <p:cNvPr id="61" name="Flecha 60_2"/>
            <p:cNvSpPr/>
            <p:nvPr/>
          </p:nvSpPr>
          <p:spPr>
            <a:xfrm>
              <a:off x="1188720" y="3749040"/>
              <a:ext cx="9144" cy="1177747"/>
            </a:xfrm>
            <a:custGeom>
              <a:avLst/>
              <a:gdLst/>
              <a:ahLst/>
              <a:cxnLst/>
              <a:rect l="0" t="0" r="r" b="b"/>
              <a:pathLst>
                <a:path w="10" h="1288" fill="none">
                  <a:moveTo>
                    <a:pt x="0" y="0"/>
                  </a:moveTo>
                  <a:lnTo>
                    <a:pt x="0" y="1288"/>
                  </a:lnTo>
                </a:path>
              </a:pathLst>
            </a:custGeom>
            <a:noFill/>
            <a:ln w="14224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2" name="Forma 62"/>
            <p:cNvSpPr/>
            <p:nvPr/>
          </p:nvSpPr>
          <p:spPr>
            <a:xfrm>
              <a:off x="1257300" y="4485132"/>
              <a:ext cx="521208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5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FlechaOnc"/>
          <p:cNvGrpSpPr/>
          <p:nvPr/>
        </p:nvGrpSpPr>
        <p:grpSpPr>
          <a:xfrm>
            <a:off x="1792224" y="3749040"/>
            <a:ext cx="589788" cy="1019556"/>
            <a:chOff x="1792224" y="3749040"/>
            <a:chExt cx="589788" cy="1019556"/>
          </a:xfrm>
        </p:grpSpPr>
        <p:sp>
          <p:nvSpPr>
            <p:cNvPr id="64" name="Flecha 64_2"/>
            <p:cNvSpPr/>
            <p:nvPr/>
          </p:nvSpPr>
          <p:spPr>
            <a:xfrm>
              <a:off x="1792224" y="3749040"/>
              <a:ext cx="9144" cy="960120"/>
            </a:xfrm>
            <a:custGeom>
              <a:avLst/>
              <a:gdLst/>
              <a:ahLst/>
              <a:cxnLst/>
              <a:rect l="0" t="0" r="r" b="b"/>
              <a:pathLst>
                <a:path w="10" h="1050" fill="none">
                  <a:moveTo>
                    <a:pt x="0" y="10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5" name="Forma 66"/>
            <p:cNvSpPr/>
            <p:nvPr/>
          </p:nvSpPr>
          <p:spPr>
            <a:xfrm>
              <a:off x="1860804" y="4485132"/>
              <a:ext cx="521208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5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6" name="!!VasoLinfatico"/>
          <p:cNvGrpSpPr/>
          <p:nvPr/>
        </p:nvGrpSpPr>
        <p:grpSpPr>
          <a:xfrm>
            <a:off x="2670048" y="4453128"/>
            <a:ext cx="301752" cy="1856232"/>
            <a:chOff x="2670048" y="4453128"/>
            <a:chExt cx="301752" cy="1856232"/>
          </a:xfrm>
        </p:grpSpPr>
        <p:sp>
          <p:nvSpPr>
            <p:cNvPr id="67" name="Forma 68"/>
            <p:cNvSpPr/>
            <p:nvPr/>
          </p:nvSpPr>
          <p:spPr>
            <a:xfrm>
              <a:off x="2670048" y="4453128"/>
              <a:ext cx="301752" cy="1856232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8" name="Forma 69"/>
            <p:cNvSpPr/>
            <p:nvPr/>
          </p:nvSpPr>
          <p:spPr>
            <a:xfrm>
              <a:off x="2697480" y="490118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2697480" y="554126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70" name="Tubo trasudado"/>
          <p:cNvGrpSpPr/>
          <p:nvPr/>
        </p:nvGrpSpPr>
        <p:grpSpPr>
          <a:xfrm>
            <a:off x="3154680" y="3291840"/>
            <a:ext cx="1280160" cy="2798064"/>
            <a:chOff x="3154680" y="3291840"/>
            <a:chExt cx="1280160" cy="2798064"/>
          </a:xfrm>
        </p:grpSpPr>
        <p:sp>
          <p:nvSpPr>
            <p:cNvPr id="71" name="Forma 72"/>
            <p:cNvSpPr/>
            <p:nvPr/>
          </p:nvSpPr>
          <p:spPr>
            <a:xfrm>
              <a:off x="3385109" y="3291840"/>
              <a:ext cx="819302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72" name="Forma 73"/>
            <p:cNvSpPr/>
            <p:nvPr/>
          </p:nvSpPr>
          <p:spPr>
            <a:xfrm>
              <a:off x="3480206" y="4342668"/>
              <a:ext cx="629107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3" name="Forma 74"/>
            <p:cNvSpPr/>
            <p:nvPr/>
          </p:nvSpPr>
          <p:spPr>
            <a:xfrm>
              <a:off x="3480206" y="4307007"/>
              <a:ext cx="629107" cy="832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74" name="Forma 75"/>
            <p:cNvSpPr/>
            <p:nvPr/>
          </p:nvSpPr>
          <p:spPr>
            <a:xfrm>
              <a:off x="3429000" y="3529584"/>
              <a:ext cx="73152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75" name="Forma 76"/>
            <p:cNvSpPr/>
            <p:nvPr/>
          </p:nvSpPr>
          <p:spPr>
            <a:xfrm>
              <a:off x="3546043" y="3700760"/>
              <a:ext cx="87782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76" name="Forma 77"/>
            <p:cNvSpPr/>
            <p:nvPr/>
          </p:nvSpPr>
          <p:spPr>
            <a:xfrm>
              <a:off x="3154680" y="5724144"/>
              <a:ext cx="128016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77" name="Trasudado contenido"/>
          <p:cNvSpPr/>
          <p:nvPr/>
        </p:nvSpPr>
        <p:spPr>
          <a:xfrm>
            <a:off x="4434840" y="3108960"/>
            <a:ext cx="1508760" cy="32004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 proteína</a:t>
            </a:r>
            <a:endParaRPr lang="es-AR" sz="1900" dirty="0">
              <a:latin typeface="Mali"/>
            </a:endParaRPr>
          </a:p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 LDH</a:t>
            </a:r>
            <a:endParaRPr lang="es-AR" sz="1900" dirty="0">
              <a:latin typeface="Mali"/>
            </a:endParaRPr>
          </a:p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Pocas células</a:t>
            </a:r>
            <a:endParaRPr lang="es-AR" sz="1900" dirty="0">
              <a:latin typeface="Mali"/>
            </a:endParaRPr>
          </a:p>
        </p:txBody>
      </p:sp>
      <p:sp>
        <p:nvSpPr>
          <p:cNvPr id="78" name="!!Intersticio_2"/>
          <p:cNvSpPr/>
          <p:nvPr/>
        </p:nvSpPr>
        <p:spPr>
          <a:xfrm>
            <a:off x="6263640" y="4261104"/>
            <a:ext cx="2743200" cy="2048256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79" name="!!FibrasColageno_2"/>
          <p:cNvSpPr/>
          <p:nvPr/>
        </p:nvSpPr>
        <p:spPr>
          <a:xfrm>
            <a:off x="6318504" y="4568342"/>
            <a:ext cx="2194560" cy="1337604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80" name="!!Fibroblastos_2"/>
          <p:cNvGrpSpPr/>
          <p:nvPr/>
        </p:nvGrpSpPr>
        <p:grpSpPr>
          <a:xfrm>
            <a:off x="6483096" y="4731563"/>
            <a:ext cx="1777594" cy="1363370"/>
            <a:chOff x="6483096" y="4731563"/>
            <a:chExt cx="1777594" cy="1363370"/>
          </a:xfrm>
        </p:grpSpPr>
        <p:sp>
          <p:nvSpPr>
            <p:cNvPr id="81" name="Forma 82"/>
            <p:cNvSpPr/>
            <p:nvPr/>
          </p:nvSpPr>
          <p:spPr>
            <a:xfrm>
              <a:off x="6483096" y="4731563"/>
              <a:ext cx="1777594" cy="136337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6554419" y="4750765"/>
              <a:ext cx="1640434" cy="1324966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83" name="!!LiquidoAcumulado_2"/>
          <p:cNvSpPr/>
          <p:nvPr/>
        </p:nvSpPr>
        <p:spPr>
          <a:xfrm>
            <a:off x="6263640" y="5810098"/>
            <a:ext cx="2743200" cy="49926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E9C46A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84" name="!!Capilar_2"/>
          <p:cNvGrpSpPr/>
          <p:nvPr/>
        </p:nvGrpSpPr>
        <p:grpSpPr>
          <a:xfrm>
            <a:off x="6263640" y="3236976"/>
            <a:ext cx="3006547" cy="928116"/>
            <a:chOff x="6263640" y="3236976"/>
            <a:chExt cx="3006547" cy="928116"/>
          </a:xfrm>
        </p:grpSpPr>
        <p:sp>
          <p:nvSpPr>
            <p:cNvPr id="85" name="Forma 86"/>
            <p:cNvSpPr/>
            <p:nvPr/>
          </p:nvSpPr>
          <p:spPr>
            <a:xfrm>
              <a:off x="6263640" y="3236976"/>
              <a:ext cx="2743200" cy="928116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6" name="Forma 87"/>
            <p:cNvSpPr/>
            <p:nvPr/>
          </p:nvSpPr>
          <p:spPr>
            <a:xfrm>
              <a:off x="626364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87" name="Forma 88"/>
            <p:cNvSpPr/>
            <p:nvPr/>
          </p:nvSpPr>
          <p:spPr>
            <a:xfrm>
              <a:off x="635416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88" name="Forma 89"/>
            <p:cNvSpPr/>
            <p:nvPr/>
          </p:nvSpPr>
          <p:spPr>
            <a:xfrm>
              <a:off x="656539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89" name="Forma 90"/>
            <p:cNvSpPr/>
            <p:nvPr/>
          </p:nvSpPr>
          <p:spPr>
            <a:xfrm>
              <a:off x="665591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0" name="Forma 91"/>
            <p:cNvSpPr/>
            <p:nvPr/>
          </p:nvSpPr>
          <p:spPr>
            <a:xfrm>
              <a:off x="686714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1" name="Forma 92"/>
            <p:cNvSpPr/>
            <p:nvPr/>
          </p:nvSpPr>
          <p:spPr>
            <a:xfrm>
              <a:off x="695767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2" name="Forma 93"/>
            <p:cNvSpPr/>
            <p:nvPr/>
          </p:nvSpPr>
          <p:spPr>
            <a:xfrm>
              <a:off x="716889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725942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4" name="Forma 95"/>
            <p:cNvSpPr/>
            <p:nvPr/>
          </p:nvSpPr>
          <p:spPr>
            <a:xfrm>
              <a:off x="747064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5" name="Forma 96"/>
            <p:cNvSpPr/>
            <p:nvPr/>
          </p:nvSpPr>
          <p:spPr>
            <a:xfrm>
              <a:off x="756117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6" name="Forma 97"/>
            <p:cNvSpPr/>
            <p:nvPr/>
          </p:nvSpPr>
          <p:spPr>
            <a:xfrm>
              <a:off x="777240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7" name="Forma 98"/>
            <p:cNvSpPr/>
            <p:nvPr/>
          </p:nvSpPr>
          <p:spPr>
            <a:xfrm>
              <a:off x="786292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8" name="Forma 99"/>
            <p:cNvSpPr/>
            <p:nvPr/>
          </p:nvSpPr>
          <p:spPr>
            <a:xfrm>
              <a:off x="807415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9" name="Forma 100"/>
            <p:cNvSpPr/>
            <p:nvPr/>
          </p:nvSpPr>
          <p:spPr>
            <a:xfrm>
              <a:off x="816467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0" name="Forma 101"/>
            <p:cNvSpPr/>
            <p:nvPr/>
          </p:nvSpPr>
          <p:spPr>
            <a:xfrm>
              <a:off x="837590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1" name="Forma 102"/>
            <p:cNvSpPr/>
            <p:nvPr/>
          </p:nvSpPr>
          <p:spPr>
            <a:xfrm>
              <a:off x="846643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2" name="Forma 103"/>
            <p:cNvSpPr/>
            <p:nvPr/>
          </p:nvSpPr>
          <p:spPr>
            <a:xfrm>
              <a:off x="867765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3" name="Forma 104"/>
            <p:cNvSpPr/>
            <p:nvPr/>
          </p:nvSpPr>
          <p:spPr>
            <a:xfrm>
              <a:off x="876818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4" name="Forma 105"/>
            <p:cNvSpPr/>
            <p:nvPr/>
          </p:nvSpPr>
          <p:spPr>
            <a:xfrm>
              <a:off x="897940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5" name="Forma 106"/>
            <p:cNvSpPr/>
            <p:nvPr/>
          </p:nvSpPr>
          <p:spPr>
            <a:xfrm>
              <a:off x="906993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6" name="Forma 107"/>
            <p:cNvSpPr/>
            <p:nvPr/>
          </p:nvSpPr>
          <p:spPr>
            <a:xfrm>
              <a:off x="6263640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7" name="Forma 108"/>
            <p:cNvSpPr/>
            <p:nvPr/>
          </p:nvSpPr>
          <p:spPr>
            <a:xfrm>
              <a:off x="6354166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8" name="Forma 109"/>
            <p:cNvSpPr/>
            <p:nvPr/>
          </p:nvSpPr>
          <p:spPr>
            <a:xfrm>
              <a:off x="6636715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9" name="Forma 110"/>
            <p:cNvSpPr/>
            <p:nvPr/>
          </p:nvSpPr>
          <p:spPr>
            <a:xfrm>
              <a:off x="6691579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0" name="Forma 111"/>
            <p:cNvSpPr/>
            <p:nvPr/>
          </p:nvSpPr>
          <p:spPr>
            <a:xfrm>
              <a:off x="6867144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1" name="Forma 112"/>
            <p:cNvSpPr/>
            <p:nvPr/>
          </p:nvSpPr>
          <p:spPr>
            <a:xfrm>
              <a:off x="6957670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2" name="Forma 113"/>
            <p:cNvSpPr/>
            <p:nvPr/>
          </p:nvSpPr>
          <p:spPr>
            <a:xfrm>
              <a:off x="7240219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3" name="Forma 114"/>
            <p:cNvSpPr/>
            <p:nvPr/>
          </p:nvSpPr>
          <p:spPr>
            <a:xfrm>
              <a:off x="7295083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4" name="Forma 115"/>
            <p:cNvSpPr/>
            <p:nvPr/>
          </p:nvSpPr>
          <p:spPr>
            <a:xfrm>
              <a:off x="7470648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5" name="Forma 116"/>
            <p:cNvSpPr/>
            <p:nvPr/>
          </p:nvSpPr>
          <p:spPr>
            <a:xfrm>
              <a:off x="7561174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6" name="Forma 117"/>
            <p:cNvSpPr/>
            <p:nvPr/>
          </p:nvSpPr>
          <p:spPr>
            <a:xfrm>
              <a:off x="7843723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7" name="Forma 118"/>
            <p:cNvSpPr/>
            <p:nvPr/>
          </p:nvSpPr>
          <p:spPr>
            <a:xfrm>
              <a:off x="7898587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8" name="Forma 119"/>
            <p:cNvSpPr/>
            <p:nvPr/>
          </p:nvSpPr>
          <p:spPr>
            <a:xfrm>
              <a:off x="8074152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9" name="Forma 120"/>
            <p:cNvSpPr/>
            <p:nvPr/>
          </p:nvSpPr>
          <p:spPr>
            <a:xfrm>
              <a:off x="8164678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0" name="Forma 121"/>
            <p:cNvSpPr/>
            <p:nvPr/>
          </p:nvSpPr>
          <p:spPr>
            <a:xfrm>
              <a:off x="8447227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21" name="Forma 122"/>
            <p:cNvSpPr/>
            <p:nvPr/>
          </p:nvSpPr>
          <p:spPr>
            <a:xfrm>
              <a:off x="8502091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2" name="Forma 123"/>
            <p:cNvSpPr/>
            <p:nvPr/>
          </p:nvSpPr>
          <p:spPr>
            <a:xfrm>
              <a:off x="8677656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23" name="Forma 124"/>
            <p:cNvSpPr/>
            <p:nvPr/>
          </p:nvSpPr>
          <p:spPr>
            <a:xfrm>
              <a:off x="8768182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4" name="Forma 125"/>
            <p:cNvSpPr/>
            <p:nvPr/>
          </p:nvSpPr>
          <p:spPr>
            <a:xfrm>
              <a:off x="9050731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25" name="Forma 126"/>
            <p:cNvSpPr/>
            <p:nvPr/>
          </p:nvSpPr>
          <p:spPr>
            <a:xfrm>
              <a:off x="9105595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6" name="Forma 127"/>
            <p:cNvSpPr/>
            <p:nvPr/>
          </p:nvSpPr>
          <p:spPr>
            <a:xfrm>
              <a:off x="6389827" y="3461004"/>
              <a:ext cx="2655418" cy="448056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127" name="!!Albumina_2"/>
          <p:cNvSpPr/>
          <p:nvPr/>
        </p:nvSpPr>
        <p:spPr>
          <a:xfrm>
            <a:off x="6441948" y="3380994"/>
            <a:ext cx="2430475" cy="633679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128" name="!!FlechaPc_2"/>
          <p:cNvGrpSpPr/>
          <p:nvPr/>
        </p:nvGrpSpPr>
        <p:grpSpPr>
          <a:xfrm>
            <a:off x="7086600" y="3749040"/>
            <a:ext cx="589788" cy="1024128"/>
            <a:chOff x="7086600" y="3749040"/>
            <a:chExt cx="589788" cy="1024128"/>
          </a:xfrm>
        </p:grpSpPr>
        <p:sp>
          <p:nvSpPr>
            <p:cNvPr id="129" name="Flecha 130_2"/>
            <p:cNvSpPr/>
            <p:nvPr/>
          </p:nvSpPr>
          <p:spPr>
            <a:xfrm>
              <a:off x="7086600" y="3749040"/>
              <a:ext cx="9144" cy="1024128"/>
            </a:xfrm>
            <a:custGeom>
              <a:avLst/>
              <a:gdLst/>
              <a:ahLst/>
              <a:cxnLst/>
              <a:rect l="0" t="0" r="r" b="b"/>
              <a:pathLst>
                <a:path w="10" h="1120" fill="none">
                  <a:moveTo>
                    <a:pt x="0" y="0"/>
                  </a:moveTo>
                  <a:lnTo>
                    <a:pt x="0" y="112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130" name="Forma 132"/>
            <p:cNvSpPr/>
            <p:nvPr/>
          </p:nvSpPr>
          <p:spPr>
            <a:xfrm>
              <a:off x="7155180" y="4485132"/>
              <a:ext cx="521208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5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31" name="!!FlechaOnc_2"/>
          <p:cNvGrpSpPr/>
          <p:nvPr/>
        </p:nvGrpSpPr>
        <p:grpSpPr>
          <a:xfrm>
            <a:off x="7690104" y="3749040"/>
            <a:ext cx="589788" cy="1019556"/>
            <a:chOff x="7690104" y="3749040"/>
            <a:chExt cx="589788" cy="1019556"/>
          </a:xfrm>
        </p:grpSpPr>
        <p:sp>
          <p:nvSpPr>
            <p:cNvPr id="132" name="Flecha 134_2"/>
            <p:cNvSpPr/>
            <p:nvPr/>
          </p:nvSpPr>
          <p:spPr>
            <a:xfrm>
              <a:off x="7690104" y="3749040"/>
              <a:ext cx="9144" cy="960120"/>
            </a:xfrm>
            <a:custGeom>
              <a:avLst/>
              <a:gdLst/>
              <a:ahLst/>
              <a:cxnLst/>
              <a:rect l="0" t="0" r="r" b="b"/>
              <a:pathLst>
                <a:path w="10" h="1050" fill="none">
                  <a:moveTo>
                    <a:pt x="0" y="10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133" name="Forma 136"/>
            <p:cNvSpPr/>
            <p:nvPr/>
          </p:nvSpPr>
          <p:spPr>
            <a:xfrm>
              <a:off x="7758684" y="4485132"/>
              <a:ext cx="521208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5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34" name="!!VasoLinfatico_2"/>
          <p:cNvGrpSpPr/>
          <p:nvPr/>
        </p:nvGrpSpPr>
        <p:grpSpPr>
          <a:xfrm>
            <a:off x="8567928" y="4453128"/>
            <a:ext cx="301752" cy="1856232"/>
            <a:chOff x="8567928" y="4453128"/>
            <a:chExt cx="301752" cy="1856232"/>
          </a:xfrm>
        </p:grpSpPr>
        <p:sp>
          <p:nvSpPr>
            <p:cNvPr id="135" name="Forma 138"/>
            <p:cNvSpPr/>
            <p:nvPr/>
          </p:nvSpPr>
          <p:spPr>
            <a:xfrm>
              <a:off x="8567928" y="4453128"/>
              <a:ext cx="301752" cy="1856232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136" name="Forma 139"/>
            <p:cNvSpPr/>
            <p:nvPr/>
          </p:nvSpPr>
          <p:spPr>
            <a:xfrm>
              <a:off x="8595360" y="490118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137" name="Forma 140"/>
            <p:cNvSpPr/>
            <p:nvPr/>
          </p:nvSpPr>
          <p:spPr>
            <a:xfrm>
              <a:off x="8595360" y="554126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138" name="!!ProteinasFuga"/>
          <p:cNvSpPr/>
          <p:nvPr/>
        </p:nvSpPr>
        <p:spPr>
          <a:xfrm>
            <a:off x="6480353" y="4417924"/>
            <a:ext cx="1901038" cy="1609801"/>
          </a:xfrm>
          <a:custGeom>
            <a:avLst/>
            <a:gdLst/>
            <a:ahLst/>
            <a:cxnLst/>
            <a:rect l="0" t="0" r="r" b="b"/>
            <a:pathLst>
              <a:path w="6930" h="5030">
                <a:moveTo>
                  <a:pt x="2760" y="4270"/>
                </a:moveTo>
                <a:cubicBezTo>
                  <a:pt x="2760" y="4330"/>
                  <a:pt x="2710" y="4380"/>
                  <a:pt x="2650" y="4380"/>
                </a:cubicBezTo>
                <a:cubicBezTo>
                  <a:pt x="2589" y="4380"/>
                  <a:pt x="2540" y="4330"/>
                  <a:pt x="2540" y="4270"/>
                </a:cubicBezTo>
                <a:cubicBezTo>
                  <a:pt x="2540" y="4209"/>
                  <a:pt x="2589" y="4160"/>
                  <a:pt x="2650" y="4160"/>
                </a:cubicBezTo>
                <a:cubicBezTo>
                  <a:pt x="2710" y="4160"/>
                  <a:pt x="2760" y="4209"/>
                  <a:pt x="2760" y="4270"/>
                </a:cubicBezTo>
                <a:close/>
                <a:moveTo>
                  <a:pt x="5560" y="960"/>
                </a:moveTo>
                <a:cubicBezTo>
                  <a:pt x="5560" y="1020"/>
                  <a:pt x="5510" y="1070"/>
                  <a:pt x="5450" y="1070"/>
                </a:cubicBezTo>
                <a:cubicBezTo>
                  <a:pt x="5389" y="1070"/>
                  <a:pt x="5340" y="1020"/>
                  <a:pt x="5340" y="960"/>
                </a:cubicBezTo>
                <a:cubicBezTo>
                  <a:pt x="5340" y="899"/>
                  <a:pt x="5389" y="850"/>
                  <a:pt x="5450" y="850"/>
                </a:cubicBezTo>
                <a:cubicBezTo>
                  <a:pt x="5510" y="850"/>
                  <a:pt x="5560" y="899"/>
                  <a:pt x="5560" y="960"/>
                </a:cubicBezTo>
                <a:close/>
                <a:moveTo>
                  <a:pt x="2520" y="3330"/>
                </a:moveTo>
                <a:cubicBezTo>
                  <a:pt x="2520" y="3390"/>
                  <a:pt x="2470" y="3440"/>
                  <a:pt x="2410" y="3440"/>
                </a:cubicBezTo>
                <a:cubicBezTo>
                  <a:pt x="2349" y="3440"/>
                  <a:pt x="2300" y="3390"/>
                  <a:pt x="2300" y="3330"/>
                </a:cubicBezTo>
                <a:cubicBezTo>
                  <a:pt x="2300" y="3269"/>
                  <a:pt x="2349" y="3220"/>
                  <a:pt x="2410" y="3220"/>
                </a:cubicBezTo>
                <a:cubicBezTo>
                  <a:pt x="2470" y="3220"/>
                  <a:pt x="2520" y="3269"/>
                  <a:pt x="2520" y="3330"/>
                </a:cubicBezTo>
                <a:close/>
                <a:moveTo>
                  <a:pt x="2270" y="3060"/>
                </a:moveTo>
                <a:cubicBezTo>
                  <a:pt x="2270" y="3120"/>
                  <a:pt x="2220" y="3170"/>
                  <a:pt x="2160" y="3170"/>
                </a:cubicBezTo>
                <a:cubicBezTo>
                  <a:pt x="2099" y="3170"/>
                  <a:pt x="2050" y="3120"/>
                  <a:pt x="2050" y="3060"/>
                </a:cubicBezTo>
                <a:cubicBezTo>
                  <a:pt x="2050" y="2999"/>
                  <a:pt x="2099" y="2950"/>
                  <a:pt x="2160" y="2950"/>
                </a:cubicBezTo>
                <a:cubicBezTo>
                  <a:pt x="2220" y="2950"/>
                  <a:pt x="2270" y="2999"/>
                  <a:pt x="2270" y="3060"/>
                </a:cubicBezTo>
                <a:close/>
                <a:moveTo>
                  <a:pt x="220" y="820"/>
                </a:moveTo>
                <a:cubicBezTo>
                  <a:pt x="220" y="880"/>
                  <a:pt x="170" y="930"/>
                  <a:pt x="110" y="930"/>
                </a:cubicBezTo>
                <a:cubicBezTo>
                  <a:pt x="49" y="930"/>
                  <a:pt x="0" y="880"/>
                  <a:pt x="0" y="820"/>
                </a:cubicBezTo>
                <a:cubicBezTo>
                  <a:pt x="0" y="759"/>
                  <a:pt x="49" y="710"/>
                  <a:pt x="110" y="710"/>
                </a:cubicBezTo>
                <a:cubicBezTo>
                  <a:pt x="170" y="710"/>
                  <a:pt x="220" y="759"/>
                  <a:pt x="220" y="820"/>
                </a:cubicBezTo>
                <a:close/>
                <a:moveTo>
                  <a:pt x="5680" y="1210"/>
                </a:moveTo>
                <a:cubicBezTo>
                  <a:pt x="5680" y="1270"/>
                  <a:pt x="5630" y="1320"/>
                  <a:pt x="5570" y="1320"/>
                </a:cubicBezTo>
                <a:cubicBezTo>
                  <a:pt x="5509" y="1320"/>
                  <a:pt x="5460" y="1270"/>
                  <a:pt x="5460" y="1210"/>
                </a:cubicBezTo>
                <a:cubicBezTo>
                  <a:pt x="5460" y="1149"/>
                  <a:pt x="5509" y="1100"/>
                  <a:pt x="5570" y="1100"/>
                </a:cubicBezTo>
                <a:cubicBezTo>
                  <a:pt x="5630" y="1100"/>
                  <a:pt x="5680" y="1149"/>
                  <a:pt x="5680" y="1210"/>
                </a:cubicBezTo>
                <a:close/>
                <a:moveTo>
                  <a:pt x="4020" y="1210"/>
                </a:moveTo>
                <a:cubicBezTo>
                  <a:pt x="4020" y="1270"/>
                  <a:pt x="3970" y="1320"/>
                  <a:pt x="3910" y="1320"/>
                </a:cubicBezTo>
                <a:cubicBezTo>
                  <a:pt x="3849" y="1320"/>
                  <a:pt x="3800" y="1270"/>
                  <a:pt x="3800" y="1210"/>
                </a:cubicBezTo>
                <a:cubicBezTo>
                  <a:pt x="3800" y="1149"/>
                  <a:pt x="3849" y="1100"/>
                  <a:pt x="3910" y="1100"/>
                </a:cubicBezTo>
                <a:cubicBezTo>
                  <a:pt x="3970" y="1100"/>
                  <a:pt x="4020" y="1149"/>
                  <a:pt x="4020" y="1210"/>
                </a:cubicBezTo>
                <a:close/>
                <a:moveTo>
                  <a:pt x="2890" y="4060"/>
                </a:moveTo>
                <a:cubicBezTo>
                  <a:pt x="2890" y="4120"/>
                  <a:pt x="2840" y="4170"/>
                  <a:pt x="2780" y="4170"/>
                </a:cubicBezTo>
                <a:cubicBezTo>
                  <a:pt x="2719" y="4170"/>
                  <a:pt x="2670" y="4120"/>
                  <a:pt x="2670" y="4060"/>
                </a:cubicBezTo>
                <a:cubicBezTo>
                  <a:pt x="2670" y="3999"/>
                  <a:pt x="2719" y="3950"/>
                  <a:pt x="2780" y="3950"/>
                </a:cubicBezTo>
                <a:cubicBezTo>
                  <a:pt x="2840" y="3950"/>
                  <a:pt x="2890" y="3999"/>
                  <a:pt x="2890" y="4060"/>
                </a:cubicBezTo>
                <a:close/>
                <a:moveTo>
                  <a:pt x="600" y="280"/>
                </a:moveTo>
                <a:cubicBezTo>
                  <a:pt x="600" y="340"/>
                  <a:pt x="550" y="390"/>
                  <a:pt x="490" y="390"/>
                </a:cubicBezTo>
                <a:cubicBezTo>
                  <a:pt x="429" y="390"/>
                  <a:pt x="380" y="340"/>
                  <a:pt x="380" y="280"/>
                </a:cubicBezTo>
                <a:cubicBezTo>
                  <a:pt x="380" y="219"/>
                  <a:pt x="429" y="170"/>
                  <a:pt x="490" y="170"/>
                </a:cubicBezTo>
                <a:cubicBezTo>
                  <a:pt x="550" y="170"/>
                  <a:pt x="600" y="219"/>
                  <a:pt x="600" y="280"/>
                </a:cubicBezTo>
                <a:close/>
                <a:moveTo>
                  <a:pt x="6930" y="110"/>
                </a:moveTo>
                <a:cubicBezTo>
                  <a:pt x="6930" y="170"/>
                  <a:pt x="6880" y="220"/>
                  <a:pt x="6820" y="220"/>
                </a:cubicBezTo>
                <a:cubicBezTo>
                  <a:pt x="6759" y="220"/>
                  <a:pt x="6710" y="170"/>
                  <a:pt x="6710" y="110"/>
                </a:cubicBezTo>
                <a:cubicBezTo>
                  <a:pt x="6710" y="49"/>
                  <a:pt x="6759" y="0"/>
                  <a:pt x="6820" y="0"/>
                </a:cubicBezTo>
                <a:cubicBezTo>
                  <a:pt x="6880" y="0"/>
                  <a:pt x="6930" y="49"/>
                  <a:pt x="6930" y="110"/>
                </a:cubicBezTo>
                <a:close/>
                <a:moveTo>
                  <a:pt x="2100" y="2250"/>
                </a:moveTo>
                <a:cubicBezTo>
                  <a:pt x="2100" y="2310"/>
                  <a:pt x="2050" y="2360"/>
                  <a:pt x="1990" y="2360"/>
                </a:cubicBezTo>
                <a:cubicBezTo>
                  <a:pt x="1929" y="2360"/>
                  <a:pt x="1880" y="2310"/>
                  <a:pt x="1880" y="2250"/>
                </a:cubicBezTo>
                <a:cubicBezTo>
                  <a:pt x="1880" y="2189"/>
                  <a:pt x="1929" y="2140"/>
                  <a:pt x="1990" y="2140"/>
                </a:cubicBezTo>
                <a:cubicBezTo>
                  <a:pt x="2050" y="2140"/>
                  <a:pt x="2100" y="2189"/>
                  <a:pt x="2100" y="2250"/>
                </a:cubicBezTo>
                <a:close/>
                <a:moveTo>
                  <a:pt x="450" y="4920"/>
                </a:moveTo>
                <a:cubicBezTo>
                  <a:pt x="450" y="4980"/>
                  <a:pt x="400" y="5030"/>
                  <a:pt x="340" y="5030"/>
                </a:cubicBezTo>
                <a:cubicBezTo>
                  <a:pt x="279" y="5030"/>
                  <a:pt x="230" y="4980"/>
                  <a:pt x="230" y="4920"/>
                </a:cubicBezTo>
                <a:cubicBezTo>
                  <a:pt x="230" y="4859"/>
                  <a:pt x="279" y="4810"/>
                  <a:pt x="340" y="4810"/>
                </a:cubicBezTo>
                <a:cubicBezTo>
                  <a:pt x="400" y="4810"/>
                  <a:pt x="450" y="4859"/>
                  <a:pt x="450" y="4920"/>
                </a:cubicBezTo>
                <a:close/>
                <a:moveTo>
                  <a:pt x="3760" y="4170"/>
                </a:moveTo>
                <a:cubicBezTo>
                  <a:pt x="3760" y="4230"/>
                  <a:pt x="3710" y="4280"/>
                  <a:pt x="3650" y="4280"/>
                </a:cubicBezTo>
                <a:cubicBezTo>
                  <a:pt x="3589" y="4280"/>
                  <a:pt x="3540" y="4230"/>
                  <a:pt x="3540" y="4170"/>
                </a:cubicBezTo>
                <a:cubicBezTo>
                  <a:pt x="3540" y="4109"/>
                  <a:pt x="3589" y="4060"/>
                  <a:pt x="3650" y="4060"/>
                </a:cubicBezTo>
                <a:cubicBezTo>
                  <a:pt x="3710" y="4060"/>
                  <a:pt x="3760" y="4109"/>
                  <a:pt x="3760" y="4170"/>
                </a:cubicBezTo>
                <a:close/>
                <a:moveTo>
                  <a:pt x="4210" y="850"/>
                </a:moveTo>
                <a:cubicBezTo>
                  <a:pt x="4210" y="910"/>
                  <a:pt x="4160" y="960"/>
                  <a:pt x="4100" y="960"/>
                </a:cubicBezTo>
                <a:cubicBezTo>
                  <a:pt x="4039" y="960"/>
                  <a:pt x="3990" y="910"/>
                  <a:pt x="3990" y="850"/>
                </a:cubicBezTo>
                <a:cubicBezTo>
                  <a:pt x="3990" y="789"/>
                  <a:pt x="4039" y="740"/>
                  <a:pt x="4100" y="740"/>
                </a:cubicBezTo>
                <a:cubicBezTo>
                  <a:pt x="4160" y="740"/>
                  <a:pt x="4210" y="789"/>
                  <a:pt x="4210" y="85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139" name="!!Leucocitos"/>
          <p:cNvGrpSpPr/>
          <p:nvPr/>
        </p:nvGrpSpPr>
        <p:grpSpPr>
          <a:xfrm>
            <a:off x="6924751" y="4555541"/>
            <a:ext cx="1459382" cy="1273759"/>
            <a:chOff x="6924751" y="4555541"/>
            <a:chExt cx="1459382" cy="1273759"/>
          </a:xfrm>
        </p:grpSpPr>
        <p:sp>
          <p:nvSpPr>
            <p:cNvPr id="140" name="Forma 143"/>
            <p:cNvSpPr/>
            <p:nvPr/>
          </p:nvSpPr>
          <p:spPr>
            <a:xfrm>
              <a:off x="6924751" y="4555541"/>
              <a:ext cx="1459382" cy="1273759"/>
            </a:xfrm>
            <a:custGeom>
              <a:avLst/>
              <a:gdLst/>
              <a:ahLst/>
              <a:cxnLst/>
              <a:rect l="0" t="0" r="r" b="b"/>
              <a:pathLst>
                <a:path w="5320" h="3980">
                  <a:moveTo>
                    <a:pt x="4200" y="3000"/>
                  </a:moveTo>
                  <a:cubicBezTo>
                    <a:pt x="4200" y="3121"/>
                    <a:pt x="4101" y="3220"/>
                    <a:pt x="3980" y="3220"/>
                  </a:cubicBezTo>
                  <a:cubicBezTo>
                    <a:pt x="3858" y="3220"/>
                    <a:pt x="3760" y="3121"/>
                    <a:pt x="3760" y="3000"/>
                  </a:cubicBezTo>
                  <a:cubicBezTo>
                    <a:pt x="3760" y="2878"/>
                    <a:pt x="3858" y="2780"/>
                    <a:pt x="3980" y="2780"/>
                  </a:cubicBezTo>
                  <a:cubicBezTo>
                    <a:pt x="4101" y="2780"/>
                    <a:pt x="4200" y="2878"/>
                    <a:pt x="4200" y="3000"/>
                  </a:cubicBezTo>
                  <a:close/>
                  <a:moveTo>
                    <a:pt x="440" y="3760"/>
                  </a:moveTo>
                  <a:cubicBezTo>
                    <a:pt x="440" y="3881"/>
                    <a:pt x="341" y="3980"/>
                    <a:pt x="220" y="3980"/>
                  </a:cubicBezTo>
                  <a:cubicBezTo>
                    <a:pt x="98" y="3980"/>
                    <a:pt x="0" y="3881"/>
                    <a:pt x="0" y="3760"/>
                  </a:cubicBezTo>
                  <a:cubicBezTo>
                    <a:pt x="0" y="3638"/>
                    <a:pt x="98" y="3540"/>
                    <a:pt x="220" y="3540"/>
                  </a:cubicBezTo>
                  <a:cubicBezTo>
                    <a:pt x="341" y="3540"/>
                    <a:pt x="440" y="3638"/>
                    <a:pt x="440" y="3760"/>
                  </a:cubicBezTo>
                  <a:close/>
                  <a:moveTo>
                    <a:pt x="5320" y="1160"/>
                  </a:moveTo>
                  <a:cubicBezTo>
                    <a:pt x="5320" y="1281"/>
                    <a:pt x="5221" y="1380"/>
                    <a:pt x="5100" y="1380"/>
                  </a:cubicBezTo>
                  <a:cubicBezTo>
                    <a:pt x="4978" y="1380"/>
                    <a:pt x="4880" y="1281"/>
                    <a:pt x="4880" y="1160"/>
                  </a:cubicBezTo>
                  <a:cubicBezTo>
                    <a:pt x="4880" y="1038"/>
                    <a:pt x="4978" y="940"/>
                    <a:pt x="5100" y="940"/>
                  </a:cubicBezTo>
                  <a:cubicBezTo>
                    <a:pt x="5221" y="940"/>
                    <a:pt x="5320" y="1038"/>
                    <a:pt x="5320" y="1160"/>
                  </a:cubicBezTo>
                  <a:close/>
                  <a:moveTo>
                    <a:pt x="1850" y="220"/>
                  </a:moveTo>
                  <a:cubicBezTo>
                    <a:pt x="1850" y="341"/>
                    <a:pt x="1751" y="440"/>
                    <a:pt x="1630" y="440"/>
                  </a:cubicBezTo>
                  <a:cubicBezTo>
                    <a:pt x="1508" y="440"/>
                    <a:pt x="1410" y="341"/>
                    <a:pt x="1410" y="220"/>
                  </a:cubicBezTo>
                  <a:cubicBezTo>
                    <a:pt x="1410" y="98"/>
                    <a:pt x="1508" y="0"/>
                    <a:pt x="1630" y="0"/>
                  </a:cubicBezTo>
                  <a:cubicBezTo>
                    <a:pt x="1751" y="0"/>
                    <a:pt x="1850" y="98"/>
                    <a:pt x="1850" y="220"/>
                  </a:cubicBezTo>
                  <a:close/>
                </a:path>
              </a:pathLst>
            </a:custGeom>
            <a:solidFill>
              <a:srgbClr val="F2F3F4"/>
            </a:solidFill>
            <a:ln w="12700" cap="rnd">
              <a:solidFill>
                <a:srgbClr val="7D7D7D"/>
              </a:solidFill>
              <a:round/>
            </a:ln>
          </p:spPr>
        </p:sp>
        <p:sp>
          <p:nvSpPr>
            <p:cNvPr id="141" name="Forma 144"/>
            <p:cNvSpPr/>
            <p:nvPr/>
          </p:nvSpPr>
          <p:spPr>
            <a:xfrm>
              <a:off x="6971386" y="4609948"/>
              <a:ext cx="1393546" cy="1184148"/>
            </a:xfrm>
            <a:custGeom>
              <a:avLst/>
              <a:gdLst/>
              <a:ahLst/>
              <a:cxnLst/>
              <a:rect l="0" t="0" r="r" b="b"/>
              <a:pathLst>
                <a:path w="5080" h="3700">
                  <a:moveTo>
                    <a:pt x="3960" y="2860"/>
                  </a:moveTo>
                  <a:cubicBezTo>
                    <a:pt x="3960" y="2904"/>
                    <a:pt x="3915" y="2940"/>
                    <a:pt x="3860" y="2940"/>
                  </a:cubicBezTo>
                  <a:cubicBezTo>
                    <a:pt x="3804" y="2940"/>
                    <a:pt x="3760" y="2904"/>
                    <a:pt x="3760" y="2860"/>
                  </a:cubicBezTo>
                  <a:cubicBezTo>
                    <a:pt x="3760" y="2815"/>
                    <a:pt x="3804" y="2780"/>
                    <a:pt x="3860" y="2780"/>
                  </a:cubicBezTo>
                  <a:cubicBezTo>
                    <a:pt x="3915" y="2780"/>
                    <a:pt x="3960" y="2815"/>
                    <a:pt x="3960" y="2860"/>
                  </a:cubicBezTo>
                  <a:close/>
                  <a:moveTo>
                    <a:pt x="200" y="3620"/>
                  </a:moveTo>
                  <a:cubicBezTo>
                    <a:pt x="200" y="3664"/>
                    <a:pt x="155" y="3700"/>
                    <a:pt x="100" y="3700"/>
                  </a:cubicBezTo>
                  <a:cubicBezTo>
                    <a:pt x="44" y="3700"/>
                    <a:pt x="0" y="3664"/>
                    <a:pt x="0" y="3620"/>
                  </a:cubicBezTo>
                  <a:cubicBezTo>
                    <a:pt x="0" y="3575"/>
                    <a:pt x="44" y="3540"/>
                    <a:pt x="100" y="3540"/>
                  </a:cubicBezTo>
                  <a:cubicBezTo>
                    <a:pt x="155" y="3540"/>
                    <a:pt x="200" y="3575"/>
                    <a:pt x="200" y="3620"/>
                  </a:cubicBezTo>
                  <a:close/>
                  <a:moveTo>
                    <a:pt x="5080" y="1020"/>
                  </a:moveTo>
                  <a:cubicBezTo>
                    <a:pt x="5080" y="1064"/>
                    <a:pt x="5035" y="1100"/>
                    <a:pt x="4980" y="1100"/>
                  </a:cubicBezTo>
                  <a:cubicBezTo>
                    <a:pt x="4924" y="1100"/>
                    <a:pt x="4880" y="1064"/>
                    <a:pt x="4880" y="1020"/>
                  </a:cubicBezTo>
                  <a:cubicBezTo>
                    <a:pt x="4880" y="975"/>
                    <a:pt x="4924" y="940"/>
                    <a:pt x="4980" y="940"/>
                  </a:cubicBezTo>
                  <a:cubicBezTo>
                    <a:pt x="5035" y="940"/>
                    <a:pt x="5080" y="975"/>
                    <a:pt x="5080" y="1020"/>
                  </a:cubicBezTo>
                  <a:close/>
                  <a:moveTo>
                    <a:pt x="1610" y="80"/>
                  </a:moveTo>
                  <a:cubicBezTo>
                    <a:pt x="1610" y="124"/>
                    <a:pt x="1565" y="160"/>
                    <a:pt x="1510" y="160"/>
                  </a:cubicBezTo>
                  <a:cubicBezTo>
                    <a:pt x="1454" y="160"/>
                    <a:pt x="1410" y="124"/>
                    <a:pt x="1410" y="80"/>
                  </a:cubicBezTo>
                  <a:cubicBezTo>
                    <a:pt x="1410" y="35"/>
                    <a:pt x="1454" y="0"/>
                    <a:pt x="1510" y="0"/>
                  </a:cubicBezTo>
                  <a:cubicBezTo>
                    <a:pt x="1565" y="0"/>
                    <a:pt x="1610" y="35"/>
                    <a:pt x="1610" y="8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42" name="Tubo exudado"/>
          <p:cNvGrpSpPr/>
          <p:nvPr/>
        </p:nvGrpSpPr>
        <p:grpSpPr>
          <a:xfrm>
            <a:off x="9052560" y="3291840"/>
            <a:ext cx="1280160" cy="2798064"/>
            <a:chOff x="9052560" y="3291840"/>
            <a:chExt cx="1280160" cy="2798064"/>
          </a:xfrm>
        </p:grpSpPr>
        <p:sp>
          <p:nvSpPr>
            <p:cNvPr id="143" name="Forma 146"/>
            <p:cNvSpPr/>
            <p:nvPr/>
          </p:nvSpPr>
          <p:spPr>
            <a:xfrm>
              <a:off x="9282989" y="3291840"/>
              <a:ext cx="819302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44" name="Forma 147"/>
            <p:cNvSpPr/>
            <p:nvPr/>
          </p:nvSpPr>
          <p:spPr>
            <a:xfrm>
              <a:off x="9378086" y="4342668"/>
              <a:ext cx="629107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5" name="Forma 148"/>
            <p:cNvSpPr/>
            <p:nvPr/>
          </p:nvSpPr>
          <p:spPr>
            <a:xfrm>
              <a:off x="9378086" y="4307007"/>
              <a:ext cx="629107" cy="83210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146" name="Forma 149"/>
            <p:cNvSpPr/>
            <p:nvPr/>
          </p:nvSpPr>
          <p:spPr>
            <a:xfrm>
              <a:off x="9414662" y="4437766"/>
              <a:ext cx="555955" cy="1061289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73" y="507"/>
                  </a:moveTo>
                  <a:cubicBezTo>
                    <a:pt x="473" y="531"/>
                    <a:pt x="452" y="552"/>
                    <a:pt x="428" y="552"/>
                  </a:cubicBezTo>
                  <a:cubicBezTo>
                    <a:pt x="403" y="552"/>
                    <a:pt x="383" y="531"/>
                    <a:pt x="383" y="507"/>
                  </a:cubicBezTo>
                  <a:cubicBezTo>
                    <a:pt x="383" y="482"/>
                    <a:pt x="403" y="462"/>
                    <a:pt x="428" y="462"/>
                  </a:cubicBezTo>
                  <a:cubicBezTo>
                    <a:pt x="452" y="462"/>
                    <a:pt x="473" y="482"/>
                    <a:pt x="473" y="507"/>
                  </a:cubicBezTo>
                  <a:close/>
                  <a:moveTo>
                    <a:pt x="452" y="163"/>
                  </a:moveTo>
                  <a:cubicBezTo>
                    <a:pt x="452" y="184"/>
                    <a:pt x="434" y="202"/>
                    <a:pt x="413" y="202"/>
                  </a:cubicBezTo>
                  <a:cubicBezTo>
                    <a:pt x="391" y="202"/>
                    <a:pt x="374" y="184"/>
                    <a:pt x="374" y="163"/>
                  </a:cubicBezTo>
                  <a:cubicBezTo>
                    <a:pt x="374" y="141"/>
                    <a:pt x="391" y="124"/>
                    <a:pt x="413" y="124"/>
                  </a:cubicBezTo>
                  <a:cubicBezTo>
                    <a:pt x="434" y="124"/>
                    <a:pt x="452" y="141"/>
                    <a:pt x="452" y="163"/>
                  </a:cubicBezTo>
                  <a:close/>
                  <a:moveTo>
                    <a:pt x="528" y="102"/>
                  </a:moveTo>
                  <a:cubicBezTo>
                    <a:pt x="528" y="119"/>
                    <a:pt x="513" y="134"/>
                    <a:pt x="496" y="134"/>
                  </a:cubicBezTo>
                  <a:cubicBezTo>
                    <a:pt x="478" y="134"/>
                    <a:pt x="464" y="119"/>
                    <a:pt x="464" y="102"/>
                  </a:cubicBezTo>
                  <a:cubicBezTo>
                    <a:pt x="464" y="84"/>
                    <a:pt x="478" y="70"/>
                    <a:pt x="496" y="70"/>
                  </a:cubicBezTo>
                  <a:cubicBezTo>
                    <a:pt x="513" y="70"/>
                    <a:pt x="528" y="84"/>
                    <a:pt x="528" y="102"/>
                  </a:cubicBezTo>
                  <a:close/>
                  <a:moveTo>
                    <a:pt x="678" y="91"/>
                  </a:moveTo>
                  <a:cubicBezTo>
                    <a:pt x="678" y="109"/>
                    <a:pt x="663" y="124"/>
                    <a:pt x="645" y="124"/>
                  </a:cubicBezTo>
                  <a:cubicBezTo>
                    <a:pt x="626" y="124"/>
                    <a:pt x="612" y="109"/>
                    <a:pt x="612" y="91"/>
                  </a:cubicBezTo>
                  <a:cubicBezTo>
                    <a:pt x="612" y="72"/>
                    <a:pt x="626" y="58"/>
                    <a:pt x="645" y="58"/>
                  </a:cubicBezTo>
                  <a:cubicBezTo>
                    <a:pt x="663" y="58"/>
                    <a:pt x="678" y="72"/>
                    <a:pt x="678" y="91"/>
                  </a:cubicBezTo>
                  <a:close/>
                  <a:moveTo>
                    <a:pt x="473" y="907"/>
                  </a:moveTo>
                  <a:cubicBezTo>
                    <a:pt x="473" y="925"/>
                    <a:pt x="458" y="940"/>
                    <a:pt x="440" y="940"/>
                  </a:cubicBezTo>
                  <a:cubicBezTo>
                    <a:pt x="421" y="940"/>
                    <a:pt x="407" y="925"/>
                    <a:pt x="407" y="907"/>
                  </a:cubicBezTo>
                  <a:cubicBezTo>
                    <a:pt x="407" y="888"/>
                    <a:pt x="421" y="874"/>
                    <a:pt x="440" y="874"/>
                  </a:cubicBezTo>
                  <a:cubicBezTo>
                    <a:pt x="458" y="874"/>
                    <a:pt x="473" y="888"/>
                    <a:pt x="473" y="907"/>
                  </a:cubicBezTo>
                  <a:close/>
                  <a:moveTo>
                    <a:pt x="518" y="841"/>
                  </a:moveTo>
                  <a:cubicBezTo>
                    <a:pt x="518" y="868"/>
                    <a:pt x="495" y="891"/>
                    <a:pt x="468" y="891"/>
                  </a:cubicBezTo>
                  <a:cubicBezTo>
                    <a:pt x="440" y="891"/>
                    <a:pt x="418" y="868"/>
                    <a:pt x="418" y="841"/>
                  </a:cubicBezTo>
                  <a:cubicBezTo>
                    <a:pt x="418" y="813"/>
                    <a:pt x="440" y="791"/>
                    <a:pt x="468" y="791"/>
                  </a:cubicBezTo>
                  <a:cubicBezTo>
                    <a:pt x="495" y="791"/>
                    <a:pt x="518" y="813"/>
                    <a:pt x="518" y="841"/>
                  </a:cubicBezTo>
                  <a:close/>
                  <a:moveTo>
                    <a:pt x="218" y="719"/>
                  </a:moveTo>
                  <a:cubicBezTo>
                    <a:pt x="218" y="736"/>
                    <a:pt x="203" y="751"/>
                    <a:pt x="186" y="751"/>
                  </a:cubicBezTo>
                  <a:cubicBezTo>
                    <a:pt x="168" y="751"/>
                    <a:pt x="154" y="736"/>
                    <a:pt x="154" y="719"/>
                  </a:cubicBezTo>
                  <a:cubicBezTo>
                    <a:pt x="154" y="701"/>
                    <a:pt x="168" y="687"/>
                    <a:pt x="186" y="687"/>
                  </a:cubicBezTo>
                  <a:cubicBezTo>
                    <a:pt x="203" y="687"/>
                    <a:pt x="218" y="701"/>
                    <a:pt x="218" y="719"/>
                  </a:cubicBezTo>
                  <a:close/>
                  <a:moveTo>
                    <a:pt x="343" y="358"/>
                  </a:moveTo>
                  <a:cubicBezTo>
                    <a:pt x="343" y="388"/>
                    <a:pt x="318" y="413"/>
                    <a:pt x="288" y="413"/>
                  </a:cubicBezTo>
                  <a:cubicBezTo>
                    <a:pt x="257" y="413"/>
                    <a:pt x="233" y="388"/>
                    <a:pt x="233" y="358"/>
                  </a:cubicBezTo>
                  <a:cubicBezTo>
                    <a:pt x="233" y="327"/>
                    <a:pt x="257" y="303"/>
                    <a:pt x="288" y="303"/>
                  </a:cubicBezTo>
                  <a:cubicBezTo>
                    <a:pt x="318" y="303"/>
                    <a:pt x="343" y="327"/>
                    <a:pt x="343" y="358"/>
                  </a:cubicBezTo>
                  <a:close/>
                  <a:moveTo>
                    <a:pt x="364" y="296"/>
                  </a:moveTo>
                  <a:cubicBezTo>
                    <a:pt x="364" y="327"/>
                    <a:pt x="338" y="353"/>
                    <a:pt x="307" y="353"/>
                  </a:cubicBezTo>
                  <a:cubicBezTo>
                    <a:pt x="275" y="353"/>
                    <a:pt x="250" y="327"/>
                    <a:pt x="250" y="296"/>
                  </a:cubicBezTo>
                  <a:cubicBezTo>
                    <a:pt x="250" y="264"/>
                    <a:pt x="275" y="239"/>
                    <a:pt x="307" y="239"/>
                  </a:cubicBezTo>
                  <a:cubicBezTo>
                    <a:pt x="338" y="239"/>
                    <a:pt x="364" y="264"/>
                    <a:pt x="364" y="296"/>
                  </a:cubicBezTo>
                  <a:close/>
                  <a:moveTo>
                    <a:pt x="637" y="156"/>
                  </a:moveTo>
                  <a:cubicBezTo>
                    <a:pt x="637" y="183"/>
                    <a:pt x="615" y="205"/>
                    <a:pt x="588" y="205"/>
                  </a:cubicBezTo>
                  <a:cubicBezTo>
                    <a:pt x="560" y="205"/>
                    <a:pt x="539" y="183"/>
                    <a:pt x="539" y="156"/>
                  </a:cubicBezTo>
                  <a:cubicBezTo>
                    <a:pt x="539" y="128"/>
                    <a:pt x="560" y="107"/>
                    <a:pt x="588" y="107"/>
                  </a:cubicBezTo>
                  <a:cubicBezTo>
                    <a:pt x="615" y="107"/>
                    <a:pt x="637" y="128"/>
                    <a:pt x="637" y="156"/>
                  </a:cubicBezTo>
                  <a:close/>
                  <a:moveTo>
                    <a:pt x="619" y="226"/>
                  </a:moveTo>
                  <a:cubicBezTo>
                    <a:pt x="619" y="254"/>
                    <a:pt x="595" y="278"/>
                    <a:pt x="567" y="278"/>
                  </a:cubicBezTo>
                  <a:cubicBezTo>
                    <a:pt x="538" y="278"/>
                    <a:pt x="515" y="254"/>
                    <a:pt x="515" y="226"/>
                  </a:cubicBezTo>
                  <a:cubicBezTo>
                    <a:pt x="515" y="197"/>
                    <a:pt x="538" y="174"/>
                    <a:pt x="567" y="174"/>
                  </a:cubicBezTo>
                  <a:cubicBezTo>
                    <a:pt x="595" y="174"/>
                    <a:pt x="619" y="197"/>
                    <a:pt x="619" y="226"/>
                  </a:cubicBezTo>
                  <a:close/>
                  <a:moveTo>
                    <a:pt x="243" y="112"/>
                  </a:moveTo>
                  <a:cubicBezTo>
                    <a:pt x="243" y="131"/>
                    <a:pt x="227" y="147"/>
                    <a:pt x="208" y="147"/>
                  </a:cubicBezTo>
                  <a:cubicBezTo>
                    <a:pt x="188" y="147"/>
                    <a:pt x="173" y="131"/>
                    <a:pt x="173" y="112"/>
                  </a:cubicBezTo>
                  <a:cubicBezTo>
                    <a:pt x="173" y="92"/>
                    <a:pt x="188" y="77"/>
                    <a:pt x="208" y="77"/>
                  </a:cubicBezTo>
                  <a:cubicBezTo>
                    <a:pt x="227" y="77"/>
                    <a:pt x="243" y="92"/>
                    <a:pt x="243" y="112"/>
                  </a:cubicBezTo>
                  <a:close/>
                  <a:moveTo>
                    <a:pt x="519" y="337"/>
                  </a:moveTo>
                  <a:cubicBezTo>
                    <a:pt x="519" y="359"/>
                    <a:pt x="500" y="378"/>
                    <a:pt x="478" y="378"/>
                  </a:cubicBezTo>
                  <a:cubicBezTo>
                    <a:pt x="455" y="378"/>
                    <a:pt x="437" y="359"/>
                    <a:pt x="437" y="337"/>
                  </a:cubicBezTo>
                  <a:cubicBezTo>
                    <a:pt x="437" y="314"/>
                    <a:pt x="455" y="296"/>
                    <a:pt x="478" y="296"/>
                  </a:cubicBezTo>
                  <a:cubicBezTo>
                    <a:pt x="500" y="296"/>
                    <a:pt x="519" y="314"/>
                    <a:pt x="519" y="337"/>
                  </a:cubicBezTo>
                  <a:close/>
                  <a:moveTo>
                    <a:pt x="520" y="176"/>
                  </a:moveTo>
                  <a:cubicBezTo>
                    <a:pt x="520" y="199"/>
                    <a:pt x="500" y="219"/>
                    <a:pt x="477" y="219"/>
                  </a:cubicBezTo>
                  <a:cubicBezTo>
                    <a:pt x="453" y="219"/>
                    <a:pt x="434" y="199"/>
                    <a:pt x="434" y="176"/>
                  </a:cubicBezTo>
                  <a:cubicBezTo>
                    <a:pt x="434" y="152"/>
                    <a:pt x="453" y="133"/>
                    <a:pt x="477" y="133"/>
                  </a:cubicBezTo>
                  <a:cubicBezTo>
                    <a:pt x="500" y="133"/>
                    <a:pt x="520" y="152"/>
                    <a:pt x="520" y="176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147" name="Forma 150"/>
            <p:cNvSpPr/>
            <p:nvPr/>
          </p:nvSpPr>
          <p:spPr>
            <a:xfrm>
              <a:off x="9326880" y="3529584"/>
              <a:ext cx="73152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48" name="Forma 151"/>
            <p:cNvSpPr/>
            <p:nvPr/>
          </p:nvSpPr>
          <p:spPr>
            <a:xfrm>
              <a:off x="9443923" y="3700760"/>
              <a:ext cx="87782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49" name="Forma 152"/>
            <p:cNvSpPr/>
            <p:nvPr/>
          </p:nvSpPr>
          <p:spPr>
            <a:xfrm>
              <a:off x="9052560" y="5724144"/>
              <a:ext cx="128016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150" name="Exudado contenido"/>
          <p:cNvSpPr/>
          <p:nvPr/>
        </p:nvSpPr>
        <p:spPr>
          <a:xfrm>
            <a:off x="10332720" y="3108960"/>
            <a:ext cx="1508760" cy="32004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proteína</a:t>
            </a:r>
            <a:endParaRPr lang="es-AR" sz="1900" dirty="0">
              <a:latin typeface="Mali"/>
            </a:endParaRPr>
          </a:p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LDH</a:t>
            </a:r>
            <a:endParaRPr lang="es-AR" sz="1900" dirty="0">
              <a:latin typeface="Mali"/>
            </a:endParaRPr>
          </a:p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células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624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/ 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393636" y="91440"/>
            <a:ext cx="663346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DOS PERFILES FISIOPATOLÓGICOS</a:t>
            </a:r>
            <a:endParaRPr lang="es-AR" sz="2400" dirty="0">
              <a:latin typeface="Mali"/>
            </a:endParaRPr>
          </a:p>
        </p:txBody>
      </p:sp>
      <p:sp>
        <p:nvSpPr>
          <p:cNvPr id="1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150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1" name="Forma 10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59152" y="1874520"/>
            <a:ext cx="859536" cy="1609344"/>
            <a:chOff x="2359152" y="1874520"/>
            <a:chExt cx="859536" cy="1609344"/>
          </a:xfrm>
        </p:grpSpPr>
        <p:sp>
          <p:nvSpPr>
            <p:cNvPr id="55" name="Flecha 54_2"/>
            <p:cNvSpPr/>
            <p:nvPr/>
          </p:nvSpPr>
          <p:spPr>
            <a:xfrm>
              <a:off x="2359152" y="1874520"/>
              <a:ext cx="9144" cy="1609344"/>
            </a:xfrm>
            <a:custGeom>
              <a:avLst/>
              <a:gdLst/>
              <a:ahLst/>
              <a:cxnLst/>
              <a:rect l="0" t="0" r="r" b="b"/>
              <a:pathLst>
                <a:path w="10" h="1760" fill="none">
                  <a:moveTo>
                    <a:pt x="0" y="0"/>
                  </a:moveTo>
                  <a:lnTo>
                    <a:pt x="0" y="176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8" name="Flecha 58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3309" y="2528316"/>
            <a:ext cx="1188720" cy="2071116"/>
            <a:chOff x="413309" y="2528316"/>
            <a:chExt cx="1188720" cy="2071116"/>
          </a:xfrm>
        </p:grpSpPr>
        <p:sp>
          <p:nvSpPr>
            <p:cNvPr id="61" name="Flecha 62_2"/>
            <p:cNvSpPr/>
            <p:nvPr/>
          </p:nvSpPr>
          <p:spPr>
            <a:xfrm>
              <a:off x="1316736" y="2528316"/>
              <a:ext cx="9144" cy="1357884"/>
            </a:xfrm>
            <a:custGeom>
              <a:avLst/>
              <a:gdLst/>
              <a:ahLst/>
              <a:cxnLst/>
              <a:rect l="0" t="0" r="r" b="b"/>
              <a:pathLst>
                <a:path w="10" h="1484" fill="none">
                  <a:moveTo>
                    <a:pt x="0" y="0"/>
                  </a:moveTo>
                  <a:lnTo>
                    <a:pt x="0" y="1484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3309" y="4087368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4" name="Forma 66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8" name="Flecha 70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63394" y="3247492"/>
            <a:ext cx="3182844" cy="178536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Fuerzas equilibradas; endotelio íntegro.</a:t>
            </a:r>
            <a:endParaRPr lang="es-AR" sz="1900" dirty="0">
              <a:latin typeface="Mali"/>
            </a:endParaRPr>
          </a:p>
        </p:txBody>
      </p:sp>
      <p:sp>
        <p:nvSpPr>
          <p:cNvPr id="76" name="Explicación 0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Endotelio íntegro, albúmina dentro del vaso y linfáticos permeables: el volumen pleural es mínimo.</a:t>
            </a:r>
            <a:endParaRPr lang="es-AR" sz="2100" dirty="0">
              <a:latin typeface="Mali"/>
            </a:endParaRPr>
          </a:p>
        </p:txBody>
      </p:sp>
      <p:sp>
        <p:nvSpPr>
          <p:cNvPr id="77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8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9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0" name="Forma 86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2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5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6" name="Forma 92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7" name="Forma 93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8" name="!!PulmonDerecho"/>
          <p:cNvGrpSpPr/>
          <p:nvPr/>
        </p:nvGrpSpPr>
        <p:grpSpPr>
          <a:xfrm>
            <a:off x="8598287" y="3789170"/>
            <a:ext cx="926912" cy="2125462"/>
            <a:chOff x="8598287" y="3789170"/>
            <a:chExt cx="926912" cy="2125462"/>
          </a:xfrm>
        </p:grpSpPr>
        <p:sp>
          <p:nvSpPr>
            <p:cNvPr id="89" name="Forma 95"/>
            <p:cNvSpPr/>
            <p:nvPr/>
          </p:nvSpPr>
          <p:spPr>
            <a:xfrm>
              <a:off x="8598287" y="3789170"/>
              <a:ext cx="926912" cy="212546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96"/>
            <p:cNvSpPr/>
            <p:nvPr/>
          </p:nvSpPr>
          <p:spPr>
            <a:xfrm>
              <a:off x="8658239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8620281" y="4714646"/>
              <a:ext cx="779751" cy="89126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2" name="!!PleuraVisceralD"/>
          <p:cNvSpPr/>
          <p:nvPr/>
        </p:nvSpPr>
        <p:spPr>
          <a:xfrm>
            <a:off x="8598287" y="3789170"/>
            <a:ext cx="926912" cy="212546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3" name="!!PulmonIzquierdo"/>
          <p:cNvGrpSpPr/>
          <p:nvPr/>
        </p:nvGrpSpPr>
        <p:grpSpPr>
          <a:xfrm>
            <a:off x="9923628" y="3789170"/>
            <a:ext cx="863365" cy="2195776"/>
            <a:chOff x="9923628" y="3789170"/>
            <a:chExt cx="863365" cy="2195776"/>
          </a:xfrm>
        </p:grpSpPr>
        <p:sp>
          <p:nvSpPr>
            <p:cNvPr id="94" name="Forma 100"/>
            <p:cNvSpPr/>
            <p:nvPr/>
          </p:nvSpPr>
          <p:spPr>
            <a:xfrm>
              <a:off x="9923628" y="3789170"/>
              <a:ext cx="863365" cy="219577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5" name="Forma 101"/>
            <p:cNvSpPr/>
            <p:nvPr/>
          </p:nvSpPr>
          <p:spPr>
            <a:xfrm>
              <a:off x="9999878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6" name="Forma 102"/>
            <p:cNvSpPr/>
            <p:nvPr/>
          </p:nvSpPr>
          <p:spPr>
            <a:xfrm>
              <a:off x="10008657" y="4758538"/>
              <a:ext cx="740282" cy="83021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7" name="!!PleuraVisceralI"/>
          <p:cNvSpPr/>
          <p:nvPr/>
        </p:nvSpPr>
        <p:spPr>
          <a:xfrm>
            <a:off x="9923628" y="3789170"/>
            <a:ext cx="863365" cy="219577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8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9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1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2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3" name="Forma 109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4" name="Forma 110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5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6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07" name="Forma 113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8" name="Forma 114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CAPILAR NORMAL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1" name="Forma 10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5" name="Flecha 54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8" name="Flecha 58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1" name="Flecha 62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4" name="Forma 66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8" name="Flecha 70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63394" y="3247492"/>
            <a:ext cx="3182844" cy="178536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</a:t>
            </a:r>
            <a:r>
              <a:rPr lang="es-AR" sz="185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(insuficiencia cardíaca) o ↓ π</a:t>
            </a:r>
            <a:r>
              <a:rPr lang="es-AR" sz="185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(hipoalbuminemia).</a:t>
            </a:r>
            <a:endParaRPr lang="es-AR" sz="1850" dirty="0">
              <a:latin typeface="Mali"/>
            </a:endParaRPr>
          </a:p>
        </p:txBody>
      </p:sp>
      <p:sp>
        <p:nvSpPr>
          <p:cNvPr id="76" name="Explicación 1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causa es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sistémica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pleura no está lesionada; cambian las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presiones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77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8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9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0" name="Forma 86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2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5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6" name="Forma 92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7" name="Forma 93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8" name="!!PulmonDerecho"/>
          <p:cNvGrpSpPr/>
          <p:nvPr/>
        </p:nvGrpSpPr>
        <p:grpSpPr>
          <a:xfrm>
            <a:off x="8598287" y="3789170"/>
            <a:ext cx="926912" cy="2125462"/>
            <a:chOff x="8598287" y="3789170"/>
            <a:chExt cx="926912" cy="2125462"/>
          </a:xfrm>
        </p:grpSpPr>
        <p:sp>
          <p:nvSpPr>
            <p:cNvPr id="89" name="Forma 95"/>
            <p:cNvSpPr/>
            <p:nvPr/>
          </p:nvSpPr>
          <p:spPr>
            <a:xfrm>
              <a:off x="8598287" y="3789170"/>
              <a:ext cx="926912" cy="212546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96"/>
            <p:cNvSpPr/>
            <p:nvPr/>
          </p:nvSpPr>
          <p:spPr>
            <a:xfrm>
              <a:off x="8658239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8620281" y="4714646"/>
              <a:ext cx="779751" cy="89126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2" name="!!PleuraVisceralD"/>
          <p:cNvSpPr/>
          <p:nvPr/>
        </p:nvSpPr>
        <p:spPr>
          <a:xfrm>
            <a:off x="8598287" y="3789170"/>
            <a:ext cx="926912" cy="212546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3" name="!!PulmonIzquierdo"/>
          <p:cNvGrpSpPr/>
          <p:nvPr/>
        </p:nvGrpSpPr>
        <p:grpSpPr>
          <a:xfrm>
            <a:off x="9923628" y="3789170"/>
            <a:ext cx="863365" cy="2195776"/>
            <a:chOff x="9923628" y="3789170"/>
            <a:chExt cx="863365" cy="2195776"/>
          </a:xfrm>
        </p:grpSpPr>
        <p:sp>
          <p:nvSpPr>
            <p:cNvPr id="94" name="Forma 100"/>
            <p:cNvSpPr/>
            <p:nvPr/>
          </p:nvSpPr>
          <p:spPr>
            <a:xfrm>
              <a:off x="9923628" y="3789170"/>
              <a:ext cx="863365" cy="219577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5" name="Forma 101"/>
            <p:cNvSpPr/>
            <p:nvPr/>
          </p:nvSpPr>
          <p:spPr>
            <a:xfrm>
              <a:off x="9999878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6" name="Forma 102"/>
            <p:cNvSpPr/>
            <p:nvPr/>
          </p:nvSpPr>
          <p:spPr>
            <a:xfrm>
              <a:off x="10008657" y="4758538"/>
              <a:ext cx="740282" cy="83021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7" name="!!PleuraVisceralI"/>
          <p:cNvSpPr/>
          <p:nvPr/>
        </p:nvSpPr>
        <p:spPr>
          <a:xfrm>
            <a:off x="9923628" y="3789170"/>
            <a:ext cx="863365" cy="219577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8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9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1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2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3" name="Forma 109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4" name="Forma 110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5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6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07" name="Forma 113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8" name="Forma 114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19907" y="91440"/>
            <a:ext cx="550719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MODIFICACIÓN DE FUERZAS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374843"/>
            <a:ext cx="6949440" cy="52303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3177083"/>
            <a:ext cx="4948001" cy="1855775"/>
          </a:xfrm>
          <a:custGeom>
            <a:avLst/>
            <a:gdLst/>
            <a:ahLst/>
            <a:cxnLst/>
            <a:rect l="0" t="0" r="r" b="b"/>
            <a:pathLst>
              <a:path w="7120" h="3690">
                <a:moveTo>
                  <a:pt x="2720" y="3570"/>
                </a:moveTo>
                <a:cubicBezTo>
                  <a:pt x="2720" y="3636"/>
                  <a:pt x="2679" y="3690"/>
                  <a:pt x="2630" y="3690"/>
                </a:cubicBezTo>
                <a:cubicBezTo>
                  <a:pt x="2580" y="3690"/>
                  <a:pt x="2540" y="3636"/>
                  <a:pt x="2540" y="3570"/>
                </a:cubicBezTo>
                <a:cubicBezTo>
                  <a:pt x="2540" y="3503"/>
                  <a:pt x="2580" y="3450"/>
                  <a:pt x="2630" y="3450"/>
                </a:cubicBezTo>
                <a:cubicBezTo>
                  <a:pt x="2679" y="3450"/>
                  <a:pt x="2720" y="3503"/>
                  <a:pt x="2720" y="3570"/>
                </a:cubicBezTo>
                <a:close/>
                <a:moveTo>
                  <a:pt x="5520" y="260"/>
                </a:moveTo>
                <a:cubicBezTo>
                  <a:pt x="5520" y="326"/>
                  <a:pt x="5479" y="380"/>
                  <a:pt x="5430" y="380"/>
                </a:cubicBezTo>
                <a:cubicBezTo>
                  <a:pt x="5380" y="380"/>
                  <a:pt x="5340" y="326"/>
                  <a:pt x="5340" y="260"/>
                </a:cubicBezTo>
                <a:cubicBezTo>
                  <a:pt x="5340" y="193"/>
                  <a:pt x="5380" y="140"/>
                  <a:pt x="5430" y="140"/>
                </a:cubicBezTo>
                <a:cubicBezTo>
                  <a:pt x="5479" y="140"/>
                  <a:pt x="5520" y="193"/>
                  <a:pt x="5520" y="260"/>
                </a:cubicBezTo>
                <a:close/>
                <a:moveTo>
                  <a:pt x="7120" y="2010"/>
                </a:moveTo>
                <a:cubicBezTo>
                  <a:pt x="7120" y="2076"/>
                  <a:pt x="7079" y="2130"/>
                  <a:pt x="7030" y="2130"/>
                </a:cubicBezTo>
                <a:cubicBezTo>
                  <a:pt x="6980" y="2130"/>
                  <a:pt x="6940" y="2076"/>
                  <a:pt x="6940" y="2010"/>
                </a:cubicBezTo>
                <a:cubicBezTo>
                  <a:pt x="6940" y="1943"/>
                  <a:pt x="6980" y="1890"/>
                  <a:pt x="7030" y="1890"/>
                </a:cubicBezTo>
                <a:cubicBezTo>
                  <a:pt x="7079" y="1890"/>
                  <a:pt x="7120" y="1943"/>
                  <a:pt x="7120" y="2010"/>
                </a:cubicBezTo>
                <a:close/>
                <a:moveTo>
                  <a:pt x="3100" y="1760"/>
                </a:moveTo>
                <a:cubicBezTo>
                  <a:pt x="3100" y="1826"/>
                  <a:pt x="3059" y="1880"/>
                  <a:pt x="3010" y="1880"/>
                </a:cubicBezTo>
                <a:cubicBezTo>
                  <a:pt x="2960" y="1880"/>
                  <a:pt x="2920" y="1826"/>
                  <a:pt x="2920" y="1760"/>
                </a:cubicBezTo>
                <a:cubicBezTo>
                  <a:pt x="2920" y="1693"/>
                  <a:pt x="2960" y="1640"/>
                  <a:pt x="3010" y="1640"/>
                </a:cubicBezTo>
                <a:cubicBezTo>
                  <a:pt x="3059" y="1640"/>
                  <a:pt x="3100" y="1693"/>
                  <a:pt x="3100" y="1760"/>
                </a:cubicBezTo>
                <a:close/>
                <a:moveTo>
                  <a:pt x="5130" y="2360"/>
                </a:moveTo>
                <a:cubicBezTo>
                  <a:pt x="5130" y="2426"/>
                  <a:pt x="5089" y="2480"/>
                  <a:pt x="5040" y="2480"/>
                </a:cubicBezTo>
                <a:cubicBezTo>
                  <a:pt x="4990" y="2480"/>
                  <a:pt x="4950" y="2426"/>
                  <a:pt x="4950" y="2360"/>
                </a:cubicBezTo>
                <a:cubicBezTo>
                  <a:pt x="4950" y="2293"/>
                  <a:pt x="4990" y="2240"/>
                  <a:pt x="5040" y="2240"/>
                </a:cubicBezTo>
                <a:cubicBezTo>
                  <a:pt x="5089" y="2240"/>
                  <a:pt x="5130" y="2293"/>
                  <a:pt x="5130" y="2360"/>
                </a:cubicBezTo>
                <a:close/>
                <a:moveTo>
                  <a:pt x="180" y="120"/>
                </a:moveTo>
                <a:cubicBezTo>
                  <a:pt x="180" y="186"/>
                  <a:pt x="139" y="240"/>
                  <a:pt x="90" y="240"/>
                </a:cubicBezTo>
                <a:cubicBezTo>
                  <a:pt x="40" y="240"/>
                  <a:pt x="0" y="186"/>
                  <a:pt x="0" y="120"/>
                </a:cubicBezTo>
                <a:cubicBezTo>
                  <a:pt x="0" y="53"/>
                  <a:pt x="40" y="0"/>
                  <a:pt x="90" y="0"/>
                </a:cubicBezTo>
                <a:cubicBezTo>
                  <a:pt x="139" y="0"/>
                  <a:pt x="180" y="53"/>
                  <a:pt x="180" y="120"/>
                </a:cubicBezTo>
                <a:close/>
                <a:moveTo>
                  <a:pt x="5640" y="510"/>
                </a:moveTo>
                <a:cubicBezTo>
                  <a:pt x="5640" y="576"/>
                  <a:pt x="5599" y="630"/>
                  <a:pt x="5550" y="630"/>
                </a:cubicBezTo>
                <a:cubicBezTo>
                  <a:pt x="5500" y="630"/>
                  <a:pt x="5460" y="576"/>
                  <a:pt x="5460" y="510"/>
                </a:cubicBezTo>
                <a:cubicBezTo>
                  <a:pt x="5460" y="443"/>
                  <a:pt x="5500" y="390"/>
                  <a:pt x="5550" y="390"/>
                </a:cubicBezTo>
                <a:cubicBezTo>
                  <a:pt x="5599" y="390"/>
                  <a:pt x="5640" y="443"/>
                  <a:pt x="5640" y="510"/>
                </a:cubicBezTo>
                <a:close/>
                <a:moveTo>
                  <a:pt x="3980" y="510"/>
                </a:moveTo>
                <a:cubicBezTo>
                  <a:pt x="3980" y="576"/>
                  <a:pt x="3939" y="630"/>
                  <a:pt x="3890" y="630"/>
                </a:cubicBezTo>
                <a:cubicBezTo>
                  <a:pt x="3840" y="630"/>
                  <a:pt x="3800" y="576"/>
                  <a:pt x="3800" y="510"/>
                </a:cubicBezTo>
                <a:cubicBezTo>
                  <a:pt x="3800" y="443"/>
                  <a:pt x="3840" y="390"/>
                  <a:pt x="3890" y="390"/>
                </a:cubicBezTo>
                <a:cubicBezTo>
                  <a:pt x="3939" y="390"/>
                  <a:pt x="3980" y="443"/>
                  <a:pt x="3980" y="51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Sale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agua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muy pocas proteínas: la barrera sigue intacta (</a:t>
            </a:r>
            <a:r>
              <a:rPr lang="es-AR" sz="1500" b="1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≈ 1).</a:t>
            </a:r>
            <a:endParaRPr lang="es-AR" sz="1500" dirty="0">
              <a:latin typeface="Mali"/>
            </a:endParaRPr>
          </a:p>
        </p:txBody>
      </p:sp>
      <p:sp>
        <p:nvSpPr>
          <p:cNvPr id="77" name="Explicación 2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Como </a:t>
            </a:r>
            <a:r>
              <a:rPr lang="es-AR" sz="21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≈ 1, el filtrado es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pobre en proteínas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en células.</a:t>
            </a:r>
            <a:endParaRPr lang="es-AR" sz="2100" dirty="0">
              <a:latin typeface="Mali"/>
            </a:endParaRPr>
          </a:p>
        </p:txBody>
      </p:sp>
      <p:sp>
        <p:nvSpPr>
          <p:cNvPr id="78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9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80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2" name="Forma 88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3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5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6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7" name="Forma 93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8" name="Forma 94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9" name="!!LiquidoPleuralD"/>
          <p:cNvSpPr/>
          <p:nvPr/>
        </p:nvSpPr>
        <p:spPr>
          <a:xfrm>
            <a:off x="8586004" y="5475632"/>
            <a:ext cx="966184" cy="480038"/>
          </a:xfrm>
          <a:custGeom>
            <a:avLst/>
            <a:gdLst/>
            <a:ahLst/>
            <a:cxnLst/>
            <a:rect l="0" t="0" r="r" b="b"/>
            <a:pathLst>
              <a:path w="10000" h="4968">
                <a:moveTo>
                  <a:pt x="66" y="603"/>
                </a:moveTo>
                <a:lnTo>
                  <a:pt x="119" y="1029"/>
                </a:lnTo>
                <a:lnTo>
                  <a:pt x="176" y="1440"/>
                </a:lnTo>
                <a:lnTo>
                  <a:pt x="236" y="1835"/>
                </a:lnTo>
                <a:lnTo>
                  <a:pt x="299" y="2216"/>
                </a:lnTo>
                <a:lnTo>
                  <a:pt x="364" y="2582"/>
                </a:lnTo>
                <a:lnTo>
                  <a:pt x="429" y="2935"/>
                </a:lnTo>
                <a:lnTo>
                  <a:pt x="495" y="3288"/>
                </a:lnTo>
                <a:lnTo>
                  <a:pt x="562" y="3646"/>
                </a:lnTo>
                <a:lnTo>
                  <a:pt x="630" y="3989"/>
                </a:lnTo>
                <a:lnTo>
                  <a:pt x="701" y="4300"/>
                </a:lnTo>
                <a:lnTo>
                  <a:pt x="775" y="4560"/>
                </a:lnTo>
                <a:lnTo>
                  <a:pt x="853" y="4752"/>
                </a:lnTo>
                <a:lnTo>
                  <a:pt x="927" y="4876"/>
                </a:lnTo>
                <a:lnTo>
                  <a:pt x="995" y="4947"/>
                </a:lnTo>
                <a:lnTo>
                  <a:pt x="1065" y="4968"/>
                </a:lnTo>
                <a:lnTo>
                  <a:pt x="1150" y="4940"/>
                </a:lnTo>
                <a:lnTo>
                  <a:pt x="1257" y="4867"/>
                </a:lnTo>
                <a:lnTo>
                  <a:pt x="1399" y="4752"/>
                </a:lnTo>
                <a:lnTo>
                  <a:pt x="1573" y="4571"/>
                </a:lnTo>
                <a:lnTo>
                  <a:pt x="1771" y="4319"/>
                </a:lnTo>
                <a:lnTo>
                  <a:pt x="1993" y="4021"/>
                </a:lnTo>
                <a:lnTo>
                  <a:pt x="2238" y="3704"/>
                </a:lnTo>
                <a:lnTo>
                  <a:pt x="2504" y="3394"/>
                </a:lnTo>
                <a:lnTo>
                  <a:pt x="2792" y="3116"/>
                </a:lnTo>
                <a:lnTo>
                  <a:pt x="3110" y="2857"/>
                </a:lnTo>
                <a:lnTo>
                  <a:pt x="3462" y="2592"/>
                </a:lnTo>
                <a:lnTo>
                  <a:pt x="3837" y="2333"/>
                </a:lnTo>
                <a:lnTo>
                  <a:pt x="4221" y="2094"/>
                </a:lnTo>
                <a:lnTo>
                  <a:pt x="4603" y="1886"/>
                </a:lnTo>
                <a:lnTo>
                  <a:pt x="4972" y="1723"/>
                </a:lnTo>
                <a:lnTo>
                  <a:pt x="5333" y="1606"/>
                </a:lnTo>
                <a:lnTo>
                  <a:pt x="5440" y="1582"/>
                </a:lnTo>
                <a:lnTo>
                  <a:pt x="5420" y="1578"/>
                </a:lnTo>
                <a:lnTo>
                  <a:pt x="5166" y="1535"/>
                </a:lnTo>
                <a:lnTo>
                  <a:pt x="4912" y="1488"/>
                </a:lnTo>
                <a:lnTo>
                  <a:pt x="4657" y="1439"/>
                </a:lnTo>
                <a:lnTo>
                  <a:pt x="4403" y="1387"/>
                </a:lnTo>
                <a:lnTo>
                  <a:pt x="4148" y="1332"/>
                </a:lnTo>
                <a:lnTo>
                  <a:pt x="3894" y="1274"/>
                </a:lnTo>
                <a:lnTo>
                  <a:pt x="3640" y="1213"/>
                </a:lnTo>
                <a:lnTo>
                  <a:pt x="3385" y="1149"/>
                </a:lnTo>
                <a:lnTo>
                  <a:pt x="3131" y="1082"/>
                </a:lnTo>
                <a:lnTo>
                  <a:pt x="2876" y="1011"/>
                </a:lnTo>
                <a:lnTo>
                  <a:pt x="2814" y="994"/>
                </a:lnTo>
                <a:lnTo>
                  <a:pt x="2800" y="1005"/>
                </a:lnTo>
                <a:lnTo>
                  <a:pt x="2525" y="1255"/>
                </a:lnTo>
                <a:lnTo>
                  <a:pt x="2506" y="1273"/>
                </a:lnTo>
                <a:lnTo>
                  <a:pt x="2250" y="1553"/>
                </a:lnTo>
                <a:lnTo>
                  <a:pt x="2241" y="1564"/>
                </a:lnTo>
                <a:lnTo>
                  <a:pt x="2005" y="1850"/>
                </a:lnTo>
                <a:lnTo>
                  <a:pt x="2002" y="1854"/>
                </a:lnTo>
                <a:lnTo>
                  <a:pt x="1791" y="2120"/>
                </a:lnTo>
                <a:lnTo>
                  <a:pt x="1790" y="2121"/>
                </a:lnTo>
                <a:lnTo>
                  <a:pt x="1611" y="2335"/>
                </a:lnTo>
                <a:lnTo>
                  <a:pt x="1607" y="2339"/>
                </a:lnTo>
                <a:lnTo>
                  <a:pt x="1463" y="2479"/>
                </a:lnTo>
                <a:lnTo>
                  <a:pt x="1458" y="2484"/>
                </a:lnTo>
                <a:lnTo>
                  <a:pt x="1415" y="2516"/>
                </a:lnTo>
                <a:lnTo>
                  <a:pt x="1410" y="2520"/>
                </a:lnTo>
                <a:lnTo>
                  <a:pt x="1405" y="2523"/>
                </a:lnTo>
                <a:lnTo>
                  <a:pt x="1399" y="2525"/>
                </a:lnTo>
                <a:lnTo>
                  <a:pt x="1393" y="2527"/>
                </a:lnTo>
                <a:lnTo>
                  <a:pt x="1387" y="2528"/>
                </a:lnTo>
                <a:lnTo>
                  <a:pt x="1381" y="2529"/>
                </a:lnTo>
                <a:lnTo>
                  <a:pt x="1375" y="2529"/>
                </a:lnTo>
                <a:lnTo>
                  <a:pt x="1369" y="2528"/>
                </a:lnTo>
                <a:lnTo>
                  <a:pt x="1363" y="2527"/>
                </a:lnTo>
                <a:lnTo>
                  <a:pt x="1357" y="2525"/>
                </a:lnTo>
                <a:lnTo>
                  <a:pt x="1351" y="2523"/>
                </a:lnTo>
                <a:lnTo>
                  <a:pt x="1346" y="2520"/>
                </a:lnTo>
                <a:lnTo>
                  <a:pt x="1341" y="2516"/>
                </a:lnTo>
                <a:lnTo>
                  <a:pt x="1336" y="2512"/>
                </a:lnTo>
                <a:lnTo>
                  <a:pt x="1332" y="2508"/>
                </a:lnTo>
                <a:lnTo>
                  <a:pt x="1328" y="2503"/>
                </a:lnTo>
                <a:lnTo>
                  <a:pt x="1325" y="2498"/>
                </a:lnTo>
                <a:lnTo>
                  <a:pt x="1322" y="2493"/>
                </a:lnTo>
                <a:lnTo>
                  <a:pt x="1286" y="2410"/>
                </a:lnTo>
                <a:lnTo>
                  <a:pt x="1284" y="2403"/>
                </a:lnTo>
                <a:lnTo>
                  <a:pt x="1220" y="2191"/>
                </a:lnTo>
                <a:lnTo>
                  <a:pt x="1219" y="2188"/>
                </a:lnTo>
                <a:lnTo>
                  <a:pt x="1153" y="1918"/>
                </a:lnTo>
                <a:lnTo>
                  <a:pt x="1153" y="1916"/>
                </a:lnTo>
                <a:lnTo>
                  <a:pt x="1088" y="1612"/>
                </a:lnTo>
                <a:lnTo>
                  <a:pt x="1088" y="1611"/>
                </a:lnTo>
                <a:lnTo>
                  <a:pt x="1024" y="1289"/>
                </a:lnTo>
                <a:lnTo>
                  <a:pt x="961" y="969"/>
                </a:lnTo>
                <a:lnTo>
                  <a:pt x="898" y="651"/>
                </a:lnTo>
                <a:lnTo>
                  <a:pt x="898" y="650"/>
                </a:lnTo>
                <a:lnTo>
                  <a:pt x="839" y="337"/>
                </a:lnTo>
                <a:lnTo>
                  <a:pt x="587" y="240"/>
                </a:lnTo>
                <a:lnTo>
                  <a:pt x="333" y="138"/>
                </a:lnTo>
                <a:lnTo>
                  <a:pt x="78" y="33"/>
                </a:lnTo>
                <a:lnTo>
                  <a:pt x="0" y="0"/>
                </a:lnTo>
                <a:lnTo>
                  <a:pt x="16" y="157"/>
                </a:lnTo>
                <a:lnTo>
                  <a:pt x="66" y="603"/>
                </a:lnTo>
                <a:close/>
                <a:moveTo>
                  <a:pt x="8909" y="2147"/>
                </a:moveTo>
                <a:lnTo>
                  <a:pt x="9147" y="2320"/>
                </a:lnTo>
                <a:lnTo>
                  <a:pt x="9371" y="2556"/>
                </a:lnTo>
                <a:lnTo>
                  <a:pt x="9576" y="2795"/>
                </a:lnTo>
                <a:lnTo>
                  <a:pt x="9753" y="2977"/>
                </a:lnTo>
                <a:lnTo>
                  <a:pt x="9896" y="3044"/>
                </a:lnTo>
                <a:lnTo>
                  <a:pt x="10000" y="2935"/>
                </a:lnTo>
                <a:lnTo>
                  <a:pt x="10000" y="1923"/>
                </a:lnTo>
                <a:lnTo>
                  <a:pt x="9745" y="1923"/>
                </a:lnTo>
                <a:lnTo>
                  <a:pt x="9491" y="1921"/>
                </a:lnTo>
                <a:lnTo>
                  <a:pt x="9236" y="1917"/>
                </a:lnTo>
                <a:lnTo>
                  <a:pt x="8982" y="1911"/>
                </a:lnTo>
                <a:lnTo>
                  <a:pt x="8728" y="1903"/>
                </a:lnTo>
                <a:lnTo>
                  <a:pt x="8473" y="1893"/>
                </a:lnTo>
                <a:lnTo>
                  <a:pt x="8380" y="1888"/>
                </a:lnTo>
                <a:lnTo>
                  <a:pt x="8652" y="2019"/>
                </a:lnTo>
                <a:lnTo>
                  <a:pt x="8909" y="214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90" name="!!LiquidoPleuralI"/>
          <p:cNvSpPr/>
          <p:nvPr/>
        </p:nvSpPr>
        <p:spPr>
          <a:xfrm>
            <a:off x="10353152" y="5600817"/>
            <a:ext cx="432760" cy="425079"/>
          </a:xfrm>
          <a:custGeom>
            <a:avLst/>
            <a:gdLst/>
            <a:ahLst/>
            <a:cxnLst/>
            <a:rect l="0" t="0" r="r" b="b"/>
            <a:pathLst>
              <a:path w="10000" h="9822">
                <a:moveTo>
                  <a:pt x="884" y="3405"/>
                </a:moveTo>
                <a:lnTo>
                  <a:pt x="1742" y="3939"/>
                </a:lnTo>
                <a:lnTo>
                  <a:pt x="2577" y="4517"/>
                </a:lnTo>
                <a:lnTo>
                  <a:pt x="3363" y="5109"/>
                </a:lnTo>
                <a:lnTo>
                  <a:pt x="4074" y="5689"/>
                </a:lnTo>
                <a:lnTo>
                  <a:pt x="4716" y="6308"/>
                </a:lnTo>
                <a:lnTo>
                  <a:pt x="5312" y="7001"/>
                </a:lnTo>
                <a:lnTo>
                  <a:pt x="5858" y="7709"/>
                </a:lnTo>
                <a:lnTo>
                  <a:pt x="6353" y="8373"/>
                </a:lnTo>
                <a:lnTo>
                  <a:pt x="6796" y="8936"/>
                </a:lnTo>
                <a:lnTo>
                  <a:pt x="7185" y="9340"/>
                </a:lnTo>
                <a:lnTo>
                  <a:pt x="7500" y="9598"/>
                </a:lnTo>
                <a:lnTo>
                  <a:pt x="7741" y="9760"/>
                </a:lnTo>
                <a:lnTo>
                  <a:pt x="7928" y="9822"/>
                </a:lnTo>
                <a:lnTo>
                  <a:pt x="8086" y="9775"/>
                </a:lnTo>
                <a:lnTo>
                  <a:pt x="8236" y="9617"/>
                </a:lnTo>
                <a:lnTo>
                  <a:pt x="8402" y="9340"/>
                </a:lnTo>
                <a:lnTo>
                  <a:pt x="8577" y="8931"/>
                </a:lnTo>
                <a:lnTo>
                  <a:pt x="8742" y="8391"/>
                </a:lnTo>
                <a:lnTo>
                  <a:pt x="8900" y="7738"/>
                </a:lnTo>
                <a:lnTo>
                  <a:pt x="9053" y="6991"/>
                </a:lnTo>
                <a:lnTo>
                  <a:pt x="9202" y="6167"/>
                </a:lnTo>
                <a:lnTo>
                  <a:pt x="9348" y="5283"/>
                </a:lnTo>
                <a:lnTo>
                  <a:pt x="9495" y="4301"/>
                </a:lnTo>
                <a:lnTo>
                  <a:pt x="9639" y="3197"/>
                </a:lnTo>
                <a:lnTo>
                  <a:pt x="9779" y="2017"/>
                </a:lnTo>
                <a:lnTo>
                  <a:pt x="9914" y="803"/>
                </a:lnTo>
                <a:lnTo>
                  <a:pt x="10000" y="0"/>
                </a:lnTo>
                <a:lnTo>
                  <a:pt x="9632" y="148"/>
                </a:lnTo>
                <a:lnTo>
                  <a:pt x="9098" y="357"/>
                </a:lnTo>
                <a:lnTo>
                  <a:pt x="8564" y="560"/>
                </a:lnTo>
                <a:lnTo>
                  <a:pt x="8435" y="607"/>
                </a:lnTo>
                <a:lnTo>
                  <a:pt x="8418" y="732"/>
                </a:lnTo>
                <a:lnTo>
                  <a:pt x="8418" y="734"/>
                </a:lnTo>
                <a:lnTo>
                  <a:pt x="8277" y="1631"/>
                </a:lnTo>
                <a:lnTo>
                  <a:pt x="8277" y="1633"/>
                </a:lnTo>
                <a:lnTo>
                  <a:pt x="8136" y="2439"/>
                </a:lnTo>
                <a:lnTo>
                  <a:pt x="8136" y="2441"/>
                </a:lnTo>
                <a:lnTo>
                  <a:pt x="7994" y="3191"/>
                </a:lnTo>
                <a:lnTo>
                  <a:pt x="7993" y="3194"/>
                </a:lnTo>
                <a:lnTo>
                  <a:pt x="7849" y="3865"/>
                </a:lnTo>
                <a:lnTo>
                  <a:pt x="7848" y="3870"/>
                </a:lnTo>
                <a:lnTo>
                  <a:pt x="7703" y="4441"/>
                </a:lnTo>
                <a:lnTo>
                  <a:pt x="7700" y="4449"/>
                </a:lnTo>
                <a:lnTo>
                  <a:pt x="7557" y="4893"/>
                </a:lnTo>
                <a:lnTo>
                  <a:pt x="7551" y="4907"/>
                </a:lnTo>
                <a:lnTo>
                  <a:pt x="7468" y="5092"/>
                </a:lnTo>
                <a:lnTo>
                  <a:pt x="7462" y="5105"/>
                </a:lnTo>
                <a:lnTo>
                  <a:pt x="7454" y="5116"/>
                </a:lnTo>
                <a:lnTo>
                  <a:pt x="7446" y="5127"/>
                </a:lnTo>
                <a:lnTo>
                  <a:pt x="7437" y="5136"/>
                </a:lnTo>
                <a:lnTo>
                  <a:pt x="7426" y="5145"/>
                </a:lnTo>
                <a:lnTo>
                  <a:pt x="7415" y="5153"/>
                </a:lnTo>
                <a:lnTo>
                  <a:pt x="7403" y="5159"/>
                </a:lnTo>
                <a:lnTo>
                  <a:pt x="7390" y="5164"/>
                </a:lnTo>
                <a:lnTo>
                  <a:pt x="7377" y="5168"/>
                </a:lnTo>
                <a:lnTo>
                  <a:pt x="7364" y="5171"/>
                </a:lnTo>
                <a:lnTo>
                  <a:pt x="7350" y="5172"/>
                </a:lnTo>
                <a:lnTo>
                  <a:pt x="7337" y="5172"/>
                </a:lnTo>
                <a:lnTo>
                  <a:pt x="7323" y="5171"/>
                </a:lnTo>
                <a:lnTo>
                  <a:pt x="7310" y="5168"/>
                </a:lnTo>
                <a:lnTo>
                  <a:pt x="7297" y="5164"/>
                </a:lnTo>
                <a:lnTo>
                  <a:pt x="7285" y="5158"/>
                </a:lnTo>
                <a:lnTo>
                  <a:pt x="7273" y="5152"/>
                </a:lnTo>
                <a:lnTo>
                  <a:pt x="7262" y="5144"/>
                </a:lnTo>
                <a:lnTo>
                  <a:pt x="7163" y="5067"/>
                </a:lnTo>
                <a:lnTo>
                  <a:pt x="7151" y="5056"/>
                </a:lnTo>
                <a:lnTo>
                  <a:pt x="6828" y="4738"/>
                </a:lnTo>
                <a:lnTo>
                  <a:pt x="6819" y="4728"/>
                </a:lnTo>
                <a:lnTo>
                  <a:pt x="6417" y="4241"/>
                </a:lnTo>
                <a:lnTo>
                  <a:pt x="6414" y="4238"/>
                </a:lnTo>
                <a:lnTo>
                  <a:pt x="5939" y="3632"/>
                </a:lnTo>
                <a:lnTo>
                  <a:pt x="5932" y="3623"/>
                </a:lnTo>
                <a:lnTo>
                  <a:pt x="5403" y="2971"/>
                </a:lnTo>
                <a:lnTo>
                  <a:pt x="5381" y="2946"/>
                </a:lnTo>
                <a:lnTo>
                  <a:pt x="4806" y="2309"/>
                </a:lnTo>
                <a:lnTo>
                  <a:pt x="4764" y="2267"/>
                </a:lnTo>
                <a:lnTo>
                  <a:pt x="4384" y="1918"/>
                </a:lnTo>
                <a:lnTo>
                  <a:pt x="4291" y="1944"/>
                </a:lnTo>
                <a:lnTo>
                  <a:pt x="3757" y="2089"/>
                </a:lnTo>
                <a:lnTo>
                  <a:pt x="3222" y="2227"/>
                </a:lnTo>
                <a:lnTo>
                  <a:pt x="2688" y="2358"/>
                </a:lnTo>
                <a:lnTo>
                  <a:pt x="2154" y="2484"/>
                </a:lnTo>
                <a:lnTo>
                  <a:pt x="1620" y="2603"/>
                </a:lnTo>
                <a:lnTo>
                  <a:pt x="1086" y="2717"/>
                </a:lnTo>
                <a:lnTo>
                  <a:pt x="552" y="2824"/>
                </a:lnTo>
                <a:lnTo>
                  <a:pt x="18" y="2925"/>
                </a:lnTo>
                <a:lnTo>
                  <a:pt x="0" y="2929"/>
                </a:lnTo>
                <a:lnTo>
                  <a:pt x="30" y="2942"/>
                </a:lnTo>
                <a:lnTo>
                  <a:pt x="884" y="340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91" name="!!PulmonDerecho"/>
          <p:cNvGrpSpPr/>
          <p:nvPr/>
        </p:nvGrpSpPr>
        <p:grpSpPr>
          <a:xfrm>
            <a:off x="8625836" y="3789170"/>
            <a:ext cx="894470" cy="1925026"/>
            <a:chOff x="8625836" y="3789170"/>
            <a:chExt cx="894470" cy="1925026"/>
          </a:xfrm>
        </p:grpSpPr>
        <p:sp>
          <p:nvSpPr>
            <p:cNvPr id="92" name="Forma 98"/>
            <p:cNvSpPr/>
            <p:nvPr/>
          </p:nvSpPr>
          <p:spPr>
            <a:xfrm>
              <a:off x="8625836" y="3789170"/>
              <a:ext cx="894470" cy="1925026"/>
            </a:xfrm>
            <a:custGeom>
              <a:avLst/>
              <a:gdLst/>
              <a:ahLst/>
              <a:cxnLst/>
              <a:rect l="0" t="0" r="r" b="b"/>
              <a:pathLst>
                <a:path w="4646" h="10000">
                  <a:moveTo>
                    <a:pt x="506" y="9983"/>
                  </a:moveTo>
                  <a:lnTo>
                    <a:pt x="578" y="9913"/>
                  </a:lnTo>
                  <a:lnTo>
                    <a:pt x="668" y="9806"/>
                  </a:lnTo>
                  <a:lnTo>
                    <a:pt x="774" y="9672"/>
                  </a:lnTo>
                  <a:lnTo>
                    <a:pt x="776" y="9670"/>
                  </a:lnTo>
                  <a:lnTo>
                    <a:pt x="894" y="9526"/>
                  </a:lnTo>
                  <a:lnTo>
                    <a:pt x="899" y="9520"/>
                  </a:lnTo>
                  <a:lnTo>
                    <a:pt x="1029" y="9379"/>
                  </a:lnTo>
                  <a:lnTo>
                    <a:pt x="1039" y="9368"/>
                  </a:lnTo>
                  <a:lnTo>
                    <a:pt x="1178" y="9242"/>
                  </a:lnTo>
                  <a:lnTo>
                    <a:pt x="1188" y="9234"/>
                  </a:lnTo>
                  <a:lnTo>
                    <a:pt x="1343" y="9116"/>
                  </a:lnTo>
                  <a:lnTo>
                    <a:pt x="1347" y="9112"/>
                  </a:lnTo>
                  <a:lnTo>
                    <a:pt x="1518" y="8992"/>
                  </a:lnTo>
                  <a:lnTo>
                    <a:pt x="1523" y="8988"/>
                  </a:lnTo>
                  <a:lnTo>
                    <a:pt x="1704" y="8870"/>
                  </a:lnTo>
                  <a:lnTo>
                    <a:pt x="1711" y="8866"/>
                  </a:lnTo>
                  <a:lnTo>
                    <a:pt x="1897" y="8758"/>
                  </a:lnTo>
                  <a:lnTo>
                    <a:pt x="1905" y="8753"/>
                  </a:lnTo>
                  <a:lnTo>
                    <a:pt x="2091" y="8659"/>
                  </a:lnTo>
                  <a:lnTo>
                    <a:pt x="2102" y="8653"/>
                  </a:lnTo>
                  <a:lnTo>
                    <a:pt x="2281" y="8579"/>
                  </a:lnTo>
                  <a:lnTo>
                    <a:pt x="2296" y="8574"/>
                  </a:lnTo>
                  <a:lnTo>
                    <a:pt x="2471" y="8520"/>
                  </a:lnTo>
                  <a:lnTo>
                    <a:pt x="2485" y="8517"/>
                  </a:lnTo>
                  <a:lnTo>
                    <a:pt x="2660" y="8479"/>
                  </a:lnTo>
                  <a:lnTo>
                    <a:pt x="2674" y="8477"/>
                  </a:lnTo>
                  <a:lnTo>
                    <a:pt x="2848" y="8454"/>
                  </a:lnTo>
                  <a:lnTo>
                    <a:pt x="2861" y="8453"/>
                  </a:lnTo>
                  <a:lnTo>
                    <a:pt x="3033" y="8443"/>
                  </a:lnTo>
                  <a:lnTo>
                    <a:pt x="3044" y="8443"/>
                  </a:lnTo>
                  <a:lnTo>
                    <a:pt x="3212" y="8445"/>
                  </a:lnTo>
                  <a:lnTo>
                    <a:pt x="3223" y="8445"/>
                  </a:lnTo>
                  <a:lnTo>
                    <a:pt x="3385" y="8457"/>
                  </a:lnTo>
                  <a:lnTo>
                    <a:pt x="3400" y="8458"/>
                  </a:lnTo>
                  <a:lnTo>
                    <a:pt x="3560" y="8484"/>
                  </a:lnTo>
                  <a:lnTo>
                    <a:pt x="3576" y="8488"/>
                  </a:lnTo>
                  <a:lnTo>
                    <a:pt x="3734" y="8530"/>
                  </a:lnTo>
                  <a:lnTo>
                    <a:pt x="3746" y="8534"/>
                  </a:lnTo>
                  <a:lnTo>
                    <a:pt x="3900" y="8588"/>
                  </a:lnTo>
                  <a:lnTo>
                    <a:pt x="3909" y="8591"/>
                  </a:lnTo>
                  <a:lnTo>
                    <a:pt x="4056" y="8651"/>
                  </a:lnTo>
                  <a:lnTo>
                    <a:pt x="4061" y="8654"/>
                  </a:lnTo>
                  <a:lnTo>
                    <a:pt x="4198" y="8716"/>
                  </a:lnTo>
                  <a:lnTo>
                    <a:pt x="4200" y="8717"/>
                  </a:lnTo>
                  <a:lnTo>
                    <a:pt x="4325" y="8775"/>
                  </a:lnTo>
                  <a:lnTo>
                    <a:pt x="4337" y="8781"/>
                  </a:lnTo>
                  <a:lnTo>
                    <a:pt x="4348" y="8788"/>
                  </a:lnTo>
                  <a:lnTo>
                    <a:pt x="4463" y="8866"/>
                  </a:lnTo>
                  <a:lnTo>
                    <a:pt x="4474" y="8875"/>
                  </a:lnTo>
                  <a:lnTo>
                    <a:pt x="4485" y="8885"/>
                  </a:lnTo>
                  <a:lnTo>
                    <a:pt x="4593" y="8992"/>
                  </a:lnTo>
                  <a:lnTo>
                    <a:pt x="4599" y="8998"/>
                  </a:lnTo>
                  <a:lnTo>
                    <a:pt x="4645" y="9048"/>
                  </a:lnTo>
                  <a:lnTo>
                    <a:pt x="4646" y="8898"/>
                  </a:lnTo>
                  <a:lnTo>
                    <a:pt x="4631" y="8624"/>
                  </a:lnTo>
                  <a:lnTo>
                    <a:pt x="4607" y="8320"/>
                  </a:lnTo>
                  <a:lnTo>
                    <a:pt x="4581" y="8016"/>
                  </a:lnTo>
                  <a:lnTo>
                    <a:pt x="4581" y="8014"/>
                  </a:lnTo>
                  <a:lnTo>
                    <a:pt x="4561" y="7737"/>
                  </a:lnTo>
                  <a:lnTo>
                    <a:pt x="4561" y="7736"/>
                  </a:lnTo>
                  <a:lnTo>
                    <a:pt x="4545" y="7482"/>
                  </a:lnTo>
                  <a:lnTo>
                    <a:pt x="4526" y="7231"/>
                  </a:lnTo>
                  <a:lnTo>
                    <a:pt x="4506" y="6979"/>
                  </a:lnTo>
                  <a:lnTo>
                    <a:pt x="4485" y="6728"/>
                  </a:lnTo>
                  <a:lnTo>
                    <a:pt x="4464" y="6476"/>
                  </a:lnTo>
                  <a:lnTo>
                    <a:pt x="4464" y="6476"/>
                  </a:lnTo>
                  <a:lnTo>
                    <a:pt x="4444" y="6224"/>
                  </a:lnTo>
                  <a:lnTo>
                    <a:pt x="4444" y="6223"/>
                  </a:lnTo>
                  <a:lnTo>
                    <a:pt x="4425" y="5970"/>
                  </a:lnTo>
                  <a:lnTo>
                    <a:pt x="4425" y="5970"/>
                  </a:lnTo>
                  <a:lnTo>
                    <a:pt x="4407" y="5718"/>
                  </a:lnTo>
                  <a:lnTo>
                    <a:pt x="4389" y="5465"/>
                  </a:lnTo>
                  <a:lnTo>
                    <a:pt x="4370" y="5214"/>
                  </a:lnTo>
                  <a:lnTo>
                    <a:pt x="4350" y="4962"/>
                  </a:lnTo>
                  <a:lnTo>
                    <a:pt x="4327" y="4711"/>
                  </a:lnTo>
                  <a:lnTo>
                    <a:pt x="4302" y="4459"/>
                  </a:lnTo>
                  <a:lnTo>
                    <a:pt x="4277" y="4207"/>
                  </a:lnTo>
                  <a:lnTo>
                    <a:pt x="4250" y="3955"/>
                  </a:lnTo>
                  <a:lnTo>
                    <a:pt x="4221" y="3704"/>
                  </a:lnTo>
                  <a:lnTo>
                    <a:pt x="4188" y="3454"/>
                  </a:lnTo>
                  <a:lnTo>
                    <a:pt x="4152" y="3205"/>
                  </a:lnTo>
                  <a:lnTo>
                    <a:pt x="4111" y="2953"/>
                  </a:lnTo>
                  <a:lnTo>
                    <a:pt x="4067" y="2697"/>
                  </a:lnTo>
                  <a:lnTo>
                    <a:pt x="4019" y="2442"/>
                  </a:lnTo>
                  <a:lnTo>
                    <a:pt x="3969" y="2192"/>
                  </a:lnTo>
                  <a:lnTo>
                    <a:pt x="3916" y="1954"/>
                  </a:lnTo>
                  <a:lnTo>
                    <a:pt x="3861" y="1733"/>
                  </a:lnTo>
                  <a:lnTo>
                    <a:pt x="3804" y="1525"/>
                  </a:lnTo>
                  <a:lnTo>
                    <a:pt x="3742" y="1326"/>
                  </a:lnTo>
                  <a:lnTo>
                    <a:pt x="3678" y="1137"/>
                  </a:lnTo>
                  <a:lnTo>
                    <a:pt x="3613" y="961"/>
                  </a:lnTo>
                  <a:lnTo>
                    <a:pt x="3549" y="798"/>
                  </a:lnTo>
                  <a:lnTo>
                    <a:pt x="3487" y="653"/>
                  </a:lnTo>
                  <a:lnTo>
                    <a:pt x="3430" y="525"/>
                  </a:lnTo>
                  <a:lnTo>
                    <a:pt x="3376" y="415"/>
                  </a:lnTo>
                  <a:lnTo>
                    <a:pt x="3325" y="322"/>
                  </a:lnTo>
                  <a:lnTo>
                    <a:pt x="3275" y="244"/>
                  </a:lnTo>
                  <a:lnTo>
                    <a:pt x="3225" y="180"/>
                  </a:lnTo>
                  <a:lnTo>
                    <a:pt x="3171" y="125"/>
                  </a:lnTo>
                  <a:lnTo>
                    <a:pt x="3116" y="78"/>
                  </a:lnTo>
                  <a:lnTo>
                    <a:pt x="3065" y="43"/>
                  </a:lnTo>
                  <a:lnTo>
                    <a:pt x="3018" y="20"/>
                  </a:lnTo>
                  <a:lnTo>
                    <a:pt x="2969" y="6"/>
                  </a:lnTo>
                  <a:lnTo>
                    <a:pt x="2910" y="0"/>
                  </a:lnTo>
                  <a:lnTo>
                    <a:pt x="2833" y="3"/>
                  </a:lnTo>
                  <a:lnTo>
                    <a:pt x="2734" y="19"/>
                  </a:lnTo>
                  <a:lnTo>
                    <a:pt x="2613" y="51"/>
                  </a:lnTo>
                  <a:lnTo>
                    <a:pt x="2480" y="95"/>
                  </a:lnTo>
                  <a:lnTo>
                    <a:pt x="2342" y="150"/>
                  </a:lnTo>
                  <a:lnTo>
                    <a:pt x="2207" y="213"/>
                  </a:lnTo>
                  <a:lnTo>
                    <a:pt x="2081" y="283"/>
                  </a:lnTo>
                  <a:lnTo>
                    <a:pt x="1960" y="360"/>
                  </a:lnTo>
                  <a:lnTo>
                    <a:pt x="1840" y="448"/>
                  </a:lnTo>
                  <a:lnTo>
                    <a:pt x="1722" y="545"/>
                  </a:lnTo>
                  <a:lnTo>
                    <a:pt x="1606" y="650"/>
                  </a:lnTo>
                  <a:lnTo>
                    <a:pt x="1494" y="763"/>
                  </a:lnTo>
                  <a:lnTo>
                    <a:pt x="1387" y="883"/>
                  </a:lnTo>
                  <a:lnTo>
                    <a:pt x="1283" y="1010"/>
                  </a:lnTo>
                  <a:lnTo>
                    <a:pt x="1184" y="1145"/>
                  </a:lnTo>
                  <a:lnTo>
                    <a:pt x="1087" y="1289"/>
                  </a:lnTo>
                  <a:lnTo>
                    <a:pt x="995" y="1440"/>
                  </a:lnTo>
                  <a:lnTo>
                    <a:pt x="906" y="1597"/>
                  </a:lnTo>
                  <a:lnTo>
                    <a:pt x="820" y="1761"/>
                  </a:lnTo>
                  <a:lnTo>
                    <a:pt x="738" y="1932"/>
                  </a:lnTo>
                  <a:lnTo>
                    <a:pt x="660" y="2110"/>
                  </a:lnTo>
                  <a:lnTo>
                    <a:pt x="586" y="2295"/>
                  </a:lnTo>
                  <a:lnTo>
                    <a:pt x="516" y="2485"/>
                  </a:lnTo>
                  <a:lnTo>
                    <a:pt x="450" y="2680"/>
                  </a:lnTo>
                  <a:lnTo>
                    <a:pt x="390" y="2879"/>
                  </a:lnTo>
                  <a:lnTo>
                    <a:pt x="335" y="3082"/>
                  </a:lnTo>
                  <a:lnTo>
                    <a:pt x="286" y="3292"/>
                  </a:lnTo>
                  <a:lnTo>
                    <a:pt x="241" y="3506"/>
                  </a:lnTo>
                  <a:lnTo>
                    <a:pt x="200" y="3725"/>
                  </a:lnTo>
                  <a:lnTo>
                    <a:pt x="163" y="3946"/>
                  </a:lnTo>
                  <a:lnTo>
                    <a:pt x="130" y="4167"/>
                  </a:lnTo>
                  <a:lnTo>
                    <a:pt x="101" y="4390"/>
                  </a:lnTo>
                  <a:lnTo>
                    <a:pt x="76" y="4615"/>
                  </a:lnTo>
                  <a:lnTo>
                    <a:pt x="56" y="4843"/>
                  </a:lnTo>
                  <a:lnTo>
                    <a:pt x="39" y="5072"/>
                  </a:lnTo>
                  <a:lnTo>
                    <a:pt x="25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6" y="7117"/>
                  </a:lnTo>
                  <a:lnTo>
                    <a:pt x="42" y="7340"/>
                  </a:lnTo>
                  <a:lnTo>
                    <a:pt x="61" y="7561"/>
                  </a:lnTo>
                  <a:lnTo>
                    <a:pt x="83" y="7779"/>
                  </a:lnTo>
                  <a:lnTo>
                    <a:pt x="106" y="7989"/>
                  </a:lnTo>
                  <a:lnTo>
                    <a:pt x="130" y="8191"/>
                  </a:lnTo>
                  <a:lnTo>
                    <a:pt x="156" y="8382"/>
                  </a:lnTo>
                  <a:lnTo>
                    <a:pt x="183" y="8567"/>
                  </a:lnTo>
                  <a:lnTo>
                    <a:pt x="212" y="8745"/>
                  </a:lnTo>
                  <a:lnTo>
                    <a:pt x="242" y="8916"/>
                  </a:lnTo>
                  <a:lnTo>
                    <a:pt x="273" y="9081"/>
                  </a:lnTo>
                  <a:lnTo>
                    <a:pt x="305" y="9241"/>
                  </a:lnTo>
                  <a:lnTo>
                    <a:pt x="337" y="9402"/>
                  </a:lnTo>
                  <a:lnTo>
                    <a:pt x="369" y="9563"/>
                  </a:lnTo>
                  <a:lnTo>
                    <a:pt x="401" y="9716"/>
                  </a:lnTo>
                  <a:lnTo>
                    <a:pt x="434" y="9851"/>
                  </a:lnTo>
                  <a:lnTo>
                    <a:pt x="466" y="9958"/>
                  </a:lnTo>
                  <a:lnTo>
                    <a:pt x="484" y="10000"/>
                  </a:lnTo>
                  <a:lnTo>
                    <a:pt x="50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684449" y="3978087"/>
              <a:ext cx="700953" cy="1378075"/>
            </a:xfrm>
            <a:custGeom>
              <a:avLst/>
              <a:gdLst/>
              <a:ahLst/>
              <a:cxnLst/>
              <a:rect l="0" t="0" r="r" b="b"/>
              <a:pathLst>
                <a:path w="2395" h="4709" fill="none">
                  <a:moveTo>
                    <a:pt x="2395" y="2218"/>
                  </a:moveTo>
                  <a:lnTo>
                    <a:pt x="1768" y="1901"/>
                  </a:lnTo>
                  <a:lnTo>
                    <a:pt x="996" y="1358"/>
                  </a:lnTo>
                  <a:lnTo>
                    <a:pt x="562" y="815"/>
                  </a:lnTo>
                </a:path>
                <a:path w="2395" h="4709" fill="none">
                  <a:moveTo>
                    <a:pt x="1768" y="1901"/>
                  </a:moveTo>
                  <a:lnTo>
                    <a:pt x="1478" y="1086"/>
                  </a:lnTo>
                  <a:lnTo>
                    <a:pt x="1334" y="181"/>
                  </a:lnTo>
                </a:path>
                <a:path w="2395" h="4709" fill="none">
                  <a:moveTo>
                    <a:pt x="2395" y="2218"/>
                  </a:moveTo>
                  <a:lnTo>
                    <a:pt x="1478" y="2354"/>
                  </a:lnTo>
                  <a:lnTo>
                    <a:pt x="513" y="2354"/>
                  </a:lnTo>
                  <a:lnTo>
                    <a:pt x="31" y="2445"/>
                  </a:lnTo>
                </a:path>
                <a:path w="2395" h="4709" fill="none">
                  <a:moveTo>
                    <a:pt x="1478" y="2354"/>
                  </a:moveTo>
                  <a:lnTo>
                    <a:pt x="803" y="2988"/>
                  </a:lnTo>
                  <a:lnTo>
                    <a:pt x="272" y="3532"/>
                  </a:lnTo>
                </a:path>
                <a:path w="2395" h="4709" fill="none">
                  <a:moveTo>
                    <a:pt x="2395" y="2218"/>
                  </a:moveTo>
                  <a:lnTo>
                    <a:pt x="1768" y="2988"/>
                  </a:lnTo>
                  <a:lnTo>
                    <a:pt x="1189" y="3894"/>
                  </a:lnTo>
                  <a:lnTo>
                    <a:pt x="658" y="4619"/>
                  </a:lnTo>
                </a:path>
                <a:path w="2395" h="4709" fill="none">
                  <a:moveTo>
                    <a:pt x="1768" y="2988"/>
                  </a:moveTo>
                  <a:lnTo>
                    <a:pt x="2057" y="3894"/>
                  </a:lnTo>
                  <a:lnTo>
                    <a:pt x="1768" y="4709"/>
                  </a:lnTo>
                </a:path>
                <a:path w="2395" h="4709" fill="none">
                  <a:moveTo>
                    <a:pt x="1189" y="3894"/>
                  </a:moveTo>
                  <a:lnTo>
                    <a:pt x="417" y="4347"/>
                  </a:lnTo>
                  <a:lnTo>
                    <a:pt x="31" y="4619"/>
                  </a:lnTo>
                </a:path>
                <a:path w="2395" h="4709" fill="none">
                  <a:moveTo>
                    <a:pt x="996" y="1358"/>
                  </a:moveTo>
                  <a:lnTo>
                    <a:pt x="320" y="1539"/>
                  </a:lnTo>
                  <a:lnTo>
                    <a:pt x="0" y="1765"/>
                  </a:lnTo>
                </a:path>
                <a:path w="2395" h="4709" fill="none">
                  <a:moveTo>
                    <a:pt x="1478" y="1086"/>
                  </a:moveTo>
                  <a:lnTo>
                    <a:pt x="899" y="543"/>
                  </a:lnTo>
                </a:path>
                <a:path w="2395" h="4709" fill="none">
                  <a:moveTo>
                    <a:pt x="803" y="2988"/>
                  </a:moveTo>
                  <a:lnTo>
                    <a:pt x="899" y="3622"/>
                  </a:lnTo>
                  <a:lnTo>
                    <a:pt x="610" y="4256"/>
                  </a:lnTo>
                </a:path>
                <a:path w="2395" h="4709" fill="none">
                  <a:moveTo>
                    <a:pt x="2395" y="2218"/>
                  </a:moveTo>
                  <a:lnTo>
                    <a:pt x="2250" y="1539"/>
                  </a:lnTo>
                  <a:lnTo>
                    <a:pt x="1961" y="815"/>
                  </a:lnTo>
                  <a:lnTo>
                    <a:pt x="1768" y="0"/>
                  </a:lnTo>
                </a:path>
                <a:path w="2395" h="4709" fill="none">
                  <a:moveTo>
                    <a:pt x="513" y="2354"/>
                  </a:moveTo>
                  <a:lnTo>
                    <a:pt x="224" y="2898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647268" y="4627372"/>
              <a:ext cx="752252" cy="807006"/>
            </a:xfrm>
            <a:custGeom>
              <a:avLst/>
              <a:gdLst/>
              <a:ahLst/>
              <a:cxnLst/>
              <a:rect l="0" t="0" r="r" b="b"/>
              <a:pathLst>
                <a:path w="2570" h="2757" fill="none">
                  <a:moveTo>
                    <a:pt x="0" y="149"/>
                  </a:moveTo>
                  <a:lnTo>
                    <a:pt x="182" y="166"/>
                  </a:lnTo>
                  <a:lnTo>
                    <a:pt x="408" y="186"/>
                  </a:lnTo>
                  <a:lnTo>
                    <a:pt x="634" y="201"/>
                  </a:lnTo>
                  <a:lnTo>
                    <a:pt x="833" y="208"/>
                  </a:lnTo>
                  <a:lnTo>
                    <a:pt x="998" y="204"/>
                  </a:lnTo>
                  <a:lnTo>
                    <a:pt x="1148" y="192"/>
                  </a:lnTo>
                  <a:lnTo>
                    <a:pt x="1293" y="176"/>
                  </a:lnTo>
                  <a:lnTo>
                    <a:pt x="1442" y="156"/>
                  </a:lnTo>
                  <a:lnTo>
                    <a:pt x="1605" y="135"/>
                  </a:lnTo>
                  <a:lnTo>
                    <a:pt x="1801" y="110"/>
                  </a:lnTo>
                  <a:lnTo>
                    <a:pt x="2024" y="79"/>
                  </a:lnTo>
                  <a:lnTo>
                    <a:pt x="2245" y="47"/>
                  </a:lnTo>
                  <a:lnTo>
                    <a:pt x="2436" y="19"/>
                  </a:lnTo>
                  <a:lnTo>
                    <a:pt x="2570" y="0"/>
                  </a:lnTo>
                </a:path>
                <a:path w="2570" h="2757" fill="none">
                  <a:moveTo>
                    <a:pt x="65" y="2757"/>
                  </a:moveTo>
                  <a:lnTo>
                    <a:pt x="179" y="2626"/>
                  </a:lnTo>
                  <a:lnTo>
                    <a:pt x="346" y="2435"/>
                  </a:lnTo>
                  <a:lnTo>
                    <a:pt x="541" y="2212"/>
                  </a:lnTo>
                  <a:lnTo>
                    <a:pt x="742" y="1981"/>
                  </a:lnTo>
                  <a:lnTo>
                    <a:pt x="930" y="1766"/>
                  </a:lnTo>
                  <a:lnTo>
                    <a:pt x="1105" y="1561"/>
                  </a:lnTo>
                  <a:lnTo>
                    <a:pt x="1282" y="1350"/>
                  </a:lnTo>
                  <a:lnTo>
                    <a:pt x="1458" y="1142"/>
                  </a:lnTo>
                  <a:lnTo>
                    <a:pt x="1631" y="945"/>
                  </a:lnTo>
                  <a:lnTo>
                    <a:pt x="1798" y="769"/>
                  </a:lnTo>
                  <a:lnTo>
                    <a:pt x="1971" y="609"/>
                  </a:lnTo>
                  <a:lnTo>
                    <a:pt x="2151" y="459"/>
                  </a:lnTo>
                  <a:lnTo>
                    <a:pt x="2322" y="326"/>
                  </a:lnTo>
                  <a:lnTo>
                    <a:pt x="2467" y="216"/>
                  </a:lnTo>
                  <a:lnTo>
                    <a:pt x="2570" y="13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D"/>
          <p:cNvSpPr/>
          <p:nvPr/>
        </p:nvSpPr>
        <p:spPr>
          <a:xfrm>
            <a:off x="8625836" y="3789170"/>
            <a:ext cx="894470" cy="1925026"/>
          </a:xfrm>
          <a:custGeom>
            <a:avLst/>
            <a:gdLst/>
            <a:ahLst/>
            <a:cxnLst/>
            <a:rect l="0" t="0" r="r" b="b"/>
            <a:pathLst>
              <a:path w="3056" h="6578" fill="none">
                <a:moveTo>
                  <a:pt x="333" y="6567"/>
                </a:moveTo>
                <a:lnTo>
                  <a:pt x="380" y="6521"/>
                </a:lnTo>
                <a:lnTo>
                  <a:pt x="439" y="6451"/>
                </a:lnTo>
                <a:lnTo>
                  <a:pt x="509" y="6363"/>
                </a:lnTo>
                <a:lnTo>
                  <a:pt x="510" y="6361"/>
                </a:lnTo>
                <a:lnTo>
                  <a:pt x="588" y="6267"/>
                </a:lnTo>
                <a:lnTo>
                  <a:pt x="592" y="6263"/>
                </a:lnTo>
                <a:lnTo>
                  <a:pt x="677" y="6170"/>
                </a:lnTo>
                <a:lnTo>
                  <a:pt x="683" y="6163"/>
                </a:lnTo>
                <a:lnTo>
                  <a:pt x="775" y="6080"/>
                </a:lnTo>
                <a:lnTo>
                  <a:pt x="782" y="6075"/>
                </a:lnTo>
                <a:lnTo>
                  <a:pt x="883" y="5997"/>
                </a:lnTo>
                <a:lnTo>
                  <a:pt x="886" y="5995"/>
                </a:lnTo>
                <a:lnTo>
                  <a:pt x="999" y="5915"/>
                </a:lnTo>
                <a:lnTo>
                  <a:pt x="1002" y="5913"/>
                </a:lnTo>
                <a:lnTo>
                  <a:pt x="1121" y="5835"/>
                </a:lnTo>
                <a:lnTo>
                  <a:pt x="1125" y="5833"/>
                </a:lnTo>
                <a:lnTo>
                  <a:pt x="1248" y="5761"/>
                </a:lnTo>
                <a:lnTo>
                  <a:pt x="1253" y="5758"/>
                </a:lnTo>
                <a:lnTo>
                  <a:pt x="1375" y="5696"/>
                </a:lnTo>
                <a:lnTo>
                  <a:pt x="1383" y="5693"/>
                </a:lnTo>
                <a:lnTo>
                  <a:pt x="1501" y="5644"/>
                </a:lnTo>
                <a:lnTo>
                  <a:pt x="1511" y="5640"/>
                </a:lnTo>
                <a:lnTo>
                  <a:pt x="1625" y="5605"/>
                </a:lnTo>
                <a:lnTo>
                  <a:pt x="1635" y="5603"/>
                </a:lnTo>
                <a:lnTo>
                  <a:pt x="1750" y="5578"/>
                </a:lnTo>
                <a:lnTo>
                  <a:pt x="1759" y="5577"/>
                </a:lnTo>
                <a:lnTo>
                  <a:pt x="1874" y="5562"/>
                </a:lnTo>
                <a:lnTo>
                  <a:pt x="1882" y="5561"/>
                </a:lnTo>
                <a:lnTo>
                  <a:pt x="1995" y="5555"/>
                </a:lnTo>
                <a:lnTo>
                  <a:pt x="2003" y="5554"/>
                </a:lnTo>
                <a:lnTo>
                  <a:pt x="2113" y="5555"/>
                </a:lnTo>
                <a:lnTo>
                  <a:pt x="2120" y="5556"/>
                </a:lnTo>
                <a:lnTo>
                  <a:pt x="2227" y="5563"/>
                </a:lnTo>
                <a:lnTo>
                  <a:pt x="2237" y="5565"/>
                </a:lnTo>
                <a:lnTo>
                  <a:pt x="2342" y="5582"/>
                </a:lnTo>
                <a:lnTo>
                  <a:pt x="2353" y="5584"/>
                </a:lnTo>
                <a:lnTo>
                  <a:pt x="2457" y="5612"/>
                </a:lnTo>
                <a:lnTo>
                  <a:pt x="2465" y="5614"/>
                </a:lnTo>
                <a:lnTo>
                  <a:pt x="2566" y="5650"/>
                </a:lnTo>
                <a:lnTo>
                  <a:pt x="2572" y="5652"/>
                </a:lnTo>
                <a:lnTo>
                  <a:pt x="2668" y="5692"/>
                </a:lnTo>
                <a:lnTo>
                  <a:pt x="2672" y="5693"/>
                </a:lnTo>
                <a:lnTo>
                  <a:pt x="2762" y="5734"/>
                </a:lnTo>
                <a:lnTo>
                  <a:pt x="2763" y="5734"/>
                </a:lnTo>
                <a:lnTo>
                  <a:pt x="2845" y="5773"/>
                </a:lnTo>
                <a:lnTo>
                  <a:pt x="2853" y="5777"/>
                </a:lnTo>
                <a:lnTo>
                  <a:pt x="2860" y="5781"/>
                </a:lnTo>
                <a:lnTo>
                  <a:pt x="2936" y="5833"/>
                </a:lnTo>
                <a:lnTo>
                  <a:pt x="2944" y="5839"/>
                </a:lnTo>
                <a:lnTo>
                  <a:pt x="2951" y="5845"/>
                </a:lnTo>
                <a:lnTo>
                  <a:pt x="3022" y="5915"/>
                </a:lnTo>
                <a:lnTo>
                  <a:pt x="3026" y="5919"/>
                </a:lnTo>
                <a:lnTo>
                  <a:pt x="3056" y="5952"/>
                </a:lnTo>
                <a:lnTo>
                  <a:pt x="3056" y="5853"/>
                </a:lnTo>
                <a:lnTo>
                  <a:pt x="3047" y="5673"/>
                </a:lnTo>
                <a:lnTo>
                  <a:pt x="3031" y="5474"/>
                </a:lnTo>
                <a:lnTo>
                  <a:pt x="3014" y="5273"/>
                </a:lnTo>
                <a:lnTo>
                  <a:pt x="3014" y="5272"/>
                </a:lnTo>
                <a:lnTo>
                  <a:pt x="3001" y="5090"/>
                </a:lnTo>
                <a:lnTo>
                  <a:pt x="3001" y="5089"/>
                </a:lnTo>
                <a:lnTo>
                  <a:pt x="2990" y="4922"/>
                </a:lnTo>
                <a:lnTo>
                  <a:pt x="2978" y="4757"/>
                </a:lnTo>
                <a:lnTo>
                  <a:pt x="2965" y="4591"/>
                </a:lnTo>
                <a:lnTo>
                  <a:pt x="2951" y="4426"/>
                </a:lnTo>
                <a:lnTo>
                  <a:pt x="2937" y="4260"/>
                </a:lnTo>
                <a:lnTo>
                  <a:pt x="2937" y="4260"/>
                </a:lnTo>
                <a:lnTo>
                  <a:pt x="2924" y="4094"/>
                </a:lnTo>
                <a:lnTo>
                  <a:pt x="2924" y="4094"/>
                </a:lnTo>
                <a:lnTo>
                  <a:pt x="2911" y="3928"/>
                </a:lnTo>
                <a:lnTo>
                  <a:pt x="2911" y="3927"/>
                </a:lnTo>
                <a:lnTo>
                  <a:pt x="2899" y="3761"/>
                </a:lnTo>
                <a:lnTo>
                  <a:pt x="2888" y="3595"/>
                </a:lnTo>
                <a:lnTo>
                  <a:pt x="2875" y="3430"/>
                </a:lnTo>
                <a:lnTo>
                  <a:pt x="2862" y="3265"/>
                </a:lnTo>
                <a:lnTo>
                  <a:pt x="2847" y="3099"/>
                </a:lnTo>
                <a:lnTo>
                  <a:pt x="2831" y="2933"/>
                </a:lnTo>
                <a:lnTo>
                  <a:pt x="2814" y="2767"/>
                </a:lnTo>
                <a:lnTo>
                  <a:pt x="2796" y="2602"/>
                </a:lnTo>
                <a:lnTo>
                  <a:pt x="2777" y="2436"/>
                </a:lnTo>
                <a:lnTo>
                  <a:pt x="2756" y="2272"/>
                </a:lnTo>
                <a:lnTo>
                  <a:pt x="2732" y="2109"/>
                </a:lnTo>
                <a:lnTo>
                  <a:pt x="2705" y="1943"/>
                </a:lnTo>
                <a:lnTo>
                  <a:pt x="2675" y="1774"/>
                </a:lnTo>
                <a:lnTo>
                  <a:pt x="2644" y="1606"/>
                </a:lnTo>
                <a:lnTo>
                  <a:pt x="2611" y="1442"/>
                </a:lnTo>
                <a:lnTo>
                  <a:pt x="2576" y="1286"/>
                </a:lnTo>
                <a:lnTo>
                  <a:pt x="2540" y="1140"/>
                </a:lnTo>
                <a:lnTo>
                  <a:pt x="2503" y="1003"/>
                </a:lnTo>
                <a:lnTo>
                  <a:pt x="2462" y="872"/>
                </a:lnTo>
                <a:lnTo>
                  <a:pt x="2420" y="748"/>
                </a:lnTo>
                <a:lnTo>
                  <a:pt x="2377" y="632"/>
                </a:lnTo>
                <a:lnTo>
                  <a:pt x="2335" y="525"/>
                </a:lnTo>
                <a:lnTo>
                  <a:pt x="2294" y="429"/>
                </a:lnTo>
                <a:lnTo>
                  <a:pt x="2257" y="345"/>
                </a:lnTo>
                <a:lnTo>
                  <a:pt x="2221" y="273"/>
                </a:lnTo>
                <a:lnTo>
                  <a:pt x="2188" y="211"/>
                </a:lnTo>
                <a:lnTo>
                  <a:pt x="2155" y="160"/>
                </a:lnTo>
                <a:lnTo>
                  <a:pt x="2122" y="118"/>
                </a:lnTo>
                <a:lnTo>
                  <a:pt x="2086" y="82"/>
                </a:lnTo>
                <a:lnTo>
                  <a:pt x="2050" y="51"/>
                </a:lnTo>
                <a:lnTo>
                  <a:pt x="2016" y="28"/>
                </a:lnTo>
                <a:lnTo>
                  <a:pt x="1985" y="13"/>
                </a:lnTo>
                <a:lnTo>
                  <a:pt x="1953" y="4"/>
                </a:lnTo>
                <a:lnTo>
                  <a:pt x="1914" y="0"/>
                </a:lnTo>
                <a:lnTo>
                  <a:pt x="1864" y="2"/>
                </a:lnTo>
                <a:lnTo>
                  <a:pt x="1798" y="13"/>
                </a:lnTo>
                <a:lnTo>
                  <a:pt x="1719" y="33"/>
                </a:lnTo>
                <a:lnTo>
                  <a:pt x="1631" y="62"/>
                </a:lnTo>
                <a:lnTo>
                  <a:pt x="1541" y="98"/>
                </a:lnTo>
                <a:lnTo>
                  <a:pt x="1452" y="140"/>
                </a:lnTo>
                <a:lnTo>
                  <a:pt x="1369" y="186"/>
                </a:lnTo>
                <a:lnTo>
                  <a:pt x="1290" y="237"/>
                </a:lnTo>
                <a:lnTo>
                  <a:pt x="1211" y="295"/>
                </a:lnTo>
                <a:lnTo>
                  <a:pt x="1133" y="358"/>
                </a:lnTo>
                <a:lnTo>
                  <a:pt x="1057" y="428"/>
                </a:lnTo>
                <a:lnTo>
                  <a:pt x="983" y="502"/>
                </a:lnTo>
                <a:lnTo>
                  <a:pt x="912" y="581"/>
                </a:lnTo>
                <a:lnTo>
                  <a:pt x="844" y="664"/>
                </a:lnTo>
                <a:lnTo>
                  <a:pt x="779" y="753"/>
                </a:lnTo>
                <a:lnTo>
                  <a:pt x="715" y="848"/>
                </a:lnTo>
                <a:lnTo>
                  <a:pt x="654" y="947"/>
                </a:lnTo>
                <a:lnTo>
                  <a:pt x="596" y="1051"/>
                </a:lnTo>
                <a:lnTo>
                  <a:pt x="540" y="1158"/>
                </a:lnTo>
                <a:lnTo>
                  <a:pt x="486" y="1271"/>
                </a:lnTo>
                <a:lnTo>
                  <a:pt x="434" y="1388"/>
                </a:lnTo>
                <a:lnTo>
                  <a:pt x="385" y="1509"/>
                </a:lnTo>
                <a:lnTo>
                  <a:pt x="339" y="1635"/>
                </a:lnTo>
                <a:lnTo>
                  <a:pt x="296" y="1763"/>
                </a:lnTo>
                <a:lnTo>
                  <a:pt x="256" y="1894"/>
                </a:lnTo>
                <a:lnTo>
                  <a:pt x="220" y="2027"/>
                </a:lnTo>
                <a:lnTo>
                  <a:pt x="188" y="2165"/>
                </a:lnTo>
                <a:lnTo>
                  <a:pt x="158" y="2307"/>
                </a:lnTo>
                <a:lnTo>
                  <a:pt x="131" y="2450"/>
                </a:lnTo>
                <a:lnTo>
                  <a:pt x="107" y="2596"/>
                </a:lnTo>
                <a:lnTo>
                  <a:pt x="85" y="2741"/>
                </a:lnTo>
                <a:lnTo>
                  <a:pt x="66" y="2888"/>
                </a:lnTo>
                <a:lnTo>
                  <a:pt x="50" y="3036"/>
                </a:lnTo>
                <a:lnTo>
                  <a:pt x="37" y="3186"/>
                </a:lnTo>
                <a:lnTo>
                  <a:pt x="25" y="3337"/>
                </a:lnTo>
                <a:lnTo>
                  <a:pt x="16" y="3488"/>
                </a:lnTo>
                <a:lnTo>
                  <a:pt x="9" y="3638"/>
                </a:lnTo>
                <a:lnTo>
                  <a:pt x="4" y="3788"/>
                </a:lnTo>
                <a:lnTo>
                  <a:pt x="1" y="3939"/>
                </a:lnTo>
                <a:lnTo>
                  <a:pt x="0" y="4090"/>
                </a:lnTo>
                <a:lnTo>
                  <a:pt x="1" y="4240"/>
                </a:lnTo>
                <a:lnTo>
                  <a:pt x="4" y="4389"/>
                </a:lnTo>
                <a:lnTo>
                  <a:pt x="9" y="4535"/>
                </a:lnTo>
                <a:lnTo>
                  <a:pt x="17" y="4682"/>
                </a:lnTo>
                <a:lnTo>
                  <a:pt x="27" y="4828"/>
                </a:lnTo>
                <a:lnTo>
                  <a:pt x="40" y="4974"/>
                </a:lnTo>
                <a:lnTo>
                  <a:pt x="54" y="5117"/>
                </a:lnTo>
                <a:lnTo>
                  <a:pt x="70" y="5256"/>
                </a:lnTo>
                <a:lnTo>
                  <a:pt x="86" y="5388"/>
                </a:lnTo>
                <a:lnTo>
                  <a:pt x="102" y="5515"/>
                </a:lnTo>
                <a:lnTo>
                  <a:pt x="120" y="5636"/>
                </a:lnTo>
                <a:lnTo>
                  <a:pt x="139" y="5753"/>
                </a:lnTo>
                <a:lnTo>
                  <a:pt x="159" y="5866"/>
                </a:lnTo>
                <a:lnTo>
                  <a:pt x="180" y="5974"/>
                </a:lnTo>
                <a:lnTo>
                  <a:pt x="200" y="6079"/>
                </a:lnTo>
                <a:lnTo>
                  <a:pt x="221" y="6185"/>
                </a:lnTo>
                <a:lnTo>
                  <a:pt x="242" y="6291"/>
                </a:lnTo>
                <a:lnTo>
                  <a:pt x="264" y="6392"/>
                </a:lnTo>
                <a:lnTo>
                  <a:pt x="285" y="6481"/>
                </a:lnTo>
                <a:lnTo>
                  <a:pt x="307" y="6551"/>
                </a:lnTo>
                <a:lnTo>
                  <a:pt x="319" y="6578"/>
                </a:lnTo>
                <a:lnTo>
                  <a:pt x="333" y="656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6" name="!!PulmonIzquierdo"/>
          <p:cNvGrpSpPr/>
          <p:nvPr/>
        </p:nvGrpSpPr>
        <p:grpSpPr>
          <a:xfrm>
            <a:off x="9925763" y="3789170"/>
            <a:ext cx="839191" cy="2029662"/>
            <a:chOff x="9925763" y="3789170"/>
            <a:chExt cx="839191" cy="2029662"/>
          </a:xfrm>
        </p:grpSpPr>
        <p:sp>
          <p:nvSpPr>
            <p:cNvPr id="97" name="Forma 103"/>
            <p:cNvSpPr/>
            <p:nvPr/>
          </p:nvSpPr>
          <p:spPr>
            <a:xfrm>
              <a:off x="9925763" y="3789170"/>
              <a:ext cx="839191" cy="2029662"/>
            </a:xfrm>
            <a:custGeom>
              <a:avLst/>
              <a:gdLst/>
              <a:ahLst/>
              <a:cxnLst/>
              <a:rect l="0" t="0" r="r" b="b"/>
              <a:pathLst>
                <a:path w="4134" h="10000">
                  <a:moveTo>
                    <a:pt x="711" y="8535"/>
                  </a:moveTo>
                  <a:lnTo>
                    <a:pt x="723" y="8532"/>
                  </a:lnTo>
                  <a:lnTo>
                    <a:pt x="886" y="8507"/>
                  </a:lnTo>
                  <a:lnTo>
                    <a:pt x="899" y="8506"/>
                  </a:lnTo>
                  <a:lnTo>
                    <a:pt x="1054" y="8494"/>
                  </a:lnTo>
                  <a:lnTo>
                    <a:pt x="1064" y="8494"/>
                  </a:lnTo>
                  <a:lnTo>
                    <a:pt x="1225" y="8492"/>
                  </a:lnTo>
                  <a:lnTo>
                    <a:pt x="1236" y="8493"/>
                  </a:lnTo>
                  <a:lnTo>
                    <a:pt x="1400" y="8502"/>
                  </a:lnTo>
                  <a:lnTo>
                    <a:pt x="1412" y="8503"/>
                  </a:lnTo>
                  <a:lnTo>
                    <a:pt x="1579" y="8525"/>
                  </a:lnTo>
                  <a:lnTo>
                    <a:pt x="1592" y="8528"/>
                  </a:lnTo>
                  <a:lnTo>
                    <a:pt x="1759" y="8564"/>
                  </a:lnTo>
                  <a:lnTo>
                    <a:pt x="1773" y="8567"/>
                  </a:lnTo>
                  <a:lnTo>
                    <a:pt x="1940" y="8619"/>
                  </a:lnTo>
                  <a:lnTo>
                    <a:pt x="1954" y="8624"/>
                  </a:lnTo>
                  <a:lnTo>
                    <a:pt x="2125" y="8696"/>
                  </a:lnTo>
                  <a:lnTo>
                    <a:pt x="2136" y="8701"/>
                  </a:lnTo>
                  <a:lnTo>
                    <a:pt x="2313" y="8792"/>
                  </a:lnTo>
                  <a:lnTo>
                    <a:pt x="2321" y="8797"/>
                  </a:lnTo>
                  <a:lnTo>
                    <a:pt x="2499" y="8902"/>
                  </a:lnTo>
                  <a:lnTo>
                    <a:pt x="2505" y="8906"/>
                  </a:lnTo>
                  <a:lnTo>
                    <a:pt x="2678" y="9020"/>
                  </a:lnTo>
                  <a:lnTo>
                    <a:pt x="2683" y="9023"/>
                  </a:lnTo>
                  <a:lnTo>
                    <a:pt x="2846" y="9140"/>
                  </a:lnTo>
                  <a:lnTo>
                    <a:pt x="2851" y="9144"/>
                  </a:lnTo>
                  <a:lnTo>
                    <a:pt x="2998" y="9258"/>
                  </a:lnTo>
                  <a:lnTo>
                    <a:pt x="3008" y="9266"/>
                  </a:lnTo>
                  <a:lnTo>
                    <a:pt x="3141" y="9388"/>
                  </a:lnTo>
                  <a:lnTo>
                    <a:pt x="3151" y="9398"/>
                  </a:lnTo>
                  <a:lnTo>
                    <a:pt x="3274" y="9535"/>
                  </a:lnTo>
                  <a:lnTo>
                    <a:pt x="3279" y="9541"/>
                  </a:lnTo>
                  <a:lnTo>
                    <a:pt x="3392" y="9680"/>
                  </a:lnTo>
                  <a:lnTo>
                    <a:pt x="3394" y="9682"/>
                  </a:lnTo>
                  <a:lnTo>
                    <a:pt x="3495" y="9811"/>
                  </a:lnTo>
                  <a:lnTo>
                    <a:pt x="3581" y="9915"/>
                  </a:lnTo>
                  <a:lnTo>
                    <a:pt x="3650" y="9983"/>
                  </a:lnTo>
                  <a:lnTo>
                    <a:pt x="3671" y="10000"/>
                  </a:lnTo>
                  <a:lnTo>
                    <a:pt x="3689" y="9960"/>
                  </a:lnTo>
                  <a:lnTo>
                    <a:pt x="3719" y="9865"/>
                  </a:lnTo>
                  <a:lnTo>
                    <a:pt x="3750" y="9743"/>
                  </a:lnTo>
                  <a:lnTo>
                    <a:pt x="3781" y="9600"/>
                  </a:lnTo>
                  <a:lnTo>
                    <a:pt x="3811" y="9441"/>
                  </a:lnTo>
                  <a:lnTo>
                    <a:pt x="3841" y="9269"/>
                  </a:lnTo>
                  <a:lnTo>
                    <a:pt x="3871" y="9078"/>
                  </a:lnTo>
                  <a:lnTo>
                    <a:pt x="3901" y="8862"/>
                  </a:lnTo>
                  <a:lnTo>
                    <a:pt x="3930" y="8631"/>
                  </a:lnTo>
                  <a:lnTo>
                    <a:pt x="3957" y="8393"/>
                  </a:lnTo>
                  <a:lnTo>
                    <a:pt x="3984" y="8156"/>
                  </a:lnTo>
                  <a:lnTo>
                    <a:pt x="4008" y="7931"/>
                  </a:lnTo>
                  <a:lnTo>
                    <a:pt x="4031" y="7716"/>
                  </a:lnTo>
                  <a:lnTo>
                    <a:pt x="4054" y="7506"/>
                  </a:lnTo>
                  <a:lnTo>
                    <a:pt x="4075" y="7299"/>
                  </a:lnTo>
                  <a:lnTo>
                    <a:pt x="4093" y="7092"/>
                  </a:lnTo>
                  <a:lnTo>
                    <a:pt x="4108" y="6885"/>
                  </a:lnTo>
                  <a:lnTo>
                    <a:pt x="4120" y="6673"/>
                  </a:lnTo>
                  <a:lnTo>
                    <a:pt x="4127" y="6457"/>
                  </a:lnTo>
                  <a:lnTo>
                    <a:pt x="4132" y="6238"/>
                  </a:lnTo>
                  <a:lnTo>
                    <a:pt x="4134" y="6017"/>
                  </a:lnTo>
                  <a:lnTo>
                    <a:pt x="4132" y="5796"/>
                  </a:lnTo>
                  <a:lnTo>
                    <a:pt x="4127" y="5574"/>
                  </a:lnTo>
                  <a:lnTo>
                    <a:pt x="4120" y="5353"/>
                  </a:lnTo>
                  <a:lnTo>
                    <a:pt x="4109" y="5132"/>
                  </a:lnTo>
                  <a:lnTo>
                    <a:pt x="4096" y="4910"/>
                  </a:lnTo>
                  <a:lnTo>
                    <a:pt x="4080" y="4688"/>
                  </a:lnTo>
                  <a:lnTo>
                    <a:pt x="4060" y="4467"/>
                  </a:lnTo>
                  <a:lnTo>
                    <a:pt x="4036" y="4249"/>
                  </a:lnTo>
                  <a:lnTo>
                    <a:pt x="4009" y="4034"/>
                  </a:lnTo>
                  <a:lnTo>
                    <a:pt x="3977" y="3819"/>
                  </a:lnTo>
                  <a:lnTo>
                    <a:pt x="3942" y="3605"/>
                  </a:lnTo>
                  <a:lnTo>
                    <a:pt x="3903" y="3394"/>
                  </a:lnTo>
                  <a:lnTo>
                    <a:pt x="3860" y="3186"/>
                  </a:lnTo>
                  <a:lnTo>
                    <a:pt x="3813" y="2983"/>
                  </a:lnTo>
                  <a:lnTo>
                    <a:pt x="3760" y="2786"/>
                  </a:lnTo>
                  <a:lnTo>
                    <a:pt x="3703" y="2594"/>
                  </a:lnTo>
                  <a:lnTo>
                    <a:pt x="3641" y="2405"/>
                  </a:lnTo>
                  <a:lnTo>
                    <a:pt x="3573" y="2221"/>
                  </a:lnTo>
                  <a:lnTo>
                    <a:pt x="3502" y="2042"/>
                  </a:lnTo>
                  <a:lnTo>
                    <a:pt x="3428" y="1870"/>
                  </a:lnTo>
                  <a:lnTo>
                    <a:pt x="3349" y="1705"/>
                  </a:lnTo>
                  <a:lnTo>
                    <a:pt x="3268" y="1546"/>
                  </a:lnTo>
                  <a:lnTo>
                    <a:pt x="3183" y="1394"/>
                  </a:lnTo>
                  <a:lnTo>
                    <a:pt x="3094" y="1248"/>
                  </a:lnTo>
                  <a:lnTo>
                    <a:pt x="3002" y="1109"/>
                  </a:lnTo>
                  <a:lnTo>
                    <a:pt x="2907" y="978"/>
                  </a:lnTo>
                  <a:lnTo>
                    <a:pt x="2808" y="855"/>
                  </a:lnTo>
                  <a:lnTo>
                    <a:pt x="2706" y="739"/>
                  </a:lnTo>
                  <a:lnTo>
                    <a:pt x="2598" y="630"/>
                  </a:lnTo>
                  <a:lnTo>
                    <a:pt x="2488" y="528"/>
                  </a:lnTo>
                  <a:lnTo>
                    <a:pt x="2375" y="434"/>
                  </a:lnTo>
                  <a:lnTo>
                    <a:pt x="2260" y="349"/>
                  </a:lnTo>
                  <a:lnTo>
                    <a:pt x="2145" y="274"/>
                  </a:lnTo>
                  <a:lnTo>
                    <a:pt x="2025" y="206"/>
                  </a:lnTo>
                  <a:lnTo>
                    <a:pt x="1896" y="145"/>
                  </a:lnTo>
                  <a:lnTo>
                    <a:pt x="1764" y="92"/>
                  </a:lnTo>
                  <a:lnTo>
                    <a:pt x="1637" y="49"/>
                  </a:lnTo>
                  <a:lnTo>
                    <a:pt x="1522" y="19"/>
                  </a:lnTo>
                  <a:lnTo>
                    <a:pt x="1426" y="3"/>
                  </a:lnTo>
                  <a:lnTo>
                    <a:pt x="1353" y="0"/>
                  </a:lnTo>
                  <a:lnTo>
                    <a:pt x="1297" y="6"/>
                  </a:lnTo>
                  <a:lnTo>
                    <a:pt x="1250" y="19"/>
                  </a:lnTo>
                  <a:lnTo>
                    <a:pt x="1205" y="42"/>
                  </a:lnTo>
                  <a:lnTo>
                    <a:pt x="1157" y="76"/>
                  </a:lnTo>
                  <a:lnTo>
                    <a:pt x="1104" y="121"/>
                  </a:lnTo>
                  <a:lnTo>
                    <a:pt x="1052" y="174"/>
                  </a:lnTo>
                  <a:lnTo>
                    <a:pt x="1004" y="236"/>
                  </a:lnTo>
                  <a:lnTo>
                    <a:pt x="956" y="311"/>
                  </a:lnTo>
                  <a:lnTo>
                    <a:pt x="908" y="402"/>
                  </a:lnTo>
                  <a:lnTo>
                    <a:pt x="856" y="508"/>
                  </a:lnTo>
                  <a:lnTo>
                    <a:pt x="801" y="632"/>
                  </a:lnTo>
                  <a:lnTo>
                    <a:pt x="743" y="773"/>
                  </a:lnTo>
                  <a:lnTo>
                    <a:pt x="681" y="930"/>
                  </a:lnTo>
                  <a:lnTo>
                    <a:pt x="619" y="1101"/>
                  </a:lnTo>
                  <a:lnTo>
                    <a:pt x="558" y="1283"/>
                  </a:lnTo>
                  <a:lnTo>
                    <a:pt x="499" y="1476"/>
                  </a:lnTo>
                  <a:lnTo>
                    <a:pt x="444" y="1677"/>
                  </a:lnTo>
                  <a:lnTo>
                    <a:pt x="392" y="1892"/>
                  </a:lnTo>
                  <a:lnTo>
                    <a:pt x="342" y="2122"/>
                  </a:lnTo>
                  <a:lnTo>
                    <a:pt x="294" y="2363"/>
                  </a:lnTo>
                  <a:lnTo>
                    <a:pt x="248" y="2610"/>
                  </a:lnTo>
                  <a:lnTo>
                    <a:pt x="206" y="2859"/>
                  </a:lnTo>
                  <a:lnTo>
                    <a:pt x="167" y="3104"/>
                  </a:lnTo>
                  <a:lnTo>
                    <a:pt x="167" y="3104"/>
                  </a:lnTo>
                  <a:lnTo>
                    <a:pt x="127" y="3347"/>
                  </a:lnTo>
                  <a:lnTo>
                    <a:pt x="126" y="3348"/>
                  </a:lnTo>
                  <a:lnTo>
                    <a:pt x="85" y="3591"/>
                  </a:lnTo>
                  <a:lnTo>
                    <a:pt x="46" y="3832"/>
                  </a:lnTo>
                  <a:lnTo>
                    <a:pt x="16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3" y="4772"/>
                  </a:lnTo>
                  <a:lnTo>
                    <a:pt x="66" y="5008"/>
                  </a:lnTo>
                  <a:lnTo>
                    <a:pt x="122" y="5247"/>
                  </a:lnTo>
                  <a:lnTo>
                    <a:pt x="186" y="5489"/>
                  </a:lnTo>
                  <a:lnTo>
                    <a:pt x="186" y="5490"/>
                  </a:lnTo>
                  <a:lnTo>
                    <a:pt x="249" y="5734"/>
                  </a:lnTo>
                  <a:lnTo>
                    <a:pt x="250" y="5738"/>
                  </a:lnTo>
                  <a:lnTo>
                    <a:pt x="305" y="5982"/>
                  </a:lnTo>
                  <a:lnTo>
                    <a:pt x="306" y="5985"/>
                  </a:lnTo>
                  <a:lnTo>
                    <a:pt x="356" y="6224"/>
                  </a:lnTo>
                  <a:lnTo>
                    <a:pt x="407" y="6459"/>
                  </a:lnTo>
                  <a:lnTo>
                    <a:pt x="407" y="6460"/>
                  </a:lnTo>
                  <a:lnTo>
                    <a:pt x="458" y="6695"/>
                  </a:lnTo>
                  <a:lnTo>
                    <a:pt x="458" y="6697"/>
                  </a:lnTo>
                  <a:lnTo>
                    <a:pt x="506" y="6938"/>
                  </a:lnTo>
                  <a:lnTo>
                    <a:pt x="507" y="6941"/>
                  </a:lnTo>
                  <a:lnTo>
                    <a:pt x="550" y="7191"/>
                  </a:lnTo>
                  <a:lnTo>
                    <a:pt x="551" y="7196"/>
                  </a:lnTo>
                  <a:lnTo>
                    <a:pt x="587" y="7460"/>
                  </a:lnTo>
                  <a:lnTo>
                    <a:pt x="588" y="7463"/>
                  </a:lnTo>
                  <a:lnTo>
                    <a:pt x="623" y="7770"/>
                  </a:lnTo>
                  <a:lnTo>
                    <a:pt x="623" y="7772"/>
                  </a:lnTo>
                  <a:lnTo>
                    <a:pt x="660" y="8123"/>
                  </a:lnTo>
                  <a:lnTo>
                    <a:pt x="660" y="8125"/>
                  </a:lnTo>
                  <a:lnTo>
                    <a:pt x="692" y="8486"/>
                  </a:lnTo>
                  <a:lnTo>
                    <a:pt x="692" y="8490"/>
                  </a:lnTo>
                  <a:lnTo>
                    <a:pt x="695" y="8538"/>
                  </a:lnTo>
                  <a:lnTo>
                    <a:pt x="711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8" name="Forma 104"/>
            <p:cNvSpPr/>
            <p:nvPr/>
          </p:nvSpPr>
          <p:spPr>
            <a:xfrm>
              <a:off x="9999878" y="3981977"/>
              <a:ext cx="706195" cy="1406453"/>
            </a:xfrm>
            <a:custGeom>
              <a:avLst/>
              <a:gdLst/>
              <a:ahLst/>
              <a:cxnLst/>
              <a:rect l="0" t="0" r="r" b="b"/>
              <a:pathLst>
                <a:path w="2413" h="4806" fill="none">
                  <a:moveTo>
                    <a:pt x="0" y="2264"/>
                  </a:moveTo>
                  <a:lnTo>
                    <a:pt x="631" y="1941"/>
                  </a:lnTo>
                  <a:lnTo>
                    <a:pt x="1409" y="1386"/>
                  </a:lnTo>
                  <a:lnTo>
                    <a:pt x="1846" y="831"/>
                  </a:lnTo>
                </a:path>
                <a:path w="2413" h="4806" fill="none">
                  <a:moveTo>
                    <a:pt x="631" y="1941"/>
                  </a:moveTo>
                  <a:lnTo>
                    <a:pt x="923" y="1109"/>
                  </a:lnTo>
                  <a:lnTo>
                    <a:pt x="1069" y="184"/>
                  </a:lnTo>
                </a:path>
                <a:path w="2413" h="4806" fill="none">
                  <a:moveTo>
                    <a:pt x="0" y="2264"/>
                  </a:moveTo>
                  <a:lnTo>
                    <a:pt x="923" y="2403"/>
                  </a:lnTo>
                  <a:lnTo>
                    <a:pt x="1895" y="2403"/>
                  </a:lnTo>
                  <a:lnTo>
                    <a:pt x="2381" y="2495"/>
                  </a:lnTo>
                </a:path>
                <a:path w="2413" h="4806" fill="none">
                  <a:moveTo>
                    <a:pt x="923" y="2403"/>
                  </a:moveTo>
                  <a:lnTo>
                    <a:pt x="1603" y="3050"/>
                  </a:lnTo>
                  <a:lnTo>
                    <a:pt x="2138" y="3604"/>
                  </a:lnTo>
                </a:path>
                <a:path w="2413" h="4806" fill="none">
                  <a:moveTo>
                    <a:pt x="0" y="2264"/>
                  </a:moveTo>
                  <a:lnTo>
                    <a:pt x="631" y="3050"/>
                  </a:lnTo>
                  <a:lnTo>
                    <a:pt x="1215" y="3974"/>
                  </a:lnTo>
                  <a:lnTo>
                    <a:pt x="1749" y="4714"/>
                  </a:lnTo>
                </a:path>
                <a:path w="2413" h="4806" fill="none">
                  <a:moveTo>
                    <a:pt x="631" y="3050"/>
                  </a:moveTo>
                  <a:lnTo>
                    <a:pt x="340" y="3974"/>
                  </a:lnTo>
                  <a:lnTo>
                    <a:pt x="631" y="4806"/>
                  </a:lnTo>
                </a:path>
                <a:path w="2413" h="4806" fill="none">
                  <a:moveTo>
                    <a:pt x="1215" y="3974"/>
                  </a:moveTo>
                  <a:lnTo>
                    <a:pt x="1992" y="4436"/>
                  </a:lnTo>
                  <a:lnTo>
                    <a:pt x="2381" y="4714"/>
                  </a:lnTo>
                </a:path>
                <a:path w="2413" h="4806" fill="none">
                  <a:moveTo>
                    <a:pt x="1409" y="1386"/>
                  </a:moveTo>
                  <a:lnTo>
                    <a:pt x="2089" y="1571"/>
                  </a:lnTo>
                  <a:lnTo>
                    <a:pt x="2413" y="1802"/>
                  </a:lnTo>
                </a:path>
                <a:path w="2413" h="4806" fill="none">
                  <a:moveTo>
                    <a:pt x="923" y="1109"/>
                  </a:moveTo>
                  <a:lnTo>
                    <a:pt x="1506" y="554"/>
                  </a:lnTo>
                </a:path>
                <a:path w="2413" h="4806" fill="none">
                  <a:moveTo>
                    <a:pt x="1603" y="3050"/>
                  </a:moveTo>
                  <a:lnTo>
                    <a:pt x="1506" y="3697"/>
                  </a:lnTo>
                  <a:lnTo>
                    <a:pt x="1798" y="4344"/>
                  </a:lnTo>
                </a:path>
                <a:path w="2413" h="4806" fill="none">
                  <a:moveTo>
                    <a:pt x="0" y="2264"/>
                  </a:moveTo>
                  <a:lnTo>
                    <a:pt x="145" y="1571"/>
                  </a:lnTo>
                  <a:lnTo>
                    <a:pt x="437" y="831"/>
                  </a:lnTo>
                  <a:lnTo>
                    <a:pt x="631" y="0"/>
                  </a:lnTo>
                </a:path>
                <a:path w="2413" h="4806" fill="none">
                  <a:moveTo>
                    <a:pt x="1895" y="2403"/>
                  </a:moveTo>
                  <a:lnTo>
                    <a:pt x="2187" y="29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9" name="Forma 105"/>
            <p:cNvSpPr/>
            <p:nvPr/>
          </p:nvSpPr>
          <p:spPr>
            <a:xfrm>
              <a:off x="10008411" y="4685203"/>
              <a:ext cx="719406" cy="767227"/>
            </a:xfrm>
            <a:custGeom>
              <a:avLst/>
              <a:gdLst/>
              <a:ahLst/>
              <a:cxnLst/>
              <a:rect l="0" t="0" r="r" b="b"/>
              <a:pathLst>
                <a:path w="2458" h="2622" fill="none">
                  <a:moveTo>
                    <a:pt x="2458" y="2622"/>
                  </a:moveTo>
                  <a:lnTo>
                    <a:pt x="2379" y="2528"/>
                  </a:lnTo>
                  <a:lnTo>
                    <a:pt x="2198" y="2312"/>
                  </a:lnTo>
                  <a:lnTo>
                    <a:pt x="1988" y="2061"/>
                  </a:lnTo>
                  <a:lnTo>
                    <a:pt x="1772" y="1805"/>
                  </a:lnTo>
                  <a:lnTo>
                    <a:pt x="1574" y="1571"/>
                  </a:lnTo>
                  <a:lnTo>
                    <a:pt x="1393" y="1354"/>
                  </a:lnTo>
                  <a:lnTo>
                    <a:pt x="1212" y="1135"/>
                  </a:lnTo>
                  <a:lnTo>
                    <a:pt x="1034" y="923"/>
                  </a:lnTo>
                  <a:lnTo>
                    <a:pt x="862" y="726"/>
                  </a:lnTo>
                  <a:lnTo>
                    <a:pt x="699" y="554"/>
                  </a:lnTo>
                  <a:lnTo>
                    <a:pt x="537" y="405"/>
                  </a:lnTo>
                  <a:lnTo>
                    <a:pt x="373" y="272"/>
                  </a:lnTo>
                  <a:lnTo>
                    <a:pt x="221" y="159"/>
                  </a:lnTo>
                  <a:lnTo>
                    <a:pt x="92" y="68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00" name="!!PleuraVisceralI"/>
          <p:cNvSpPr/>
          <p:nvPr/>
        </p:nvSpPr>
        <p:spPr>
          <a:xfrm>
            <a:off x="9925763" y="3789170"/>
            <a:ext cx="839191" cy="2029662"/>
          </a:xfrm>
          <a:custGeom>
            <a:avLst/>
            <a:gdLst/>
            <a:ahLst/>
            <a:cxnLst/>
            <a:rect l="0" t="0" r="r" b="b"/>
            <a:pathLst>
              <a:path w="2867" h="6936" fill="none">
                <a:moveTo>
                  <a:pt x="493" y="5920"/>
                </a:moveTo>
                <a:lnTo>
                  <a:pt x="501" y="5918"/>
                </a:lnTo>
                <a:lnTo>
                  <a:pt x="615" y="5901"/>
                </a:lnTo>
                <a:lnTo>
                  <a:pt x="624" y="5900"/>
                </a:lnTo>
                <a:lnTo>
                  <a:pt x="731" y="5892"/>
                </a:lnTo>
                <a:lnTo>
                  <a:pt x="738" y="5892"/>
                </a:lnTo>
                <a:lnTo>
                  <a:pt x="850" y="5891"/>
                </a:lnTo>
                <a:lnTo>
                  <a:pt x="857" y="5891"/>
                </a:lnTo>
                <a:lnTo>
                  <a:pt x="971" y="5897"/>
                </a:lnTo>
                <a:lnTo>
                  <a:pt x="980" y="5898"/>
                </a:lnTo>
                <a:lnTo>
                  <a:pt x="1095" y="5913"/>
                </a:lnTo>
                <a:lnTo>
                  <a:pt x="1104" y="5915"/>
                </a:lnTo>
                <a:lnTo>
                  <a:pt x="1220" y="5940"/>
                </a:lnTo>
                <a:lnTo>
                  <a:pt x="1230" y="5943"/>
                </a:lnTo>
                <a:lnTo>
                  <a:pt x="1345" y="5978"/>
                </a:lnTo>
                <a:lnTo>
                  <a:pt x="1355" y="5982"/>
                </a:lnTo>
                <a:lnTo>
                  <a:pt x="1474" y="6032"/>
                </a:lnTo>
                <a:lnTo>
                  <a:pt x="1482" y="6035"/>
                </a:lnTo>
                <a:lnTo>
                  <a:pt x="1604" y="6099"/>
                </a:lnTo>
                <a:lnTo>
                  <a:pt x="1610" y="6102"/>
                </a:lnTo>
                <a:lnTo>
                  <a:pt x="1733" y="6175"/>
                </a:lnTo>
                <a:lnTo>
                  <a:pt x="1738" y="6178"/>
                </a:lnTo>
                <a:lnTo>
                  <a:pt x="1858" y="6256"/>
                </a:lnTo>
                <a:lnTo>
                  <a:pt x="1861" y="6259"/>
                </a:lnTo>
                <a:lnTo>
                  <a:pt x="1974" y="6340"/>
                </a:lnTo>
                <a:lnTo>
                  <a:pt x="1977" y="6342"/>
                </a:lnTo>
                <a:lnTo>
                  <a:pt x="2080" y="6421"/>
                </a:lnTo>
                <a:lnTo>
                  <a:pt x="2086" y="6427"/>
                </a:lnTo>
                <a:lnTo>
                  <a:pt x="2179" y="6512"/>
                </a:lnTo>
                <a:lnTo>
                  <a:pt x="2186" y="6519"/>
                </a:lnTo>
                <a:lnTo>
                  <a:pt x="2271" y="6613"/>
                </a:lnTo>
                <a:lnTo>
                  <a:pt x="2275" y="6618"/>
                </a:lnTo>
                <a:lnTo>
                  <a:pt x="2353" y="6714"/>
                </a:lnTo>
                <a:lnTo>
                  <a:pt x="2354" y="6716"/>
                </a:lnTo>
                <a:lnTo>
                  <a:pt x="2425" y="6805"/>
                </a:lnTo>
                <a:lnTo>
                  <a:pt x="2484" y="6877"/>
                </a:lnTo>
                <a:lnTo>
                  <a:pt x="2532" y="6925"/>
                </a:lnTo>
                <a:lnTo>
                  <a:pt x="2546" y="6936"/>
                </a:lnTo>
                <a:lnTo>
                  <a:pt x="2559" y="6909"/>
                </a:lnTo>
                <a:lnTo>
                  <a:pt x="2580" y="6843"/>
                </a:lnTo>
                <a:lnTo>
                  <a:pt x="2602" y="6758"/>
                </a:lnTo>
                <a:lnTo>
                  <a:pt x="2623" y="6659"/>
                </a:lnTo>
                <a:lnTo>
                  <a:pt x="2644" y="6548"/>
                </a:lnTo>
                <a:lnTo>
                  <a:pt x="2665" y="6429"/>
                </a:lnTo>
                <a:lnTo>
                  <a:pt x="2685" y="6296"/>
                </a:lnTo>
                <a:lnTo>
                  <a:pt x="2706" y="6147"/>
                </a:lnTo>
                <a:lnTo>
                  <a:pt x="2726" y="5987"/>
                </a:lnTo>
                <a:lnTo>
                  <a:pt x="2745" y="5821"/>
                </a:lnTo>
                <a:lnTo>
                  <a:pt x="2764" y="5657"/>
                </a:lnTo>
                <a:lnTo>
                  <a:pt x="2781" y="5501"/>
                </a:lnTo>
                <a:lnTo>
                  <a:pt x="2797" y="5352"/>
                </a:lnTo>
                <a:lnTo>
                  <a:pt x="2812" y="5206"/>
                </a:lnTo>
                <a:lnTo>
                  <a:pt x="2827" y="5062"/>
                </a:lnTo>
                <a:lnTo>
                  <a:pt x="2839" y="4919"/>
                </a:lnTo>
                <a:lnTo>
                  <a:pt x="2850" y="4775"/>
                </a:lnTo>
                <a:lnTo>
                  <a:pt x="2858" y="4629"/>
                </a:lnTo>
                <a:lnTo>
                  <a:pt x="2863" y="4479"/>
                </a:lnTo>
                <a:lnTo>
                  <a:pt x="2866" y="4327"/>
                </a:lnTo>
                <a:lnTo>
                  <a:pt x="2867" y="4174"/>
                </a:lnTo>
                <a:lnTo>
                  <a:pt x="2866" y="4020"/>
                </a:lnTo>
                <a:lnTo>
                  <a:pt x="2863" y="3866"/>
                </a:lnTo>
                <a:lnTo>
                  <a:pt x="2858" y="3713"/>
                </a:lnTo>
                <a:lnTo>
                  <a:pt x="2851" y="3559"/>
                </a:lnTo>
                <a:lnTo>
                  <a:pt x="2841" y="3405"/>
                </a:lnTo>
                <a:lnTo>
                  <a:pt x="2830" y="3252"/>
                </a:lnTo>
                <a:lnTo>
                  <a:pt x="2816" y="3099"/>
                </a:lnTo>
                <a:lnTo>
                  <a:pt x="2800" y="2947"/>
                </a:lnTo>
                <a:lnTo>
                  <a:pt x="2781" y="2798"/>
                </a:lnTo>
                <a:lnTo>
                  <a:pt x="2759" y="2649"/>
                </a:lnTo>
                <a:lnTo>
                  <a:pt x="2735" y="2501"/>
                </a:lnTo>
                <a:lnTo>
                  <a:pt x="2708" y="2354"/>
                </a:lnTo>
                <a:lnTo>
                  <a:pt x="2678" y="2210"/>
                </a:lnTo>
                <a:lnTo>
                  <a:pt x="2645" y="2069"/>
                </a:lnTo>
                <a:lnTo>
                  <a:pt x="2609" y="1933"/>
                </a:lnTo>
                <a:lnTo>
                  <a:pt x="2569" y="1799"/>
                </a:lnTo>
                <a:lnTo>
                  <a:pt x="2525" y="1668"/>
                </a:lnTo>
                <a:lnTo>
                  <a:pt x="2479" y="1541"/>
                </a:lnTo>
                <a:lnTo>
                  <a:pt x="2430" y="1416"/>
                </a:lnTo>
                <a:lnTo>
                  <a:pt x="2378" y="1297"/>
                </a:lnTo>
                <a:lnTo>
                  <a:pt x="2324" y="1182"/>
                </a:lnTo>
                <a:lnTo>
                  <a:pt x="2267" y="1072"/>
                </a:lnTo>
                <a:lnTo>
                  <a:pt x="2208" y="966"/>
                </a:lnTo>
                <a:lnTo>
                  <a:pt x="2147" y="865"/>
                </a:lnTo>
                <a:lnTo>
                  <a:pt x="2083" y="769"/>
                </a:lnTo>
                <a:lnTo>
                  <a:pt x="2017" y="678"/>
                </a:lnTo>
                <a:lnTo>
                  <a:pt x="1948" y="593"/>
                </a:lnTo>
                <a:lnTo>
                  <a:pt x="1877" y="512"/>
                </a:lnTo>
                <a:lnTo>
                  <a:pt x="1803" y="437"/>
                </a:lnTo>
                <a:lnTo>
                  <a:pt x="1726" y="366"/>
                </a:lnTo>
                <a:lnTo>
                  <a:pt x="1647" y="301"/>
                </a:lnTo>
                <a:lnTo>
                  <a:pt x="1568" y="242"/>
                </a:lnTo>
                <a:lnTo>
                  <a:pt x="1488" y="190"/>
                </a:lnTo>
                <a:lnTo>
                  <a:pt x="1404" y="143"/>
                </a:lnTo>
                <a:lnTo>
                  <a:pt x="1315" y="100"/>
                </a:lnTo>
                <a:lnTo>
                  <a:pt x="1224" y="63"/>
                </a:lnTo>
                <a:lnTo>
                  <a:pt x="1136" y="34"/>
                </a:lnTo>
                <a:lnTo>
                  <a:pt x="1056" y="13"/>
                </a:lnTo>
                <a:lnTo>
                  <a:pt x="989" y="2"/>
                </a:lnTo>
                <a:lnTo>
                  <a:pt x="939" y="0"/>
                </a:lnTo>
                <a:lnTo>
                  <a:pt x="900" y="4"/>
                </a:lnTo>
                <a:lnTo>
                  <a:pt x="867" y="13"/>
                </a:lnTo>
                <a:lnTo>
                  <a:pt x="836" y="29"/>
                </a:lnTo>
                <a:lnTo>
                  <a:pt x="802" y="52"/>
                </a:lnTo>
                <a:lnTo>
                  <a:pt x="765" y="84"/>
                </a:lnTo>
                <a:lnTo>
                  <a:pt x="730" y="121"/>
                </a:lnTo>
                <a:lnTo>
                  <a:pt x="696" y="164"/>
                </a:lnTo>
                <a:lnTo>
                  <a:pt x="663" y="216"/>
                </a:lnTo>
                <a:lnTo>
                  <a:pt x="629" y="278"/>
                </a:lnTo>
                <a:lnTo>
                  <a:pt x="594" y="352"/>
                </a:lnTo>
                <a:lnTo>
                  <a:pt x="556" y="438"/>
                </a:lnTo>
                <a:lnTo>
                  <a:pt x="515" y="536"/>
                </a:lnTo>
                <a:lnTo>
                  <a:pt x="473" y="645"/>
                </a:lnTo>
                <a:lnTo>
                  <a:pt x="430" y="763"/>
                </a:lnTo>
                <a:lnTo>
                  <a:pt x="387" y="890"/>
                </a:lnTo>
                <a:lnTo>
                  <a:pt x="346" y="1024"/>
                </a:lnTo>
                <a:lnTo>
                  <a:pt x="308" y="1163"/>
                </a:lnTo>
                <a:lnTo>
                  <a:pt x="272" y="1312"/>
                </a:lnTo>
                <a:lnTo>
                  <a:pt x="237" y="1472"/>
                </a:lnTo>
                <a:lnTo>
                  <a:pt x="204" y="1639"/>
                </a:lnTo>
                <a:lnTo>
                  <a:pt x="172" y="1811"/>
                </a:lnTo>
                <a:lnTo>
                  <a:pt x="143" y="1983"/>
                </a:lnTo>
                <a:lnTo>
                  <a:pt x="116" y="2153"/>
                </a:lnTo>
                <a:lnTo>
                  <a:pt x="115" y="2153"/>
                </a:lnTo>
                <a:lnTo>
                  <a:pt x="88" y="2322"/>
                </a:lnTo>
                <a:lnTo>
                  <a:pt x="88" y="2322"/>
                </a:lnTo>
                <a:lnTo>
                  <a:pt x="59" y="2491"/>
                </a:lnTo>
                <a:lnTo>
                  <a:pt x="32" y="2658"/>
                </a:lnTo>
                <a:lnTo>
                  <a:pt x="11" y="2824"/>
                </a:lnTo>
                <a:lnTo>
                  <a:pt x="0" y="2988"/>
                </a:lnTo>
                <a:lnTo>
                  <a:pt x="0" y="3149"/>
                </a:lnTo>
                <a:lnTo>
                  <a:pt x="16" y="3310"/>
                </a:lnTo>
                <a:lnTo>
                  <a:pt x="46" y="3473"/>
                </a:lnTo>
                <a:lnTo>
                  <a:pt x="85" y="3639"/>
                </a:lnTo>
                <a:lnTo>
                  <a:pt x="129" y="3808"/>
                </a:lnTo>
                <a:lnTo>
                  <a:pt x="129" y="3808"/>
                </a:lnTo>
                <a:lnTo>
                  <a:pt x="172" y="3977"/>
                </a:lnTo>
                <a:lnTo>
                  <a:pt x="173" y="3980"/>
                </a:lnTo>
                <a:lnTo>
                  <a:pt x="212" y="4150"/>
                </a:lnTo>
                <a:lnTo>
                  <a:pt x="212" y="4151"/>
                </a:lnTo>
                <a:lnTo>
                  <a:pt x="247" y="4317"/>
                </a:lnTo>
                <a:lnTo>
                  <a:pt x="282" y="4480"/>
                </a:lnTo>
                <a:lnTo>
                  <a:pt x="282" y="4481"/>
                </a:lnTo>
                <a:lnTo>
                  <a:pt x="317" y="4644"/>
                </a:lnTo>
                <a:lnTo>
                  <a:pt x="318" y="4645"/>
                </a:lnTo>
                <a:lnTo>
                  <a:pt x="351" y="4812"/>
                </a:lnTo>
                <a:lnTo>
                  <a:pt x="351" y="4814"/>
                </a:lnTo>
                <a:lnTo>
                  <a:pt x="381" y="4988"/>
                </a:lnTo>
                <a:lnTo>
                  <a:pt x="382" y="4991"/>
                </a:lnTo>
                <a:lnTo>
                  <a:pt x="407" y="5174"/>
                </a:lnTo>
                <a:lnTo>
                  <a:pt x="408" y="5177"/>
                </a:lnTo>
                <a:lnTo>
                  <a:pt x="432" y="5390"/>
                </a:lnTo>
                <a:lnTo>
                  <a:pt x="432" y="5391"/>
                </a:lnTo>
                <a:lnTo>
                  <a:pt x="457" y="5634"/>
                </a:lnTo>
                <a:lnTo>
                  <a:pt x="458" y="5636"/>
                </a:lnTo>
                <a:lnTo>
                  <a:pt x="480" y="5886"/>
                </a:lnTo>
                <a:lnTo>
                  <a:pt x="480" y="5889"/>
                </a:lnTo>
                <a:lnTo>
                  <a:pt x="482" y="5922"/>
                </a:lnTo>
                <a:lnTo>
                  <a:pt x="493" y="59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01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2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3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4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5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6" name="Forma 112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7" name="Forma 113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8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9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10" name="Forma 116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11" name="Forma 117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090781" y="91440"/>
            <a:ext cx="49363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FILTRACIÓN DE LÍQUIDO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1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74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filtrado supera la reabsorción linfática: el volumen pleural crece.</a:t>
            </a:r>
            <a:endParaRPr lang="es-AR" sz="1500" dirty="0">
              <a:latin typeface="Mali"/>
            </a:endParaRPr>
          </a:p>
        </p:txBody>
      </p:sp>
      <p:sp>
        <p:nvSpPr>
          <p:cNvPr id="77" name="Explicación 3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nivel de líquido sube en ambos hemitórax: típico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78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9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80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2" name="Forma 88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3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5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6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7" name="Forma 93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8" name="Forma 94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9" name="!!LiquidoPleuralD"/>
          <p:cNvSpPr/>
          <p:nvPr/>
        </p:nvSpPr>
        <p:spPr>
          <a:xfrm>
            <a:off x="8569025" y="4940114"/>
            <a:ext cx="983163" cy="1015556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90" name="!!LiquidoPleuralI"/>
          <p:cNvSpPr/>
          <p:nvPr/>
        </p:nvSpPr>
        <p:spPr>
          <a:xfrm>
            <a:off x="10006163" y="5050677"/>
            <a:ext cx="810092" cy="975219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91" name="!!PulmonDerecho"/>
          <p:cNvGrpSpPr/>
          <p:nvPr/>
        </p:nvGrpSpPr>
        <p:grpSpPr>
          <a:xfrm>
            <a:off x="8680934" y="3789170"/>
            <a:ext cx="829587" cy="1524738"/>
            <a:chOff x="8680934" y="3789170"/>
            <a:chExt cx="829587" cy="1524738"/>
          </a:xfrm>
        </p:grpSpPr>
        <p:sp>
          <p:nvSpPr>
            <p:cNvPr id="92" name="Forma 98"/>
            <p:cNvSpPr/>
            <p:nvPr/>
          </p:nvSpPr>
          <p:spPr>
            <a:xfrm>
              <a:off x="8680934" y="3789170"/>
              <a:ext cx="829587" cy="1524738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736914" y="3938803"/>
              <a:ext cx="648488" cy="109151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701247" y="4453077"/>
              <a:ext cx="697249" cy="638819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D"/>
          <p:cNvSpPr/>
          <p:nvPr/>
        </p:nvSpPr>
        <p:spPr>
          <a:xfrm>
            <a:off x="8680934" y="3789170"/>
            <a:ext cx="829587" cy="1524738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6" name="!!PulmonIzquierdo"/>
          <p:cNvGrpSpPr/>
          <p:nvPr/>
        </p:nvGrpSpPr>
        <p:grpSpPr>
          <a:xfrm>
            <a:off x="9930843" y="3789170"/>
            <a:ext cx="781768" cy="1636046"/>
            <a:chOff x="9930843" y="3789170"/>
            <a:chExt cx="781768" cy="1636046"/>
          </a:xfrm>
        </p:grpSpPr>
        <p:sp>
          <p:nvSpPr>
            <p:cNvPr id="97" name="Forma 103"/>
            <p:cNvSpPr/>
            <p:nvPr/>
          </p:nvSpPr>
          <p:spPr>
            <a:xfrm>
              <a:off x="9930843" y="3789170"/>
              <a:ext cx="781768" cy="1636046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8" name="Forma 104"/>
            <p:cNvSpPr/>
            <p:nvPr/>
          </p:nvSpPr>
          <p:spPr>
            <a:xfrm>
              <a:off x="9999878" y="3944585"/>
              <a:ext cx="656363" cy="1133697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9" name="Forma 105"/>
            <p:cNvSpPr/>
            <p:nvPr/>
          </p:nvSpPr>
          <p:spPr>
            <a:xfrm>
              <a:off x="10007827" y="4511434"/>
              <a:ext cx="669821" cy="618059"/>
            </a:xfrm>
            <a:custGeom>
              <a:avLst/>
              <a:gdLst/>
              <a:ahLst/>
              <a:cxnLst/>
              <a:rect l="0" t="0" r="r" b="b"/>
              <a:pathLst>
                <a:path w="2289" h="2112" fill="none">
                  <a:moveTo>
                    <a:pt x="2289" y="2112"/>
                  </a:moveTo>
                  <a:lnTo>
                    <a:pt x="2217" y="2037"/>
                  </a:lnTo>
                  <a:lnTo>
                    <a:pt x="2048" y="1863"/>
                  </a:lnTo>
                  <a:lnTo>
                    <a:pt x="1852" y="1661"/>
                  </a:lnTo>
                  <a:lnTo>
                    <a:pt x="1651" y="1455"/>
                  </a:lnTo>
                  <a:lnTo>
                    <a:pt x="1466" y="1266"/>
                  </a:lnTo>
                  <a:lnTo>
                    <a:pt x="1297" y="1092"/>
                  </a:lnTo>
                  <a:lnTo>
                    <a:pt x="1129" y="915"/>
                  </a:lnTo>
                  <a:lnTo>
                    <a:pt x="963" y="744"/>
                  </a:lnTo>
                  <a:lnTo>
                    <a:pt x="803" y="585"/>
                  </a:lnTo>
                  <a:lnTo>
                    <a:pt x="651" y="447"/>
                  </a:lnTo>
                  <a:lnTo>
                    <a:pt x="500" y="326"/>
                  </a:lnTo>
                  <a:lnTo>
                    <a:pt x="348" y="219"/>
                  </a:lnTo>
                  <a:lnTo>
                    <a:pt x="206" y="128"/>
                  </a:lnTo>
                  <a:lnTo>
                    <a:pt x="86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00" name="!!PleuraVisceralI"/>
          <p:cNvSpPr/>
          <p:nvPr/>
        </p:nvSpPr>
        <p:spPr>
          <a:xfrm>
            <a:off x="9930843" y="3789170"/>
            <a:ext cx="781768" cy="1636046"/>
          </a:xfrm>
          <a:custGeom>
            <a:avLst/>
            <a:gdLst/>
            <a:ahLst/>
            <a:cxnLst/>
            <a:rect l="0" t="0" r="r" b="b"/>
            <a:pathLst>
              <a:path w="2671" h="5591" fill="none">
                <a:moveTo>
                  <a:pt x="459" y="4772"/>
                </a:moveTo>
                <a:lnTo>
                  <a:pt x="467" y="4770"/>
                </a:lnTo>
                <a:lnTo>
                  <a:pt x="573" y="4756"/>
                </a:lnTo>
                <a:lnTo>
                  <a:pt x="581" y="4756"/>
                </a:lnTo>
                <a:lnTo>
                  <a:pt x="681" y="4749"/>
                </a:lnTo>
                <a:lnTo>
                  <a:pt x="688" y="4749"/>
                </a:lnTo>
                <a:lnTo>
                  <a:pt x="791" y="4748"/>
                </a:lnTo>
                <a:lnTo>
                  <a:pt x="799" y="4748"/>
                </a:lnTo>
                <a:lnTo>
                  <a:pt x="905" y="4754"/>
                </a:lnTo>
                <a:lnTo>
                  <a:pt x="912" y="4754"/>
                </a:lnTo>
                <a:lnTo>
                  <a:pt x="1020" y="4767"/>
                </a:lnTo>
                <a:lnTo>
                  <a:pt x="1028" y="4768"/>
                </a:lnTo>
                <a:lnTo>
                  <a:pt x="1137" y="4788"/>
                </a:lnTo>
                <a:lnTo>
                  <a:pt x="1146" y="4790"/>
                </a:lnTo>
                <a:lnTo>
                  <a:pt x="1253" y="4819"/>
                </a:lnTo>
                <a:lnTo>
                  <a:pt x="1263" y="4822"/>
                </a:lnTo>
                <a:lnTo>
                  <a:pt x="1373" y="4862"/>
                </a:lnTo>
                <a:lnTo>
                  <a:pt x="1380" y="4865"/>
                </a:lnTo>
                <a:lnTo>
                  <a:pt x="1495" y="4916"/>
                </a:lnTo>
                <a:lnTo>
                  <a:pt x="1500" y="4918"/>
                </a:lnTo>
                <a:lnTo>
                  <a:pt x="1615" y="4977"/>
                </a:lnTo>
                <a:lnTo>
                  <a:pt x="1619" y="4979"/>
                </a:lnTo>
                <a:lnTo>
                  <a:pt x="1730" y="5043"/>
                </a:lnTo>
                <a:lnTo>
                  <a:pt x="1734" y="5045"/>
                </a:lnTo>
                <a:lnTo>
                  <a:pt x="1839" y="5110"/>
                </a:lnTo>
                <a:lnTo>
                  <a:pt x="1842" y="5112"/>
                </a:lnTo>
                <a:lnTo>
                  <a:pt x="1937" y="5176"/>
                </a:lnTo>
                <a:lnTo>
                  <a:pt x="1944" y="5181"/>
                </a:lnTo>
                <a:lnTo>
                  <a:pt x="2030" y="5249"/>
                </a:lnTo>
                <a:lnTo>
                  <a:pt x="2036" y="5254"/>
                </a:lnTo>
                <a:lnTo>
                  <a:pt x="2116" y="5331"/>
                </a:lnTo>
                <a:lnTo>
                  <a:pt x="2119" y="5334"/>
                </a:lnTo>
                <a:lnTo>
                  <a:pt x="2192" y="5412"/>
                </a:lnTo>
                <a:lnTo>
                  <a:pt x="2193" y="5413"/>
                </a:lnTo>
                <a:lnTo>
                  <a:pt x="2259" y="5486"/>
                </a:lnTo>
                <a:lnTo>
                  <a:pt x="2314" y="5544"/>
                </a:lnTo>
                <a:lnTo>
                  <a:pt x="2359" y="5582"/>
                </a:lnTo>
                <a:lnTo>
                  <a:pt x="2372" y="5591"/>
                </a:lnTo>
                <a:lnTo>
                  <a:pt x="2384" y="5569"/>
                </a:lnTo>
                <a:lnTo>
                  <a:pt x="2403" y="5516"/>
                </a:lnTo>
                <a:lnTo>
                  <a:pt x="2423" y="5448"/>
                </a:lnTo>
                <a:lnTo>
                  <a:pt x="2443" y="5368"/>
                </a:lnTo>
                <a:lnTo>
                  <a:pt x="2463" y="5278"/>
                </a:lnTo>
                <a:lnTo>
                  <a:pt x="2482" y="5182"/>
                </a:lnTo>
                <a:lnTo>
                  <a:pt x="2502" y="5075"/>
                </a:lnTo>
                <a:lnTo>
                  <a:pt x="2521" y="4955"/>
                </a:lnTo>
                <a:lnTo>
                  <a:pt x="2539" y="4826"/>
                </a:lnTo>
                <a:lnTo>
                  <a:pt x="2557" y="4692"/>
                </a:lnTo>
                <a:lnTo>
                  <a:pt x="2574" y="4560"/>
                </a:lnTo>
                <a:lnTo>
                  <a:pt x="2590" y="4434"/>
                </a:lnTo>
                <a:lnTo>
                  <a:pt x="2605" y="4314"/>
                </a:lnTo>
                <a:lnTo>
                  <a:pt x="2620" y="4196"/>
                </a:lnTo>
                <a:lnTo>
                  <a:pt x="2633" y="4081"/>
                </a:lnTo>
                <a:lnTo>
                  <a:pt x="2645" y="3965"/>
                </a:lnTo>
                <a:lnTo>
                  <a:pt x="2655" y="3849"/>
                </a:lnTo>
                <a:lnTo>
                  <a:pt x="2662" y="3731"/>
                </a:lnTo>
                <a:lnTo>
                  <a:pt x="2667" y="3610"/>
                </a:lnTo>
                <a:lnTo>
                  <a:pt x="2670" y="3488"/>
                </a:lnTo>
                <a:lnTo>
                  <a:pt x="2671" y="3364"/>
                </a:lnTo>
                <a:lnTo>
                  <a:pt x="2670" y="3240"/>
                </a:lnTo>
                <a:lnTo>
                  <a:pt x="2667" y="3116"/>
                </a:lnTo>
                <a:lnTo>
                  <a:pt x="2662" y="2993"/>
                </a:lnTo>
                <a:lnTo>
                  <a:pt x="2655" y="2869"/>
                </a:lnTo>
                <a:lnTo>
                  <a:pt x="2647" y="2745"/>
                </a:lnTo>
                <a:lnTo>
                  <a:pt x="2636" y="2621"/>
                </a:lnTo>
                <a:lnTo>
                  <a:pt x="2624" y="2498"/>
                </a:lnTo>
                <a:lnTo>
                  <a:pt x="2609" y="2376"/>
                </a:lnTo>
                <a:lnTo>
                  <a:pt x="2591" y="2255"/>
                </a:lnTo>
                <a:lnTo>
                  <a:pt x="2570" y="2135"/>
                </a:lnTo>
                <a:lnTo>
                  <a:pt x="2547" y="2016"/>
                </a:lnTo>
                <a:lnTo>
                  <a:pt x="2522" y="1897"/>
                </a:lnTo>
                <a:lnTo>
                  <a:pt x="2495" y="1781"/>
                </a:lnTo>
                <a:lnTo>
                  <a:pt x="2464" y="1668"/>
                </a:lnTo>
                <a:lnTo>
                  <a:pt x="2430" y="1558"/>
                </a:lnTo>
                <a:lnTo>
                  <a:pt x="2393" y="1450"/>
                </a:lnTo>
                <a:lnTo>
                  <a:pt x="2353" y="1345"/>
                </a:lnTo>
                <a:lnTo>
                  <a:pt x="2309" y="1242"/>
                </a:lnTo>
                <a:lnTo>
                  <a:pt x="2263" y="1142"/>
                </a:lnTo>
                <a:lnTo>
                  <a:pt x="2215" y="1045"/>
                </a:lnTo>
                <a:lnTo>
                  <a:pt x="2165" y="953"/>
                </a:lnTo>
                <a:lnTo>
                  <a:pt x="2112" y="864"/>
                </a:lnTo>
                <a:lnTo>
                  <a:pt x="2057" y="779"/>
                </a:lnTo>
                <a:lnTo>
                  <a:pt x="2000" y="697"/>
                </a:lnTo>
                <a:lnTo>
                  <a:pt x="1940" y="620"/>
                </a:lnTo>
                <a:lnTo>
                  <a:pt x="1879" y="546"/>
                </a:lnTo>
                <a:lnTo>
                  <a:pt x="1815" y="478"/>
                </a:lnTo>
                <a:lnTo>
                  <a:pt x="1748" y="413"/>
                </a:lnTo>
                <a:lnTo>
                  <a:pt x="1679" y="352"/>
                </a:lnTo>
                <a:lnTo>
                  <a:pt x="1608" y="295"/>
                </a:lnTo>
                <a:lnTo>
                  <a:pt x="1535" y="242"/>
                </a:lnTo>
                <a:lnTo>
                  <a:pt x="1461" y="195"/>
                </a:lnTo>
                <a:lnTo>
                  <a:pt x="1386" y="153"/>
                </a:lnTo>
                <a:lnTo>
                  <a:pt x="1308" y="115"/>
                </a:lnTo>
                <a:lnTo>
                  <a:pt x="1225" y="81"/>
                </a:lnTo>
                <a:lnTo>
                  <a:pt x="1140" y="51"/>
                </a:lnTo>
                <a:lnTo>
                  <a:pt x="1058" y="27"/>
                </a:lnTo>
                <a:lnTo>
                  <a:pt x="983" y="10"/>
                </a:lnTo>
                <a:lnTo>
                  <a:pt x="922" y="1"/>
                </a:lnTo>
                <a:lnTo>
                  <a:pt x="874" y="0"/>
                </a:lnTo>
                <a:lnTo>
                  <a:pt x="838" y="3"/>
                </a:lnTo>
                <a:lnTo>
                  <a:pt x="808" y="11"/>
                </a:lnTo>
                <a:lnTo>
                  <a:pt x="779" y="23"/>
                </a:lnTo>
                <a:lnTo>
                  <a:pt x="747" y="42"/>
                </a:lnTo>
                <a:lnTo>
                  <a:pt x="713" y="67"/>
                </a:lnTo>
                <a:lnTo>
                  <a:pt x="680" y="97"/>
                </a:lnTo>
                <a:lnTo>
                  <a:pt x="649" y="132"/>
                </a:lnTo>
                <a:lnTo>
                  <a:pt x="618" y="174"/>
                </a:lnTo>
                <a:lnTo>
                  <a:pt x="586" y="224"/>
                </a:lnTo>
                <a:lnTo>
                  <a:pt x="553" y="284"/>
                </a:lnTo>
                <a:lnTo>
                  <a:pt x="518" y="353"/>
                </a:lnTo>
                <a:lnTo>
                  <a:pt x="480" y="432"/>
                </a:lnTo>
                <a:lnTo>
                  <a:pt x="464" y="467"/>
                </a:lnTo>
                <a:lnTo>
                  <a:pt x="431" y="551"/>
                </a:lnTo>
                <a:lnTo>
                  <a:pt x="386" y="671"/>
                </a:lnTo>
                <a:lnTo>
                  <a:pt x="341" y="801"/>
                </a:lnTo>
                <a:lnTo>
                  <a:pt x="297" y="940"/>
                </a:lnTo>
                <a:lnTo>
                  <a:pt x="254" y="1086"/>
                </a:lnTo>
                <a:lnTo>
                  <a:pt x="215" y="1240"/>
                </a:lnTo>
                <a:lnTo>
                  <a:pt x="177" y="1402"/>
                </a:lnTo>
                <a:lnTo>
                  <a:pt x="141" y="1577"/>
                </a:lnTo>
                <a:lnTo>
                  <a:pt x="106" y="1759"/>
                </a:lnTo>
                <a:lnTo>
                  <a:pt x="74" y="1946"/>
                </a:lnTo>
                <a:lnTo>
                  <a:pt x="43" y="2133"/>
                </a:lnTo>
                <a:lnTo>
                  <a:pt x="15" y="2317"/>
                </a:lnTo>
                <a:lnTo>
                  <a:pt x="15" y="2317"/>
                </a:lnTo>
                <a:lnTo>
                  <a:pt x="0" y="2416"/>
                </a:lnTo>
                <a:lnTo>
                  <a:pt x="0" y="2538"/>
                </a:lnTo>
                <a:lnTo>
                  <a:pt x="15" y="2668"/>
                </a:lnTo>
                <a:lnTo>
                  <a:pt x="42" y="2800"/>
                </a:lnTo>
                <a:lnTo>
                  <a:pt x="79" y="2933"/>
                </a:lnTo>
                <a:lnTo>
                  <a:pt x="120" y="3069"/>
                </a:lnTo>
                <a:lnTo>
                  <a:pt x="120" y="3069"/>
                </a:lnTo>
                <a:lnTo>
                  <a:pt x="161" y="3206"/>
                </a:lnTo>
                <a:lnTo>
                  <a:pt x="161" y="3208"/>
                </a:lnTo>
                <a:lnTo>
                  <a:pt x="197" y="3345"/>
                </a:lnTo>
                <a:lnTo>
                  <a:pt x="197" y="3346"/>
                </a:lnTo>
                <a:lnTo>
                  <a:pt x="230" y="3480"/>
                </a:lnTo>
                <a:lnTo>
                  <a:pt x="263" y="3611"/>
                </a:lnTo>
                <a:lnTo>
                  <a:pt x="263" y="3612"/>
                </a:lnTo>
                <a:lnTo>
                  <a:pt x="296" y="3743"/>
                </a:lnTo>
                <a:lnTo>
                  <a:pt x="296" y="3744"/>
                </a:lnTo>
                <a:lnTo>
                  <a:pt x="327" y="3879"/>
                </a:lnTo>
                <a:lnTo>
                  <a:pt x="327" y="3881"/>
                </a:lnTo>
                <a:lnTo>
                  <a:pt x="355" y="4020"/>
                </a:lnTo>
                <a:lnTo>
                  <a:pt x="356" y="4023"/>
                </a:lnTo>
                <a:lnTo>
                  <a:pt x="379" y="4171"/>
                </a:lnTo>
                <a:lnTo>
                  <a:pt x="380" y="4173"/>
                </a:lnTo>
                <a:lnTo>
                  <a:pt x="402" y="4344"/>
                </a:lnTo>
                <a:lnTo>
                  <a:pt x="403" y="4345"/>
                </a:lnTo>
                <a:lnTo>
                  <a:pt x="426" y="4542"/>
                </a:lnTo>
                <a:lnTo>
                  <a:pt x="426" y="4543"/>
                </a:lnTo>
                <a:lnTo>
                  <a:pt x="447" y="4745"/>
                </a:lnTo>
                <a:lnTo>
                  <a:pt x="447" y="4747"/>
                </a:lnTo>
                <a:lnTo>
                  <a:pt x="449" y="4774"/>
                </a:lnTo>
                <a:lnTo>
                  <a:pt x="459" y="477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01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2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3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4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5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6" name="Forma 112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7" name="Forma 113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8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9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10" name="Forma 116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11" name="Forma 117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1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10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623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Pocas proteínas · poca LDH · pocas células (predominio de macrófagos).</a:t>
            </a:r>
            <a:endParaRPr lang="es-AR" sz="1400" dirty="0">
              <a:latin typeface="Mali"/>
            </a:endParaRPr>
          </a:p>
        </p:txBody>
      </p:sp>
      <p:grpSp>
        <p:nvGrpSpPr>
          <p:cNvPr id="77" name="!!TablaTras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78" name="Forma 84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9" name="Forma 85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0" name="!!TablaTras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81" name="Forma 87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2" name="Forma 88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3" name="!!TablaTras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84" name="Forma 90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5" name="Forma 91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6" name="!!TablaTrasudado fila 3"/>
          <p:cNvGrpSpPr/>
          <p:nvPr/>
        </p:nvGrpSpPr>
        <p:grpSpPr>
          <a:xfrm>
            <a:off x="7498080" y="2066544"/>
            <a:ext cx="4389120" cy="384048"/>
            <a:chOff x="7498080" y="2066544"/>
            <a:chExt cx="4389120" cy="384048"/>
          </a:xfrm>
        </p:grpSpPr>
        <p:sp>
          <p:nvSpPr>
            <p:cNvPr id="87" name="Forma 93"/>
            <p:cNvSpPr/>
            <p:nvPr/>
          </p:nvSpPr>
          <p:spPr>
            <a:xfrm>
              <a:off x="7498080" y="2066544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4"/>
            <p:cNvSpPr/>
            <p:nvPr/>
          </p:nvSpPr>
          <p:spPr>
            <a:xfrm>
              <a:off x="9406393" y="2066544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COMPOSICIÓN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8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claro, seroso, transparente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grpSp>
        <p:nvGrpSpPr>
          <p:cNvPr id="77" name="!!TablaTras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78" name="Forma 84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9" name="Forma 85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0" name="!!TablaTras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81" name="Forma 87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2" name="Forma 88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3" name="!!TablaTras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84" name="Forma 90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5" name="Forma 91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6" name="!!TablaTrasudado fila 3"/>
          <p:cNvGrpSpPr/>
          <p:nvPr/>
        </p:nvGrpSpPr>
        <p:grpSpPr>
          <a:xfrm>
            <a:off x="7498080" y="2066544"/>
            <a:ext cx="4389120" cy="384048"/>
            <a:chOff x="7498080" y="2066544"/>
            <a:chExt cx="4389120" cy="384048"/>
          </a:xfrm>
        </p:grpSpPr>
        <p:sp>
          <p:nvSpPr>
            <p:cNvPr id="87" name="Forma 93"/>
            <p:cNvSpPr/>
            <p:nvPr/>
          </p:nvSpPr>
          <p:spPr>
            <a:xfrm>
              <a:off x="7498080" y="2066544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4"/>
            <p:cNvSpPr/>
            <p:nvPr/>
          </p:nvSpPr>
          <p:spPr>
            <a:xfrm>
              <a:off x="9406393" y="2066544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9" name="!!TuboTrasudado"/>
          <p:cNvGrpSpPr/>
          <p:nvPr/>
        </p:nvGrpSpPr>
        <p:grpSpPr>
          <a:xfrm>
            <a:off x="7406640" y="3017520"/>
            <a:ext cx="1463040" cy="3163824"/>
            <a:chOff x="7406640" y="3017520"/>
            <a:chExt cx="1463040" cy="3163824"/>
          </a:xfrm>
        </p:grpSpPr>
        <p:sp>
          <p:nvSpPr>
            <p:cNvPr id="90" name="Forma 96"/>
            <p:cNvSpPr/>
            <p:nvPr/>
          </p:nvSpPr>
          <p:spPr>
            <a:xfrm>
              <a:off x="7626096" y="3017520"/>
              <a:ext cx="1024128" cy="27432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7744968" y="4230014"/>
              <a:ext cx="786384" cy="148955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8"/>
            <p:cNvSpPr/>
            <p:nvPr/>
          </p:nvSpPr>
          <p:spPr>
            <a:xfrm>
              <a:off x="7744968" y="4188866"/>
              <a:ext cx="786384" cy="96012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93" name="Forma 99"/>
            <p:cNvSpPr/>
            <p:nvPr/>
          </p:nvSpPr>
          <p:spPr>
            <a:xfrm>
              <a:off x="7680960" y="3291840"/>
              <a:ext cx="914400" cy="246888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7827264" y="3489350"/>
              <a:ext cx="109728" cy="148132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5" name="Forma 101"/>
            <p:cNvSpPr/>
            <p:nvPr/>
          </p:nvSpPr>
          <p:spPr>
            <a:xfrm>
              <a:off x="740664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96" name="ParedToracica"/>
          <p:cNvSpPr/>
          <p:nvPr/>
        </p:nvSpPr>
        <p:spPr>
          <a:xfrm>
            <a:off x="9171615" y="312724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97" name="Mediastino"/>
          <p:cNvSpPr/>
          <p:nvPr/>
        </p:nvSpPr>
        <p:spPr>
          <a:xfrm>
            <a:off x="9987991" y="327812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98" name="Costillas"/>
          <p:cNvGrpSpPr/>
          <p:nvPr/>
        </p:nvGrpSpPr>
        <p:grpSpPr>
          <a:xfrm>
            <a:off x="9222638" y="3346704"/>
            <a:ext cx="2494483" cy="2260397"/>
            <a:chOff x="9222638" y="3346704"/>
            <a:chExt cx="2494483" cy="2260397"/>
          </a:xfrm>
        </p:grpSpPr>
        <p:sp>
          <p:nvSpPr>
            <p:cNvPr id="99" name="Forma 105"/>
            <p:cNvSpPr/>
            <p:nvPr/>
          </p:nvSpPr>
          <p:spPr>
            <a:xfrm>
              <a:off x="9222638" y="334670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00" name="Forma 106"/>
            <p:cNvSpPr/>
            <p:nvPr/>
          </p:nvSpPr>
          <p:spPr>
            <a:xfrm>
              <a:off x="9222638" y="334670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01" name="EspacioPleuralD"/>
          <p:cNvSpPr/>
          <p:nvPr/>
        </p:nvSpPr>
        <p:spPr>
          <a:xfrm>
            <a:off x="9378544" y="336778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2" name="EspacioPleuralI"/>
          <p:cNvSpPr/>
          <p:nvPr/>
        </p:nvSpPr>
        <p:spPr>
          <a:xfrm>
            <a:off x="10662465" y="336778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3" name="Aorta"/>
          <p:cNvSpPr/>
          <p:nvPr/>
        </p:nvSpPr>
        <p:spPr>
          <a:xfrm>
            <a:off x="10474890" y="369752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4" name="Traquea"/>
          <p:cNvGrpSpPr/>
          <p:nvPr/>
        </p:nvGrpSpPr>
        <p:grpSpPr>
          <a:xfrm>
            <a:off x="10132571" y="3127248"/>
            <a:ext cx="674618" cy="1176820"/>
            <a:chOff x="10132571" y="3127248"/>
            <a:chExt cx="674618" cy="1176820"/>
          </a:xfrm>
        </p:grpSpPr>
        <p:sp>
          <p:nvSpPr>
            <p:cNvPr id="105" name="Forma 111"/>
            <p:cNvSpPr/>
            <p:nvPr/>
          </p:nvSpPr>
          <p:spPr>
            <a:xfrm>
              <a:off x="10132571" y="312724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10418856" y="320954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07" name="LiquidoPleuralD"/>
          <p:cNvSpPr/>
          <p:nvPr/>
        </p:nvSpPr>
        <p:spPr>
          <a:xfrm>
            <a:off x="9381378" y="447705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08" name="LiquidoPleuralI"/>
          <p:cNvSpPr/>
          <p:nvPr/>
        </p:nvSpPr>
        <p:spPr>
          <a:xfrm>
            <a:off x="10779004" y="4633265"/>
            <a:ext cx="779378" cy="861708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09" name="PulmonDerecho"/>
          <p:cNvGrpSpPr/>
          <p:nvPr/>
        </p:nvGrpSpPr>
        <p:grpSpPr>
          <a:xfrm>
            <a:off x="9489790" y="3398042"/>
            <a:ext cx="803662" cy="1429442"/>
            <a:chOff x="9489790" y="3398042"/>
            <a:chExt cx="803662" cy="1429442"/>
          </a:xfrm>
        </p:grpSpPr>
        <p:sp>
          <p:nvSpPr>
            <p:cNvPr id="110" name="Forma 116"/>
            <p:cNvSpPr/>
            <p:nvPr/>
          </p:nvSpPr>
          <p:spPr>
            <a:xfrm>
              <a:off x="9489790" y="339804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1" name="Forma 117"/>
            <p:cNvSpPr/>
            <p:nvPr/>
          </p:nvSpPr>
          <p:spPr>
            <a:xfrm>
              <a:off x="9544020" y="353832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12" name="Forma 118"/>
            <p:cNvSpPr/>
            <p:nvPr/>
          </p:nvSpPr>
          <p:spPr>
            <a:xfrm>
              <a:off x="9509468" y="402045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13" name="PleuraVisceralD"/>
          <p:cNvSpPr/>
          <p:nvPr/>
        </p:nvSpPr>
        <p:spPr>
          <a:xfrm>
            <a:off x="9489790" y="339804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14" name="PulmonIzquierdo"/>
          <p:cNvGrpSpPr/>
          <p:nvPr/>
        </p:nvGrpSpPr>
        <p:grpSpPr>
          <a:xfrm>
            <a:off x="10700113" y="3398042"/>
            <a:ext cx="763202" cy="1572637"/>
            <a:chOff x="10700113" y="3398042"/>
            <a:chExt cx="763202" cy="1572637"/>
          </a:xfrm>
        </p:grpSpPr>
        <p:sp>
          <p:nvSpPr>
            <p:cNvPr id="115" name="Forma 121"/>
            <p:cNvSpPr/>
            <p:nvPr/>
          </p:nvSpPr>
          <p:spPr>
            <a:xfrm>
              <a:off x="10700113" y="3398042"/>
              <a:ext cx="763202" cy="1572637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6" name="Forma 122"/>
            <p:cNvSpPr/>
            <p:nvPr/>
          </p:nvSpPr>
          <p:spPr>
            <a:xfrm>
              <a:off x="10767517" y="3547434"/>
              <a:ext cx="640936" cy="1089758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17" name="Forma 123"/>
            <p:cNvSpPr/>
            <p:nvPr/>
          </p:nvSpPr>
          <p:spPr>
            <a:xfrm>
              <a:off x="10775277" y="4092313"/>
              <a:ext cx="653946" cy="594146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18" name="PleuraVisceralI"/>
          <p:cNvSpPr/>
          <p:nvPr/>
        </p:nvSpPr>
        <p:spPr>
          <a:xfrm>
            <a:off x="10700113" y="3398042"/>
            <a:ext cx="763202" cy="1572637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19" name="PleuraParietalD"/>
          <p:cNvSpPr/>
          <p:nvPr/>
        </p:nvSpPr>
        <p:spPr>
          <a:xfrm>
            <a:off x="9378544" y="336778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20" name="PleuraParietalI"/>
          <p:cNvSpPr/>
          <p:nvPr/>
        </p:nvSpPr>
        <p:spPr>
          <a:xfrm>
            <a:off x="10662465" y="336778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21" name="VenaCavaSup"/>
          <p:cNvSpPr/>
          <p:nvPr/>
        </p:nvSpPr>
        <p:spPr>
          <a:xfrm>
            <a:off x="10302648" y="360630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22" name="VenaCavaInf"/>
          <p:cNvSpPr/>
          <p:nvPr/>
        </p:nvSpPr>
        <p:spPr>
          <a:xfrm>
            <a:off x="10328171" y="512856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23" name="Corazon"/>
          <p:cNvGrpSpPr/>
          <p:nvPr/>
        </p:nvGrpSpPr>
        <p:grpSpPr>
          <a:xfrm>
            <a:off x="10317019" y="4463701"/>
            <a:ext cx="753804" cy="776573"/>
            <a:chOff x="10317019" y="4463701"/>
            <a:chExt cx="753804" cy="776573"/>
          </a:xfrm>
        </p:grpSpPr>
        <p:sp>
          <p:nvSpPr>
            <p:cNvPr id="124" name="Forma 130"/>
            <p:cNvSpPr/>
            <p:nvPr/>
          </p:nvSpPr>
          <p:spPr>
            <a:xfrm>
              <a:off x="10317019" y="446370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5" name="Forma 131"/>
            <p:cNvSpPr/>
            <p:nvPr/>
          </p:nvSpPr>
          <p:spPr>
            <a:xfrm>
              <a:off x="10710824" y="452079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26" name="Diafragma"/>
          <p:cNvSpPr/>
          <p:nvPr/>
        </p:nvSpPr>
        <p:spPr>
          <a:xfrm>
            <a:off x="9435241" y="510803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27" name="Clavículas"/>
          <p:cNvGrpSpPr/>
          <p:nvPr/>
        </p:nvGrpSpPr>
        <p:grpSpPr>
          <a:xfrm>
            <a:off x="9619488" y="3236976"/>
            <a:ext cx="1700784" cy="109728"/>
            <a:chOff x="9619488" y="3236976"/>
            <a:chExt cx="1700784" cy="109728"/>
          </a:xfrm>
        </p:grpSpPr>
        <p:sp>
          <p:nvSpPr>
            <p:cNvPr id="128" name="Forma 134"/>
            <p:cNvSpPr/>
            <p:nvPr/>
          </p:nvSpPr>
          <p:spPr>
            <a:xfrm>
              <a:off x="9619488" y="323697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29" name="Forma 135"/>
            <p:cNvSpPr/>
            <p:nvPr/>
          </p:nvSpPr>
          <p:spPr>
            <a:xfrm>
              <a:off x="9619488" y="323697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06035" y="91440"/>
            <a:ext cx="512106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ASPECTO MACROSCÓPICO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13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403"/>
              </a:lnSpc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2928"/>
                </a:lnSpc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623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sana + causa sistémica =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Criterios de Light negativos.</a:t>
            </a:r>
            <a:endParaRPr lang="es-AR" sz="1400" dirty="0">
              <a:latin typeface="Mali"/>
            </a:endParaRPr>
          </a:p>
        </p:txBody>
      </p:sp>
      <p:grpSp>
        <p:nvGrpSpPr>
          <p:cNvPr id="77" name="!!TablaTras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78" name="Forma 84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9" name="Forma 85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0" name="!!TablaTras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81" name="Forma 87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2" name="Forma 88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3" name="!!TablaTras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84" name="Forma 90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5" name="Forma 91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6" name="!!TablaTrasudado fila 3"/>
          <p:cNvGrpSpPr/>
          <p:nvPr/>
        </p:nvGrpSpPr>
        <p:grpSpPr>
          <a:xfrm>
            <a:off x="7498080" y="2066544"/>
            <a:ext cx="4389120" cy="384048"/>
            <a:chOff x="7498080" y="2066544"/>
            <a:chExt cx="4389120" cy="384048"/>
          </a:xfrm>
        </p:grpSpPr>
        <p:sp>
          <p:nvSpPr>
            <p:cNvPr id="87" name="Forma 93"/>
            <p:cNvSpPr/>
            <p:nvPr/>
          </p:nvSpPr>
          <p:spPr>
            <a:xfrm>
              <a:off x="7498080" y="2066544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4"/>
            <p:cNvSpPr/>
            <p:nvPr/>
          </p:nvSpPr>
          <p:spPr>
            <a:xfrm>
              <a:off x="9406393" y="2066544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89" name="Interpretación trasudado"/>
          <p:cNvSpPr/>
          <p:nvPr/>
        </p:nvSpPr>
        <p:spPr>
          <a:xfrm>
            <a:off x="7498080" y="3017520"/>
            <a:ext cx="4389120" cy="30175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pleura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sana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causa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sistémica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(ICC, cirrosis, síndrome nefrótico, hipoalbuminemia).</a:t>
            </a:r>
            <a:endParaRPr lang="es-AR" sz="2000" dirty="0">
              <a:latin typeface="Mali"/>
            </a:endParaRPr>
          </a:p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respuesta se dirige a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enfermedad de base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9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14209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2121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42646" y="3197053"/>
            <a:ext cx="7783373" cy="268971"/>
            <a:chOff x="-142646" y="3197053"/>
            <a:chExt cx="7783373" cy="268971"/>
          </a:xfrm>
        </p:grpSpPr>
        <p:sp>
          <p:nvSpPr>
            <p:cNvPr id="35" name="Forma 34"/>
            <p:cNvSpPr/>
            <p:nvPr/>
          </p:nvSpPr>
          <p:spPr>
            <a:xfrm>
              <a:off x="-142646" y="3202128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80101" y="3197053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1938" y="3222428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42646" y="3344226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42646" y="3506623"/>
            <a:ext cx="7845918" cy="2436977"/>
            <a:chOff x="-142646" y="3506623"/>
            <a:chExt cx="7845918" cy="2436977"/>
          </a:xfrm>
        </p:grpSpPr>
        <p:sp>
          <p:nvSpPr>
            <p:cNvPr id="40" name="Forma 39"/>
            <p:cNvSpPr/>
            <p:nvPr/>
          </p:nvSpPr>
          <p:spPr>
            <a:xfrm>
              <a:off x="-142646" y="3506623"/>
              <a:ext cx="7783373" cy="243697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28382" y="3562448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ambas hojas en condiciones normales.</a:t>
            </a:r>
            <a:endParaRPr lang="es-AR" sz="1900" dirty="0">
              <a:latin typeface="Mali"/>
            </a:endParaRPr>
          </a:p>
        </p:txBody>
      </p:sp>
      <p:sp>
        <p:nvSpPr>
          <p:cNvPr id="44" name="Explicación 0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hoja parietal (verde azulada) y la visceral (morada), separadas por una lámina mínima de líquido.</a:t>
            </a:r>
            <a:endParaRPr lang="es-AR" sz="2100" dirty="0">
              <a:latin typeface="Mali"/>
            </a:endParaRPr>
          </a:p>
        </p:txBody>
      </p:sp>
      <p:sp>
        <p:nvSpPr>
          <p:cNvPr id="45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48" name="Forma 47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4" name="Forma 53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56" name="!!PulmonDerecho"/>
          <p:cNvGrpSpPr/>
          <p:nvPr/>
        </p:nvGrpSpPr>
        <p:grpSpPr>
          <a:xfrm>
            <a:off x="8632485" y="4156256"/>
            <a:ext cx="897946" cy="1892990"/>
            <a:chOff x="8632485" y="4156256"/>
            <a:chExt cx="897946" cy="1892990"/>
          </a:xfrm>
        </p:grpSpPr>
        <p:sp>
          <p:nvSpPr>
            <p:cNvPr id="57" name="Forma 56"/>
            <p:cNvSpPr/>
            <p:nvPr/>
          </p:nvSpPr>
          <p:spPr>
            <a:xfrm>
              <a:off x="8632485" y="4156256"/>
              <a:ext cx="897946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8690564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8653792" y="4980508"/>
              <a:ext cx="755384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!!PleuraVisceralD"/>
          <p:cNvSpPr/>
          <p:nvPr/>
        </p:nvSpPr>
        <p:spPr>
          <a:xfrm>
            <a:off x="8632485" y="4156256"/>
            <a:ext cx="897946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2" name="Forma 61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1" name="Forma 70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75" name="Forma 74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TEJIDO PLEURAL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7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2121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42646" y="3197053"/>
            <a:ext cx="7783373" cy="268971"/>
            <a:chOff x="-142646" y="3197053"/>
            <a:chExt cx="7783373" cy="268971"/>
          </a:xfrm>
        </p:grpSpPr>
        <p:sp>
          <p:nvSpPr>
            <p:cNvPr id="35" name="Forma 34"/>
            <p:cNvSpPr/>
            <p:nvPr/>
          </p:nvSpPr>
          <p:spPr>
            <a:xfrm>
              <a:off x="-142646" y="3202128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80101" y="3197053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1938" y="3222428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42646" y="3344226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42646" y="3506623"/>
            <a:ext cx="7845918" cy="2436977"/>
            <a:chOff x="-142646" y="3506623"/>
            <a:chExt cx="7845918" cy="2436977"/>
          </a:xfrm>
        </p:grpSpPr>
        <p:sp>
          <p:nvSpPr>
            <p:cNvPr id="40" name="Forma 39"/>
            <p:cNvSpPr/>
            <p:nvPr/>
          </p:nvSpPr>
          <p:spPr>
            <a:xfrm>
              <a:off x="-142646" y="3506623"/>
              <a:ext cx="7783373" cy="243697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28382" y="3562448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Inflamación, infección o neoplasia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 pleura.</a:t>
            </a:r>
            <a:endParaRPr lang="es-AR" sz="1900" dirty="0">
              <a:latin typeface="Mali"/>
            </a:endParaRPr>
          </a:p>
        </p:txBody>
      </p:sp>
      <p:sp>
        <p:nvSpPr>
          <p:cNvPr id="44" name="Explicación 1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lesión es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local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membrana ya no está sana.</a:t>
            </a:r>
            <a:endParaRPr lang="es-AR" sz="2100" dirty="0">
              <a:latin typeface="Mali"/>
            </a:endParaRPr>
          </a:p>
        </p:txBody>
      </p:sp>
      <p:sp>
        <p:nvSpPr>
          <p:cNvPr id="45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48" name="Forma 47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4" name="Forma 53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56" name="!!PulmonDerecho"/>
          <p:cNvGrpSpPr/>
          <p:nvPr/>
        </p:nvGrpSpPr>
        <p:grpSpPr>
          <a:xfrm>
            <a:off x="8632485" y="4156256"/>
            <a:ext cx="897946" cy="1892990"/>
            <a:chOff x="8632485" y="4156256"/>
            <a:chExt cx="897946" cy="1892990"/>
          </a:xfrm>
        </p:grpSpPr>
        <p:sp>
          <p:nvSpPr>
            <p:cNvPr id="57" name="Forma 56"/>
            <p:cNvSpPr/>
            <p:nvPr/>
          </p:nvSpPr>
          <p:spPr>
            <a:xfrm>
              <a:off x="8632485" y="4156256"/>
              <a:ext cx="897946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8690564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8653792" y="4980508"/>
              <a:ext cx="755384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!!PleuraVisceralD"/>
          <p:cNvSpPr/>
          <p:nvPr/>
        </p:nvSpPr>
        <p:spPr>
          <a:xfrm>
            <a:off x="8632485" y="4156256"/>
            <a:ext cx="897946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2" name="Forma 61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1" name="Forma 70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75" name="Forma 74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LOCAL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7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2121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42646" y="3197053"/>
            <a:ext cx="7783373" cy="268971"/>
            <a:chOff x="-142646" y="3197053"/>
            <a:chExt cx="7783373" cy="268971"/>
          </a:xfrm>
        </p:grpSpPr>
        <p:sp>
          <p:nvSpPr>
            <p:cNvPr id="35" name="Forma 34"/>
            <p:cNvSpPr/>
            <p:nvPr/>
          </p:nvSpPr>
          <p:spPr>
            <a:xfrm>
              <a:off x="-142646" y="3202128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80101" y="3197053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1938" y="3222428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42646" y="3344226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42646" y="3506623"/>
            <a:ext cx="7845918" cy="2436977"/>
            <a:chOff x="-142646" y="3506623"/>
            <a:chExt cx="7845918" cy="2436977"/>
          </a:xfrm>
        </p:grpSpPr>
        <p:sp>
          <p:nvSpPr>
            <p:cNvPr id="40" name="Forma 39"/>
            <p:cNvSpPr/>
            <p:nvPr/>
          </p:nvSpPr>
          <p:spPr>
            <a:xfrm>
              <a:off x="-142646" y="3506623"/>
              <a:ext cx="7783373" cy="243697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28382" y="3562448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capilar se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dilata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su endotelio se vuelve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permeable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44" name="Explicación 2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Aumenta el coeficiente de filtración y cae el coeficiente de reflexión de proteínas (↑ K, ↓ </a:t>
            </a:r>
            <a:r>
              <a:rPr lang="es-AR" sz="21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).</a:t>
            </a:r>
            <a:endParaRPr lang="es-AR" sz="2100" dirty="0">
              <a:latin typeface="Mali"/>
            </a:endParaRPr>
          </a:p>
        </p:txBody>
      </p:sp>
      <p:sp>
        <p:nvSpPr>
          <p:cNvPr id="45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48" name="Forma 47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4" name="Forma 53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56" name="!!PulmonDerecho"/>
          <p:cNvGrpSpPr/>
          <p:nvPr/>
        </p:nvGrpSpPr>
        <p:grpSpPr>
          <a:xfrm>
            <a:off x="8632485" y="4156256"/>
            <a:ext cx="897946" cy="1892990"/>
            <a:chOff x="8632485" y="4156256"/>
            <a:chExt cx="897946" cy="1892990"/>
          </a:xfrm>
        </p:grpSpPr>
        <p:sp>
          <p:nvSpPr>
            <p:cNvPr id="57" name="Forma 56"/>
            <p:cNvSpPr/>
            <p:nvPr/>
          </p:nvSpPr>
          <p:spPr>
            <a:xfrm>
              <a:off x="8632485" y="4156256"/>
              <a:ext cx="897946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8690564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8653792" y="4980508"/>
              <a:ext cx="755384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!!PleuraVisceralD"/>
          <p:cNvSpPr/>
          <p:nvPr/>
        </p:nvSpPr>
        <p:spPr>
          <a:xfrm>
            <a:off x="8632485" y="4156256"/>
            <a:ext cx="897946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2" name="Forma 61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1" name="Forma 70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75" name="Forma 74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CAMBIO VASCULAR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7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614065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4" name="!!Leucocitos"/>
          <p:cNvGrpSpPr/>
          <p:nvPr/>
        </p:nvGrpSpPr>
        <p:grpSpPr>
          <a:xfrm>
            <a:off x="746882" y="3015371"/>
            <a:ext cx="6282294" cy="512567"/>
            <a:chOff x="746882" y="3015371"/>
            <a:chExt cx="6282294" cy="512567"/>
          </a:xfrm>
        </p:grpSpPr>
        <p:sp>
          <p:nvSpPr>
            <p:cNvPr id="35" name="Forma 34"/>
            <p:cNvSpPr/>
            <p:nvPr/>
          </p:nvSpPr>
          <p:spPr>
            <a:xfrm>
              <a:off x="746882" y="3015371"/>
              <a:ext cx="6282294" cy="512567"/>
            </a:xfrm>
            <a:custGeom>
              <a:avLst/>
              <a:gdLst/>
              <a:ahLst/>
              <a:cxnLst/>
              <a:rect l="0" t="0" r="r" b="b"/>
              <a:pathLst>
                <a:path w="9040" h="1010">
                  <a:moveTo>
                    <a:pt x="3040" y="260"/>
                  </a:moveTo>
                  <a:cubicBezTo>
                    <a:pt x="3040" y="320"/>
                    <a:pt x="2990" y="370"/>
                    <a:pt x="2930" y="370"/>
                  </a:cubicBezTo>
                  <a:cubicBezTo>
                    <a:pt x="2869" y="370"/>
                    <a:pt x="2820" y="320"/>
                    <a:pt x="2820" y="260"/>
                  </a:cubicBezTo>
                  <a:cubicBezTo>
                    <a:pt x="2820" y="199"/>
                    <a:pt x="2869" y="150"/>
                    <a:pt x="2930" y="150"/>
                  </a:cubicBezTo>
                  <a:cubicBezTo>
                    <a:pt x="2990" y="150"/>
                    <a:pt x="3040" y="199"/>
                    <a:pt x="3040" y="260"/>
                  </a:cubicBezTo>
                  <a:close/>
                  <a:moveTo>
                    <a:pt x="3770" y="900"/>
                  </a:moveTo>
                  <a:cubicBezTo>
                    <a:pt x="3770" y="960"/>
                    <a:pt x="3720" y="1010"/>
                    <a:pt x="3660" y="1010"/>
                  </a:cubicBezTo>
                  <a:cubicBezTo>
                    <a:pt x="3599" y="1010"/>
                    <a:pt x="3550" y="960"/>
                    <a:pt x="3550" y="900"/>
                  </a:cubicBezTo>
                  <a:cubicBezTo>
                    <a:pt x="3550" y="839"/>
                    <a:pt x="3599" y="790"/>
                    <a:pt x="3660" y="790"/>
                  </a:cubicBezTo>
                  <a:cubicBezTo>
                    <a:pt x="3720" y="790"/>
                    <a:pt x="3770" y="839"/>
                    <a:pt x="3770" y="900"/>
                  </a:cubicBezTo>
                  <a:close/>
                  <a:moveTo>
                    <a:pt x="220" y="160"/>
                  </a:moveTo>
                  <a:cubicBezTo>
                    <a:pt x="220" y="220"/>
                    <a:pt x="170" y="270"/>
                    <a:pt x="110" y="270"/>
                  </a:cubicBezTo>
                  <a:cubicBezTo>
                    <a:pt x="49" y="270"/>
                    <a:pt x="0" y="220"/>
                    <a:pt x="0" y="160"/>
                  </a:cubicBezTo>
                  <a:cubicBezTo>
                    <a:pt x="0" y="99"/>
                    <a:pt x="49" y="50"/>
                    <a:pt x="110" y="50"/>
                  </a:cubicBezTo>
                  <a:cubicBezTo>
                    <a:pt x="170" y="50"/>
                    <a:pt x="220" y="99"/>
                    <a:pt x="220" y="160"/>
                  </a:cubicBezTo>
                  <a:close/>
                  <a:moveTo>
                    <a:pt x="8130" y="750"/>
                  </a:moveTo>
                  <a:cubicBezTo>
                    <a:pt x="8130" y="810"/>
                    <a:pt x="8080" y="860"/>
                    <a:pt x="8020" y="860"/>
                  </a:cubicBezTo>
                  <a:cubicBezTo>
                    <a:pt x="7959" y="860"/>
                    <a:pt x="7910" y="810"/>
                    <a:pt x="7910" y="750"/>
                  </a:cubicBezTo>
                  <a:cubicBezTo>
                    <a:pt x="7910" y="689"/>
                    <a:pt x="7959" y="640"/>
                    <a:pt x="8020" y="640"/>
                  </a:cubicBezTo>
                  <a:cubicBezTo>
                    <a:pt x="8080" y="640"/>
                    <a:pt x="8130" y="689"/>
                    <a:pt x="8130" y="750"/>
                  </a:cubicBezTo>
                  <a:close/>
                  <a:moveTo>
                    <a:pt x="690" y="530"/>
                  </a:moveTo>
                  <a:cubicBezTo>
                    <a:pt x="690" y="590"/>
                    <a:pt x="640" y="640"/>
                    <a:pt x="580" y="640"/>
                  </a:cubicBezTo>
                  <a:cubicBezTo>
                    <a:pt x="519" y="640"/>
                    <a:pt x="470" y="590"/>
                    <a:pt x="470" y="530"/>
                  </a:cubicBezTo>
                  <a:cubicBezTo>
                    <a:pt x="470" y="469"/>
                    <a:pt x="519" y="420"/>
                    <a:pt x="580" y="420"/>
                  </a:cubicBezTo>
                  <a:cubicBezTo>
                    <a:pt x="640" y="420"/>
                    <a:pt x="690" y="469"/>
                    <a:pt x="690" y="530"/>
                  </a:cubicBezTo>
                  <a:close/>
                  <a:moveTo>
                    <a:pt x="5690" y="140"/>
                  </a:moveTo>
                  <a:cubicBezTo>
                    <a:pt x="5690" y="200"/>
                    <a:pt x="5640" y="250"/>
                    <a:pt x="5580" y="250"/>
                  </a:cubicBezTo>
                  <a:cubicBezTo>
                    <a:pt x="5519" y="250"/>
                    <a:pt x="5470" y="200"/>
                    <a:pt x="5470" y="140"/>
                  </a:cubicBezTo>
                  <a:cubicBezTo>
                    <a:pt x="5470" y="79"/>
                    <a:pt x="5519" y="30"/>
                    <a:pt x="5580" y="30"/>
                  </a:cubicBezTo>
                  <a:cubicBezTo>
                    <a:pt x="5640" y="30"/>
                    <a:pt x="5690" y="79"/>
                    <a:pt x="5690" y="140"/>
                  </a:cubicBezTo>
                  <a:close/>
                  <a:moveTo>
                    <a:pt x="9040" y="710"/>
                  </a:moveTo>
                  <a:cubicBezTo>
                    <a:pt x="9040" y="770"/>
                    <a:pt x="8990" y="820"/>
                    <a:pt x="8930" y="820"/>
                  </a:cubicBezTo>
                  <a:cubicBezTo>
                    <a:pt x="8869" y="820"/>
                    <a:pt x="8820" y="770"/>
                    <a:pt x="8820" y="710"/>
                  </a:cubicBezTo>
                  <a:cubicBezTo>
                    <a:pt x="8820" y="649"/>
                    <a:pt x="8869" y="600"/>
                    <a:pt x="8930" y="600"/>
                  </a:cubicBezTo>
                  <a:cubicBezTo>
                    <a:pt x="8990" y="600"/>
                    <a:pt x="9040" y="649"/>
                    <a:pt x="9040" y="7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809427" y="3055971"/>
              <a:ext cx="6198900" cy="451668"/>
            </a:xfrm>
            <a:custGeom>
              <a:avLst/>
              <a:gdLst/>
              <a:ahLst/>
              <a:cxnLst/>
              <a:rect l="0" t="0" r="r" b="b"/>
              <a:pathLst>
                <a:path w="8920" h="890">
                  <a:moveTo>
                    <a:pt x="2920" y="200"/>
                  </a:moveTo>
                  <a:cubicBezTo>
                    <a:pt x="2920" y="227"/>
                    <a:pt x="2897" y="250"/>
                    <a:pt x="2870" y="250"/>
                  </a:cubicBezTo>
                  <a:cubicBezTo>
                    <a:pt x="2842" y="250"/>
                    <a:pt x="2820" y="227"/>
                    <a:pt x="2820" y="200"/>
                  </a:cubicBezTo>
                  <a:cubicBezTo>
                    <a:pt x="2820" y="172"/>
                    <a:pt x="2842" y="150"/>
                    <a:pt x="2870" y="150"/>
                  </a:cubicBezTo>
                  <a:cubicBezTo>
                    <a:pt x="2897" y="150"/>
                    <a:pt x="2920" y="172"/>
                    <a:pt x="2920" y="200"/>
                  </a:cubicBezTo>
                  <a:close/>
                  <a:moveTo>
                    <a:pt x="3650" y="840"/>
                  </a:moveTo>
                  <a:cubicBezTo>
                    <a:pt x="3650" y="867"/>
                    <a:pt x="3627" y="890"/>
                    <a:pt x="3600" y="890"/>
                  </a:cubicBezTo>
                  <a:cubicBezTo>
                    <a:pt x="3572" y="890"/>
                    <a:pt x="3550" y="867"/>
                    <a:pt x="3550" y="840"/>
                  </a:cubicBezTo>
                  <a:cubicBezTo>
                    <a:pt x="3550" y="812"/>
                    <a:pt x="3572" y="790"/>
                    <a:pt x="3600" y="790"/>
                  </a:cubicBezTo>
                  <a:cubicBezTo>
                    <a:pt x="3627" y="790"/>
                    <a:pt x="3650" y="812"/>
                    <a:pt x="3650" y="840"/>
                  </a:cubicBezTo>
                  <a:close/>
                  <a:moveTo>
                    <a:pt x="100" y="100"/>
                  </a:moveTo>
                  <a:cubicBezTo>
                    <a:pt x="100" y="127"/>
                    <a:pt x="77" y="150"/>
                    <a:pt x="50" y="150"/>
                  </a:cubicBezTo>
                  <a:cubicBezTo>
                    <a:pt x="22" y="150"/>
                    <a:pt x="0" y="127"/>
                    <a:pt x="0" y="100"/>
                  </a:cubicBezTo>
                  <a:cubicBezTo>
                    <a:pt x="0" y="72"/>
                    <a:pt x="22" y="50"/>
                    <a:pt x="50" y="50"/>
                  </a:cubicBezTo>
                  <a:cubicBezTo>
                    <a:pt x="77" y="50"/>
                    <a:pt x="100" y="72"/>
                    <a:pt x="100" y="100"/>
                  </a:cubicBezTo>
                  <a:close/>
                  <a:moveTo>
                    <a:pt x="8010" y="690"/>
                  </a:moveTo>
                  <a:cubicBezTo>
                    <a:pt x="8010" y="717"/>
                    <a:pt x="7987" y="740"/>
                    <a:pt x="7960" y="740"/>
                  </a:cubicBezTo>
                  <a:cubicBezTo>
                    <a:pt x="7932" y="740"/>
                    <a:pt x="7910" y="717"/>
                    <a:pt x="7910" y="690"/>
                  </a:cubicBezTo>
                  <a:cubicBezTo>
                    <a:pt x="7910" y="662"/>
                    <a:pt x="7932" y="640"/>
                    <a:pt x="7960" y="640"/>
                  </a:cubicBezTo>
                  <a:cubicBezTo>
                    <a:pt x="7987" y="640"/>
                    <a:pt x="8010" y="662"/>
                    <a:pt x="8010" y="690"/>
                  </a:cubicBezTo>
                  <a:close/>
                  <a:moveTo>
                    <a:pt x="570" y="470"/>
                  </a:moveTo>
                  <a:cubicBezTo>
                    <a:pt x="570" y="497"/>
                    <a:pt x="547" y="520"/>
                    <a:pt x="520" y="520"/>
                  </a:cubicBezTo>
                  <a:cubicBezTo>
                    <a:pt x="492" y="520"/>
                    <a:pt x="470" y="497"/>
                    <a:pt x="470" y="470"/>
                  </a:cubicBezTo>
                  <a:cubicBezTo>
                    <a:pt x="470" y="442"/>
                    <a:pt x="492" y="420"/>
                    <a:pt x="520" y="420"/>
                  </a:cubicBezTo>
                  <a:cubicBezTo>
                    <a:pt x="547" y="420"/>
                    <a:pt x="570" y="442"/>
                    <a:pt x="570" y="470"/>
                  </a:cubicBezTo>
                  <a:close/>
                  <a:moveTo>
                    <a:pt x="5570" y="80"/>
                  </a:moveTo>
                  <a:cubicBezTo>
                    <a:pt x="5570" y="107"/>
                    <a:pt x="5547" y="130"/>
                    <a:pt x="5520" y="130"/>
                  </a:cubicBezTo>
                  <a:cubicBezTo>
                    <a:pt x="5492" y="130"/>
                    <a:pt x="5470" y="107"/>
                    <a:pt x="5470" y="80"/>
                  </a:cubicBezTo>
                  <a:cubicBezTo>
                    <a:pt x="5470" y="52"/>
                    <a:pt x="5492" y="30"/>
                    <a:pt x="5520" y="30"/>
                  </a:cubicBezTo>
                  <a:cubicBezTo>
                    <a:pt x="5547" y="30"/>
                    <a:pt x="5570" y="52"/>
                    <a:pt x="5570" y="80"/>
                  </a:cubicBezTo>
                  <a:close/>
                  <a:moveTo>
                    <a:pt x="8920" y="650"/>
                  </a:moveTo>
                  <a:cubicBezTo>
                    <a:pt x="8920" y="677"/>
                    <a:pt x="8897" y="700"/>
                    <a:pt x="8870" y="700"/>
                  </a:cubicBezTo>
                  <a:cubicBezTo>
                    <a:pt x="8842" y="700"/>
                    <a:pt x="8820" y="677"/>
                    <a:pt x="8820" y="650"/>
                  </a:cubicBezTo>
                  <a:cubicBezTo>
                    <a:pt x="8820" y="622"/>
                    <a:pt x="8842" y="600"/>
                    <a:pt x="8870" y="600"/>
                  </a:cubicBezTo>
                  <a:cubicBezTo>
                    <a:pt x="8897" y="600"/>
                    <a:pt x="8920" y="622"/>
                    <a:pt x="8920" y="6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7" name="!!Proteinas"/>
          <p:cNvSpPr/>
          <p:nvPr/>
        </p:nvSpPr>
        <p:spPr>
          <a:xfrm>
            <a:off x="767730" y="3040746"/>
            <a:ext cx="5865327" cy="553166"/>
          </a:xfrm>
          <a:custGeom>
            <a:avLst/>
            <a:gdLst/>
            <a:ahLst/>
            <a:cxnLst/>
            <a:rect l="0" t="0" r="r" b="b"/>
            <a:pathLst>
              <a:path w="8440" h="1090">
                <a:moveTo>
                  <a:pt x="530" y="530"/>
                </a:moveTo>
                <a:cubicBezTo>
                  <a:pt x="530" y="563"/>
                  <a:pt x="503" y="590"/>
                  <a:pt x="470" y="590"/>
                </a:cubicBezTo>
                <a:cubicBezTo>
                  <a:pt x="436" y="590"/>
                  <a:pt x="410" y="563"/>
                  <a:pt x="410" y="530"/>
                </a:cubicBezTo>
                <a:cubicBezTo>
                  <a:pt x="410" y="496"/>
                  <a:pt x="436" y="470"/>
                  <a:pt x="470" y="470"/>
                </a:cubicBezTo>
                <a:cubicBezTo>
                  <a:pt x="503" y="470"/>
                  <a:pt x="530" y="496"/>
                  <a:pt x="530" y="530"/>
                </a:cubicBezTo>
                <a:close/>
                <a:moveTo>
                  <a:pt x="3930" y="60"/>
                </a:moveTo>
                <a:cubicBezTo>
                  <a:pt x="3930" y="93"/>
                  <a:pt x="3903" y="120"/>
                  <a:pt x="3870" y="120"/>
                </a:cubicBezTo>
                <a:cubicBezTo>
                  <a:pt x="3836" y="120"/>
                  <a:pt x="3810" y="93"/>
                  <a:pt x="3810" y="60"/>
                </a:cubicBezTo>
                <a:cubicBezTo>
                  <a:pt x="3810" y="26"/>
                  <a:pt x="3836" y="0"/>
                  <a:pt x="3870" y="0"/>
                </a:cubicBezTo>
                <a:cubicBezTo>
                  <a:pt x="3903" y="0"/>
                  <a:pt x="3930" y="26"/>
                  <a:pt x="3930" y="60"/>
                </a:cubicBezTo>
                <a:close/>
                <a:moveTo>
                  <a:pt x="2110" y="90"/>
                </a:moveTo>
                <a:cubicBezTo>
                  <a:pt x="2110" y="123"/>
                  <a:pt x="2083" y="150"/>
                  <a:pt x="2050" y="150"/>
                </a:cubicBezTo>
                <a:cubicBezTo>
                  <a:pt x="2016" y="150"/>
                  <a:pt x="1990" y="123"/>
                  <a:pt x="1990" y="90"/>
                </a:cubicBezTo>
                <a:cubicBezTo>
                  <a:pt x="1990" y="56"/>
                  <a:pt x="2016" y="30"/>
                  <a:pt x="2050" y="30"/>
                </a:cubicBezTo>
                <a:cubicBezTo>
                  <a:pt x="2083" y="30"/>
                  <a:pt x="2110" y="56"/>
                  <a:pt x="2110" y="90"/>
                </a:cubicBezTo>
                <a:close/>
                <a:moveTo>
                  <a:pt x="5290" y="520"/>
                </a:moveTo>
                <a:cubicBezTo>
                  <a:pt x="5290" y="553"/>
                  <a:pt x="5263" y="580"/>
                  <a:pt x="5230" y="580"/>
                </a:cubicBezTo>
                <a:cubicBezTo>
                  <a:pt x="5196" y="580"/>
                  <a:pt x="5170" y="553"/>
                  <a:pt x="5170" y="520"/>
                </a:cubicBezTo>
                <a:cubicBezTo>
                  <a:pt x="5170" y="486"/>
                  <a:pt x="5196" y="460"/>
                  <a:pt x="5230" y="460"/>
                </a:cubicBezTo>
                <a:cubicBezTo>
                  <a:pt x="5263" y="460"/>
                  <a:pt x="5290" y="486"/>
                  <a:pt x="5290" y="520"/>
                </a:cubicBezTo>
                <a:close/>
                <a:moveTo>
                  <a:pt x="250" y="1030"/>
                </a:moveTo>
                <a:cubicBezTo>
                  <a:pt x="250" y="1063"/>
                  <a:pt x="223" y="1090"/>
                  <a:pt x="190" y="1090"/>
                </a:cubicBezTo>
                <a:cubicBezTo>
                  <a:pt x="156" y="1090"/>
                  <a:pt x="130" y="1063"/>
                  <a:pt x="130" y="1030"/>
                </a:cubicBezTo>
                <a:cubicBezTo>
                  <a:pt x="130" y="996"/>
                  <a:pt x="156" y="970"/>
                  <a:pt x="190" y="970"/>
                </a:cubicBezTo>
                <a:cubicBezTo>
                  <a:pt x="223" y="970"/>
                  <a:pt x="250" y="996"/>
                  <a:pt x="250" y="1030"/>
                </a:cubicBezTo>
                <a:close/>
                <a:moveTo>
                  <a:pt x="5440" y="130"/>
                </a:moveTo>
                <a:cubicBezTo>
                  <a:pt x="5440" y="163"/>
                  <a:pt x="5413" y="190"/>
                  <a:pt x="5380" y="190"/>
                </a:cubicBezTo>
                <a:cubicBezTo>
                  <a:pt x="5346" y="190"/>
                  <a:pt x="5320" y="163"/>
                  <a:pt x="5320" y="130"/>
                </a:cubicBezTo>
                <a:cubicBezTo>
                  <a:pt x="5320" y="96"/>
                  <a:pt x="5346" y="70"/>
                  <a:pt x="5380" y="70"/>
                </a:cubicBezTo>
                <a:cubicBezTo>
                  <a:pt x="5413" y="70"/>
                  <a:pt x="5440" y="96"/>
                  <a:pt x="5440" y="130"/>
                </a:cubicBezTo>
                <a:close/>
                <a:moveTo>
                  <a:pt x="1930" y="780"/>
                </a:moveTo>
                <a:cubicBezTo>
                  <a:pt x="1930" y="813"/>
                  <a:pt x="1903" y="840"/>
                  <a:pt x="1870" y="840"/>
                </a:cubicBezTo>
                <a:cubicBezTo>
                  <a:pt x="1836" y="840"/>
                  <a:pt x="1810" y="813"/>
                  <a:pt x="1810" y="780"/>
                </a:cubicBezTo>
                <a:cubicBezTo>
                  <a:pt x="1810" y="746"/>
                  <a:pt x="1836" y="720"/>
                  <a:pt x="1870" y="720"/>
                </a:cubicBezTo>
                <a:cubicBezTo>
                  <a:pt x="1903" y="720"/>
                  <a:pt x="1930" y="746"/>
                  <a:pt x="1930" y="780"/>
                </a:cubicBezTo>
                <a:close/>
                <a:moveTo>
                  <a:pt x="6070" y="720"/>
                </a:moveTo>
                <a:cubicBezTo>
                  <a:pt x="6070" y="753"/>
                  <a:pt x="6043" y="780"/>
                  <a:pt x="6010" y="780"/>
                </a:cubicBezTo>
                <a:cubicBezTo>
                  <a:pt x="5976" y="780"/>
                  <a:pt x="5950" y="753"/>
                  <a:pt x="5950" y="720"/>
                </a:cubicBezTo>
                <a:cubicBezTo>
                  <a:pt x="5950" y="686"/>
                  <a:pt x="5976" y="660"/>
                  <a:pt x="6010" y="660"/>
                </a:cubicBezTo>
                <a:cubicBezTo>
                  <a:pt x="6043" y="660"/>
                  <a:pt x="6070" y="686"/>
                  <a:pt x="6070" y="720"/>
                </a:cubicBezTo>
                <a:close/>
                <a:moveTo>
                  <a:pt x="280" y="710"/>
                </a:moveTo>
                <a:cubicBezTo>
                  <a:pt x="280" y="743"/>
                  <a:pt x="253" y="770"/>
                  <a:pt x="220" y="770"/>
                </a:cubicBezTo>
                <a:cubicBezTo>
                  <a:pt x="186" y="770"/>
                  <a:pt x="160" y="743"/>
                  <a:pt x="160" y="710"/>
                </a:cubicBezTo>
                <a:cubicBezTo>
                  <a:pt x="160" y="676"/>
                  <a:pt x="186" y="650"/>
                  <a:pt x="220" y="650"/>
                </a:cubicBezTo>
                <a:cubicBezTo>
                  <a:pt x="253" y="650"/>
                  <a:pt x="280" y="676"/>
                  <a:pt x="280" y="710"/>
                </a:cubicBezTo>
                <a:close/>
                <a:moveTo>
                  <a:pt x="5640" y="480"/>
                </a:moveTo>
                <a:cubicBezTo>
                  <a:pt x="5640" y="513"/>
                  <a:pt x="5613" y="540"/>
                  <a:pt x="5580" y="540"/>
                </a:cubicBezTo>
                <a:cubicBezTo>
                  <a:pt x="5546" y="540"/>
                  <a:pt x="5520" y="513"/>
                  <a:pt x="5520" y="480"/>
                </a:cubicBezTo>
                <a:cubicBezTo>
                  <a:pt x="5520" y="446"/>
                  <a:pt x="5546" y="420"/>
                  <a:pt x="5580" y="420"/>
                </a:cubicBezTo>
                <a:cubicBezTo>
                  <a:pt x="5613" y="420"/>
                  <a:pt x="5640" y="446"/>
                  <a:pt x="5640" y="480"/>
                </a:cubicBezTo>
                <a:close/>
                <a:moveTo>
                  <a:pt x="150" y="260"/>
                </a:moveTo>
                <a:cubicBezTo>
                  <a:pt x="150" y="293"/>
                  <a:pt x="123" y="320"/>
                  <a:pt x="90" y="320"/>
                </a:cubicBezTo>
                <a:cubicBezTo>
                  <a:pt x="56" y="320"/>
                  <a:pt x="30" y="293"/>
                  <a:pt x="30" y="260"/>
                </a:cubicBezTo>
                <a:cubicBezTo>
                  <a:pt x="30" y="226"/>
                  <a:pt x="56" y="200"/>
                  <a:pt x="90" y="200"/>
                </a:cubicBezTo>
                <a:cubicBezTo>
                  <a:pt x="123" y="200"/>
                  <a:pt x="150" y="226"/>
                  <a:pt x="150" y="260"/>
                </a:cubicBezTo>
                <a:close/>
                <a:moveTo>
                  <a:pt x="120" y="690"/>
                </a:moveTo>
                <a:cubicBezTo>
                  <a:pt x="120" y="723"/>
                  <a:pt x="93" y="750"/>
                  <a:pt x="60" y="750"/>
                </a:cubicBezTo>
                <a:cubicBezTo>
                  <a:pt x="26" y="750"/>
                  <a:pt x="0" y="723"/>
                  <a:pt x="0" y="690"/>
                </a:cubicBezTo>
                <a:cubicBezTo>
                  <a:pt x="0" y="656"/>
                  <a:pt x="26" y="630"/>
                  <a:pt x="60" y="630"/>
                </a:cubicBezTo>
                <a:cubicBezTo>
                  <a:pt x="93" y="630"/>
                  <a:pt x="120" y="656"/>
                  <a:pt x="120" y="690"/>
                </a:cubicBezTo>
                <a:close/>
                <a:moveTo>
                  <a:pt x="8440" y="150"/>
                </a:moveTo>
                <a:cubicBezTo>
                  <a:pt x="8440" y="183"/>
                  <a:pt x="8413" y="210"/>
                  <a:pt x="8380" y="210"/>
                </a:cubicBezTo>
                <a:cubicBezTo>
                  <a:pt x="8346" y="210"/>
                  <a:pt x="8320" y="183"/>
                  <a:pt x="8320" y="150"/>
                </a:cubicBezTo>
                <a:cubicBezTo>
                  <a:pt x="8320" y="116"/>
                  <a:pt x="8346" y="90"/>
                  <a:pt x="8380" y="90"/>
                </a:cubicBezTo>
                <a:cubicBezTo>
                  <a:pt x="8413" y="90"/>
                  <a:pt x="8440" y="116"/>
                  <a:pt x="8440" y="150"/>
                </a:cubicBezTo>
                <a:close/>
                <a:moveTo>
                  <a:pt x="2610" y="510"/>
                </a:moveTo>
                <a:cubicBezTo>
                  <a:pt x="2610" y="543"/>
                  <a:pt x="2583" y="570"/>
                  <a:pt x="2550" y="570"/>
                </a:cubicBezTo>
                <a:cubicBezTo>
                  <a:pt x="2516" y="570"/>
                  <a:pt x="2490" y="543"/>
                  <a:pt x="2490" y="510"/>
                </a:cubicBezTo>
                <a:cubicBezTo>
                  <a:pt x="2490" y="476"/>
                  <a:pt x="2516" y="450"/>
                  <a:pt x="2550" y="450"/>
                </a:cubicBezTo>
                <a:cubicBezTo>
                  <a:pt x="2583" y="450"/>
                  <a:pt x="2610" y="476"/>
                  <a:pt x="2610" y="510"/>
                </a:cubicBezTo>
                <a:close/>
                <a:moveTo>
                  <a:pt x="1120" y="670"/>
                </a:moveTo>
                <a:cubicBezTo>
                  <a:pt x="1120" y="703"/>
                  <a:pt x="1093" y="730"/>
                  <a:pt x="1060" y="730"/>
                </a:cubicBezTo>
                <a:cubicBezTo>
                  <a:pt x="1026" y="730"/>
                  <a:pt x="1000" y="703"/>
                  <a:pt x="1000" y="670"/>
                </a:cubicBezTo>
                <a:cubicBezTo>
                  <a:pt x="1000" y="636"/>
                  <a:pt x="1026" y="610"/>
                  <a:pt x="1060" y="610"/>
                </a:cubicBezTo>
                <a:cubicBezTo>
                  <a:pt x="1093" y="610"/>
                  <a:pt x="1120" y="636"/>
                  <a:pt x="1120" y="670"/>
                </a:cubicBezTo>
                <a:close/>
                <a:moveTo>
                  <a:pt x="850" y="710"/>
                </a:moveTo>
                <a:cubicBezTo>
                  <a:pt x="850" y="743"/>
                  <a:pt x="823" y="770"/>
                  <a:pt x="790" y="770"/>
                </a:cubicBezTo>
                <a:cubicBezTo>
                  <a:pt x="756" y="770"/>
                  <a:pt x="730" y="743"/>
                  <a:pt x="730" y="710"/>
                </a:cubicBezTo>
                <a:cubicBezTo>
                  <a:pt x="730" y="676"/>
                  <a:pt x="756" y="650"/>
                  <a:pt x="790" y="650"/>
                </a:cubicBezTo>
                <a:cubicBezTo>
                  <a:pt x="823" y="650"/>
                  <a:pt x="850" y="676"/>
                  <a:pt x="850" y="710"/>
                </a:cubicBezTo>
                <a:close/>
                <a:moveTo>
                  <a:pt x="2800" y="690"/>
                </a:moveTo>
                <a:cubicBezTo>
                  <a:pt x="2800" y="723"/>
                  <a:pt x="2773" y="750"/>
                  <a:pt x="2740" y="750"/>
                </a:cubicBezTo>
                <a:cubicBezTo>
                  <a:pt x="2706" y="750"/>
                  <a:pt x="2680" y="723"/>
                  <a:pt x="2680" y="690"/>
                </a:cubicBezTo>
                <a:cubicBezTo>
                  <a:pt x="2680" y="656"/>
                  <a:pt x="2706" y="630"/>
                  <a:pt x="2740" y="630"/>
                </a:cubicBezTo>
                <a:cubicBezTo>
                  <a:pt x="2773" y="630"/>
                  <a:pt x="2800" y="656"/>
                  <a:pt x="2800" y="690"/>
                </a:cubicBezTo>
                <a:close/>
                <a:moveTo>
                  <a:pt x="8000" y="850"/>
                </a:moveTo>
                <a:cubicBezTo>
                  <a:pt x="8000" y="883"/>
                  <a:pt x="7973" y="910"/>
                  <a:pt x="7940" y="910"/>
                </a:cubicBezTo>
                <a:cubicBezTo>
                  <a:pt x="7906" y="910"/>
                  <a:pt x="7880" y="883"/>
                  <a:pt x="7880" y="850"/>
                </a:cubicBezTo>
                <a:cubicBezTo>
                  <a:pt x="7880" y="816"/>
                  <a:pt x="7906" y="790"/>
                  <a:pt x="7940" y="790"/>
                </a:cubicBezTo>
                <a:cubicBezTo>
                  <a:pt x="7973" y="790"/>
                  <a:pt x="8000" y="816"/>
                  <a:pt x="8000" y="850"/>
                </a:cubicBezTo>
                <a:close/>
                <a:moveTo>
                  <a:pt x="1500" y="110"/>
                </a:moveTo>
                <a:cubicBezTo>
                  <a:pt x="1500" y="143"/>
                  <a:pt x="1473" y="170"/>
                  <a:pt x="1440" y="170"/>
                </a:cubicBezTo>
                <a:cubicBezTo>
                  <a:pt x="1406" y="170"/>
                  <a:pt x="1380" y="143"/>
                  <a:pt x="1380" y="110"/>
                </a:cubicBezTo>
                <a:cubicBezTo>
                  <a:pt x="1380" y="76"/>
                  <a:pt x="1406" y="50"/>
                  <a:pt x="1440" y="50"/>
                </a:cubicBezTo>
                <a:cubicBezTo>
                  <a:pt x="1473" y="50"/>
                  <a:pt x="1500" y="76"/>
                  <a:pt x="1500" y="110"/>
                </a:cubicBezTo>
                <a:close/>
                <a:moveTo>
                  <a:pt x="5600" y="710"/>
                </a:moveTo>
                <a:cubicBezTo>
                  <a:pt x="5600" y="743"/>
                  <a:pt x="5573" y="770"/>
                  <a:pt x="5540" y="770"/>
                </a:cubicBezTo>
                <a:cubicBezTo>
                  <a:pt x="5506" y="770"/>
                  <a:pt x="5480" y="743"/>
                  <a:pt x="5480" y="710"/>
                </a:cubicBezTo>
                <a:cubicBezTo>
                  <a:pt x="5480" y="676"/>
                  <a:pt x="5506" y="650"/>
                  <a:pt x="5540" y="650"/>
                </a:cubicBezTo>
                <a:cubicBezTo>
                  <a:pt x="5573" y="650"/>
                  <a:pt x="5600" y="676"/>
                  <a:pt x="5600" y="710"/>
                </a:cubicBezTo>
                <a:close/>
                <a:moveTo>
                  <a:pt x="6190" y="220"/>
                </a:moveTo>
                <a:cubicBezTo>
                  <a:pt x="6190" y="253"/>
                  <a:pt x="6163" y="280"/>
                  <a:pt x="6130" y="280"/>
                </a:cubicBezTo>
                <a:cubicBezTo>
                  <a:pt x="6096" y="280"/>
                  <a:pt x="6070" y="253"/>
                  <a:pt x="6070" y="220"/>
                </a:cubicBezTo>
                <a:cubicBezTo>
                  <a:pt x="6070" y="186"/>
                  <a:pt x="6096" y="160"/>
                  <a:pt x="6130" y="160"/>
                </a:cubicBezTo>
                <a:cubicBezTo>
                  <a:pt x="6163" y="160"/>
                  <a:pt x="6190" y="186"/>
                  <a:pt x="6190" y="220"/>
                </a:cubicBezTo>
                <a:close/>
                <a:moveTo>
                  <a:pt x="3460" y="100"/>
                </a:moveTo>
                <a:cubicBezTo>
                  <a:pt x="3460" y="133"/>
                  <a:pt x="3433" y="160"/>
                  <a:pt x="3400" y="160"/>
                </a:cubicBezTo>
                <a:cubicBezTo>
                  <a:pt x="3366" y="160"/>
                  <a:pt x="3340" y="133"/>
                  <a:pt x="3340" y="100"/>
                </a:cubicBezTo>
                <a:cubicBezTo>
                  <a:pt x="3340" y="66"/>
                  <a:pt x="3366" y="40"/>
                  <a:pt x="3400" y="40"/>
                </a:cubicBezTo>
                <a:cubicBezTo>
                  <a:pt x="3433" y="40"/>
                  <a:pt x="3460" y="66"/>
                  <a:pt x="3460" y="100"/>
                </a:cubicBezTo>
                <a:close/>
                <a:moveTo>
                  <a:pt x="5250" y="890"/>
                </a:moveTo>
                <a:cubicBezTo>
                  <a:pt x="5250" y="923"/>
                  <a:pt x="5223" y="950"/>
                  <a:pt x="5190" y="950"/>
                </a:cubicBezTo>
                <a:cubicBezTo>
                  <a:pt x="5156" y="950"/>
                  <a:pt x="5130" y="923"/>
                  <a:pt x="5130" y="890"/>
                </a:cubicBezTo>
                <a:cubicBezTo>
                  <a:pt x="5130" y="856"/>
                  <a:pt x="5156" y="830"/>
                  <a:pt x="5190" y="830"/>
                </a:cubicBezTo>
                <a:cubicBezTo>
                  <a:pt x="5223" y="830"/>
                  <a:pt x="5250" y="856"/>
                  <a:pt x="5250" y="890"/>
                </a:cubicBezTo>
                <a:close/>
                <a:moveTo>
                  <a:pt x="290" y="700"/>
                </a:moveTo>
                <a:cubicBezTo>
                  <a:pt x="290" y="733"/>
                  <a:pt x="263" y="760"/>
                  <a:pt x="230" y="760"/>
                </a:cubicBezTo>
                <a:cubicBezTo>
                  <a:pt x="196" y="760"/>
                  <a:pt x="170" y="733"/>
                  <a:pt x="170" y="700"/>
                </a:cubicBezTo>
                <a:cubicBezTo>
                  <a:pt x="170" y="666"/>
                  <a:pt x="196" y="640"/>
                  <a:pt x="230" y="640"/>
                </a:cubicBezTo>
                <a:cubicBezTo>
                  <a:pt x="263" y="640"/>
                  <a:pt x="290" y="666"/>
                  <a:pt x="290" y="700"/>
                </a:cubicBezTo>
                <a:close/>
                <a:moveTo>
                  <a:pt x="260" y="770"/>
                </a:moveTo>
                <a:cubicBezTo>
                  <a:pt x="260" y="803"/>
                  <a:pt x="233" y="830"/>
                  <a:pt x="200" y="830"/>
                </a:cubicBezTo>
                <a:cubicBezTo>
                  <a:pt x="166" y="830"/>
                  <a:pt x="140" y="803"/>
                  <a:pt x="140" y="770"/>
                </a:cubicBezTo>
                <a:cubicBezTo>
                  <a:pt x="140" y="736"/>
                  <a:pt x="166" y="710"/>
                  <a:pt x="200" y="710"/>
                </a:cubicBezTo>
                <a:cubicBezTo>
                  <a:pt x="233" y="710"/>
                  <a:pt x="260" y="736"/>
                  <a:pt x="260" y="77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8" name="!!PleuraVisceral"/>
          <p:cNvGrpSpPr/>
          <p:nvPr/>
        </p:nvGrpSpPr>
        <p:grpSpPr>
          <a:xfrm>
            <a:off x="-142646" y="3598987"/>
            <a:ext cx="7783373" cy="268971"/>
            <a:chOff x="-142646" y="3598987"/>
            <a:chExt cx="7783373" cy="268971"/>
          </a:xfrm>
        </p:grpSpPr>
        <p:sp>
          <p:nvSpPr>
            <p:cNvPr id="39" name="Forma 38"/>
            <p:cNvSpPr/>
            <p:nvPr/>
          </p:nvSpPr>
          <p:spPr>
            <a:xfrm>
              <a:off x="-142646" y="3604062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-80101" y="3598987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51938" y="3624362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2" name="!!CapilarPulmonar"/>
          <p:cNvSpPr/>
          <p:nvPr/>
        </p:nvSpPr>
        <p:spPr>
          <a:xfrm>
            <a:off x="-142646" y="3746160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3" name="!!Alveolos"/>
          <p:cNvGrpSpPr/>
          <p:nvPr/>
        </p:nvGrpSpPr>
        <p:grpSpPr>
          <a:xfrm>
            <a:off x="-142646" y="3908557"/>
            <a:ext cx="7845918" cy="2035043"/>
            <a:chOff x="-142646" y="3908557"/>
            <a:chExt cx="7845918" cy="2035043"/>
          </a:xfrm>
        </p:grpSpPr>
        <p:sp>
          <p:nvSpPr>
            <p:cNvPr id="44" name="Forma 43"/>
            <p:cNvSpPr/>
            <p:nvPr/>
          </p:nvSpPr>
          <p:spPr>
            <a:xfrm>
              <a:off x="-142646" y="3908557"/>
              <a:ext cx="7783373" cy="203504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128382" y="3964381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Salen agua,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inflamatorias.</a:t>
            </a:r>
            <a:endParaRPr lang="es-AR" sz="1900" dirty="0">
              <a:latin typeface="Mali"/>
            </a:endParaRPr>
          </a:p>
        </p:txBody>
      </p:sp>
      <p:sp>
        <p:nvSpPr>
          <p:cNvPr id="48" name="Explicación 3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E9C46A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proteínas (amarillas) y los leucocitos atraviesan la barrera.</a:t>
            </a:r>
            <a:endParaRPr lang="es-AR" sz="2100" dirty="0">
              <a:latin typeface="Mali"/>
            </a:endParaRPr>
          </a:p>
        </p:txBody>
      </p:sp>
      <p:sp>
        <p:nvSpPr>
          <p:cNvPr id="49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0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51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52" name="Forma 51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4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5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6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7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8" name="Forma 57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60" name="!!LiquidoPleuralD"/>
          <p:cNvSpPr/>
          <p:nvPr/>
        </p:nvSpPr>
        <p:spPr>
          <a:xfrm>
            <a:off x="8604138" y="5282809"/>
            <a:ext cx="952439" cy="802986"/>
          </a:xfrm>
          <a:custGeom>
            <a:avLst/>
            <a:gdLst/>
            <a:ahLst/>
            <a:cxnLst/>
            <a:rect l="0" t="0" r="r" b="b"/>
            <a:pathLst>
              <a:path w="10000" h="9170">
                <a:moveTo>
                  <a:pt x="57" y="3026"/>
                </a:moveTo>
                <a:lnTo>
                  <a:pt x="96" y="3509"/>
                </a:lnTo>
                <a:lnTo>
                  <a:pt x="141" y="3983"/>
                </a:lnTo>
                <a:lnTo>
                  <a:pt x="188" y="4442"/>
                </a:lnTo>
                <a:lnTo>
                  <a:pt x="238" y="4880"/>
                </a:lnTo>
                <a:lnTo>
                  <a:pt x="290" y="5299"/>
                </a:lnTo>
                <a:lnTo>
                  <a:pt x="346" y="5703"/>
                </a:lnTo>
                <a:lnTo>
                  <a:pt x="405" y="6091"/>
                </a:lnTo>
                <a:lnTo>
                  <a:pt x="467" y="6465"/>
                </a:lnTo>
                <a:lnTo>
                  <a:pt x="530" y="6825"/>
                </a:lnTo>
                <a:lnTo>
                  <a:pt x="595" y="7172"/>
                </a:lnTo>
                <a:lnTo>
                  <a:pt x="659" y="7519"/>
                </a:lnTo>
                <a:lnTo>
                  <a:pt x="725" y="7871"/>
                </a:lnTo>
                <a:lnTo>
                  <a:pt x="792" y="8208"/>
                </a:lnTo>
                <a:lnTo>
                  <a:pt x="861" y="8513"/>
                </a:lnTo>
                <a:lnTo>
                  <a:pt x="934" y="8769"/>
                </a:lnTo>
                <a:lnTo>
                  <a:pt x="1011" y="8957"/>
                </a:lnTo>
                <a:lnTo>
                  <a:pt x="1084" y="9079"/>
                </a:lnTo>
                <a:lnTo>
                  <a:pt x="1150" y="9149"/>
                </a:lnTo>
                <a:lnTo>
                  <a:pt x="1220" y="9170"/>
                </a:lnTo>
                <a:lnTo>
                  <a:pt x="1302" y="9143"/>
                </a:lnTo>
                <a:lnTo>
                  <a:pt x="1408" y="9071"/>
                </a:lnTo>
                <a:lnTo>
                  <a:pt x="1547" y="8957"/>
                </a:lnTo>
                <a:lnTo>
                  <a:pt x="1718" y="8780"/>
                </a:lnTo>
                <a:lnTo>
                  <a:pt x="1913" y="8532"/>
                </a:lnTo>
                <a:lnTo>
                  <a:pt x="2131" y="8239"/>
                </a:lnTo>
                <a:lnTo>
                  <a:pt x="2372" y="7928"/>
                </a:lnTo>
                <a:lnTo>
                  <a:pt x="2634" y="7623"/>
                </a:lnTo>
                <a:lnTo>
                  <a:pt x="2916" y="7350"/>
                </a:lnTo>
                <a:lnTo>
                  <a:pt x="3229" y="7095"/>
                </a:lnTo>
                <a:lnTo>
                  <a:pt x="3575" y="6835"/>
                </a:lnTo>
                <a:lnTo>
                  <a:pt x="3943" y="6580"/>
                </a:lnTo>
                <a:lnTo>
                  <a:pt x="4320" y="6345"/>
                </a:lnTo>
                <a:lnTo>
                  <a:pt x="4696" y="6141"/>
                </a:lnTo>
                <a:lnTo>
                  <a:pt x="5059" y="5981"/>
                </a:lnTo>
                <a:lnTo>
                  <a:pt x="5413" y="5866"/>
                </a:lnTo>
                <a:lnTo>
                  <a:pt x="5769" y="5785"/>
                </a:lnTo>
                <a:lnTo>
                  <a:pt x="6123" y="5736"/>
                </a:lnTo>
                <a:lnTo>
                  <a:pt x="6472" y="5715"/>
                </a:lnTo>
                <a:lnTo>
                  <a:pt x="6813" y="5718"/>
                </a:lnTo>
                <a:lnTo>
                  <a:pt x="7142" y="5743"/>
                </a:lnTo>
                <a:lnTo>
                  <a:pt x="7465" y="5799"/>
                </a:lnTo>
                <a:lnTo>
                  <a:pt x="7786" y="5891"/>
                </a:lnTo>
                <a:lnTo>
                  <a:pt x="8098" y="6007"/>
                </a:lnTo>
                <a:lnTo>
                  <a:pt x="8397" y="6138"/>
                </a:lnTo>
                <a:lnTo>
                  <a:pt x="8675" y="6272"/>
                </a:lnTo>
                <a:lnTo>
                  <a:pt x="8928" y="6398"/>
                </a:lnTo>
                <a:lnTo>
                  <a:pt x="9162" y="6568"/>
                </a:lnTo>
                <a:lnTo>
                  <a:pt x="9382" y="6799"/>
                </a:lnTo>
                <a:lnTo>
                  <a:pt x="9583" y="7034"/>
                </a:lnTo>
                <a:lnTo>
                  <a:pt x="9757" y="7214"/>
                </a:lnTo>
                <a:lnTo>
                  <a:pt x="9898" y="7279"/>
                </a:lnTo>
                <a:lnTo>
                  <a:pt x="10000" y="7172"/>
                </a:lnTo>
                <a:lnTo>
                  <a:pt x="10000" y="5456"/>
                </a:lnTo>
                <a:lnTo>
                  <a:pt x="9973" y="5097"/>
                </a:lnTo>
                <a:lnTo>
                  <a:pt x="9921" y="4438"/>
                </a:lnTo>
                <a:lnTo>
                  <a:pt x="9880" y="3839"/>
                </a:lnTo>
                <a:lnTo>
                  <a:pt x="9848" y="3290"/>
                </a:lnTo>
                <a:lnTo>
                  <a:pt x="9836" y="3124"/>
                </a:lnTo>
                <a:lnTo>
                  <a:pt x="9750" y="3123"/>
                </a:lnTo>
                <a:lnTo>
                  <a:pt x="9500" y="3120"/>
                </a:lnTo>
                <a:lnTo>
                  <a:pt x="9250" y="3114"/>
                </a:lnTo>
                <a:lnTo>
                  <a:pt x="9000" y="3105"/>
                </a:lnTo>
                <a:lnTo>
                  <a:pt x="8750" y="3092"/>
                </a:lnTo>
                <a:lnTo>
                  <a:pt x="8500" y="3076"/>
                </a:lnTo>
                <a:lnTo>
                  <a:pt x="8250" y="3057"/>
                </a:lnTo>
                <a:lnTo>
                  <a:pt x="8000" y="3034"/>
                </a:lnTo>
                <a:lnTo>
                  <a:pt x="7749" y="3007"/>
                </a:lnTo>
                <a:lnTo>
                  <a:pt x="7500" y="2976"/>
                </a:lnTo>
                <a:lnTo>
                  <a:pt x="7250" y="2942"/>
                </a:lnTo>
                <a:lnTo>
                  <a:pt x="7000" y="2903"/>
                </a:lnTo>
                <a:lnTo>
                  <a:pt x="6750" y="2861"/>
                </a:lnTo>
                <a:lnTo>
                  <a:pt x="6499" y="2814"/>
                </a:lnTo>
                <a:lnTo>
                  <a:pt x="6250" y="2763"/>
                </a:lnTo>
                <a:lnTo>
                  <a:pt x="6000" y="2708"/>
                </a:lnTo>
                <a:lnTo>
                  <a:pt x="5750" y="2649"/>
                </a:lnTo>
                <a:lnTo>
                  <a:pt x="5500" y="2585"/>
                </a:lnTo>
                <a:lnTo>
                  <a:pt x="5249" y="2517"/>
                </a:lnTo>
                <a:lnTo>
                  <a:pt x="5000" y="2444"/>
                </a:lnTo>
                <a:lnTo>
                  <a:pt x="4750" y="2367"/>
                </a:lnTo>
                <a:lnTo>
                  <a:pt x="4500" y="2286"/>
                </a:lnTo>
                <a:lnTo>
                  <a:pt x="4250" y="2199"/>
                </a:lnTo>
                <a:lnTo>
                  <a:pt x="4000" y="2109"/>
                </a:lnTo>
                <a:lnTo>
                  <a:pt x="3838" y="2047"/>
                </a:lnTo>
                <a:lnTo>
                  <a:pt x="3526" y="2244"/>
                </a:lnTo>
                <a:lnTo>
                  <a:pt x="3518" y="2249"/>
                </a:lnTo>
                <a:lnTo>
                  <a:pt x="3233" y="2443"/>
                </a:lnTo>
                <a:lnTo>
                  <a:pt x="3217" y="2455"/>
                </a:lnTo>
                <a:lnTo>
                  <a:pt x="2961" y="2662"/>
                </a:lnTo>
                <a:lnTo>
                  <a:pt x="2944" y="2677"/>
                </a:lnTo>
                <a:lnTo>
                  <a:pt x="2706" y="2909"/>
                </a:lnTo>
                <a:lnTo>
                  <a:pt x="2697" y="2918"/>
                </a:lnTo>
                <a:lnTo>
                  <a:pt x="2479" y="3155"/>
                </a:lnTo>
                <a:lnTo>
                  <a:pt x="2476" y="3158"/>
                </a:lnTo>
                <a:lnTo>
                  <a:pt x="2279" y="3379"/>
                </a:lnTo>
                <a:lnTo>
                  <a:pt x="2278" y="3380"/>
                </a:lnTo>
                <a:lnTo>
                  <a:pt x="2112" y="3557"/>
                </a:lnTo>
                <a:lnTo>
                  <a:pt x="2108" y="3562"/>
                </a:lnTo>
                <a:lnTo>
                  <a:pt x="1974" y="3678"/>
                </a:lnTo>
                <a:lnTo>
                  <a:pt x="1969" y="3682"/>
                </a:lnTo>
                <a:lnTo>
                  <a:pt x="1929" y="3709"/>
                </a:lnTo>
                <a:lnTo>
                  <a:pt x="1924" y="3712"/>
                </a:lnTo>
                <a:lnTo>
                  <a:pt x="1919" y="3715"/>
                </a:lnTo>
                <a:lnTo>
                  <a:pt x="1913" y="3717"/>
                </a:lnTo>
                <a:lnTo>
                  <a:pt x="1907" y="3718"/>
                </a:lnTo>
                <a:lnTo>
                  <a:pt x="1901" y="3719"/>
                </a:lnTo>
                <a:lnTo>
                  <a:pt x="1895" y="3720"/>
                </a:lnTo>
                <a:lnTo>
                  <a:pt x="1889" y="3719"/>
                </a:lnTo>
                <a:lnTo>
                  <a:pt x="1883" y="3718"/>
                </a:lnTo>
                <a:lnTo>
                  <a:pt x="1877" y="3717"/>
                </a:lnTo>
                <a:lnTo>
                  <a:pt x="1872" y="3715"/>
                </a:lnTo>
                <a:lnTo>
                  <a:pt x="1866" y="3712"/>
                </a:lnTo>
                <a:lnTo>
                  <a:pt x="1861" y="3709"/>
                </a:lnTo>
                <a:lnTo>
                  <a:pt x="1857" y="3705"/>
                </a:lnTo>
                <a:lnTo>
                  <a:pt x="1852" y="3701"/>
                </a:lnTo>
                <a:lnTo>
                  <a:pt x="1848" y="3696"/>
                </a:lnTo>
                <a:lnTo>
                  <a:pt x="1845" y="3691"/>
                </a:lnTo>
                <a:lnTo>
                  <a:pt x="1842" y="3686"/>
                </a:lnTo>
                <a:lnTo>
                  <a:pt x="1808" y="3617"/>
                </a:lnTo>
                <a:lnTo>
                  <a:pt x="1806" y="3610"/>
                </a:lnTo>
                <a:lnTo>
                  <a:pt x="1746" y="3435"/>
                </a:lnTo>
                <a:lnTo>
                  <a:pt x="1745" y="3431"/>
                </a:lnTo>
                <a:lnTo>
                  <a:pt x="1684" y="3207"/>
                </a:lnTo>
                <a:lnTo>
                  <a:pt x="1683" y="3206"/>
                </a:lnTo>
                <a:lnTo>
                  <a:pt x="1623" y="2953"/>
                </a:lnTo>
                <a:lnTo>
                  <a:pt x="1623" y="2952"/>
                </a:lnTo>
                <a:lnTo>
                  <a:pt x="1564" y="2685"/>
                </a:lnTo>
                <a:lnTo>
                  <a:pt x="1505" y="2419"/>
                </a:lnTo>
                <a:lnTo>
                  <a:pt x="1446" y="2155"/>
                </a:lnTo>
                <a:lnTo>
                  <a:pt x="1446" y="2155"/>
                </a:lnTo>
                <a:lnTo>
                  <a:pt x="1389" y="1882"/>
                </a:lnTo>
                <a:lnTo>
                  <a:pt x="1389" y="1881"/>
                </a:lnTo>
                <a:lnTo>
                  <a:pt x="1333" y="1598"/>
                </a:lnTo>
                <a:lnTo>
                  <a:pt x="1333" y="1597"/>
                </a:lnTo>
                <a:lnTo>
                  <a:pt x="1279" y="1303"/>
                </a:lnTo>
                <a:lnTo>
                  <a:pt x="1279" y="1302"/>
                </a:lnTo>
                <a:lnTo>
                  <a:pt x="1228" y="997"/>
                </a:lnTo>
                <a:lnTo>
                  <a:pt x="1228" y="996"/>
                </a:lnTo>
                <a:lnTo>
                  <a:pt x="1193" y="761"/>
                </a:lnTo>
                <a:lnTo>
                  <a:pt x="999" y="646"/>
                </a:lnTo>
                <a:lnTo>
                  <a:pt x="749" y="492"/>
                </a:lnTo>
                <a:lnTo>
                  <a:pt x="500" y="333"/>
                </a:lnTo>
                <a:lnTo>
                  <a:pt x="250" y="169"/>
                </a:lnTo>
                <a:lnTo>
                  <a:pt x="0" y="0"/>
                </a:lnTo>
                <a:lnTo>
                  <a:pt x="0" y="2053"/>
                </a:lnTo>
                <a:lnTo>
                  <a:pt x="24" y="2539"/>
                </a:lnTo>
                <a:lnTo>
                  <a:pt x="57" y="3026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61" name="!!PulmonDerecho"/>
          <p:cNvGrpSpPr/>
          <p:nvPr/>
        </p:nvGrpSpPr>
        <p:grpSpPr>
          <a:xfrm>
            <a:off x="8699206" y="4156256"/>
            <a:ext cx="819376" cy="1447096"/>
            <a:chOff x="8699206" y="4156256"/>
            <a:chExt cx="819376" cy="1447096"/>
          </a:xfrm>
        </p:grpSpPr>
        <p:sp>
          <p:nvSpPr>
            <p:cNvPr id="62" name="Forma 61"/>
            <p:cNvSpPr/>
            <p:nvPr/>
          </p:nvSpPr>
          <p:spPr>
            <a:xfrm>
              <a:off x="8699206" y="4156256"/>
              <a:ext cx="819376" cy="1447096"/>
            </a:xfrm>
            <a:custGeom>
              <a:avLst/>
              <a:gdLst/>
              <a:ahLst/>
              <a:cxnLst/>
              <a:rect l="0" t="0" r="r" b="b"/>
              <a:pathLst>
                <a:path w="5205" h="10000">
                  <a:moveTo>
                    <a:pt x="567" y="9983"/>
                  </a:moveTo>
                  <a:lnTo>
                    <a:pt x="648" y="9913"/>
                  </a:lnTo>
                  <a:lnTo>
                    <a:pt x="748" y="9806"/>
                  </a:lnTo>
                  <a:lnTo>
                    <a:pt x="867" y="9672"/>
                  </a:lnTo>
                  <a:lnTo>
                    <a:pt x="869" y="9670"/>
                  </a:lnTo>
                  <a:lnTo>
                    <a:pt x="1002" y="9526"/>
                  </a:lnTo>
                  <a:lnTo>
                    <a:pt x="1008" y="9520"/>
                  </a:lnTo>
                  <a:lnTo>
                    <a:pt x="1152" y="9379"/>
                  </a:lnTo>
                  <a:lnTo>
                    <a:pt x="1164" y="9368"/>
                  </a:lnTo>
                  <a:lnTo>
                    <a:pt x="1320" y="9242"/>
                  </a:lnTo>
                  <a:lnTo>
                    <a:pt x="1331" y="9234"/>
                  </a:lnTo>
                  <a:lnTo>
                    <a:pt x="1504" y="9116"/>
                  </a:lnTo>
                  <a:lnTo>
                    <a:pt x="1509" y="9112"/>
                  </a:lnTo>
                  <a:lnTo>
                    <a:pt x="1701" y="8992"/>
                  </a:lnTo>
                  <a:lnTo>
                    <a:pt x="1707" y="8988"/>
                  </a:lnTo>
                  <a:lnTo>
                    <a:pt x="1910" y="8870"/>
                  </a:lnTo>
                  <a:lnTo>
                    <a:pt x="1917" y="8866"/>
                  </a:lnTo>
                  <a:lnTo>
                    <a:pt x="2125" y="8758"/>
                  </a:lnTo>
                  <a:lnTo>
                    <a:pt x="2135" y="8753"/>
                  </a:lnTo>
                  <a:lnTo>
                    <a:pt x="2342" y="8659"/>
                  </a:lnTo>
                  <a:lnTo>
                    <a:pt x="2355" y="8653"/>
                  </a:lnTo>
                  <a:lnTo>
                    <a:pt x="2556" y="8579"/>
                  </a:lnTo>
                  <a:lnTo>
                    <a:pt x="2572" y="8574"/>
                  </a:lnTo>
                  <a:lnTo>
                    <a:pt x="2768" y="8520"/>
                  </a:lnTo>
                  <a:lnTo>
                    <a:pt x="2784" y="8517"/>
                  </a:lnTo>
                  <a:lnTo>
                    <a:pt x="2980" y="8479"/>
                  </a:lnTo>
                  <a:lnTo>
                    <a:pt x="2995" y="8477"/>
                  </a:lnTo>
                  <a:lnTo>
                    <a:pt x="3191" y="8454"/>
                  </a:lnTo>
                  <a:lnTo>
                    <a:pt x="3205" y="8453"/>
                  </a:lnTo>
                  <a:lnTo>
                    <a:pt x="3398" y="8443"/>
                  </a:lnTo>
                  <a:lnTo>
                    <a:pt x="3411" y="8443"/>
                  </a:lnTo>
                  <a:lnTo>
                    <a:pt x="3599" y="8445"/>
                  </a:lnTo>
                  <a:lnTo>
                    <a:pt x="3611" y="8445"/>
                  </a:lnTo>
                  <a:lnTo>
                    <a:pt x="3792" y="8457"/>
                  </a:lnTo>
                  <a:lnTo>
                    <a:pt x="3810" y="8458"/>
                  </a:lnTo>
                  <a:lnTo>
                    <a:pt x="3988" y="8484"/>
                  </a:lnTo>
                  <a:lnTo>
                    <a:pt x="4007" y="8488"/>
                  </a:lnTo>
                  <a:lnTo>
                    <a:pt x="4184" y="8530"/>
                  </a:lnTo>
                  <a:lnTo>
                    <a:pt x="4197" y="8534"/>
                  </a:lnTo>
                  <a:lnTo>
                    <a:pt x="4370" y="8588"/>
                  </a:lnTo>
                  <a:lnTo>
                    <a:pt x="4379" y="8591"/>
                  </a:lnTo>
                  <a:lnTo>
                    <a:pt x="4544" y="8651"/>
                  </a:lnTo>
                  <a:lnTo>
                    <a:pt x="4549" y="8654"/>
                  </a:lnTo>
                  <a:lnTo>
                    <a:pt x="4703" y="8716"/>
                  </a:lnTo>
                  <a:lnTo>
                    <a:pt x="4706" y="8717"/>
                  </a:lnTo>
                  <a:lnTo>
                    <a:pt x="4845" y="8775"/>
                  </a:lnTo>
                  <a:lnTo>
                    <a:pt x="4858" y="8781"/>
                  </a:lnTo>
                  <a:lnTo>
                    <a:pt x="4871" y="8788"/>
                  </a:lnTo>
                  <a:lnTo>
                    <a:pt x="5000" y="8866"/>
                  </a:lnTo>
                  <a:lnTo>
                    <a:pt x="5013" y="8875"/>
                  </a:lnTo>
                  <a:lnTo>
                    <a:pt x="5024" y="8885"/>
                  </a:lnTo>
                  <a:lnTo>
                    <a:pt x="5146" y="8992"/>
                  </a:lnTo>
                  <a:lnTo>
                    <a:pt x="5153" y="8998"/>
                  </a:lnTo>
                  <a:lnTo>
                    <a:pt x="5204" y="9048"/>
                  </a:lnTo>
                  <a:lnTo>
                    <a:pt x="5205" y="8898"/>
                  </a:lnTo>
                  <a:lnTo>
                    <a:pt x="5188" y="8624"/>
                  </a:lnTo>
                  <a:lnTo>
                    <a:pt x="5161" y="8320"/>
                  </a:lnTo>
                  <a:lnTo>
                    <a:pt x="5133" y="8016"/>
                  </a:lnTo>
                  <a:lnTo>
                    <a:pt x="5132" y="8014"/>
                  </a:lnTo>
                  <a:lnTo>
                    <a:pt x="5110" y="7737"/>
                  </a:lnTo>
                  <a:lnTo>
                    <a:pt x="5110" y="7736"/>
                  </a:lnTo>
                  <a:lnTo>
                    <a:pt x="5092" y="7482"/>
                  </a:lnTo>
                  <a:lnTo>
                    <a:pt x="5071" y="7231"/>
                  </a:lnTo>
                  <a:lnTo>
                    <a:pt x="5049" y="6979"/>
                  </a:lnTo>
                  <a:lnTo>
                    <a:pt x="5025" y="6728"/>
                  </a:lnTo>
                  <a:lnTo>
                    <a:pt x="5001" y="6476"/>
                  </a:lnTo>
                  <a:lnTo>
                    <a:pt x="5001" y="6476"/>
                  </a:lnTo>
                  <a:lnTo>
                    <a:pt x="4979" y="6224"/>
                  </a:lnTo>
                  <a:lnTo>
                    <a:pt x="4979" y="6223"/>
                  </a:lnTo>
                  <a:lnTo>
                    <a:pt x="4957" y="5970"/>
                  </a:lnTo>
                  <a:lnTo>
                    <a:pt x="4957" y="5970"/>
                  </a:lnTo>
                  <a:lnTo>
                    <a:pt x="4937" y="5718"/>
                  </a:lnTo>
                  <a:lnTo>
                    <a:pt x="4917" y="5465"/>
                  </a:lnTo>
                  <a:lnTo>
                    <a:pt x="4896" y="5214"/>
                  </a:lnTo>
                  <a:lnTo>
                    <a:pt x="4873" y="4962"/>
                  </a:lnTo>
                  <a:lnTo>
                    <a:pt x="4847" y="4711"/>
                  </a:lnTo>
                  <a:lnTo>
                    <a:pt x="4820" y="4459"/>
                  </a:lnTo>
                  <a:lnTo>
                    <a:pt x="4792" y="4207"/>
                  </a:lnTo>
                  <a:lnTo>
                    <a:pt x="4761" y="3955"/>
                  </a:lnTo>
                  <a:lnTo>
                    <a:pt x="4729" y="3704"/>
                  </a:lnTo>
                  <a:lnTo>
                    <a:pt x="4692" y="3454"/>
                  </a:lnTo>
                  <a:lnTo>
                    <a:pt x="4651" y="3205"/>
                  </a:lnTo>
                  <a:lnTo>
                    <a:pt x="4606" y="2953"/>
                  </a:lnTo>
                  <a:lnTo>
                    <a:pt x="4556" y="2697"/>
                  </a:lnTo>
                  <a:lnTo>
                    <a:pt x="4503" y="2442"/>
                  </a:lnTo>
                  <a:lnTo>
                    <a:pt x="4446" y="2192"/>
                  </a:lnTo>
                  <a:lnTo>
                    <a:pt x="4436" y="2154"/>
                  </a:lnTo>
                  <a:lnTo>
                    <a:pt x="4385" y="1957"/>
                  </a:lnTo>
                  <a:lnTo>
                    <a:pt x="4308" y="1693"/>
                  </a:lnTo>
                  <a:lnTo>
                    <a:pt x="4229" y="1442"/>
                  </a:lnTo>
                  <a:lnTo>
                    <a:pt x="4150" y="1215"/>
                  </a:lnTo>
                  <a:lnTo>
                    <a:pt x="4121" y="1137"/>
                  </a:lnTo>
                  <a:lnTo>
                    <a:pt x="4048" y="961"/>
                  </a:lnTo>
                  <a:lnTo>
                    <a:pt x="3976" y="798"/>
                  </a:lnTo>
                  <a:lnTo>
                    <a:pt x="3907" y="653"/>
                  </a:lnTo>
                  <a:lnTo>
                    <a:pt x="3843" y="525"/>
                  </a:lnTo>
                  <a:lnTo>
                    <a:pt x="3783" y="415"/>
                  </a:lnTo>
                  <a:lnTo>
                    <a:pt x="3726" y="322"/>
                  </a:lnTo>
                  <a:lnTo>
                    <a:pt x="3670" y="244"/>
                  </a:lnTo>
                  <a:lnTo>
                    <a:pt x="3613" y="180"/>
                  </a:lnTo>
                  <a:lnTo>
                    <a:pt x="3553" y="125"/>
                  </a:lnTo>
                  <a:lnTo>
                    <a:pt x="3491" y="78"/>
                  </a:lnTo>
                  <a:lnTo>
                    <a:pt x="3433" y="43"/>
                  </a:lnTo>
                  <a:lnTo>
                    <a:pt x="3381" y="20"/>
                  </a:lnTo>
                  <a:lnTo>
                    <a:pt x="3326" y="6"/>
                  </a:lnTo>
                  <a:lnTo>
                    <a:pt x="3260" y="0"/>
                  </a:lnTo>
                  <a:lnTo>
                    <a:pt x="3174" y="3"/>
                  </a:lnTo>
                  <a:lnTo>
                    <a:pt x="3062" y="19"/>
                  </a:lnTo>
                  <a:lnTo>
                    <a:pt x="2927" y="51"/>
                  </a:lnTo>
                  <a:lnTo>
                    <a:pt x="2778" y="95"/>
                  </a:lnTo>
                  <a:lnTo>
                    <a:pt x="2624" y="150"/>
                  </a:lnTo>
                  <a:lnTo>
                    <a:pt x="2473" y="213"/>
                  </a:lnTo>
                  <a:lnTo>
                    <a:pt x="2331" y="283"/>
                  </a:lnTo>
                  <a:lnTo>
                    <a:pt x="2196" y="360"/>
                  </a:lnTo>
                  <a:lnTo>
                    <a:pt x="2062" y="448"/>
                  </a:lnTo>
                  <a:lnTo>
                    <a:pt x="1929" y="545"/>
                  </a:lnTo>
                  <a:lnTo>
                    <a:pt x="1800" y="650"/>
                  </a:lnTo>
                  <a:lnTo>
                    <a:pt x="1674" y="763"/>
                  </a:lnTo>
                  <a:lnTo>
                    <a:pt x="1554" y="883"/>
                  </a:lnTo>
                  <a:lnTo>
                    <a:pt x="1438" y="1010"/>
                  </a:lnTo>
                  <a:lnTo>
                    <a:pt x="1326" y="1145"/>
                  </a:lnTo>
                  <a:lnTo>
                    <a:pt x="1218" y="1289"/>
                  </a:lnTo>
                  <a:lnTo>
                    <a:pt x="1114" y="1440"/>
                  </a:lnTo>
                  <a:lnTo>
                    <a:pt x="1015" y="1597"/>
                  </a:lnTo>
                  <a:lnTo>
                    <a:pt x="919" y="1761"/>
                  </a:lnTo>
                  <a:lnTo>
                    <a:pt x="827" y="1932"/>
                  </a:lnTo>
                  <a:lnTo>
                    <a:pt x="740" y="2110"/>
                  </a:lnTo>
                  <a:lnTo>
                    <a:pt x="656" y="2295"/>
                  </a:lnTo>
                  <a:lnTo>
                    <a:pt x="578" y="2485"/>
                  </a:lnTo>
                  <a:lnTo>
                    <a:pt x="504" y="2680"/>
                  </a:lnTo>
                  <a:lnTo>
                    <a:pt x="437" y="2879"/>
                  </a:lnTo>
                  <a:lnTo>
                    <a:pt x="376" y="3082"/>
                  </a:lnTo>
                  <a:lnTo>
                    <a:pt x="320" y="3292"/>
                  </a:lnTo>
                  <a:lnTo>
                    <a:pt x="270" y="3506"/>
                  </a:lnTo>
                  <a:lnTo>
                    <a:pt x="224" y="3725"/>
                  </a:lnTo>
                  <a:lnTo>
                    <a:pt x="183" y="3946"/>
                  </a:lnTo>
                  <a:lnTo>
                    <a:pt x="146" y="4167"/>
                  </a:lnTo>
                  <a:lnTo>
                    <a:pt x="113" y="4390"/>
                  </a:lnTo>
                  <a:lnTo>
                    <a:pt x="86" y="4615"/>
                  </a:lnTo>
                  <a:lnTo>
                    <a:pt x="63" y="4843"/>
                  </a:lnTo>
                  <a:lnTo>
                    <a:pt x="44" y="5072"/>
                  </a:lnTo>
                  <a:lnTo>
                    <a:pt x="28" y="5301"/>
                  </a:lnTo>
                  <a:lnTo>
                    <a:pt x="16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6" y="6894"/>
                  </a:lnTo>
                  <a:lnTo>
                    <a:pt x="29" y="7117"/>
                  </a:lnTo>
                  <a:lnTo>
                    <a:pt x="47" y="7340"/>
                  </a:lnTo>
                  <a:lnTo>
                    <a:pt x="69" y="7561"/>
                  </a:lnTo>
                  <a:lnTo>
                    <a:pt x="93" y="7779"/>
                  </a:lnTo>
                  <a:lnTo>
                    <a:pt x="119" y="7989"/>
                  </a:lnTo>
                  <a:lnTo>
                    <a:pt x="146" y="8191"/>
                  </a:lnTo>
                  <a:lnTo>
                    <a:pt x="175" y="8382"/>
                  </a:lnTo>
                  <a:lnTo>
                    <a:pt x="205" y="8567"/>
                  </a:lnTo>
                  <a:lnTo>
                    <a:pt x="238" y="8745"/>
                  </a:lnTo>
                  <a:lnTo>
                    <a:pt x="271" y="8916"/>
                  </a:lnTo>
                  <a:lnTo>
                    <a:pt x="306" y="9081"/>
                  </a:lnTo>
                  <a:lnTo>
                    <a:pt x="342" y="9241"/>
                  </a:lnTo>
                  <a:lnTo>
                    <a:pt x="377" y="9402"/>
                  </a:lnTo>
                  <a:lnTo>
                    <a:pt x="413" y="9563"/>
                  </a:lnTo>
                  <a:lnTo>
                    <a:pt x="449" y="9716"/>
                  </a:lnTo>
                  <a:lnTo>
                    <a:pt x="486" y="9851"/>
                  </a:lnTo>
                  <a:lnTo>
                    <a:pt x="522" y="9958"/>
                  </a:lnTo>
                  <a:lnTo>
                    <a:pt x="543" y="10000"/>
                  </a:lnTo>
                  <a:lnTo>
                    <a:pt x="56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8754066" y="4298270"/>
              <a:ext cx="640937" cy="1035938"/>
            </a:xfrm>
            <a:custGeom>
              <a:avLst/>
              <a:gdLst/>
              <a:ahLst/>
              <a:cxnLst/>
              <a:rect l="0" t="0" r="r" b="b"/>
              <a:pathLst>
                <a:path w="2261" h="3975" fill="none">
                  <a:moveTo>
                    <a:pt x="2261" y="1872"/>
                  </a:moveTo>
                  <a:lnTo>
                    <a:pt x="1667" y="1605"/>
                  </a:lnTo>
                  <a:lnTo>
                    <a:pt x="937" y="1146"/>
                  </a:lnTo>
                  <a:lnTo>
                    <a:pt x="527" y="688"/>
                  </a:lnTo>
                </a:path>
                <a:path w="2261" h="3975" fill="none">
                  <a:moveTo>
                    <a:pt x="1667" y="1605"/>
                  </a:moveTo>
                  <a:lnTo>
                    <a:pt x="1394" y="917"/>
                  </a:lnTo>
                  <a:lnTo>
                    <a:pt x="1257" y="152"/>
                  </a:lnTo>
                </a:path>
                <a:path w="2261" h="3975" fill="none">
                  <a:moveTo>
                    <a:pt x="2261" y="1872"/>
                  </a:moveTo>
                  <a:lnTo>
                    <a:pt x="1394" y="1987"/>
                  </a:lnTo>
                  <a:lnTo>
                    <a:pt x="481" y="1987"/>
                  </a:lnTo>
                  <a:lnTo>
                    <a:pt x="25" y="2064"/>
                  </a:lnTo>
                </a:path>
                <a:path w="2261" h="3975" fill="none">
                  <a:moveTo>
                    <a:pt x="1394" y="1987"/>
                  </a:moveTo>
                  <a:lnTo>
                    <a:pt x="755" y="2522"/>
                  </a:lnTo>
                  <a:lnTo>
                    <a:pt x="253" y="2981"/>
                  </a:lnTo>
                </a:path>
                <a:path w="2261" h="3975" fill="none">
                  <a:moveTo>
                    <a:pt x="2261" y="1872"/>
                  </a:moveTo>
                  <a:lnTo>
                    <a:pt x="1667" y="2522"/>
                  </a:lnTo>
                  <a:lnTo>
                    <a:pt x="1120" y="3287"/>
                  </a:lnTo>
                  <a:lnTo>
                    <a:pt x="618" y="3898"/>
                  </a:lnTo>
                </a:path>
                <a:path w="2261" h="3975" fill="none">
                  <a:moveTo>
                    <a:pt x="1667" y="2522"/>
                  </a:moveTo>
                  <a:lnTo>
                    <a:pt x="1941" y="3287"/>
                  </a:lnTo>
                  <a:lnTo>
                    <a:pt x="1667" y="3975"/>
                  </a:lnTo>
                </a:path>
                <a:path w="2261" h="3975" fill="none">
                  <a:moveTo>
                    <a:pt x="1120" y="3287"/>
                  </a:moveTo>
                  <a:lnTo>
                    <a:pt x="390" y="3669"/>
                  </a:lnTo>
                  <a:lnTo>
                    <a:pt x="25" y="3898"/>
                  </a:lnTo>
                </a:path>
                <a:path w="2261" h="3975" fill="none">
                  <a:moveTo>
                    <a:pt x="937" y="1146"/>
                  </a:moveTo>
                  <a:lnTo>
                    <a:pt x="299" y="1299"/>
                  </a:lnTo>
                  <a:lnTo>
                    <a:pt x="0" y="1487"/>
                  </a:lnTo>
                </a:path>
                <a:path w="2261" h="3975" fill="none">
                  <a:moveTo>
                    <a:pt x="1394" y="917"/>
                  </a:moveTo>
                  <a:lnTo>
                    <a:pt x="846" y="458"/>
                  </a:lnTo>
                </a:path>
                <a:path w="2261" h="3975" fill="none">
                  <a:moveTo>
                    <a:pt x="755" y="2522"/>
                  </a:moveTo>
                  <a:lnTo>
                    <a:pt x="846" y="3057"/>
                  </a:lnTo>
                  <a:lnTo>
                    <a:pt x="572" y="3592"/>
                  </a:lnTo>
                </a:path>
                <a:path w="2261" h="3975" fill="none">
                  <a:moveTo>
                    <a:pt x="2261" y="1872"/>
                  </a:moveTo>
                  <a:lnTo>
                    <a:pt x="2124" y="1299"/>
                  </a:lnTo>
                  <a:lnTo>
                    <a:pt x="1850" y="688"/>
                  </a:lnTo>
                  <a:lnTo>
                    <a:pt x="1667" y="0"/>
                  </a:lnTo>
                </a:path>
                <a:path w="2261" h="3975" fill="none">
                  <a:moveTo>
                    <a:pt x="481" y="1987"/>
                  </a:moveTo>
                  <a:lnTo>
                    <a:pt x="207" y="244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719154" y="4786356"/>
              <a:ext cx="688782" cy="606386"/>
            </a:xfrm>
            <a:custGeom>
              <a:avLst/>
              <a:gdLst/>
              <a:ahLst/>
              <a:cxnLst/>
              <a:rect l="0" t="0" r="r" b="b"/>
              <a:pathLst>
                <a:path w="2429" h="2326" fill="none">
                  <a:moveTo>
                    <a:pt x="0" y="126"/>
                  </a:moveTo>
                  <a:lnTo>
                    <a:pt x="171" y="140"/>
                  </a:lnTo>
                  <a:lnTo>
                    <a:pt x="384" y="157"/>
                  </a:lnTo>
                  <a:lnTo>
                    <a:pt x="599" y="170"/>
                  </a:lnTo>
                  <a:lnTo>
                    <a:pt x="787" y="175"/>
                  </a:lnTo>
                  <a:lnTo>
                    <a:pt x="943" y="172"/>
                  </a:lnTo>
                  <a:lnTo>
                    <a:pt x="1085" y="162"/>
                  </a:lnTo>
                  <a:lnTo>
                    <a:pt x="1221" y="148"/>
                  </a:lnTo>
                  <a:lnTo>
                    <a:pt x="1362" y="132"/>
                  </a:lnTo>
                  <a:lnTo>
                    <a:pt x="1517" y="114"/>
                  </a:lnTo>
                  <a:lnTo>
                    <a:pt x="1702" y="93"/>
                  </a:lnTo>
                  <a:lnTo>
                    <a:pt x="1913" y="67"/>
                  </a:lnTo>
                  <a:lnTo>
                    <a:pt x="2121" y="40"/>
                  </a:lnTo>
                  <a:lnTo>
                    <a:pt x="2302" y="16"/>
                  </a:lnTo>
                  <a:lnTo>
                    <a:pt x="2429" y="0"/>
                  </a:lnTo>
                </a:path>
                <a:path w="2429" h="2326" fill="none">
                  <a:moveTo>
                    <a:pt x="61" y="2326"/>
                  </a:moveTo>
                  <a:lnTo>
                    <a:pt x="169" y="2217"/>
                  </a:lnTo>
                  <a:lnTo>
                    <a:pt x="326" y="2055"/>
                  </a:lnTo>
                  <a:lnTo>
                    <a:pt x="510" y="1867"/>
                  </a:lnTo>
                  <a:lnTo>
                    <a:pt x="701" y="1672"/>
                  </a:lnTo>
                  <a:lnTo>
                    <a:pt x="878" y="1490"/>
                  </a:lnTo>
                  <a:lnTo>
                    <a:pt x="1044" y="1317"/>
                  </a:lnTo>
                  <a:lnTo>
                    <a:pt x="1211" y="1139"/>
                  </a:lnTo>
                  <a:lnTo>
                    <a:pt x="1377" y="964"/>
                  </a:lnTo>
                  <a:lnTo>
                    <a:pt x="1541" y="798"/>
                  </a:lnTo>
                  <a:lnTo>
                    <a:pt x="1699" y="649"/>
                  </a:lnTo>
                  <a:lnTo>
                    <a:pt x="1863" y="514"/>
                  </a:lnTo>
                  <a:lnTo>
                    <a:pt x="2033" y="388"/>
                  </a:lnTo>
                  <a:lnTo>
                    <a:pt x="2194" y="275"/>
                  </a:lnTo>
                  <a:lnTo>
                    <a:pt x="2332" y="182"/>
                  </a:lnTo>
                  <a:lnTo>
                    <a:pt x="2429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D"/>
          <p:cNvSpPr/>
          <p:nvPr/>
        </p:nvSpPr>
        <p:spPr>
          <a:xfrm>
            <a:off x="8699206" y="4156256"/>
            <a:ext cx="819376" cy="1447096"/>
          </a:xfrm>
          <a:custGeom>
            <a:avLst/>
            <a:gdLst/>
            <a:ahLst/>
            <a:cxnLst/>
            <a:rect l="0" t="0" r="r" b="b"/>
            <a:pathLst>
              <a:path w="2890" h="5552" fill="none">
                <a:moveTo>
                  <a:pt x="315" y="5543"/>
                </a:moveTo>
                <a:lnTo>
                  <a:pt x="359" y="5504"/>
                </a:lnTo>
                <a:lnTo>
                  <a:pt x="415" y="5445"/>
                </a:lnTo>
                <a:lnTo>
                  <a:pt x="481" y="5370"/>
                </a:lnTo>
                <a:lnTo>
                  <a:pt x="482" y="5369"/>
                </a:lnTo>
                <a:lnTo>
                  <a:pt x="556" y="5289"/>
                </a:lnTo>
                <a:lnTo>
                  <a:pt x="559" y="5286"/>
                </a:lnTo>
                <a:lnTo>
                  <a:pt x="640" y="5208"/>
                </a:lnTo>
                <a:lnTo>
                  <a:pt x="646" y="5202"/>
                </a:lnTo>
                <a:lnTo>
                  <a:pt x="733" y="5132"/>
                </a:lnTo>
                <a:lnTo>
                  <a:pt x="739" y="5127"/>
                </a:lnTo>
                <a:lnTo>
                  <a:pt x="835" y="5062"/>
                </a:lnTo>
                <a:lnTo>
                  <a:pt x="838" y="5060"/>
                </a:lnTo>
                <a:lnTo>
                  <a:pt x="944" y="4993"/>
                </a:lnTo>
                <a:lnTo>
                  <a:pt x="948" y="4991"/>
                </a:lnTo>
                <a:lnTo>
                  <a:pt x="1060" y="4925"/>
                </a:lnTo>
                <a:lnTo>
                  <a:pt x="1064" y="4923"/>
                </a:lnTo>
                <a:lnTo>
                  <a:pt x="1180" y="4863"/>
                </a:lnTo>
                <a:lnTo>
                  <a:pt x="1185" y="4860"/>
                </a:lnTo>
                <a:lnTo>
                  <a:pt x="1300" y="4808"/>
                </a:lnTo>
                <a:lnTo>
                  <a:pt x="1308" y="4805"/>
                </a:lnTo>
                <a:lnTo>
                  <a:pt x="1419" y="4764"/>
                </a:lnTo>
                <a:lnTo>
                  <a:pt x="1428" y="4761"/>
                </a:lnTo>
                <a:lnTo>
                  <a:pt x="1537" y="4731"/>
                </a:lnTo>
                <a:lnTo>
                  <a:pt x="1546" y="4729"/>
                </a:lnTo>
                <a:lnTo>
                  <a:pt x="1655" y="4708"/>
                </a:lnTo>
                <a:lnTo>
                  <a:pt x="1663" y="4707"/>
                </a:lnTo>
                <a:lnTo>
                  <a:pt x="1772" y="4694"/>
                </a:lnTo>
                <a:lnTo>
                  <a:pt x="1780" y="4694"/>
                </a:lnTo>
                <a:lnTo>
                  <a:pt x="1887" y="4688"/>
                </a:lnTo>
                <a:lnTo>
                  <a:pt x="1894" y="4688"/>
                </a:lnTo>
                <a:lnTo>
                  <a:pt x="1998" y="4689"/>
                </a:lnTo>
                <a:lnTo>
                  <a:pt x="2005" y="4689"/>
                </a:lnTo>
                <a:lnTo>
                  <a:pt x="2106" y="4696"/>
                </a:lnTo>
                <a:lnTo>
                  <a:pt x="2115" y="4697"/>
                </a:lnTo>
                <a:lnTo>
                  <a:pt x="2214" y="4711"/>
                </a:lnTo>
                <a:lnTo>
                  <a:pt x="2225" y="4713"/>
                </a:lnTo>
                <a:lnTo>
                  <a:pt x="2323" y="4737"/>
                </a:lnTo>
                <a:lnTo>
                  <a:pt x="2331" y="4739"/>
                </a:lnTo>
                <a:lnTo>
                  <a:pt x="2426" y="4769"/>
                </a:lnTo>
                <a:lnTo>
                  <a:pt x="2432" y="4770"/>
                </a:lnTo>
                <a:lnTo>
                  <a:pt x="2523" y="4804"/>
                </a:lnTo>
                <a:lnTo>
                  <a:pt x="2526" y="4805"/>
                </a:lnTo>
                <a:lnTo>
                  <a:pt x="2612" y="4839"/>
                </a:lnTo>
                <a:lnTo>
                  <a:pt x="2613" y="4840"/>
                </a:lnTo>
                <a:lnTo>
                  <a:pt x="2691" y="4872"/>
                </a:lnTo>
                <a:lnTo>
                  <a:pt x="2698" y="4876"/>
                </a:lnTo>
                <a:lnTo>
                  <a:pt x="2705" y="4880"/>
                </a:lnTo>
                <a:lnTo>
                  <a:pt x="2776" y="4923"/>
                </a:lnTo>
                <a:lnTo>
                  <a:pt x="2784" y="4928"/>
                </a:lnTo>
                <a:lnTo>
                  <a:pt x="2790" y="4933"/>
                </a:lnTo>
                <a:lnTo>
                  <a:pt x="2858" y="4993"/>
                </a:lnTo>
                <a:lnTo>
                  <a:pt x="2861" y="4996"/>
                </a:lnTo>
                <a:lnTo>
                  <a:pt x="2890" y="5024"/>
                </a:lnTo>
                <a:lnTo>
                  <a:pt x="2890" y="4941"/>
                </a:lnTo>
                <a:lnTo>
                  <a:pt x="2881" y="4789"/>
                </a:lnTo>
                <a:lnTo>
                  <a:pt x="2866" y="4620"/>
                </a:lnTo>
                <a:lnTo>
                  <a:pt x="2850" y="4451"/>
                </a:lnTo>
                <a:lnTo>
                  <a:pt x="2850" y="4450"/>
                </a:lnTo>
                <a:lnTo>
                  <a:pt x="2838" y="4296"/>
                </a:lnTo>
                <a:lnTo>
                  <a:pt x="2838" y="4295"/>
                </a:lnTo>
                <a:lnTo>
                  <a:pt x="2828" y="4155"/>
                </a:lnTo>
                <a:lnTo>
                  <a:pt x="2816" y="4015"/>
                </a:lnTo>
                <a:lnTo>
                  <a:pt x="2803" y="3875"/>
                </a:lnTo>
                <a:lnTo>
                  <a:pt x="2790" y="3736"/>
                </a:lnTo>
                <a:lnTo>
                  <a:pt x="2777" y="3596"/>
                </a:lnTo>
                <a:lnTo>
                  <a:pt x="2777" y="3596"/>
                </a:lnTo>
                <a:lnTo>
                  <a:pt x="2765" y="3456"/>
                </a:lnTo>
                <a:lnTo>
                  <a:pt x="2765" y="3455"/>
                </a:lnTo>
                <a:lnTo>
                  <a:pt x="2753" y="3315"/>
                </a:lnTo>
                <a:lnTo>
                  <a:pt x="2753" y="3315"/>
                </a:lnTo>
                <a:lnTo>
                  <a:pt x="2742" y="3175"/>
                </a:lnTo>
                <a:lnTo>
                  <a:pt x="2730" y="3035"/>
                </a:lnTo>
                <a:lnTo>
                  <a:pt x="2719" y="2895"/>
                </a:lnTo>
                <a:lnTo>
                  <a:pt x="2706" y="2755"/>
                </a:lnTo>
                <a:lnTo>
                  <a:pt x="2692" y="2616"/>
                </a:lnTo>
                <a:lnTo>
                  <a:pt x="2677" y="2476"/>
                </a:lnTo>
                <a:lnTo>
                  <a:pt x="2661" y="2336"/>
                </a:lnTo>
                <a:lnTo>
                  <a:pt x="2644" y="2196"/>
                </a:lnTo>
                <a:lnTo>
                  <a:pt x="2626" y="2056"/>
                </a:lnTo>
                <a:lnTo>
                  <a:pt x="2606" y="1918"/>
                </a:lnTo>
                <a:lnTo>
                  <a:pt x="2583" y="1780"/>
                </a:lnTo>
                <a:lnTo>
                  <a:pt x="2558" y="1640"/>
                </a:lnTo>
                <a:lnTo>
                  <a:pt x="2530" y="1497"/>
                </a:lnTo>
                <a:lnTo>
                  <a:pt x="2500" y="1356"/>
                </a:lnTo>
                <a:lnTo>
                  <a:pt x="2469" y="1217"/>
                </a:lnTo>
                <a:lnTo>
                  <a:pt x="2464" y="1196"/>
                </a:lnTo>
                <a:lnTo>
                  <a:pt x="2435" y="1086"/>
                </a:lnTo>
                <a:lnTo>
                  <a:pt x="2392" y="940"/>
                </a:lnTo>
                <a:lnTo>
                  <a:pt x="2348" y="801"/>
                </a:lnTo>
                <a:lnTo>
                  <a:pt x="2305" y="674"/>
                </a:lnTo>
                <a:lnTo>
                  <a:pt x="2288" y="631"/>
                </a:lnTo>
                <a:lnTo>
                  <a:pt x="2248" y="533"/>
                </a:lnTo>
                <a:lnTo>
                  <a:pt x="2208" y="443"/>
                </a:lnTo>
                <a:lnTo>
                  <a:pt x="2170" y="362"/>
                </a:lnTo>
                <a:lnTo>
                  <a:pt x="2134" y="291"/>
                </a:lnTo>
                <a:lnTo>
                  <a:pt x="2101" y="230"/>
                </a:lnTo>
                <a:lnTo>
                  <a:pt x="2069" y="178"/>
                </a:lnTo>
                <a:lnTo>
                  <a:pt x="2038" y="135"/>
                </a:lnTo>
                <a:lnTo>
                  <a:pt x="2006" y="100"/>
                </a:lnTo>
                <a:lnTo>
                  <a:pt x="1973" y="69"/>
                </a:lnTo>
                <a:lnTo>
                  <a:pt x="1938" y="43"/>
                </a:lnTo>
                <a:lnTo>
                  <a:pt x="1907" y="24"/>
                </a:lnTo>
                <a:lnTo>
                  <a:pt x="1877" y="11"/>
                </a:lnTo>
                <a:lnTo>
                  <a:pt x="1847" y="3"/>
                </a:lnTo>
                <a:lnTo>
                  <a:pt x="1810" y="0"/>
                </a:lnTo>
                <a:lnTo>
                  <a:pt x="1763" y="1"/>
                </a:lnTo>
                <a:lnTo>
                  <a:pt x="1701" y="11"/>
                </a:lnTo>
                <a:lnTo>
                  <a:pt x="1625" y="28"/>
                </a:lnTo>
                <a:lnTo>
                  <a:pt x="1543" y="52"/>
                </a:lnTo>
                <a:lnTo>
                  <a:pt x="1457" y="83"/>
                </a:lnTo>
                <a:lnTo>
                  <a:pt x="1373" y="118"/>
                </a:lnTo>
                <a:lnTo>
                  <a:pt x="1294" y="157"/>
                </a:lnTo>
                <a:lnTo>
                  <a:pt x="1220" y="200"/>
                </a:lnTo>
                <a:lnTo>
                  <a:pt x="1145" y="249"/>
                </a:lnTo>
                <a:lnTo>
                  <a:pt x="1071" y="302"/>
                </a:lnTo>
                <a:lnTo>
                  <a:pt x="999" y="361"/>
                </a:lnTo>
                <a:lnTo>
                  <a:pt x="929" y="424"/>
                </a:lnTo>
                <a:lnTo>
                  <a:pt x="863" y="490"/>
                </a:lnTo>
                <a:lnTo>
                  <a:pt x="798" y="561"/>
                </a:lnTo>
                <a:lnTo>
                  <a:pt x="736" y="636"/>
                </a:lnTo>
                <a:lnTo>
                  <a:pt x="676" y="715"/>
                </a:lnTo>
                <a:lnTo>
                  <a:pt x="619" y="799"/>
                </a:lnTo>
                <a:lnTo>
                  <a:pt x="563" y="887"/>
                </a:lnTo>
                <a:lnTo>
                  <a:pt x="510" y="978"/>
                </a:lnTo>
                <a:lnTo>
                  <a:pt x="459" y="1072"/>
                </a:lnTo>
                <a:lnTo>
                  <a:pt x="411" y="1171"/>
                </a:lnTo>
                <a:lnTo>
                  <a:pt x="364" y="1274"/>
                </a:lnTo>
                <a:lnTo>
                  <a:pt x="321" y="1380"/>
                </a:lnTo>
                <a:lnTo>
                  <a:pt x="280" y="1488"/>
                </a:lnTo>
                <a:lnTo>
                  <a:pt x="242" y="1598"/>
                </a:lnTo>
                <a:lnTo>
                  <a:pt x="208" y="1711"/>
                </a:lnTo>
                <a:lnTo>
                  <a:pt x="178" y="1828"/>
                </a:lnTo>
                <a:lnTo>
                  <a:pt x="150" y="1947"/>
                </a:lnTo>
                <a:lnTo>
                  <a:pt x="124" y="2068"/>
                </a:lnTo>
                <a:lnTo>
                  <a:pt x="101" y="2191"/>
                </a:lnTo>
                <a:lnTo>
                  <a:pt x="81" y="2314"/>
                </a:lnTo>
                <a:lnTo>
                  <a:pt x="63" y="2437"/>
                </a:lnTo>
                <a:lnTo>
                  <a:pt x="47" y="2563"/>
                </a:lnTo>
                <a:lnTo>
                  <a:pt x="35" y="2689"/>
                </a:lnTo>
                <a:lnTo>
                  <a:pt x="24" y="2816"/>
                </a:lnTo>
                <a:lnTo>
                  <a:pt x="15" y="2944"/>
                </a:lnTo>
                <a:lnTo>
                  <a:pt x="9" y="3070"/>
                </a:lnTo>
                <a:lnTo>
                  <a:pt x="4" y="3197"/>
                </a:lnTo>
                <a:lnTo>
                  <a:pt x="1" y="3324"/>
                </a:lnTo>
                <a:lnTo>
                  <a:pt x="0" y="3452"/>
                </a:lnTo>
                <a:lnTo>
                  <a:pt x="1" y="3578"/>
                </a:lnTo>
                <a:lnTo>
                  <a:pt x="4" y="3704"/>
                </a:lnTo>
                <a:lnTo>
                  <a:pt x="9" y="3828"/>
                </a:lnTo>
                <a:lnTo>
                  <a:pt x="16" y="3951"/>
                </a:lnTo>
                <a:lnTo>
                  <a:pt x="26" y="4075"/>
                </a:lnTo>
                <a:lnTo>
                  <a:pt x="38" y="4198"/>
                </a:lnTo>
                <a:lnTo>
                  <a:pt x="51" y="4319"/>
                </a:lnTo>
                <a:lnTo>
                  <a:pt x="66" y="4436"/>
                </a:lnTo>
                <a:lnTo>
                  <a:pt x="81" y="4548"/>
                </a:lnTo>
                <a:lnTo>
                  <a:pt x="97" y="4654"/>
                </a:lnTo>
                <a:lnTo>
                  <a:pt x="114" y="4757"/>
                </a:lnTo>
                <a:lnTo>
                  <a:pt x="132" y="4856"/>
                </a:lnTo>
                <a:lnTo>
                  <a:pt x="150" y="4951"/>
                </a:lnTo>
                <a:lnTo>
                  <a:pt x="170" y="5042"/>
                </a:lnTo>
                <a:lnTo>
                  <a:pt x="189" y="5131"/>
                </a:lnTo>
                <a:lnTo>
                  <a:pt x="209" y="5220"/>
                </a:lnTo>
                <a:lnTo>
                  <a:pt x="229" y="5310"/>
                </a:lnTo>
                <a:lnTo>
                  <a:pt x="249" y="5395"/>
                </a:lnTo>
                <a:lnTo>
                  <a:pt x="270" y="5470"/>
                </a:lnTo>
                <a:lnTo>
                  <a:pt x="290" y="5529"/>
                </a:lnTo>
                <a:lnTo>
                  <a:pt x="301" y="5552"/>
                </a:lnTo>
                <a:lnTo>
                  <a:pt x="315" y="554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6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7" name="Forma 66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8" name="Forma 67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0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71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2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3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4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5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6" name="Forma 75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Forma 76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8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9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80" name="Forma 79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81" name="Forma 80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03806" y="91440"/>
            <a:ext cx="51232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SALIDA DE COMPONENTES</a:t>
            </a:r>
            <a:endParaRPr lang="es-AR" sz="2400" dirty="0">
              <a:latin typeface="Mali"/>
            </a:endParaRPr>
          </a:p>
        </p:txBody>
      </p:sp>
      <p:sp>
        <p:nvSpPr>
          <p:cNvPr id="4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24602"/>
            <a:ext cx="3335731" cy="360319"/>
            <a:chOff x="3888029" y="2624602"/>
            <a:chExt cx="3335731" cy="360319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5400000" scaled="0"/>
            </a:gradFill>
            <a:ln w="12700" cap="rnd">
              <a:solidFill>
                <a:srgbClr val="45454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58243" y="2624602"/>
              <a:ext cx="1389888" cy="182697"/>
            </a:xfrm>
            <a:custGeom>
              <a:avLst/>
              <a:gdLst/>
              <a:ahLst/>
              <a:cxnLst/>
              <a:rect l="0" t="0" r="r" b="b"/>
              <a:pathLst>
                <a:path w="2000" h="360">
                  <a:moveTo>
                    <a:pt x="520" y="180"/>
                  </a:moveTo>
                  <a:cubicBezTo>
                    <a:pt x="520" y="279"/>
                    <a:pt x="403" y="360"/>
                    <a:pt x="260" y="360"/>
                  </a:cubicBezTo>
                  <a:cubicBezTo>
                    <a:pt x="116" y="360"/>
                    <a:pt x="0" y="279"/>
                    <a:pt x="0" y="180"/>
                  </a:cubicBezTo>
                  <a:cubicBezTo>
                    <a:pt x="0" y="80"/>
                    <a:pt x="116" y="0"/>
                    <a:pt x="260" y="0"/>
                  </a:cubicBezTo>
                  <a:cubicBezTo>
                    <a:pt x="403" y="0"/>
                    <a:pt x="520" y="80"/>
                    <a:pt x="520" y="180"/>
                  </a:cubicBezTo>
                  <a:close/>
                  <a:moveTo>
                    <a:pt x="2000" y="180"/>
                  </a:moveTo>
                  <a:cubicBezTo>
                    <a:pt x="2000" y="273"/>
                    <a:pt x="1892" y="350"/>
                    <a:pt x="1760" y="350"/>
                  </a:cubicBezTo>
                  <a:cubicBezTo>
                    <a:pt x="1627" y="350"/>
                    <a:pt x="1520" y="273"/>
                    <a:pt x="1520" y="180"/>
                  </a:cubicBezTo>
                  <a:cubicBezTo>
                    <a:pt x="1520" y="86"/>
                    <a:pt x="1627" y="10"/>
                    <a:pt x="1760" y="10"/>
                  </a:cubicBezTo>
                  <a:cubicBezTo>
                    <a:pt x="1892" y="10"/>
                    <a:pt x="2000" y="86"/>
                    <a:pt x="2000" y="18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4A235A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2989997"/>
            <a:ext cx="6949440" cy="1149977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5" name="!!Leucocitos"/>
          <p:cNvGrpSpPr/>
          <p:nvPr/>
        </p:nvGrpSpPr>
        <p:grpSpPr>
          <a:xfrm>
            <a:off x="746882" y="3040746"/>
            <a:ext cx="6282294" cy="908411"/>
            <a:chOff x="746882" y="3040746"/>
            <a:chExt cx="6282294" cy="908411"/>
          </a:xfrm>
        </p:grpSpPr>
        <p:sp>
          <p:nvSpPr>
            <p:cNvPr id="36" name="Forma 35"/>
            <p:cNvSpPr/>
            <p:nvPr/>
          </p:nvSpPr>
          <p:spPr>
            <a:xfrm>
              <a:off x="746882" y="3040746"/>
              <a:ext cx="6282294" cy="908411"/>
            </a:xfrm>
            <a:custGeom>
              <a:avLst/>
              <a:gdLst/>
              <a:ahLst/>
              <a:cxnLst/>
              <a:rect l="0" t="0" r="r" b="b"/>
              <a:pathLst>
                <a:path w="9040" h="1790">
                  <a:moveTo>
                    <a:pt x="3040" y="400"/>
                  </a:moveTo>
                  <a:cubicBezTo>
                    <a:pt x="3040" y="460"/>
                    <a:pt x="2990" y="510"/>
                    <a:pt x="2930" y="510"/>
                  </a:cubicBezTo>
                  <a:cubicBezTo>
                    <a:pt x="2869" y="510"/>
                    <a:pt x="2820" y="460"/>
                    <a:pt x="2820" y="400"/>
                  </a:cubicBezTo>
                  <a:cubicBezTo>
                    <a:pt x="2820" y="339"/>
                    <a:pt x="2869" y="290"/>
                    <a:pt x="2930" y="290"/>
                  </a:cubicBezTo>
                  <a:cubicBezTo>
                    <a:pt x="2990" y="290"/>
                    <a:pt x="3040" y="339"/>
                    <a:pt x="3040" y="400"/>
                  </a:cubicBezTo>
                  <a:close/>
                  <a:moveTo>
                    <a:pt x="3770" y="1680"/>
                  </a:moveTo>
                  <a:cubicBezTo>
                    <a:pt x="3770" y="1740"/>
                    <a:pt x="3720" y="1790"/>
                    <a:pt x="3660" y="1790"/>
                  </a:cubicBezTo>
                  <a:cubicBezTo>
                    <a:pt x="3599" y="1790"/>
                    <a:pt x="3550" y="1740"/>
                    <a:pt x="3550" y="1680"/>
                  </a:cubicBezTo>
                  <a:cubicBezTo>
                    <a:pt x="3550" y="1619"/>
                    <a:pt x="3599" y="1570"/>
                    <a:pt x="3660" y="1570"/>
                  </a:cubicBezTo>
                  <a:cubicBezTo>
                    <a:pt x="3720" y="1570"/>
                    <a:pt x="3770" y="1619"/>
                    <a:pt x="3770" y="1680"/>
                  </a:cubicBezTo>
                  <a:close/>
                  <a:moveTo>
                    <a:pt x="220" y="200"/>
                  </a:moveTo>
                  <a:cubicBezTo>
                    <a:pt x="220" y="260"/>
                    <a:pt x="170" y="310"/>
                    <a:pt x="110" y="310"/>
                  </a:cubicBezTo>
                  <a:cubicBezTo>
                    <a:pt x="49" y="310"/>
                    <a:pt x="0" y="260"/>
                    <a:pt x="0" y="200"/>
                  </a:cubicBezTo>
                  <a:cubicBezTo>
                    <a:pt x="0" y="139"/>
                    <a:pt x="49" y="90"/>
                    <a:pt x="110" y="90"/>
                  </a:cubicBezTo>
                  <a:cubicBezTo>
                    <a:pt x="170" y="90"/>
                    <a:pt x="220" y="139"/>
                    <a:pt x="220" y="200"/>
                  </a:cubicBezTo>
                  <a:close/>
                  <a:moveTo>
                    <a:pt x="8130" y="1390"/>
                  </a:moveTo>
                  <a:cubicBezTo>
                    <a:pt x="8130" y="1450"/>
                    <a:pt x="8080" y="1500"/>
                    <a:pt x="8020" y="1500"/>
                  </a:cubicBezTo>
                  <a:cubicBezTo>
                    <a:pt x="7959" y="1500"/>
                    <a:pt x="7910" y="1450"/>
                    <a:pt x="7910" y="1390"/>
                  </a:cubicBezTo>
                  <a:cubicBezTo>
                    <a:pt x="7910" y="1329"/>
                    <a:pt x="7959" y="1280"/>
                    <a:pt x="8020" y="1280"/>
                  </a:cubicBezTo>
                  <a:cubicBezTo>
                    <a:pt x="8080" y="1280"/>
                    <a:pt x="8130" y="1329"/>
                    <a:pt x="8130" y="1390"/>
                  </a:cubicBezTo>
                  <a:close/>
                  <a:moveTo>
                    <a:pt x="690" y="950"/>
                  </a:moveTo>
                  <a:cubicBezTo>
                    <a:pt x="690" y="1010"/>
                    <a:pt x="640" y="1060"/>
                    <a:pt x="580" y="1060"/>
                  </a:cubicBezTo>
                  <a:cubicBezTo>
                    <a:pt x="519" y="1060"/>
                    <a:pt x="470" y="1010"/>
                    <a:pt x="470" y="950"/>
                  </a:cubicBezTo>
                  <a:cubicBezTo>
                    <a:pt x="470" y="889"/>
                    <a:pt x="519" y="840"/>
                    <a:pt x="580" y="840"/>
                  </a:cubicBezTo>
                  <a:cubicBezTo>
                    <a:pt x="640" y="840"/>
                    <a:pt x="690" y="889"/>
                    <a:pt x="690" y="950"/>
                  </a:cubicBezTo>
                  <a:close/>
                  <a:moveTo>
                    <a:pt x="5690" y="160"/>
                  </a:moveTo>
                  <a:cubicBezTo>
                    <a:pt x="5690" y="220"/>
                    <a:pt x="5640" y="270"/>
                    <a:pt x="5580" y="270"/>
                  </a:cubicBezTo>
                  <a:cubicBezTo>
                    <a:pt x="5519" y="270"/>
                    <a:pt x="5470" y="220"/>
                    <a:pt x="5470" y="160"/>
                  </a:cubicBezTo>
                  <a:cubicBezTo>
                    <a:pt x="5470" y="99"/>
                    <a:pt x="5519" y="50"/>
                    <a:pt x="5580" y="50"/>
                  </a:cubicBezTo>
                  <a:cubicBezTo>
                    <a:pt x="5640" y="50"/>
                    <a:pt x="5690" y="99"/>
                    <a:pt x="5690" y="160"/>
                  </a:cubicBezTo>
                  <a:close/>
                  <a:moveTo>
                    <a:pt x="9040" y="1310"/>
                  </a:moveTo>
                  <a:cubicBezTo>
                    <a:pt x="9040" y="1370"/>
                    <a:pt x="8990" y="1420"/>
                    <a:pt x="8930" y="1420"/>
                  </a:cubicBezTo>
                  <a:cubicBezTo>
                    <a:pt x="8869" y="1420"/>
                    <a:pt x="8820" y="1370"/>
                    <a:pt x="8820" y="1310"/>
                  </a:cubicBezTo>
                  <a:cubicBezTo>
                    <a:pt x="8820" y="1249"/>
                    <a:pt x="8869" y="1200"/>
                    <a:pt x="8930" y="1200"/>
                  </a:cubicBezTo>
                  <a:cubicBezTo>
                    <a:pt x="8990" y="1200"/>
                    <a:pt x="9040" y="1249"/>
                    <a:pt x="9040" y="13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  <a:moveTo>
                    <a:pt x="610" y="1130"/>
                  </a:moveTo>
                  <a:cubicBezTo>
                    <a:pt x="610" y="1190"/>
                    <a:pt x="560" y="1240"/>
                    <a:pt x="500" y="1240"/>
                  </a:cubicBezTo>
                  <a:cubicBezTo>
                    <a:pt x="439" y="1240"/>
                    <a:pt x="390" y="1190"/>
                    <a:pt x="390" y="1130"/>
                  </a:cubicBezTo>
                  <a:cubicBezTo>
                    <a:pt x="390" y="1069"/>
                    <a:pt x="439" y="1020"/>
                    <a:pt x="500" y="1020"/>
                  </a:cubicBezTo>
                  <a:cubicBezTo>
                    <a:pt x="560" y="1020"/>
                    <a:pt x="610" y="1069"/>
                    <a:pt x="610" y="1130"/>
                  </a:cubicBezTo>
                  <a:close/>
                  <a:moveTo>
                    <a:pt x="4010" y="190"/>
                  </a:moveTo>
                  <a:cubicBezTo>
                    <a:pt x="4010" y="250"/>
                    <a:pt x="3960" y="300"/>
                    <a:pt x="3900" y="300"/>
                  </a:cubicBezTo>
                  <a:cubicBezTo>
                    <a:pt x="3839" y="300"/>
                    <a:pt x="3790" y="250"/>
                    <a:pt x="3790" y="190"/>
                  </a:cubicBezTo>
                  <a:cubicBezTo>
                    <a:pt x="3790" y="129"/>
                    <a:pt x="3839" y="80"/>
                    <a:pt x="3900" y="80"/>
                  </a:cubicBezTo>
                  <a:cubicBezTo>
                    <a:pt x="3960" y="80"/>
                    <a:pt x="4010" y="129"/>
                    <a:pt x="4010" y="190"/>
                  </a:cubicBezTo>
                  <a:close/>
                  <a:moveTo>
                    <a:pt x="2190" y="250"/>
                  </a:moveTo>
                  <a:cubicBezTo>
                    <a:pt x="2190" y="310"/>
                    <a:pt x="2140" y="360"/>
                    <a:pt x="2080" y="360"/>
                  </a:cubicBezTo>
                  <a:cubicBezTo>
                    <a:pt x="2019" y="360"/>
                    <a:pt x="1970" y="310"/>
                    <a:pt x="1970" y="250"/>
                  </a:cubicBezTo>
                  <a:cubicBezTo>
                    <a:pt x="1970" y="189"/>
                    <a:pt x="2019" y="140"/>
                    <a:pt x="2080" y="140"/>
                  </a:cubicBezTo>
                  <a:cubicBezTo>
                    <a:pt x="2140" y="140"/>
                    <a:pt x="2190" y="189"/>
                    <a:pt x="2190" y="250"/>
                  </a:cubicBezTo>
                  <a:close/>
                  <a:moveTo>
                    <a:pt x="5370" y="1100"/>
                  </a:moveTo>
                  <a:cubicBezTo>
                    <a:pt x="5370" y="1160"/>
                    <a:pt x="5320" y="1210"/>
                    <a:pt x="5260" y="1210"/>
                  </a:cubicBezTo>
                  <a:cubicBezTo>
                    <a:pt x="5199" y="1210"/>
                    <a:pt x="5150" y="1160"/>
                    <a:pt x="5150" y="1100"/>
                  </a:cubicBezTo>
                  <a:cubicBezTo>
                    <a:pt x="5150" y="1039"/>
                    <a:pt x="5199" y="990"/>
                    <a:pt x="5260" y="990"/>
                  </a:cubicBezTo>
                  <a:cubicBezTo>
                    <a:pt x="5320" y="990"/>
                    <a:pt x="5370" y="1039"/>
                    <a:pt x="5370" y="1100"/>
                  </a:cubicBezTo>
                  <a:close/>
                  <a:moveTo>
                    <a:pt x="330" y="1460"/>
                  </a:moveTo>
                  <a:cubicBezTo>
                    <a:pt x="330" y="1520"/>
                    <a:pt x="280" y="1570"/>
                    <a:pt x="220" y="1570"/>
                  </a:cubicBezTo>
                  <a:cubicBezTo>
                    <a:pt x="159" y="1570"/>
                    <a:pt x="110" y="1520"/>
                    <a:pt x="110" y="1460"/>
                  </a:cubicBezTo>
                  <a:cubicBezTo>
                    <a:pt x="110" y="1399"/>
                    <a:pt x="159" y="1350"/>
                    <a:pt x="220" y="1350"/>
                  </a:cubicBezTo>
                  <a:cubicBezTo>
                    <a:pt x="280" y="1350"/>
                    <a:pt x="330" y="1399"/>
                    <a:pt x="330" y="1460"/>
                  </a:cubicBezTo>
                  <a:close/>
                  <a:moveTo>
                    <a:pt x="990" y="590"/>
                  </a:moveTo>
                  <a:cubicBezTo>
                    <a:pt x="990" y="650"/>
                    <a:pt x="940" y="700"/>
                    <a:pt x="880" y="700"/>
                  </a:cubicBezTo>
                  <a:cubicBezTo>
                    <a:pt x="819" y="700"/>
                    <a:pt x="770" y="650"/>
                    <a:pt x="770" y="590"/>
                  </a:cubicBezTo>
                  <a:cubicBezTo>
                    <a:pt x="770" y="529"/>
                    <a:pt x="819" y="480"/>
                    <a:pt x="880" y="480"/>
                  </a:cubicBezTo>
                  <a:cubicBezTo>
                    <a:pt x="940" y="480"/>
                    <a:pt x="990" y="529"/>
                    <a:pt x="990" y="590"/>
                  </a:cubicBezTo>
                  <a:close/>
                  <a:moveTo>
                    <a:pt x="6180" y="1620"/>
                  </a:moveTo>
                  <a:cubicBezTo>
                    <a:pt x="6180" y="1680"/>
                    <a:pt x="6130" y="1730"/>
                    <a:pt x="6070" y="1730"/>
                  </a:cubicBezTo>
                  <a:cubicBezTo>
                    <a:pt x="6009" y="1730"/>
                    <a:pt x="5960" y="1680"/>
                    <a:pt x="5960" y="1620"/>
                  </a:cubicBezTo>
                  <a:cubicBezTo>
                    <a:pt x="5960" y="1559"/>
                    <a:pt x="6009" y="1510"/>
                    <a:pt x="6070" y="1510"/>
                  </a:cubicBezTo>
                  <a:cubicBezTo>
                    <a:pt x="6130" y="1510"/>
                    <a:pt x="6180" y="1559"/>
                    <a:pt x="6180" y="1620"/>
                  </a:cubicBezTo>
                  <a:close/>
                  <a:moveTo>
                    <a:pt x="5690" y="170"/>
                  </a:moveTo>
                  <a:cubicBezTo>
                    <a:pt x="5690" y="230"/>
                    <a:pt x="5640" y="280"/>
                    <a:pt x="5580" y="280"/>
                  </a:cubicBezTo>
                  <a:cubicBezTo>
                    <a:pt x="5519" y="280"/>
                    <a:pt x="5470" y="230"/>
                    <a:pt x="5470" y="170"/>
                  </a:cubicBezTo>
                  <a:cubicBezTo>
                    <a:pt x="5470" y="109"/>
                    <a:pt x="5519" y="60"/>
                    <a:pt x="5580" y="60"/>
                  </a:cubicBezTo>
                  <a:cubicBezTo>
                    <a:pt x="5640" y="60"/>
                    <a:pt x="5690" y="109"/>
                    <a:pt x="5690" y="170"/>
                  </a:cubicBezTo>
                  <a:close/>
                  <a:moveTo>
                    <a:pt x="5630" y="1510"/>
                  </a:moveTo>
                  <a:cubicBezTo>
                    <a:pt x="5630" y="1570"/>
                    <a:pt x="5580" y="1620"/>
                    <a:pt x="5520" y="1620"/>
                  </a:cubicBezTo>
                  <a:cubicBezTo>
                    <a:pt x="5459" y="1620"/>
                    <a:pt x="5410" y="1570"/>
                    <a:pt x="5410" y="1510"/>
                  </a:cubicBezTo>
                  <a:cubicBezTo>
                    <a:pt x="5410" y="1449"/>
                    <a:pt x="5459" y="1400"/>
                    <a:pt x="5520" y="1400"/>
                  </a:cubicBezTo>
                  <a:cubicBezTo>
                    <a:pt x="5580" y="1400"/>
                    <a:pt x="5630" y="1449"/>
                    <a:pt x="5630" y="151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1990" y="130"/>
                  </a:moveTo>
                  <a:cubicBezTo>
                    <a:pt x="1990" y="190"/>
                    <a:pt x="1940" y="240"/>
                    <a:pt x="1880" y="240"/>
                  </a:cubicBezTo>
                  <a:cubicBezTo>
                    <a:pt x="1819" y="240"/>
                    <a:pt x="1770" y="190"/>
                    <a:pt x="1770" y="130"/>
                  </a:cubicBezTo>
                  <a:cubicBezTo>
                    <a:pt x="1770" y="69"/>
                    <a:pt x="1819" y="20"/>
                    <a:pt x="1880" y="20"/>
                  </a:cubicBezTo>
                  <a:cubicBezTo>
                    <a:pt x="1940" y="20"/>
                    <a:pt x="1990" y="69"/>
                    <a:pt x="1990" y="130"/>
                  </a:cubicBezTo>
                  <a:close/>
                  <a:moveTo>
                    <a:pt x="5430" y="360"/>
                  </a:moveTo>
                  <a:cubicBezTo>
                    <a:pt x="5430" y="420"/>
                    <a:pt x="5380" y="470"/>
                    <a:pt x="5320" y="470"/>
                  </a:cubicBezTo>
                  <a:cubicBezTo>
                    <a:pt x="5259" y="470"/>
                    <a:pt x="5210" y="420"/>
                    <a:pt x="5210" y="360"/>
                  </a:cubicBezTo>
                  <a:cubicBezTo>
                    <a:pt x="5210" y="299"/>
                    <a:pt x="5259" y="250"/>
                    <a:pt x="5320" y="250"/>
                  </a:cubicBezTo>
                  <a:cubicBezTo>
                    <a:pt x="5380" y="250"/>
                    <a:pt x="5430" y="299"/>
                    <a:pt x="5430" y="360"/>
                  </a:cubicBezTo>
                  <a:close/>
                  <a:moveTo>
                    <a:pt x="2690" y="1090"/>
                  </a:moveTo>
                  <a:cubicBezTo>
                    <a:pt x="2690" y="1150"/>
                    <a:pt x="2640" y="1200"/>
                    <a:pt x="2580" y="1200"/>
                  </a:cubicBezTo>
                  <a:cubicBezTo>
                    <a:pt x="2519" y="1200"/>
                    <a:pt x="2470" y="1150"/>
                    <a:pt x="2470" y="1090"/>
                  </a:cubicBezTo>
                  <a:cubicBezTo>
                    <a:pt x="2470" y="1029"/>
                    <a:pt x="2519" y="980"/>
                    <a:pt x="2580" y="980"/>
                  </a:cubicBezTo>
                  <a:cubicBezTo>
                    <a:pt x="2640" y="980"/>
                    <a:pt x="2690" y="1029"/>
                    <a:pt x="2690" y="1090"/>
                  </a:cubicBezTo>
                  <a:close/>
                  <a:moveTo>
                    <a:pt x="1200" y="1400"/>
                  </a:moveTo>
                  <a:cubicBezTo>
                    <a:pt x="1200" y="1460"/>
                    <a:pt x="1150" y="1510"/>
                    <a:pt x="1090" y="1510"/>
                  </a:cubicBezTo>
                  <a:cubicBezTo>
                    <a:pt x="1029" y="1510"/>
                    <a:pt x="980" y="1460"/>
                    <a:pt x="980" y="1400"/>
                  </a:cubicBezTo>
                  <a:cubicBezTo>
                    <a:pt x="980" y="1339"/>
                    <a:pt x="1029" y="1290"/>
                    <a:pt x="1090" y="1290"/>
                  </a:cubicBezTo>
                  <a:cubicBezTo>
                    <a:pt x="1150" y="1290"/>
                    <a:pt x="1200" y="1339"/>
                    <a:pt x="1200" y="140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09427" y="3081345"/>
              <a:ext cx="6198900" cy="847512"/>
            </a:xfrm>
            <a:custGeom>
              <a:avLst/>
              <a:gdLst/>
              <a:ahLst/>
              <a:cxnLst/>
              <a:rect l="0" t="0" r="r" b="b"/>
              <a:pathLst>
                <a:path w="8920" h="1670">
                  <a:moveTo>
                    <a:pt x="2920" y="340"/>
                  </a:moveTo>
                  <a:cubicBezTo>
                    <a:pt x="2920" y="367"/>
                    <a:pt x="2897" y="390"/>
                    <a:pt x="2870" y="390"/>
                  </a:cubicBezTo>
                  <a:cubicBezTo>
                    <a:pt x="2842" y="390"/>
                    <a:pt x="2820" y="367"/>
                    <a:pt x="2820" y="340"/>
                  </a:cubicBezTo>
                  <a:cubicBezTo>
                    <a:pt x="2820" y="312"/>
                    <a:pt x="2842" y="290"/>
                    <a:pt x="2870" y="290"/>
                  </a:cubicBezTo>
                  <a:cubicBezTo>
                    <a:pt x="2897" y="290"/>
                    <a:pt x="2920" y="312"/>
                    <a:pt x="2920" y="340"/>
                  </a:cubicBezTo>
                  <a:close/>
                  <a:moveTo>
                    <a:pt x="3650" y="1620"/>
                  </a:moveTo>
                  <a:cubicBezTo>
                    <a:pt x="3650" y="1647"/>
                    <a:pt x="3627" y="1670"/>
                    <a:pt x="3600" y="1670"/>
                  </a:cubicBezTo>
                  <a:cubicBezTo>
                    <a:pt x="3572" y="1670"/>
                    <a:pt x="3550" y="1647"/>
                    <a:pt x="3550" y="1620"/>
                  </a:cubicBezTo>
                  <a:cubicBezTo>
                    <a:pt x="3550" y="1592"/>
                    <a:pt x="3572" y="1570"/>
                    <a:pt x="3600" y="1570"/>
                  </a:cubicBezTo>
                  <a:cubicBezTo>
                    <a:pt x="3627" y="1570"/>
                    <a:pt x="3650" y="1592"/>
                    <a:pt x="3650" y="1620"/>
                  </a:cubicBezTo>
                  <a:close/>
                  <a:moveTo>
                    <a:pt x="100" y="140"/>
                  </a:moveTo>
                  <a:cubicBezTo>
                    <a:pt x="100" y="167"/>
                    <a:pt x="77" y="190"/>
                    <a:pt x="50" y="190"/>
                  </a:cubicBezTo>
                  <a:cubicBezTo>
                    <a:pt x="22" y="190"/>
                    <a:pt x="0" y="167"/>
                    <a:pt x="0" y="140"/>
                  </a:cubicBezTo>
                  <a:cubicBezTo>
                    <a:pt x="0" y="112"/>
                    <a:pt x="22" y="90"/>
                    <a:pt x="50" y="90"/>
                  </a:cubicBezTo>
                  <a:cubicBezTo>
                    <a:pt x="77" y="90"/>
                    <a:pt x="100" y="112"/>
                    <a:pt x="100" y="140"/>
                  </a:cubicBezTo>
                  <a:close/>
                  <a:moveTo>
                    <a:pt x="8010" y="1330"/>
                  </a:moveTo>
                  <a:cubicBezTo>
                    <a:pt x="8010" y="1357"/>
                    <a:pt x="7987" y="1380"/>
                    <a:pt x="7960" y="1380"/>
                  </a:cubicBezTo>
                  <a:cubicBezTo>
                    <a:pt x="7932" y="1380"/>
                    <a:pt x="7910" y="1357"/>
                    <a:pt x="7910" y="1330"/>
                  </a:cubicBezTo>
                  <a:cubicBezTo>
                    <a:pt x="7910" y="1302"/>
                    <a:pt x="7932" y="1280"/>
                    <a:pt x="7960" y="1280"/>
                  </a:cubicBezTo>
                  <a:cubicBezTo>
                    <a:pt x="7987" y="1280"/>
                    <a:pt x="8010" y="1302"/>
                    <a:pt x="8010" y="1330"/>
                  </a:cubicBezTo>
                  <a:close/>
                  <a:moveTo>
                    <a:pt x="570" y="890"/>
                  </a:moveTo>
                  <a:cubicBezTo>
                    <a:pt x="570" y="917"/>
                    <a:pt x="547" y="940"/>
                    <a:pt x="520" y="940"/>
                  </a:cubicBezTo>
                  <a:cubicBezTo>
                    <a:pt x="492" y="940"/>
                    <a:pt x="470" y="917"/>
                    <a:pt x="470" y="890"/>
                  </a:cubicBezTo>
                  <a:cubicBezTo>
                    <a:pt x="470" y="862"/>
                    <a:pt x="492" y="840"/>
                    <a:pt x="520" y="840"/>
                  </a:cubicBezTo>
                  <a:cubicBezTo>
                    <a:pt x="547" y="840"/>
                    <a:pt x="570" y="862"/>
                    <a:pt x="570" y="890"/>
                  </a:cubicBezTo>
                  <a:close/>
                  <a:moveTo>
                    <a:pt x="5570" y="100"/>
                  </a:moveTo>
                  <a:cubicBezTo>
                    <a:pt x="5570" y="127"/>
                    <a:pt x="5547" y="150"/>
                    <a:pt x="5520" y="150"/>
                  </a:cubicBezTo>
                  <a:cubicBezTo>
                    <a:pt x="5492" y="150"/>
                    <a:pt x="5470" y="127"/>
                    <a:pt x="5470" y="100"/>
                  </a:cubicBezTo>
                  <a:cubicBezTo>
                    <a:pt x="5470" y="72"/>
                    <a:pt x="5492" y="50"/>
                    <a:pt x="5520" y="50"/>
                  </a:cubicBezTo>
                  <a:cubicBezTo>
                    <a:pt x="5547" y="50"/>
                    <a:pt x="5570" y="72"/>
                    <a:pt x="5570" y="100"/>
                  </a:cubicBezTo>
                  <a:close/>
                  <a:moveTo>
                    <a:pt x="8920" y="1250"/>
                  </a:moveTo>
                  <a:cubicBezTo>
                    <a:pt x="8920" y="1277"/>
                    <a:pt x="8897" y="1300"/>
                    <a:pt x="8870" y="1300"/>
                  </a:cubicBezTo>
                  <a:cubicBezTo>
                    <a:pt x="8842" y="1300"/>
                    <a:pt x="8820" y="1277"/>
                    <a:pt x="8820" y="1250"/>
                  </a:cubicBezTo>
                  <a:cubicBezTo>
                    <a:pt x="8820" y="1222"/>
                    <a:pt x="8842" y="1200"/>
                    <a:pt x="8870" y="1200"/>
                  </a:cubicBezTo>
                  <a:cubicBezTo>
                    <a:pt x="8897" y="1200"/>
                    <a:pt x="8920" y="1222"/>
                    <a:pt x="8920" y="12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  <a:moveTo>
                    <a:pt x="490" y="1070"/>
                  </a:moveTo>
                  <a:cubicBezTo>
                    <a:pt x="490" y="1097"/>
                    <a:pt x="467" y="1120"/>
                    <a:pt x="440" y="1120"/>
                  </a:cubicBezTo>
                  <a:cubicBezTo>
                    <a:pt x="412" y="1120"/>
                    <a:pt x="390" y="1097"/>
                    <a:pt x="390" y="1070"/>
                  </a:cubicBezTo>
                  <a:cubicBezTo>
                    <a:pt x="390" y="1042"/>
                    <a:pt x="412" y="1020"/>
                    <a:pt x="440" y="1020"/>
                  </a:cubicBezTo>
                  <a:cubicBezTo>
                    <a:pt x="467" y="1020"/>
                    <a:pt x="490" y="1042"/>
                    <a:pt x="490" y="1070"/>
                  </a:cubicBezTo>
                  <a:close/>
                  <a:moveTo>
                    <a:pt x="3890" y="130"/>
                  </a:moveTo>
                  <a:cubicBezTo>
                    <a:pt x="3890" y="157"/>
                    <a:pt x="3867" y="180"/>
                    <a:pt x="3840" y="180"/>
                  </a:cubicBezTo>
                  <a:cubicBezTo>
                    <a:pt x="3812" y="180"/>
                    <a:pt x="3790" y="157"/>
                    <a:pt x="3790" y="130"/>
                  </a:cubicBezTo>
                  <a:cubicBezTo>
                    <a:pt x="3790" y="102"/>
                    <a:pt x="3812" y="80"/>
                    <a:pt x="3840" y="80"/>
                  </a:cubicBezTo>
                  <a:cubicBezTo>
                    <a:pt x="3867" y="80"/>
                    <a:pt x="3890" y="102"/>
                    <a:pt x="3890" y="130"/>
                  </a:cubicBezTo>
                  <a:close/>
                  <a:moveTo>
                    <a:pt x="2070" y="190"/>
                  </a:moveTo>
                  <a:cubicBezTo>
                    <a:pt x="2070" y="217"/>
                    <a:pt x="2047" y="240"/>
                    <a:pt x="2020" y="240"/>
                  </a:cubicBezTo>
                  <a:cubicBezTo>
                    <a:pt x="1992" y="240"/>
                    <a:pt x="1970" y="217"/>
                    <a:pt x="1970" y="190"/>
                  </a:cubicBezTo>
                  <a:cubicBezTo>
                    <a:pt x="1970" y="162"/>
                    <a:pt x="1992" y="140"/>
                    <a:pt x="2020" y="140"/>
                  </a:cubicBezTo>
                  <a:cubicBezTo>
                    <a:pt x="2047" y="140"/>
                    <a:pt x="2070" y="162"/>
                    <a:pt x="2070" y="190"/>
                  </a:cubicBezTo>
                  <a:close/>
                  <a:moveTo>
                    <a:pt x="5250" y="1040"/>
                  </a:moveTo>
                  <a:cubicBezTo>
                    <a:pt x="5250" y="1067"/>
                    <a:pt x="5227" y="1090"/>
                    <a:pt x="5200" y="1090"/>
                  </a:cubicBezTo>
                  <a:cubicBezTo>
                    <a:pt x="5172" y="1090"/>
                    <a:pt x="5150" y="1067"/>
                    <a:pt x="5150" y="1040"/>
                  </a:cubicBezTo>
                  <a:cubicBezTo>
                    <a:pt x="5150" y="1012"/>
                    <a:pt x="5172" y="990"/>
                    <a:pt x="5200" y="990"/>
                  </a:cubicBezTo>
                  <a:cubicBezTo>
                    <a:pt x="5227" y="990"/>
                    <a:pt x="5250" y="1012"/>
                    <a:pt x="5250" y="1040"/>
                  </a:cubicBezTo>
                  <a:close/>
                  <a:moveTo>
                    <a:pt x="210" y="1400"/>
                  </a:moveTo>
                  <a:cubicBezTo>
                    <a:pt x="210" y="1427"/>
                    <a:pt x="187" y="1450"/>
                    <a:pt x="160" y="1450"/>
                  </a:cubicBezTo>
                  <a:cubicBezTo>
                    <a:pt x="132" y="1450"/>
                    <a:pt x="110" y="1427"/>
                    <a:pt x="110" y="1400"/>
                  </a:cubicBezTo>
                  <a:cubicBezTo>
                    <a:pt x="110" y="1372"/>
                    <a:pt x="132" y="1350"/>
                    <a:pt x="160" y="1350"/>
                  </a:cubicBezTo>
                  <a:cubicBezTo>
                    <a:pt x="187" y="1350"/>
                    <a:pt x="210" y="1372"/>
                    <a:pt x="210" y="1400"/>
                  </a:cubicBezTo>
                  <a:close/>
                  <a:moveTo>
                    <a:pt x="870" y="530"/>
                  </a:moveTo>
                  <a:cubicBezTo>
                    <a:pt x="870" y="557"/>
                    <a:pt x="847" y="580"/>
                    <a:pt x="820" y="580"/>
                  </a:cubicBezTo>
                  <a:cubicBezTo>
                    <a:pt x="792" y="580"/>
                    <a:pt x="770" y="557"/>
                    <a:pt x="770" y="530"/>
                  </a:cubicBezTo>
                  <a:cubicBezTo>
                    <a:pt x="770" y="502"/>
                    <a:pt x="792" y="480"/>
                    <a:pt x="820" y="480"/>
                  </a:cubicBezTo>
                  <a:cubicBezTo>
                    <a:pt x="847" y="480"/>
                    <a:pt x="870" y="502"/>
                    <a:pt x="870" y="530"/>
                  </a:cubicBezTo>
                  <a:close/>
                  <a:moveTo>
                    <a:pt x="6060" y="1560"/>
                  </a:moveTo>
                  <a:cubicBezTo>
                    <a:pt x="6060" y="1587"/>
                    <a:pt x="6037" y="1610"/>
                    <a:pt x="6010" y="1610"/>
                  </a:cubicBezTo>
                  <a:cubicBezTo>
                    <a:pt x="5982" y="1610"/>
                    <a:pt x="5960" y="1587"/>
                    <a:pt x="5960" y="1560"/>
                  </a:cubicBezTo>
                  <a:cubicBezTo>
                    <a:pt x="5960" y="1532"/>
                    <a:pt x="5982" y="1510"/>
                    <a:pt x="6010" y="1510"/>
                  </a:cubicBezTo>
                  <a:cubicBezTo>
                    <a:pt x="6037" y="1510"/>
                    <a:pt x="6060" y="1532"/>
                    <a:pt x="6060" y="1560"/>
                  </a:cubicBezTo>
                  <a:close/>
                  <a:moveTo>
                    <a:pt x="5570" y="110"/>
                  </a:moveTo>
                  <a:cubicBezTo>
                    <a:pt x="5570" y="137"/>
                    <a:pt x="5547" y="160"/>
                    <a:pt x="5520" y="160"/>
                  </a:cubicBezTo>
                  <a:cubicBezTo>
                    <a:pt x="5492" y="160"/>
                    <a:pt x="5470" y="137"/>
                    <a:pt x="5470" y="110"/>
                  </a:cubicBezTo>
                  <a:cubicBezTo>
                    <a:pt x="5470" y="82"/>
                    <a:pt x="5492" y="60"/>
                    <a:pt x="5520" y="60"/>
                  </a:cubicBezTo>
                  <a:cubicBezTo>
                    <a:pt x="5547" y="60"/>
                    <a:pt x="5570" y="82"/>
                    <a:pt x="5570" y="110"/>
                  </a:cubicBezTo>
                  <a:close/>
                  <a:moveTo>
                    <a:pt x="5510" y="1450"/>
                  </a:moveTo>
                  <a:cubicBezTo>
                    <a:pt x="5510" y="1477"/>
                    <a:pt x="5487" y="1500"/>
                    <a:pt x="5460" y="1500"/>
                  </a:cubicBezTo>
                  <a:cubicBezTo>
                    <a:pt x="5432" y="1500"/>
                    <a:pt x="5410" y="1477"/>
                    <a:pt x="5410" y="1450"/>
                  </a:cubicBezTo>
                  <a:cubicBezTo>
                    <a:pt x="5410" y="1422"/>
                    <a:pt x="5432" y="1400"/>
                    <a:pt x="5460" y="1400"/>
                  </a:cubicBezTo>
                  <a:cubicBezTo>
                    <a:pt x="5487" y="1400"/>
                    <a:pt x="5510" y="1422"/>
                    <a:pt x="5510" y="145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1870" y="70"/>
                  </a:moveTo>
                  <a:cubicBezTo>
                    <a:pt x="1870" y="97"/>
                    <a:pt x="1847" y="120"/>
                    <a:pt x="1820" y="120"/>
                  </a:cubicBezTo>
                  <a:cubicBezTo>
                    <a:pt x="1792" y="120"/>
                    <a:pt x="1770" y="97"/>
                    <a:pt x="1770" y="70"/>
                  </a:cubicBezTo>
                  <a:cubicBezTo>
                    <a:pt x="1770" y="42"/>
                    <a:pt x="1792" y="20"/>
                    <a:pt x="1820" y="20"/>
                  </a:cubicBezTo>
                  <a:cubicBezTo>
                    <a:pt x="1847" y="20"/>
                    <a:pt x="1870" y="42"/>
                    <a:pt x="1870" y="70"/>
                  </a:cubicBezTo>
                  <a:close/>
                  <a:moveTo>
                    <a:pt x="5310" y="300"/>
                  </a:moveTo>
                  <a:cubicBezTo>
                    <a:pt x="5310" y="327"/>
                    <a:pt x="5287" y="350"/>
                    <a:pt x="5260" y="350"/>
                  </a:cubicBezTo>
                  <a:cubicBezTo>
                    <a:pt x="5232" y="350"/>
                    <a:pt x="5210" y="327"/>
                    <a:pt x="5210" y="300"/>
                  </a:cubicBezTo>
                  <a:cubicBezTo>
                    <a:pt x="5210" y="272"/>
                    <a:pt x="5232" y="250"/>
                    <a:pt x="5260" y="250"/>
                  </a:cubicBezTo>
                  <a:cubicBezTo>
                    <a:pt x="5287" y="250"/>
                    <a:pt x="5310" y="272"/>
                    <a:pt x="5310" y="300"/>
                  </a:cubicBezTo>
                  <a:close/>
                  <a:moveTo>
                    <a:pt x="2570" y="1030"/>
                  </a:moveTo>
                  <a:cubicBezTo>
                    <a:pt x="2570" y="1057"/>
                    <a:pt x="2547" y="1080"/>
                    <a:pt x="2520" y="1080"/>
                  </a:cubicBezTo>
                  <a:cubicBezTo>
                    <a:pt x="2492" y="1080"/>
                    <a:pt x="2470" y="1057"/>
                    <a:pt x="2470" y="1030"/>
                  </a:cubicBezTo>
                  <a:cubicBezTo>
                    <a:pt x="2470" y="1002"/>
                    <a:pt x="2492" y="980"/>
                    <a:pt x="2520" y="980"/>
                  </a:cubicBezTo>
                  <a:cubicBezTo>
                    <a:pt x="2547" y="980"/>
                    <a:pt x="2570" y="1002"/>
                    <a:pt x="2570" y="1030"/>
                  </a:cubicBezTo>
                  <a:close/>
                  <a:moveTo>
                    <a:pt x="1080" y="1340"/>
                  </a:moveTo>
                  <a:cubicBezTo>
                    <a:pt x="1080" y="1367"/>
                    <a:pt x="1057" y="1390"/>
                    <a:pt x="1030" y="1390"/>
                  </a:cubicBezTo>
                  <a:cubicBezTo>
                    <a:pt x="1002" y="1390"/>
                    <a:pt x="980" y="1367"/>
                    <a:pt x="980" y="1340"/>
                  </a:cubicBezTo>
                  <a:cubicBezTo>
                    <a:pt x="980" y="1312"/>
                    <a:pt x="1002" y="1290"/>
                    <a:pt x="1030" y="1290"/>
                  </a:cubicBezTo>
                  <a:cubicBezTo>
                    <a:pt x="1057" y="1290"/>
                    <a:pt x="1080" y="1312"/>
                    <a:pt x="1080" y="134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8" name="!!Proteinas"/>
          <p:cNvSpPr/>
          <p:nvPr/>
        </p:nvSpPr>
        <p:spPr>
          <a:xfrm>
            <a:off x="719084" y="3025521"/>
            <a:ext cx="5781934" cy="1096183"/>
          </a:xfrm>
          <a:custGeom>
            <a:avLst/>
            <a:gdLst/>
            <a:ahLst/>
            <a:cxnLst/>
            <a:rect l="0" t="0" r="r" b="b"/>
            <a:pathLst>
              <a:path w="8320" h="2160">
                <a:moveTo>
                  <a:pt x="920" y="1470"/>
                </a:moveTo>
                <a:cubicBezTo>
                  <a:pt x="920" y="1503"/>
                  <a:pt x="893" y="1530"/>
                  <a:pt x="860" y="1530"/>
                </a:cubicBezTo>
                <a:cubicBezTo>
                  <a:pt x="826" y="1530"/>
                  <a:pt x="800" y="1503"/>
                  <a:pt x="800" y="1470"/>
                </a:cubicBezTo>
                <a:cubicBezTo>
                  <a:pt x="800" y="1436"/>
                  <a:pt x="826" y="1410"/>
                  <a:pt x="860" y="1410"/>
                </a:cubicBezTo>
                <a:cubicBezTo>
                  <a:pt x="893" y="1410"/>
                  <a:pt x="920" y="1436"/>
                  <a:pt x="920" y="1470"/>
                </a:cubicBezTo>
                <a:close/>
                <a:moveTo>
                  <a:pt x="2870" y="1440"/>
                </a:moveTo>
                <a:cubicBezTo>
                  <a:pt x="2870" y="1473"/>
                  <a:pt x="2843" y="1500"/>
                  <a:pt x="2810" y="1500"/>
                </a:cubicBezTo>
                <a:cubicBezTo>
                  <a:pt x="2776" y="1500"/>
                  <a:pt x="2750" y="1473"/>
                  <a:pt x="2750" y="1440"/>
                </a:cubicBezTo>
                <a:cubicBezTo>
                  <a:pt x="2750" y="1406"/>
                  <a:pt x="2776" y="1380"/>
                  <a:pt x="2810" y="1380"/>
                </a:cubicBezTo>
                <a:cubicBezTo>
                  <a:pt x="2843" y="1380"/>
                  <a:pt x="2870" y="1406"/>
                  <a:pt x="2870" y="1440"/>
                </a:cubicBezTo>
                <a:close/>
                <a:moveTo>
                  <a:pt x="8070" y="1750"/>
                </a:moveTo>
                <a:cubicBezTo>
                  <a:pt x="8070" y="1783"/>
                  <a:pt x="8043" y="1810"/>
                  <a:pt x="8010" y="1810"/>
                </a:cubicBezTo>
                <a:cubicBezTo>
                  <a:pt x="7976" y="1810"/>
                  <a:pt x="7950" y="1783"/>
                  <a:pt x="7950" y="1750"/>
                </a:cubicBezTo>
                <a:cubicBezTo>
                  <a:pt x="7950" y="1716"/>
                  <a:pt x="7976" y="1690"/>
                  <a:pt x="8010" y="1690"/>
                </a:cubicBezTo>
                <a:cubicBezTo>
                  <a:pt x="8043" y="1690"/>
                  <a:pt x="8070" y="1716"/>
                  <a:pt x="8070" y="1750"/>
                </a:cubicBezTo>
                <a:close/>
                <a:moveTo>
                  <a:pt x="1570" y="270"/>
                </a:moveTo>
                <a:cubicBezTo>
                  <a:pt x="1570" y="303"/>
                  <a:pt x="1543" y="330"/>
                  <a:pt x="1510" y="330"/>
                </a:cubicBezTo>
                <a:cubicBezTo>
                  <a:pt x="1476" y="330"/>
                  <a:pt x="1450" y="303"/>
                  <a:pt x="1450" y="270"/>
                </a:cubicBezTo>
                <a:cubicBezTo>
                  <a:pt x="1450" y="236"/>
                  <a:pt x="1476" y="210"/>
                  <a:pt x="1510" y="210"/>
                </a:cubicBezTo>
                <a:cubicBezTo>
                  <a:pt x="1543" y="210"/>
                  <a:pt x="1570" y="236"/>
                  <a:pt x="1570" y="270"/>
                </a:cubicBezTo>
                <a:close/>
                <a:moveTo>
                  <a:pt x="5670" y="1470"/>
                </a:moveTo>
                <a:cubicBezTo>
                  <a:pt x="5670" y="1503"/>
                  <a:pt x="5643" y="1530"/>
                  <a:pt x="5610" y="1530"/>
                </a:cubicBezTo>
                <a:cubicBezTo>
                  <a:pt x="5576" y="1530"/>
                  <a:pt x="5550" y="1503"/>
                  <a:pt x="5550" y="1470"/>
                </a:cubicBezTo>
                <a:cubicBezTo>
                  <a:pt x="5550" y="1436"/>
                  <a:pt x="5576" y="1410"/>
                  <a:pt x="5610" y="1410"/>
                </a:cubicBezTo>
                <a:cubicBezTo>
                  <a:pt x="5643" y="1410"/>
                  <a:pt x="5670" y="1436"/>
                  <a:pt x="5670" y="1470"/>
                </a:cubicBezTo>
                <a:close/>
                <a:moveTo>
                  <a:pt x="6260" y="490"/>
                </a:moveTo>
                <a:cubicBezTo>
                  <a:pt x="6260" y="523"/>
                  <a:pt x="6233" y="550"/>
                  <a:pt x="6200" y="550"/>
                </a:cubicBezTo>
                <a:cubicBezTo>
                  <a:pt x="6166" y="550"/>
                  <a:pt x="6140" y="523"/>
                  <a:pt x="6140" y="490"/>
                </a:cubicBezTo>
                <a:cubicBezTo>
                  <a:pt x="6140" y="456"/>
                  <a:pt x="6166" y="430"/>
                  <a:pt x="6200" y="430"/>
                </a:cubicBezTo>
                <a:cubicBezTo>
                  <a:pt x="6233" y="430"/>
                  <a:pt x="6260" y="456"/>
                  <a:pt x="6260" y="490"/>
                </a:cubicBezTo>
                <a:close/>
                <a:moveTo>
                  <a:pt x="3530" y="250"/>
                </a:moveTo>
                <a:cubicBezTo>
                  <a:pt x="3530" y="283"/>
                  <a:pt x="3503" y="310"/>
                  <a:pt x="3470" y="310"/>
                </a:cubicBezTo>
                <a:cubicBezTo>
                  <a:pt x="3436" y="310"/>
                  <a:pt x="3410" y="283"/>
                  <a:pt x="3410" y="250"/>
                </a:cubicBezTo>
                <a:cubicBezTo>
                  <a:pt x="3410" y="216"/>
                  <a:pt x="3436" y="190"/>
                  <a:pt x="3470" y="190"/>
                </a:cubicBezTo>
                <a:cubicBezTo>
                  <a:pt x="3503" y="190"/>
                  <a:pt x="3530" y="216"/>
                  <a:pt x="3530" y="250"/>
                </a:cubicBezTo>
                <a:close/>
                <a:moveTo>
                  <a:pt x="5320" y="1830"/>
                </a:moveTo>
                <a:cubicBezTo>
                  <a:pt x="5320" y="1863"/>
                  <a:pt x="5293" y="1890"/>
                  <a:pt x="5260" y="1890"/>
                </a:cubicBezTo>
                <a:cubicBezTo>
                  <a:pt x="5226" y="1890"/>
                  <a:pt x="5200" y="1863"/>
                  <a:pt x="5200" y="1830"/>
                </a:cubicBezTo>
                <a:cubicBezTo>
                  <a:pt x="5200" y="1796"/>
                  <a:pt x="5226" y="1770"/>
                  <a:pt x="5260" y="1770"/>
                </a:cubicBezTo>
                <a:cubicBezTo>
                  <a:pt x="5293" y="1770"/>
                  <a:pt x="5320" y="1796"/>
                  <a:pt x="5320" y="1830"/>
                </a:cubicBezTo>
                <a:close/>
                <a:moveTo>
                  <a:pt x="360" y="1450"/>
                </a:moveTo>
                <a:cubicBezTo>
                  <a:pt x="360" y="1483"/>
                  <a:pt x="333" y="1510"/>
                  <a:pt x="300" y="1510"/>
                </a:cubicBezTo>
                <a:cubicBezTo>
                  <a:pt x="266" y="1510"/>
                  <a:pt x="240" y="1483"/>
                  <a:pt x="240" y="1450"/>
                </a:cubicBezTo>
                <a:cubicBezTo>
                  <a:pt x="240" y="1416"/>
                  <a:pt x="266" y="1390"/>
                  <a:pt x="300" y="1390"/>
                </a:cubicBezTo>
                <a:cubicBezTo>
                  <a:pt x="333" y="1390"/>
                  <a:pt x="360" y="1416"/>
                  <a:pt x="360" y="1450"/>
                </a:cubicBezTo>
                <a:close/>
                <a:moveTo>
                  <a:pt x="330" y="1590"/>
                </a:moveTo>
                <a:cubicBezTo>
                  <a:pt x="330" y="1623"/>
                  <a:pt x="303" y="1650"/>
                  <a:pt x="270" y="1650"/>
                </a:cubicBezTo>
                <a:cubicBezTo>
                  <a:pt x="236" y="1650"/>
                  <a:pt x="210" y="1623"/>
                  <a:pt x="210" y="1590"/>
                </a:cubicBezTo>
                <a:cubicBezTo>
                  <a:pt x="210" y="1556"/>
                  <a:pt x="236" y="1530"/>
                  <a:pt x="270" y="1530"/>
                </a:cubicBezTo>
                <a:cubicBezTo>
                  <a:pt x="303" y="1530"/>
                  <a:pt x="330" y="1556"/>
                  <a:pt x="330" y="1590"/>
                </a:cubicBezTo>
                <a:close/>
                <a:moveTo>
                  <a:pt x="1820" y="1280"/>
                </a:moveTo>
                <a:cubicBezTo>
                  <a:pt x="1820" y="1313"/>
                  <a:pt x="1793" y="1340"/>
                  <a:pt x="1760" y="1340"/>
                </a:cubicBezTo>
                <a:cubicBezTo>
                  <a:pt x="1726" y="1340"/>
                  <a:pt x="1700" y="1313"/>
                  <a:pt x="1700" y="1280"/>
                </a:cubicBezTo>
                <a:cubicBezTo>
                  <a:pt x="1700" y="1246"/>
                  <a:pt x="1726" y="1220"/>
                  <a:pt x="1760" y="1220"/>
                </a:cubicBezTo>
                <a:cubicBezTo>
                  <a:pt x="1793" y="1220"/>
                  <a:pt x="1820" y="1246"/>
                  <a:pt x="1820" y="1280"/>
                </a:cubicBezTo>
                <a:close/>
                <a:moveTo>
                  <a:pt x="6680" y="1370"/>
                </a:moveTo>
                <a:cubicBezTo>
                  <a:pt x="6680" y="1403"/>
                  <a:pt x="6653" y="1430"/>
                  <a:pt x="6620" y="1430"/>
                </a:cubicBezTo>
                <a:cubicBezTo>
                  <a:pt x="6586" y="1430"/>
                  <a:pt x="6560" y="1403"/>
                  <a:pt x="6560" y="1370"/>
                </a:cubicBezTo>
                <a:cubicBezTo>
                  <a:pt x="6560" y="1336"/>
                  <a:pt x="6586" y="1310"/>
                  <a:pt x="6620" y="1310"/>
                </a:cubicBezTo>
                <a:cubicBezTo>
                  <a:pt x="6653" y="1310"/>
                  <a:pt x="6680" y="1336"/>
                  <a:pt x="6680" y="1370"/>
                </a:cubicBezTo>
                <a:close/>
                <a:moveTo>
                  <a:pt x="4090" y="1990"/>
                </a:moveTo>
                <a:cubicBezTo>
                  <a:pt x="4090" y="2023"/>
                  <a:pt x="4063" y="2050"/>
                  <a:pt x="4030" y="2050"/>
                </a:cubicBezTo>
                <a:cubicBezTo>
                  <a:pt x="3996" y="2050"/>
                  <a:pt x="3970" y="2023"/>
                  <a:pt x="3970" y="1990"/>
                </a:cubicBezTo>
                <a:cubicBezTo>
                  <a:pt x="3970" y="1956"/>
                  <a:pt x="3996" y="1930"/>
                  <a:pt x="4030" y="1930"/>
                </a:cubicBezTo>
                <a:cubicBezTo>
                  <a:pt x="4063" y="1930"/>
                  <a:pt x="4090" y="1956"/>
                  <a:pt x="4090" y="1990"/>
                </a:cubicBezTo>
                <a:close/>
                <a:moveTo>
                  <a:pt x="2930" y="1200"/>
                </a:moveTo>
                <a:cubicBezTo>
                  <a:pt x="2930" y="1233"/>
                  <a:pt x="2903" y="1260"/>
                  <a:pt x="2870" y="1260"/>
                </a:cubicBezTo>
                <a:cubicBezTo>
                  <a:pt x="2836" y="1260"/>
                  <a:pt x="2810" y="1233"/>
                  <a:pt x="2810" y="1200"/>
                </a:cubicBezTo>
                <a:cubicBezTo>
                  <a:pt x="2810" y="1166"/>
                  <a:pt x="2836" y="1140"/>
                  <a:pt x="2870" y="1140"/>
                </a:cubicBezTo>
                <a:cubicBezTo>
                  <a:pt x="2903" y="1140"/>
                  <a:pt x="2930" y="1166"/>
                  <a:pt x="2930" y="1200"/>
                </a:cubicBezTo>
                <a:close/>
                <a:moveTo>
                  <a:pt x="5710" y="1170"/>
                </a:moveTo>
                <a:cubicBezTo>
                  <a:pt x="5710" y="1203"/>
                  <a:pt x="5683" y="1230"/>
                  <a:pt x="5650" y="1230"/>
                </a:cubicBezTo>
                <a:cubicBezTo>
                  <a:pt x="5616" y="1230"/>
                  <a:pt x="5590" y="1203"/>
                  <a:pt x="5590" y="1170"/>
                </a:cubicBezTo>
                <a:cubicBezTo>
                  <a:pt x="5590" y="1136"/>
                  <a:pt x="5616" y="1110"/>
                  <a:pt x="5650" y="1110"/>
                </a:cubicBezTo>
                <a:cubicBezTo>
                  <a:pt x="5683" y="1110"/>
                  <a:pt x="5710" y="1136"/>
                  <a:pt x="5710" y="1170"/>
                </a:cubicBezTo>
                <a:close/>
                <a:moveTo>
                  <a:pt x="3420" y="770"/>
                </a:moveTo>
                <a:cubicBezTo>
                  <a:pt x="3420" y="803"/>
                  <a:pt x="3393" y="830"/>
                  <a:pt x="3360" y="830"/>
                </a:cubicBezTo>
                <a:cubicBezTo>
                  <a:pt x="3326" y="830"/>
                  <a:pt x="3300" y="803"/>
                  <a:pt x="3300" y="770"/>
                </a:cubicBezTo>
                <a:cubicBezTo>
                  <a:pt x="3300" y="736"/>
                  <a:pt x="3326" y="710"/>
                  <a:pt x="3360" y="710"/>
                </a:cubicBezTo>
                <a:cubicBezTo>
                  <a:pt x="3393" y="710"/>
                  <a:pt x="3420" y="736"/>
                  <a:pt x="3420" y="770"/>
                </a:cubicBezTo>
                <a:close/>
                <a:moveTo>
                  <a:pt x="2260" y="2040"/>
                </a:moveTo>
                <a:cubicBezTo>
                  <a:pt x="2260" y="2073"/>
                  <a:pt x="2233" y="2100"/>
                  <a:pt x="2200" y="2100"/>
                </a:cubicBezTo>
                <a:cubicBezTo>
                  <a:pt x="2166" y="2100"/>
                  <a:pt x="2140" y="2073"/>
                  <a:pt x="2140" y="2040"/>
                </a:cubicBezTo>
                <a:cubicBezTo>
                  <a:pt x="2140" y="2006"/>
                  <a:pt x="2166" y="1980"/>
                  <a:pt x="2200" y="1980"/>
                </a:cubicBezTo>
                <a:cubicBezTo>
                  <a:pt x="2233" y="1980"/>
                  <a:pt x="2260" y="2006"/>
                  <a:pt x="2260" y="2040"/>
                </a:cubicBezTo>
                <a:close/>
                <a:moveTo>
                  <a:pt x="1560" y="1790"/>
                </a:moveTo>
                <a:cubicBezTo>
                  <a:pt x="1560" y="1823"/>
                  <a:pt x="1533" y="1850"/>
                  <a:pt x="1500" y="1850"/>
                </a:cubicBezTo>
                <a:cubicBezTo>
                  <a:pt x="1466" y="1850"/>
                  <a:pt x="1440" y="1823"/>
                  <a:pt x="1440" y="1790"/>
                </a:cubicBezTo>
                <a:cubicBezTo>
                  <a:pt x="1440" y="1756"/>
                  <a:pt x="1466" y="1730"/>
                  <a:pt x="1500" y="1730"/>
                </a:cubicBezTo>
                <a:cubicBezTo>
                  <a:pt x="1533" y="1730"/>
                  <a:pt x="1560" y="1756"/>
                  <a:pt x="1560" y="1790"/>
                </a:cubicBezTo>
                <a:close/>
                <a:moveTo>
                  <a:pt x="7700" y="630"/>
                </a:moveTo>
                <a:cubicBezTo>
                  <a:pt x="7700" y="663"/>
                  <a:pt x="7673" y="690"/>
                  <a:pt x="7640" y="690"/>
                </a:cubicBezTo>
                <a:cubicBezTo>
                  <a:pt x="7606" y="690"/>
                  <a:pt x="7580" y="663"/>
                  <a:pt x="7580" y="630"/>
                </a:cubicBezTo>
                <a:cubicBezTo>
                  <a:pt x="7580" y="596"/>
                  <a:pt x="7606" y="570"/>
                  <a:pt x="7640" y="570"/>
                </a:cubicBezTo>
                <a:cubicBezTo>
                  <a:pt x="7673" y="570"/>
                  <a:pt x="7700" y="596"/>
                  <a:pt x="7700" y="630"/>
                </a:cubicBezTo>
                <a:close/>
                <a:moveTo>
                  <a:pt x="550" y="1480"/>
                </a:moveTo>
                <a:cubicBezTo>
                  <a:pt x="550" y="1513"/>
                  <a:pt x="523" y="1540"/>
                  <a:pt x="490" y="1540"/>
                </a:cubicBezTo>
                <a:cubicBezTo>
                  <a:pt x="456" y="1540"/>
                  <a:pt x="430" y="1513"/>
                  <a:pt x="430" y="1480"/>
                </a:cubicBezTo>
                <a:cubicBezTo>
                  <a:pt x="430" y="1446"/>
                  <a:pt x="456" y="1420"/>
                  <a:pt x="490" y="1420"/>
                </a:cubicBezTo>
                <a:cubicBezTo>
                  <a:pt x="523" y="1420"/>
                  <a:pt x="550" y="1446"/>
                  <a:pt x="550" y="1480"/>
                </a:cubicBezTo>
                <a:close/>
                <a:moveTo>
                  <a:pt x="2790" y="1350"/>
                </a:moveTo>
                <a:cubicBezTo>
                  <a:pt x="2790" y="1383"/>
                  <a:pt x="2763" y="1410"/>
                  <a:pt x="2730" y="1410"/>
                </a:cubicBezTo>
                <a:cubicBezTo>
                  <a:pt x="2696" y="1410"/>
                  <a:pt x="2670" y="1383"/>
                  <a:pt x="2670" y="1350"/>
                </a:cubicBezTo>
                <a:cubicBezTo>
                  <a:pt x="2670" y="1316"/>
                  <a:pt x="2696" y="1290"/>
                  <a:pt x="2730" y="1290"/>
                </a:cubicBezTo>
                <a:cubicBezTo>
                  <a:pt x="2763" y="1290"/>
                  <a:pt x="2790" y="1316"/>
                  <a:pt x="2790" y="1350"/>
                </a:cubicBezTo>
                <a:close/>
                <a:moveTo>
                  <a:pt x="4780" y="880"/>
                </a:moveTo>
                <a:cubicBezTo>
                  <a:pt x="4780" y="913"/>
                  <a:pt x="4753" y="940"/>
                  <a:pt x="4720" y="940"/>
                </a:cubicBezTo>
                <a:cubicBezTo>
                  <a:pt x="4686" y="940"/>
                  <a:pt x="4660" y="913"/>
                  <a:pt x="4660" y="880"/>
                </a:cubicBezTo>
                <a:cubicBezTo>
                  <a:pt x="4660" y="846"/>
                  <a:pt x="4686" y="820"/>
                  <a:pt x="4720" y="820"/>
                </a:cubicBezTo>
                <a:cubicBezTo>
                  <a:pt x="4753" y="820"/>
                  <a:pt x="4780" y="846"/>
                  <a:pt x="4780" y="880"/>
                </a:cubicBezTo>
                <a:close/>
                <a:moveTo>
                  <a:pt x="7180" y="1150"/>
                </a:moveTo>
                <a:cubicBezTo>
                  <a:pt x="7180" y="1183"/>
                  <a:pt x="7153" y="1210"/>
                  <a:pt x="7120" y="1210"/>
                </a:cubicBezTo>
                <a:cubicBezTo>
                  <a:pt x="7086" y="1210"/>
                  <a:pt x="7060" y="1183"/>
                  <a:pt x="7060" y="1150"/>
                </a:cubicBezTo>
                <a:cubicBezTo>
                  <a:pt x="7060" y="1116"/>
                  <a:pt x="7086" y="1090"/>
                  <a:pt x="7120" y="1090"/>
                </a:cubicBezTo>
                <a:cubicBezTo>
                  <a:pt x="7153" y="1090"/>
                  <a:pt x="7180" y="1116"/>
                  <a:pt x="7180" y="1150"/>
                </a:cubicBezTo>
                <a:close/>
                <a:moveTo>
                  <a:pt x="2660" y="1560"/>
                </a:moveTo>
                <a:cubicBezTo>
                  <a:pt x="2660" y="1593"/>
                  <a:pt x="2633" y="1620"/>
                  <a:pt x="2600" y="1620"/>
                </a:cubicBezTo>
                <a:cubicBezTo>
                  <a:pt x="2566" y="1620"/>
                  <a:pt x="2540" y="1593"/>
                  <a:pt x="2540" y="1560"/>
                </a:cubicBezTo>
                <a:cubicBezTo>
                  <a:pt x="2540" y="1526"/>
                  <a:pt x="2566" y="1500"/>
                  <a:pt x="2600" y="1500"/>
                </a:cubicBezTo>
                <a:cubicBezTo>
                  <a:pt x="2633" y="1500"/>
                  <a:pt x="2660" y="1526"/>
                  <a:pt x="2660" y="1560"/>
                </a:cubicBezTo>
                <a:close/>
                <a:moveTo>
                  <a:pt x="460" y="310"/>
                </a:moveTo>
                <a:cubicBezTo>
                  <a:pt x="460" y="343"/>
                  <a:pt x="433" y="370"/>
                  <a:pt x="400" y="370"/>
                </a:cubicBezTo>
                <a:cubicBezTo>
                  <a:pt x="366" y="370"/>
                  <a:pt x="340" y="343"/>
                  <a:pt x="340" y="310"/>
                </a:cubicBezTo>
                <a:cubicBezTo>
                  <a:pt x="340" y="276"/>
                  <a:pt x="366" y="250"/>
                  <a:pt x="400" y="250"/>
                </a:cubicBezTo>
                <a:cubicBezTo>
                  <a:pt x="433" y="250"/>
                  <a:pt x="460" y="276"/>
                  <a:pt x="460" y="310"/>
                </a:cubicBezTo>
                <a:close/>
                <a:moveTo>
                  <a:pt x="4960" y="1080"/>
                </a:moveTo>
                <a:cubicBezTo>
                  <a:pt x="4960" y="1113"/>
                  <a:pt x="4933" y="1140"/>
                  <a:pt x="4900" y="1140"/>
                </a:cubicBezTo>
                <a:cubicBezTo>
                  <a:pt x="4866" y="1140"/>
                  <a:pt x="4840" y="1113"/>
                  <a:pt x="4840" y="1080"/>
                </a:cubicBezTo>
                <a:cubicBezTo>
                  <a:pt x="4840" y="1046"/>
                  <a:pt x="4866" y="1020"/>
                  <a:pt x="4900" y="1020"/>
                </a:cubicBezTo>
                <a:cubicBezTo>
                  <a:pt x="4933" y="1020"/>
                  <a:pt x="4960" y="1046"/>
                  <a:pt x="4960" y="1080"/>
                </a:cubicBezTo>
                <a:close/>
                <a:moveTo>
                  <a:pt x="1400" y="1940"/>
                </a:moveTo>
                <a:cubicBezTo>
                  <a:pt x="1400" y="1973"/>
                  <a:pt x="1373" y="2000"/>
                  <a:pt x="1340" y="2000"/>
                </a:cubicBezTo>
                <a:cubicBezTo>
                  <a:pt x="1306" y="2000"/>
                  <a:pt x="1280" y="1973"/>
                  <a:pt x="1280" y="1940"/>
                </a:cubicBezTo>
                <a:cubicBezTo>
                  <a:pt x="1280" y="1906"/>
                  <a:pt x="1306" y="1880"/>
                  <a:pt x="1340" y="1880"/>
                </a:cubicBezTo>
                <a:cubicBezTo>
                  <a:pt x="1373" y="1880"/>
                  <a:pt x="1400" y="1906"/>
                  <a:pt x="1400" y="1940"/>
                </a:cubicBezTo>
                <a:close/>
                <a:moveTo>
                  <a:pt x="3220" y="390"/>
                </a:moveTo>
                <a:cubicBezTo>
                  <a:pt x="3220" y="423"/>
                  <a:pt x="3193" y="450"/>
                  <a:pt x="3160" y="450"/>
                </a:cubicBezTo>
                <a:cubicBezTo>
                  <a:pt x="3126" y="450"/>
                  <a:pt x="3100" y="423"/>
                  <a:pt x="3100" y="390"/>
                </a:cubicBezTo>
                <a:cubicBezTo>
                  <a:pt x="3100" y="356"/>
                  <a:pt x="3126" y="330"/>
                  <a:pt x="3160" y="330"/>
                </a:cubicBezTo>
                <a:cubicBezTo>
                  <a:pt x="3193" y="330"/>
                  <a:pt x="3220" y="356"/>
                  <a:pt x="3220" y="390"/>
                </a:cubicBezTo>
                <a:close/>
                <a:moveTo>
                  <a:pt x="4720" y="1080"/>
                </a:moveTo>
                <a:cubicBezTo>
                  <a:pt x="4720" y="1113"/>
                  <a:pt x="4693" y="1140"/>
                  <a:pt x="4660" y="1140"/>
                </a:cubicBezTo>
                <a:cubicBezTo>
                  <a:pt x="4626" y="1140"/>
                  <a:pt x="4600" y="1113"/>
                  <a:pt x="4600" y="1080"/>
                </a:cubicBezTo>
                <a:cubicBezTo>
                  <a:pt x="4600" y="1046"/>
                  <a:pt x="4626" y="1020"/>
                  <a:pt x="4660" y="1020"/>
                </a:cubicBezTo>
                <a:cubicBezTo>
                  <a:pt x="4693" y="1020"/>
                  <a:pt x="4720" y="1046"/>
                  <a:pt x="4720" y="1080"/>
                </a:cubicBezTo>
                <a:close/>
                <a:moveTo>
                  <a:pt x="120" y="1720"/>
                </a:moveTo>
                <a:cubicBezTo>
                  <a:pt x="120" y="1753"/>
                  <a:pt x="93" y="1780"/>
                  <a:pt x="60" y="1780"/>
                </a:cubicBezTo>
                <a:cubicBezTo>
                  <a:pt x="26" y="1780"/>
                  <a:pt x="0" y="1753"/>
                  <a:pt x="0" y="1720"/>
                </a:cubicBezTo>
                <a:cubicBezTo>
                  <a:pt x="0" y="1686"/>
                  <a:pt x="26" y="1660"/>
                  <a:pt x="60" y="1660"/>
                </a:cubicBezTo>
                <a:cubicBezTo>
                  <a:pt x="93" y="1660"/>
                  <a:pt x="120" y="1686"/>
                  <a:pt x="120" y="1720"/>
                </a:cubicBezTo>
                <a:close/>
                <a:moveTo>
                  <a:pt x="510" y="1960"/>
                </a:moveTo>
                <a:cubicBezTo>
                  <a:pt x="510" y="1993"/>
                  <a:pt x="483" y="2020"/>
                  <a:pt x="450" y="2020"/>
                </a:cubicBezTo>
                <a:cubicBezTo>
                  <a:pt x="416" y="2020"/>
                  <a:pt x="390" y="1993"/>
                  <a:pt x="390" y="1960"/>
                </a:cubicBezTo>
                <a:cubicBezTo>
                  <a:pt x="390" y="1926"/>
                  <a:pt x="416" y="1900"/>
                  <a:pt x="450" y="1900"/>
                </a:cubicBezTo>
                <a:cubicBezTo>
                  <a:pt x="483" y="1900"/>
                  <a:pt x="510" y="1926"/>
                  <a:pt x="510" y="1960"/>
                </a:cubicBezTo>
                <a:close/>
                <a:moveTo>
                  <a:pt x="5430" y="1470"/>
                </a:moveTo>
                <a:cubicBezTo>
                  <a:pt x="5430" y="1503"/>
                  <a:pt x="5403" y="1530"/>
                  <a:pt x="5370" y="1530"/>
                </a:cubicBezTo>
                <a:cubicBezTo>
                  <a:pt x="5336" y="1530"/>
                  <a:pt x="5310" y="1503"/>
                  <a:pt x="5310" y="1470"/>
                </a:cubicBezTo>
                <a:cubicBezTo>
                  <a:pt x="5310" y="1436"/>
                  <a:pt x="5336" y="1410"/>
                  <a:pt x="5370" y="1410"/>
                </a:cubicBezTo>
                <a:cubicBezTo>
                  <a:pt x="5403" y="1410"/>
                  <a:pt x="5430" y="1436"/>
                  <a:pt x="5430" y="1470"/>
                </a:cubicBezTo>
                <a:close/>
                <a:moveTo>
                  <a:pt x="7800" y="2100"/>
                </a:moveTo>
                <a:cubicBezTo>
                  <a:pt x="7800" y="2133"/>
                  <a:pt x="7773" y="2160"/>
                  <a:pt x="7740" y="2160"/>
                </a:cubicBezTo>
                <a:cubicBezTo>
                  <a:pt x="7706" y="2160"/>
                  <a:pt x="7680" y="2133"/>
                  <a:pt x="7680" y="2100"/>
                </a:cubicBezTo>
                <a:cubicBezTo>
                  <a:pt x="7680" y="2066"/>
                  <a:pt x="7706" y="2040"/>
                  <a:pt x="7740" y="2040"/>
                </a:cubicBezTo>
                <a:cubicBezTo>
                  <a:pt x="7773" y="2040"/>
                  <a:pt x="7800" y="2066"/>
                  <a:pt x="7800" y="2100"/>
                </a:cubicBezTo>
                <a:close/>
                <a:moveTo>
                  <a:pt x="2930" y="880"/>
                </a:moveTo>
                <a:cubicBezTo>
                  <a:pt x="2930" y="913"/>
                  <a:pt x="2903" y="940"/>
                  <a:pt x="2870" y="940"/>
                </a:cubicBezTo>
                <a:cubicBezTo>
                  <a:pt x="2836" y="940"/>
                  <a:pt x="2810" y="913"/>
                  <a:pt x="2810" y="880"/>
                </a:cubicBezTo>
                <a:cubicBezTo>
                  <a:pt x="2810" y="846"/>
                  <a:pt x="2836" y="820"/>
                  <a:pt x="2870" y="820"/>
                </a:cubicBezTo>
                <a:cubicBezTo>
                  <a:pt x="2903" y="820"/>
                  <a:pt x="2930" y="846"/>
                  <a:pt x="2930" y="880"/>
                </a:cubicBezTo>
                <a:close/>
                <a:moveTo>
                  <a:pt x="6830" y="900"/>
                </a:moveTo>
                <a:cubicBezTo>
                  <a:pt x="6830" y="933"/>
                  <a:pt x="6803" y="960"/>
                  <a:pt x="6770" y="960"/>
                </a:cubicBezTo>
                <a:cubicBezTo>
                  <a:pt x="6736" y="960"/>
                  <a:pt x="6710" y="933"/>
                  <a:pt x="6710" y="900"/>
                </a:cubicBezTo>
                <a:cubicBezTo>
                  <a:pt x="6710" y="866"/>
                  <a:pt x="6736" y="840"/>
                  <a:pt x="6770" y="840"/>
                </a:cubicBezTo>
                <a:cubicBezTo>
                  <a:pt x="6803" y="840"/>
                  <a:pt x="6830" y="866"/>
                  <a:pt x="6830" y="900"/>
                </a:cubicBezTo>
                <a:close/>
                <a:moveTo>
                  <a:pt x="5800" y="1280"/>
                </a:moveTo>
                <a:cubicBezTo>
                  <a:pt x="5800" y="1313"/>
                  <a:pt x="5773" y="1340"/>
                  <a:pt x="5740" y="1340"/>
                </a:cubicBezTo>
                <a:cubicBezTo>
                  <a:pt x="5706" y="1340"/>
                  <a:pt x="5680" y="1313"/>
                  <a:pt x="5680" y="1280"/>
                </a:cubicBezTo>
                <a:cubicBezTo>
                  <a:pt x="5680" y="1246"/>
                  <a:pt x="5706" y="1220"/>
                  <a:pt x="5740" y="1220"/>
                </a:cubicBezTo>
                <a:cubicBezTo>
                  <a:pt x="5773" y="1220"/>
                  <a:pt x="5800" y="1246"/>
                  <a:pt x="5800" y="1280"/>
                </a:cubicBezTo>
                <a:close/>
                <a:moveTo>
                  <a:pt x="5650" y="2050"/>
                </a:moveTo>
                <a:cubicBezTo>
                  <a:pt x="5650" y="2083"/>
                  <a:pt x="5623" y="2110"/>
                  <a:pt x="5590" y="2110"/>
                </a:cubicBezTo>
                <a:cubicBezTo>
                  <a:pt x="5556" y="2110"/>
                  <a:pt x="5530" y="2083"/>
                  <a:pt x="5530" y="2050"/>
                </a:cubicBezTo>
                <a:cubicBezTo>
                  <a:pt x="5530" y="2016"/>
                  <a:pt x="5556" y="1990"/>
                  <a:pt x="5590" y="1990"/>
                </a:cubicBezTo>
                <a:cubicBezTo>
                  <a:pt x="5623" y="1990"/>
                  <a:pt x="5650" y="2016"/>
                  <a:pt x="5650" y="2050"/>
                </a:cubicBezTo>
                <a:close/>
                <a:moveTo>
                  <a:pt x="4390" y="180"/>
                </a:moveTo>
                <a:cubicBezTo>
                  <a:pt x="4390" y="213"/>
                  <a:pt x="4363" y="240"/>
                  <a:pt x="4330" y="240"/>
                </a:cubicBezTo>
                <a:cubicBezTo>
                  <a:pt x="4296" y="240"/>
                  <a:pt x="4270" y="213"/>
                  <a:pt x="4270" y="180"/>
                </a:cubicBezTo>
                <a:cubicBezTo>
                  <a:pt x="4270" y="146"/>
                  <a:pt x="4296" y="120"/>
                  <a:pt x="4330" y="120"/>
                </a:cubicBezTo>
                <a:cubicBezTo>
                  <a:pt x="4363" y="120"/>
                  <a:pt x="4390" y="146"/>
                  <a:pt x="4390" y="180"/>
                </a:cubicBezTo>
                <a:close/>
                <a:moveTo>
                  <a:pt x="8320" y="240"/>
                </a:moveTo>
                <a:cubicBezTo>
                  <a:pt x="8320" y="273"/>
                  <a:pt x="8293" y="300"/>
                  <a:pt x="8260" y="300"/>
                </a:cubicBezTo>
                <a:cubicBezTo>
                  <a:pt x="8226" y="300"/>
                  <a:pt x="8200" y="273"/>
                  <a:pt x="8200" y="240"/>
                </a:cubicBezTo>
                <a:cubicBezTo>
                  <a:pt x="8200" y="206"/>
                  <a:pt x="8226" y="180"/>
                  <a:pt x="8260" y="180"/>
                </a:cubicBezTo>
                <a:cubicBezTo>
                  <a:pt x="8293" y="180"/>
                  <a:pt x="8320" y="206"/>
                  <a:pt x="8320" y="240"/>
                </a:cubicBezTo>
                <a:close/>
                <a:moveTo>
                  <a:pt x="2480" y="1220"/>
                </a:moveTo>
                <a:cubicBezTo>
                  <a:pt x="2480" y="1253"/>
                  <a:pt x="2453" y="1280"/>
                  <a:pt x="2420" y="1280"/>
                </a:cubicBezTo>
                <a:cubicBezTo>
                  <a:pt x="2386" y="1280"/>
                  <a:pt x="2360" y="1253"/>
                  <a:pt x="2360" y="1220"/>
                </a:cubicBezTo>
                <a:cubicBezTo>
                  <a:pt x="2360" y="1186"/>
                  <a:pt x="2386" y="1160"/>
                  <a:pt x="2420" y="1160"/>
                </a:cubicBezTo>
                <a:cubicBezTo>
                  <a:pt x="2453" y="1160"/>
                  <a:pt x="2480" y="1186"/>
                  <a:pt x="2480" y="1220"/>
                </a:cubicBezTo>
                <a:close/>
                <a:moveTo>
                  <a:pt x="6850" y="1710"/>
                </a:moveTo>
                <a:cubicBezTo>
                  <a:pt x="6850" y="1743"/>
                  <a:pt x="6823" y="1770"/>
                  <a:pt x="6790" y="1770"/>
                </a:cubicBezTo>
                <a:cubicBezTo>
                  <a:pt x="6756" y="1770"/>
                  <a:pt x="6730" y="1743"/>
                  <a:pt x="6730" y="1710"/>
                </a:cubicBezTo>
                <a:cubicBezTo>
                  <a:pt x="6730" y="1676"/>
                  <a:pt x="6756" y="1650"/>
                  <a:pt x="6790" y="1650"/>
                </a:cubicBezTo>
                <a:cubicBezTo>
                  <a:pt x="6823" y="1650"/>
                  <a:pt x="6850" y="1676"/>
                  <a:pt x="6850" y="1710"/>
                </a:cubicBezTo>
                <a:close/>
                <a:moveTo>
                  <a:pt x="380" y="160"/>
                </a:moveTo>
                <a:cubicBezTo>
                  <a:pt x="380" y="193"/>
                  <a:pt x="353" y="220"/>
                  <a:pt x="320" y="220"/>
                </a:cubicBezTo>
                <a:cubicBezTo>
                  <a:pt x="286" y="220"/>
                  <a:pt x="260" y="193"/>
                  <a:pt x="260" y="160"/>
                </a:cubicBezTo>
                <a:cubicBezTo>
                  <a:pt x="260" y="126"/>
                  <a:pt x="286" y="100"/>
                  <a:pt x="320" y="100"/>
                </a:cubicBezTo>
                <a:cubicBezTo>
                  <a:pt x="353" y="100"/>
                  <a:pt x="380" y="126"/>
                  <a:pt x="380" y="160"/>
                </a:cubicBezTo>
                <a:close/>
                <a:moveTo>
                  <a:pt x="7200" y="1800"/>
                </a:moveTo>
                <a:cubicBezTo>
                  <a:pt x="7200" y="1833"/>
                  <a:pt x="7173" y="1860"/>
                  <a:pt x="7140" y="1860"/>
                </a:cubicBezTo>
                <a:cubicBezTo>
                  <a:pt x="7106" y="1860"/>
                  <a:pt x="7080" y="1833"/>
                  <a:pt x="7080" y="1800"/>
                </a:cubicBezTo>
                <a:cubicBezTo>
                  <a:pt x="7080" y="1766"/>
                  <a:pt x="7106" y="1740"/>
                  <a:pt x="7140" y="1740"/>
                </a:cubicBezTo>
                <a:cubicBezTo>
                  <a:pt x="7173" y="1740"/>
                  <a:pt x="7200" y="1766"/>
                  <a:pt x="7200" y="1800"/>
                </a:cubicBezTo>
                <a:close/>
                <a:moveTo>
                  <a:pt x="2890" y="1660"/>
                </a:moveTo>
                <a:cubicBezTo>
                  <a:pt x="2890" y="1693"/>
                  <a:pt x="2863" y="1720"/>
                  <a:pt x="2830" y="1720"/>
                </a:cubicBezTo>
                <a:cubicBezTo>
                  <a:pt x="2796" y="1720"/>
                  <a:pt x="2770" y="1693"/>
                  <a:pt x="2770" y="1660"/>
                </a:cubicBezTo>
                <a:cubicBezTo>
                  <a:pt x="2770" y="1626"/>
                  <a:pt x="2796" y="1600"/>
                  <a:pt x="2830" y="1600"/>
                </a:cubicBezTo>
                <a:cubicBezTo>
                  <a:pt x="2863" y="1600"/>
                  <a:pt x="2890" y="1626"/>
                  <a:pt x="2890" y="1660"/>
                </a:cubicBezTo>
                <a:close/>
                <a:moveTo>
                  <a:pt x="5630" y="1750"/>
                </a:moveTo>
                <a:cubicBezTo>
                  <a:pt x="5630" y="1783"/>
                  <a:pt x="5603" y="1810"/>
                  <a:pt x="5570" y="1810"/>
                </a:cubicBezTo>
                <a:cubicBezTo>
                  <a:pt x="5536" y="1810"/>
                  <a:pt x="5510" y="1783"/>
                  <a:pt x="5510" y="1750"/>
                </a:cubicBezTo>
                <a:cubicBezTo>
                  <a:pt x="5510" y="1716"/>
                  <a:pt x="5536" y="1690"/>
                  <a:pt x="5570" y="1690"/>
                </a:cubicBezTo>
                <a:cubicBezTo>
                  <a:pt x="5603" y="1690"/>
                  <a:pt x="5630" y="1716"/>
                  <a:pt x="5630" y="1750"/>
                </a:cubicBezTo>
                <a:close/>
                <a:moveTo>
                  <a:pt x="8130" y="1150"/>
                </a:moveTo>
                <a:cubicBezTo>
                  <a:pt x="8130" y="1183"/>
                  <a:pt x="8103" y="1210"/>
                  <a:pt x="8070" y="1210"/>
                </a:cubicBezTo>
                <a:cubicBezTo>
                  <a:pt x="8036" y="1210"/>
                  <a:pt x="8010" y="1183"/>
                  <a:pt x="8010" y="1150"/>
                </a:cubicBezTo>
                <a:cubicBezTo>
                  <a:pt x="8010" y="1116"/>
                  <a:pt x="8036" y="1090"/>
                  <a:pt x="8070" y="1090"/>
                </a:cubicBezTo>
                <a:cubicBezTo>
                  <a:pt x="8103" y="1090"/>
                  <a:pt x="8130" y="1116"/>
                  <a:pt x="8130" y="1150"/>
                </a:cubicBezTo>
                <a:close/>
                <a:moveTo>
                  <a:pt x="2630" y="1840"/>
                </a:moveTo>
                <a:cubicBezTo>
                  <a:pt x="2630" y="1873"/>
                  <a:pt x="2603" y="1900"/>
                  <a:pt x="2570" y="1900"/>
                </a:cubicBezTo>
                <a:cubicBezTo>
                  <a:pt x="2536" y="1900"/>
                  <a:pt x="2510" y="1873"/>
                  <a:pt x="2510" y="1840"/>
                </a:cubicBezTo>
                <a:cubicBezTo>
                  <a:pt x="2510" y="1806"/>
                  <a:pt x="2536" y="1780"/>
                  <a:pt x="2570" y="1780"/>
                </a:cubicBezTo>
                <a:cubicBezTo>
                  <a:pt x="2603" y="1780"/>
                  <a:pt x="2630" y="1806"/>
                  <a:pt x="2630" y="1840"/>
                </a:cubicBezTo>
                <a:close/>
                <a:moveTo>
                  <a:pt x="3670" y="1720"/>
                </a:moveTo>
                <a:cubicBezTo>
                  <a:pt x="3670" y="1753"/>
                  <a:pt x="3643" y="1780"/>
                  <a:pt x="3610" y="1780"/>
                </a:cubicBezTo>
                <a:cubicBezTo>
                  <a:pt x="3576" y="1780"/>
                  <a:pt x="3550" y="1753"/>
                  <a:pt x="3550" y="1720"/>
                </a:cubicBezTo>
                <a:cubicBezTo>
                  <a:pt x="3550" y="1686"/>
                  <a:pt x="3576" y="1660"/>
                  <a:pt x="3610" y="1660"/>
                </a:cubicBezTo>
                <a:cubicBezTo>
                  <a:pt x="3643" y="1660"/>
                  <a:pt x="3670" y="1686"/>
                  <a:pt x="3670" y="1720"/>
                </a:cubicBezTo>
                <a:close/>
                <a:moveTo>
                  <a:pt x="3270" y="60"/>
                </a:moveTo>
                <a:cubicBezTo>
                  <a:pt x="3270" y="93"/>
                  <a:pt x="3243" y="120"/>
                  <a:pt x="3210" y="120"/>
                </a:cubicBezTo>
                <a:cubicBezTo>
                  <a:pt x="3176" y="120"/>
                  <a:pt x="3150" y="93"/>
                  <a:pt x="3150" y="60"/>
                </a:cubicBezTo>
                <a:cubicBezTo>
                  <a:pt x="3150" y="26"/>
                  <a:pt x="3176" y="0"/>
                  <a:pt x="3210" y="0"/>
                </a:cubicBezTo>
                <a:cubicBezTo>
                  <a:pt x="3243" y="0"/>
                  <a:pt x="3270" y="26"/>
                  <a:pt x="3270" y="60"/>
                </a:cubicBezTo>
                <a:close/>
                <a:moveTo>
                  <a:pt x="4440" y="910"/>
                </a:moveTo>
                <a:cubicBezTo>
                  <a:pt x="4440" y="943"/>
                  <a:pt x="4413" y="970"/>
                  <a:pt x="4380" y="970"/>
                </a:cubicBezTo>
                <a:cubicBezTo>
                  <a:pt x="4346" y="970"/>
                  <a:pt x="4320" y="943"/>
                  <a:pt x="4320" y="910"/>
                </a:cubicBezTo>
                <a:cubicBezTo>
                  <a:pt x="4320" y="876"/>
                  <a:pt x="4346" y="850"/>
                  <a:pt x="4380" y="850"/>
                </a:cubicBezTo>
                <a:cubicBezTo>
                  <a:pt x="4413" y="850"/>
                  <a:pt x="4440" y="876"/>
                  <a:pt x="4440" y="91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9" name="!!PleuraVisceral"/>
          <p:cNvGrpSpPr/>
          <p:nvPr/>
        </p:nvGrpSpPr>
        <p:grpSpPr>
          <a:xfrm>
            <a:off x="-142646" y="4134899"/>
            <a:ext cx="7783373" cy="268971"/>
            <a:chOff x="-142646" y="4134899"/>
            <a:chExt cx="7783373" cy="268971"/>
          </a:xfrm>
        </p:grpSpPr>
        <p:sp>
          <p:nvSpPr>
            <p:cNvPr id="40" name="Forma 39"/>
            <p:cNvSpPr/>
            <p:nvPr/>
          </p:nvSpPr>
          <p:spPr>
            <a:xfrm>
              <a:off x="-142646" y="4139973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-80101" y="4134899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1938" y="4160273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3" name="!!CapilarPulmonar"/>
          <p:cNvSpPr/>
          <p:nvPr/>
        </p:nvSpPr>
        <p:spPr>
          <a:xfrm>
            <a:off x="-142646" y="4282071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4" name="!!Alveolos"/>
          <p:cNvGrpSpPr/>
          <p:nvPr/>
        </p:nvGrpSpPr>
        <p:grpSpPr>
          <a:xfrm>
            <a:off x="-142646" y="4444469"/>
            <a:ext cx="7845918" cy="1499131"/>
            <a:chOff x="-142646" y="4444469"/>
            <a:chExt cx="7845918" cy="1499131"/>
          </a:xfrm>
        </p:grpSpPr>
        <p:sp>
          <p:nvSpPr>
            <p:cNvPr id="45" name="Forma 44"/>
            <p:cNvSpPr/>
            <p:nvPr/>
          </p:nvSpPr>
          <p:spPr>
            <a:xfrm>
              <a:off x="-142646" y="4444469"/>
              <a:ext cx="7783373" cy="149913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28382" y="4500293"/>
              <a:ext cx="7574890" cy="954085"/>
            </a:xfrm>
            <a:custGeom>
              <a:avLst/>
              <a:gdLst/>
              <a:ahLst/>
              <a:cxnLst/>
              <a:rect l="0" t="0" r="r" b="b"/>
              <a:pathLst>
                <a:path w="10900" h="1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8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 además se bloquean los linfáticos, el líquido se acumula aún más.</a:t>
            </a:r>
            <a:endParaRPr lang="es-AR" sz="1500" dirty="0">
              <a:latin typeface="Mali"/>
            </a:endParaRPr>
          </a:p>
        </p:txBody>
      </p:sp>
      <p:sp>
        <p:nvSpPr>
          <p:cNvPr id="49" name="Explicación 4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espacio pleural se transforma en una cavidad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ocupada por exudado.</a:t>
            </a:r>
            <a:endParaRPr lang="es-AR" sz="2100" dirty="0">
              <a:latin typeface="Mali"/>
            </a:endParaRPr>
          </a:p>
        </p:txBody>
      </p:sp>
      <p:sp>
        <p:nvSpPr>
          <p:cNvPr id="50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1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52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53" name="Forma 52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5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6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7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8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9" name="Forma 58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61" name="!!LiquidoPleuralD"/>
          <p:cNvSpPr/>
          <p:nvPr/>
        </p:nvSpPr>
        <p:spPr>
          <a:xfrm>
            <a:off x="8604138" y="4929260"/>
            <a:ext cx="952439" cy="1156535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62" name="!!PulmonDerecho"/>
          <p:cNvGrpSpPr/>
          <p:nvPr/>
        </p:nvGrpSpPr>
        <p:grpSpPr>
          <a:xfrm>
            <a:off x="8752582" y="4156256"/>
            <a:ext cx="746747" cy="1090590"/>
            <a:chOff x="8752582" y="4156256"/>
            <a:chExt cx="746747" cy="1090590"/>
          </a:xfrm>
        </p:grpSpPr>
        <p:sp>
          <p:nvSpPr>
            <p:cNvPr id="63" name="Forma 62"/>
            <p:cNvSpPr/>
            <p:nvPr/>
          </p:nvSpPr>
          <p:spPr>
            <a:xfrm>
              <a:off x="8752582" y="4156256"/>
              <a:ext cx="746747" cy="1090590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4" name="Forma 63"/>
            <p:cNvSpPr/>
            <p:nvPr/>
          </p:nvSpPr>
          <p:spPr>
            <a:xfrm>
              <a:off x="8804975" y="4263283"/>
              <a:ext cx="590027" cy="780724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771454" y="4631124"/>
              <a:ext cx="635489" cy="456682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6" name="!!PleuraVisceralD"/>
          <p:cNvSpPr/>
          <p:nvPr/>
        </p:nvSpPr>
        <p:spPr>
          <a:xfrm>
            <a:off x="8752582" y="4156256"/>
            <a:ext cx="746747" cy="1090590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7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8" name="Forma 67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9" name="Forma 68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1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72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3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4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5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6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7" name="Forma 76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8" name="Forma 77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9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80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81" name="Forma 80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</a:t>
            </a:r>
            <a:endParaRPr lang="es-AR" sz="2400" dirty="0">
              <a:latin typeface="Mali"/>
            </a:endParaRPr>
          </a:p>
        </p:txBody>
      </p:sp>
      <p:sp>
        <p:nvSpPr>
          <p:cNvPr id="4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8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24602"/>
            <a:ext cx="3335731" cy="360319"/>
            <a:chOff x="3888029" y="2624602"/>
            <a:chExt cx="3335731" cy="360319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5400000" scaled="0"/>
            </a:gradFill>
            <a:ln w="12700" cap="rnd">
              <a:solidFill>
                <a:srgbClr val="45454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58243" y="2624602"/>
              <a:ext cx="1389888" cy="182697"/>
            </a:xfrm>
            <a:custGeom>
              <a:avLst/>
              <a:gdLst/>
              <a:ahLst/>
              <a:cxnLst/>
              <a:rect l="0" t="0" r="r" b="b"/>
              <a:pathLst>
                <a:path w="2000" h="360">
                  <a:moveTo>
                    <a:pt x="520" y="180"/>
                  </a:moveTo>
                  <a:cubicBezTo>
                    <a:pt x="520" y="279"/>
                    <a:pt x="403" y="360"/>
                    <a:pt x="260" y="360"/>
                  </a:cubicBezTo>
                  <a:cubicBezTo>
                    <a:pt x="116" y="360"/>
                    <a:pt x="0" y="279"/>
                    <a:pt x="0" y="180"/>
                  </a:cubicBezTo>
                  <a:cubicBezTo>
                    <a:pt x="0" y="80"/>
                    <a:pt x="116" y="0"/>
                    <a:pt x="260" y="0"/>
                  </a:cubicBezTo>
                  <a:cubicBezTo>
                    <a:pt x="403" y="0"/>
                    <a:pt x="520" y="80"/>
                    <a:pt x="520" y="180"/>
                  </a:cubicBezTo>
                  <a:close/>
                  <a:moveTo>
                    <a:pt x="2000" y="180"/>
                  </a:moveTo>
                  <a:cubicBezTo>
                    <a:pt x="2000" y="273"/>
                    <a:pt x="1892" y="350"/>
                    <a:pt x="1760" y="350"/>
                  </a:cubicBezTo>
                  <a:cubicBezTo>
                    <a:pt x="1627" y="350"/>
                    <a:pt x="1520" y="273"/>
                    <a:pt x="1520" y="180"/>
                  </a:cubicBezTo>
                  <a:cubicBezTo>
                    <a:pt x="1520" y="86"/>
                    <a:pt x="1627" y="10"/>
                    <a:pt x="1760" y="10"/>
                  </a:cubicBezTo>
                  <a:cubicBezTo>
                    <a:pt x="1892" y="10"/>
                    <a:pt x="2000" y="86"/>
                    <a:pt x="2000" y="18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4A235A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2989997"/>
            <a:ext cx="6949440" cy="1149977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5" name="!!Leucocitos"/>
          <p:cNvGrpSpPr/>
          <p:nvPr/>
        </p:nvGrpSpPr>
        <p:grpSpPr>
          <a:xfrm>
            <a:off x="746882" y="3040746"/>
            <a:ext cx="6282294" cy="908411"/>
            <a:chOff x="746882" y="3040746"/>
            <a:chExt cx="6282294" cy="908411"/>
          </a:xfrm>
        </p:grpSpPr>
        <p:sp>
          <p:nvSpPr>
            <p:cNvPr id="36" name="Forma 35"/>
            <p:cNvSpPr/>
            <p:nvPr/>
          </p:nvSpPr>
          <p:spPr>
            <a:xfrm>
              <a:off x="746882" y="3040746"/>
              <a:ext cx="6282294" cy="908411"/>
            </a:xfrm>
            <a:custGeom>
              <a:avLst/>
              <a:gdLst/>
              <a:ahLst/>
              <a:cxnLst/>
              <a:rect l="0" t="0" r="r" b="b"/>
              <a:pathLst>
                <a:path w="9040" h="1790">
                  <a:moveTo>
                    <a:pt x="3040" y="400"/>
                  </a:moveTo>
                  <a:cubicBezTo>
                    <a:pt x="3040" y="460"/>
                    <a:pt x="2990" y="510"/>
                    <a:pt x="2930" y="510"/>
                  </a:cubicBezTo>
                  <a:cubicBezTo>
                    <a:pt x="2869" y="510"/>
                    <a:pt x="2820" y="460"/>
                    <a:pt x="2820" y="400"/>
                  </a:cubicBezTo>
                  <a:cubicBezTo>
                    <a:pt x="2820" y="339"/>
                    <a:pt x="2869" y="290"/>
                    <a:pt x="2930" y="290"/>
                  </a:cubicBezTo>
                  <a:cubicBezTo>
                    <a:pt x="2990" y="290"/>
                    <a:pt x="3040" y="339"/>
                    <a:pt x="3040" y="400"/>
                  </a:cubicBezTo>
                  <a:close/>
                  <a:moveTo>
                    <a:pt x="3770" y="1680"/>
                  </a:moveTo>
                  <a:cubicBezTo>
                    <a:pt x="3770" y="1740"/>
                    <a:pt x="3720" y="1790"/>
                    <a:pt x="3660" y="1790"/>
                  </a:cubicBezTo>
                  <a:cubicBezTo>
                    <a:pt x="3599" y="1790"/>
                    <a:pt x="3550" y="1740"/>
                    <a:pt x="3550" y="1680"/>
                  </a:cubicBezTo>
                  <a:cubicBezTo>
                    <a:pt x="3550" y="1619"/>
                    <a:pt x="3599" y="1570"/>
                    <a:pt x="3660" y="1570"/>
                  </a:cubicBezTo>
                  <a:cubicBezTo>
                    <a:pt x="3720" y="1570"/>
                    <a:pt x="3770" y="1619"/>
                    <a:pt x="3770" y="1680"/>
                  </a:cubicBezTo>
                  <a:close/>
                  <a:moveTo>
                    <a:pt x="220" y="200"/>
                  </a:moveTo>
                  <a:cubicBezTo>
                    <a:pt x="220" y="260"/>
                    <a:pt x="170" y="310"/>
                    <a:pt x="110" y="310"/>
                  </a:cubicBezTo>
                  <a:cubicBezTo>
                    <a:pt x="49" y="310"/>
                    <a:pt x="0" y="260"/>
                    <a:pt x="0" y="200"/>
                  </a:cubicBezTo>
                  <a:cubicBezTo>
                    <a:pt x="0" y="139"/>
                    <a:pt x="49" y="90"/>
                    <a:pt x="110" y="90"/>
                  </a:cubicBezTo>
                  <a:cubicBezTo>
                    <a:pt x="170" y="90"/>
                    <a:pt x="220" y="139"/>
                    <a:pt x="220" y="200"/>
                  </a:cubicBezTo>
                  <a:close/>
                  <a:moveTo>
                    <a:pt x="8130" y="1390"/>
                  </a:moveTo>
                  <a:cubicBezTo>
                    <a:pt x="8130" y="1450"/>
                    <a:pt x="8080" y="1500"/>
                    <a:pt x="8020" y="1500"/>
                  </a:cubicBezTo>
                  <a:cubicBezTo>
                    <a:pt x="7959" y="1500"/>
                    <a:pt x="7910" y="1450"/>
                    <a:pt x="7910" y="1390"/>
                  </a:cubicBezTo>
                  <a:cubicBezTo>
                    <a:pt x="7910" y="1329"/>
                    <a:pt x="7959" y="1280"/>
                    <a:pt x="8020" y="1280"/>
                  </a:cubicBezTo>
                  <a:cubicBezTo>
                    <a:pt x="8080" y="1280"/>
                    <a:pt x="8130" y="1329"/>
                    <a:pt x="8130" y="1390"/>
                  </a:cubicBezTo>
                  <a:close/>
                  <a:moveTo>
                    <a:pt x="690" y="950"/>
                  </a:moveTo>
                  <a:cubicBezTo>
                    <a:pt x="690" y="1010"/>
                    <a:pt x="640" y="1060"/>
                    <a:pt x="580" y="1060"/>
                  </a:cubicBezTo>
                  <a:cubicBezTo>
                    <a:pt x="519" y="1060"/>
                    <a:pt x="470" y="1010"/>
                    <a:pt x="470" y="950"/>
                  </a:cubicBezTo>
                  <a:cubicBezTo>
                    <a:pt x="470" y="889"/>
                    <a:pt x="519" y="840"/>
                    <a:pt x="580" y="840"/>
                  </a:cubicBezTo>
                  <a:cubicBezTo>
                    <a:pt x="640" y="840"/>
                    <a:pt x="690" y="889"/>
                    <a:pt x="690" y="950"/>
                  </a:cubicBezTo>
                  <a:close/>
                  <a:moveTo>
                    <a:pt x="5690" y="160"/>
                  </a:moveTo>
                  <a:cubicBezTo>
                    <a:pt x="5690" y="220"/>
                    <a:pt x="5640" y="270"/>
                    <a:pt x="5580" y="270"/>
                  </a:cubicBezTo>
                  <a:cubicBezTo>
                    <a:pt x="5519" y="270"/>
                    <a:pt x="5470" y="220"/>
                    <a:pt x="5470" y="160"/>
                  </a:cubicBezTo>
                  <a:cubicBezTo>
                    <a:pt x="5470" y="99"/>
                    <a:pt x="5519" y="50"/>
                    <a:pt x="5580" y="50"/>
                  </a:cubicBezTo>
                  <a:cubicBezTo>
                    <a:pt x="5640" y="50"/>
                    <a:pt x="5690" y="99"/>
                    <a:pt x="5690" y="160"/>
                  </a:cubicBezTo>
                  <a:close/>
                  <a:moveTo>
                    <a:pt x="9040" y="1310"/>
                  </a:moveTo>
                  <a:cubicBezTo>
                    <a:pt x="9040" y="1370"/>
                    <a:pt x="8990" y="1420"/>
                    <a:pt x="8930" y="1420"/>
                  </a:cubicBezTo>
                  <a:cubicBezTo>
                    <a:pt x="8869" y="1420"/>
                    <a:pt x="8820" y="1370"/>
                    <a:pt x="8820" y="1310"/>
                  </a:cubicBezTo>
                  <a:cubicBezTo>
                    <a:pt x="8820" y="1249"/>
                    <a:pt x="8869" y="1200"/>
                    <a:pt x="8930" y="1200"/>
                  </a:cubicBezTo>
                  <a:cubicBezTo>
                    <a:pt x="8990" y="1200"/>
                    <a:pt x="9040" y="1249"/>
                    <a:pt x="9040" y="13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  <a:moveTo>
                    <a:pt x="610" y="1130"/>
                  </a:moveTo>
                  <a:cubicBezTo>
                    <a:pt x="610" y="1190"/>
                    <a:pt x="560" y="1240"/>
                    <a:pt x="500" y="1240"/>
                  </a:cubicBezTo>
                  <a:cubicBezTo>
                    <a:pt x="439" y="1240"/>
                    <a:pt x="390" y="1190"/>
                    <a:pt x="390" y="1130"/>
                  </a:cubicBezTo>
                  <a:cubicBezTo>
                    <a:pt x="390" y="1069"/>
                    <a:pt x="439" y="1020"/>
                    <a:pt x="500" y="1020"/>
                  </a:cubicBezTo>
                  <a:cubicBezTo>
                    <a:pt x="560" y="1020"/>
                    <a:pt x="610" y="1069"/>
                    <a:pt x="610" y="1130"/>
                  </a:cubicBezTo>
                  <a:close/>
                  <a:moveTo>
                    <a:pt x="4010" y="190"/>
                  </a:moveTo>
                  <a:cubicBezTo>
                    <a:pt x="4010" y="250"/>
                    <a:pt x="3960" y="300"/>
                    <a:pt x="3900" y="300"/>
                  </a:cubicBezTo>
                  <a:cubicBezTo>
                    <a:pt x="3839" y="300"/>
                    <a:pt x="3790" y="250"/>
                    <a:pt x="3790" y="190"/>
                  </a:cubicBezTo>
                  <a:cubicBezTo>
                    <a:pt x="3790" y="129"/>
                    <a:pt x="3839" y="80"/>
                    <a:pt x="3900" y="80"/>
                  </a:cubicBezTo>
                  <a:cubicBezTo>
                    <a:pt x="3960" y="80"/>
                    <a:pt x="4010" y="129"/>
                    <a:pt x="4010" y="190"/>
                  </a:cubicBezTo>
                  <a:close/>
                  <a:moveTo>
                    <a:pt x="2190" y="250"/>
                  </a:moveTo>
                  <a:cubicBezTo>
                    <a:pt x="2190" y="310"/>
                    <a:pt x="2140" y="360"/>
                    <a:pt x="2080" y="360"/>
                  </a:cubicBezTo>
                  <a:cubicBezTo>
                    <a:pt x="2019" y="360"/>
                    <a:pt x="1970" y="310"/>
                    <a:pt x="1970" y="250"/>
                  </a:cubicBezTo>
                  <a:cubicBezTo>
                    <a:pt x="1970" y="189"/>
                    <a:pt x="2019" y="140"/>
                    <a:pt x="2080" y="140"/>
                  </a:cubicBezTo>
                  <a:cubicBezTo>
                    <a:pt x="2140" y="140"/>
                    <a:pt x="2190" y="189"/>
                    <a:pt x="2190" y="250"/>
                  </a:cubicBezTo>
                  <a:close/>
                  <a:moveTo>
                    <a:pt x="5370" y="1100"/>
                  </a:moveTo>
                  <a:cubicBezTo>
                    <a:pt x="5370" y="1160"/>
                    <a:pt x="5320" y="1210"/>
                    <a:pt x="5260" y="1210"/>
                  </a:cubicBezTo>
                  <a:cubicBezTo>
                    <a:pt x="5199" y="1210"/>
                    <a:pt x="5150" y="1160"/>
                    <a:pt x="5150" y="1100"/>
                  </a:cubicBezTo>
                  <a:cubicBezTo>
                    <a:pt x="5150" y="1039"/>
                    <a:pt x="5199" y="990"/>
                    <a:pt x="5260" y="990"/>
                  </a:cubicBezTo>
                  <a:cubicBezTo>
                    <a:pt x="5320" y="990"/>
                    <a:pt x="5370" y="1039"/>
                    <a:pt x="5370" y="1100"/>
                  </a:cubicBezTo>
                  <a:close/>
                  <a:moveTo>
                    <a:pt x="330" y="1460"/>
                  </a:moveTo>
                  <a:cubicBezTo>
                    <a:pt x="330" y="1520"/>
                    <a:pt x="280" y="1570"/>
                    <a:pt x="220" y="1570"/>
                  </a:cubicBezTo>
                  <a:cubicBezTo>
                    <a:pt x="159" y="1570"/>
                    <a:pt x="110" y="1520"/>
                    <a:pt x="110" y="1460"/>
                  </a:cubicBezTo>
                  <a:cubicBezTo>
                    <a:pt x="110" y="1399"/>
                    <a:pt x="159" y="1350"/>
                    <a:pt x="220" y="1350"/>
                  </a:cubicBezTo>
                  <a:cubicBezTo>
                    <a:pt x="280" y="1350"/>
                    <a:pt x="330" y="1399"/>
                    <a:pt x="330" y="1460"/>
                  </a:cubicBezTo>
                  <a:close/>
                  <a:moveTo>
                    <a:pt x="990" y="590"/>
                  </a:moveTo>
                  <a:cubicBezTo>
                    <a:pt x="990" y="650"/>
                    <a:pt x="940" y="700"/>
                    <a:pt x="880" y="700"/>
                  </a:cubicBezTo>
                  <a:cubicBezTo>
                    <a:pt x="819" y="700"/>
                    <a:pt x="770" y="650"/>
                    <a:pt x="770" y="590"/>
                  </a:cubicBezTo>
                  <a:cubicBezTo>
                    <a:pt x="770" y="529"/>
                    <a:pt x="819" y="480"/>
                    <a:pt x="880" y="480"/>
                  </a:cubicBezTo>
                  <a:cubicBezTo>
                    <a:pt x="940" y="480"/>
                    <a:pt x="990" y="529"/>
                    <a:pt x="990" y="590"/>
                  </a:cubicBezTo>
                  <a:close/>
                  <a:moveTo>
                    <a:pt x="6180" y="1620"/>
                  </a:moveTo>
                  <a:cubicBezTo>
                    <a:pt x="6180" y="1680"/>
                    <a:pt x="6130" y="1730"/>
                    <a:pt x="6070" y="1730"/>
                  </a:cubicBezTo>
                  <a:cubicBezTo>
                    <a:pt x="6009" y="1730"/>
                    <a:pt x="5960" y="1680"/>
                    <a:pt x="5960" y="1620"/>
                  </a:cubicBezTo>
                  <a:cubicBezTo>
                    <a:pt x="5960" y="1559"/>
                    <a:pt x="6009" y="1510"/>
                    <a:pt x="6070" y="1510"/>
                  </a:cubicBezTo>
                  <a:cubicBezTo>
                    <a:pt x="6130" y="1510"/>
                    <a:pt x="6180" y="1559"/>
                    <a:pt x="6180" y="1620"/>
                  </a:cubicBezTo>
                  <a:close/>
                  <a:moveTo>
                    <a:pt x="5690" y="170"/>
                  </a:moveTo>
                  <a:cubicBezTo>
                    <a:pt x="5690" y="230"/>
                    <a:pt x="5640" y="280"/>
                    <a:pt x="5580" y="280"/>
                  </a:cubicBezTo>
                  <a:cubicBezTo>
                    <a:pt x="5519" y="280"/>
                    <a:pt x="5470" y="230"/>
                    <a:pt x="5470" y="170"/>
                  </a:cubicBezTo>
                  <a:cubicBezTo>
                    <a:pt x="5470" y="109"/>
                    <a:pt x="5519" y="60"/>
                    <a:pt x="5580" y="60"/>
                  </a:cubicBezTo>
                  <a:cubicBezTo>
                    <a:pt x="5640" y="60"/>
                    <a:pt x="5690" y="109"/>
                    <a:pt x="5690" y="170"/>
                  </a:cubicBezTo>
                  <a:close/>
                  <a:moveTo>
                    <a:pt x="5630" y="1510"/>
                  </a:moveTo>
                  <a:cubicBezTo>
                    <a:pt x="5630" y="1570"/>
                    <a:pt x="5580" y="1620"/>
                    <a:pt x="5520" y="1620"/>
                  </a:cubicBezTo>
                  <a:cubicBezTo>
                    <a:pt x="5459" y="1620"/>
                    <a:pt x="5410" y="1570"/>
                    <a:pt x="5410" y="1510"/>
                  </a:cubicBezTo>
                  <a:cubicBezTo>
                    <a:pt x="5410" y="1449"/>
                    <a:pt x="5459" y="1400"/>
                    <a:pt x="5520" y="1400"/>
                  </a:cubicBezTo>
                  <a:cubicBezTo>
                    <a:pt x="5580" y="1400"/>
                    <a:pt x="5630" y="1449"/>
                    <a:pt x="5630" y="151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1990" y="130"/>
                  </a:moveTo>
                  <a:cubicBezTo>
                    <a:pt x="1990" y="190"/>
                    <a:pt x="1940" y="240"/>
                    <a:pt x="1880" y="240"/>
                  </a:cubicBezTo>
                  <a:cubicBezTo>
                    <a:pt x="1819" y="240"/>
                    <a:pt x="1770" y="190"/>
                    <a:pt x="1770" y="130"/>
                  </a:cubicBezTo>
                  <a:cubicBezTo>
                    <a:pt x="1770" y="69"/>
                    <a:pt x="1819" y="20"/>
                    <a:pt x="1880" y="20"/>
                  </a:cubicBezTo>
                  <a:cubicBezTo>
                    <a:pt x="1940" y="20"/>
                    <a:pt x="1990" y="69"/>
                    <a:pt x="1990" y="130"/>
                  </a:cubicBezTo>
                  <a:close/>
                  <a:moveTo>
                    <a:pt x="5430" y="360"/>
                  </a:moveTo>
                  <a:cubicBezTo>
                    <a:pt x="5430" y="420"/>
                    <a:pt x="5380" y="470"/>
                    <a:pt x="5320" y="470"/>
                  </a:cubicBezTo>
                  <a:cubicBezTo>
                    <a:pt x="5259" y="470"/>
                    <a:pt x="5210" y="420"/>
                    <a:pt x="5210" y="360"/>
                  </a:cubicBezTo>
                  <a:cubicBezTo>
                    <a:pt x="5210" y="299"/>
                    <a:pt x="5259" y="250"/>
                    <a:pt x="5320" y="250"/>
                  </a:cubicBezTo>
                  <a:cubicBezTo>
                    <a:pt x="5380" y="250"/>
                    <a:pt x="5430" y="299"/>
                    <a:pt x="5430" y="360"/>
                  </a:cubicBezTo>
                  <a:close/>
                  <a:moveTo>
                    <a:pt x="2690" y="1090"/>
                  </a:moveTo>
                  <a:cubicBezTo>
                    <a:pt x="2690" y="1150"/>
                    <a:pt x="2640" y="1200"/>
                    <a:pt x="2580" y="1200"/>
                  </a:cubicBezTo>
                  <a:cubicBezTo>
                    <a:pt x="2519" y="1200"/>
                    <a:pt x="2470" y="1150"/>
                    <a:pt x="2470" y="1090"/>
                  </a:cubicBezTo>
                  <a:cubicBezTo>
                    <a:pt x="2470" y="1029"/>
                    <a:pt x="2519" y="980"/>
                    <a:pt x="2580" y="980"/>
                  </a:cubicBezTo>
                  <a:cubicBezTo>
                    <a:pt x="2640" y="980"/>
                    <a:pt x="2690" y="1029"/>
                    <a:pt x="2690" y="1090"/>
                  </a:cubicBezTo>
                  <a:close/>
                  <a:moveTo>
                    <a:pt x="1200" y="1400"/>
                  </a:moveTo>
                  <a:cubicBezTo>
                    <a:pt x="1200" y="1460"/>
                    <a:pt x="1150" y="1510"/>
                    <a:pt x="1090" y="1510"/>
                  </a:cubicBezTo>
                  <a:cubicBezTo>
                    <a:pt x="1029" y="1510"/>
                    <a:pt x="980" y="1460"/>
                    <a:pt x="980" y="1400"/>
                  </a:cubicBezTo>
                  <a:cubicBezTo>
                    <a:pt x="980" y="1339"/>
                    <a:pt x="1029" y="1290"/>
                    <a:pt x="1090" y="1290"/>
                  </a:cubicBezTo>
                  <a:cubicBezTo>
                    <a:pt x="1150" y="1290"/>
                    <a:pt x="1200" y="1339"/>
                    <a:pt x="1200" y="140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09427" y="3081345"/>
              <a:ext cx="6198900" cy="847512"/>
            </a:xfrm>
            <a:custGeom>
              <a:avLst/>
              <a:gdLst/>
              <a:ahLst/>
              <a:cxnLst/>
              <a:rect l="0" t="0" r="r" b="b"/>
              <a:pathLst>
                <a:path w="8920" h="1670">
                  <a:moveTo>
                    <a:pt x="2920" y="340"/>
                  </a:moveTo>
                  <a:cubicBezTo>
                    <a:pt x="2920" y="367"/>
                    <a:pt x="2897" y="390"/>
                    <a:pt x="2870" y="390"/>
                  </a:cubicBezTo>
                  <a:cubicBezTo>
                    <a:pt x="2842" y="390"/>
                    <a:pt x="2820" y="367"/>
                    <a:pt x="2820" y="340"/>
                  </a:cubicBezTo>
                  <a:cubicBezTo>
                    <a:pt x="2820" y="312"/>
                    <a:pt x="2842" y="290"/>
                    <a:pt x="2870" y="290"/>
                  </a:cubicBezTo>
                  <a:cubicBezTo>
                    <a:pt x="2897" y="290"/>
                    <a:pt x="2920" y="312"/>
                    <a:pt x="2920" y="340"/>
                  </a:cubicBezTo>
                  <a:close/>
                  <a:moveTo>
                    <a:pt x="3650" y="1620"/>
                  </a:moveTo>
                  <a:cubicBezTo>
                    <a:pt x="3650" y="1647"/>
                    <a:pt x="3627" y="1670"/>
                    <a:pt x="3600" y="1670"/>
                  </a:cubicBezTo>
                  <a:cubicBezTo>
                    <a:pt x="3572" y="1670"/>
                    <a:pt x="3550" y="1647"/>
                    <a:pt x="3550" y="1620"/>
                  </a:cubicBezTo>
                  <a:cubicBezTo>
                    <a:pt x="3550" y="1592"/>
                    <a:pt x="3572" y="1570"/>
                    <a:pt x="3600" y="1570"/>
                  </a:cubicBezTo>
                  <a:cubicBezTo>
                    <a:pt x="3627" y="1570"/>
                    <a:pt x="3650" y="1592"/>
                    <a:pt x="3650" y="1620"/>
                  </a:cubicBezTo>
                  <a:close/>
                  <a:moveTo>
                    <a:pt x="100" y="140"/>
                  </a:moveTo>
                  <a:cubicBezTo>
                    <a:pt x="100" y="167"/>
                    <a:pt x="77" y="190"/>
                    <a:pt x="50" y="190"/>
                  </a:cubicBezTo>
                  <a:cubicBezTo>
                    <a:pt x="22" y="190"/>
                    <a:pt x="0" y="167"/>
                    <a:pt x="0" y="140"/>
                  </a:cubicBezTo>
                  <a:cubicBezTo>
                    <a:pt x="0" y="112"/>
                    <a:pt x="22" y="90"/>
                    <a:pt x="50" y="90"/>
                  </a:cubicBezTo>
                  <a:cubicBezTo>
                    <a:pt x="77" y="90"/>
                    <a:pt x="100" y="112"/>
                    <a:pt x="100" y="140"/>
                  </a:cubicBezTo>
                  <a:close/>
                  <a:moveTo>
                    <a:pt x="8010" y="1330"/>
                  </a:moveTo>
                  <a:cubicBezTo>
                    <a:pt x="8010" y="1357"/>
                    <a:pt x="7987" y="1380"/>
                    <a:pt x="7960" y="1380"/>
                  </a:cubicBezTo>
                  <a:cubicBezTo>
                    <a:pt x="7932" y="1380"/>
                    <a:pt x="7910" y="1357"/>
                    <a:pt x="7910" y="1330"/>
                  </a:cubicBezTo>
                  <a:cubicBezTo>
                    <a:pt x="7910" y="1302"/>
                    <a:pt x="7932" y="1280"/>
                    <a:pt x="7960" y="1280"/>
                  </a:cubicBezTo>
                  <a:cubicBezTo>
                    <a:pt x="7987" y="1280"/>
                    <a:pt x="8010" y="1302"/>
                    <a:pt x="8010" y="1330"/>
                  </a:cubicBezTo>
                  <a:close/>
                  <a:moveTo>
                    <a:pt x="570" y="890"/>
                  </a:moveTo>
                  <a:cubicBezTo>
                    <a:pt x="570" y="917"/>
                    <a:pt x="547" y="940"/>
                    <a:pt x="520" y="940"/>
                  </a:cubicBezTo>
                  <a:cubicBezTo>
                    <a:pt x="492" y="940"/>
                    <a:pt x="470" y="917"/>
                    <a:pt x="470" y="890"/>
                  </a:cubicBezTo>
                  <a:cubicBezTo>
                    <a:pt x="470" y="862"/>
                    <a:pt x="492" y="840"/>
                    <a:pt x="520" y="840"/>
                  </a:cubicBezTo>
                  <a:cubicBezTo>
                    <a:pt x="547" y="840"/>
                    <a:pt x="570" y="862"/>
                    <a:pt x="570" y="890"/>
                  </a:cubicBezTo>
                  <a:close/>
                  <a:moveTo>
                    <a:pt x="5570" y="100"/>
                  </a:moveTo>
                  <a:cubicBezTo>
                    <a:pt x="5570" y="127"/>
                    <a:pt x="5547" y="150"/>
                    <a:pt x="5520" y="150"/>
                  </a:cubicBezTo>
                  <a:cubicBezTo>
                    <a:pt x="5492" y="150"/>
                    <a:pt x="5470" y="127"/>
                    <a:pt x="5470" y="100"/>
                  </a:cubicBezTo>
                  <a:cubicBezTo>
                    <a:pt x="5470" y="72"/>
                    <a:pt x="5492" y="50"/>
                    <a:pt x="5520" y="50"/>
                  </a:cubicBezTo>
                  <a:cubicBezTo>
                    <a:pt x="5547" y="50"/>
                    <a:pt x="5570" y="72"/>
                    <a:pt x="5570" y="100"/>
                  </a:cubicBezTo>
                  <a:close/>
                  <a:moveTo>
                    <a:pt x="8920" y="1250"/>
                  </a:moveTo>
                  <a:cubicBezTo>
                    <a:pt x="8920" y="1277"/>
                    <a:pt x="8897" y="1300"/>
                    <a:pt x="8870" y="1300"/>
                  </a:cubicBezTo>
                  <a:cubicBezTo>
                    <a:pt x="8842" y="1300"/>
                    <a:pt x="8820" y="1277"/>
                    <a:pt x="8820" y="1250"/>
                  </a:cubicBezTo>
                  <a:cubicBezTo>
                    <a:pt x="8820" y="1222"/>
                    <a:pt x="8842" y="1200"/>
                    <a:pt x="8870" y="1200"/>
                  </a:cubicBezTo>
                  <a:cubicBezTo>
                    <a:pt x="8897" y="1200"/>
                    <a:pt x="8920" y="1222"/>
                    <a:pt x="8920" y="12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  <a:moveTo>
                    <a:pt x="490" y="1070"/>
                  </a:moveTo>
                  <a:cubicBezTo>
                    <a:pt x="490" y="1097"/>
                    <a:pt x="467" y="1120"/>
                    <a:pt x="440" y="1120"/>
                  </a:cubicBezTo>
                  <a:cubicBezTo>
                    <a:pt x="412" y="1120"/>
                    <a:pt x="390" y="1097"/>
                    <a:pt x="390" y="1070"/>
                  </a:cubicBezTo>
                  <a:cubicBezTo>
                    <a:pt x="390" y="1042"/>
                    <a:pt x="412" y="1020"/>
                    <a:pt x="440" y="1020"/>
                  </a:cubicBezTo>
                  <a:cubicBezTo>
                    <a:pt x="467" y="1020"/>
                    <a:pt x="490" y="1042"/>
                    <a:pt x="490" y="1070"/>
                  </a:cubicBezTo>
                  <a:close/>
                  <a:moveTo>
                    <a:pt x="3890" y="130"/>
                  </a:moveTo>
                  <a:cubicBezTo>
                    <a:pt x="3890" y="157"/>
                    <a:pt x="3867" y="180"/>
                    <a:pt x="3840" y="180"/>
                  </a:cubicBezTo>
                  <a:cubicBezTo>
                    <a:pt x="3812" y="180"/>
                    <a:pt x="3790" y="157"/>
                    <a:pt x="3790" y="130"/>
                  </a:cubicBezTo>
                  <a:cubicBezTo>
                    <a:pt x="3790" y="102"/>
                    <a:pt x="3812" y="80"/>
                    <a:pt x="3840" y="80"/>
                  </a:cubicBezTo>
                  <a:cubicBezTo>
                    <a:pt x="3867" y="80"/>
                    <a:pt x="3890" y="102"/>
                    <a:pt x="3890" y="130"/>
                  </a:cubicBezTo>
                  <a:close/>
                  <a:moveTo>
                    <a:pt x="2070" y="190"/>
                  </a:moveTo>
                  <a:cubicBezTo>
                    <a:pt x="2070" y="217"/>
                    <a:pt x="2047" y="240"/>
                    <a:pt x="2020" y="240"/>
                  </a:cubicBezTo>
                  <a:cubicBezTo>
                    <a:pt x="1992" y="240"/>
                    <a:pt x="1970" y="217"/>
                    <a:pt x="1970" y="190"/>
                  </a:cubicBezTo>
                  <a:cubicBezTo>
                    <a:pt x="1970" y="162"/>
                    <a:pt x="1992" y="140"/>
                    <a:pt x="2020" y="140"/>
                  </a:cubicBezTo>
                  <a:cubicBezTo>
                    <a:pt x="2047" y="140"/>
                    <a:pt x="2070" y="162"/>
                    <a:pt x="2070" y="190"/>
                  </a:cubicBezTo>
                  <a:close/>
                  <a:moveTo>
                    <a:pt x="5250" y="1040"/>
                  </a:moveTo>
                  <a:cubicBezTo>
                    <a:pt x="5250" y="1067"/>
                    <a:pt x="5227" y="1090"/>
                    <a:pt x="5200" y="1090"/>
                  </a:cubicBezTo>
                  <a:cubicBezTo>
                    <a:pt x="5172" y="1090"/>
                    <a:pt x="5150" y="1067"/>
                    <a:pt x="5150" y="1040"/>
                  </a:cubicBezTo>
                  <a:cubicBezTo>
                    <a:pt x="5150" y="1012"/>
                    <a:pt x="5172" y="990"/>
                    <a:pt x="5200" y="990"/>
                  </a:cubicBezTo>
                  <a:cubicBezTo>
                    <a:pt x="5227" y="990"/>
                    <a:pt x="5250" y="1012"/>
                    <a:pt x="5250" y="1040"/>
                  </a:cubicBezTo>
                  <a:close/>
                  <a:moveTo>
                    <a:pt x="210" y="1400"/>
                  </a:moveTo>
                  <a:cubicBezTo>
                    <a:pt x="210" y="1427"/>
                    <a:pt x="187" y="1450"/>
                    <a:pt x="160" y="1450"/>
                  </a:cubicBezTo>
                  <a:cubicBezTo>
                    <a:pt x="132" y="1450"/>
                    <a:pt x="110" y="1427"/>
                    <a:pt x="110" y="1400"/>
                  </a:cubicBezTo>
                  <a:cubicBezTo>
                    <a:pt x="110" y="1372"/>
                    <a:pt x="132" y="1350"/>
                    <a:pt x="160" y="1350"/>
                  </a:cubicBezTo>
                  <a:cubicBezTo>
                    <a:pt x="187" y="1350"/>
                    <a:pt x="210" y="1372"/>
                    <a:pt x="210" y="1400"/>
                  </a:cubicBezTo>
                  <a:close/>
                  <a:moveTo>
                    <a:pt x="870" y="530"/>
                  </a:moveTo>
                  <a:cubicBezTo>
                    <a:pt x="870" y="557"/>
                    <a:pt x="847" y="580"/>
                    <a:pt x="820" y="580"/>
                  </a:cubicBezTo>
                  <a:cubicBezTo>
                    <a:pt x="792" y="580"/>
                    <a:pt x="770" y="557"/>
                    <a:pt x="770" y="530"/>
                  </a:cubicBezTo>
                  <a:cubicBezTo>
                    <a:pt x="770" y="502"/>
                    <a:pt x="792" y="480"/>
                    <a:pt x="820" y="480"/>
                  </a:cubicBezTo>
                  <a:cubicBezTo>
                    <a:pt x="847" y="480"/>
                    <a:pt x="870" y="502"/>
                    <a:pt x="870" y="530"/>
                  </a:cubicBezTo>
                  <a:close/>
                  <a:moveTo>
                    <a:pt x="6060" y="1560"/>
                  </a:moveTo>
                  <a:cubicBezTo>
                    <a:pt x="6060" y="1587"/>
                    <a:pt x="6037" y="1610"/>
                    <a:pt x="6010" y="1610"/>
                  </a:cubicBezTo>
                  <a:cubicBezTo>
                    <a:pt x="5982" y="1610"/>
                    <a:pt x="5960" y="1587"/>
                    <a:pt x="5960" y="1560"/>
                  </a:cubicBezTo>
                  <a:cubicBezTo>
                    <a:pt x="5960" y="1532"/>
                    <a:pt x="5982" y="1510"/>
                    <a:pt x="6010" y="1510"/>
                  </a:cubicBezTo>
                  <a:cubicBezTo>
                    <a:pt x="6037" y="1510"/>
                    <a:pt x="6060" y="1532"/>
                    <a:pt x="6060" y="1560"/>
                  </a:cubicBezTo>
                  <a:close/>
                  <a:moveTo>
                    <a:pt x="5570" y="110"/>
                  </a:moveTo>
                  <a:cubicBezTo>
                    <a:pt x="5570" y="137"/>
                    <a:pt x="5547" y="160"/>
                    <a:pt x="5520" y="160"/>
                  </a:cubicBezTo>
                  <a:cubicBezTo>
                    <a:pt x="5492" y="160"/>
                    <a:pt x="5470" y="137"/>
                    <a:pt x="5470" y="110"/>
                  </a:cubicBezTo>
                  <a:cubicBezTo>
                    <a:pt x="5470" y="82"/>
                    <a:pt x="5492" y="60"/>
                    <a:pt x="5520" y="60"/>
                  </a:cubicBezTo>
                  <a:cubicBezTo>
                    <a:pt x="5547" y="60"/>
                    <a:pt x="5570" y="82"/>
                    <a:pt x="5570" y="110"/>
                  </a:cubicBezTo>
                  <a:close/>
                  <a:moveTo>
                    <a:pt x="5510" y="1450"/>
                  </a:moveTo>
                  <a:cubicBezTo>
                    <a:pt x="5510" y="1477"/>
                    <a:pt x="5487" y="1500"/>
                    <a:pt x="5460" y="1500"/>
                  </a:cubicBezTo>
                  <a:cubicBezTo>
                    <a:pt x="5432" y="1500"/>
                    <a:pt x="5410" y="1477"/>
                    <a:pt x="5410" y="1450"/>
                  </a:cubicBezTo>
                  <a:cubicBezTo>
                    <a:pt x="5410" y="1422"/>
                    <a:pt x="5432" y="1400"/>
                    <a:pt x="5460" y="1400"/>
                  </a:cubicBezTo>
                  <a:cubicBezTo>
                    <a:pt x="5487" y="1400"/>
                    <a:pt x="5510" y="1422"/>
                    <a:pt x="5510" y="145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1870" y="70"/>
                  </a:moveTo>
                  <a:cubicBezTo>
                    <a:pt x="1870" y="97"/>
                    <a:pt x="1847" y="120"/>
                    <a:pt x="1820" y="120"/>
                  </a:cubicBezTo>
                  <a:cubicBezTo>
                    <a:pt x="1792" y="120"/>
                    <a:pt x="1770" y="97"/>
                    <a:pt x="1770" y="70"/>
                  </a:cubicBezTo>
                  <a:cubicBezTo>
                    <a:pt x="1770" y="42"/>
                    <a:pt x="1792" y="20"/>
                    <a:pt x="1820" y="20"/>
                  </a:cubicBezTo>
                  <a:cubicBezTo>
                    <a:pt x="1847" y="20"/>
                    <a:pt x="1870" y="42"/>
                    <a:pt x="1870" y="70"/>
                  </a:cubicBezTo>
                  <a:close/>
                  <a:moveTo>
                    <a:pt x="5310" y="300"/>
                  </a:moveTo>
                  <a:cubicBezTo>
                    <a:pt x="5310" y="327"/>
                    <a:pt x="5287" y="350"/>
                    <a:pt x="5260" y="350"/>
                  </a:cubicBezTo>
                  <a:cubicBezTo>
                    <a:pt x="5232" y="350"/>
                    <a:pt x="5210" y="327"/>
                    <a:pt x="5210" y="300"/>
                  </a:cubicBezTo>
                  <a:cubicBezTo>
                    <a:pt x="5210" y="272"/>
                    <a:pt x="5232" y="250"/>
                    <a:pt x="5260" y="250"/>
                  </a:cubicBezTo>
                  <a:cubicBezTo>
                    <a:pt x="5287" y="250"/>
                    <a:pt x="5310" y="272"/>
                    <a:pt x="5310" y="300"/>
                  </a:cubicBezTo>
                  <a:close/>
                  <a:moveTo>
                    <a:pt x="2570" y="1030"/>
                  </a:moveTo>
                  <a:cubicBezTo>
                    <a:pt x="2570" y="1057"/>
                    <a:pt x="2547" y="1080"/>
                    <a:pt x="2520" y="1080"/>
                  </a:cubicBezTo>
                  <a:cubicBezTo>
                    <a:pt x="2492" y="1080"/>
                    <a:pt x="2470" y="1057"/>
                    <a:pt x="2470" y="1030"/>
                  </a:cubicBezTo>
                  <a:cubicBezTo>
                    <a:pt x="2470" y="1002"/>
                    <a:pt x="2492" y="980"/>
                    <a:pt x="2520" y="980"/>
                  </a:cubicBezTo>
                  <a:cubicBezTo>
                    <a:pt x="2547" y="980"/>
                    <a:pt x="2570" y="1002"/>
                    <a:pt x="2570" y="1030"/>
                  </a:cubicBezTo>
                  <a:close/>
                  <a:moveTo>
                    <a:pt x="1080" y="1340"/>
                  </a:moveTo>
                  <a:cubicBezTo>
                    <a:pt x="1080" y="1367"/>
                    <a:pt x="1057" y="1390"/>
                    <a:pt x="1030" y="1390"/>
                  </a:cubicBezTo>
                  <a:cubicBezTo>
                    <a:pt x="1002" y="1390"/>
                    <a:pt x="980" y="1367"/>
                    <a:pt x="980" y="1340"/>
                  </a:cubicBezTo>
                  <a:cubicBezTo>
                    <a:pt x="980" y="1312"/>
                    <a:pt x="1002" y="1290"/>
                    <a:pt x="1030" y="1290"/>
                  </a:cubicBezTo>
                  <a:cubicBezTo>
                    <a:pt x="1057" y="1290"/>
                    <a:pt x="1080" y="1312"/>
                    <a:pt x="1080" y="134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8" name="!!Proteinas"/>
          <p:cNvSpPr/>
          <p:nvPr/>
        </p:nvSpPr>
        <p:spPr>
          <a:xfrm>
            <a:off x="719084" y="3025521"/>
            <a:ext cx="5781934" cy="1096183"/>
          </a:xfrm>
          <a:custGeom>
            <a:avLst/>
            <a:gdLst/>
            <a:ahLst/>
            <a:cxnLst/>
            <a:rect l="0" t="0" r="r" b="b"/>
            <a:pathLst>
              <a:path w="8320" h="2160">
                <a:moveTo>
                  <a:pt x="920" y="1470"/>
                </a:moveTo>
                <a:cubicBezTo>
                  <a:pt x="920" y="1503"/>
                  <a:pt x="893" y="1530"/>
                  <a:pt x="860" y="1530"/>
                </a:cubicBezTo>
                <a:cubicBezTo>
                  <a:pt x="826" y="1530"/>
                  <a:pt x="800" y="1503"/>
                  <a:pt x="800" y="1470"/>
                </a:cubicBezTo>
                <a:cubicBezTo>
                  <a:pt x="800" y="1436"/>
                  <a:pt x="826" y="1410"/>
                  <a:pt x="860" y="1410"/>
                </a:cubicBezTo>
                <a:cubicBezTo>
                  <a:pt x="893" y="1410"/>
                  <a:pt x="920" y="1436"/>
                  <a:pt x="920" y="1470"/>
                </a:cubicBezTo>
                <a:close/>
                <a:moveTo>
                  <a:pt x="2870" y="1440"/>
                </a:moveTo>
                <a:cubicBezTo>
                  <a:pt x="2870" y="1473"/>
                  <a:pt x="2843" y="1500"/>
                  <a:pt x="2810" y="1500"/>
                </a:cubicBezTo>
                <a:cubicBezTo>
                  <a:pt x="2776" y="1500"/>
                  <a:pt x="2750" y="1473"/>
                  <a:pt x="2750" y="1440"/>
                </a:cubicBezTo>
                <a:cubicBezTo>
                  <a:pt x="2750" y="1406"/>
                  <a:pt x="2776" y="1380"/>
                  <a:pt x="2810" y="1380"/>
                </a:cubicBezTo>
                <a:cubicBezTo>
                  <a:pt x="2843" y="1380"/>
                  <a:pt x="2870" y="1406"/>
                  <a:pt x="2870" y="1440"/>
                </a:cubicBezTo>
                <a:close/>
                <a:moveTo>
                  <a:pt x="8070" y="1750"/>
                </a:moveTo>
                <a:cubicBezTo>
                  <a:pt x="8070" y="1783"/>
                  <a:pt x="8043" y="1810"/>
                  <a:pt x="8010" y="1810"/>
                </a:cubicBezTo>
                <a:cubicBezTo>
                  <a:pt x="7976" y="1810"/>
                  <a:pt x="7950" y="1783"/>
                  <a:pt x="7950" y="1750"/>
                </a:cubicBezTo>
                <a:cubicBezTo>
                  <a:pt x="7950" y="1716"/>
                  <a:pt x="7976" y="1690"/>
                  <a:pt x="8010" y="1690"/>
                </a:cubicBezTo>
                <a:cubicBezTo>
                  <a:pt x="8043" y="1690"/>
                  <a:pt x="8070" y="1716"/>
                  <a:pt x="8070" y="1750"/>
                </a:cubicBezTo>
                <a:close/>
                <a:moveTo>
                  <a:pt x="1570" y="270"/>
                </a:moveTo>
                <a:cubicBezTo>
                  <a:pt x="1570" y="303"/>
                  <a:pt x="1543" y="330"/>
                  <a:pt x="1510" y="330"/>
                </a:cubicBezTo>
                <a:cubicBezTo>
                  <a:pt x="1476" y="330"/>
                  <a:pt x="1450" y="303"/>
                  <a:pt x="1450" y="270"/>
                </a:cubicBezTo>
                <a:cubicBezTo>
                  <a:pt x="1450" y="236"/>
                  <a:pt x="1476" y="210"/>
                  <a:pt x="1510" y="210"/>
                </a:cubicBezTo>
                <a:cubicBezTo>
                  <a:pt x="1543" y="210"/>
                  <a:pt x="1570" y="236"/>
                  <a:pt x="1570" y="270"/>
                </a:cubicBezTo>
                <a:close/>
                <a:moveTo>
                  <a:pt x="5670" y="1470"/>
                </a:moveTo>
                <a:cubicBezTo>
                  <a:pt x="5670" y="1503"/>
                  <a:pt x="5643" y="1530"/>
                  <a:pt x="5610" y="1530"/>
                </a:cubicBezTo>
                <a:cubicBezTo>
                  <a:pt x="5576" y="1530"/>
                  <a:pt x="5550" y="1503"/>
                  <a:pt x="5550" y="1470"/>
                </a:cubicBezTo>
                <a:cubicBezTo>
                  <a:pt x="5550" y="1436"/>
                  <a:pt x="5576" y="1410"/>
                  <a:pt x="5610" y="1410"/>
                </a:cubicBezTo>
                <a:cubicBezTo>
                  <a:pt x="5643" y="1410"/>
                  <a:pt x="5670" y="1436"/>
                  <a:pt x="5670" y="1470"/>
                </a:cubicBezTo>
                <a:close/>
                <a:moveTo>
                  <a:pt x="6260" y="490"/>
                </a:moveTo>
                <a:cubicBezTo>
                  <a:pt x="6260" y="523"/>
                  <a:pt x="6233" y="550"/>
                  <a:pt x="6200" y="550"/>
                </a:cubicBezTo>
                <a:cubicBezTo>
                  <a:pt x="6166" y="550"/>
                  <a:pt x="6140" y="523"/>
                  <a:pt x="6140" y="490"/>
                </a:cubicBezTo>
                <a:cubicBezTo>
                  <a:pt x="6140" y="456"/>
                  <a:pt x="6166" y="430"/>
                  <a:pt x="6200" y="430"/>
                </a:cubicBezTo>
                <a:cubicBezTo>
                  <a:pt x="6233" y="430"/>
                  <a:pt x="6260" y="456"/>
                  <a:pt x="6260" y="490"/>
                </a:cubicBezTo>
                <a:close/>
                <a:moveTo>
                  <a:pt x="3530" y="250"/>
                </a:moveTo>
                <a:cubicBezTo>
                  <a:pt x="3530" y="283"/>
                  <a:pt x="3503" y="310"/>
                  <a:pt x="3470" y="310"/>
                </a:cubicBezTo>
                <a:cubicBezTo>
                  <a:pt x="3436" y="310"/>
                  <a:pt x="3410" y="283"/>
                  <a:pt x="3410" y="250"/>
                </a:cubicBezTo>
                <a:cubicBezTo>
                  <a:pt x="3410" y="216"/>
                  <a:pt x="3436" y="190"/>
                  <a:pt x="3470" y="190"/>
                </a:cubicBezTo>
                <a:cubicBezTo>
                  <a:pt x="3503" y="190"/>
                  <a:pt x="3530" y="216"/>
                  <a:pt x="3530" y="250"/>
                </a:cubicBezTo>
                <a:close/>
                <a:moveTo>
                  <a:pt x="5320" y="1830"/>
                </a:moveTo>
                <a:cubicBezTo>
                  <a:pt x="5320" y="1863"/>
                  <a:pt x="5293" y="1890"/>
                  <a:pt x="5260" y="1890"/>
                </a:cubicBezTo>
                <a:cubicBezTo>
                  <a:pt x="5226" y="1890"/>
                  <a:pt x="5200" y="1863"/>
                  <a:pt x="5200" y="1830"/>
                </a:cubicBezTo>
                <a:cubicBezTo>
                  <a:pt x="5200" y="1796"/>
                  <a:pt x="5226" y="1770"/>
                  <a:pt x="5260" y="1770"/>
                </a:cubicBezTo>
                <a:cubicBezTo>
                  <a:pt x="5293" y="1770"/>
                  <a:pt x="5320" y="1796"/>
                  <a:pt x="5320" y="1830"/>
                </a:cubicBezTo>
                <a:close/>
                <a:moveTo>
                  <a:pt x="360" y="1450"/>
                </a:moveTo>
                <a:cubicBezTo>
                  <a:pt x="360" y="1483"/>
                  <a:pt x="333" y="1510"/>
                  <a:pt x="300" y="1510"/>
                </a:cubicBezTo>
                <a:cubicBezTo>
                  <a:pt x="266" y="1510"/>
                  <a:pt x="240" y="1483"/>
                  <a:pt x="240" y="1450"/>
                </a:cubicBezTo>
                <a:cubicBezTo>
                  <a:pt x="240" y="1416"/>
                  <a:pt x="266" y="1390"/>
                  <a:pt x="300" y="1390"/>
                </a:cubicBezTo>
                <a:cubicBezTo>
                  <a:pt x="333" y="1390"/>
                  <a:pt x="360" y="1416"/>
                  <a:pt x="360" y="1450"/>
                </a:cubicBezTo>
                <a:close/>
                <a:moveTo>
                  <a:pt x="330" y="1590"/>
                </a:moveTo>
                <a:cubicBezTo>
                  <a:pt x="330" y="1623"/>
                  <a:pt x="303" y="1650"/>
                  <a:pt x="270" y="1650"/>
                </a:cubicBezTo>
                <a:cubicBezTo>
                  <a:pt x="236" y="1650"/>
                  <a:pt x="210" y="1623"/>
                  <a:pt x="210" y="1590"/>
                </a:cubicBezTo>
                <a:cubicBezTo>
                  <a:pt x="210" y="1556"/>
                  <a:pt x="236" y="1530"/>
                  <a:pt x="270" y="1530"/>
                </a:cubicBezTo>
                <a:cubicBezTo>
                  <a:pt x="303" y="1530"/>
                  <a:pt x="330" y="1556"/>
                  <a:pt x="330" y="1590"/>
                </a:cubicBezTo>
                <a:close/>
                <a:moveTo>
                  <a:pt x="1820" y="1280"/>
                </a:moveTo>
                <a:cubicBezTo>
                  <a:pt x="1820" y="1313"/>
                  <a:pt x="1793" y="1340"/>
                  <a:pt x="1760" y="1340"/>
                </a:cubicBezTo>
                <a:cubicBezTo>
                  <a:pt x="1726" y="1340"/>
                  <a:pt x="1700" y="1313"/>
                  <a:pt x="1700" y="1280"/>
                </a:cubicBezTo>
                <a:cubicBezTo>
                  <a:pt x="1700" y="1246"/>
                  <a:pt x="1726" y="1220"/>
                  <a:pt x="1760" y="1220"/>
                </a:cubicBezTo>
                <a:cubicBezTo>
                  <a:pt x="1793" y="1220"/>
                  <a:pt x="1820" y="1246"/>
                  <a:pt x="1820" y="1280"/>
                </a:cubicBezTo>
                <a:close/>
                <a:moveTo>
                  <a:pt x="6680" y="1370"/>
                </a:moveTo>
                <a:cubicBezTo>
                  <a:pt x="6680" y="1403"/>
                  <a:pt x="6653" y="1430"/>
                  <a:pt x="6620" y="1430"/>
                </a:cubicBezTo>
                <a:cubicBezTo>
                  <a:pt x="6586" y="1430"/>
                  <a:pt x="6560" y="1403"/>
                  <a:pt x="6560" y="1370"/>
                </a:cubicBezTo>
                <a:cubicBezTo>
                  <a:pt x="6560" y="1336"/>
                  <a:pt x="6586" y="1310"/>
                  <a:pt x="6620" y="1310"/>
                </a:cubicBezTo>
                <a:cubicBezTo>
                  <a:pt x="6653" y="1310"/>
                  <a:pt x="6680" y="1336"/>
                  <a:pt x="6680" y="1370"/>
                </a:cubicBezTo>
                <a:close/>
                <a:moveTo>
                  <a:pt x="4090" y="1990"/>
                </a:moveTo>
                <a:cubicBezTo>
                  <a:pt x="4090" y="2023"/>
                  <a:pt x="4063" y="2050"/>
                  <a:pt x="4030" y="2050"/>
                </a:cubicBezTo>
                <a:cubicBezTo>
                  <a:pt x="3996" y="2050"/>
                  <a:pt x="3970" y="2023"/>
                  <a:pt x="3970" y="1990"/>
                </a:cubicBezTo>
                <a:cubicBezTo>
                  <a:pt x="3970" y="1956"/>
                  <a:pt x="3996" y="1930"/>
                  <a:pt x="4030" y="1930"/>
                </a:cubicBezTo>
                <a:cubicBezTo>
                  <a:pt x="4063" y="1930"/>
                  <a:pt x="4090" y="1956"/>
                  <a:pt x="4090" y="1990"/>
                </a:cubicBezTo>
                <a:close/>
                <a:moveTo>
                  <a:pt x="2930" y="1200"/>
                </a:moveTo>
                <a:cubicBezTo>
                  <a:pt x="2930" y="1233"/>
                  <a:pt x="2903" y="1260"/>
                  <a:pt x="2870" y="1260"/>
                </a:cubicBezTo>
                <a:cubicBezTo>
                  <a:pt x="2836" y="1260"/>
                  <a:pt x="2810" y="1233"/>
                  <a:pt x="2810" y="1200"/>
                </a:cubicBezTo>
                <a:cubicBezTo>
                  <a:pt x="2810" y="1166"/>
                  <a:pt x="2836" y="1140"/>
                  <a:pt x="2870" y="1140"/>
                </a:cubicBezTo>
                <a:cubicBezTo>
                  <a:pt x="2903" y="1140"/>
                  <a:pt x="2930" y="1166"/>
                  <a:pt x="2930" y="1200"/>
                </a:cubicBezTo>
                <a:close/>
                <a:moveTo>
                  <a:pt x="5710" y="1170"/>
                </a:moveTo>
                <a:cubicBezTo>
                  <a:pt x="5710" y="1203"/>
                  <a:pt x="5683" y="1230"/>
                  <a:pt x="5650" y="1230"/>
                </a:cubicBezTo>
                <a:cubicBezTo>
                  <a:pt x="5616" y="1230"/>
                  <a:pt x="5590" y="1203"/>
                  <a:pt x="5590" y="1170"/>
                </a:cubicBezTo>
                <a:cubicBezTo>
                  <a:pt x="5590" y="1136"/>
                  <a:pt x="5616" y="1110"/>
                  <a:pt x="5650" y="1110"/>
                </a:cubicBezTo>
                <a:cubicBezTo>
                  <a:pt x="5683" y="1110"/>
                  <a:pt x="5710" y="1136"/>
                  <a:pt x="5710" y="1170"/>
                </a:cubicBezTo>
                <a:close/>
                <a:moveTo>
                  <a:pt x="3420" y="770"/>
                </a:moveTo>
                <a:cubicBezTo>
                  <a:pt x="3420" y="803"/>
                  <a:pt x="3393" y="830"/>
                  <a:pt x="3360" y="830"/>
                </a:cubicBezTo>
                <a:cubicBezTo>
                  <a:pt x="3326" y="830"/>
                  <a:pt x="3300" y="803"/>
                  <a:pt x="3300" y="770"/>
                </a:cubicBezTo>
                <a:cubicBezTo>
                  <a:pt x="3300" y="736"/>
                  <a:pt x="3326" y="710"/>
                  <a:pt x="3360" y="710"/>
                </a:cubicBezTo>
                <a:cubicBezTo>
                  <a:pt x="3393" y="710"/>
                  <a:pt x="3420" y="736"/>
                  <a:pt x="3420" y="770"/>
                </a:cubicBezTo>
                <a:close/>
                <a:moveTo>
                  <a:pt x="2260" y="2040"/>
                </a:moveTo>
                <a:cubicBezTo>
                  <a:pt x="2260" y="2073"/>
                  <a:pt x="2233" y="2100"/>
                  <a:pt x="2200" y="2100"/>
                </a:cubicBezTo>
                <a:cubicBezTo>
                  <a:pt x="2166" y="2100"/>
                  <a:pt x="2140" y="2073"/>
                  <a:pt x="2140" y="2040"/>
                </a:cubicBezTo>
                <a:cubicBezTo>
                  <a:pt x="2140" y="2006"/>
                  <a:pt x="2166" y="1980"/>
                  <a:pt x="2200" y="1980"/>
                </a:cubicBezTo>
                <a:cubicBezTo>
                  <a:pt x="2233" y="1980"/>
                  <a:pt x="2260" y="2006"/>
                  <a:pt x="2260" y="2040"/>
                </a:cubicBezTo>
                <a:close/>
                <a:moveTo>
                  <a:pt x="1560" y="1790"/>
                </a:moveTo>
                <a:cubicBezTo>
                  <a:pt x="1560" y="1823"/>
                  <a:pt x="1533" y="1850"/>
                  <a:pt x="1500" y="1850"/>
                </a:cubicBezTo>
                <a:cubicBezTo>
                  <a:pt x="1466" y="1850"/>
                  <a:pt x="1440" y="1823"/>
                  <a:pt x="1440" y="1790"/>
                </a:cubicBezTo>
                <a:cubicBezTo>
                  <a:pt x="1440" y="1756"/>
                  <a:pt x="1466" y="1730"/>
                  <a:pt x="1500" y="1730"/>
                </a:cubicBezTo>
                <a:cubicBezTo>
                  <a:pt x="1533" y="1730"/>
                  <a:pt x="1560" y="1756"/>
                  <a:pt x="1560" y="1790"/>
                </a:cubicBezTo>
                <a:close/>
                <a:moveTo>
                  <a:pt x="7700" y="630"/>
                </a:moveTo>
                <a:cubicBezTo>
                  <a:pt x="7700" y="663"/>
                  <a:pt x="7673" y="690"/>
                  <a:pt x="7640" y="690"/>
                </a:cubicBezTo>
                <a:cubicBezTo>
                  <a:pt x="7606" y="690"/>
                  <a:pt x="7580" y="663"/>
                  <a:pt x="7580" y="630"/>
                </a:cubicBezTo>
                <a:cubicBezTo>
                  <a:pt x="7580" y="596"/>
                  <a:pt x="7606" y="570"/>
                  <a:pt x="7640" y="570"/>
                </a:cubicBezTo>
                <a:cubicBezTo>
                  <a:pt x="7673" y="570"/>
                  <a:pt x="7700" y="596"/>
                  <a:pt x="7700" y="630"/>
                </a:cubicBezTo>
                <a:close/>
                <a:moveTo>
                  <a:pt x="550" y="1480"/>
                </a:moveTo>
                <a:cubicBezTo>
                  <a:pt x="550" y="1513"/>
                  <a:pt x="523" y="1540"/>
                  <a:pt x="490" y="1540"/>
                </a:cubicBezTo>
                <a:cubicBezTo>
                  <a:pt x="456" y="1540"/>
                  <a:pt x="430" y="1513"/>
                  <a:pt x="430" y="1480"/>
                </a:cubicBezTo>
                <a:cubicBezTo>
                  <a:pt x="430" y="1446"/>
                  <a:pt x="456" y="1420"/>
                  <a:pt x="490" y="1420"/>
                </a:cubicBezTo>
                <a:cubicBezTo>
                  <a:pt x="523" y="1420"/>
                  <a:pt x="550" y="1446"/>
                  <a:pt x="550" y="1480"/>
                </a:cubicBezTo>
                <a:close/>
                <a:moveTo>
                  <a:pt x="2790" y="1350"/>
                </a:moveTo>
                <a:cubicBezTo>
                  <a:pt x="2790" y="1383"/>
                  <a:pt x="2763" y="1410"/>
                  <a:pt x="2730" y="1410"/>
                </a:cubicBezTo>
                <a:cubicBezTo>
                  <a:pt x="2696" y="1410"/>
                  <a:pt x="2670" y="1383"/>
                  <a:pt x="2670" y="1350"/>
                </a:cubicBezTo>
                <a:cubicBezTo>
                  <a:pt x="2670" y="1316"/>
                  <a:pt x="2696" y="1290"/>
                  <a:pt x="2730" y="1290"/>
                </a:cubicBezTo>
                <a:cubicBezTo>
                  <a:pt x="2763" y="1290"/>
                  <a:pt x="2790" y="1316"/>
                  <a:pt x="2790" y="1350"/>
                </a:cubicBezTo>
                <a:close/>
                <a:moveTo>
                  <a:pt x="4780" y="880"/>
                </a:moveTo>
                <a:cubicBezTo>
                  <a:pt x="4780" y="913"/>
                  <a:pt x="4753" y="940"/>
                  <a:pt x="4720" y="940"/>
                </a:cubicBezTo>
                <a:cubicBezTo>
                  <a:pt x="4686" y="940"/>
                  <a:pt x="4660" y="913"/>
                  <a:pt x="4660" y="880"/>
                </a:cubicBezTo>
                <a:cubicBezTo>
                  <a:pt x="4660" y="846"/>
                  <a:pt x="4686" y="820"/>
                  <a:pt x="4720" y="820"/>
                </a:cubicBezTo>
                <a:cubicBezTo>
                  <a:pt x="4753" y="820"/>
                  <a:pt x="4780" y="846"/>
                  <a:pt x="4780" y="880"/>
                </a:cubicBezTo>
                <a:close/>
                <a:moveTo>
                  <a:pt x="7180" y="1150"/>
                </a:moveTo>
                <a:cubicBezTo>
                  <a:pt x="7180" y="1183"/>
                  <a:pt x="7153" y="1210"/>
                  <a:pt x="7120" y="1210"/>
                </a:cubicBezTo>
                <a:cubicBezTo>
                  <a:pt x="7086" y="1210"/>
                  <a:pt x="7060" y="1183"/>
                  <a:pt x="7060" y="1150"/>
                </a:cubicBezTo>
                <a:cubicBezTo>
                  <a:pt x="7060" y="1116"/>
                  <a:pt x="7086" y="1090"/>
                  <a:pt x="7120" y="1090"/>
                </a:cubicBezTo>
                <a:cubicBezTo>
                  <a:pt x="7153" y="1090"/>
                  <a:pt x="7180" y="1116"/>
                  <a:pt x="7180" y="1150"/>
                </a:cubicBezTo>
                <a:close/>
                <a:moveTo>
                  <a:pt x="2660" y="1560"/>
                </a:moveTo>
                <a:cubicBezTo>
                  <a:pt x="2660" y="1593"/>
                  <a:pt x="2633" y="1620"/>
                  <a:pt x="2600" y="1620"/>
                </a:cubicBezTo>
                <a:cubicBezTo>
                  <a:pt x="2566" y="1620"/>
                  <a:pt x="2540" y="1593"/>
                  <a:pt x="2540" y="1560"/>
                </a:cubicBezTo>
                <a:cubicBezTo>
                  <a:pt x="2540" y="1526"/>
                  <a:pt x="2566" y="1500"/>
                  <a:pt x="2600" y="1500"/>
                </a:cubicBezTo>
                <a:cubicBezTo>
                  <a:pt x="2633" y="1500"/>
                  <a:pt x="2660" y="1526"/>
                  <a:pt x="2660" y="1560"/>
                </a:cubicBezTo>
                <a:close/>
                <a:moveTo>
                  <a:pt x="460" y="310"/>
                </a:moveTo>
                <a:cubicBezTo>
                  <a:pt x="460" y="343"/>
                  <a:pt x="433" y="370"/>
                  <a:pt x="400" y="370"/>
                </a:cubicBezTo>
                <a:cubicBezTo>
                  <a:pt x="366" y="370"/>
                  <a:pt x="340" y="343"/>
                  <a:pt x="340" y="310"/>
                </a:cubicBezTo>
                <a:cubicBezTo>
                  <a:pt x="340" y="276"/>
                  <a:pt x="366" y="250"/>
                  <a:pt x="400" y="250"/>
                </a:cubicBezTo>
                <a:cubicBezTo>
                  <a:pt x="433" y="250"/>
                  <a:pt x="460" y="276"/>
                  <a:pt x="460" y="310"/>
                </a:cubicBezTo>
                <a:close/>
                <a:moveTo>
                  <a:pt x="4960" y="1080"/>
                </a:moveTo>
                <a:cubicBezTo>
                  <a:pt x="4960" y="1113"/>
                  <a:pt x="4933" y="1140"/>
                  <a:pt x="4900" y="1140"/>
                </a:cubicBezTo>
                <a:cubicBezTo>
                  <a:pt x="4866" y="1140"/>
                  <a:pt x="4840" y="1113"/>
                  <a:pt x="4840" y="1080"/>
                </a:cubicBezTo>
                <a:cubicBezTo>
                  <a:pt x="4840" y="1046"/>
                  <a:pt x="4866" y="1020"/>
                  <a:pt x="4900" y="1020"/>
                </a:cubicBezTo>
                <a:cubicBezTo>
                  <a:pt x="4933" y="1020"/>
                  <a:pt x="4960" y="1046"/>
                  <a:pt x="4960" y="1080"/>
                </a:cubicBezTo>
                <a:close/>
                <a:moveTo>
                  <a:pt x="1400" y="1940"/>
                </a:moveTo>
                <a:cubicBezTo>
                  <a:pt x="1400" y="1973"/>
                  <a:pt x="1373" y="2000"/>
                  <a:pt x="1340" y="2000"/>
                </a:cubicBezTo>
                <a:cubicBezTo>
                  <a:pt x="1306" y="2000"/>
                  <a:pt x="1280" y="1973"/>
                  <a:pt x="1280" y="1940"/>
                </a:cubicBezTo>
                <a:cubicBezTo>
                  <a:pt x="1280" y="1906"/>
                  <a:pt x="1306" y="1880"/>
                  <a:pt x="1340" y="1880"/>
                </a:cubicBezTo>
                <a:cubicBezTo>
                  <a:pt x="1373" y="1880"/>
                  <a:pt x="1400" y="1906"/>
                  <a:pt x="1400" y="1940"/>
                </a:cubicBezTo>
                <a:close/>
                <a:moveTo>
                  <a:pt x="3220" y="390"/>
                </a:moveTo>
                <a:cubicBezTo>
                  <a:pt x="3220" y="423"/>
                  <a:pt x="3193" y="450"/>
                  <a:pt x="3160" y="450"/>
                </a:cubicBezTo>
                <a:cubicBezTo>
                  <a:pt x="3126" y="450"/>
                  <a:pt x="3100" y="423"/>
                  <a:pt x="3100" y="390"/>
                </a:cubicBezTo>
                <a:cubicBezTo>
                  <a:pt x="3100" y="356"/>
                  <a:pt x="3126" y="330"/>
                  <a:pt x="3160" y="330"/>
                </a:cubicBezTo>
                <a:cubicBezTo>
                  <a:pt x="3193" y="330"/>
                  <a:pt x="3220" y="356"/>
                  <a:pt x="3220" y="390"/>
                </a:cubicBezTo>
                <a:close/>
                <a:moveTo>
                  <a:pt x="4720" y="1080"/>
                </a:moveTo>
                <a:cubicBezTo>
                  <a:pt x="4720" y="1113"/>
                  <a:pt x="4693" y="1140"/>
                  <a:pt x="4660" y="1140"/>
                </a:cubicBezTo>
                <a:cubicBezTo>
                  <a:pt x="4626" y="1140"/>
                  <a:pt x="4600" y="1113"/>
                  <a:pt x="4600" y="1080"/>
                </a:cubicBezTo>
                <a:cubicBezTo>
                  <a:pt x="4600" y="1046"/>
                  <a:pt x="4626" y="1020"/>
                  <a:pt x="4660" y="1020"/>
                </a:cubicBezTo>
                <a:cubicBezTo>
                  <a:pt x="4693" y="1020"/>
                  <a:pt x="4720" y="1046"/>
                  <a:pt x="4720" y="1080"/>
                </a:cubicBezTo>
                <a:close/>
                <a:moveTo>
                  <a:pt x="120" y="1720"/>
                </a:moveTo>
                <a:cubicBezTo>
                  <a:pt x="120" y="1753"/>
                  <a:pt x="93" y="1780"/>
                  <a:pt x="60" y="1780"/>
                </a:cubicBezTo>
                <a:cubicBezTo>
                  <a:pt x="26" y="1780"/>
                  <a:pt x="0" y="1753"/>
                  <a:pt x="0" y="1720"/>
                </a:cubicBezTo>
                <a:cubicBezTo>
                  <a:pt x="0" y="1686"/>
                  <a:pt x="26" y="1660"/>
                  <a:pt x="60" y="1660"/>
                </a:cubicBezTo>
                <a:cubicBezTo>
                  <a:pt x="93" y="1660"/>
                  <a:pt x="120" y="1686"/>
                  <a:pt x="120" y="1720"/>
                </a:cubicBezTo>
                <a:close/>
                <a:moveTo>
                  <a:pt x="510" y="1960"/>
                </a:moveTo>
                <a:cubicBezTo>
                  <a:pt x="510" y="1993"/>
                  <a:pt x="483" y="2020"/>
                  <a:pt x="450" y="2020"/>
                </a:cubicBezTo>
                <a:cubicBezTo>
                  <a:pt x="416" y="2020"/>
                  <a:pt x="390" y="1993"/>
                  <a:pt x="390" y="1960"/>
                </a:cubicBezTo>
                <a:cubicBezTo>
                  <a:pt x="390" y="1926"/>
                  <a:pt x="416" y="1900"/>
                  <a:pt x="450" y="1900"/>
                </a:cubicBezTo>
                <a:cubicBezTo>
                  <a:pt x="483" y="1900"/>
                  <a:pt x="510" y="1926"/>
                  <a:pt x="510" y="1960"/>
                </a:cubicBezTo>
                <a:close/>
                <a:moveTo>
                  <a:pt x="5430" y="1470"/>
                </a:moveTo>
                <a:cubicBezTo>
                  <a:pt x="5430" y="1503"/>
                  <a:pt x="5403" y="1530"/>
                  <a:pt x="5370" y="1530"/>
                </a:cubicBezTo>
                <a:cubicBezTo>
                  <a:pt x="5336" y="1530"/>
                  <a:pt x="5310" y="1503"/>
                  <a:pt x="5310" y="1470"/>
                </a:cubicBezTo>
                <a:cubicBezTo>
                  <a:pt x="5310" y="1436"/>
                  <a:pt x="5336" y="1410"/>
                  <a:pt x="5370" y="1410"/>
                </a:cubicBezTo>
                <a:cubicBezTo>
                  <a:pt x="5403" y="1410"/>
                  <a:pt x="5430" y="1436"/>
                  <a:pt x="5430" y="1470"/>
                </a:cubicBezTo>
                <a:close/>
                <a:moveTo>
                  <a:pt x="7800" y="2100"/>
                </a:moveTo>
                <a:cubicBezTo>
                  <a:pt x="7800" y="2133"/>
                  <a:pt x="7773" y="2160"/>
                  <a:pt x="7740" y="2160"/>
                </a:cubicBezTo>
                <a:cubicBezTo>
                  <a:pt x="7706" y="2160"/>
                  <a:pt x="7680" y="2133"/>
                  <a:pt x="7680" y="2100"/>
                </a:cubicBezTo>
                <a:cubicBezTo>
                  <a:pt x="7680" y="2066"/>
                  <a:pt x="7706" y="2040"/>
                  <a:pt x="7740" y="2040"/>
                </a:cubicBezTo>
                <a:cubicBezTo>
                  <a:pt x="7773" y="2040"/>
                  <a:pt x="7800" y="2066"/>
                  <a:pt x="7800" y="2100"/>
                </a:cubicBezTo>
                <a:close/>
                <a:moveTo>
                  <a:pt x="2930" y="880"/>
                </a:moveTo>
                <a:cubicBezTo>
                  <a:pt x="2930" y="913"/>
                  <a:pt x="2903" y="940"/>
                  <a:pt x="2870" y="940"/>
                </a:cubicBezTo>
                <a:cubicBezTo>
                  <a:pt x="2836" y="940"/>
                  <a:pt x="2810" y="913"/>
                  <a:pt x="2810" y="880"/>
                </a:cubicBezTo>
                <a:cubicBezTo>
                  <a:pt x="2810" y="846"/>
                  <a:pt x="2836" y="820"/>
                  <a:pt x="2870" y="820"/>
                </a:cubicBezTo>
                <a:cubicBezTo>
                  <a:pt x="2903" y="820"/>
                  <a:pt x="2930" y="846"/>
                  <a:pt x="2930" y="880"/>
                </a:cubicBezTo>
                <a:close/>
                <a:moveTo>
                  <a:pt x="6830" y="900"/>
                </a:moveTo>
                <a:cubicBezTo>
                  <a:pt x="6830" y="933"/>
                  <a:pt x="6803" y="960"/>
                  <a:pt x="6770" y="960"/>
                </a:cubicBezTo>
                <a:cubicBezTo>
                  <a:pt x="6736" y="960"/>
                  <a:pt x="6710" y="933"/>
                  <a:pt x="6710" y="900"/>
                </a:cubicBezTo>
                <a:cubicBezTo>
                  <a:pt x="6710" y="866"/>
                  <a:pt x="6736" y="840"/>
                  <a:pt x="6770" y="840"/>
                </a:cubicBezTo>
                <a:cubicBezTo>
                  <a:pt x="6803" y="840"/>
                  <a:pt x="6830" y="866"/>
                  <a:pt x="6830" y="900"/>
                </a:cubicBezTo>
                <a:close/>
                <a:moveTo>
                  <a:pt x="5800" y="1280"/>
                </a:moveTo>
                <a:cubicBezTo>
                  <a:pt x="5800" y="1313"/>
                  <a:pt x="5773" y="1340"/>
                  <a:pt x="5740" y="1340"/>
                </a:cubicBezTo>
                <a:cubicBezTo>
                  <a:pt x="5706" y="1340"/>
                  <a:pt x="5680" y="1313"/>
                  <a:pt x="5680" y="1280"/>
                </a:cubicBezTo>
                <a:cubicBezTo>
                  <a:pt x="5680" y="1246"/>
                  <a:pt x="5706" y="1220"/>
                  <a:pt x="5740" y="1220"/>
                </a:cubicBezTo>
                <a:cubicBezTo>
                  <a:pt x="5773" y="1220"/>
                  <a:pt x="5800" y="1246"/>
                  <a:pt x="5800" y="1280"/>
                </a:cubicBezTo>
                <a:close/>
                <a:moveTo>
                  <a:pt x="5650" y="2050"/>
                </a:moveTo>
                <a:cubicBezTo>
                  <a:pt x="5650" y="2083"/>
                  <a:pt x="5623" y="2110"/>
                  <a:pt x="5590" y="2110"/>
                </a:cubicBezTo>
                <a:cubicBezTo>
                  <a:pt x="5556" y="2110"/>
                  <a:pt x="5530" y="2083"/>
                  <a:pt x="5530" y="2050"/>
                </a:cubicBezTo>
                <a:cubicBezTo>
                  <a:pt x="5530" y="2016"/>
                  <a:pt x="5556" y="1990"/>
                  <a:pt x="5590" y="1990"/>
                </a:cubicBezTo>
                <a:cubicBezTo>
                  <a:pt x="5623" y="1990"/>
                  <a:pt x="5650" y="2016"/>
                  <a:pt x="5650" y="2050"/>
                </a:cubicBezTo>
                <a:close/>
                <a:moveTo>
                  <a:pt x="4390" y="180"/>
                </a:moveTo>
                <a:cubicBezTo>
                  <a:pt x="4390" y="213"/>
                  <a:pt x="4363" y="240"/>
                  <a:pt x="4330" y="240"/>
                </a:cubicBezTo>
                <a:cubicBezTo>
                  <a:pt x="4296" y="240"/>
                  <a:pt x="4270" y="213"/>
                  <a:pt x="4270" y="180"/>
                </a:cubicBezTo>
                <a:cubicBezTo>
                  <a:pt x="4270" y="146"/>
                  <a:pt x="4296" y="120"/>
                  <a:pt x="4330" y="120"/>
                </a:cubicBezTo>
                <a:cubicBezTo>
                  <a:pt x="4363" y="120"/>
                  <a:pt x="4390" y="146"/>
                  <a:pt x="4390" y="180"/>
                </a:cubicBezTo>
                <a:close/>
                <a:moveTo>
                  <a:pt x="8320" y="240"/>
                </a:moveTo>
                <a:cubicBezTo>
                  <a:pt x="8320" y="273"/>
                  <a:pt x="8293" y="300"/>
                  <a:pt x="8260" y="300"/>
                </a:cubicBezTo>
                <a:cubicBezTo>
                  <a:pt x="8226" y="300"/>
                  <a:pt x="8200" y="273"/>
                  <a:pt x="8200" y="240"/>
                </a:cubicBezTo>
                <a:cubicBezTo>
                  <a:pt x="8200" y="206"/>
                  <a:pt x="8226" y="180"/>
                  <a:pt x="8260" y="180"/>
                </a:cubicBezTo>
                <a:cubicBezTo>
                  <a:pt x="8293" y="180"/>
                  <a:pt x="8320" y="206"/>
                  <a:pt x="8320" y="240"/>
                </a:cubicBezTo>
                <a:close/>
                <a:moveTo>
                  <a:pt x="2480" y="1220"/>
                </a:moveTo>
                <a:cubicBezTo>
                  <a:pt x="2480" y="1253"/>
                  <a:pt x="2453" y="1280"/>
                  <a:pt x="2420" y="1280"/>
                </a:cubicBezTo>
                <a:cubicBezTo>
                  <a:pt x="2386" y="1280"/>
                  <a:pt x="2360" y="1253"/>
                  <a:pt x="2360" y="1220"/>
                </a:cubicBezTo>
                <a:cubicBezTo>
                  <a:pt x="2360" y="1186"/>
                  <a:pt x="2386" y="1160"/>
                  <a:pt x="2420" y="1160"/>
                </a:cubicBezTo>
                <a:cubicBezTo>
                  <a:pt x="2453" y="1160"/>
                  <a:pt x="2480" y="1186"/>
                  <a:pt x="2480" y="1220"/>
                </a:cubicBezTo>
                <a:close/>
                <a:moveTo>
                  <a:pt x="6850" y="1710"/>
                </a:moveTo>
                <a:cubicBezTo>
                  <a:pt x="6850" y="1743"/>
                  <a:pt x="6823" y="1770"/>
                  <a:pt x="6790" y="1770"/>
                </a:cubicBezTo>
                <a:cubicBezTo>
                  <a:pt x="6756" y="1770"/>
                  <a:pt x="6730" y="1743"/>
                  <a:pt x="6730" y="1710"/>
                </a:cubicBezTo>
                <a:cubicBezTo>
                  <a:pt x="6730" y="1676"/>
                  <a:pt x="6756" y="1650"/>
                  <a:pt x="6790" y="1650"/>
                </a:cubicBezTo>
                <a:cubicBezTo>
                  <a:pt x="6823" y="1650"/>
                  <a:pt x="6850" y="1676"/>
                  <a:pt x="6850" y="1710"/>
                </a:cubicBezTo>
                <a:close/>
                <a:moveTo>
                  <a:pt x="380" y="160"/>
                </a:moveTo>
                <a:cubicBezTo>
                  <a:pt x="380" y="193"/>
                  <a:pt x="353" y="220"/>
                  <a:pt x="320" y="220"/>
                </a:cubicBezTo>
                <a:cubicBezTo>
                  <a:pt x="286" y="220"/>
                  <a:pt x="260" y="193"/>
                  <a:pt x="260" y="160"/>
                </a:cubicBezTo>
                <a:cubicBezTo>
                  <a:pt x="260" y="126"/>
                  <a:pt x="286" y="100"/>
                  <a:pt x="320" y="100"/>
                </a:cubicBezTo>
                <a:cubicBezTo>
                  <a:pt x="353" y="100"/>
                  <a:pt x="380" y="126"/>
                  <a:pt x="380" y="160"/>
                </a:cubicBezTo>
                <a:close/>
                <a:moveTo>
                  <a:pt x="7200" y="1800"/>
                </a:moveTo>
                <a:cubicBezTo>
                  <a:pt x="7200" y="1833"/>
                  <a:pt x="7173" y="1860"/>
                  <a:pt x="7140" y="1860"/>
                </a:cubicBezTo>
                <a:cubicBezTo>
                  <a:pt x="7106" y="1860"/>
                  <a:pt x="7080" y="1833"/>
                  <a:pt x="7080" y="1800"/>
                </a:cubicBezTo>
                <a:cubicBezTo>
                  <a:pt x="7080" y="1766"/>
                  <a:pt x="7106" y="1740"/>
                  <a:pt x="7140" y="1740"/>
                </a:cubicBezTo>
                <a:cubicBezTo>
                  <a:pt x="7173" y="1740"/>
                  <a:pt x="7200" y="1766"/>
                  <a:pt x="7200" y="1800"/>
                </a:cubicBezTo>
                <a:close/>
                <a:moveTo>
                  <a:pt x="2890" y="1660"/>
                </a:moveTo>
                <a:cubicBezTo>
                  <a:pt x="2890" y="1693"/>
                  <a:pt x="2863" y="1720"/>
                  <a:pt x="2830" y="1720"/>
                </a:cubicBezTo>
                <a:cubicBezTo>
                  <a:pt x="2796" y="1720"/>
                  <a:pt x="2770" y="1693"/>
                  <a:pt x="2770" y="1660"/>
                </a:cubicBezTo>
                <a:cubicBezTo>
                  <a:pt x="2770" y="1626"/>
                  <a:pt x="2796" y="1600"/>
                  <a:pt x="2830" y="1600"/>
                </a:cubicBezTo>
                <a:cubicBezTo>
                  <a:pt x="2863" y="1600"/>
                  <a:pt x="2890" y="1626"/>
                  <a:pt x="2890" y="1660"/>
                </a:cubicBezTo>
                <a:close/>
                <a:moveTo>
                  <a:pt x="5630" y="1750"/>
                </a:moveTo>
                <a:cubicBezTo>
                  <a:pt x="5630" y="1783"/>
                  <a:pt x="5603" y="1810"/>
                  <a:pt x="5570" y="1810"/>
                </a:cubicBezTo>
                <a:cubicBezTo>
                  <a:pt x="5536" y="1810"/>
                  <a:pt x="5510" y="1783"/>
                  <a:pt x="5510" y="1750"/>
                </a:cubicBezTo>
                <a:cubicBezTo>
                  <a:pt x="5510" y="1716"/>
                  <a:pt x="5536" y="1690"/>
                  <a:pt x="5570" y="1690"/>
                </a:cubicBezTo>
                <a:cubicBezTo>
                  <a:pt x="5603" y="1690"/>
                  <a:pt x="5630" y="1716"/>
                  <a:pt x="5630" y="1750"/>
                </a:cubicBezTo>
                <a:close/>
                <a:moveTo>
                  <a:pt x="8130" y="1150"/>
                </a:moveTo>
                <a:cubicBezTo>
                  <a:pt x="8130" y="1183"/>
                  <a:pt x="8103" y="1210"/>
                  <a:pt x="8070" y="1210"/>
                </a:cubicBezTo>
                <a:cubicBezTo>
                  <a:pt x="8036" y="1210"/>
                  <a:pt x="8010" y="1183"/>
                  <a:pt x="8010" y="1150"/>
                </a:cubicBezTo>
                <a:cubicBezTo>
                  <a:pt x="8010" y="1116"/>
                  <a:pt x="8036" y="1090"/>
                  <a:pt x="8070" y="1090"/>
                </a:cubicBezTo>
                <a:cubicBezTo>
                  <a:pt x="8103" y="1090"/>
                  <a:pt x="8130" y="1116"/>
                  <a:pt x="8130" y="1150"/>
                </a:cubicBezTo>
                <a:close/>
                <a:moveTo>
                  <a:pt x="2630" y="1840"/>
                </a:moveTo>
                <a:cubicBezTo>
                  <a:pt x="2630" y="1873"/>
                  <a:pt x="2603" y="1900"/>
                  <a:pt x="2570" y="1900"/>
                </a:cubicBezTo>
                <a:cubicBezTo>
                  <a:pt x="2536" y="1900"/>
                  <a:pt x="2510" y="1873"/>
                  <a:pt x="2510" y="1840"/>
                </a:cubicBezTo>
                <a:cubicBezTo>
                  <a:pt x="2510" y="1806"/>
                  <a:pt x="2536" y="1780"/>
                  <a:pt x="2570" y="1780"/>
                </a:cubicBezTo>
                <a:cubicBezTo>
                  <a:pt x="2603" y="1780"/>
                  <a:pt x="2630" y="1806"/>
                  <a:pt x="2630" y="1840"/>
                </a:cubicBezTo>
                <a:close/>
                <a:moveTo>
                  <a:pt x="3670" y="1720"/>
                </a:moveTo>
                <a:cubicBezTo>
                  <a:pt x="3670" y="1753"/>
                  <a:pt x="3643" y="1780"/>
                  <a:pt x="3610" y="1780"/>
                </a:cubicBezTo>
                <a:cubicBezTo>
                  <a:pt x="3576" y="1780"/>
                  <a:pt x="3550" y="1753"/>
                  <a:pt x="3550" y="1720"/>
                </a:cubicBezTo>
                <a:cubicBezTo>
                  <a:pt x="3550" y="1686"/>
                  <a:pt x="3576" y="1660"/>
                  <a:pt x="3610" y="1660"/>
                </a:cubicBezTo>
                <a:cubicBezTo>
                  <a:pt x="3643" y="1660"/>
                  <a:pt x="3670" y="1686"/>
                  <a:pt x="3670" y="1720"/>
                </a:cubicBezTo>
                <a:close/>
                <a:moveTo>
                  <a:pt x="3270" y="60"/>
                </a:moveTo>
                <a:cubicBezTo>
                  <a:pt x="3270" y="93"/>
                  <a:pt x="3243" y="120"/>
                  <a:pt x="3210" y="120"/>
                </a:cubicBezTo>
                <a:cubicBezTo>
                  <a:pt x="3176" y="120"/>
                  <a:pt x="3150" y="93"/>
                  <a:pt x="3150" y="60"/>
                </a:cubicBezTo>
                <a:cubicBezTo>
                  <a:pt x="3150" y="26"/>
                  <a:pt x="3176" y="0"/>
                  <a:pt x="3210" y="0"/>
                </a:cubicBezTo>
                <a:cubicBezTo>
                  <a:pt x="3243" y="0"/>
                  <a:pt x="3270" y="26"/>
                  <a:pt x="3270" y="60"/>
                </a:cubicBezTo>
                <a:close/>
                <a:moveTo>
                  <a:pt x="4440" y="910"/>
                </a:moveTo>
                <a:cubicBezTo>
                  <a:pt x="4440" y="943"/>
                  <a:pt x="4413" y="970"/>
                  <a:pt x="4380" y="970"/>
                </a:cubicBezTo>
                <a:cubicBezTo>
                  <a:pt x="4346" y="970"/>
                  <a:pt x="4320" y="943"/>
                  <a:pt x="4320" y="910"/>
                </a:cubicBezTo>
                <a:cubicBezTo>
                  <a:pt x="4320" y="876"/>
                  <a:pt x="4346" y="850"/>
                  <a:pt x="4380" y="850"/>
                </a:cubicBezTo>
                <a:cubicBezTo>
                  <a:pt x="4413" y="850"/>
                  <a:pt x="4440" y="876"/>
                  <a:pt x="4440" y="91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9" name="!!PleuraVisceral"/>
          <p:cNvGrpSpPr/>
          <p:nvPr/>
        </p:nvGrpSpPr>
        <p:grpSpPr>
          <a:xfrm>
            <a:off x="-142646" y="4134899"/>
            <a:ext cx="7783373" cy="268971"/>
            <a:chOff x="-142646" y="4134899"/>
            <a:chExt cx="7783373" cy="268971"/>
          </a:xfrm>
        </p:grpSpPr>
        <p:sp>
          <p:nvSpPr>
            <p:cNvPr id="40" name="Forma 39"/>
            <p:cNvSpPr/>
            <p:nvPr/>
          </p:nvSpPr>
          <p:spPr>
            <a:xfrm>
              <a:off x="-142646" y="4139973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-80101" y="4134899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1938" y="4160273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3" name="!!CapilarPulmonar"/>
          <p:cNvSpPr/>
          <p:nvPr/>
        </p:nvSpPr>
        <p:spPr>
          <a:xfrm>
            <a:off x="-142646" y="4282071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4" name="!!Alveolos"/>
          <p:cNvGrpSpPr/>
          <p:nvPr/>
        </p:nvGrpSpPr>
        <p:grpSpPr>
          <a:xfrm>
            <a:off x="-142646" y="4444469"/>
            <a:ext cx="7845918" cy="1499131"/>
            <a:chOff x="-142646" y="4444469"/>
            <a:chExt cx="7845918" cy="1499131"/>
          </a:xfrm>
        </p:grpSpPr>
        <p:sp>
          <p:nvSpPr>
            <p:cNvPr id="45" name="Forma 44"/>
            <p:cNvSpPr/>
            <p:nvPr/>
          </p:nvSpPr>
          <p:spPr>
            <a:xfrm>
              <a:off x="-142646" y="4444469"/>
              <a:ext cx="7783373" cy="149913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28382" y="4500293"/>
              <a:ext cx="7574890" cy="954085"/>
            </a:xfrm>
            <a:custGeom>
              <a:avLst/>
              <a:gdLst/>
              <a:ahLst/>
              <a:cxnLst/>
              <a:rect l="0" t="0" r="r" b="b"/>
              <a:pathLst>
                <a:path w="10900" h="1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8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proteínas · más LDH · más células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(PMN o linfocitos).</a:t>
            </a:r>
            <a:endParaRPr lang="es-AR" sz="1750" dirty="0">
              <a:latin typeface="Mali"/>
            </a:endParaRPr>
          </a:p>
        </p:txBody>
      </p:sp>
      <p:grpSp>
        <p:nvGrpSpPr>
          <p:cNvPr id="49" name="!!TablaEx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50" name="Forma 49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52" name="!!TablaEx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53" name="Forma 52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4" name="Forma 53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5" name="!!TablaEx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56" name="Forma 55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7" name="Forma 56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8" name="!!TablaExudado fila 3"/>
          <p:cNvGrpSpPr/>
          <p:nvPr/>
        </p:nvGrpSpPr>
        <p:grpSpPr>
          <a:xfrm>
            <a:off x="7498080" y="2066544"/>
            <a:ext cx="4389120" cy="569595"/>
            <a:chOff x="7498080" y="2066544"/>
            <a:chExt cx="4389120" cy="569595"/>
          </a:xfrm>
        </p:grpSpPr>
        <p:sp>
          <p:nvSpPr>
            <p:cNvPr id="59" name="Forma 58"/>
            <p:cNvSpPr/>
            <p:nvPr/>
          </p:nvSpPr>
          <p:spPr>
            <a:xfrm>
              <a:off x="7498080" y="2066544"/>
              <a:ext cx="1908313" cy="56959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0" name="Forma 59"/>
            <p:cNvSpPr/>
            <p:nvPr/>
          </p:nvSpPr>
          <p:spPr>
            <a:xfrm>
              <a:off x="9406393" y="2066544"/>
              <a:ext cx="2480807" cy="56959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Muchas: PMN o linfocitos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1" name="!!TuboExudado"/>
          <p:cNvGrpSpPr/>
          <p:nvPr/>
        </p:nvGrpSpPr>
        <p:grpSpPr>
          <a:xfrm>
            <a:off x="7498080" y="3108960"/>
            <a:ext cx="1463040" cy="3072384"/>
            <a:chOff x="7498080" y="3108960"/>
            <a:chExt cx="1463040" cy="3072384"/>
          </a:xfrm>
        </p:grpSpPr>
        <p:sp>
          <p:nvSpPr>
            <p:cNvPr id="62" name="Forma 61"/>
            <p:cNvSpPr/>
            <p:nvPr/>
          </p:nvSpPr>
          <p:spPr>
            <a:xfrm>
              <a:off x="7717536" y="3108960"/>
              <a:ext cx="1024128" cy="26517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836408" y="4281038"/>
              <a:ext cx="786384" cy="14399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7836408" y="4241262"/>
              <a:ext cx="786384" cy="92812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882128" y="4387108"/>
              <a:ext cx="694944" cy="11837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721" y="298"/>
                  </a:moveTo>
                  <a:cubicBezTo>
                    <a:pt x="721" y="325"/>
                    <a:pt x="699" y="347"/>
                    <a:pt x="672" y="347"/>
                  </a:cubicBezTo>
                  <a:cubicBezTo>
                    <a:pt x="644" y="347"/>
                    <a:pt x="623" y="325"/>
                    <a:pt x="623" y="298"/>
                  </a:cubicBezTo>
                  <a:cubicBezTo>
                    <a:pt x="623" y="270"/>
                    <a:pt x="644" y="249"/>
                    <a:pt x="672" y="249"/>
                  </a:cubicBezTo>
                  <a:cubicBezTo>
                    <a:pt x="699" y="249"/>
                    <a:pt x="721" y="270"/>
                    <a:pt x="721" y="298"/>
                  </a:cubicBezTo>
                  <a:close/>
                  <a:moveTo>
                    <a:pt x="512" y="152"/>
                  </a:moveTo>
                  <a:cubicBezTo>
                    <a:pt x="512" y="181"/>
                    <a:pt x="488" y="205"/>
                    <a:pt x="459" y="205"/>
                  </a:cubicBezTo>
                  <a:cubicBezTo>
                    <a:pt x="429" y="205"/>
                    <a:pt x="406" y="181"/>
                    <a:pt x="406" y="152"/>
                  </a:cubicBezTo>
                  <a:cubicBezTo>
                    <a:pt x="406" y="122"/>
                    <a:pt x="429" y="99"/>
                    <a:pt x="459" y="99"/>
                  </a:cubicBezTo>
                  <a:cubicBezTo>
                    <a:pt x="488" y="99"/>
                    <a:pt x="512" y="122"/>
                    <a:pt x="512" y="152"/>
                  </a:cubicBezTo>
                  <a:close/>
                  <a:moveTo>
                    <a:pt x="562" y="859"/>
                  </a:moveTo>
                  <a:cubicBezTo>
                    <a:pt x="562" y="879"/>
                    <a:pt x="545" y="896"/>
                    <a:pt x="525" y="896"/>
                  </a:cubicBezTo>
                  <a:cubicBezTo>
                    <a:pt x="504" y="896"/>
                    <a:pt x="488" y="879"/>
                    <a:pt x="488" y="859"/>
                  </a:cubicBezTo>
                  <a:cubicBezTo>
                    <a:pt x="488" y="838"/>
                    <a:pt x="504" y="822"/>
                    <a:pt x="525" y="822"/>
                  </a:cubicBezTo>
                  <a:cubicBezTo>
                    <a:pt x="545" y="822"/>
                    <a:pt x="562" y="838"/>
                    <a:pt x="562" y="859"/>
                  </a:cubicBezTo>
                  <a:close/>
                  <a:moveTo>
                    <a:pt x="672" y="765"/>
                  </a:moveTo>
                  <a:cubicBezTo>
                    <a:pt x="672" y="794"/>
                    <a:pt x="648" y="818"/>
                    <a:pt x="619" y="818"/>
                  </a:cubicBezTo>
                  <a:cubicBezTo>
                    <a:pt x="589" y="818"/>
                    <a:pt x="566" y="794"/>
                    <a:pt x="566" y="765"/>
                  </a:cubicBezTo>
                  <a:cubicBezTo>
                    <a:pt x="566" y="735"/>
                    <a:pt x="589" y="712"/>
                    <a:pt x="619" y="712"/>
                  </a:cubicBezTo>
                  <a:cubicBezTo>
                    <a:pt x="648" y="712"/>
                    <a:pt x="672" y="735"/>
                    <a:pt x="672" y="765"/>
                  </a:cubicBezTo>
                  <a:close/>
                  <a:moveTo>
                    <a:pt x="789" y="244"/>
                  </a:moveTo>
                  <a:cubicBezTo>
                    <a:pt x="789" y="262"/>
                    <a:pt x="774" y="277"/>
                    <a:pt x="756" y="277"/>
                  </a:cubicBezTo>
                  <a:cubicBezTo>
                    <a:pt x="737" y="277"/>
                    <a:pt x="723" y="262"/>
                    <a:pt x="723" y="244"/>
                  </a:cubicBezTo>
                  <a:cubicBezTo>
                    <a:pt x="723" y="225"/>
                    <a:pt x="737" y="211"/>
                    <a:pt x="756" y="211"/>
                  </a:cubicBezTo>
                  <a:cubicBezTo>
                    <a:pt x="774" y="211"/>
                    <a:pt x="789" y="225"/>
                    <a:pt x="789" y="244"/>
                  </a:cubicBezTo>
                  <a:close/>
                  <a:moveTo>
                    <a:pt x="512" y="540"/>
                  </a:moveTo>
                  <a:cubicBezTo>
                    <a:pt x="512" y="568"/>
                    <a:pt x="488" y="592"/>
                    <a:pt x="460" y="592"/>
                  </a:cubicBezTo>
                  <a:cubicBezTo>
                    <a:pt x="431" y="592"/>
                    <a:pt x="408" y="568"/>
                    <a:pt x="408" y="540"/>
                  </a:cubicBezTo>
                  <a:cubicBezTo>
                    <a:pt x="408" y="511"/>
                    <a:pt x="431" y="488"/>
                    <a:pt x="460" y="488"/>
                  </a:cubicBezTo>
                  <a:cubicBezTo>
                    <a:pt x="488" y="488"/>
                    <a:pt x="512" y="511"/>
                    <a:pt x="512" y="540"/>
                  </a:cubicBezTo>
                  <a:close/>
                  <a:moveTo>
                    <a:pt x="439" y="651"/>
                  </a:moveTo>
                  <a:cubicBezTo>
                    <a:pt x="439" y="674"/>
                    <a:pt x="420" y="693"/>
                    <a:pt x="397" y="693"/>
                  </a:cubicBezTo>
                  <a:cubicBezTo>
                    <a:pt x="373" y="693"/>
                    <a:pt x="355" y="674"/>
                    <a:pt x="355" y="651"/>
                  </a:cubicBezTo>
                  <a:cubicBezTo>
                    <a:pt x="355" y="627"/>
                    <a:pt x="373" y="609"/>
                    <a:pt x="397" y="609"/>
                  </a:cubicBezTo>
                  <a:cubicBezTo>
                    <a:pt x="420" y="609"/>
                    <a:pt x="439" y="627"/>
                    <a:pt x="439" y="651"/>
                  </a:cubicBezTo>
                  <a:close/>
                  <a:moveTo>
                    <a:pt x="587" y="823"/>
                  </a:moveTo>
                  <a:cubicBezTo>
                    <a:pt x="587" y="850"/>
                    <a:pt x="564" y="873"/>
                    <a:pt x="537" y="873"/>
                  </a:cubicBezTo>
                  <a:cubicBezTo>
                    <a:pt x="509" y="873"/>
                    <a:pt x="487" y="850"/>
                    <a:pt x="487" y="823"/>
                  </a:cubicBezTo>
                  <a:cubicBezTo>
                    <a:pt x="487" y="795"/>
                    <a:pt x="509" y="773"/>
                    <a:pt x="537" y="773"/>
                  </a:cubicBezTo>
                  <a:cubicBezTo>
                    <a:pt x="564" y="773"/>
                    <a:pt x="587" y="795"/>
                    <a:pt x="587" y="823"/>
                  </a:cubicBezTo>
                  <a:close/>
                  <a:moveTo>
                    <a:pt x="335" y="870"/>
                  </a:moveTo>
                  <a:cubicBezTo>
                    <a:pt x="335" y="892"/>
                    <a:pt x="317" y="910"/>
                    <a:pt x="295" y="910"/>
                  </a:cubicBezTo>
                  <a:cubicBezTo>
                    <a:pt x="272" y="910"/>
                    <a:pt x="255" y="892"/>
                    <a:pt x="255" y="870"/>
                  </a:cubicBezTo>
                  <a:cubicBezTo>
                    <a:pt x="255" y="847"/>
                    <a:pt x="272" y="830"/>
                    <a:pt x="295" y="830"/>
                  </a:cubicBezTo>
                  <a:cubicBezTo>
                    <a:pt x="317" y="830"/>
                    <a:pt x="335" y="847"/>
                    <a:pt x="335" y="870"/>
                  </a:cubicBezTo>
                  <a:close/>
                  <a:moveTo>
                    <a:pt x="492" y="878"/>
                  </a:moveTo>
                  <a:cubicBezTo>
                    <a:pt x="492" y="908"/>
                    <a:pt x="467" y="933"/>
                    <a:pt x="437" y="933"/>
                  </a:cubicBezTo>
                  <a:cubicBezTo>
                    <a:pt x="406" y="933"/>
                    <a:pt x="382" y="908"/>
                    <a:pt x="382" y="878"/>
                  </a:cubicBezTo>
                  <a:cubicBezTo>
                    <a:pt x="382" y="847"/>
                    <a:pt x="406" y="823"/>
                    <a:pt x="437" y="823"/>
                  </a:cubicBezTo>
                  <a:cubicBezTo>
                    <a:pt x="467" y="823"/>
                    <a:pt x="492" y="847"/>
                    <a:pt x="492" y="878"/>
                  </a:cubicBezTo>
                  <a:close/>
                  <a:moveTo>
                    <a:pt x="674" y="155"/>
                  </a:moveTo>
                  <a:cubicBezTo>
                    <a:pt x="674" y="178"/>
                    <a:pt x="655" y="197"/>
                    <a:pt x="632" y="197"/>
                  </a:cubicBezTo>
                  <a:cubicBezTo>
                    <a:pt x="608" y="197"/>
                    <a:pt x="590" y="178"/>
                    <a:pt x="590" y="155"/>
                  </a:cubicBezTo>
                  <a:cubicBezTo>
                    <a:pt x="590" y="131"/>
                    <a:pt x="608" y="113"/>
                    <a:pt x="632" y="113"/>
                  </a:cubicBezTo>
                  <a:cubicBezTo>
                    <a:pt x="655" y="113"/>
                    <a:pt x="674" y="131"/>
                    <a:pt x="674" y="155"/>
                  </a:cubicBezTo>
                  <a:close/>
                  <a:moveTo>
                    <a:pt x="322" y="614"/>
                  </a:moveTo>
                  <a:cubicBezTo>
                    <a:pt x="322" y="641"/>
                    <a:pt x="299" y="664"/>
                    <a:pt x="272" y="664"/>
                  </a:cubicBezTo>
                  <a:cubicBezTo>
                    <a:pt x="244" y="664"/>
                    <a:pt x="222" y="641"/>
                    <a:pt x="222" y="614"/>
                  </a:cubicBezTo>
                  <a:cubicBezTo>
                    <a:pt x="222" y="586"/>
                    <a:pt x="244" y="564"/>
                    <a:pt x="272" y="564"/>
                  </a:cubicBezTo>
                  <a:cubicBezTo>
                    <a:pt x="299" y="564"/>
                    <a:pt x="322" y="586"/>
                    <a:pt x="322" y="614"/>
                  </a:cubicBezTo>
                  <a:close/>
                  <a:moveTo>
                    <a:pt x="644" y="714"/>
                  </a:moveTo>
                  <a:cubicBezTo>
                    <a:pt x="644" y="731"/>
                    <a:pt x="629" y="746"/>
                    <a:pt x="612" y="746"/>
                  </a:cubicBezTo>
                  <a:cubicBezTo>
                    <a:pt x="594" y="746"/>
                    <a:pt x="580" y="731"/>
                    <a:pt x="580" y="714"/>
                  </a:cubicBezTo>
                  <a:cubicBezTo>
                    <a:pt x="580" y="696"/>
                    <a:pt x="594" y="682"/>
                    <a:pt x="612" y="682"/>
                  </a:cubicBezTo>
                  <a:cubicBezTo>
                    <a:pt x="629" y="682"/>
                    <a:pt x="644" y="696"/>
                    <a:pt x="644" y="714"/>
                  </a:cubicBezTo>
                  <a:close/>
                  <a:moveTo>
                    <a:pt x="745" y="690"/>
                  </a:moveTo>
                  <a:cubicBezTo>
                    <a:pt x="745" y="722"/>
                    <a:pt x="718" y="749"/>
                    <a:pt x="686" y="749"/>
                  </a:cubicBezTo>
                  <a:cubicBezTo>
                    <a:pt x="653" y="749"/>
                    <a:pt x="627" y="722"/>
                    <a:pt x="627" y="690"/>
                  </a:cubicBezTo>
                  <a:cubicBezTo>
                    <a:pt x="627" y="657"/>
                    <a:pt x="653" y="631"/>
                    <a:pt x="686" y="631"/>
                  </a:cubicBezTo>
                  <a:cubicBezTo>
                    <a:pt x="718" y="631"/>
                    <a:pt x="745" y="657"/>
                    <a:pt x="745" y="6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66" name="Forma 65"/>
            <p:cNvSpPr/>
            <p:nvPr/>
          </p:nvSpPr>
          <p:spPr>
            <a:xfrm>
              <a:off x="7772400" y="3374136"/>
              <a:ext cx="914400" cy="238658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7918704" y="3565063"/>
              <a:ext cx="109728" cy="14319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749808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 (variable)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COMPOSICIÓN</a:t>
            </a:r>
            <a:endParaRPr lang="es-AR" sz="2400" dirty="0">
              <a:latin typeface="Mali"/>
            </a:endParaRPr>
          </a:p>
        </p:txBody>
      </p:sp>
      <p:sp>
        <p:nvSpPr>
          <p:cNvPr id="4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6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24602"/>
            <a:ext cx="3335731" cy="360319"/>
            <a:chOff x="3888029" y="2624602"/>
            <a:chExt cx="3335731" cy="360319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5400000" scaled="0"/>
            </a:gradFill>
            <a:ln w="12700" cap="rnd">
              <a:solidFill>
                <a:srgbClr val="45454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58243" y="2624602"/>
              <a:ext cx="1389888" cy="182697"/>
            </a:xfrm>
            <a:custGeom>
              <a:avLst/>
              <a:gdLst/>
              <a:ahLst/>
              <a:cxnLst/>
              <a:rect l="0" t="0" r="r" b="b"/>
              <a:pathLst>
                <a:path w="2000" h="360">
                  <a:moveTo>
                    <a:pt x="520" y="180"/>
                  </a:moveTo>
                  <a:cubicBezTo>
                    <a:pt x="520" y="279"/>
                    <a:pt x="403" y="360"/>
                    <a:pt x="260" y="360"/>
                  </a:cubicBezTo>
                  <a:cubicBezTo>
                    <a:pt x="116" y="360"/>
                    <a:pt x="0" y="279"/>
                    <a:pt x="0" y="180"/>
                  </a:cubicBezTo>
                  <a:cubicBezTo>
                    <a:pt x="0" y="80"/>
                    <a:pt x="116" y="0"/>
                    <a:pt x="260" y="0"/>
                  </a:cubicBezTo>
                  <a:cubicBezTo>
                    <a:pt x="403" y="0"/>
                    <a:pt x="520" y="80"/>
                    <a:pt x="520" y="180"/>
                  </a:cubicBezTo>
                  <a:close/>
                  <a:moveTo>
                    <a:pt x="2000" y="180"/>
                  </a:moveTo>
                  <a:cubicBezTo>
                    <a:pt x="2000" y="273"/>
                    <a:pt x="1892" y="350"/>
                    <a:pt x="1760" y="350"/>
                  </a:cubicBezTo>
                  <a:cubicBezTo>
                    <a:pt x="1627" y="350"/>
                    <a:pt x="1520" y="273"/>
                    <a:pt x="1520" y="180"/>
                  </a:cubicBezTo>
                  <a:cubicBezTo>
                    <a:pt x="1520" y="86"/>
                    <a:pt x="1627" y="10"/>
                    <a:pt x="1760" y="10"/>
                  </a:cubicBezTo>
                  <a:cubicBezTo>
                    <a:pt x="1892" y="10"/>
                    <a:pt x="2000" y="86"/>
                    <a:pt x="2000" y="18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4A235A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2989997"/>
            <a:ext cx="6949440" cy="1149977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5" name="!!Leucocitos"/>
          <p:cNvGrpSpPr/>
          <p:nvPr/>
        </p:nvGrpSpPr>
        <p:grpSpPr>
          <a:xfrm>
            <a:off x="746882" y="3040746"/>
            <a:ext cx="6282294" cy="908411"/>
            <a:chOff x="746882" y="3040746"/>
            <a:chExt cx="6282294" cy="908411"/>
          </a:xfrm>
        </p:grpSpPr>
        <p:sp>
          <p:nvSpPr>
            <p:cNvPr id="36" name="Forma 35"/>
            <p:cNvSpPr/>
            <p:nvPr/>
          </p:nvSpPr>
          <p:spPr>
            <a:xfrm>
              <a:off x="746882" y="3040746"/>
              <a:ext cx="6282294" cy="908411"/>
            </a:xfrm>
            <a:custGeom>
              <a:avLst/>
              <a:gdLst/>
              <a:ahLst/>
              <a:cxnLst/>
              <a:rect l="0" t="0" r="r" b="b"/>
              <a:pathLst>
                <a:path w="9040" h="1790">
                  <a:moveTo>
                    <a:pt x="3040" y="400"/>
                  </a:moveTo>
                  <a:cubicBezTo>
                    <a:pt x="3040" y="460"/>
                    <a:pt x="2990" y="510"/>
                    <a:pt x="2930" y="510"/>
                  </a:cubicBezTo>
                  <a:cubicBezTo>
                    <a:pt x="2869" y="510"/>
                    <a:pt x="2820" y="460"/>
                    <a:pt x="2820" y="400"/>
                  </a:cubicBezTo>
                  <a:cubicBezTo>
                    <a:pt x="2820" y="339"/>
                    <a:pt x="2869" y="290"/>
                    <a:pt x="2930" y="290"/>
                  </a:cubicBezTo>
                  <a:cubicBezTo>
                    <a:pt x="2990" y="290"/>
                    <a:pt x="3040" y="339"/>
                    <a:pt x="3040" y="400"/>
                  </a:cubicBezTo>
                  <a:close/>
                  <a:moveTo>
                    <a:pt x="3770" y="1680"/>
                  </a:moveTo>
                  <a:cubicBezTo>
                    <a:pt x="3770" y="1740"/>
                    <a:pt x="3720" y="1790"/>
                    <a:pt x="3660" y="1790"/>
                  </a:cubicBezTo>
                  <a:cubicBezTo>
                    <a:pt x="3599" y="1790"/>
                    <a:pt x="3550" y="1740"/>
                    <a:pt x="3550" y="1680"/>
                  </a:cubicBezTo>
                  <a:cubicBezTo>
                    <a:pt x="3550" y="1619"/>
                    <a:pt x="3599" y="1570"/>
                    <a:pt x="3660" y="1570"/>
                  </a:cubicBezTo>
                  <a:cubicBezTo>
                    <a:pt x="3720" y="1570"/>
                    <a:pt x="3770" y="1619"/>
                    <a:pt x="3770" y="1680"/>
                  </a:cubicBezTo>
                  <a:close/>
                  <a:moveTo>
                    <a:pt x="220" y="200"/>
                  </a:moveTo>
                  <a:cubicBezTo>
                    <a:pt x="220" y="260"/>
                    <a:pt x="170" y="310"/>
                    <a:pt x="110" y="310"/>
                  </a:cubicBezTo>
                  <a:cubicBezTo>
                    <a:pt x="49" y="310"/>
                    <a:pt x="0" y="260"/>
                    <a:pt x="0" y="200"/>
                  </a:cubicBezTo>
                  <a:cubicBezTo>
                    <a:pt x="0" y="139"/>
                    <a:pt x="49" y="90"/>
                    <a:pt x="110" y="90"/>
                  </a:cubicBezTo>
                  <a:cubicBezTo>
                    <a:pt x="170" y="90"/>
                    <a:pt x="220" y="139"/>
                    <a:pt x="220" y="200"/>
                  </a:cubicBezTo>
                  <a:close/>
                  <a:moveTo>
                    <a:pt x="8130" y="1390"/>
                  </a:moveTo>
                  <a:cubicBezTo>
                    <a:pt x="8130" y="1450"/>
                    <a:pt x="8080" y="1500"/>
                    <a:pt x="8020" y="1500"/>
                  </a:cubicBezTo>
                  <a:cubicBezTo>
                    <a:pt x="7959" y="1500"/>
                    <a:pt x="7910" y="1450"/>
                    <a:pt x="7910" y="1390"/>
                  </a:cubicBezTo>
                  <a:cubicBezTo>
                    <a:pt x="7910" y="1329"/>
                    <a:pt x="7959" y="1280"/>
                    <a:pt x="8020" y="1280"/>
                  </a:cubicBezTo>
                  <a:cubicBezTo>
                    <a:pt x="8080" y="1280"/>
                    <a:pt x="8130" y="1329"/>
                    <a:pt x="8130" y="1390"/>
                  </a:cubicBezTo>
                  <a:close/>
                  <a:moveTo>
                    <a:pt x="690" y="950"/>
                  </a:moveTo>
                  <a:cubicBezTo>
                    <a:pt x="690" y="1010"/>
                    <a:pt x="640" y="1060"/>
                    <a:pt x="580" y="1060"/>
                  </a:cubicBezTo>
                  <a:cubicBezTo>
                    <a:pt x="519" y="1060"/>
                    <a:pt x="470" y="1010"/>
                    <a:pt x="470" y="950"/>
                  </a:cubicBezTo>
                  <a:cubicBezTo>
                    <a:pt x="470" y="889"/>
                    <a:pt x="519" y="840"/>
                    <a:pt x="580" y="840"/>
                  </a:cubicBezTo>
                  <a:cubicBezTo>
                    <a:pt x="640" y="840"/>
                    <a:pt x="690" y="889"/>
                    <a:pt x="690" y="950"/>
                  </a:cubicBezTo>
                  <a:close/>
                  <a:moveTo>
                    <a:pt x="5690" y="160"/>
                  </a:moveTo>
                  <a:cubicBezTo>
                    <a:pt x="5690" y="220"/>
                    <a:pt x="5640" y="270"/>
                    <a:pt x="5580" y="270"/>
                  </a:cubicBezTo>
                  <a:cubicBezTo>
                    <a:pt x="5519" y="270"/>
                    <a:pt x="5470" y="220"/>
                    <a:pt x="5470" y="160"/>
                  </a:cubicBezTo>
                  <a:cubicBezTo>
                    <a:pt x="5470" y="99"/>
                    <a:pt x="5519" y="50"/>
                    <a:pt x="5580" y="50"/>
                  </a:cubicBezTo>
                  <a:cubicBezTo>
                    <a:pt x="5640" y="50"/>
                    <a:pt x="5690" y="99"/>
                    <a:pt x="5690" y="160"/>
                  </a:cubicBezTo>
                  <a:close/>
                  <a:moveTo>
                    <a:pt x="9040" y="1310"/>
                  </a:moveTo>
                  <a:cubicBezTo>
                    <a:pt x="9040" y="1370"/>
                    <a:pt x="8990" y="1420"/>
                    <a:pt x="8930" y="1420"/>
                  </a:cubicBezTo>
                  <a:cubicBezTo>
                    <a:pt x="8869" y="1420"/>
                    <a:pt x="8820" y="1370"/>
                    <a:pt x="8820" y="1310"/>
                  </a:cubicBezTo>
                  <a:cubicBezTo>
                    <a:pt x="8820" y="1249"/>
                    <a:pt x="8869" y="1200"/>
                    <a:pt x="8930" y="1200"/>
                  </a:cubicBezTo>
                  <a:cubicBezTo>
                    <a:pt x="8990" y="1200"/>
                    <a:pt x="9040" y="1249"/>
                    <a:pt x="9040" y="13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  <a:moveTo>
                    <a:pt x="610" y="1130"/>
                  </a:moveTo>
                  <a:cubicBezTo>
                    <a:pt x="610" y="1190"/>
                    <a:pt x="560" y="1240"/>
                    <a:pt x="500" y="1240"/>
                  </a:cubicBezTo>
                  <a:cubicBezTo>
                    <a:pt x="439" y="1240"/>
                    <a:pt x="390" y="1190"/>
                    <a:pt x="390" y="1130"/>
                  </a:cubicBezTo>
                  <a:cubicBezTo>
                    <a:pt x="390" y="1069"/>
                    <a:pt x="439" y="1020"/>
                    <a:pt x="500" y="1020"/>
                  </a:cubicBezTo>
                  <a:cubicBezTo>
                    <a:pt x="560" y="1020"/>
                    <a:pt x="610" y="1069"/>
                    <a:pt x="610" y="1130"/>
                  </a:cubicBezTo>
                  <a:close/>
                  <a:moveTo>
                    <a:pt x="4010" y="190"/>
                  </a:moveTo>
                  <a:cubicBezTo>
                    <a:pt x="4010" y="250"/>
                    <a:pt x="3960" y="300"/>
                    <a:pt x="3900" y="300"/>
                  </a:cubicBezTo>
                  <a:cubicBezTo>
                    <a:pt x="3839" y="300"/>
                    <a:pt x="3790" y="250"/>
                    <a:pt x="3790" y="190"/>
                  </a:cubicBezTo>
                  <a:cubicBezTo>
                    <a:pt x="3790" y="129"/>
                    <a:pt x="3839" y="80"/>
                    <a:pt x="3900" y="80"/>
                  </a:cubicBezTo>
                  <a:cubicBezTo>
                    <a:pt x="3960" y="80"/>
                    <a:pt x="4010" y="129"/>
                    <a:pt x="4010" y="190"/>
                  </a:cubicBezTo>
                  <a:close/>
                  <a:moveTo>
                    <a:pt x="2190" y="250"/>
                  </a:moveTo>
                  <a:cubicBezTo>
                    <a:pt x="2190" y="310"/>
                    <a:pt x="2140" y="360"/>
                    <a:pt x="2080" y="360"/>
                  </a:cubicBezTo>
                  <a:cubicBezTo>
                    <a:pt x="2019" y="360"/>
                    <a:pt x="1970" y="310"/>
                    <a:pt x="1970" y="250"/>
                  </a:cubicBezTo>
                  <a:cubicBezTo>
                    <a:pt x="1970" y="189"/>
                    <a:pt x="2019" y="140"/>
                    <a:pt x="2080" y="140"/>
                  </a:cubicBezTo>
                  <a:cubicBezTo>
                    <a:pt x="2140" y="140"/>
                    <a:pt x="2190" y="189"/>
                    <a:pt x="2190" y="250"/>
                  </a:cubicBezTo>
                  <a:close/>
                  <a:moveTo>
                    <a:pt x="5370" y="1100"/>
                  </a:moveTo>
                  <a:cubicBezTo>
                    <a:pt x="5370" y="1160"/>
                    <a:pt x="5320" y="1210"/>
                    <a:pt x="5260" y="1210"/>
                  </a:cubicBezTo>
                  <a:cubicBezTo>
                    <a:pt x="5199" y="1210"/>
                    <a:pt x="5150" y="1160"/>
                    <a:pt x="5150" y="1100"/>
                  </a:cubicBezTo>
                  <a:cubicBezTo>
                    <a:pt x="5150" y="1039"/>
                    <a:pt x="5199" y="990"/>
                    <a:pt x="5260" y="990"/>
                  </a:cubicBezTo>
                  <a:cubicBezTo>
                    <a:pt x="5320" y="990"/>
                    <a:pt x="5370" y="1039"/>
                    <a:pt x="5370" y="1100"/>
                  </a:cubicBezTo>
                  <a:close/>
                  <a:moveTo>
                    <a:pt x="330" y="1460"/>
                  </a:moveTo>
                  <a:cubicBezTo>
                    <a:pt x="330" y="1520"/>
                    <a:pt x="280" y="1570"/>
                    <a:pt x="220" y="1570"/>
                  </a:cubicBezTo>
                  <a:cubicBezTo>
                    <a:pt x="159" y="1570"/>
                    <a:pt x="110" y="1520"/>
                    <a:pt x="110" y="1460"/>
                  </a:cubicBezTo>
                  <a:cubicBezTo>
                    <a:pt x="110" y="1399"/>
                    <a:pt x="159" y="1350"/>
                    <a:pt x="220" y="1350"/>
                  </a:cubicBezTo>
                  <a:cubicBezTo>
                    <a:pt x="280" y="1350"/>
                    <a:pt x="330" y="1399"/>
                    <a:pt x="330" y="1460"/>
                  </a:cubicBezTo>
                  <a:close/>
                  <a:moveTo>
                    <a:pt x="990" y="590"/>
                  </a:moveTo>
                  <a:cubicBezTo>
                    <a:pt x="990" y="650"/>
                    <a:pt x="940" y="700"/>
                    <a:pt x="880" y="700"/>
                  </a:cubicBezTo>
                  <a:cubicBezTo>
                    <a:pt x="819" y="700"/>
                    <a:pt x="770" y="650"/>
                    <a:pt x="770" y="590"/>
                  </a:cubicBezTo>
                  <a:cubicBezTo>
                    <a:pt x="770" y="529"/>
                    <a:pt x="819" y="480"/>
                    <a:pt x="880" y="480"/>
                  </a:cubicBezTo>
                  <a:cubicBezTo>
                    <a:pt x="940" y="480"/>
                    <a:pt x="990" y="529"/>
                    <a:pt x="990" y="590"/>
                  </a:cubicBezTo>
                  <a:close/>
                  <a:moveTo>
                    <a:pt x="6180" y="1620"/>
                  </a:moveTo>
                  <a:cubicBezTo>
                    <a:pt x="6180" y="1680"/>
                    <a:pt x="6130" y="1730"/>
                    <a:pt x="6070" y="1730"/>
                  </a:cubicBezTo>
                  <a:cubicBezTo>
                    <a:pt x="6009" y="1730"/>
                    <a:pt x="5960" y="1680"/>
                    <a:pt x="5960" y="1620"/>
                  </a:cubicBezTo>
                  <a:cubicBezTo>
                    <a:pt x="5960" y="1559"/>
                    <a:pt x="6009" y="1510"/>
                    <a:pt x="6070" y="1510"/>
                  </a:cubicBezTo>
                  <a:cubicBezTo>
                    <a:pt x="6130" y="1510"/>
                    <a:pt x="6180" y="1559"/>
                    <a:pt x="6180" y="1620"/>
                  </a:cubicBezTo>
                  <a:close/>
                  <a:moveTo>
                    <a:pt x="5690" y="170"/>
                  </a:moveTo>
                  <a:cubicBezTo>
                    <a:pt x="5690" y="230"/>
                    <a:pt x="5640" y="280"/>
                    <a:pt x="5580" y="280"/>
                  </a:cubicBezTo>
                  <a:cubicBezTo>
                    <a:pt x="5519" y="280"/>
                    <a:pt x="5470" y="230"/>
                    <a:pt x="5470" y="170"/>
                  </a:cubicBezTo>
                  <a:cubicBezTo>
                    <a:pt x="5470" y="109"/>
                    <a:pt x="5519" y="60"/>
                    <a:pt x="5580" y="60"/>
                  </a:cubicBezTo>
                  <a:cubicBezTo>
                    <a:pt x="5640" y="60"/>
                    <a:pt x="5690" y="109"/>
                    <a:pt x="5690" y="170"/>
                  </a:cubicBezTo>
                  <a:close/>
                  <a:moveTo>
                    <a:pt x="5630" y="1510"/>
                  </a:moveTo>
                  <a:cubicBezTo>
                    <a:pt x="5630" y="1570"/>
                    <a:pt x="5580" y="1620"/>
                    <a:pt x="5520" y="1620"/>
                  </a:cubicBezTo>
                  <a:cubicBezTo>
                    <a:pt x="5459" y="1620"/>
                    <a:pt x="5410" y="1570"/>
                    <a:pt x="5410" y="1510"/>
                  </a:cubicBezTo>
                  <a:cubicBezTo>
                    <a:pt x="5410" y="1449"/>
                    <a:pt x="5459" y="1400"/>
                    <a:pt x="5520" y="1400"/>
                  </a:cubicBezTo>
                  <a:cubicBezTo>
                    <a:pt x="5580" y="1400"/>
                    <a:pt x="5630" y="1449"/>
                    <a:pt x="5630" y="151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1990" y="130"/>
                  </a:moveTo>
                  <a:cubicBezTo>
                    <a:pt x="1990" y="190"/>
                    <a:pt x="1940" y="240"/>
                    <a:pt x="1880" y="240"/>
                  </a:cubicBezTo>
                  <a:cubicBezTo>
                    <a:pt x="1819" y="240"/>
                    <a:pt x="1770" y="190"/>
                    <a:pt x="1770" y="130"/>
                  </a:cubicBezTo>
                  <a:cubicBezTo>
                    <a:pt x="1770" y="69"/>
                    <a:pt x="1819" y="20"/>
                    <a:pt x="1880" y="20"/>
                  </a:cubicBezTo>
                  <a:cubicBezTo>
                    <a:pt x="1940" y="20"/>
                    <a:pt x="1990" y="69"/>
                    <a:pt x="1990" y="130"/>
                  </a:cubicBezTo>
                  <a:close/>
                  <a:moveTo>
                    <a:pt x="5430" y="360"/>
                  </a:moveTo>
                  <a:cubicBezTo>
                    <a:pt x="5430" y="420"/>
                    <a:pt x="5380" y="470"/>
                    <a:pt x="5320" y="470"/>
                  </a:cubicBezTo>
                  <a:cubicBezTo>
                    <a:pt x="5259" y="470"/>
                    <a:pt x="5210" y="420"/>
                    <a:pt x="5210" y="360"/>
                  </a:cubicBezTo>
                  <a:cubicBezTo>
                    <a:pt x="5210" y="299"/>
                    <a:pt x="5259" y="250"/>
                    <a:pt x="5320" y="250"/>
                  </a:cubicBezTo>
                  <a:cubicBezTo>
                    <a:pt x="5380" y="250"/>
                    <a:pt x="5430" y="299"/>
                    <a:pt x="5430" y="360"/>
                  </a:cubicBezTo>
                  <a:close/>
                  <a:moveTo>
                    <a:pt x="2690" y="1090"/>
                  </a:moveTo>
                  <a:cubicBezTo>
                    <a:pt x="2690" y="1150"/>
                    <a:pt x="2640" y="1200"/>
                    <a:pt x="2580" y="1200"/>
                  </a:cubicBezTo>
                  <a:cubicBezTo>
                    <a:pt x="2519" y="1200"/>
                    <a:pt x="2470" y="1150"/>
                    <a:pt x="2470" y="1090"/>
                  </a:cubicBezTo>
                  <a:cubicBezTo>
                    <a:pt x="2470" y="1029"/>
                    <a:pt x="2519" y="980"/>
                    <a:pt x="2580" y="980"/>
                  </a:cubicBezTo>
                  <a:cubicBezTo>
                    <a:pt x="2640" y="980"/>
                    <a:pt x="2690" y="1029"/>
                    <a:pt x="2690" y="1090"/>
                  </a:cubicBezTo>
                  <a:close/>
                  <a:moveTo>
                    <a:pt x="1200" y="1400"/>
                  </a:moveTo>
                  <a:cubicBezTo>
                    <a:pt x="1200" y="1460"/>
                    <a:pt x="1150" y="1510"/>
                    <a:pt x="1090" y="1510"/>
                  </a:cubicBezTo>
                  <a:cubicBezTo>
                    <a:pt x="1029" y="1510"/>
                    <a:pt x="980" y="1460"/>
                    <a:pt x="980" y="1400"/>
                  </a:cubicBezTo>
                  <a:cubicBezTo>
                    <a:pt x="980" y="1339"/>
                    <a:pt x="1029" y="1290"/>
                    <a:pt x="1090" y="1290"/>
                  </a:cubicBezTo>
                  <a:cubicBezTo>
                    <a:pt x="1150" y="1290"/>
                    <a:pt x="1200" y="1339"/>
                    <a:pt x="1200" y="140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09427" y="3081345"/>
              <a:ext cx="6198900" cy="847512"/>
            </a:xfrm>
            <a:custGeom>
              <a:avLst/>
              <a:gdLst/>
              <a:ahLst/>
              <a:cxnLst/>
              <a:rect l="0" t="0" r="r" b="b"/>
              <a:pathLst>
                <a:path w="8920" h="1670">
                  <a:moveTo>
                    <a:pt x="2920" y="340"/>
                  </a:moveTo>
                  <a:cubicBezTo>
                    <a:pt x="2920" y="367"/>
                    <a:pt x="2897" y="390"/>
                    <a:pt x="2870" y="390"/>
                  </a:cubicBezTo>
                  <a:cubicBezTo>
                    <a:pt x="2842" y="390"/>
                    <a:pt x="2820" y="367"/>
                    <a:pt x="2820" y="340"/>
                  </a:cubicBezTo>
                  <a:cubicBezTo>
                    <a:pt x="2820" y="312"/>
                    <a:pt x="2842" y="290"/>
                    <a:pt x="2870" y="290"/>
                  </a:cubicBezTo>
                  <a:cubicBezTo>
                    <a:pt x="2897" y="290"/>
                    <a:pt x="2920" y="312"/>
                    <a:pt x="2920" y="340"/>
                  </a:cubicBezTo>
                  <a:close/>
                  <a:moveTo>
                    <a:pt x="3650" y="1620"/>
                  </a:moveTo>
                  <a:cubicBezTo>
                    <a:pt x="3650" y="1647"/>
                    <a:pt x="3627" y="1670"/>
                    <a:pt x="3600" y="1670"/>
                  </a:cubicBezTo>
                  <a:cubicBezTo>
                    <a:pt x="3572" y="1670"/>
                    <a:pt x="3550" y="1647"/>
                    <a:pt x="3550" y="1620"/>
                  </a:cubicBezTo>
                  <a:cubicBezTo>
                    <a:pt x="3550" y="1592"/>
                    <a:pt x="3572" y="1570"/>
                    <a:pt x="3600" y="1570"/>
                  </a:cubicBezTo>
                  <a:cubicBezTo>
                    <a:pt x="3627" y="1570"/>
                    <a:pt x="3650" y="1592"/>
                    <a:pt x="3650" y="1620"/>
                  </a:cubicBezTo>
                  <a:close/>
                  <a:moveTo>
                    <a:pt x="100" y="140"/>
                  </a:moveTo>
                  <a:cubicBezTo>
                    <a:pt x="100" y="167"/>
                    <a:pt x="77" y="190"/>
                    <a:pt x="50" y="190"/>
                  </a:cubicBezTo>
                  <a:cubicBezTo>
                    <a:pt x="22" y="190"/>
                    <a:pt x="0" y="167"/>
                    <a:pt x="0" y="140"/>
                  </a:cubicBezTo>
                  <a:cubicBezTo>
                    <a:pt x="0" y="112"/>
                    <a:pt x="22" y="90"/>
                    <a:pt x="50" y="90"/>
                  </a:cubicBezTo>
                  <a:cubicBezTo>
                    <a:pt x="77" y="90"/>
                    <a:pt x="100" y="112"/>
                    <a:pt x="100" y="140"/>
                  </a:cubicBezTo>
                  <a:close/>
                  <a:moveTo>
                    <a:pt x="8010" y="1330"/>
                  </a:moveTo>
                  <a:cubicBezTo>
                    <a:pt x="8010" y="1357"/>
                    <a:pt x="7987" y="1380"/>
                    <a:pt x="7960" y="1380"/>
                  </a:cubicBezTo>
                  <a:cubicBezTo>
                    <a:pt x="7932" y="1380"/>
                    <a:pt x="7910" y="1357"/>
                    <a:pt x="7910" y="1330"/>
                  </a:cubicBezTo>
                  <a:cubicBezTo>
                    <a:pt x="7910" y="1302"/>
                    <a:pt x="7932" y="1280"/>
                    <a:pt x="7960" y="1280"/>
                  </a:cubicBezTo>
                  <a:cubicBezTo>
                    <a:pt x="7987" y="1280"/>
                    <a:pt x="8010" y="1302"/>
                    <a:pt x="8010" y="1330"/>
                  </a:cubicBezTo>
                  <a:close/>
                  <a:moveTo>
                    <a:pt x="570" y="890"/>
                  </a:moveTo>
                  <a:cubicBezTo>
                    <a:pt x="570" y="917"/>
                    <a:pt x="547" y="940"/>
                    <a:pt x="520" y="940"/>
                  </a:cubicBezTo>
                  <a:cubicBezTo>
                    <a:pt x="492" y="940"/>
                    <a:pt x="470" y="917"/>
                    <a:pt x="470" y="890"/>
                  </a:cubicBezTo>
                  <a:cubicBezTo>
                    <a:pt x="470" y="862"/>
                    <a:pt x="492" y="840"/>
                    <a:pt x="520" y="840"/>
                  </a:cubicBezTo>
                  <a:cubicBezTo>
                    <a:pt x="547" y="840"/>
                    <a:pt x="570" y="862"/>
                    <a:pt x="570" y="890"/>
                  </a:cubicBezTo>
                  <a:close/>
                  <a:moveTo>
                    <a:pt x="5570" y="100"/>
                  </a:moveTo>
                  <a:cubicBezTo>
                    <a:pt x="5570" y="127"/>
                    <a:pt x="5547" y="150"/>
                    <a:pt x="5520" y="150"/>
                  </a:cubicBezTo>
                  <a:cubicBezTo>
                    <a:pt x="5492" y="150"/>
                    <a:pt x="5470" y="127"/>
                    <a:pt x="5470" y="100"/>
                  </a:cubicBezTo>
                  <a:cubicBezTo>
                    <a:pt x="5470" y="72"/>
                    <a:pt x="5492" y="50"/>
                    <a:pt x="5520" y="50"/>
                  </a:cubicBezTo>
                  <a:cubicBezTo>
                    <a:pt x="5547" y="50"/>
                    <a:pt x="5570" y="72"/>
                    <a:pt x="5570" y="100"/>
                  </a:cubicBezTo>
                  <a:close/>
                  <a:moveTo>
                    <a:pt x="8920" y="1250"/>
                  </a:moveTo>
                  <a:cubicBezTo>
                    <a:pt x="8920" y="1277"/>
                    <a:pt x="8897" y="1300"/>
                    <a:pt x="8870" y="1300"/>
                  </a:cubicBezTo>
                  <a:cubicBezTo>
                    <a:pt x="8842" y="1300"/>
                    <a:pt x="8820" y="1277"/>
                    <a:pt x="8820" y="1250"/>
                  </a:cubicBezTo>
                  <a:cubicBezTo>
                    <a:pt x="8820" y="1222"/>
                    <a:pt x="8842" y="1200"/>
                    <a:pt x="8870" y="1200"/>
                  </a:cubicBezTo>
                  <a:cubicBezTo>
                    <a:pt x="8897" y="1200"/>
                    <a:pt x="8920" y="1222"/>
                    <a:pt x="8920" y="12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  <a:moveTo>
                    <a:pt x="490" y="1070"/>
                  </a:moveTo>
                  <a:cubicBezTo>
                    <a:pt x="490" y="1097"/>
                    <a:pt x="467" y="1120"/>
                    <a:pt x="440" y="1120"/>
                  </a:cubicBezTo>
                  <a:cubicBezTo>
                    <a:pt x="412" y="1120"/>
                    <a:pt x="390" y="1097"/>
                    <a:pt x="390" y="1070"/>
                  </a:cubicBezTo>
                  <a:cubicBezTo>
                    <a:pt x="390" y="1042"/>
                    <a:pt x="412" y="1020"/>
                    <a:pt x="440" y="1020"/>
                  </a:cubicBezTo>
                  <a:cubicBezTo>
                    <a:pt x="467" y="1020"/>
                    <a:pt x="490" y="1042"/>
                    <a:pt x="490" y="1070"/>
                  </a:cubicBezTo>
                  <a:close/>
                  <a:moveTo>
                    <a:pt x="3890" y="130"/>
                  </a:moveTo>
                  <a:cubicBezTo>
                    <a:pt x="3890" y="157"/>
                    <a:pt x="3867" y="180"/>
                    <a:pt x="3840" y="180"/>
                  </a:cubicBezTo>
                  <a:cubicBezTo>
                    <a:pt x="3812" y="180"/>
                    <a:pt x="3790" y="157"/>
                    <a:pt x="3790" y="130"/>
                  </a:cubicBezTo>
                  <a:cubicBezTo>
                    <a:pt x="3790" y="102"/>
                    <a:pt x="3812" y="80"/>
                    <a:pt x="3840" y="80"/>
                  </a:cubicBezTo>
                  <a:cubicBezTo>
                    <a:pt x="3867" y="80"/>
                    <a:pt x="3890" y="102"/>
                    <a:pt x="3890" y="130"/>
                  </a:cubicBezTo>
                  <a:close/>
                  <a:moveTo>
                    <a:pt x="2070" y="190"/>
                  </a:moveTo>
                  <a:cubicBezTo>
                    <a:pt x="2070" y="217"/>
                    <a:pt x="2047" y="240"/>
                    <a:pt x="2020" y="240"/>
                  </a:cubicBezTo>
                  <a:cubicBezTo>
                    <a:pt x="1992" y="240"/>
                    <a:pt x="1970" y="217"/>
                    <a:pt x="1970" y="190"/>
                  </a:cubicBezTo>
                  <a:cubicBezTo>
                    <a:pt x="1970" y="162"/>
                    <a:pt x="1992" y="140"/>
                    <a:pt x="2020" y="140"/>
                  </a:cubicBezTo>
                  <a:cubicBezTo>
                    <a:pt x="2047" y="140"/>
                    <a:pt x="2070" y="162"/>
                    <a:pt x="2070" y="190"/>
                  </a:cubicBezTo>
                  <a:close/>
                  <a:moveTo>
                    <a:pt x="5250" y="1040"/>
                  </a:moveTo>
                  <a:cubicBezTo>
                    <a:pt x="5250" y="1067"/>
                    <a:pt x="5227" y="1090"/>
                    <a:pt x="5200" y="1090"/>
                  </a:cubicBezTo>
                  <a:cubicBezTo>
                    <a:pt x="5172" y="1090"/>
                    <a:pt x="5150" y="1067"/>
                    <a:pt x="5150" y="1040"/>
                  </a:cubicBezTo>
                  <a:cubicBezTo>
                    <a:pt x="5150" y="1012"/>
                    <a:pt x="5172" y="990"/>
                    <a:pt x="5200" y="990"/>
                  </a:cubicBezTo>
                  <a:cubicBezTo>
                    <a:pt x="5227" y="990"/>
                    <a:pt x="5250" y="1012"/>
                    <a:pt x="5250" y="1040"/>
                  </a:cubicBezTo>
                  <a:close/>
                  <a:moveTo>
                    <a:pt x="210" y="1400"/>
                  </a:moveTo>
                  <a:cubicBezTo>
                    <a:pt x="210" y="1427"/>
                    <a:pt x="187" y="1450"/>
                    <a:pt x="160" y="1450"/>
                  </a:cubicBezTo>
                  <a:cubicBezTo>
                    <a:pt x="132" y="1450"/>
                    <a:pt x="110" y="1427"/>
                    <a:pt x="110" y="1400"/>
                  </a:cubicBezTo>
                  <a:cubicBezTo>
                    <a:pt x="110" y="1372"/>
                    <a:pt x="132" y="1350"/>
                    <a:pt x="160" y="1350"/>
                  </a:cubicBezTo>
                  <a:cubicBezTo>
                    <a:pt x="187" y="1350"/>
                    <a:pt x="210" y="1372"/>
                    <a:pt x="210" y="1400"/>
                  </a:cubicBezTo>
                  <a:close/>
                  <a:moveTo>
                    <a:pt x="870" y="530"/>
                  </a:moveTo>
                  <a:cubicBezTo>
                    <a:pt x="870" y="557"/>
                    <a:pt x="847" y="580"/>
                    <a:pt x="820" y="580"/>
                  </a:cubicBezTo>
                  <a:cubicBezTo>
                    <a:pt x="792" y="580"/>
                    <a:pt x="770" y="557"/>
                    <a:pt x="770" y="530"/>
                  </a:cubicBezTo>
                  <a:cubicBezTo>
                    <a:pt x="770" y="502"/>
                    <a:pt x="792" y="480"/>
                    <a:pt x="820" y="480"/>
                  </a:cubicBezTo>
                  <a:cubicBezTo>
                    <a:pt x="847" y="480"/>
                    <a:pt x="870" y="502"/>
                    <a:pt x="870" y="530"/>
                  </a:cubicBezTo>
                  <a:close/>
                  <a:moveTo>
                    <a:pt x="6060" y="1560"/>
                  </a:moveTo>
                  <a:cubicBezTo>
                    <a:pt x="6060" y="1587"/>
                    <a:pt x="6037" y="1610"/>
                    <a:pt x="6010" y="1610"/>
                  </a:cubicBezTo>
                  <a:cubicBezTo>
                    <a:pt x="5982" y="1610"/>
                    <a:pt x="5960" y="1587"/>
                    <a:pt x="5960" y="1560"/>
                  </a:cubicBezTo>
                  <a:cubicBezTo>
                    <a:pt x="5960" y="1532"/>
                    <a:pt x="5982" y="1510"/>
                    <a:pt x="6010" y="1510"/>
                  </a:cubicBezTo>
                  <a:cubicBezTo>
                    <a:pt x="6037" y="1510"/>
                    <a:pt x="6060" y="1532"/>
                    <a:pt x="6060" y="1560"/>
                  </a:cubicBezTo>
                  <a:close/>
                  <a:moveTo>
                    <a:pt x="5570" y="110"/>
                  </a:moveTo>
                  <a:cubicBezTo>
                    <a:pt x="5570" y="137"/>
                    <a:pt x="5547" y="160"/>
                    <a:pt x="5520" y="160"/>
                  </a:cubicBezTo>
                  <a:cubicBezTo>
                    <a:pt x="5492" y="160"/>
                    <a:pt x="5470" y="137"/>
                    <a:pt x="5470" y="110"/>
                  </a:cubicBezTo>
                  <a:cubicBezTo>
                    <a:pt x="5470" y="82"/>
                    <a:pt x="5492" y="60"/>
                    <a:pt x="5520" y="60"/>
                  </a:cubicBezTo>
                  <a:cubicBezTo>
                    <a:pt x="5547" y="60"/>
                    <a:pt x="5570" y="82"/>
                    <a:pt x="5570" y="110"/>
                  </a:cubicBezTo>
                  <a:close/>
                  <a:moveTo>
                    <a:pt x="5510" y="1450"/>
                  </a:moveTo>
                  <a:cubicBezTo>
                    <a:pt x="5510" y="1477"/>
                    <a:pt x="5487" y="1500"/>
                    <a:pt x="5460" y="1500"/>
                  </a:cubicBezTo>
                  <a:cubicBezTo>
                    <a:pt x="5432" y="1500"/>
                    <a:pt x="5410" y="1477"/>
                    <a:pt x="5410" y="1450"/>
                  </a:cubicBezTo>
                  <a:cubicBezTo>
                    <a:pt x="5410" y="1422"/>
                    <a:pt x="5432" y="1400"/>
                    <a:pt x="5460" y="1400"/>
                  </a:cubicBezTo>
                  <a:cubicBezTo>
                    <a:pt x="5487" y="1400"/>
                    <a:pt x="5510" y="1422"/>
                    <a:pt x="5510" y="145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1870" y="70"/>
                  </a:moveTo>
                  <a:cubicBezTo>
                    <a:pt x="1870" y="97"/>
                    <a:pt x="1847" y="120"/>
                    <a:pt x="1820" y="120"/>
                  </a:cubicBezTo>
                  <a:cubicBezTo>
                    <a:pt x="1792" y="120"/>
                    <a:pt x="1770" y="97"/>
                    <a:pt x="1770" y="70"/>
                  </a:cubicBezTo>
                  <a:cubicBezTo>
                    <a:pt x="1770" y="42"/>
                    <a:pt x="1792" y="20"/>
                    <a:pt x="1820" y="20"/>
                  </a:cubicBezTo>
                  <a:cubicBezTo>
                    <a:pt x="1847" y="20"/>
                    <a:pt x="1870" y="42"/>
                    <a:pt x="1870" y="70"/>
                  </a:cubicBezTo>
                  <a:close/>
                  <a:moveTo>
                    <a:pt x="5310" y="300"/>
                  </a:moveTo>
                  <a:cubicBezTo>
                    <a:pt x="5310" y="327"/>
                    <a:pt x="5287" y="350"/>
                    <a:pt x="5260" y="350"/>
                  </a:cubicBezTo>
                  <a:cubicBezTo>
                    <a:pt x="5232" y="350"/>
                    <a:pt x="5210" y="327"/>
                    <a:pt x="5210" y="300"/>
                  </a:cubicBezTo>
                  <a:cubicBezTo>
                    <a:pt x="5210" y="272"/>
                    <a:pt x="5232" y="250"/>
                    <a:pt x="5260" y="250"/>
                  </a:cubicBezTo>
                  <a:cubicBezTo>
                    <a:pt x="5287" y="250"/>
                    <a:pt x="5310" y="272"/>
                    <a:pt x="5310" y="300"/>
                  </a:cubicBezTo>
                  <a:close/>
                  <a:moveTo>
                    <a:pt x="2570" y="1030"/>
                  </a:moveTo>
                  <a:cubicBezTo>
                    <a:pt x="2570" y="1057"/>
                    <a:pt x="2547" y="1080"/>
                    <a:pt x="2520" y="1080"/>
                  </a:cubicBezTo>
                  <a:cubicBezTo>
                    <a:pt x="2492" y="1080"/>
                    <a:pt x="2470" y="1057"/>
                    <a:pt x="2470" y="1030"/>
                  </a:cubicBezTo>
                  <a:cubicBezTo>
                    <a:pt x="2470" y="1002"/>
                    <a:pt x="2492" y="980"/>
                    <a:pt x="2520" y="980"/>
                  </a:cubicBezTo>
                  <a:cubicBezTo>
                    <a:pt x="2547" y="980"/>
                    <a:pt x="2570" y="1002"/>
                    <a:pt x="2570" y="1030"/>
                  </a:cubicBezTo>
                  <a:close/>
                  <a:moveTo>
                    <a:pt x="1080" y="1340"/>
                  </a:moveTo>
                  <a:cubicBezTo>
                    <a:pt x="1080" y="1367"/>
                    <a:pt x="1057" y="1390"/>
                    <a:pt x="1030" y="1390"/>
                  </a:cubicBezTo>
                  <a:cubicBezTo>
                    <a:pt x="1002" y="1390"/>
                    <a:pt x="980" y="1367"/>
                    <a:pt x="980" y="1340"/>
                  </a:cubicBezTo>
                  <a:cubicBezTo>
                    <a:pt x="980" y="1312"/>
                    <a:pt x="1002" y="1290"/>
                    <a:pt x="1030" y="1290"/>
                  </a:cubicBezTo>
                  <a:cubicBezTo>
                    <a:pt x="1057" y="1290"/>
                    <a:pt x="1080" y="1312"/>
                    <a:pt x="1080" y="134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8" name="!!Proteinas"/>
          <p:cNvSpPr/>
          <p:nvPr/>
        </p:nvSpPr>
        <p:spPr>
          <a:xfrm>
            <a:off x="719084" y="3025521"/>
            <a:ext cx="5781934" cy="1096183"/>
          </a:xfrm>
          <a:custGeom>
            <a:avLst/>
            <a:gdLst/>
            <a:ahLst/>
            <a:cxnLst/>
            <a:rect l="0" t="0" r="r" b="b"/>
            <a:pathLst>
              <a:path w="8320" h="2160">
                <a:moveTo>
                  <a:pt x="920" y="1470"/>
                </a:moveTo>
                <a:cubicBezTo>
                  <a:pt x="920" y="1503"/>
                  <a:pt x="893" y="1530"/>
                  <a:pt x="860" y="1530"/>
                </a:cubicBezTo>
                <a:cubicBezTo>
                  <a:pt x="826" y="1530"/>
                  <a:pt x="800" y="1503"/>
                  <a:pt x="800" y="1470"/>
                </a:cubicBezTo>
                <a:cubicBezTo>
                  <a:pt x="800" y="1436"/>
                  <a:pt x="826" y="1410"/>
                  <a:pt x="860" y="1410"/>
                </a:cubicBezTo>
                <a:cubicBezTo>
                  <a:pt x="893" y="1410"/>
                  <a:pt x="920" y="1436"/>
                  <a:pt x="920" y="1470"/>
                </a:cubicBezTo>
                <a:close/>
                <a:moveTo>
                  <a:pt x="2870" y="1440"/>
                </a:moveTo>
                <a:cubicBezTo>
                  <a:pt x="2870" y="1473"/>
                  <a:pt x="2843" y="1500"/>
                  <a:pt x="2810" y="1500"/>
                </a:cubicBezTo>
                <a:cubicBezTo>
                  <a:pt x="2776" y="1500"/>
                  <a:pt x="2750" y="1473"/>
                  <a:pt x="2750" y="1440"/>
                </a:cubicBezTo>
                <a:cubicBezTo>
                  <a:pt x="2750" y="1406"/>
                  <a:pt x="2776" y="1380"/>
                  <a:pt x="2810" y="1380"/>
                </a:cubicBezTo>
                <a:cubicBezTo>
                  <a:pt x="2843" y="1380"/>
                  <a:pt x="2870" y="1406"/>
                  <a:pt x="2870" y="1440"/>
                </a:cubicBezTo>
                <a:close/>
                <a:moveTo>
                  <a:pt x="8070" y="1750"/>
                </a:moveTo>
                <a:cubicBezTo>
                  <a:pt x="8070" y="1783"/>
                  <a:pt x="8043" y="1810"/>
                  <a:pt x="8010" y="1810"/>
                </a:cubicBezTo>
                <a:cubicBezTo>
                  <a:pt x="7976" y="1810"/>
                  <a:pt x="7950" y="1783"/>
                  <a:pt x="7950" y="1750"/>
                </a:cubicBezTo>
                <a:cubicBezTo>
                  <a:pt x="7950" y="1716"/>
                  <a:pt x="7976" y="1690"/>
                  <a:pt x="8010" y="1690"/>
                </a:cubicBezTo>
                <a:cubicBezTo>
                  <a:pt x="8043" y="1690"/>
                  <a:pt x="8070" y="1716"/>
                  <a:pt x="8070" y="1750"/>
                </a:cubicBezTo>
                <a:close/>
                <a:moveTo>
                  <a:pt x="1570" y="270"/>
                </a:moveTo>
                <a:cubicBezTo>
                  <a:pt x="1570" y="303"/>
                  <a:pt x="1543" y="330"/>
                  <a:pt x="1510" y="330"/>
                </a:cubicBezTo>
                <a:cubicBezTo>
                  <a:pt x="1476" y="330"/>
                  <a:pt x="1450" y="303"/>
                  <a:pt x="1450" y="270"/>
                </a:cubicBezTo>
                <a:cubicBezTo>
                  <a:pt x="1450" y="236"/>
                  <a:pt x="1476" y="210"/>
                  <a:pt x="1510" y="210"/>
                </a:cubicBezTo>
                <a:cubicBezTo>
                  <a:pt x="1543" y="210"/>
                  <a:pt x="1570" y="236"/>
                  <a:pt x="1570" y="270"/>
                </a:cubicBezTo>
                <a:close/>
                <a:moveTo>
                  <a:pt x="5670" y="1470"/>
                </a:moveTo>
                <a:cubicBezTo>
                  <a:pt x="5670" y="1503"/>
                  <a:pt x="5643" y="1530"/>
                  <a:pt x="5610" y="1530"/>
                </a:cubicBezTo>
                <a:cubicBezTo>
                  <a:pt x="5576" y="1530"/>
                  <a:pt x="5550" y="1503"/>
                  <a:pt x="5550" y="1470"/>
                </a:cubicBezTo>
                <a:cubicBezTo>
                  <a:pt x="5550" y="1436"/>
                  <a:pt x="5576" y="1410"/>
                  <a:pt x="5610" y="1410"/>
                </a:cubicBezTo>
                <a:cubicBezTo>
                  <a:pt x="5643" y="1410"/>
                  <a:pt x="5670" y="1436"/>
                  <a:pt x="5670" y="1470"/>
                </a:cubicBezTo>
                <a:close/>
                <a:moveTo>
                  <a:pt x="6260" y="490"/>
                </a:moveTo>
                <a:cubicBezTo>
                  <a:pt x="6260" y="523"/>
                  <a:pt x="6233" y="550"/>
                  <a:pt x="6200" y="550"/>
                </a:cubicBezTo>
                <a:cubicBezTo>
                  <a:pt x="6166" y="550"/>
                  <a:pt x="6140" y="523"/>
                  <a:pt x="6140" y="490"/>
                </a:cubicBezTo>
                <a:cubicBezTo>
                  <a:pt x="6140" y="456"/>
                  <a:pt x="6166" y="430"/>
                  <a:pt x="6200" y="430"/>
                </a:cubicBezTo>
                <a:cubicBezTo>
                  <a:pt x="6233" y="430"/>
                  <a:pt x="6260" y="456"/>
                  <a:pt x="6260" y="490"/>
                </a:cubicBezTo>
                <a:close/>
                <a:moveTo>
                  <a:pt x="3530" y="250"/>
                </a:moveTo>
                <a:cubicBezTo>
                  <a:pt x="3530" y="283"/>
                  <a:pt x="3503" y="310"/>
                  <a:pt x="3470" y="310"/>
                </a:cubicBezTo>
                <a:cubicBezTo>
                  <a:pt x="3436" y="310"/>
                  <a:pt x="3410" y="283"/>
                  <a:pt x="3410" y="250"/>
                </a:cubicBezTo>
                <a:cubicBezTo>
                  <a:pt x="3410" y="216"/>
                  <a:pt x="3436" y="190"/>
                  <a:pt x="3470" y="190"/>
                </a:cubicBezTo>
                <a:cubicBezTo>
                  <a:pt x="3503" y="190"/>
                  <a:pt x="3530" y="216"/>
                  <a:pt x="3530" y="250"/>
                </a:cubicBezTo>
                <a:close/>
                <a:moveTo>
                  <a:pt x="5320" y="1830"/>
                </a:moveTo>
                <a:cubicBezTo>
                  <a:pt x="5320" y="1863"/>
                  <a:pt x="5293" y="1890"/>
                  <a:pt x="5260" y="1890"/>
                </a:cubicBezTo>
                <a:cubicBezTo>
                  <a:pt x="5226" y="1890"/>
                  <a:pt x="5200" y="1863"/>
                  <a:pt x="5200" y="1830"/>
                </a:cubicBezTo>
                <a:cubicBezTo>
                  <a:pt x="5200" y="1796"/>
                  <a:pt x="5226" y="1770"/>
                  <a:pt x="5260" y="1770"/>
                </a:cubicBezTo>
                <a:cubicBezTo>
                  <a:pt x="5293" y="1770"/>
                  <a:pt x="5320" y="1796"/>
                  <a:pt x="5320" y="1830"/>
                </a:cubicBezTo>
                <a:close/>
                <a:moveTo>
                  <a:pt x="360" y="1450"/>
                </a:moveTo>
                <a:cubicBezTo>
                  <a:pt x="360" y="1483"/>
                  <a:pt x="333" y="1510"/>
                  <a:pt x="300" y="1510"/>
                </a:cubicBezTo>
                <a:cubicBezTo>
                  <a:pt x="266" y="1510"/>
                  <a:pt x="240" y="1483"/>
                  <a:pt x="240" y="1450"/>
                </a:cubicBezTo>
                <a:cubicBezTo>
                  <a:pt x="240" y="1416"/>
                  <a:pt x="266" y="1390"/>
                  <a:pt x="300" y="1390"/>
                </a:cubicBezTo>
                <a:cubicBezTo>
                  <a:pt x="333" y="1390"/>
                  <a:pt x="360" y="1416"/>
                  <a:pt x="360" y="1450"/>
                </a:cubicBezTo>
                <a:close/>
                <a:moveTo>
                  <a:pt x="330" y="1590"/>
                </a:moveTo>
                <a:cubicBezTo>
                  <a:pt x="330" y="1623"/>
                  <a:pt x="303" y="1650"/>
                  <a:pt x="270" y="1650"/>
                </a:cubicBezTo>
                <a:cubicBezTo>
                  <a:pt x="236" y="1650"/>
                  <a:pt x="210" y="1623"/>
                  <a:pt x="210" y="1590"/>
                </a:cubicBezTo>
                <a:cubicBezTo>
                  <a:pt x="210" y="1556"/>
                  <a:pt x="236" y="1530"/>
                  <a:pt x="270" y="1530"/>
                </a:cubicBezTo>
                <a:cubicBezTo>
                  <a:pt x="303" y="1530"/>
                  <a:pt x="330" y="1556"/>
                  <a:pt x="330" y="1590"/>
                </a:cubicBezTo>
                <a:close/>
                <a:moveTo>
                  <a:pt x="1820" y="1280"/>
                </a:moveTo>
                <a:cubicBezTo>
                  <a:pt x="1820" y="1313"/>
                  <a:pt x="1793" y="1340"/>
                  <a:pt x="1760" y="1340"/>
                </a:cubicBezTo>
                <a:cubicBezTo>
                  <a:pt x="1726" y="1340"/>
                  <a:pt x="1700" y="1313"/>
                  <a:pt x="1700" y="1280"/>
                </a:cubicBezTo>
                <a:cubicBezTo>
                  <a:pt x="1700" y="1246"/>
                  <a:pt x="1726" y="1220"/>
                  <a:pt x="1760" y="1220"/>
                </a:cubicBezTo>
                <a:cubicBezTo>
                  <a:pt x="1793" y="1220"/>
                  <a:pt x="1820" y="1246"/>
                  <a:pt x="1820" y="1280"/>
                </a:cubicBezTo>
                <a:close/>
                <a:moveTo>
                  <a:pt x="6680" y="1370"/>
                </a:moveTo>
                <a:cubicBezTo>
                  <a:pt x="6680" y="1403"/>
                  <a:pt x="6653" y="1430"/>
                  <a:pt x="6620" y="1430"/>
                </a:cubicBezTo>
                <a:cubicBezTo>
                  <a:pt x="6586" y="1430"/>
                  <a:pt x="6560" y="1403"/>
                  <a:pt x="6560" y="1370"/>
                </a:cubicBezTo>
                <a:cubicBezTo>
                  <a:pt x="6560" y="1336"/>
                  <a:pt x="6586" y="1310"/>
                  <a:pt x="6620" y="1310"/>
                </a:cubicBezTo>
                <a:cubicBezTo>
                  <a:pt x="6653" y="1310"/>
                  <a:pt x="6680" y="1336"/>
                  <a:pt x="6680" y="1370"/>
                </a:cubicBezTo>
                <a:close/>
                <a:moveTo>
                  <a:pt x="4090" y="1990"/>
                </a:moveTo>
                <a:cubicBezTo>
                  <a:pt x="4090" y="2023"/>
                  <a:pt x="4063" y="2050"/>
                  <a:pt x="4030" y="2050"/>
                </a:cubicBezTo>
                <a:cubicBezTo>
                  <a:pt x="3996" y="2050"/>
                  <a:pt x="3970" y="2023"/>
                  <a:pt x="3970" y="1990"/>
                </a:cubicBezTo>
                <a:cubicBezTo>
                  <a:pt x="3970" y="1956"/>
                  <a:pt x="3996" y="1930"/>
                  <a:pt x="4030" y="1930"/>
                </a:cubicBezTo>
                <a:cubicBezTo>
                  <a:pt x="4063" y="1930"/>
                  <a:pt x="4090" y="1956"/>
                  <a:pt x="4090" y="1990"/>
                </a:cubicBezTo>
                <a:close/>
                <a:moveTo>
                  <a:pt x="2930" y="1200"/>
                </a:moveTo>
                <a:cubicBezTo>
                  <a:pt x="2930" y="1233"/>
                  <a:pt x="2903" y="1260"/>
                  <a:pt x="2870" y="1260"/>
                </a:cubicBezTo>
                <a:cubicBezTo>
                  <a:pt x="2836" y="1260"/>
                  <a:pt x="2810" y="1233"/>
                  <a:pt x="2810" y="1200"/>
                </a:cubicBezTo>
                <a:cubicBezTo>
                  <a:pt x="2810" y="1166"/>
                  <a:pt x="2836" y="1140"/>
                  <a:pt x="2870" y="1140"/>
                </a:cubicBezTo>
                <a:cubicBezTo>
                  <a:pt x="2903" y="1140"/>
                  <a:pt x="2930" y="1166"/>
                  <a:pt x="2930" y="1200"/>
                </a:cubicBezTo>
                <a:close/>
                <a:moveTo>
                  <a:pt x="5710" y="1170"/>
                </a:moveTo>
                <a:cubicBezTo>
                  <a:pt x="5710" y="1203"/>
                  <a:pt x="5683" y="1230"/>
                  <a:pt x="5650" y="1230"/>
                </a:cubicBezTo>
                <a:cubicBezTo>
                  <a:pt x="5616" y="1230"/>
                  <a:pt x="5590" y="1203"/>
                  <a:pt x="5590" y="1170"/>
                </a:cubicBezTo>
                <a:cubicBezTo>
                  <a:pt x="5590" y="1136"/>
                  <a:pt x="5616" y="1110"/>
                  <a:pt x="5650" y="1110"/>
                </a:cubicBezTo>
                <a:cubicBezTo>
                  <a:pt x="5683" y="1110"/>
                  <a:pt x="5710" y="1136"/>
                  <a:pt x="5710" y="1170"/>
                </a:cubicBezTo>
                <a:close/>
                <a:moveTo>
                  <a:pt x="3420" y="770"/>
                </a:moveTo>
                <a:cubicBezTo>
                  <a:pt x="3420" y="803"/>
                  <a:pt x="3393" y="830"/>
                  <a:pt x="3360" y="830"/>
                </a:cubicBezTo>
                <a:cubicBezTo>
                  <a:pt x="3326" y="830"/>
                  <a:pt x="3300" y="803"/>
                  <a:pt x="3300" y="770"/>
                </a:cubicBezTo>
                <a:cubicBezTo>
                  <a:pt x="3300" y="736"/>
                  <a:pt x="3326" y="710"/>
                  <a:pt x="3360" y="710"/>
                </a:cubicBezTo>
                <a:cubicBezTo>
                  <a:pt x="3393" y="710"/>
                  <a:pt x="3420" y="736"/>
                  <a:pt x="3420" y="770"/>
                </a:cubicBezTo>
                <a:close/>
                <a:moveTo>
                  <a:pt x="2260" y="2040"/>
                </a:moveTo>
                <a:cubicBezTo>
                  <a:pt x="2260" y="2073"/>
                  <a:pt x="2233" y="2100"/>
                  <a:pt x="2200" y="2100"/>
                </a:cubicBezTo>
                <a:cubicBezTo>
                  <a:pt x="2166" y="2100"/>
                  <a:pt x="2140" y="2073"/>
                  <a:pt x="2140" y="2040"/>
                </a:cubicBezTo>
                <a:cubicBezTo>
                  <a:pt x="2140" y="2006"/>
                  <a:pt x="2166" y="1980"/>
                  <a:pt x="2200" y="1980"/>
                </a:cubicBezTo>
                <a:cubicBezTo>
                  <a:pt x="2233" y="1980"/>
                  <a:pt x="2260" y="2006"/>
                  <a:pt x="2260" y="2040"/>
                </a:cubicBezTo>
                <a:close/>
                <a:moveTo>
                  <a:pt x="1560" y="1790"/>
                </a:moveTo>
                <a:cubicBezTo>
                  <a:pt x="1560" y="1823"/>
                  <a:pt x="1533" y="1850"/>
                  <a:pt x="1500" y="1850"/>
                </a:cubicBezTo>
                <a:cubicBezTo>
                  <a:pt x="1466" y="1850"/>
                  <a:pt x="1440" y="1823"/>
                  <a:pt x="1440" y="1790"/>
                </a:cubicBezTo>
                <a:cubicBezTo>
                  <a:pt x="1440" y="1756"/>
                  <a:pt x="1466" y="1730"/>
                  <a:pt x="1500" y="1730"/>
                </a:cubicBezTo>
                <a:cubicBezTo>
                  <a:pt x="1533" y="1730"/>
                  <a:pt x="1560" y="1756"/>
                  <a:pt x="1560" y="1790"/>
                </a:cubicBezTo>
                <a:close/>
                <a:moveTo>
                  <a:pt x="7700" y="630"/>
                </a:moveTo>
                <a:cubicBezTo>
                  <a:pt x="7700" y="663"/>
                  <a:pt x="7673" y="690"/>
                  <a:pt x="7640" y="690"/>
                </a:cubicBezTo>
                <a:cubicBezTo>
                  <a:pt x="7606" y="690"/>
                  <a:pt x="7580" y="663"/>
                  <a:pt x="7580" y="630"/>
                </a:cubicBezTo>
                <a:cubicBezTo>
                  <a:pt x="7580" y="596"/>
                  <a:pt x="7606" y="570"/>
                  <a:pt x="7640" y="570"/>
                </a:cubicBezTo>
                <a:cubicBezTo>
                  <a:pt x="7673" y="570"/>
                  <a:pt x="7700" y="596"/>
                  <a:pt x="7700" y="630"/>
                </a:cubicBezTo>
                <a:close/>
                <a:moveTo>
                  <a:pt x="550" y="1480"/>
                </a:moveTo>
                <a:cubicBezTo>
                  <a:pt x="550" y="1513"/>
                  <a:pt x="523" y="1540"/>
                  <a:pt x="490" y="1540"/>
                </a:cubicBezTo>
                <a:cubicBezTo>
                  <a:pt x="456" y="1540"/>
                  <a:pt x="430" y="1513"/>
                  <a:pt x="430" y="1480"/>
                </a:cubicBezTo>
                <a:cubicBezTo>
                  <a:pt x="430" y="1446"/>
                  <a:pt x="456" y="1420"/>
                  <a:pt x="490" y="1420"/>
                </a:cubicBezTo>
                <a:cubicBezTo>
                  <a:pt x="523" y="1420"/>
                  <a:pt x="550" y="1446"/>
                  <a:pt x="550" y="1480"/>
                </a:cubicBezTo>
                <a:close/>
                <a:moveTo>
                  <a:pt x="2790" y="1350"/>
                </a:moveTo>
                <a:cubicBezTo>
                  <a:pt x="2790" y="1383"/>
                  <a:pt x="2763" y="1410"/>
                  <a:pt x="2730" y="1410"/>
                </a:cubicBezTo>
                <a:cubicBezTo>
                  <a:pt x="2696" y="1410"/>
                  <a:pt x="2670" y="1383"/>
                  <a:pt x="2670" y="1350"/>
                </a:cubicBezTo>
                <a:cubicBezTo>
                  <a:pt x="2670" y="1316"/>
                  <a:pt x="2696" y="1290"/>
                  <a:pt x="2730" y="1290"/>
                </a:cubicBezTo>
                <a:cubicBezTo>
                  <a:pt x="2763" y="1290"/>
                  <a:pt x="2790" y="1316"/>
                  <a:pt x="2790" y="1350"/>
                </a:cubicBezTo>
                <a:close/>
                <a:moveTo>
                  <a:pt x="4780" y="880"/>
                </a:moveTo>
                <a:cubicBezTo>
                  <a:pt x="4780" y="913"/>
                  <a:pt x="4753" y="940"/>
                  <a:pt x="4720" y="940"/>
                </a:cubicBezTo>
                <a:cubicBezTo>
                  <a:pt x="4686" y="940"/>
                  <a:pt x="4660" y="913"/>
                  <a:pt x="4660" y="880"/>
                </a:cubicBezTo>
                <a:cubicBezTo>
                  <a:pt x="4660" y="846"/>
                  <a:pt x="4686" y="820"/>
                  <a:pt x="4720" y="820"/>
                </a:cubicBezTo>
                <a:cubicBezTo>
                  <a:pt x="4753" y="820"/>
                  <a:pt x="4780" y="846"/>
                  <a:pt x="4780" y="880"/>
                </a:cubicBezTo>
                <a:close/>
                <a:moveTo>
                  <a:pt x="7180" y="1150"/>
                </a:moveTo>
                <a:cubicBezTo>
                  <a:pt x="7180" y="1183"/>
                  <a:pt x="7153" y="1210"/>
                  <a:pt x="7120" y="1210"/>
                </a:cubicBezTo>
                <a:cubicBezTo>
                  <a:pt x="7086" y="1210"/>
                  <a:pt x="7060" y="1183"/>
                  <a:pt x="7060" y="1150"/>
                </a:cubicBezTo>
                <a:cubicBezTo>
                  <a:pt x="7060" y="1116"/>
                  <a:pt x="7086" y="1090"/>
                  <a:pt x="7120" y="1090"/>
                </a:cubicBezTo>
                <a:cubicBezTo>
                  <a:pt x="7153" y="1090"/>
                  <a:pt x="7180" y="1116"/>
                  <a:pt x="7180" y="1150"/>
                </a:cubicBezTo>
                <a:close/>
                <a:moveTo>
                  <a:pt x="2660" y="1560"/>
                </a:moveTo>
                <a:cubicBezTo>
                  <a:pt x="2660" y="1593"/>
                  <a:pt x="2633" y="1620"/>
                  <a:pt x="2600" y="1620"/>
                </a:cubicBezTo>
                <a:cubicBezTo>
                  <a:pt x="2566" y="1620"/>
                  <a:pt x="2540" y="1593"/>
                  <a:pt x="2540" y="1560"/>
                </a:cubicBezTo>
                <a:cubicBezTo>
                  <a:pt x="2540" y="1526"/>
                  <a:pt x="2566" y="1500"/>
                  <a:pt x="2600" y="1500"/>
                </a:cubicBezTo>
                <a:cubicBezTo>
                  <a:pt x="2633" y="1500"/>
                  <a:pt x="2660" y="1526"/>
                  <a:pt x="2660" y="1560"/>
                </a:cubicBezTo>
                <a:close/>
                <a:moveTo>
                  <a:pt x="460" y="310"/>
                </a:moveTo>
                <a:cubicBezTo>
                  <a:pt x="460" y="343"/>
                  <a:pt x="433" y="370"/>
                  <a:pt x="400" y="370"/>
                </a:cubicBezTo>
                <a:cubicBezTo>
                  <a:pt x="366" y="370"/>
                  <a:pt x="340" y="343"/>
                  <a:pt x="340" y="310"/>
                </a:cubicBezTo>
                <a:cubicBezTo>
                  <a:pt x="340" y="276"/>
                  <a:pt x="366" y="250"/>
                  <a:pt x="400" y="250"/>
                </a:cubicBezTo>
                <a:cubicBezTo>
                  <a:pt x="433" y="250"/>
                  <a:pt x="460" y="276"/>
                  <a:pt x="460" y="310"/>
                </a:cubicBezTo>
                <a:close/>
                <a:moveTo>
                  <a:pt x="4960" y="1080"/>
                </a:moveTo>
                <a:cubicBezTo>
                  <a:pt x="4960" y="1113"/>
                  <a:pt x="4933" y="1140"/>
                  <a:pt x="4900" y="1140"/>
                </a:cubicBezTo>
                <a:cubicBezTo>
                  <a:pt x="4866" y="1140"/>
                  <a:pt x="4840" y="1113"/>
                  <a:pt x="4840" y="1080"/>
                </a:cubicBezTo>
                <a:cubicBezTo>
                  <a:pt x="4840" y="1046"/>
                  <a:pt x="4866" y="1020"/>
                  <a:pt x="4900" y="1020"/>
                </a:cubicBezTo>
                <a:cubicBezTo>
                  <a:pt x="4933" y="1020"/>
                  <a:pt x="4960" y="1046"/>
                  <a:pt x="4960" y="1080"/>
                </a:cubicBezTo>
                <a:close/>
                <a:moveTo>
                  <a:pt x="1400" y="1940"/>
                </a:moveTo>
                <a:cubicBezTo>
                  <a:pt x="1400" y="1973"/>
                  <a:pt x="1373" y="2000"/>
                  <a:pt x="1340" y="2000"/>
                </a:cubicBezTo>
                <a:cubicBezTo>
                  <a:pt x="1306" y="2000"/>
                  <a:pt x="1280" y="1973"/>
                  <a:pt x="1280" y="1940"/>
                </a:cubicBezTo>
                <a:cubicBezTo>
                  <a:pt x="1280" y="1906"/>
                  <a:pt x="1306" y="1880"/>
                  <a:pt x="1340" y="1880"/>
                </a:cubicBezTo>
                <a:cubicBezTo>
                  <a:pt x="1373" y="1880"/>
                  <a:pt x="1400" y="1906"/>
                  <a:pt x="1400" y="1940"/>
                </a:cubicBezTo>
                <a:close/>
                <a:moveTo>
                  <a:pt x="3220" y="390"/>
                </a:moveTo>
                <a:cubicBezTo>
                  <a:pt x="3220" y="423"/>
                  <a:pt x="3193" y="450"/>
                  <a:pt x="3160" y="450"/>
                </a:cubicBezTo>
                <a:cubicBezTo>
                  <a:pt x="3126" y="450"/>
                  <a:pt x="3100" y="423"/>
                  <a:pt x="3100" y="390"/>
                </a:cubicBezTo>
                <a:cubicBezTo>
                  <a:pt x="3100" y="356"/>
                  <a:pt x="3126" y="330"/>
                  <a:pt x="3160" y="330"/>
                </a:cubicBezTo>
                <a:cubicBezTo>
                  <a:pt x="3193" y="330"/>
                  <a:pt x="3220" y="356"/>
                  <a:pt x="3220" y="390"/>
                </a:cubicBezTo>
                <a:close/>
                <a:moveTo>
                  <a:pt x="4720" y="1080"/>
                </a:moveTo>
                <a:cubicBezTo>
                  <a:pt x="4720" y="1113"/>
                  <a:pt x="4693" y="1140"/>
                  <a:pt x="4660" y="1140"/>
                </a:cubicBezTo>
                <a:cubicBezTo>
                  <a:pt x="4626" y="1140"/>
                  <a:pt x="4600" y="1113"/>
                  <a:pt x="4600" y="1080"/>
                </a:cubicBezTo>
                <a:cubicBezTo>
                  <a:pt x="4600" y="1046"/>
                  <a:pt x="4626" y="1020"/>
                  <a:pt x="4660" y="1020"/>
                </a:cubicBezTo>
                <a:cubicBezTo>
                  <a:pt x="4693" y="1020"/>
                  <a:pt x="4720" y="1046"/>
                  <a:pt x="4720" y="1080"/>
                </a:cubicBezTo>
                <a:close/>
                <a:moveTo>
                  <a:pt x="120" y="1720"/>
                </a:moveTo>
                <a:cubicBezTo>
                  <a:pt x="120" y="1753"/>
                  <a:pt x="93" y="1780"/>
                  <a:pt x="60" y="1780"/>
                </a:cubicBezTo>
                <a:cubicBezTo>
                  <a:pt x="26" y="1780"/>
                  <a:pt x="0" y="1753"/>
                  <a:pt x="0" y="1720"/>
                </a:cubicBezTo>
                <a:cubicBezTo>
                  <a:pt x="0" y="1686"/>
                  <a:pt x="26" y="1660"/>
                  <a:pt x="60" y="1660"/>
                </a:cubicBezTo>
                <a:cubicBezTo>
                  <a:pt x="93" y="1660"/>
                  <a:pt x="120" y="1686"/>
                  <a:pt x="120" y="1720"/>
                </a:cubicBezTo>
                <a:close/>
                <a:moveTo>
                  <a:pt x="510" y="1960"/>
                </a:moveTo>
                <a:cubicBezTo>
                  <a:pt x="510" y="1993"/>
                  <a:pt x="483" y="2020"/>
                  <a:pt x="450" y="2020"/>
                </a:cubicBezTo>
                <a:cubicBezTo>
                  <a:pt x="416" y="2020"/>
                  <a:pt x="390" y="1993"/>
                  <a:pt x="390" y="1960"/>
                </a:cubicBezTo>
                <a:cubicBezTo>
                  <a:pt x="390" y="1926"/>
                  <a:pt x="416" y="1900"/>
                  <a:pt x="450" y="1900"/>
                </a:cubicBezTo>
                <a:cubicBezTo>
                  <a:pt x="483" y="1900"/>
                  <a:pt x="510" y="1926"/>
                  <a:pt x="510" y="1960"/>
                </a:cubicBezTo>
                <a:close/>
                <a:moveTo>
                  <a:pt x="5430" y="1470"/>
                </a:moveTo>
                <a:cubicBezTo>
                  <a:pt x="5430" y="1503"/>
                  <a:pt x="5403" y="1530"/>
                  <a:pt x="5370" y="1530"/>
                </a:cubicBezTo>
                <a:cubicBezTo>
                  <a:pt x="5336" y="1530"/>
                  <a:pt x="5310" y="1503"/>
                  <a:pt x="5310" y="1470"/>
                </a:cubicBezTo>
                <a:cubicBezTo>
                  <a:pt x="5310" y="1436"/>
                  <a:pt x="5336" y="1410"/>
                  <a:pt x="5370" y="1410"/>
                </a:cubicBezTo>
                <a:cubicBezTo>
                  <a:pt x="5403" y="1410"/>
                  <a:pt x="5430" y="1436"/>
                  <a:pt x="5430" y="1470"/>
                </a:cubicBezTo>
                <a:close/>
                <a:moveTo>
                  <a:pt x="7800" y="2100"/>
                </a:moveTo>
                <a:cubicBezTo>
                  <a:pt x="7800" y="2133"/>
                  <a:pt x="7773" y="2160"/>
                  <a:pt x="7740" y="2160"/>
                </a:cubicBezTo>
                <a:cubicBezTo>
                  <a:pt x="7706" y="2160"/>
                  <a:pt x="7680" y="2133"/>
                  <a:pt x="7680" y="2100"/>
                </a:cubicBezTo>
                <a:cubicBezTo>
                  <a:pt x="7680" y="2066"/>
                  <a:pt x="7706" y="2040"/>
                  <a:pt x="7740" y="2040"/>
                </a:cubicBezTo>
                <a:cubicBezTo>
                  <a:pt x="7773" y="2040"/>
                  <a:pt x="7800" y="2066"/>
                  <a:pt x="7800" y="2100"/>
                </a:cubicBezTo>
                <a:close/>
                <a:moveTo>
                  <a:pt x="2930" y="880"/>
                </a:moveTo>
                <a:cubicBezTo>
                  <a:pt x="2930" y="913"/>
                  <a:pt x="2903" y="940"/>
                  <a:pt x="2870" y="940"/>
                </a:cubicBezTo>
                <a:cubicBezTo>
                  <a:pt x="2836" y="940"/>
                  <a:pt x="2810" y="913"/>
                  <a:pt x="2810" y="880"/>
                </a:cubicBezTo>
                <a:cubicBezTo>
                  <a:pt x="2810" y="846"/>
                  <a:pt x="2836" y="820"/>
                  <a:pt x="2870" y="820"/>
                </a:cubicBezTo>
                <a:cubicBezTo>
                  <a:pt x="2903" y="820"/>
                  <a:pt x="2930" y="846"/>
                  <a:pt x="2930" y="880"/>
                </a:cubicBezTo>
                <a:close/>
                <a:moveTo>
                  <a:pt x="6830" y="900"/>
                </a:moveTo>
                <a:cubicBezTo>
                  <a:pt x="6830" y="933"/>
                  <a:pt x="6803" y="960"/>
                  <a:pt x="6770" y="960"/>
                </a:cubicBezTo>
                <a:cubicBezTo>
                  <a:pt x="6736" y="960"/>
                  <a:pt x="6710" y="933"/>
                  <a:pt x="6710" y="900"/>
                </a:cubicBezTo>
                <a:cubicBezTo>
                  <a:pt x="6710" y="866"/>
                  <a:pt x="6736" y="840"/>
                  <a:pt x="6770" y="840"/>
                </a:cubicBezTo>
                <a:cubicBezTo>
                  <a:pt x="6803" y="840"/>
                  <a:pt x="6830" y="866"/>
                  <a:pt x="6830" y="900"/>
                </a:cubicBezTo>
                <a:close/>
                <a:moveTo>
                  <a:pt x="5800" y="1280"/>
                </a:moveTo>
                <a:cubicBezTo>
                  <a:pt x="5800" y="1313"/>
                  <a:pt x="5773" y="1340"/>
                  <a:pt x="5740" y="1340"/>
                </a:cubicBezTo>
                <a:cubicBezTo>
                  <a:pt x="5706" y="1340"/>
                  <a:pt x="5680" y="1313"/>
                  <a:pt x="5680" y="1280"/>
                </a:cubicBezTo>
                <a:cubicBezTo>
                  <a:pt x="5680" y="1246"/>
                  <a:pt x="5706" y="1220"/>
                  <a:pt x="5740" y="1220"/>
                </a:cubicBezTo>
                <a:cubicBezTo>
                  <a:pt x="5773" y="1220"/>
                  <a:pt x="5800" y="1246"/>
                  <a:pt x="5800" y="1280"/>
                </a:cubicBezTo>
                <a:close/>
                <a:moveTo>
                  <a:pt x="5650" y="2050"/>
                </a:moveTo>
                <a:cubicBezTo>
                  <a:pt x="5650" y="2083"/>
                  <a:pt x="5623" y="2110"/>
                  <a:pt x="5590" y="2110"/>
                </a:cubicBezTo>
                <a:cubicBezTo>
                  <a:pt x="5556" y="2110"/>
                  <a:pt x="5530" y="2083"/>
                  <a:pt x="5530" y="2050"/>
                </a:cubicBezTo>
                <a:cubicBezTo>
                  <a:pt x="5530" y="2016"/>
                  <a:pt x="5556" y="1990"/>
                  <a:pt x="5590" y="1990"/>
                </a:cubicBezTo>
                <a:cubicBezTo>
                  <a:pt x="5623" y="1990"/>
                  <a:pt x="5650" y="2016"/>
                  <a:pt x="5650" y="2050"/>
                </a:cubicBezTo>
                <a:close/>
                <a:moveTo>
                  <a:pt x="4390" y="180"/>
                </a:moveTo>
                <a:cubicBezTo>
                  <a:pt x="4390" y="213"/>
                  <a:pt x="4363" y="240"/>
                  <a:pt x="4330" y="240"/>
                </a:cubicBezTo>
                <a:cubicBezTo>
                  <a:pt x="4296" y="240"/>
                  <a:pt x="4270" y="213"/>
                  <a:pt x="4270" y="180"/>
                </a:cubicBezTo>
                <a:cubicBezTo>
                  <a:pt x="4270" y="146"/>
                  <a:pt x="4296" y="120"/>
                  <a:pt x="4330" y="120"/>
                </a:cubicBezTo>
                <a:cubicBezTo>
                  <a:pt x="4363" y="120"/>
                  <a:pt x="4390" y="146"/>
                  <a:pt x="4390" y="180"/>
                </a:cubicBezTo>
                <a:close/>
                <a:moveTo>
                  <a:pt x="8320" y="240"/>
                </a:moveTo>
                <a:cubicBezTo>
                  <a:pt x="8320" y="273"/>
                  <a:pt x="8293" y="300"/>
                  <a:pt x="8260" y="300"/>
                </a:cubicBezTo>
                <a:cubicBezTo>
                  <a:pt x="8226" y="300"/>
                  <a:pt x="8200" y="273"/>
                  <a:pt x="8200" y="240"/>
                </a:cubicBezTo>
                <a:cubicBezTo>
                  <a:pt x="8200" y="206"/>
                  <a:pt x="8226" y="180"/>
                  <a:pt x="8260" y="180"/>
                </a:cubicBezTo>
                <a:cubicBezTo>
                  <a:pt x="8293" y="180"/>
                  <a:pt x="8320" y="206"/>
                  <a:pt x="8320" y="240"/>
                </a:cubicBezTo>
                <a:close/>
                <a:moveTo>
                  <a:pt x="2480" y="1220"/>
                </a:moveTo>
                <a:cubicBezTo>
                  <a:pt x="2480" y="1253"/>
                  <a:pt x="2453" y="1280"/>
                  <a:pt x="2420" y="1280"/>
                </a:cubicBezTo>
                <a:cubicBezTo>
                  <a:pt x="2386" y="1280"/>
                  <a:pt x="2360" y="1253"/>
                  <a:pt x="2360" y="1220"/>
                </a:cubicBezTo>
                <a:cubicBezTo>
                  <a:pt x="2360" y="1186"/>
                  <a:pt x="2386" y="1160"/>
                  <a:pt x="2420" y="1160"/>
                </a:cubicBezTo>
                <a:cubicBezTo>
                  <a:pt x="2453" y="1160"/>
                  <a:pt x="2480" y="1186"/>
                  <a:pt x="2480" y="1220"/>
                </a:cubicBezTo>
                <a:close/>
                <a:moveTo>
                  <a:pt x="6850" y="1710"/>
                </a:moveTo>
                <a:cubicBezTo>
                  <a:pt x="6850" y="1743"/>
                  <a:pt x="6823" y="1770"/>
                  <a:pt x="6790" y="1770"/>
                </a:cubicBezTo>
                <a:cubicBezTo>
                  <a:pt x="6756" y="1770"/>
                  <a:pt x="6730" y="1743"/>
                  <a:pt x="6730" y="1710"/>
                </a:cubicBezTo>
                <a:cubicBezTo>
                  <a:pt x="6730" y="1676"/>
                  <a:pt x="6756" y="1650"/>
                  <a:pt x="6790" y="1650"/>
                </a:cubicBezTo>
                <a:cubicBezTo>
                  <a:pt x="6823" y="1650"/>
                  <a:pt x="6850" y="1676"/>
                  <a:pt x="6850" y="1710"/>
                </a:cubicBezTo>
                <a:close/>
                <a:moveTo>
                  <a:pt x="380" y="160"/>
                </a:moveTo>
                <a:cubicBezTo>
                  <a:pt x="380" y="193"/>
                  <a:pt x="353" y="220"/>
                  <a:pt x="320" y="220"/>
                </a:cubicBezTo>
                <a:cubicBezTo>
                  <a:pt x="286" y="220"/>
                  <a:pt x="260" y="193"/>
                  <a:pt x="260" y="160"/>
                </a:cubicBezTo>
                <a:cubicBezTo>
                  <a:pt x="260" y="126"/>
                  <a:pt x="286" y="100"/>
                  <a:pt x="320" y="100"/>
                </a:cubicBezTo>
                <a:cubicBezTo>
                  <a:pt x="353" y="100"/>
                  <a:pt x="380" y="126"/>
                  <a:pt x="380" y="160"/>
                </a:cubicBezTo>
                <a:close/>
                <a:moveTo>
                  <a:pt x="7200" y="1800"/>
                </a:moveTo>
                <a:cubicBezTo>
                  <a:pt x="7200" y="1833"/>
                  <a:pt x="7173" y="1860"/>
                  <a:pt x="7140" y="1860"/>
                </a:cubicBezTo>
                <a:cubicBezTo>
                  <a:pt x="7106" y="1860"/>
                  <a:pt x="7080" y="1833"/>
                  <a:pt x="7080" y="1800"/>
                </a:cubicBezTo>
                <a:cubicBezTo>
                  <a:pt x="7080" y="1766"/>
                  <a:pt x="7106" y="1740"/>
                  <a:pt x="7140" y="1740"/>
                </a:cubicBezTo>
                <a:cubicBezTo>
                  <a:pt x="7173" y="1740"/>
                  <a:pt x="7200" y="1766"/>
                  <a:pt x="7200" y="1800"/>
                </a:cubicBezTo>
                <a:close/>
                <a:moveTo>
                  <a:pt x="2890" y="1660"/>
                </a:moveTo>
                <a:cubicBezTo>
                  <a:pt x="2890" y="1693"/>
                  <a:pt x="2863" y="1720"/>
                  <a:pt x="2830" y="1720"/>
                </a:cubicBezTo>
                <a:cubicBezTo>
                  <a:pt x="2796" y="1720"/>
                  <a:pt x="2770" y="1693"/>
                  <a:pt x="2770" y="1660"/>
                </a:cubicBezTo>
                <a:cubicBezTo>
                  <a:pt x="2770" y="1626"/>
                  <a:pt x="2796" y="1600"/>
                  <a:pt x="2830" y="1600"/>
                </a:cubicBezTo>
                <a:cubicBezTo>
                  <a:pt x="2863" y="1600"/>
                  <a:pt x="2890" y="1626"/>
                  <a:pt x="2890" y="1660"/>
                </a:cubicBezTo>
                <a:close/>
                <a:moveTo>
                  <a:pt x="5630" y="1750"/>
                </a:moveTo>
                <a:cubicBezTo>
                  <a:pt x="5630" y="1783"/>
                  <a:pt x="5603" y="1810"/>
                  <a:pt x="5570" y="1810"/>
                </a:cubicBezTo>
                <a:cubicBezTo>
                  <a:pt x="5536" y="1810"/>
                  <a:pt x="5510" y="1783"/>
                  <a:pt x="5510" y="1750"/>
                </a:cubicBezTo>
                <a:cubicBezTo>
                  <a:pt x="5510" y="1716"/>
                  <a:pt x="5536" y="1690"/>
                  <a:pt x="5570" y="1690"/>
                </a:cubicBezTo>
                <a:cubicBezTo>
                  <a:pt x="5603" y="1690"/>
                  <a:pt x="5630" y="1716"/>
                  <a:pt x="5630" y="1750"/>
                </a:cubicBezTo>
                <a:close/>
                <a:moveTo>
                  <a:pt x="8130" y="1150"/>
                </a:moveTo>
                <a:cubicBezTo>
                  <a:pt x="8130" y="1183"/>
                  <a:pt x="8103" y="1210"/>
                  <a:pt x="8070" y="1210"/>
                </a:cubicBezTo>
                <a:cubicBezTo>
                  <a:pt x="8036" y="1210"/>
                  <a:pt x="8010" y="1183"/>
                  <a:pt x="8010" y="1150"/>
                </a:cubicBezTo>
                <a:cubicBezTo>
                  <a:pt x="8010" y="1116"/>
                  <a:pt x="8036" y="1090"/>
                  <a:pt x="8070" y="1090"/>
                </a:cubicBezTo>
                <a:cubicBezTo>
                  <a:pt x="8103" y="1090"/>
                  <a:pt x="8130" y="1116"/>
                  <a:pt x="8130" y="1150"/>
                </a:cubicBezTo>
                <a:close/>
                <a:moveTo>
                  <a:pt x="2630" y="1840"/>
                </a:moveTo>
                <a:cubicBezTo>
                  <a:pt x="2630" y="1873"/>
                  <a:pt x="2603" y="1900"/>
                  <a:pt x="2570" y="1900"/>
                </a:cubicBezTo>
                <a:cubicBezTo>
                  <a:pt x="2536" y="1900"/>
                  <a:pt x="2510" y="1873"/>
                  <a:pt x="2510" y="1840"/>
                </a:cubicBezTo>
                <a:cubicBezTo>
                  <a:pt x="2510" y="1806"/>
                  <a:pt x="2536" y="1780"/>
                  <a:pt x="2570" y="1780"/>
                </a:cubicBezTo>
                <a:cubicBezTo>
                  <a:pt x="2603" y="1780"/>
                  <a:pt x="2630" y="1806"/>
                  <a:pt x="2630" y="1840"/>
                </a:cubicBezTo>
                <a:close/>
                <a:moveTo>
                  <a:pt x="3670" y="1720"/>
                </a:moveTo>
                <a:cubicBezTo>
                  <a:pt x="3670" y="1753"/>
                  <a:pt x="3643" y="1780"/>
                  <a:pt x="3610" y="1780"/>
                </a:cubicBezTo>
                <a:cubicBezTo>
                  <a:pt x="3576" y="1780"/>
                  <a:pt x="3550" y="1753"/>
                  <a:pt x="3550" y="1720"/>
                </a:cubicBezTo>
                <a:cubicBezTo>
                  <a:pt x="3550" y="1686"/>
                  <a:pt x="3576" y="1660"/>
                  <a:pt x="3610" y="1660"/>
                </a:cubicBezTo>
                <a:cubicBezTo>
                  <a:pt x="3643" y="1660"/>
                  <a:pt x="3670" y="1686"/>
                  <a:pt x="3670" y="1720"/>
                </a:cubicBezTo>
                <a:close/>
                <a:moveTo>
                  <a:pt x="3270" y="60"/>
                </a:moveTo>
                <a:cubicBezTo>
                  <a:pt x="3270" y="93"/>
                  <a:pt x="3243" y="120"/>
                  <a:pt x="3210" y="120"/>
                </a:cubicBezTo>
                <a:cubicBezTo>
                  <a:pt x="3176" y="120"/>
                  <a:pt x="3150" y="93"/>
                  <a:pt x="3150" y="60"/>
                </a:cubicBezTo>
                <a:cubicBezTo>
                  <a:pt x="3150" y="26"/>
                  <a:pt x="3176" y="0"/>
                  <a:pt x="3210" y="0"/>
                </a:cubicBezTo>
                <a:cubicBezTo>
                  <a:pt x="3243" y="0"/>
                  <a:pt x="3270" y="26"/>
                  <a:pt x="3270" y="60"/>
                </a:cubicBezTo>
                <a:close/>
                <a:moveTo>
                  <a:pt x="4440" y="910"/>
                </a:moveTo>
                <a:cubicBezTo>
                  <a:pt x="4440" y="943"/>
                  <a:pt x="4413" y="970"/>
                  <a:pt x="4380" y="970"/>
                </a:cubicBezTo>
                <a:cubicBezTo>
                  <a:pt x="4346" y="970"/>
                  <a:pt x="4320" y="943"/>
                  <a:pt x="4320" y="910"/>
                </a:cubicBezTo>
                <a:cubicBezTo>
                  <a:pt x="4320" y="876"/>
                  <a:pt x="4346" y="850"/>
                  <a:pt x="4380" y="850"/>
                </a:cubicBezTo>
                <a:cubicBezTo>
                  <a:pt x="4413" y="850"/>
                  <a:pt x="4440" y="876"/>
                  <a:pt x="4440" y="91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9" name="!!PleuraVisceral"/>
          <p:cNvGrpSpPr/>
          <p:nvPr/>
        </p:nvGrpSpPr>
        <p:grpSpPr>
          <a:xfrm>
            <a:off x="-142646" y="4134899"/>
            <a:ext cx="7783373" cy="268971"/>
            <a:chOff x="-142646" y="4134899"/>
            <a:chExt cx="7783373" cy="268971"/>
          </a:xfrm>
        </p:grpSpPr>
        <p:sp>
          <p:nvSpPr>
            <p:cNvPr id="40" name="Forma 39"/>
            <p:cNvSpPr/>
            <p:nvPr/>
          </p:nvSpPr>
          <p:spPr>
            <a:xfrm>
              <a:off x="-142646" y="4139973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-80101" y="4134899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1938" y="4160273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3" name="!!CapilarPulmonar"/>
          <p:cNvSpPr/>
          <p:nvPr/>
        </p:nvSpPr>
        <p:spPr>
          <a:xfrm>
            <a:off x="-142646" y="4282071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4" name="!!Alveolos"/>
          <p:cNvGrpSpPr/>
          <p:nvPr/>
        </p:nvGrpSpPr>
        <p:grpSpPr>
          <a:xfrm>
            <a:off x="-142646" y="4444469"/>
            <a:ext cx="7845918" cy="1499131"/>
            <a:chOff x="-142646" y="4444469"/>
            <a:chExt cx="7845918" cy="1499131"/>
          </a:xfrm>
        </p:grpSpPr>
        <p:sp>
          <p:nvSpPr>
            <p:cNvPr id="45" name="Forma 44"/>
            <p:cNvSpPr/>
            <p:nvPr/>
          </p:nvSpPr>
          <p:spPr>
            <a:xfrm>
              <a:off x="-142646" y="4444469"/>
              <a:ext cx="7783373" cy="149913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28382" y="4500293"/>
              <a:ext cx="7574890" cy="954085"/>
            </a:xfrm>
            <a:custGeom>
              <a:avLst/>
              <a:gdLst/>
              <a:ahLst/>
              <a:cxnLst/>
              <a:rect l="0" t="0" r="r" b="b"/>
              <a:pathLst>
                <a:path w="10900" h="1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8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623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enferma + causa local =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Al menos un criterio de Light positivo.</a:t>
            </a:r>
            <a:endParaRPr lang="es-AR" sz="1400" dirty="0">
              <a:latin typeface="Mali"/>
            </a:endParaRPr>
          </a:p>
        </p:txBody>
      </p:sp>
      <p:grpSp>
        <p:nvGrpSpPr>
          <p:cNvPr id="49" name="!!TablaEx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50" name="Forma 49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52" name="!!TablaEx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53" name="Forma 52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4" name="Forma 53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5" name="!!TablaEx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56" name="Forma 55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7" name="Forma 56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8" name="!!TablaExudado fila 3"/>
          <p:cNvGrpSpPr/>
          <p:nvPr/>
        </p:nvGrpSpPr>
        <p:grpSpPr>
          <a:xfrm>
            <a:off x="7498080" y="2066544"/>
            <a:ext cx="4389120" cy="569595"/>
            <a:chOff x="7498080" y="2066544"/>
            <a:chExt cx="4389120" cy="569595"/>
          </a:xfrm>
        </p:grpSpPr>
        <p:sp>
          <p:nvSpPr>
            <p:cNvPr id="59" name="Forma 58"/>
            <p:cNvSpPr/>
            <p:nvPr/>
          </p:nvSpPr>
          <p:spPr>
            <a:xfrm>
              <a:off x="7498080" y="2066544"/>
              <a:ext cx="1908313" cy="56959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0" name="Forma 59"/>
            <p:cNvSpPr/>
            <p:nvPr/>
          </p:nvSpPr>
          <p:spPr>
            <a:xfrm>
              <a:off x="9406393" y="2066544"/>
              <a:ext cx="2480807" cy="56959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Muchas: PMN o linfocitos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1" name="!!TuboExudado"/>
          <p:cNvGrpSpPr/>
          <p:nvPr/>
        </p:nvGrpSpPr>
        <p:grpSpPr>
          <a:xfrm>
            <a:off x="7498080" y="3108960"/>
            <a:ext cx="1463040" cy="3072384"/>
            <a:chOff x="7498080" y="3108960"/>
            <a:chExt cx="1463040" cy="3072384"/>
          </a:xfrm>
        </p:grpSpPr>
        <p:sp>
          <p:nvSpPr>
            <p:cNvPr id="62" name="Forma 61"/>
            <p:cNvSpPr/>
            <p:nvPr/>
          </p:nvSpPr>
          <p:spPr>
            <a:xfrm>
              <a:off x="7717536" y="3108960"/>
              <a:ext cx="1024128" cy="26517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836408" y="4281038"/>
              <a:ext cx="786384" cy="14399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7836408" y="4241262"/>
              <a:ext cx="786384" cy="92812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882128" y="4387108"/>
              <a:ext cx="694944" cy="11837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721" y="298"/>
                  </a:moveTo>
                  <a:cubicBezTo>
                    <a:pt x="721" y="325"/>
                    <a:pt x="699" y="347"/>
                    <a:pt x="672" y="347"/>
                  </a:cubicBezTo>
                  <a:cubicBezTo>
                    <a:pt x="644" y="347"/>
                    <a:pt x="623" y="325"/>
                    <a:pt x="623" y="298"/>
                  </a:cubicBezTo>
                  <a:cubicBezTo>
                    <a:pt x="623" y="270"/>
                    <a:pt x="644" y="249"/>
                    <a:pt x="672" y="249"/>
                  </a:cubicBezTo>
                  <a:cubicBezTo>
                    <a:pt x="699" y="249"/>
                    <a:pt x="721" y="270"/>
                    <a:pt x="721" y="298"/>
                  </a:cubicBezTo>
                  <a:close/>
                  <a:moveTo>
                    <a:pt x="512" y="152"/>
                  </a:moveTo>
                  <a:cubicBezTo>
                    <a:pt x="512" y="181"/>
                    <a:pt x="488" y="205"/>
                    <a:pt x="459" y="205"/>
                  </a:cubicBezTo>
                  <a:cubicBezTo>
                    <a:pt x="429" y="205"/>
                    <a:pt x="406" y="181"/>
                    <a:pt x="406" y="152"/>
                  </a:cubicBezTo>
                  <a:cubicBezTo>
                    <a:pt x="406" y="122"/>
                    <a:pt x="429" y="99"/>
                    <a:pt x="459" y="99"/>
                  </a:cubicBezTo>
                  <a:cubicBezTo>
                    <a:pt x="488" y="99"/>
                    <a:pt x="512" y="122"/>
                    <a:pt x="512" y="152"/>
                  </a:cubicBezTo>
                  <a:close/>
                  <a:moveTo>
                    <a:pt x="562" y="859"/>
                  </a:moveTo>
                  <a:cubicBezTo>
                    <a:pt x="562" y="879"/>
                    <a:pt x="545" y="896"/>
                    <a:pt x="525" y="896"/>
                  </a:cubicBezTo>
                  <a:cubicBezTo>
                    <a:pt x="504" y="896"/>
                    <a:pt x="488" y="879"/>
                    <a:pt x="488" y="859"/>
                  </a:cubicBezTo>
                  <a:cubicBezTo>
                    <a:pt x="488" y="838"/>
                    <a:pt x="504" y="822"/>
                    <a:pt x="525" y="822"/>
                  </a:cubicBezTo>
                  <a:cubicBezTo>
                    <a:pt x="545" y="822"/>
                    <a:pt x="562" y="838"/>
                    <a:pt x="562" y="859"/>
                  </a:cubicBezTo>
                  <a:close/>
                  <a:moveTo>
                    <a:pt x="672" y="765"/>
                  </a:moveTo>
                  <a:cubicBezTo>
                    <a:pt x="672" y="794"/>
                    <a:pt x="648" y="818"/>
                    <a:pt x="619" y="818"/>
                  </a:cubicBezTo>
                  <a:cubicBezTo>
                    <a:pt x="589" y="818"/>
                    <a:pt x="566" y="794"/>
                    <a:pt x="566" y="765"/>
                  </a:cubicBezTo>
                  <a:cubicBezTo>
                    <a:pt x="566" y="735"/>
                    <a:pt x="589" y="712"/>
                    <a:pt x="619" y="712"/>
                  </a:cubicBezTo>
                  <a:cubicBezTo>
                    <a:pt x="648" y="712"/>
                    <a:pt x="672" y="735"/>
                    <a:pt x="672" y="765"/>
                  </a:cubicBezTo>
                  <a:close/>
                  <a:moveTo>
                    <a:pt x="789" y="244"/>
                  </a:moveTo>
                  <a:cubicBezTo>
                    <a:pt x="789" y="262"/>
                    <a:pt x="774" y="277"/>
                    <a:pt x="756" y="277"/>
                  </a:cubicBezTo>
                  <a:cubicBezTo>
                    <a:pt x="737" y="277"/>
                    <a:pt x="723" y="262"/>
                    <a:pt x="723" y="244"/>
                  </a:cubicBezTo>
                  <a:cubicBezTo>
                    <a:pt x="723" y="225"/>
                    <a:pt x="737" y="211"/>
                    <a:pt x="756" y="211"/>
                  </a:cubicBezTo>
                  <a:cubicBezTo>
                    <a:pt x="774" y="211"/>
                    <a:pt x="789" y="225"/>
                    <a:pt x="789" y="244"/>
                  </a:cubicBezTo>
                  <a:close/>
                  <a:moveTo>
                    <a:pt x="512" y="540"/>
                  </a:moveTo>
                  <a:cubicBezTo>
                    <a:pt x="512" y="568"/>
                    <a:pt x="488" y="592"/>
                    <a:pt x="460" y="592"/>
                  </a:cubicBezTo>
                  <a:cubicBezTo>
                    <a:pt x="431" y="592"/>
                    <a:pt x="408" y="568"/>
                    <a:pt x="408" y="540"/>
                  </a:cubicBezTo>
                  <a:cubicBezTo>
                    <a:pt x="408" y="511"/>
                    <a:pt x="431" y="488"/>
                    <a:pt x="460" y="488"/>
                  </a:cubicBezTo>
                  <a:cubicBezTo>
                    <a:pt x="488" y="488"/>
                    <a:pt x="512" y="511"/>
                    <a:pt x="512" y="540"/>
                  </a:cubicBezTo>
                  <a:close/>
                  <a:moveTo>
                    <a:pt x="439" y="651"/>
                  </a:moveTo>
                  <a:cubicBezTo>
                    <a:pt x="439" y="674"/>
                    <a:pt x="420" y="693"/>
                    <a:pt x="397" y="693"/>
                  </a:cubicBezTo>
                  <a:cubicBezTo>
                    <a:pt x="373" y="693"/>
                    <a:pt x="355" y="674"/>
                    <a:pt x="355" y="651"/>
                  </a:cubicBezTo>
                  <a:cubicBezTo>
                    <a:pt x="355" y="627"/>
                    <a:pt x="373" y="609"/>
                    <a:pt x="397" y="609"/>
                  </a:cubicBezTo>
                  <a:cubicBezTo>
                    <a:pt x="420" y="609"/>
                    <a:pt x="439" y="627"/>
                    <a:pt x="439" y="651"/>
                  </a:cubicBezTo>
                  <a:close/>
                  <a:moveTo>
                    <a:pt x="587" y="823"/>
                  </a:moveTo>
                  <a:cubicBezTo>
                    <a:pt x="587" y="850"/>
                    <a:pt x="564" y="873"/>
                    <a:pt x="537" y="873"/>
                  </a:cubicBezTo>
                  <a:cubicBezTo>
                    <a:pt x="509" y="873"/>
                    <a:pt x="487" y="850"/>
                    <a:pt x="487" y="823"/>
                  </a:cubicBezTo>
                  <a:cubicBezTo>
                    <a:pt x="487" y="795"/>
                    <a:pt x="509" y="773"/>
                    <a:pt x="537" y="773"/>
                  </a:cubicBezTo>
                  <a:cubicBezTo>
                    <a:pt x="564" y="773"/>
                    <a:pt x="587" y="795"/>
                    <a:pt x="587" y="823"/>
                  </a:cubicBezTo>
                  <a:close/>
                  <a:moveTo>
                    <a:pt x="335" y="870"/>
                  </a:moveTo>
                  <a:cubicBezTo>
                    <a:pt x="335" y="892"/>
                    <a:pt x="317" y="910"/>
                    <a:pt x="295" y="910"/>
                  </a:cubicBezTo>
                  <a:cubicBezTo>
                    <a:pt x="272" y="910"/>
                    <a:pt x="255" y="892"/>
                    <a:pt x="255" y="870"/>
                  </a:cubicBezTo>
                  <a:cubicBezTo>
                    <a:pt x="255" y="847"/>
                    <a:pt x="272" y="830"/>
                    <a:pt x="295" y="830"/>
                  </a:cubicBezTo>
                  <a:cubicBezTo>
                    <a:pt x="317" y="830"/>
                    <a:pt x="335" y="847"/>
                    <a:pt x="335" y="870"/>
                  </a:cubicBezTo>
                  <a:close/>
                  <a:moveTo>
                    <a:pt x="492" y="878"/>
                  </a:moveTo>
                  <a:cubicBezTo>
                    <a:pt x="492" y="908"/>
                    <a:pt x="467" y="933"/>
                    <a:pt x="437" y="933"/>
                  </a:cubicBezTo>
                  <a:cubicBezTo>
                    <a:pt x="406" y="933"/>
                    <a:pt x="382" y="908"/>
                    <a:pt x="382" y="878"/>
                  </a:cubicBezTo>
                  <a:cubicBezTo>
                    <a:pt x="382" y="847"/>
                    <a:pt x="406" y="823"/>
                    <a:pt x="437" y="823"/>
                  </a:cubicBezTo>
                  <a:cubicBezTo>
                    <a:pt x="467" y="823"/>
                    <a:pt x="492" y="847"/>
                    <a:pt x="492" y="878"/>
                  </a:cubicBezTo>
                  <a:close/>
                  <a:moveTo>
                    <a:pt x="674" y="155"/>
                  </a:moveTo>
                  <a:cubicBezTo>
                    <a:pt x="674" y="178"/>
                    <a:pt x="655" y="197"/>
                    <a:pt x="632" y="197"/>
                  </a:cubicBezTo>
                  <a:cubicBezTo>
                    <a:pt x="608" y="197"/>
                    <a:pt x="590" y="178"/>
                    <a:pt x="590" y="155"/>
                  </a:cubicBezTo>
                  <a:cubicBezTo>
                    <a:pt x="590" y="131"/>
                    <a:pt x="608" y="113"/>
                    <a:pt x="632" y="113"/>
                  </a:cubicBezTo>
                  <a:cubicBezTo>
                    <a:pt x="655" y="113"/>
                    <a:pt x="674" y="131"/>
                    <a:pt x="674" y="155"/>
                  </a:cubicBezTo>
                  <a:close/>
                  <a:moveTo>
                    <a:pt x="322" y="614"/>
                  </a:moveTo>
                  <a:cubicBezTo>
                    <a:pt x="322" y="641"/>
                    <a:pt x="299" y="664"/>
                    <a:pt x="272" y="664"/>
                  </a:cubicBezTo>
                  <a:cubicBezTo>
                    <a:pt x="244" y="664"/>
                    <a:pt x="222" y="641"/>
                    <a:pt x="222" y="614"/>
                  </a:cubicBezTo>
                  <a:cubicBezTo>
                    <a:pt x="222" y="586"/>
                    <a:pt x="244" y="564"/>
                    <a:pt x="272" y="564"/>
                  </a:cubicBezTo>
                  <a:cubicBezTo>
                    <a:pt x="299" y="564"/>
                    <a:pt x="322" y="586"/>
                    <a:pt x="322" y="614"/>
                  </a:cubicBezTo>
                  <a:close/>
                  <a:moveTo>
                    <a:pt x="644" y="714"/>
                  </a:moveTo>
                  <a:cubicBezTo>
                    <a:pt x="644" y="731"/>
                    <a:pt x="629" y="746"/>
                    <a:pt x="612" y="746"/>
                  </a:cubicBezTo>
                  <a:cubicBezTo>
                    <a:pt x="594" y="746"/>
                    <a:pt x="580" y="731"/>
                    <a:pt x="580" y="714"/>
                  </a:cubicBezTo>
                  <a:cubicBezTo>
                    <a:pt x="580" y="696"/>
                    <a:pt x="594" y="682"/>
                    <a:pt x="612" y="682"/>
                  </a:cubicBezTo>
                  <a:cubicBezTo>
                    <a:pt x="629" y="682"/>
                    <a:pt x="644" y="696"/>
                    <a:pt x="644" y="714"/>
                  </a:cubicBezTo>
                  <a:close/>
                  <a:moveTo>
                    <a:pt x="745" y="690"/>
                  </a:moveTo>
                  <a:cubicBezTo>
                    <a:pt x="745" y="722"/>
                    <a:pt x="718" y="749"/>
                    <a:pt x="686" y="749"/>
                  </a:cubicBezTo>
                  <a:cubicBezTo>
                    <a:pt x="653" y="749"/>
                    <a:pt x="627" y="722"/>
                    <a:pt x="627" y="690"/>
                  </a:cubicBezTo>
                  <a:cubicBezTo>
                    <a:pt x="627" y="657"/>
                    <a:pt x="653" y="631"/>
                    <a:pt x="686" y="631"/>
                  </a:cubicBezTo>
                  <a:cubicBezTo>
                    <a:pt x="718" y="631"/>
                    <a:pt x="745" y="657"/>
                    <a:pt x="745" y="6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66" name="Forma 65"/>
            <p:cNvSpPr/>
            <p:nvPr/>
          </p:nvSpPr>
          <p:spPr>
            <a:xfrm>
              <a:off x="7772400" y="3374136"/>
              <a:ext cx="914400" cy="238658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7918704" y="3565063"/>
              <a:ext cx="109728" cy="14319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749808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 (variable)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69" name="Interpretación exudado"/>
          <p:cNvSpPr/>
          <p:nvPr/>
        </p:nvSpPr>
        <p:spPr>
          <a:xfrm>
            <a:off x="9052560" y="3017520"/>
            <a:ext cx="2834640" cy="29260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buscar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causa local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(infección, TBC, tumor, colagenopatía, pancreatitis…).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</a:t>
            </a:r>
            <a:endParaRPr lang="es-AR" sz="2400" dirty="0">
              <a:latin typeface="Mali"/>
            </a:endParaRPr>
          </a:p>
        </p:txBody>
      </p:sp>
      <p:sp>
        <p:nvSpPr>
          <p:cNvPr id="4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7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17297" y="1133856"/>
            <a:ext cx="2931566" cy="307238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239012" y="1309878"/>
            <a:ext cx="1088136" cy="235229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74904" y="1389888"/>
            <a:ext cx="2816352" cy="2637130"/>
            <a:chOff x="374904" y="1389888"/>
            <a:chExt cx="2816352" cy="2637130"/>
          </a:xfrm>
        </p:grpSpPr>
        <p:sp>
          <p:nvSpPr>
            <p:cNvPr id="7" name="Forma 6"/>
            <p:cNvSpPr/>
            <p:nvPr/>
          </p:nvSpPr>
          <p:spPr>
            <a:xfrm>
              <a:off x="37490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7490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5092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00051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1788736" y="1799177"/>
            <a:ext cx="421137" cy="2051814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402247" y="1133856"/>
            <a:ext cx="761666" cy="1372957"/>
            <a:chOff x="1402247" y="1133856"/>
            <a:chExt cx="761666" cy="1372957"/>
          </a:xfrm>
        </p:grpSpPr>
        <p:sp>
          <p:nvSpPr>
            <p:cNvPr id="13" name="Forma 12"/>
            <p:cNvSpPr/>
            <p:nvPr/>
          </p:nvSpPr>
          <p:spPr>
            <a:xfrm>
              <a:off x="1402247" y="1133856"/>
              <a:ext cx="761666" cy="137295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725473" y="1229868"/>
              <a:ext cx="115214" cy="70008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554126" y="2666315"/>
            <a:ext cx="1075334" cy="1153077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2122299" y="2806897"/>
            <a:ext cx="889735" cy="1089304"/>
          </a:xfrm>
          <a:custGeom>
            <a:avLst/>
            <a:gdLst/>
            <a:ahLst/>
            <a:cxnLst/>
            <a:rect l="0" t="0" r="r" b="b"/>
            <a:pathLst>
              <a:path w="8167" h="10000">
                <a:moveTo>
                  <a:pt x="773" y="6672"/>
                </a:moveTo>
                <a:lnTo>
                  <a:pt x="1116" y="6617"/>
                </a:lnTo>
                <a:lnTo>
                  <a:pt x="1441" y="6592"/>
                </a:lnTo>
                <a:lnTo>
                  <a:pt x="1778" y="6589"/>
                </a:lnTo>
                <a:lnTo>
                  <a:pt x="2122" y="6610"/>
                </a:lnTo>
                <a:lnTo>
                  <a:pt x="2472" y="6658"/>
                </a:lnTo>
                <a:lnTo>
                  <a:pt x="2823" y="6738"/>
                </a:lnTo>
                <a:lnTo>
                  <a:pt x="3172" y="6852"/>
                </a:lnTo>
                <a:lnTo>
                  <a:pt x="3530" y="7010"/>
                </a:lnTo>
                <a:lnTo>
                  <a:pt x="3901" y="7211"/>
                </a:lnTo>
                <a:lnTo>
                  <a:pt x="4274" y="7443"/>
                </a:lnTo>
                <a:lnTo>
                  <a:pt x="4637" y="7694"/>
                </a:lnTo>
                <a:lnTo>
                  <a:pt x="4979" y="7952"/>
                </a:lnTo>
                <a:lnTo>
                  <a:pt x="5288" y="8204"/>
                </a:lnTo>
                <a:lnTo>
                  <a:pt x="5567" y="8473"/>
                </a:lnTo>
                <a:lnTo>
                  <a:pt x="5825" y="8774"/>
                </a:lnTo>
                <a:lnTo>
                  <a:pt x="6062" y="9081"/>
                </a:lnTo>
                <a:lnTo>
                  <a:pt x="6278" y="9370"/>
                </a:lnTo>
                <a:lnTo>
                  <a:pt x="6470" y="9615"/>
                </a:lnTo>
                <a:lnTo>
                  <a:pt x="6639" y="9790"/>
                </a:lnTo>
                <a:lnTo>
                  <a:pt x="6776" y="9902"/>
                </a:lnTo>
                <a:lnTo>
                  <a:pt x="6880" y="9973"/>
                </a:lnTo>
                <a:lnTo>
                  <a:pt x="6962" y="10000"/>
                </a:lnTo>
                <a:lnTo>
                  <a:pt x="7031" y="9980"/>
                </a:lnTo>
                <a:lnTo>
                  <a:pt x="7096" y="9911"/>
                </a:lnTo>
                <a:lnTo>
                  <a:pt x="7168" y="9790"/>
                </a:lnTo>
                <a:lnTo>
                  <a:pt x="7244" y="9612"/>
                </a:lnTo>
                <a:lnTo>
                  <a:pt x="7316" y="9378"/>
                </a:lnTo>
                <a:lnTo>
                  <a:pt x="7384" y="9094"/>
                </a:lnTo>
                <a:lnTo>
                  <a:pt x="7451" y="8769"/>
                </a:lnTo>
                <a:lnTo>
                  <a:pt x="7515" y="8411"/>
                </a:lnTo>
                <a:lnTo>
                  <a:pt x="7579" y="8027"/>
                </a:lnTo>
                <a:lnTo>
                  <a:pt x="7642" y="7600"/>
                </a:lnTo>
                <a:lnTo>
                  <a:pt x="7705" y="7121"/>
                </a:lnTo>
                <a:lnTo>
                  <a:pt x="7766" y="6608"/>
                </a:lnTo>
                <a:lnTo>
                  <a:pt x="7825" y="6081"/>
                </a:lnTo>
                <a:lnTo>
                  <a:pt x="7880" y="5558"/>
                </a:lnTo>
                <a:lnTo>
                  <a:pt x="7931" y="5060"/>
                </a:lnTo>
                <a:lnTo>
                  <a:pt x="7980" y="4586"/>
                </a:lnTo>
                <a:lnTo>
                  <a:pt x="8027" y="4122"/>
                </a:lnTo>
                <a:lnTo>
                  <a:pt x="8071" y="3663"/>
                </a:lnTo>
                <a:lnTo>
                  <a:pt x="8110" y="3204"/>
                </a:lnTo>
                <a:lnTo>
                  <a:pt x="8142" y="2740"/>
                </a:lnTo>
                <a:lnTo>
                  <a:pt x="8167" y="2269"/>
                </a:lnTo>
                <a:lnTo>
                  <a:pt x="8167" y="0"/>
                </a:lnTo>
                <a:lnTo>
                  <a:pt x="7934" y="175"/>
                </a:lnTo>
                <a:lnTo>
                  <a:pt x="7702" y="344"/>
                </a:lnTo>
                <a:lnTo>
                  <a:pt x="7470" y="509"/>
                </a:lnTo>
                <a:lnTo>
                  <a:pt x="7238" y="668"/>
                </a:lnTo>
                <a:lnTo>
                  <a:pt x="7006" y="822"/>
                </a:lnTo>
                <a:lnTo>
                  <a:pt x="6855" y="919"/>
                </a:lnTo>
                <a:lnTo>
                  <a:pt x="6824" y="1162"/>
                </a:lnTo>
                <a:lnTo>
                  <a:pt x="6824" y="1162"/>
                </a:lnTo>
                <a:lnTo>
                  <a:pt x="6771" y="1548"/>
                </a:lnTo>
                <a:lnTo>
                  <a:pt x="6771" y="1549"/>
                </a:lnTo>
                <a:lnTo>
                  <a:pt x="6716" y="1924"/>
                </a:lnTo>
                <a:lnTo>
                  <a:pt x="6716" y="1925"/>
                </a:lnTo>
                <a:lnTo>
                  <a:pt x="6660" y="2274"/>
                </a:lnTo>
                <a:lnTo>
                  <a:pt x="6660" y="2275"/>
                </a:lnTo>
                <a:lnTo>
                  <a:pt x="6603" y="2585"/>
                </a:lnTo>
                <a:lnTo>
                  <a:pt x="6603" y="2587"/>
                </a:lnTo>
                <a:lnTo>
                  <a:pt x="6546" y="2865"/>
                </a:lnTo>
                <a:lnTo>
                  <a:pt x="6546" y="2866"/>
                </a:lnTo>
                <a:lnTo>
                  <a:pt x="6489" y="3126"/>
                </a:lnTo>
                <a:lnTo>
                  <a:pt x="6488" y="3127"/>
                </a:lnTo>
                <a:lnTo>
                  <a:pt x="6430" y="3359"/>
                </a:lnTo>
                <a:lnTo>
                  <a:pt x="6430" y="3362"/>
                </a:lnTo>
                <a:lnTo>
                  <a:pt x="6371" y="3559"/>
                </a:lnTo>
                <a:lnTo>
                  <a:pt x="6370" y="3563"/>
                </a:lnTo>
                <a:lnTo>
                  <a:pt x="6312" y="3717"/>
                </a:lnTo>
                <a:lnTo>
                  <a:pt x="6309" y="3723"/>
                </a:lnTo>
                <a:lnTo>
                  <a:pt x="6275" y="3787"/>
                </a:lnTo>
                <a:lnTo>
                  <a:pt x="6272" y="3792"/>
                </a:lnTo>
                <a:lnTo>
                  <a:pt x="6269" y="3797"/>
                </a:lnTo>
                <a:lnTo>
                  <a:pt x="6265" y="3801"/>
                </a:lnTo>
                <a:lnTo>
                  <a:pt x="6261" y="3805"/>
                </a:lnTo>
                <a:lnTo>
                  <a:pt x="6256" y="3809"/>
                </a:lnTo>
                <a:lnTo>
                  <a:pt x="6251" y="3812"/>
                </a:lnTo>
                <a:lnTo>
                  <a:pt x="6246" y="3814"/>
                </a:lnTo>
                <a:lnTo>
                  <a:pt x="6240" y="3816"/>
                </a:lnTo>
                <a:lnTo>
                  <a:pt x="6235" y="3818"/>
                </a:lnTo>
                <a:lnTo>
                  <a:pt x="6229" y="3819"/>
                </a:lnTo>
                <a:lnTo>
                  <a:pt x="6223" y="3819"/>
                </a:lnTo>
                <a:lnTo>
                  <a:pt x="6218" y="3819"/>
                </a:lnTo>
                <a:lnTo>
                  <a:pt x="6212" y="3818"/>
                </a:lnTo>
                <a:lnTo>
                  <a:pt x="6206" y="3816"/>
                </a:lnTo>
                <a:lnTo>
                  <a:pt x="6201" y="3814"/>
                </a:lnTo>
                <a:lnTo>
                  <a:pt x="6196" y="3812"/>
                </a:lnTo>
                <a:lnTo>
                  <a:pt x="6191" y="3809"/>
                </a:lnTo>
                <a:lnTo>
                  <a:pt x="6151" y="3782"/>
                </a:lnTo>
                <a:lnTo>
                  <a:pt x="6145" y="3778"/>
                </a:lnTo>
                <a:lnTo>
                  <a:pt x="6015" y="3668"/>
                </a:lnTo>
                <a:lnTo>
                  <a:pt x="6011" y="3664"/>
                </a:lnTo>
                <a:lnTo>
                  <a:pt x="5849" y="3496"/>
                </a:lnTo>
                <a:lnTo>
                  <a:pt x="5848" y="3495"/>
                </a:lnTo>
                <a:lnTo>
                  <a:pt x="5656" y="3285"/>
                </a:lnTo>
                <a:lnTo>
                  <a:pt x="5653" y="3282"/>
                </a:lnTo>
                <a:lnTo>
                  <a:pt x="5440" y="3057"/>
                </a:lnTo>
                <a:lnTo>
                  <a:pt x="5431" y="3048"/>
                </a:lnTo>
                <a:lnTo>
                  <a:pt x="5200" y="2828"/>
                </a:lnTo>
                <a:lnTo>
                  <a:pt x="5183" y="2814"/>
                </a:lnTo>
                <a:lnTo>
                  <a:pt x="4933" y="2617"/>
                </a:lnTo>
                <a:lnTo>
                  <a:pt x="4917" y="2605"/>
                </a:lnTo>
                <a:lnTo>
                  <a:pt x="4640" y="2421"/>
                </a:lnTo>
                <a:lnTo>
                  <a:pt x="4632" y="2416"/>
                </a:lnTo>
                <a:lnTo>
                  <a:pt x="4330" y="2231"/>
                </a:lnTo>
                <a:lnTo>
                  <a:pt x="4221" y="2275"/>
                </a:lnTo>
                <a:lnTo>
                  <a:pt x="3989" y="2364"/>
                </a:lnTo>
                <a:lnTo>
                  <a:pt x="3757" y="2448"/>
                </a:lnTo>
                <a:lnTo>
                  <a:pt x="3525" y="2528"/>
                </a:lnTo>
                <a:lnTo>
                  <a:pt x="3293" y="2603"/>
                </a:lnTo>
                <a:lnTo>
                  <a:pt x="3061" y="2673"/>
                </a:lnTo>
                <a:lnTo>
                  <a:pt x="2829" y="2739"/>
                </a:lnTo>
                <a:lnTo>
                  <a:pt x="2597" y="2801"/>
                </a:lnTo>
                <a:lnTo>
                  <a:pt x="2365" y="2858"/>
                </a:lnTo>
                <a:lnTo>
                  <a:pt x="2132" y="2910"/>
                </a:lnTo>
                <a:lnTo>
                  <a:pt x="1900" y="2959"/>
                </a:lnTo>
                <a:lnTo>
                  <a:pt x="1668" y="3003"/>
                </a:lnTo>
                <a:lnTo>
                  <a:pt x="1436" y="3043"/>
                </a:lnTo>
                <a:lnTo>
                  <a:pt x="1204" y="3078"/>
                </a:lnTo>
                <a:lnTo>
                  <a:pt x="972" y="3110"/>
                </a:lnTo>
                <a:lnTo>
                  <a:pt x="740" y="3138"/>
                </a:lnTo>
                <a:lnTo>
                  <a:pt x="508" y="3161"/>
                </a:lnTo>
                <a:lnTo>
                  <a:pt x="276" y="3182"/>
                </a:lnTo>
                <a:lnTo>
                  <a:pt x="44" y="3198"/>
                </a:lnTo>
                <a:lnTo>
                  <a:pt x="0" y="3200"/>
                </a:lnTo>
                <a:lnTo>
                  <a:pt x="40" y="3449"/>
                </a:lnTo>
                <a:lnTo>
                  <a:pt x="117" y="4032"/>
                </a:lnTo>
                <a:lnTo>
                  <a:pt x="191" y="4708"/>
                </a:lnTo>
                <a:lnTo>
                  <a:pt x="267" y="5483"/>
                </a:lnTo>
                <a:lnTo>
                  <a:pt x="334" y="6279"/>
                </a:lnTo>
                <a:lnTo>
                  <a:pt x="364" y="6776"/>
                </a:lnTo>
                <a:lnTo>
                  <a:pt x="404" y="6763"/>
                </a:lnTo>
                <a:lnTo>
                  <a:pt x="773" y="667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682553" y="1449782"/>
            <a:ext cx="900158" cy="1623901"/>
            <a:chOff x="682553" y="1449782"/>
            <a:chExt cx="900158" cy="1623901"/>
          </a:xfrm>
        </p:grpSpPr>
        <p:sp>
          <p:nvSpPr>
            <p:cNvPr id="18" name="Forma 17"/>
            <p:cNvSpPr/>
            <p:nvPr/>
          </p:nvSpPr>
          <p:spPr>
            <a:xfrm>
              <a:off x="682553" y="1449782"/>
              <a:ext cx="900158" cy="1623901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743498" y="1609147"/>
              <a:ext cx="703540" cy="1162507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704648" y="2156867"/>
              <a:ext cx="756600" cy="680321"/>
            </a:xfrm>
            <a:custGeom>
              <a:avLst/>
              <a:gdLst/>
              <a:ahLst/>
              <a:cxnLst/>
              <a:rect l="0" t="0" r="r" b="b"/>
              <a:pathLst>
                <a:path w="2364" h="2125" fill="none">
                  <a:moveTo>
                    <a:pt x="0" y="115"/>
                  </a:moveTo>
                  <a:lnTo>
                    <a:pt x="166" y="128"/>
                  </a:lnTo>
                  <a:lnTo>
                    <a:pt x="373" y="143"/>
                  </a:lnTo>
                  <a:lnTo>
                    <a:pt x="582" y="155"/>
                  </a:lnTo>
                  <a:lnTo>
                    <a:pt x="765" y="160"/>
                  </a:lnTo>
                  <a:lnTo>
                    <a:pt x="917" y="157"/>
                  </a:lnTo>
                  <a:lnTo>
                    <a:pt x="1055" y="148"/>
                  </a:lnTo>
                  <a:lnTo>
                    <a:pt x="1188" y="136"/>
                  </a:lnTo>
                  <a:lnTo>
                    <a:pt x="1325" y="120"/>
                  </a:lnTo>
                  <a:lnTo>
                    <a:pt x="1476" y="104"/>
                  </a:lnTo>
                  <a:lnTo>
                    <a:pt x="1656" y="85"/>
                  </a:lnTo>
                  <a:lnTo>
                    <a:pt x="1861" y="61"/>
                  </a:lnTo>
                  <a:lnTo>
                    <a:pt x="2064" y="36"/>
                  </a:lnTo>
                  <a:lnTo>
                    <a:pt x="2240" y="15"/>
                  </a:lnTo>
                  <a:lnTo>
                    <a:pt x="2364" y="0"/>
                  </a:lnTo>
                </a:path>
                <a:path w="2364" h="2125" fill="none">
                  <a:moveTo>
                    <a:pt x="60" y="2125"/>
                  </a:moveTo>
                  <a:lnTo>
                    <a:pt x="163" y="2026"/>
                  </a:lnTo>
                  <a:lnTo>
                    <a:pt x="317" y="1878"/>
                  </a:lnTo>
                  <a:lnTo>
                    <a:pt x="496" y="1706"/>
                  </a:lnTo>
                  <a:lnTo>
                    <a:pt x="681" y="1528"/>
                  </a:lnTo>
                  <a:lnTo>
                    <a:pt x="854" y="1362"/>
                  </a:lnTo>
                  <a:lnTo>
                    <a:pt x="1015" y="1203"/>
                  </a:lnTo>
                  <a:lnTo>
                    <a:pt x="1178" y="1041"/>
                  </a:lnTo>
                  <a:lnTo>
                    <a:pt x="1340" y="880"/>
                  </a:lnTo>
                  <a:lnTo>
                    <a:pt x="1499" y="729"/>
                  </a:lnTo>
                  <a:lnTo>
                    <a:pt x="1653" y="593"/>
                  </a:lnTo>
                  <a:lnTo>
                    <a:pt x="1812" y="470"/>
                  </a:lnTo>
                  <a:lnTo>
                    <a:pt x="1978" y="354"/>
                  </a:lnTo>
                  <a:lnTo>
                    <a:pt x="2135" y="251"/>
                  </a:lnTo>
                  <a:lnTo>
                    <a:pt x="2268" y="166"/>
                  </a:lnTo>
                  <a:lnTo>
                    <a:pt x="2364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682553" y="1449782"/>
            <a:ext cx="900158" cy="1623901"/>
          </a:xfrm>
          <a:custGeom>
            <a:avLst/>
            <a:gdLst/>
            <a:ahLst/>
            <a:cxnLst/>
            <a:rect l="0" t="0" r="r" b="b"/>
            <a:pathLst>
              <a:path w="2812" h="5074" fill="none">
                <a:moveTo>
                  <a:pt x="306" y="5065"/>
                </a:moveTo>
                <a:lnTo>
                  <a:pt x="350" y="5030"/>
                </a:lnTo>
                <a:lnTo>
                  <a:pt x="404" y="4975"/>
                </a:lnTo>
                <a:lnTo>
                  <a:pt x="468" y="4907"/>
                </a:lnTo>
                <a:lnTo>
                  <a:pt x="469" y="4906"/>
                </a:lnTo>
                <a:lnTo>
                  <a:pt x="541" y="4833"/>
                </a:lnTo>
                <a:lnTo>
                  <a:pt x="544" y="4830"/>
                </a:lnTo>
                <a:lnTo>
                  <a:pt x="623" y="4758"/>
                </a:lnTo>
                <a:lnTo>
                  <a:pt x="629" y="4753"/>
                </a:lnTo>
                <a:lnTo>
                  <a:pt x="713" y="4689"/>
                </a:lnTo>
                <a:lnTo>
                  <a:pt x="719" y="4685"/>
                </a:lnTo>
                <a:lnTo>
                  <a:pt x="813" y="4625"/>
                </a:lnTo>
                <a:lnTo>
                  <a:pt x="816" y="4623"/>
                </a:lnTo>
                <a:lnTo>
                  <a:pt x="919" y="4562"/>
                </a:lnTo>
                <a:lnTo>
                  <a:pt x="922" y="4560"/>
                </a:lnTo>
                <a:lnTo>
                  <a:pt x="1032" y="4501"/>
                </a:lnTo>
                <a:lnTo>
                  <a:pt x="1036" y="4499"/>
                </a:lnTo>
                <a:lnTo>
                  <a:pt x="1148" y="4443"/>
                </a:lnTo>
                <a:lnTo>
                  <a:pt x="1153" y="4441"/>
                </a:lnTo>
                <a:lnTo>
                  <a:pt x="1266" y="4393"/>
                </a:lnTo>
                <a:lnTo>
                  <a:pt x="1273" y="4390"/>
                </a:lnTo>
                <a:lnTo>
                  <a:pt x="1381" y="4353"/>
                </a:lnTo>
                <a:lnTo>
                  <a:pt x="1390" y="4350"/>
                </a:lnTo>
                <a:lnTo>
                  <a:pt x="1496" y="4323"/>
                </a:lnTo>
                <a:lnTo>
                  <a:pt x="1504" y="4321"/>
                </a:lnTo>
                <a:lnTo>
                  <a:pt x="1610" y="4302"/>
                </a:lnTo>
                <a:lnTo>
                  <a:pt x="1619" y="4301"/>
                </a:lnTo>
                <a:lnTo>
                  <a:pt x="1724" y="4289"/>
                </a:lnTo>
                <a:lnTo>
                  <a:pt x="1732" y="4289"/>
                </a:lnTo>
                <a:lnTo>
                  <a:pt x="1836" y="4284"/>
                </a:lnTo>
                <a:lnTo>
                  <a:pt x="1843" y="4284"/>
                </a:lnTo>
                <a:lnTo>
                  <a:pt x="1945" y="4285"/>
                </a:lnTo>
                <a:lnTo>
                  <a:pt x="1951" y="4285"/>
                </a:lnTo>
                <a:lnTo>
                  <a:pt x="2049" y="4291"/>
                </a:lnTo>
                <a:lnTo>
                  <a:pt x="2059" y="4292"/>
                </a:lnTo>
                <a:lnTo>
                  <a:pt x="2155" y="4305"/>
                </a:lnTo>
                <a:lnTo>
                  <a:pt x="2165" y="4307"/>
                </a:lnTo>
                <a:lnTo>
                  <a:pt x="2261" y="4328"/>
                </a:lnTo>
                <a:lnTo>
                  <a:pt x="2268" y="4330"/>
                </a:lnTo>
                <a:lnTo>
                  <a:pt x="2361" y="4357"/>
                </a:lnTo>
                <a:lnTo>
                  <a:pt x="2366" y="4359"/>
                </a:lnTo>
                <a:lnTo>
                  <a:pt x="2455" y="4390"/>
                </a:lnTo>
                <a:lnTo>
                  <a:pt x="2458" y="4391"/>
                </a:lnTo>
                <a:lnTo>
                  <a:pt x="2542" y="4422"/>
                </a:lnTo>
                <a:lnTo>
                  <a:pt x="2543" y="4423"/>
                </a:lnTo>
                <a:lnTo>
                  <a:pt x="2618" y="4452"/>
                </a:lnTo>
                <a:lnTo>
                  <a:pt x="2625" y="4455"/>
                </a:lnTo>
                <a:lnTo>
                  <a:pt x="2632" y="4459"/>
                </a:lnTo>
                <a:lnTo>
                  <a:pt x="2702" y="4499"/>
                </a:lnTo>
                <a:lnTo>
                  <a:pt x="2709" y="4503"/>
                </a:lnTo>
                <a:lnTo>
                  <a:pt x="2715" y="4508"/>
                </a:lnTo>
                <a:lnTo>
                  <a:pt x="2781" y="4562"/>
                </a:lnTo>
                <a:lnTo>
                  <a:pt x="2784" y="4565"/>
                </a:lnTo>
                <a:lnTo>
                  <a:pt x="2812" y="4591"/>
                </a:lnTo>
                <a:lnTo>
                  <a:pt x="2812" y="4566"/>
                </a:lnTo>
                <a:lnTo>
                  <a:pt x="2808" y="4515"/>
                </a:lnTo>
                <a:lnTo>
                  <a:pt x="2808" y="4514"/>
                </a:lnTo>
                <a:lnTo>
                  <a:pt x="2795" y="4331"/>
                </a:lnTo>
                <a:lnTo>
                  <a:pt x="2795" y="4331"/>
                </a:lnTo>
                <a:lnTo>
                  <a:pt x="2786" y="4191"/>
                </a:lnTo>
                <a:lnTo>
                  <a:pt x="2774" y="4067"/>
                </a:lnTo>
                <a:lnTo>
                  <a:pt x="2773" y="4066"/>
                </a:lnTo>
                <a:lnTo>
                  <a:pt x="2761" y="3925"/>
                </a:lnTo>
                <a:lnTo>
                  <a:pt x="2761" y="3925"/>
                </a:lnTo>
                <a:lnTo>
                  <a:pt x="2752" y="3796"/>
                </a:lnTo>
                <a:lnTo>
                  <a:pt x="2740" y="3669"/>
                </a:lnTo>
                <a:lnTo>
                  <a:pt x="2728" y="3541"/>
                </a:lnTo>
                <a:lnTo>
                  <a:pt x="2715" y="3414"/>
                </a:lnTo>
                <a:lnTo>
                  <a:pt x="2703" y="3286"/>
                </a:lnTo>
                <a:lnTo>
                  <a:pt x="2703" y="3286"/>
                </a:lnTo>
                <a:lnTo>
                  <a:pt x="2690" y="3158"/>
                </a:lnTo>
                <a:lnTo>
                  <a:pt x="2690" y="3157"/>
                </a:lnTo>
                <a:lnTo>
                  <a:pt x="2679" y="3029"/>
                </a:lnTo>
                <a:lnTo>
                  <a:pt x="2679" y="3029"/>
                </a:lnTo>
                <a:lnTo>
                  <a:pt x="2668" y="2901"/>
                </a:lnTo>
                <a:lnTo>
                  <a:pt x="2657" y="2773"/>
                </a:lnTo>
                <a:lnTo>
                  <a:pt x="2646" y="2645"/>
                </a:lnTo>
                <a:lnTo>
                  <a:pt x="2633" y="2518"/>
                </a:lnTo>
                <a:lnTo>
                  <a:pt x="2622" y="2418"/>
                </a:lnTo>
                <a:lnTo>
                  <a:pt x="2609" y="2317"/>
                </a:lnTo>
                <a:lnTo>
                  <a:pt x="2581" y="2133"/>
                </a:lnTo>
                <a:lnTo>
                  <a:pt x="2550" y="1946"/>
                </a:lnTo>
                <a:lnTo>
                  <a:pt x="2517" y="1759"/>
                </a:lnTo>
                <a:lnTo>
                  <a:pt x="2483" y="1577"/>
                </a:lnTo>
                <a:lnTo>
                  <a:pt x="2447" y="1402"/>
                </a:lnTo>
                <a:lnTo>
                  <a:pt x="2409" y="1240"/>
                </a:lnTo>
                <a:lnTo>
                  <a:pt x="2369" y="1086"/>
                </a:lnTo>
                <a:lnTo>
                  <a:pt x="2327" y="940"/>
                </a:lnTo>
                <a:lnTo>
                  <a:pt x="2282" y="801"/>
                </a:lnTo>
                <a:lnTo>
                  <a:pt x="2237" y="671"/>
                </a:lnTo>
                <a:lnTo>
                  <a:pt x="2193" y="551"/>
                </a:lnTo>
                <a:lnTo>
                  <a:pt x="2150" y="444"/>
                </a:lnTo>
                <a:lnTo>
                  <a:pt x="2111" y="349"/>
                </a:lnTo>
                <a:lnTo>
                  <a:pt x="2073" y="266"/>
                </a:lnTo>
                <a:lnTo>
                  <a:pt x="2043" y="208"/>
                </a:lnTo>
                <a:lnTo>
                  <a:pt x="2013" y="163"/>
                </a:lnTo>
                <a:lnTo>
                  <a:pt x="1983" y="124"/>
                </a:lnTo>
                <a:lnTo>
                  <a:pt x="1953" y="91"/>
                </a:lnTo>
                <a:lnTo>
                  <a:pt x="1920" y="63"/>
                </a:lnTo>
                <a:lnTo>
                  <a:pt x="1886" y="39"/>
                </a:lnTo>
                <a:lnTo>
                  <a:pt x="1855" y="22"/>
                </a:lnTo>
                <a:lnTo>
                  <a:pt x="1827" y="10"/>
                </a:lnTo>
                <a:lnTo>
                  <a:pt x="1797" y="3"/>
                </a:lnTo>
                <a:lnTo>
                  <a:pt x="1762" y="0"/>
                </a:lnTo>
                <a:lnTo>
                  <a:pt x="1715" y="1"/>
                </a:lnTo>
                <a:lnTo>
                  <a:pt x="1655" y="10"/>
                </a:lnTo>
                <a:lnTo>
                  <a:pt x="1582" y="25"/>
                </a:lnTo>
                <a:lnTo>
                  <a:pt x="1501" y="48"/>
                </a:lnTo>
                <a:lnTo>
                  <a:pt x="1418" y="76"/>
                </a:lnTo>
                <a:lnTo>
                  <a:pt x="1336" y="108"/>
                </a:lnTo>
                <a:lnTo>
                  <a:pt x="1260" y="143"/>
                </a:lnTo>
                <a:lnTo>
                  <a:pt x="1187" y="183"/>
                </a:lnTo>
                <a:lnTo>
                  <a:pt x="1114" y="227"/>
                </a:lnTo>
                <a:lnTo>
                  <a:pt x="1042" y="276"/>
                </a:lnTo>
                <a:lnTo>
                  <a:pt x="972" y="330"/>
                </a:lnTo>
                <a:lnTo>
                  <a:pt x="905" y="387"/>
                </a:lnTo>
                <a:lnTo>
                  <a:pt x="839" y="448"/>
                </a:lnTo>
                <a:lnTo>
                  <a:pt x="777" y="512"/>
                </a:lnTo>
                <a:lnTo>
                  <a:pt x="716" y="581"/>
                </a:lnTo>
                <a:lnTo>
                  <a:pt x="658" y="654"/>
                </a:lnTo>
                <a:lnTo>
                  <a:pt x="602" y="730"/>
                </a:lnTo>
                <a:lnTo>
                  <a:pt x="548" y="810"/>
                </a:lnTo>
                <a:lnTo>
                  <a:pt x="496" y="893"/>
                </a:lnTo>
                <a:lnTo>
                  <a:pt x="447" y="980"/>
                </a:lnTo>
                <a:lnTo>
                  <a:pt x="400" y="1070"/>
                </a:lnTo>
                <a:lnTo>
                  <a:pt x="354" y="1164"/>
                </a:lnTo>
                <a:lnTo>
                  <a:pt x="312" y="1261"/>
                </a:lnTo>
                <a:lnTo>
                  <a:pt x="272" y="1360"/>
                </a:lnTo>
                <a:lnTo>
                  <a:pt x="236" y="1460"/>
                </a:lnTo>
                <a:lnTo>
                  <a:pt x="203" y="1564"/>
                </a:lnTo>
                <a:lnTo>
                  <a:pt x="173" y="1670"/>
                </a:lnTo>
                <a:lnTo>
                  <a:pt x="145" y="1779"/>
                </a:lnTo>
                <a:lnTo>
                  <a:pt x="121" y="1890"/>
                </a:lnTo>
                <a:lnTo>
                  <a:pt x="99" y="2002"/>
                </a:lnTo>
                <a:lnTo>
                  <a:pt x="79" y="2114"/>
                </a:lnTo>
                <a:lnTo>
                  <a:pt x="61" y="2227"/>
                </a:lnTo>
                <a:lnTo>
                  <a:pt x="46" y="2342"/>
                </a:lnTo>
                <a:lnTo>
                  <a:pt x="34" y="2457"/>
                </a:lnTo>
                <a:lnTo>
                  <a:pt x="23" y="2573"/>
                </a:lnTo>
                <a:lnTo>
                  <a:pt x="15" y="2690"/>
                </a:lnTo>
                <a:lnTo>
                  <a:pt x="8" y="2806"/>
                </a:lnTo>
                <a:lnTo>
                  <a:pt x="3" y="2921"/>
                </a:lnTo>
                <a:lnTo>
                  <a:pt x="0" y="3038"/>
                </a:lnTo>
                <a:lnTo>
                  <a:pt x="0" y="3154"/>
                </a:lnTo>
                <a:lnTo>
                  <a:pt x="0" y="3270"/>
                </a:lnTo>
                <a:lnTo>
                  <a:pt x="3" y="3385"/>
                </a:lnTo>
                <a:lnTo>
                  <a:pt x="8" y="3498"/>
                </a:lnTo>
                <a:lnTo>
                  <a:pt x="16" y="3611"/>
                </a:lnTo>
                <a:lnTo>
                  <a:pt x="25" y="3724"/>
                </a:lnTo>
                <a:lnTo>
                  <a:pt x="37" y="3836"/>
                </a:lnTo>
                <a:lnTo>
                  <a:pt x="50" y="3947"/>
                </a:lnTo>
                <a:lnTo>
                  <a:pt x="64" y="4054"/>
                </a:lnTo>
                <a:lnTo>
                  <a:pt x="79" y="4156"/>
                </a:lnTo>
                <a:lnTo>
                  <a:pt x="94" y="4253"/>
                </a:lnTo>
                <a:lnTo>
                  <a:pt x="111" y="4347"/>
                </a:lnTo>
                <a:lnTo>
                  <a:pt x="128" y="4437"/>
                </a:lnTo>
                <a:lnTo>
                  <a:pt x="146" y="4524"/>
                </a:lnTo>
                <a:lnTo>
                  <a:pt x="165" y="4608"/>
                </a:lnTo>
                <a:lnTo>
                  <a:pt x="184" y="4689"/>
                </a:lnTo>
                <a:lnTo>
                  <a:pt x="204" y="4770"/>
                </a:lnTo>
                <a:lnTo>
                  <a:pt x="223" y="4852"/>
                </a:lnTo>
                <a:lnTo>
                  <a:pt x="243" y="4930"/>
                </a:lnTo>
                <a:lnTo>
                  <a:pt x="263" y="4998"/>
                </a:lnTo>
                <a:lnTo>
                  <a:pt x="282" y="5052"/>
                </a:lnTo>
                <a:lnTo>
                  <a:pt x="293" y="5074"/>
                </a:lnTo>
                <a:lnTo>
                  <a:pt x="306" y="506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043937" y="1449782"/>
            <a:ext cx="851723" cy="1766766"/>
            <a:chOff x="2043937" y="1449782"/>
            <a:chExt cx="851723" cy="1766766"/>
          </a:xfrm>
        </p:grpSpPr>
        <p:sp>
          <p:nvSpPr>
            <p:cNvPr id="23" name="Forma 22"/>
            <p:cNvSpPr/>
            <p:nvPr/>
          </p:nvSpPr>
          <p:spPr>
            <a:xfrm>
              <a:off x="2043937" y="1449782"/>
              <a:ext cx="851723" cy="1766766"/>
            </a:xfrm>
            <a:custGeom>
              <a:avLst/>
              <a:gdLst/>
              <a:ahLst/>
              <a:cxnLst/>
              <a:rect l="0" t="0" r="r" b="b"/>
              <a:pathLst>
                <a:path w="4820" h="10000">
                  <a:moveTo>
                    <a:pt x="829" y="8535"/>
                  </a:moveTo>
                  <a:lnTo>
                    <a:pt x="843" y="8532"/>
                  </a:lnTo>
                  <a:lnTo>
                    <a:pt x="1033" y="8507"/>
                  </a:lnTo>
                  <a:lnTo>
                    <a:pt x="1048" y="8506"/>
                  </a:lnTo>
                  <a:lnTo>
                    <a:pt x="1229" y="8494"/>
                  </a:lnTo>
                  <a:lnTo>
                    <a:pt x="1241" y="8494"/>
                  </a:lnTo>
                  <a:lnTo>
                    <a:pt x="1428" y="8492"/>
                  </a:lnTo>
                  <a:lnTo>
                    <a:pt x="1441" y="8493"/>
                  </a:lnTo>
                  <a:lnTo>
                    <a:pt x="1633" y="8502"/>
                  </a:lnTo>
                  <a:lnTo>
                    <a:pt x="1646" y="8503"/>
                  </a:lnTo>
                  <a:lnTo>
                    <a:pt x="1841" y="8525"/>
                  </a:lnTo>
                  <a:lnTo>
                    <a:pt x="1856" y="8528"/>
                  </a:lnTo>
                  <a:lnTo>
                    <a:pt x="2051" y="8564"/>
                  </a:lnTo>
                  <a:lnTo>
                    <a:pt x="2067" y="8567"/>
                  </a:lnTo>
                  <a:lnTo>
                    <a:pt x="2261" y="8619"/>
                  </a:lnTo>
                  <a:lnTo>
                    <a:pt x="2278" y="8624"/>
                  </a:lnTo>
                  <a:lnTo>
                    <a:pt x="2477" y="8696"/>
                  </a:lnTo>
                  <a:lnTo>
                    <a:pt x="2490" y="8701"/>
                  </a:lnTo>
                  <a:lnTo>
                    <a:pt x="2697" y="8792"/>
                  </a:lnTo>
                  <a:lnTo>
                    <a:pt x="2706" y="8797"/>
                  </a:lnTo>
                  <a:lnTo>
                    <a:pt x="2913" y="8902"/>
                  </a:lnTo>
                  <a:lnTo>
                    <a:pt x="2920" y="8906"/>
                  </a:lnTo>
                  <a:lnTo>
                    <a:pt x="3122" y="9020"/>
                  </a:lnTo>
                  <a:lnTo>
                    <a:pt x="3128" y="9023"/>
                  </a:lnTo>
                  <a:lnTo>
                    <a:pt x="3318" y="9140"/>
                  </a:lnTo>
                  <a:lnTo>
                    <a:pt x="3324" y="9144"/>
                  </a:lnTo>
                  <a:lnTo>
                    <a:pt x="3495" y="9258"/>
                  </a:lnTo>
                  <a:lnTo>
                    <a:pt x="3507" y="9266"/>
                  </a:lnTo>
                  <a:lnTo>
                    <a:pt x="3662" y="9388"/>
                  </a:lnTo>
                  <a:lnTo>
                    <a:pt x="3673" y="9398"/>
                  </a:lnTo>
                  <a:lnTo>
                    <a:pt x="3817" y="9535"/>
                  </a:lnTo>
                  <a:lnTo>
                    <a:pt x="3823" y="9541"/>
                  </a:lnTo>
                  <a:lnTo>
                    <a:pt x="3955" y="9680"/>
                  </a:lnTo>
                  <a:lnTo>
                    <a:pt x="3957" y="9682"/>
                  </a:lnTo>
                  <a:lnTo>
                    <a:pt x="4075" y="9811"/>
                  </a:lnTo>
                  <a:lnTo>
                    <a:pt x="4175" y="9915"/>
                  </a:lnTo>
                  <a:lnTo>
                    <a:pt x="4255" y="9983"/>
                  </a:lnTo>
                  <a:lnTo>
                    <a:pt x="4280" y="10000"/>
                  </a:lnTo>
                  <a:lnTo>
                    <a:pt x="4301" y="9960"/>
                  </a:lnTo>
                  <a:lnTo>
                    <a:pt x="4336" y="9865"/>
                  </a:lnTo>
                  <a:lnTo>
                    <a:pt x="4372" y="9743"/>
                  </a:lnTo>
                  <a:lnTo>
                    <a:pt x="4408" y="9600"/>
                  </a:lnTo>
                  <a:lnTo>
                    <a:pt x="4444" y="9441"/>
                  </a:lnTo>
                  <a:lnTo>
                    <a:pt x="4479" y="9269"/>
                  </a:lnTo>
                  <a:lnTo>
                    <a:pt x="4513" y="9078"/>
                  </a:lnTo>
                  <a:lnTo>
                    <a:pt x="4548" y="8862"/>
                  </a:lnTo>
                  <a:lnTo>
                    <a:pt x="4582" y="8631"/>
                  </a:lnTo>
                  <a:lnTo>
                    <a:pt x="4614" y="8393"/>
                  </a:lnTo>
                  <a:lnTo>
                    <a:pt x="4645" y="8156"/>
                  </a:lnTo>
                  <a:lnTo>
                    <a:pt x="4673" y="7931"/>
                  </a:lnTo>
                  <a:lnTo>
                    <a:pt x="4700" y="7716"/>
                  </a:lnTo>
                  <a:lnTo>
                    <a:pt x="4727" y="7506"/>
                  </a:lnTo>
                  <a:lnTo>
                    <a:pt x="4751" y="7299"/>
                  </a:lnTo>
                  <a:lnTo>
                    <a:pt x="4772" y="7092"/>
                  </a:lnTo>
                  <a:lnTo>
                    <a:pt x="4790" y="6885"/>
                  </a:lnTo>
                  <a:lnTo>
                    <a:pt x="4803" y="6673"/>
                  </a:lnTo>
                  <a:lnTo>
                    <a:pt x="4812" y="6457"/>
                  </a:lnTo>
                  <a:lnTo>
                    <a:pt x="4818" y="6238"/>
                  </a:lnTo>
                  <a:lnTo>
                    <a:pt x="4820" y="6017"/>
                  </a:lnTo>
                  <a:lnTo>
                    <a:pt x="4818" y="5796"/>
                  </a:lnTo>
                  <a:lnTo>
                    <a:pt x="4812" y="5574"/>
                  </a:lnTo>
                  <a:lnTo>
                    <a:pt x="4803" y="5353"/>
                  </a:lnTo>
                  <a:lnTo>
                    <a:pt x="4791" y="5132"/>
                  </a:lnTo>
                  <a:lnTo>
                    <a:pt x="4776" y="4910"/>
                  </a:lnTo>
                  <a:lnTo>
                    <a:pt x="4757" y="4688"/>
                  </a:lnTo>
                  <a:lnTo>
                    <a:pt x="4734" y="4467"/>
                  </a:lnTo>
                  <a:lnTo>
                    <a:pt x="4706" y="4249"/>
                  </a:lnTo>
                  <a:lnTo>
                    <a:pt x="4674" y="4034"/>
                  </a:lnTo>
                  <a:lnTo>
                    <a:pt x="4637" y="3819"/>
                  </a:lnTo>
                  <a:lnTo>
                    <a:pt x="4596" y="3605"/>
                  </a:lnTo>
                  <a:lnTo>
                    <a:pt x="4551" y="3394"/>
                  </a:lnTo>
                  <a:lnTo>
                    <a:pt x="4501" y="3186"/>
                  </a:lnTo>
                  <a:lnTo>
                    <a:pt x="4446" y="2983"/>
                  </a:lnTo>
                  <a:lnTo>
                    <a:pt x="4385" y="2786"/>
                  </a:lnTo>
                  <a:lnTo>
                    <a:pt x="4318" y="2594"/>
                  </a:lnTo>
                  <a:lnTo>
                    <a:pt x="4245" y="2405"/>
                  </a:lnTo>
                  <a:lnTo>
                    <a:pt x="4167" y="2221"/>
                  </a:lnTo>
                  <a:lnTo>
                    <a:pt x="4084" y="2042"/>
                  </a:lnTo>
                  <a:lnTo>
                    <a:pt x="3996" y="1870"/>
                  </a:lnTo>
                  <a:lnTo>
                    <a:pt x="3905" y="1705"/>
                  </a:lnTo>
                  <a:lnTo>
                    <a:pt x="3810" y="1546"/>
                  </a:lnTo>
                  <a:lnTo>
                    <a:pt x="3711" y="1394"/>
                  </a:lnTo>
                  <a:lnTo>
                    <a:pt x="3608" y="1248"/>
                  </a:lnTo>
                  <a:lnTo>
                    <a:pt x="3501" y="1109"/>
                  </a:lnTo>
                  <a:lnTo>
                    <a:pt x="3389" y="978"/>
                  </a:lnTo>
                  <a:lnTo>
                    <a:pt x="3274" y="855"/>
                  </a:lnTo>
                  <a:lnTo>
                    <a:pt x="3155" y="739"/>
                  </a:lnTo>
                  <a:lnTo>
                    <a:pt x="3030" y="630"/>
                  </a:lnTo>
                  <a:lnTo>
                    <a:pt x="2901" y="528"/>
                  </a:lnTo>
                  <a:lnTo>
                    <a:pt x="2769" y="434"/>
                  </a:lnTo>
                  <a:lnTo>
                    <a:pt x="2635" y="349"/>
                  </a:lnTo>
                  <a:lnTo>
                    <a:pt x="2501" y="274"/>
                  </a:lnTo>
                  <a:lnTo>
                    <a:pt x="2361" y="206"/>
                  </a:lnTo>
                  <a:lnTo>
                    <a:pt x="2210" y="145"/>
                  </a:lnTo>
                  <a:lnTo>
                    <a:pt x="2057" y="92"/>
                  </a:lnTo>
                  <a:lnTo>
                    <a:pt x="1909" y="49"/>
                  </a:lnTo>
                  <a:lnTo>
                    <a:pt x="1774" y="19"/>
                  </a:lnTo>
                  <a:lnTo>
                    <a:pt x="1663" y="3"/>
                  </a:lnTo>
                  <a:lnTo>
                    <a:pt x="1578" y="0"/>
                  </a:lnTo>
                  <a:lnTo>
                    <a:pt x="1512" y="6"/>
                  </a:lnTo>
                  <a:lnTo>
                    <a:pt x="1458" y="19"/>
                  </a:lnTo>
                  <a:lnTo>
                    <a:pt x="1405" y="42"/>
                  </a:lnTo>
                  <a:lnTo>
                    <a:pt x="1348" y="76"/>
                  </a:lnTo>
                  <a:lnTo>
                    <a:pt x="1287" y="121"/>
                  </a:lnTo>
                  <a:lnTo>
                    <a:pt x="1227" y="174"/>
                  </a:lnTo>
                  <a:lnTo>
                    <a:pt x="1171" y="236"/>
                  </a:lnTo>
                  <a:lnTo>
                    <a:pt x="1115" y="311"/>
                  </a:lnTo>
                  <a:lnTo>
                    <a:pt x="1058" y="402"/>
                  </a:lnTo>
                  <a:lnTo>
                    <a:pt x="998" y="508"/>
                  </a:lnTo>
                  <a:lnTo>
                    <a:pt x="934" y="632"/>
                  </a:lnTo>
                  <a:lnTo>
                    <a:pt x="888" y="727"/>
                  </a:lnTo>
                  <a:lnTo>
                    <a:pt x="856" y="804"/>
                  </a:lnTo>
                  <a:lnTo>
                    <a:pt x="778" y="999"/>
                  </a:lnTo>
                  <a:lnTo>
                    <a:pt x="698" y="1215"/>
                  </a:lnTo>
                  <a:lnTo>
                    <a:pt x="617" y="1451"/>
                  </a:lnTo>
                  <a:lnTo>
                    <a:pt x="537" y="1702"/>
                  </a:lnTo>
                  <a:lnTo>
                    <a:pt x="459" y="1968"/>
                  </a:lnTo>
                  <a:lnTo>
                    <a:pt x="387" y="2246"/>
                  </a:lnTo>
                  <a:lnTo>
                    <a:pt x="319" y="2541"/>
                  </a:lnTo>
                  <a:lnTo>
                    <a:pt x="254" y="2857"/>
                  </a:lnTo>
                  <a:lnTo>
                    <a:pt x="191" y="3187"/>
                  </a:lnTo>
                  <a:lnTo>
                    <a:pt x="132" y="3525"/>
                  </a:lnTo>
                  <a:lnTo>
                    <a:pt x="77" y="3864"/>
                  </a:lnTo>
                  <a:lnTo>
                    <a:pt x="26" y="4197"/>
                  </a:lnTo>
                  <a:lnTo>
                    <a:pt x="26" y="4198"/>
                  </a:lnTo>
                  <a:lnTo>
                    <a:pt x="0" y="4366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7" y="5008"/>
                  </a:lnTo>
                  <a:lnTo>
                    <a:pt x="142" y="5247"/>
                  </a:lnTo>
                  <a:lnTo>
                    <a:pt x="216" y="5489"/>
                  </a:lnTo>
                  <a:lnTo>
                    <a:pt x="216" y="5490"/>
                  </a:lnTo>
                  <a:lnTo>
                    <a:pt x="290" y="5734"/>
                  </a:lnTo>
                  <a:lnTo>
                    <a:pt x="291" y="5738"/>
                  </a:lnTo>
                  <a:lnTo>
                    <a:pt x="356" y="5982"/>
                  </a:lnTo>
                  <a:lnTo>
                    <a:pt x="356" y="5985"/>
                  </a:lnTo>
                  <a:lnTo>
                    <a:pt x="415" y="6224"/>
                  </a:lnTo>
                  <a:lnTo>
                    <a:pt x="474" y="6459"/>
                  </a:lnTo>
                  <a:lnTo>
                    <a:pt x="475" y="6460"/>
                  </a:lnTo>
                  <a:lnTo>
                    <a:pt x="534" y="6695"/>
                  </a:lnTo>
                  <a:lnTo>
                    <a:pt x="534" y="6697"/>
                  </a:lnTo>
                  <a:lnTo>
                    <a:pt x="590" y="6938"/>
                  </a:lnTo>
                  <a:lnTo>
                    <a:pt x="591" y="6941"/>
                  </a:lnTo>
                  <a:lnTo>
                    <a:pt x="641" y="7191"/>
                  </a:lnTo>
                  <a:lnTo>
                    <a:pt x="642" y="7196"/>
                  </a:lnTo>
                  <a:lnTo>
                    <a:pt x="685" y="7460"/>
                  </a:lnTo>
                  <a:lnTo>
                    <a:pt x="685" y="7463"/>
                  </a:lnTo>
                  <a:lnTo>
                    <a:pt x="726" y="7770"/>
                  </a:lnTo>
                  <a:lnTo>
                    <a:pt x="727" y="7772"/>
                  </a:lnTo>
                  <a:lnTo>
                    <a:pt x="769" y="8123"/>
                  </a:lnTo>
                  <a:lnTo>
                    <a:pt x="769" y="8125"/>
                  </a:lnTo>
                  <a:lnTo>
                    <a:pt x="806" y="8486"/>
                  </a:lnTo>
                  <a:lnTo>
                    <a:pt x="807" y="8490"/>
                  </a:lnTo>
                  <a:lnTo>
                    <a:pt x="810" y="8538"/>
                  </a:lnTo>
                  <a:lnTo>
                    <a:pt x="829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119122" y="1617615"/>
              <a:ext cx="715026" cy="1224280"/>
            </a:xfrm>
            <a:custGeom>
              <a:avLst/>
              <a:gdLst/>
              <a:ahLst/>
              <a:cxnLst/>
              <a:rect l="0" t="0" r="r" b="b"/>
              <a:pathLst>
                <a:path w="2234" h="3825" fill="none">
                  <a:moveTo>
                    <a:pt x="0" y="1802"/>
                  </a:moveTo>
                  <a:lnTo>
                    <a:pt x="586" y="1544"/>
                  </a:lnTo>
                  <a:lnTo>
                    <a:pt x="1307" y="1103"/>
                  </a:lnTo>
                  <a:lnTo>
                    <a:pt x="1713" y="662"/>
                  </a:lnTo>
                </a:path>
                <a:path w="2234" h="3825" fill="none">
                  <a:moveTo>
                    <a:pt x="586" y="1544"/>
                  </a:moveTo>
                  <a:lnTo>
                    <a:pt x="856" y="882"/>
                  </a:lnTo>
                  <a:lnTo>
                    <a:pt x="992" y="147"/>
                  </a:lnTo>
                </a:path>
                <a:path w="2234" h="3825" fill="none">
                  <a:moveTo>
                    <a:pt x="0" y="1802"/>
                  </a:moveTo>
                  <a:lnTo>
                    <a:pt x="856" y="1912"/>
                  </a:lnTo>
                  <a:lnTo>
                    <a:pt x="1758" y="1912"/>
                  </a:lnTo>
                  <a:lnTo>
                    <a:pt x="2209" y="1986"/>
                  </a:lnTo>
                </a:path>
                <a:path w="2234" h="3825" fill="none">
                  <a:moveTo>
                    <a:pt x="856" y="1912"/>
                  </a:moveTo>
                  <a:lnTo>
                    <a:pt x="1488" y="2427"/>
                  </a:lnTo>
                  <a:lnTo>
                    <a:pt x="1984" y="2869"/>
                  </a:lnTo>
                </a:path>
                <a:path w="2234" h="3825" fill="none">
                  <a:moveTo>
                    <a:pt x="0" y="1802"/>
                  </a:moveTo>
                  <a:lnTo>
                    <a:pt x="586" y="2427"/>
                  </a:lnTo>
                  <a:lnTo>
                    <a:pt x="1127" y="3163"/>
                  </a:lnTo>
                  <a:lnTo>
                    <a:pt x="1623" y="3751"/>
                  </a:lnTo>
                </a:path>
                <a:path w="2234" h="3825" fill="none">
                  <a:moveTo>
                    <a:pt x="586" y="2427"/>
                  </a:moveTo>
                  <a:lnTo>
                    <a:pt x="315" y="3163"/>
                  </a:lnTo>
                  <a:lnTo>
                    <a:pt x="586" y="3825"/>
                  </a:lnTo>
                </a:path>
                <a:path w="2234" h="3825" fill="none">
                  <a:moveTo>
                    <a:pt x="1127" y="3163"/>
                  </a:moveTo>
                  <a:lnTo>
                    <a:pt x="1849" y="3531"/>
                  </a:lnTo>
                  <a:lnTo>
                    <a:pt x="2209" y="3751"/>
                  </a:lnTo>
                </a:path>
                <a:path w="2234" h="3825" fill="none">
                  <a:moveTo>
                    <a:pt x="1307" y="1103"/>
                  </a:moveTo>
                  <a:lnTo>
                    <a:pt x="1939" y="1250"/>
                  </a:lnTo>
                  <a:lnTo>
                    <a:pt x="2234" y="1430"/>
                  </a:lnTo>
                </a:path>
                <a:path w="2234" h="3825" fill="none">
                  <a:moveTo>
                    <a:pt x="856" y="882"/>
                  </a:moveTo>
                  <a:lnTo>
                    <a:pt x="1398" y="441"/>
                  </a:lnTo>
                </a:path>
                <a:path w="2234" h="3825" fill="none">
                  <a:moveTo>
                    <a:pt x="1488" y="2427"/>
                  </a:moveTo>
                  <a:lnTo>
                    <a:pt x="1398" y="2942"/>
                  </a:lnTo>
                  <a:lnTo>
                    <a:pt x="1668" y="3457"/>
                  </a:lnTo>
                </a:path>
                <a:path w="2234" h="3825" fill="none">
                  <a:moveTo>
                    <a:pt x="0" y="1802"/>
                  </a:moveTo>
                  <a:lnTo>
                    <a:pt x="135" y="1250"/>
                  </a:lnTo>
                  <a:lnTo>
                    <a:pt x="405" y="662"/>
                  </a:lnTo>
                  <a:lnTo>
                    <a:pt x="586" y="0"/>
                  </a:lnTo>
                </a:path>
                <a:path w="2234" h="3825" fill="none">
                  <a:moveTo>
                    <a:pt x="1758" y="1912"/>
                  </a:moveTo>
                  <a:lnTo>
                    <a:pt x="2029" y="235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127782" y="2229755"/>
              <a:ext cx="729762" cy="667419"/>
            </a:xfrm>
            <a:custGeom>
              <a:avLst/>
              <a:gdLst/>
              <a:ahLst/>
              <a:cxnLst/>
              <a:rect l="0" t="0" r="r" b="b"/>
              <a:pathLst>
                <a:path w="2280" h="2085" fill="none">
                  <a:moveTo>
                    <a:pt x="2280" y="2085"/>
                  </a:moveTo>
                  <a:lnTo>
                    <a:pt x="2208" y="2012"/>
                  </a:lnTo>
                  <a:lnTo>
                    <a:pt x="2040" y="1840"/>
                  </a:lnTo>
                  <a:lnTo>
                    <a:pt x="1845" y="1640"/>
                  </a:lnTo>
                  <a:lnTo>
                    <a:pt x="1644" y="1436"/>
                  </a:lnTo>
                  <a:lnTo>
                    <a:pt x="1461" y="1250"/>
                  </a:lnTo>
                  <a:lnTo>
                    <a:pt x="1292" y="1078"/>
                  </a:lnTo>
                  <a:lnTo>
                    <a:pt x="1124" y="903"/>
                  </a:lnTo>
                  <a:lnTo>
                    <a:pt x="959" y="735"/>
                  </a:lnTo>
                  <a:lnTo>
                    <a:pt x="800" y="578"/>
                  </a:lnTo>
                  <a:lnTo>
                    <a:pt x="649" y="441"/>
                  </a:lnTo>
                  <a:lnTo>
                    <a:pt x="498" y="322"/>
                  </a:lnTo>
                  <a:lnTo>
                    <a:pt x="346" y="217"/>
                  </a:lnTo>
                  <a:lnTo>
                    <a:pt x="205" y="127"/>
                  </a:lnTo>
                  <a:lnTo>
                    <a:pt x="85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043937" y="1449782"/>
            <a:ext cx="851723" cy="1766766"/>
          </a:xfrm>
          <a:custGeom>
            <a:avLst/>
            <a:gdLst/>
            <a:ahLst/>
            <a:cxnLst/>
            <a:rect l="0" t="0" r="r" b="b"/>
            <a:pathLst>
              <a:path w="2661" h="5520" fill="none">
                <a:moveTo>
                  <a:pt x="457" y="4711"/>
                </a:moveTo>
                <a:lnTo>
                  <a:pt x="465" y="4710"/>
                </a:lnTo>
                <a:lnTo>
                  <a:pt x="570" y="4696"/>
                </a:lnTo>
                <a:lnTo>
                  <a:pt x="579" y="4695"/>
                </a:lnTo>
                <a:lnTo>
                  <a:pt x="678" y="4689"/>
                </a:lnTo>
                <a:lnTo>
                  <a:pt x="685" y="4689"/>
                </a:lnTo>
                <a:lnTo>
                  <a:pt x="788" y="4688"/>
                </a:lnTo>
                <a:lnTo>
                  <a:pt x="795" y="4688"/>
                </a:lnTo>
                <a:lnTo>
                  <a:pt x="901" y="4693"/>
                </a:lnTo>
                <a:lnTo>
                  <a:pt x="909" y="4694"/>
                </a:lnTo>
                <a:lnTo>
                  <a:pt x="1016" y="4706"/>
                </a:lnTo>
                <a:lnTo>
                  <a:pt x="1024" y="4707"/>
                </a:lnTo>
                <a:lnTo>
                  <a:pt x="1132" y="4727"/>
                </a:lnTo>
                <a:lnTo>
                  <a:pt x="1141" y="4729"/>
                </a:lnTo>
                <a:lnTo>
                  <a:pt x="1248" y="4758"/>
                </a:lnTo>
                <a:lnTo>
                  <a:pt x="1258" y="4761"/>
                </a:lnTo>
                <a:lnTo>
                  <a:pt x="1368" y="4800"/>
                </a:lnTo>
                <a:lnTo>
                  <a:pt x="1375" y="4803"/>
                </a:lnTo>
                <a:lnTo>
                  <a:pt x="1489" y="4854"/>
                </a:lnTo>
                <a:lnTo>
                  <a:pt x="1494" y="4856"/>
                </a:lnTo>
                <a:lnTo>
                  <a:pt x="1608" y="4914"/>
                </a:lnTo>
                <a:lnTo>
                  <a:pt x="1612" y="4916"/>
                </a:lnTo>
                <a:lnTo>
                  <a:pt x="1724" y="4979"/>
                </a:lnTo>
                <a:lnTo>
                  <a:pt x="1727" y="4981"/>
                </a:lnTo>
                <a:lnTo>
                  <a:pt x="1832" y="5046"/>
                </a:lnTo>
                <a:lnTo>
                  <a:pt x="1835" y="5047"/>
                </a:lnTo>
                <a:lnTo>
                  <a:pt x="1930" y="5111"/>
                </a:lnTo>
                <a:lnTo>
                  <a:pt x="1936" y="5115"/>
                </a:lnTo>
                <a:lnTo>
                  <a:pt x="2022" y="5182"/>
                </a:lnTo>
                <a:lnTo>
                  <a:pt x="2028" y="5188"/>
                </a:lnTo>
                <a:lnTo>
                  <a:pt x="2107" y="5263"/>
                </a:lnTo>
                <a:lnTo>
                  <a:pt x="2111" y="5267"/>
                </a:lnTo>
                <a:lnTo>
                  <a:pt x="2183" y="5344"/>
                </a:lnTo>
                <a:lnTo>
                  <a:pt x="2184" y="5345"/>
                </a:lnTo>
                <a:lnTo>
                  <a:pt x="2250" y="5416"/>
                </a:lnTo>
                <a:lnTo>
                  <a:pt x="2305" y="5473"/>
                </a:lnTo>
                <a:lnTo>
                  <a:pt x="2349" y="5511"/>
                </a:lnTo>
                <a:lnTo>
                  <a:pt x="2363" y="5520"/>
                </a:lnTo>
                <a:lnTo>
                  <a:pt x="2374" y="5498"/>
                </a:lnTo>
                <a:lnTo>
                  <a:pt x="2394" y="5446"/>
                </a:lnTo>
                <a:lnTo>
                  <a:pt x="2414" y="5379"/>
                </a:lnTo>
                <a:lnTo>
                  <a:pt x="2434" y="5300"/>
                </a:lnTo>
                <a:lnTo>
                  <a:pt x="2453" y="5211"/>
                </a:lnTo>
                <a:lnTo>
                  <a:pt x="2473" y="5117"/>
                </a:lnTo>
                <a:lnTo>
                  <a:pt x="2492" y="5011"/>
                </a:lnTo>
                <a:lnTo>
                  <a:pt x="2511" y="4892"/>
                </a:lnTo>
                <a:lnTo>
                  <a:pt x="2530" y="4764"/>
                </a:lnTo>
                <a:lnTo>
                  <a:pt x="2547" y="4633"/>
                </a:lnTo>
                <a:lnTo>
                  <a:pt x="2564" y="4502"/>
                </a:lnTo>
                <a:lnTo>
                  <a:pt x="2580" y="4378"/>
                </a:lnTo>
                <a:lnTo>
                  <a:pt x="2595" y="4259"/>
                </a:lnTo>
                <a:lnTo>
                  <a:pt x="2609" y="4143"/>
                </a:lnTo>
                <a:lnTo>
                  <a:pt x="2623" y="4029"/>
                </a:lnTo>
                <a:lnTo>
                  <a:pt x="2635" y="3915"/>
                </a:lnTo>
                <a:lnTo>
                  <a:pt x="2645" y="3800"/>
                </a:lnTo>
                <a:lnTo>
                  <a:pt x="2652" y="3684"/>
                </a:lnTo>
                <a:lnTo>
                  <a:pt x="2657" y="3565"/>
                </a:lnTo>
                <a:lnTo>
                  <a:pt x="2660" y="3444"/>
                </a:lnTo>
                <a:lnTo>
                  <a:pt x="2661" y="3322"/>
                </a:lnTo>
                <a:lnTo>
                  <a:pt x="2660" y="3199"/>
                </a:lnTo>
                <a:lnTo>
                  <a:pt x="2657" y="3077"/>
                </a:lnTo>
                <a:lnTo>
                  <a:pt x="2652" y="2955"/>
                </a:lnTo>
                <a:lnTo>
                  <a:pt x="2645" y="2833"/>
                </a:lnTo>
                <a:lnTo>
                  <a:pt x="2637" y="2710"/>
                </a:lnTo>
                <a:lnTo>
                  <a:pt x="2626" y="2588"/>
                </a:lnTo>
                <a:lnTo>
                  <a:pt x="2613" y="2466"/>
                </a:lnTo>
                <a:lnTo>
                  <a:pt x="2598" y="2345"/>
                </a:lnTo>
                <a:lnTo>
                  <a:pt x="2580" y="2226"/>
                </a:lnTo>
                <a:lnTo>
                  <a:pt x="2560" y="2108"/>
                </a:lnTo>
                <a:lnTo>
                  <a:pt x="2538" y="1990"/>
                </a:lnTo>
                <a:lnTo>
                  <a:pt x="2513" y="1873"/>
                </a:lnTo>
                <a:lnTo>
                  <a:pt x="2485" y="1759"/>
                </a:lnTo>
                <a:lnTo>
                  <a:pt x="2454" y="1647"/>
                </a:lnTo>
                <a:lnTo>
                  <a:pt x="2421" y="1538"/>
                </a:lnTo>
                <a:lnTo>
                  <a:pt x="2384" y="1432"/>
                </a:lnTo>
                <a:lnTo>
                  <a:pt x="2343" y="1328"/>
                </a:lnTo>
                <a:lnTo>
                  <a:pt x="2300" y="1226"/>
                </a:lnTo>
                <a:lnTo>
                  <a:pt x="2254" y="1127"/>
                </a:lnTo>
                <a:lnTo>
                  <a:pt x="2206" y="1032"/>
                </a:lnTo>
                <a:lnTo>
                  <a:pt x="2156" y="941"/>
                </a:lnTo>
                <a:lnTo>
                  <a:pt x="2104" y="853"/>
                </a:lnTo>
                <a:lnTo>
                  <a:pt x="2049" y="769"/>
                </a:lnTo>
                <a:lnTo>
                  <a:pt x="1992" y="688"/>
                </a:lnTo>
                <a:lnTo>
                  <a:pt x="1933" y="612"/>
                </a:lnTo>
                <a:lnTo>
                  <a:pt x="1871" y="539"/>
                </a:lnTo>
                <a:lnTo>
                  <a:pt x="1808" y="472"/>
                </a:lnTo>
                <a:lnTo>
                  <a:pt x="1742" y="408"/>
                </a:lnTo>
                <a:lnTo>
                  <a:pt x="1673" y="347"/>
                </a:lnTo>
                <a:lnTo>
                  <a:pt x="1601" y="291"/>
                </a:lnTo>
                <a:lnTo>
                  <a:pt x="1529" y="239"/>
                </a:lnTo>
                <a:lnTo>
                  <a:pt x="1455" y="192"/>
                </a:lnTo>
                <a:lnTo>
                  <a:pt x="1381" y="151"/>
                </a:lnTo>
                <a:lnTo>
                  <a:pt x="1303" y="114"/>
                </a:lnTo>
                <a:lnTo>
                  <a:pt x="1220" y="80"/>
                </a:lnTo>
                <a:lnTo>
                  <a:pt x="1135" y="50"/>
                </a:lnTo>
                <a:lnTo>
                  <a:pt x="1054" y="27"/>
                </a:lnTo>
                <a:lnTo>
                  <a:pt x="979" y="10"/>
                </a:lnTo>
                <a:lnTo>
                  <a:pt x="918" y="1"/>
                </a:lnTo>
                <a:lnTo>
                  <a:pt x="871" y="0"/>
                </a:lnTo>
                <a:lnTo>
                  <a:pt x="835" y="3"/>
                </a:lnTo>
                <a:lnTo>
                  <a:pt x="805" y="11"/>
                </a:lnTo>
                <a:lnTo>
                  <a:pt x="776" y="23"/>
                </a:lnTo>
                <a:lnTo>
                  <a:pt x="744" y="42"/>
                </a:lnTo>
                <a:lnTo>
                  <a:pt x="710" y="67"/>
                </a:lnTo>
                <a:lnTo>
                  <a:pt x="677" y="96"/>
                </a:lnTo>
                <a:lnTo>
                  <a:pt x="646" y="130"/>
                </a:lnTo>
                <a:lnTo>
                  <a:pt x="615" y="172"/>
                </a:lnTo>
                <a:lnTo>
                  <a:pt x="584" y="221"/>
                </a:lnTo>
                <a:lnTo>
                  <a:pt x="551" y="280"/>
                </a:lnTo>
                <a:lnTo>
                  <a:pt x="516" y="349"/>
                </a:lnTo>
                <a:lnTo>
                  <a:pt x="490" y="401"/>
                </a:lnTo>
                <a:lnTo>
                  <a:pt x="472" y="444"/>
                </a:lnTo>
                <a:lnTo>
                  <a:pt x="430" y="551"/>
                </a:lnTo>
                <a:lnTo>
                  <a:pt x="385" y="671"/>
                </a:lnTo>
                <a:lnTo>
                  <a:pt x="340" y="801"/>
                </a:lnTo>
                <a:lnTo>
                  <a:pt x="296" y="940"/>
                </a:lnTo>
                <a:lnTo>
                  <a:pt x="253" y="1086"/>
                </a:lnTo>
                <a:lnTo>
                  <a:pt x="214" y="1240"/>
                </a:lnTo>
                <a:lnTo>
                  <a:pt x="176" y="1402"/>
                </a:lnTo>
                <a:lnTo>
                  <a:pt x="140" y="1577"/>
                </a:lnTo>
                <a:lnTo>
                  <a:pt x="105" y="1759"/>
                </a:lnTo>
                <a:lnTo>
                  <a:pt x="73" y="1946"/>
                </a:lnTo>
                <a:lnTo>
                  <a:pt x="42" y="2133"/>
                </a:lnTo>
                <a:lnTo>
                  <a:pt x="14" y="2317"/>
                </a:lnTo>
                <a:lnTo>
                  <a:pt x="14" y="2317"/>
                </a:lnTo>
                <a:lnTo>
                  <a:pt x="0" y="2410"/>
                </a:lnTo>
                <a:lnTo>
                  <a:pt x="0" y="2506"/>
                </a:lnTo>
                <a:lnTo>
                  <a:pt x="15" y="2634"/>
                </a:lnTo>
                <a:lnTo>
                  <a:pt x="42" y="2764"/>
                </a:lnTo>
                <a:lnTo>
                  <a:pt x="78" y="2896"/>
                </a:lnTo>
                <a:lnTo>
                  <a:pt x="119" y="3030"/>
                </a:lnTo>
                <a:lnTo>
                  <a:pt x="119" y="3030"/>
                </a:lnTo>
                <a:lnTo>
                  <a:pt x="160" y="3165"/>
                </a:lnTo>
                <a:lnTo>
                  <a:pt x="161" y="3168"/>
                </a:lnTo>
                <a:lnTo>
                  <a:pt x="196" y="3302"/>
                </a:lnTo>
                <a:lnTo>
                  <a:pt x="196" y="3304"/>
                </a:lnTo>
                <a:lnTo>
                  <a:pt x="229" y="3436"/>
                </a:lnTo>
                <a:lnTo>
                  <a:pt x="262" y="3566"/>
                </a:lnTo>
                <a:lnTo>
                  <a:pt x="262" y="3566"/>
                </a:lnTo>
                <a:lnTo>
                  <a:pt x="294" y="3696"/>
                </a:lnTo>
                <a:lnTo>
                  <a:pt x="295" y="3697"/>
                </a:lnTo>
                <a:lnTo>
                  <a:pt x="326" y="3830"/>
                </a:lnTo>
                <a:lnTo>
                  <a:pt x="326" y="3832"/>
                </a:lnTo>
                <a:lnTo>
                  <a:pt x="354" y="3970"/>
                </a:lnTo>
                <a:lnTo>
                  <a:pt x="354" y="3972"/>
                </a:lnTo>
                <a:lnTo>
                  <a:pt x="378" y="4118"/>
                </a:lnTo>
                <a:lnTo>
                  <a:pt x="378" y="4120"/>
                </a:lnTo>
                <a:lnTo>
                  <a:pt x="401" y="4289"/>
                </a:lnTo>
                <a:lnTo>
                  <a:pt x="401" y="4290"/>
                </a:lnTo>
                <a:lnTo>
                  <a:pt x="424" y="4484"/>
                </a:lnTo>
                <a:lnTo>
                  <a:pt x="425" y="4485"/>
                </a:lnTo>
                <a:lnTo>
                  <a:pt x="445" y="4685"/>
                </a:lnTo>
                <a:lnTo>
                  <a:pt x="445" y="4687"/>
                </a:lnTo>
                <a:lnTo>
                  <a:pt x="447" y="4713"/>
                </a:lnTo>
                <a:lnTo>
                  <a:pt x="457" y="47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55092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00051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1594269" y="1692750"/>
            <a:ext cx="140767" cy="110735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1623086" y="3468726"/>
            <a:ext cx="140776" cy="51531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1610495" y="2693051"/>
            <a:ext cx="851069" cy="906002"/>
            <a:chOff x="1610495" y="2693051"/>
            <a:chExt cx="851069" cy="906002"/>
          </a:xfrm>
        </p:grpSpPr>
        <p:sp>
          <p:nvSpPr>
            <p:cNvPr id="32" name="Forma 31"/>
            <p:cNvSpPr/>
            <p:nvPr/>
          </p:nvSpPr>
          <p:spPr>
            <a:xfrm>
              <a:off x="1610495" y="2693051"/>
              <a:ext cx="851069" cy="9060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055114" y="2759659"/>
              <a:ext cx="208026" cy="8065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Diafragma"/>
          <p:cNvSpPr/>
          <p:nvPr/>
        </p:nvSpPr>
        <p:spPr>
          <a:xfrm>
            <a:off x="614939" y="3444778"/>
            <a:ext cx="2336281" cy="5338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822960" y="1261872"/>
            <a:ext cx="1920240" cy="128016"/>
            <a:chOff x="822960" y="1261872"/>
            <a:chExt cx="1920240" cy="128016"/>
          </a:xfrm>
        </p:grpSpPr>
        <p:sp>
          <p:nvSpPr>
            <p:cNvPr id="36" name="Forma 35"/>
            <p:cNvSpPr/>
            <p:nvPr/>
          </p:nvSpPr>
          <p:spPr>
            <a:xfrm>
              <a:off x="82296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2296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redToracica_2"/>
          <p:cNvSpPr/>
          <p:nvPr/>
        </p:nvSpPr>
        <p:spPr>
          <a:xfrm>
            <a:off x="8912657" y="1133856"/>
            <a:ext cx="2931566" cy="307238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!!Mediastino_2"/>
          <p:cNvSpPr/>
          <p:nvPr/>
        </p:nvSpPr>
        <p:spPr>
          <a:xfrm>
            <a:off x="9834372" y="1309878"/>
            <a:ext cx="1088136" cy="235229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!!Costillas_2"/>
          <p:cNvGrpSpPr/>
          <p:nvPr/>
        </p:nvGrpSpPr>
        <p:grpSpPr>
          <a:xfrm>
            <a:off x="8970264" y="1389888"/>
            <a:ext cx="2816352" cy="2637130"/>
            <a:chOff x="8970264" y="1389888"/>
            <a:chExt cx="2816352" cy="2637130"/>
          </a:xfrm>
        </p:grpSpPr>
        <p:sp>
          <p:nvSpPr>
            <p:cNvPr id="41" name="Forma 40"/>
            <p:cNvSpPr/>
            <p:nvPr/>
          </p:nvSpPr>
          <p:spPr>
            <a:xfrm>
              <a:off x="897026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897026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!!EspacioPleuralD_2"/>
          <p:cNvSpPr/>
          <p:nvPr/>
        </p:nvSpPr>
        <p:spPr>
          <a:xfrm>
            <a:off x="914628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!!EspacioPleuralI_2"/>
          <p:cNvSpPr/>
          <p:nvPr/>
        </p:nvSpPr>
        <p:spPr>
          <a:xfrm>
            <a:off x="1059587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!!Aorta_2"/>
          <p:cNvSpPr/>
          <p:nvPr/>
        </p:nvSpPr>
        <p:spPr>
          <a:xfrm>
            <a:off x="10384096" y="1799177"/>
            <a:ext cx="421137" cy="2051814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!!Traquea_2"/>
          <p:cNvGrpSpPr/>
          <p:nvPr/>
        </p:nvGrpSpPr>
        <p:grpSpPr>
          <a:xfrm>
            <a:off x="9997607" y="1133856"/>
            <a:ext cx="761666" cy="1372957"/>
            <a:chOff x="9997607" y="1133856"/>
            <a:chExt cx="761666" cy="1372957"/>
          </a:xfrm>
        </p:grpSpPr>
        <p:sp>
          <p:nvSpPr>
            <p:cNvPr id="47" name="Forma 46"/>
            <p:cNvSpPr/>
            <p:nvPr/>
          </p:nvSpPr>
          <p:spPr>
            <a:xfrm>
              <a:off x="9997607" y="1133856"/>
              <a:ext cx="761666" cy="137295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0320833" y="1229868"/>
              <a:ext cx="115214" cy="70008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!!LiquidoPleuralD_2"/>
          <p:cNvSpPr/>
          <p:nvPr/>
        </p:nvSpPr>
        <p:spPr>
          <a:xfrm>
            <a:off x="9149486" y="2300000"/>
            <a:ext cx="1075334" cy="1519391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50" name="!!PulmonDerecho_2"/>
          <p:cNvGrpSpPr/>
          <p:nvPr/>
        </p:nvGrpSpPr>
        <p:grpSpPr>
          <a:xfrm>
            <a:off x="9332150" y="1449782"/>
            <a:ext cx="819778" cy="1229867"/>
            <a:chOff x="9332150" y="1449782"/>
            <a:chExt cx="819778" cy="1229867"/>
          </a:xfrm>
        </p:grpSpPr>
        <p:sp>
          <p:nvSpPr>
            <p:cNvPr id="51" name="Forma 50"/>
            <p:cNvSpPr/>
            <p:nvPr/>
          </p:nvSpPr>
          <p:spPr>
            <a:xfrm>
              <a:off x="9332150" y="1449782"/>
              <a:ext cx="819778" cy="1229867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2" name="Forma 51"/>
            <p:cNvSpPr/>
            <p:nvPr/>
          </p:nvSpPr>
          <p:spPr>
            <a:xfrm>
              <a:off x="9390645" y="1570478"/>
              <a:ext cx="651753" cy="880429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9353158" y="1985295"/>
              <a:ext cx="702442" cy="514901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4" name="!!PleuraVisceralD_2"/>
          <p:cNvSpPr/>
          <p:nvPr/>
        </p:nvSpPr>
        <p:spPr>
          <a:xfrm>
            <a:off x="9332150" y="1449782"/>
            <a:ext cx="819778" cy="1229867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5" name="!!PulmonIzquierdo_2"/>
          <p:cNvGrpSpPr/>
          <p:nvPr/>
        </p:nvGrpSpPr>
        <p:grpSpPr>
          <a:xfrm>
            <a:off x="10631083" y="1449782"/>
            <a:ext cx="944306" cy="2401630"/>
            <a:chOff x="10631083" y="1449782"/>
            <a:chExt cx="944306" cy="2401630"/>
          </a:xfrm>
        </p:grpSpPr>
        <p:sp>
          <p:nvSpPr>
            <p:cNvPr id="56" name="Forma 55"/>
            <p:cNvSpPr/>
            <p:nvPr/>
          </p:nvSpPr>
          <p:spPr>
            <a:xfrm>
              <a:off x="10631083" y="1449782"/>
              <a:ext cx="944306" cy="240163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10714482" y="1677924"/>
              <a:ext cx="795334" cy="166420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0724083" y="2510028"/>
              <a:ext cx="809684" cy="90804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9" name="!!PleuraVisceralI_2"/>
          <p:cNvSpPr/>
          <p:nvPr/>
        </p:nvSpPr>
        <p:spPr>
          <a:xfrm>
            <a:off x="10631083" y="1449782"/>
            <a:ext cx="944306" cy="240163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0" name="!!PleuraParietalD_2"/>
          <p:cNvSpPr/>
          <p:nvPr/>
        </p:nvSpPr>
        <p:spPr>
          <a:xfrm>
            <a:off x="914628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!!PleuraParietalI_2"/>
          <p:cNvSpPr/>
          <p:nvPr/>
        </p:nvSpPr>
        <p:spPr>
          <a:xfrm>
            <a:off x="1059587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!!VenaCavaSup_2"/>
          <p:cNvSpPr/>
          <p:nvPr/>
        </p:nvSpPr>
        <p:spPr>
          <a:xfrm>
            <a:off x="10189629" y="1692750"/>
            <a:ext cx="140767" cy="110735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3" name="!!VenaCavaInf_2"/>
          <p:cNvSpPr/>
          <p:nvPr/>
        </p:nvSpPr>
        <p:spPr>
          <a:xfrm>
            <a:off x="10218446" y="3468726"/>
            <a:ext cx="140776" cy="51531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4" name="!!Corazon_2"/>
          <p:cNvGrpSpPr/>
          <p:nvPr/>
        </p:nvGrpSpPr>
        <p:grpSpPr>
          <a:xfrm>
            <a:off x="10205855" y="2693051"/>
            <a:ext cx="851069" cy="906002"/>
            <a:chOff x="10205855" y="2693051"/>
            <a:chExt cx="851069" cy="906002"/>
          </a:xfrm>
        </p:grpSpPr>
        <p:sp>
          <p:nvSpPr>
            <p:cNvPr id="65" name="Forma 64"/>
            <p:cNvSpPr/>
            <p:nvPr/>
          </p:nvSpPr>
          <p:spPr>
            <a:xfrm>
              <a:off x="10205855" y="2693051"/>
              <a:ext cx="851069" cy="9060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6" name="Forma 65"/>
            <p:cNvSpPr/>
            <p:nvPr/>
          </p:nvSpPr>
          <p:spPr>
            <a:xfrm>
              <a:off x="10650474" y="2759659"/>
              <a:ext cx="208026" cy="8065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7" name="!!Diafragma_2"/>
          <p:cNvSpPr/>
          <p:nvPr/>
        </p:nvSpPr>
        <p:spPr>
          <a:xfrm>
            <a:off x="9210299" y="3444778"/>
            <a:ext cx="2336281" cy="5338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8" name="!!Clavículas_2"/>
          <p:cNvGrpSpPr/>
          <p:nvPr/>
        </p:nvGrpSpPr>
        <p:grpSpPr>
          <a:xfrm>
            <a:off x="9418320" y="1261872"/>
            <a:ext cx="1920240" cy="128016"/>
            <a:chOff x="9418320" y="1261872"/>
            <a:chExt cx="1920240" cy="128016"/>
          </a:xfrm>
        </p:grpSpPr>
        <p:sp>
          <p:nvSpPr>
            <p:cNvPr id="69" name="Forma 68"/>
            <p:cNvSpPr/>
            <p:nvPr/>
          </p:nvSpPr>
          <p:spPr>
            <a:xfrm>
              <a:off x="941832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941832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1" name="Forma 70"/>
          <p:cNvSpPr/>
          <p:nvPr/>
        </p:nvSpPr>
        <p:spPr>
          <a:xfrm>
            <a:off x="411480" y="4343400"/>
            <a:ext cx="2743200" cy="333375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· ICC</a:t>
            </a:r>
            <a:endParaRPr lang="es-AR" sz="1500" dirty="0">
              <a:latin typeface="Mali"/>
            </a:endParaRPr>
          </a:p>
        </p:txBody>
      </p:sp>
      <p:sp>
        <p:nvSpPr>
          <p:cNvPr id="72" name="Forma 71"/>
          <p:cNvSpPr/>
          <p:nvPr/>
        </p:nvSpPr>
        <p:spPr>
          <a:xfrm>
            <a:off x="9006840" y="4343400"/>
            <a:ext cx="2743200" cy="333375"/>
          </a:xfrm>
          <a:prstGeom prst="rect">
            <a:avLst/>
          </a:prstGeom>
          <a:solidFill>
            <a:srgbClr val="E9C46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 · NEUMONÍA</a:t>
            </a:r>
            <a:endParaRPr lang="es-AR" sz="1500" dirty="0">
              <a:latin typeface="Mali"/>
            </a:endParaRPr>
          </a:p>
        </p:txBody>
      </p:sp>
      <p:grpSp>
        <p:nvGrpSpPr>
          <p:cNvPr id="73" name="Comparación Mecanismo"/>
          <p:cNvGrpSpPr/>
          <p:nvPr/>
        </p:nvGrpSpPr>
        <p:grpSpPr>
          <a:xfrm>
            <a:off x="3520440" y="914400"/>
            <a:ext cx="5166360" cy="658368"/>
            <a:chOff x="3520440" y="914400"/>
            <a:chExt cx="5166360" cy="658368"/>
          </a:xfrm>
        </p:grpSpPr>
        <p:sp>
          <p:nvSpPr>
            <p:cNvPr id="74" name="Forma 73"/>
            <p:cNvSpPr/>
            <p:nvPr/>
          </p:nvSpPr>
          <p:spPr>
            <a:xfrm>
              <a:off x="3520440" y="914400"/>
              <a:ext cx="1691640" cy="658368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↓ π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5257800" y="914400"/>
              <a:ext cx="1691640" cy="65836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76" name="Forma 75"/>
            <p:cNvSpPr/>
            <p:nvPr/>
          </p:nvSpPr>
          <p:spPr>
            <a:xfrm>
              <a:off x="6995160" y="914400"/>
              <a:ext cx="1691640" cy="658368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permeabilidad / bloqueo linfático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77" name="Comparación Pleura"/>
          <p:cNvGrpSpPr/>
          <p:nvPr/>
        </p:nvGrpSpPr>
        <p:grpSpPr>
          <a:xfrm>
            <a:off x="3520440" y="1627632"/>
            <a:ext cx="5166360" cy="658368"/>
            <a:chOff x="3520440" y="1627632"/>
            <a:chExt cx="5166360" cy="658368"/>
          </a:xfrm>
        </p:grpSpPr>
        <p:sp>
          <p:nvSpPr>
            <p:cNvPr id="78" name="Forma 77"/>
            <p:cNvSpPr/>
            <p:nvPr/>
          </p:nvSpPr>
          <p:spPr>
            <a:xfrm>
              <a:off x="3520440" y="1627632"/>
              <a:ext cx="1691640" cy="658368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79" name="Forma 78"/>
            <p:cNvSpPr/>
            <p:nvPr/>
          </p:nvSpPr>
          <p:spPr>
            <a:xfrm>
              <a:off x="5257800" y="1627632"/>
              <a:ext cx="1691640" cy="65836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0" name="Forma 79"/>
            <p:cNvSpPr/>
            <p:nvPr/>
          </p:nvSpPr>
          <p:spPr>
            <a:xfrm>
              <a:off x="6995160" y="1627632"/>
              <a:ext cx="1691640" cy="658368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1" name="Comparación Proteínas y LDH"/>
          <p:cNvGrpSpPr/>
          <p:nvPr/>
        </p:nvGrpSpPr>
        <p:grpSpPr>
          <a:xfrm>
            <a:off x="3520440" y="2340864"/>
            <a:ext cx="5166360" cy="658368"/>
            <a:chOff x="3520440" y="2340864"/>
            <a:chExt cx="5166360" cy="658368"/>
          </a:xfrm>
        </p:grpSpPr>
        <p:sp>
          <p:nvSpPr>
            <p:cNvPr id="82" name="Forma 81"/>
            <p:cNvSpPr/>
            <p:nvPr/>
          </p:nvSpPr>
          <p:spPr>
            <a:xfrm>
              <a:off x="3520440" y="2340864"/>
              <a:ext cx="1691640" cy="658368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5257800" y="2340864"/>
              <a:ext cx="1691640" cy="65836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Y 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4" name="Forma 83"/>
            <p:cNvSpPr/>
            <p:nvPr/>
          </p:nvSpPr>
          <p:spPr>
            <a:xfrm>
              <a:off x="6995160" y="2340864"/>
              <a:ext cx="1691640" cy="658368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5" name="Comparación Células"/>
          <p:cNvGrpSpPr/>
          <p:nvPr/>
        </p:nvGrpSpPr>
        <p:grpSpPr>
          <a:xfrm>
            <a:off x="3520440" y="3054096"/>
            <a:ext cx="5166360" cy="658368"/>
            <a:chOff x="3520440" y="3054096"/>
            <a:chExt cx="5166360" cy="658368"/>
          </a:xfrm>
        </p:grpSpPr>
        <p:sp>
          <p:nvSpPr>
            <p:cNvPr id="86" name="Forma 85"/>
            <p:cNvSpPr/>
            <p:nvPr/>
          </p:nvSpPr>
          <p:spPr>
            <a:xfrm>
              <a:off x="3520440" y="3054096"/>
              <a:ext cx="1691640" cy="658368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 (macrófagos)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5257800" y="3054096"/>
              <a:ext cx="1691640" cy="65836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6995160" y="3054096"/>
              <a:ext cx="1691640" cy="658368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Muchas (PMN o linfocitos)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9" name="Comparación Aspecto"/>
          <p:cNvGrpSpPr/>
          <p:nvPr/>
        </p:nvGrpSpPr>
        <p:grpSpPr>
          <a:xfrm>
            <a:off x="3520440" y="3767328"/>
            <a:ext cx="5166360" cy="658368"/>
            <a:chOff x="3520440" y="3767328"/>
            <a:chExt cx="5166360" cy="658368"/>
          </a:xfrm>
        </p:grpSpPr>
        <p:sp>
          <p:nvSpPr>
            <p:cNvPr id="90" name="Forma 89"/>
            <p:cNvSpPr/>
            <p:nvPr/>
          </p:nvSpPr>
          <p:spPr>
            <a:xfrm>
              <a:off x="3520440" y="3767328"/>
              <a:ext cx="1691640" cy="658368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91" name="Forma 90"/>
            <p:cNvSpPr/>
            <p:nvPr/>
          </p:nvSpPr>
          <p:spPr>
            <a:xfrm>
              <a:off x="5257800" y="3767328"/>
              <a:ext cx="1691640" cy="65836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92" name="Forma 91"/>
            <p:cNvSpPr/>
            <p:nvPr/>
          </p:nvSpPr>
          <p:spPr>
            <a:xfrm>
              <a:off x="6995160" y="3767328"/>
              <a:ext cx="1691640" cy="658368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3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Turbio, lechoso, hemorrágico o purulento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93" name="Comparación Lateralidad típica"/>
          <p:cNvGrpSpPr/>
          <p:nvPr/>
        </p:nvGrpSpPr>
        <p:grpSpPr>
          <a:xfrm>
            <a:off x="3520440" y="4480560"/>
            <a:ext cx="5166360" cy="658368"/>
            <a:chOff x="3520440" y="4480560"/>
            <a:chExt cx="5166360" cy="658368"/>
          </a:xfrm>
        </p:grpSpPr>
        <p:sp>
          <p:nvSpPr>
            <p:cNvPr id="94" name="Forma 93"/>
            <p:cNvSpPr/>
            <p:nvPr/>
          </p:nvSpPr>
          <p:spPr>
            <a:xfrm>
              <a:off x="3520440" y="4480560"/>
              <a:ext cx="1691640" cy="658368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Bilateral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95" name="Forma 94"/>
            <p:cNvSpPr/>
            <p:nvPr/>
          </p:nvSpPr>
          <p:spPr>
            <a:xfrm>
              <a:off x="5257800" y="4480560"/>
              <a:ext cx="1691640" cy="65836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LATERALIDAD TÍPICA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96" name="Forma 95"/>
            <p:cNvSpPr/>
            <p:nvPr/>
          </p:nvSpPr>
          <p:spPr>
            <a:xfrm>
              <a:off x="6995160" y="4480560"/>
              <a:ext cx="1691640" cy="658368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Según el foco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97" name="Advertencia comparación"/>
          <p:cNvSpPr/>
          <p:nvPr/>
        </p:nvSpPr>
        <p:spPr>
          <a:xfrm>
            <a:off x="274320" y="5257800"/>
            <a:ext cx="11612880" cy="10972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Una causa sistémica puede generar un líquido </a:t>
            </a: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mixto</a:t>
            </a:r>
            <a:r>
              <a:rPr lang="es-AR" sz="2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, y una pleura con trasudado no siempre es «absolutamente normal»: la clasificación es una </a:t>
            </a: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orientación</a:t>
            </a:r>
            <a:r>
              <a:rPr lang="es-AR" sz="2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624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/ 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457406" y="91440"/>
            <a:ext cx="65696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DOS PULMONES, DOS MECANISMOS</a:t>
            </a:r>
            <a:endParaRPr lang="es-AR" sz="2400" dirty="0">
              <a:latin typeface="Mali"/>
            </a:endParaRPr>
          </a:p>
        </p:txBody>
      </p:sp>
      <p:sp>
        <p:nvSpPr>
          <p:cNvPr id="9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863840" cy="757025"/>
            <a:chOff x="365760" y="914400"/>
            <a:chExt cx="7863840" cy="75702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3931920" cy="757025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— FACTORES SISTÉMICOS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4297680" y="914400"/>
              <a:ext cx="3931920" cy="757025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— FACTORES LOCALES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7" name="Tabla fila 1"/>
          <p:cNvGrpSpPr/>
          <p:nvPr/>
        </p:nvGrpSpPr>
        <p:grpSpPr>
          <a:xfrm>
            <a:off x="365760" y="1671425"/>
            <a:ext cx="7863840" cy="571478"/>
            <a:chOff x="365760" y="1671425"/>
            <a:chExt cx="7863840" cy="571478"/>
          </a:xfrm>
        </p:grpSpPr>
        <p:sp>
          <p:nvSpPr>
            <p:cNvPr id="8" name="Forma 7"/>
            <p:cNvSpPr/>
            <p:nvPr/>
          </p:nvSpPr>
          <p:spPr>
            <a:xfrm>
              <a:off x="365760" y="1671425"/>
              <a:ext cx="3931920" cy="57147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4297680" y="1671425"/>
              <a:ext cx="3931920" cy="57147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Infección pleural: pleuritis bacteriana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0" name="Tabla fila 2"/>
          <p:cNvGrpSpPr/>
          <p:nvPr/>
        </p:nvGrpSpPr>
        <p:grpSpPr>
          <a:xfrm>
            <a:off x="365760" y="2242903"/>
            <a:ext cx="7863840" cy="742305"/>
            <a:chOff x="365760" y="2242903"/>
            <a:chExt cx="7863840" cy="742305"/>
          </a:xfrm>
        </p:grpSpPr>
        <p:sp>
          <p:nvSpPr>
            <p:cNvPr id="11" name="Forma 10"/>
            <p:cNvSpPr/>
            <p:nvPr/>
          </p:nvSpPr>
          <p:spPr>
            <a:xfrm>
              <a:off x="365760" y="2242903"/>
              <a:ext cx="3931920" cy="74230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Pericarditis constrictiva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4297680" y="2242903"/>
              <a:ext cx="3931920" cy="74230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Micobacterias (TBC): ADA elevada + linfocitosis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3" name="Tabla fila 3"/>
          <p:cNvGrpSpPr/>
          <p:nvPr/>
        </p:nvGrpSpPr>
        <p:grpSpPr>
          <a:xfrm>
            <a:off x="365760" y="2985208"/>
            <a:ext cx="7863840" cy="742305"/>
            <a:chOff x="365760" y="2985208"/>
            <a:chExt cx="7863840" cy="742305"/>
          </a:xfrm>
        </p:grpSpPr>
        <p:sp>
          <p:nvSpPr>
            <p:cNvPr id="14" name="Forma 13"/>
            <p:cNvSpPr/>
            <p:nvPr/>
          </p:nvSpPr>
          <p:spPr>
            <a:xfrm>
              <a:off x="365760" y="2985208"/>
              <a:ext cx="3931920" cy="74230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hepática con hidrotórax hepático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4297680" y="2985208"/>
              <a:ext cx="3931920" cy="74230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Infecciones fúngicas y víricas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6" name="Tabla fila 4"/>
          <p:cNvGrpSpPr/>
          <p:nvPr/>
        </p:nvGrpSpPr>
        <p:grpSpPr>
          <a:xfrm>
            <a:off x="365760" y="3727513"/>
            <a:ext cx="7863840" cy="571478"/>
            <a:chOff x="365760" y="3727513"/>
            <a:chExt cx="7863840" cy="571478"/>
          </a:xfrm>
        </p:grpSpPr>
        <p:sp>
          <p:nvSpPr>
            <p:cNvPr id="17" name="Forma 16"/>
            <p:cNvSpPr/>
            <p:nvPr/>
          </p:nvSpPr>
          <p:spPr>
            <a:xfrm>
              <a:off x="365760" y="3727513"/>
              <a:ext cx="3931920" cy="57147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nefrótico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4297680" y="3727513"/>
              <a:ext cx="3931920" cy="57147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Neoplasias malignas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9" name="Tabla fila 5"/>
          <p:cNvGrpSpPr/>
          <p:nvPr/>
        </p:nvGrpSpPr>
        <p:grpSpPr>
          <a:xfrm>
            <a:off x="365760" y="4298991"/>
            <a:ext cx="7863840" cy="571478"/>
            <a:chOff x="365760" y="4298991"/>
            <a:chExt cx="7863840" cy="571478"/>
          </a:xfrm>
        </p:grpSpPr>
        <p:sp>
          <p:nvSpPr>
            <p:cNvPr id="20" name="Forma 19"/>
            <p:cNvSpPr/>
            <p:nvPr/>
          </p:nvSpPr>
          <p:spPr>
            <a:xfrm>
              <a:off x="365760" y="4298991"/>
              <a:ext cx="3931920" cy="57147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Hipoalbuminemia de otras causas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4297680" y="4298991"/>
              <a:ext cx="3931920" cy="57147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Lesiones torácicas abiertas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2" name="Tabla fila 6"/>
          <p:cNvGrpSpPr/>
          <p:nvPr/>
        </p:nvGrpSpPr>
        <p:grpSpPr>
          <a:xfrm>
            <a:off x="365760" y="4870469"/>
            <a:ext cx="7863840" cy="742305"/>
            <a:chOff x="365760" y="4870469"/>
            <a:chExt cx="7863840" cy="742305"/>
          </a:xfrm>
        </p:grpSpPr>
        <p:sp>
          <p:nvSpPr>
            <p:cNvPr id="23" name="Forma 22"/>
            <p:cNvSpPr/>
            <p:nvPr/>
          </p:nvSpPr>
          <p:spPr>
            <a:xfrm>
              <a:off x="365760" y="4870469"/>
              <a:ext cx="3931920" cy="74230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Entrada de líquido peritoneal (ascitis)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4297680" y="4870469"/>
              <a:ext cx="3931920" cy="74230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Vasculitis autoinmunes: lupus, Churg-Strauss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5" name="Tabla fila 7"/>
          <p:cNvGrpSpPr/>
          <p:nvPr/>
        </p:nvGrpSpPr>
        <p:grpSpPr>
          <a:xfrm>
            <a:off x="365760" y="5612775"/>
            <a:ext cx="7863840" cy="742305"/>
            <a:chOff x="365760" y="5612775"/>
            <a:chExt cx="7863840" cy="742305"/>
          </a:xfrm>
        </p:grpSpPr>
        <p:sp>
          <p:nvSpPr>
            <p:cNvPr id="26" name="Forma 25"/>
            <p:cNvSpPr/>
            <p:nvPr/>
          </p:nvSpPr>
          <p:spPr>
            <a:xfrm>
              <a:off x="365760" y="5612775"/>
              <a:ext cx="3931920" cy="74230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Alteración de presión hidrostática u oncótica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4297680" y="5612775"/>
              <a:ext cx="3931920" cy="74230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Disminución del drenaje linfático local</a:t>
              </a:r>
              <a:endParaRPr lang="es-AR" sz="1450" dirty="0">
                <a:latin typeface="Mali"/>
              </a:endParaRPr>
            </a:p>
          </p:txBody>
        </p:sp>
      </p:grpSp>
      <p:sp>
        <p:nvSpPr>
          <p:cNvPr id="28" name="Clave teórica"/>
          <p:cNvSpPr/>
          <p:nvPr/>
        </p:nvSpPr>
        <p:spPr>
          <a:xfrm>
            <a:off x="8503920" y="914400"/>
            <a:ext cx="3383280" cy="2834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«Trasudado = sistémico» es la gran clasificación,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pero no es taxativa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En grandes acumulaciones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siempre hay mezcla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9" name="Linfático ambas"/>
          <p:cNvSpPr/>
          <p:nvPr/>
        </p:nvSpPr>
        <p:spPr>
          <a:xfrm>
            <a:off x="8503920" y="3931920"/>
            <a:ext cx="3383280" cy="242316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drenaje linfático aparece en la columna local, pero su razonamiento también encaja en lo sistémico: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existe el cuadro puro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624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/ 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728253" y="91440"/>
            <a:ext cx="829885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FACTORES SISTÉMICOS Y FACTORES LOCALES</a:t>
            </a:r>
            <a:endParaRPr lang="es-AR" sz="2400" dirty="0">
              <a:latin typeface="Mali"/>
            </a:endParaRPr>
          </a:p>
        </p:txBody>
      </p:sp>
      <p:sp>
        <p:nvSpPr>
          <p:cNvPr id="3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Del mecanismo a la causa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Causas de trasudado y de exudado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causas más frecuentes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Insuficiencia cardíaca · pericarditis constrictiva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 (secuencia)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nefrótico, hipercoagulabilidad y TEP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Neoplasias, infecciones, autoinmunes y abdominales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432255" y="662026"/>
            <a:ext cx="2680289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74966" y="817931"/>
            <a:ext cx="994867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84925" y="888797"/>
            <a:ext cx="2574950" cy="2335743"/>
            <a:chOff x="6484925" y="888797"/>
            <a:chExt cx="2574950" cy="2335743"/>
          </a:xfrm>
        </p:grpSpPr>
        <p:sp>
          <p:nvSpPr>
            <p:cNvPr id="14" name="Forma 13"/>
            <p:cNvSpPr/>
            <p:nvPr/>
          </p:nvSpPr>
          <p:spPr>
            <a:xfrm>
              <a:off x="6484925" y="88879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84925" y="88879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645859" y="910582"/>
            <a:ext cx="991291" cy="213006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71197" y="910582"/>
            <a:ext cx="927743" cy="2198093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77571" y="1251310"/>
            <a:ext cx="385039" cy="181732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424210" y="662026"/>
            <a:ext cx="696380" cy="1216048"/>
            <a:chOff x="7424210" y="662026"/>
            <a:chExt cx="696380" cy="1216048"/>
          </a:xfrm>
        </p:grpSpPr>
        <p:sp>
          <p:nvSpPr>
            <p:cNvPr id="20" name="Forma 19"/>
            <p:cNvSpPr/>
            <p:nvPr/>
          </p:nvSpPr>
          <p:spPr>
            <a:xfrm>
              <a:off x="7424210" y="662026"/>
              <a:ext cx="696380" cy="1216048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719731" y="747065"/>
              <a:ext cx="105339" cy="62007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648785" y="2056823"/>
            <a:ext cx="983163" cy="983820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23" name="LiquidoPleuralI"/>
          <p:cNvSpPr/>
          <p:nvPr/>
        </p:nvSpPr>
        <p:spPr>
          <a:xfrm>
            <a:off x="8075512" y="2103724"/>
            <a:ext cx="820503" cy="1004951"/>
          </a:xfrm>
          <a:custGeom>
            <a:avLst/>
            <a:gdLst/>
            <a:ahLst/>
            <a:cxnLst/>
            <a:rect l="0" t="0" r="r" b="b"/>
            <a:pathLst>
              <a:path w="7909" h="10000">
                <a:moveTo>
                  <a:pt x="810" y="6805"/>
                </a:moveTo>
                <a:lnTo>
                  <a:pt x="1139" y="6752"/>
                </a:lnTo>
                <a:lnTo>
                  <a:pt x="1451" y="6728"/>
                </a:lnTo>
                <a:lnTo>
                  <a:pt x="1774" y="6725"/>
                </a:lnTo>
                <a:lnTo>
                  <a:pt x="2105" y="6745"/>
                </a:lnTo>
                <a:lnTo>
                  <a:pt x="2441" y="6792"/>
                </a:lnTo>
                <a:lnTo>
                  <a:pt x="2778" y="6868"/>
                </a:lnTo>
                <a:lnTo>
                  <a:pt x="3114" y="6978"/>
                </a:lnTo>
                <a:lnTo>
                  <a:pt x="3457" y="7129"/>
                </a:lnTo>
                <a:lnTo>
                  <a:pt x="3814" y="7323"/>
                </a:lnTo>
                <a:lnTo>
                  <a:pt x="4171" y="7546"/>
                </a:lnTo>
                <a:lnTo>
                  <a:pt x="4520" y="7786"/>
                </a:lnTo>
                <a:lnTo>
                  <a:pt x="4848" y="8034"/>
                </a:lnTo>
                <a:lnTo>
                  <a:pt x="5144" y="8275"/>
                </a:lnTo>
                <a:lnTo>
                  <a:pt x="5412" y="8534"/>
                </a:lnTo>
                <a:lnTo>
                  <a:pt x="5660" y="8823"/>
                </a:lnTo>
                <a:lnTo>
                  <a:pt x="5888" y="9118"/>
                </a:lnTo>
                <a:lnTo>
                  <a:pt x="6095" y="9395"/>
                </a:lnTo>
                <a:lnTo>
                  <a:pt x="6280" y="9630"/>
                </a:lnTo>
                <a:lnTo>
                  <a:pt x="6442" y="9799"/>
                </a:lnTo>
                <a:lnTo>
                  <a:pt x="6573" y="9906"/>
                </a:lnTo>
                <a:lnTo>
                  <a:pt x="6674" y="9974"/>
                </a:lnTo>
                <a:lnTo>
                  <a:pt x="6752" y="10000"/>
                </a:lnTo>
                <a:lnTo>
                  <a:pt x="6818" y="9980"/>
                </a:lnTo>
                <a:lnTo>
                  <a:pt x="6881" y="9914"/>
                </a:lnTo>
                <a:lnTo>
                  <a:pt x="6950" y="9799"/>
                </a:lnTo>
                <a:lnTo>
                  <a:pt x="7023" y="9628"/>
                </a:lnTo>
                <a:lnTo>
                  <a:pt x="7092" y="9403"/>
                </a:lnTo>
                <a:lnTo>
                  <a:pt x="7158" y="9130"/>
                </a:lnTo>
                <a:lnTo>
                  <a:pt x="7221" y="8819"/>
                </a:lnTo>
                <a:lnTo>
                  <a:pt x="7283" y="8475"/>
                </a:lnTo>
                <a:lnTo>
                  <a:pt x="7344" y="8106"/>
                </a:lnTo>
                <a:lnTo>
                  <a:pt x="7405" y="7696"/>
                </a:lnTo>
                <a:lnTo>
                  <a:pt x="7466" y="7236"/>
                </a:lnTo>
                <a:lnTo>
                  <a:pt x="7524" y="6743"/>
                </a:lnTo>
                <a:lnTo>
                  <a:pt x="7580" y="6237"/>
                </a:lnTo>
                <a:lnTo>
                  <a:pt x="7634" y="5736"/>
                </a:lnTo>
                <a:lnTo>
                  <a:pt x="7683" y="5257"/>
                </a:lnTo>
                <a:lnTo>
                  <a:pt x="7730" y="4802"/>
                </a:lnTo>
                <a:lnTo>
                  <a:pt x="7775" y="4357"/>
                </a:lnTo>
                <a:lnTo>
                  <a:pt x="7817" y="3916"/>
                </a:lnTo>
                <a:lnTo>
                  <a:pt x="7854" y="3475"/>
                </a:lnTo>
                <a:lnTo>
                  <a:pt x="7885" y="3030"/>
                </a:lnTo>
                <a:lnTo>
                  <a:pt x="7909" y="2578"/>
                </a:lnTo>
                <a:lnTo>
                  <a:pt x="7909" y="0"/>
                </a:lnTo>
                <a:lnTo>
                  <a:pt x="7686" y="168"/>
                </a:lnTo>
                <a:lnTo>
                  <a:pt x="7463" y="331"/>
                </a:lnTo>
                <a:lnTo>
                  <a:pt x="7240" y="489"/>
                </a:lnTo>
                <a:lnTo>
                  <a:pt x="7017" y="641"/>
                </a:lnTo>
                <a:lnTo>
                  <a:pt x="6794" y="789"/>
                </a:lnTo>
                <a:lnTo>
                  <a:pt x="6604" y="911"/>
                </a:lnTo>
                <a:lnTo>
                  <a:pt x="6569" y="1180"/>
                </a:lnTo>
                <a:lnTo>
                  <a:pt x="6568" y="1180"/>
                </a:lnTo>
                <a:lnTo>
                  <a:pt x="6518" y="1541"/>
                </a:lnTo>
                <a:lnTo>
                  <a:pt x="6518" y="1542"/>
                </a:lnTo>
                <a:lnTo>
                  <a:pt x="6466" y="1893"/>
                </a:lnTo>
                <a:lnTo>
                  <a:pt x="6466" y="1894"/>
                </a:lnTo>
                <a:lnTo>
                  <a:pt x="6413" y="2220"/>
                </a:lnTo>
                <a:lnTo>
                  <a:pt x="6412" y="2222"/>
                </a:lnTo>
                <a:lnTo>
                  <a:pt x="6359" y="2511"/>
                </a:lnTo>
                <a:lnTo>
                  <a:pt x="6358" y="2513"/>
                </a:lnTo>
                <a:lnTo>
                  <a:pt x="6304" y="2773"/>
                </a:lnTo>
                <a:lnTo>
                  <a:pt x="6304" y="2774"/>
                </a:lnTo>
                <a:lnTo>
                  <a:pt x="6249" y="3017"/>
                </a:lnTo>
                <a:lnTo>
                  <a:pt x="6249" y="3018"/>
                </a:lnTo>
                <a:lnTo>
                  <a:pt x="6194" y="3235"/>
                </a:lnTo>
                <a:lnTo>
                  <a:pt x="6193" y="3238"/>
                </a:lnTo>
                <a:lnTo>
                  <a:pt x="6137" y="3423"/>
                </a:lnTo>
                <a:lnTo>
                  <a:pt x="6136" y="3426"/>
                </a:lnTo>
                <a:lnTo>
                  <a:pt x="6081" y="3570"/>
                </a:lnTo>
                <a:lnTo>
                  <a:pt x="6078" y="3576"/>
                </a:lnTo>
                <a:lnTo>
                  <a:pt x="6046" y="3637"/>
                </a:lnTo>
                <a:lnTo>
                  <a:pt x="6043" y="3641"/>
                </a:lnTo>
                <a:lnTo>
                  <a:pt x="6040" y="3646"/>
                </a:lnTo>
                <a:lnTo>
                  <a:pt x="6036" y="3650"/>
                </a:lnTo>
                <a:lnTo>
                  <a:pt x="6032" y="3653"/>
                </a:lnTo>
                <a:lnTo>
                  <a:pt x="6028" y="3657"/>
                </a:lnTo>
                <a:lnTo>
                  <a:pt x="6023" y="3660"/>
                </a:lnTo>
                <a:lnTo>
                  <a:pt x="6018" y="3662"/>
                </a:lnTo>
                <a:lnTo>
                  <a:pt x="6013" y="3664"/>
                </a:lnTo>
                <a:lnTo>
                  <a:pt x="6007" y="3665"/>
                </a:lnTo>
                <a:lnTo>
                  <a:pt x="6002" y="3666"/>
                </a:lnTo>
                <a:lnTo>
                  <a:pt x="5996" y="3666"/>
                </a:lnTo>
                <a:lnTo>
                  <a:pt x="5991" y="3666"/>
                </a:lnTo>
                <a:lnTo>
                  <a:pt x="5985" y="3665"/>
                </a:lnTo>
                <a:lnTo>
                  <a:pt x="5980" y="3664"/>
                </a:lnTo>
                <a:lnTo>
                  <a:pt x="5975" y="3662"/>
                </a:lnTo>
                <a:lnTo>
                  <a:pt x="5970" y="3660"/>
                </a:lnTo>
                <a:lnTo>
                  <a:pt x="5965" y="3657"/>
                </a:lnTo>
                <a:lnTo>
                  <a:pt x="5927" y="3632"/>
                </a:lnTo>
                <a:lnTo>
                  <a:pt x="5922" y="3628"/>
                </a:lnTo>
                <a:lnTo>
                  <a:pt x="5798" y="3525"/>
                </a:lnTo>
                <a:lnTo>
                  <a:pt x="5794" y="3521"/>
                </a:lnTo>
                <a:lnTo>
                  <a:pt x="5639" y="3364"/>
                </a:lnTo>
                <a:lnTo>
                  <a:pt x="5638" y="3363"/>
                </a:lnTo>
                <a:lnTo>
                  <a:pt x="5456" y="3167"/>
                </a:lnTo>
                <a:lnTo>
                  <a:pt x="5453" y="3164"/>
                </a:lnTo>
                <a:lnTo>
                  <a:pt x="5250" y="2953"/>
                </a:lnTo>
                <a:lnTo>
                  <a:pt x="5242" y="2945"/>
                </a:lnTo>
                <a:lnTo>
                  <a:pt x="5021" y="2740"/>
                </a:lnTo>
                <a:lnTo>
                  <a:pt x="5005" y="2726"/>
                </a:lnTo>
                <a:lnTo>
                  <a:pt x="4768" y="2542"/>
                </a:lnTo>
                <a:lnTo>
                  <a:pt x="4752" y="2531"/>
                </a:lnTo>
                <a:lnTo>
                  <a:pt x="4488" y="2359"/>
                </a:lnTo>
                <a:lnTo>
                  <a:pt x="4480" y="2354"/>
                </a:lnTo>
                <a:lnTo>
                  <a:pt x="4188" y="2178"/>
                </a:lnTo>
                <a:lnTo>
                  <a:pt x="4179" y="2173"/>
                </a:lnTo>
                <a:lnTo>
                  <a:pt x="4166" y="2165"/>
                </a:lnTo>
                <a:lnTo>
                  <a:pt x="4121" y="2184"/>
                </a:lnTo>
                <a:lnTo>
                  <a:pt x="3898" y="2269"/>
                </a:lnTo>
                <a:lnTo>
                  <a:pt x="3675" y="2350"/>
                </a:lnTo>
                <a:lnTo>
                  <a:pt x="3452" y="2427"/>
                </a:lnTo>
                <a:lnTo>
                  <a:pt x="3229" y="2499"/>
                </a:lnTo>
                <a:lnTo>
                  <a:pt x="3006" y="2567"/>
                </a:lnTo>
                <a:lnTo>
                  <a:pt x="2784" y="2630"/>
                </a:lnTo>
                <a:lnTo>
                  <a:pt x="2561" y="2689"/>
                </a:lnTo>
                <a:lnTo>
                  <a:pt x="2338" y="2744"/>
                </a:lnTo>
                <a:lnTo>
                  <a:pt x="2115" y="2794"/>
                </a:lnTo>
                <a:lnTo>
                  <a:pt x="1892" y="2840"/>
                </a:lnTo>
                <a:lnTo>
                  <a:pt x="1670" y="2883"/>
                </a:lnTo>
                <a:lnTo>
                  <a:pt x="1447" y="2921"/>
                </a:lnTo>
                <a:lnTo>
                  <a:pt x="1224" y="2955"/>
                </a:lnTo>
                <a:lnTo>
                  <a:pt x="1001" y="2986"/>
                </a:lnTo>
                <a:lnTo>
                  <a:pt x="778" y="3012"/>
                </a:lnTo>
                <a:lnTo>
                  <a:pt x="555" y="3035"/>
                </a:lnTo>
                <a:lnTo>
                  <a:pt x="333" y="3054"/>
                </a:lnTo>
                <a:lnTo>
                  <a:pt x="110" y="3070"/>
                </a:lnTo>
                <a:lnTo>
                  <a:pt x="0" y="3076"/>
                </a:lnTo>
                <a:lnTo>
                  <a:pt x="19" y="3181"/>
                </a:lnTo>
                <a:lnTo>
                  <a:pt x="107" y="3710"/>
                </a:lnTo>
                <a:lnTo>
                  <a:pt x="180" y="4270"/>
                </a:lnTo>
                <a:lnTo>
                  <a:pt x="251" y="4920"/>
                </a:lnTo>
                <a:lnTo>
                  <a:pt x="324" y="5664"/>
                </a:lnTo>
                <a:lnTo>
                  <a:pt x="388" y="6428"/>
                </a:lnTo>
                <a:lnTo>
                  <a:pt x="417" y="6905"/>
                </a:lnTo>
                <a:lnTo>
                  <a:pt x="456" y="6892"/>
                </a:lnTo>
                <a:lnTo>
                  <a:pt x="810" y="680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4" name="PulmonDerecho"/>
          <p:cNvGrpSpPr/>
          <p:nvPr/>
        </p:nvGrpSpPr>
        <p:grpSpPr>
          <a:xfrm>
            <a:off x="6760694" y="941846"/>
            <a:ext cx="829587" cy="1477090"/>
            <a:chOff x="6760694" y="941846"/>
            <a:chExt cx="829587" cy="1477090"/>
          </a:xfrm>
        </p:grpSpPr>
        <p:sp>
          <p:nvSpPr>
            <p:cNvPr id="25" name="Forma 24"/>
            <p:cNvSpPr/>
            <p:nvPr/>
          </p:nvSpPr>
          <p:spPr>
            <a:xfrm>
              <a:off x="6760694" y="941846"/>
              <a:ext cx="829587" cy="1477090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6816674" y="1086803"/>
              <a:ext cx="648488" cy="105740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6781007" y="1585006"/>
              <a:ext cx="697249" cy="618856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PleuraVisceralD"/>
          <p:cNvSpPr/>
          <p:nvPr/>
        </p:nvSpPr>
        <p:spPr>
          <a:xfrm>
            <a:off x="6760694" y="941846"/>
            <a:ext cx="829587" cy="1477090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PulmonIzquierdo"/>
          <p:cNvGrpSpPr/>
          <p:nvPr/>
        </p:nvGrpSpPr>
        <p:grpSpPr>
          <a:xfrm>
            <a:off x="8011490" y="941846"/>
            <a:ext cx="772616" cy="1524712"/>
            <a:chOff x="8011490" y="941846"/>
            <a:chExt cx="772616" cy="1524712"/>
          </a:xfrm>
        </p:grpSpPr>
        <p:sp>
          <p:nvSpPr>
            <p:cNvPr id="30" name="Forma 29"/>
            <p:cNvSpPr/>
            <p:nvPr/>
          </p:nvSpPr>
          <p:spPr>
            <a:xfrm>
              <a:off x="8011490" y="941846"/>
              <a:ext cx="772616" cy="1524712"/>
            </a:xfrm>
            <a:custGeom>
              <a:avLst/>
              <a:gdLst/>
              <a:ahLst/>
              <a:cxnLst/>
              <a:rect l="0" t="0" r="r" b="b"/>
              <a:pathLst>
                <a:path w="4908" h="10000">
                  <a:moveTo>
                    <a:pt x="844" y="8535"/>
                  </a:moveTo>
                  <a:lnTo>
                    <a:pt x="858" y="8532"/>
                  </a:lnTo>
                  <a:lnTo>
                    <a:pt x="1052" y="8507"/>
                  </a:lnTo>
                  <a:lnTo>
                    <a:pt x="1067" y="8506"/>
                  </a:lnTo>
                  <a:lnTo>
                    <a:pt x="1251" y="8494"/>
                  </a:lnTo>
                  <a:lnTo>
                    <a:pt x="1263" y="8494"/>
                  </a:lnTo>
                  <a:lnTo>
                    <a:pt x="1454" y="8492"/>
                  </a:lnTo>
                  <a:lnTo>
                    <a:pt x="1467" y="8493"/>
                  </a:lnTo>
                  <a:lnTo>
                    <a:pt x="1662" y="8502"/>
                  </a:lnTo>
                  <a:lnTo>
                    <a:pt x="1676" y="8503"/>
                  </a:lnTo>
                  <a:lnTo>
                    <a:pt x="1874" y="8525"/>
                  </a:lnTo>
                  <a:lnTo>
                    <a:pt x="1889" y="8528"/>
                  </a:lnTo>
                  <a:lnTo>
                    <a:pt x="2088" y="8564"/>
                  </a:lnTo>
                  <a:lnTo>
                    <a:pt x="2105" y="8567"/>
                  </a:lnTo>
                  <a:lnTo>
                    <a:pt x="2302" y="8619"/>
                  </a:lnTo>
                  <a:lnTo>
                    <a:pt x="2320" y="8624"/>
                  </a:lnTo>
                  <a:lnTo>
                    <a:pt x="2522" y="8696"/>
                  </a:lnTo>
                  <a:lnTo>
                    <a:pt x="2536" y="8701"/>
                  </a:lnTo>
                  <a:lnTo>
                    <a:pt x="2746" y="8792"/>
                  </a:lnTo>
                  <a:lnTo>
                    <a:pt x="2755" y="8797"/>
                  </a:lnTo>
                  <a:lnTo>
                    <a:pt x="2966" y="8902"/>
                  </a:lnTo>
                  <a:lnTo>
                    <a:pt x="2974" y="8906"/>
                  </a:lnTo>
                  <a:lnTo>
                    <a:pt x="3179" y="9020"/>
                  </a:lnTo>
                  <a:lnTo>
                    <a:pt x="3185" y="9023"/>
                  </a:lnTo>
                  <a:lnTo>
                    <a:pt x="3379" y="9140"/>
                  </a:lnTo>
                  <a:lnTo>
                    <a:pt x="3384" y="9144"/>
                  </a:lnTo>
                  <a:lnTo>
                    <a:pt x="3559" y="9258"/>
                  </a:lnTo>
                  <a:lnTo>
                    <a:pt x="3571" y="9266"/>
                  </a:lnTo>
                  <a:lnTo>
                    <a:pt x="3729" y="9388"/>
                  </a:lnTo>
                  <a:lnTo>
                    <a:pt x="3740" y="9398"/>
                  </a:lnTo>
                  <a:lnTo>
                    <a:pt x="3887" y="9535"/>
                  </a:lnTo>
                  <a:lnTo>
                    <a:pt x="3893" y="9541"/>
                  </a:lnTo>
                  <a:lnTo>
                    <a:pt x="4027" y="9680"/>
                  </a:lnTo>
                  <a:lnTo>
                    <a:pt x="4029" y="9682"/>
                  </a:lnTo>
                  <a:lnTo>
                    <a:pt x="4150" y="9811"/>
                  </a:lnTo>
                  <a:lnTo>
                    <a:pt x="4251" y="9915"/>
                  </a:lnTo>
                  <a:lnTo>
                    <a:pt x="4333" y="9983"/>
                  </a:lnTo>
                  <a:lnTo>
                    <a:pt x="4358" y="10000"/>
                  </a:lnTo>
                  <a:lnTo>
                    <a:pt x="4379" y="9960"/>
                  </a:lnTo>
                  <a:lnTo>
                    <a:pt x="4415" y="9865"/>
                  </a:lnTo>
                  <a:lnTo>
                    <a:pt x="4452" y="9743"/>
                  </a:lnTo>
                  <a:lnTo>
                    <a:pt x="4489" y="9600"/>
                  </a:lnTo>
                  <a:lnTo>
                    <a:pt x="4525" y="9441"/>
                  </a:lnTo>
                  <a:lnTo>
                    <a:pt x="4560" y="9269"/>
                  </a:lnTo>
                  <a:lnTo>
                    <a:pt x="4596" y="9078"/>
                  </a:lnTo>
                  <a:lnTo>
                    <a:pt x="4631" y="8862"/>
                  </a:lnTo>
                  <a:lnTo>
                    <a:pt x="4665" y="8631"/>
                  </a:lnTo>
                  <a:lnTo>
                    <a:pt x="4698" y="8393"/>
                  </a:lnTo>
                  <a:lnTo>
                    <a:pt x="4730" y="8156"/>
                  </a:lnTo>
                  <a:lnTo>
                    <a:pt x="4759" y="7931"/>
                  </a:lnTo>
                  <a:lnTo>
                    <a:pt x="4786" y="7716"/>
                  </a:lnTo>
                  <a:lnTo>
                    <a:pt x="4813" y="7506"/>
                  </a:lnTo>
                  <a:lnTo>
                    <a:pt x="4838" y="7299"/>
                  </a:lnTo>
                  <a:lnTo>
                    <a:pt x="4859" y="7092"/>
                  </a:lnTo>
                  <a:lnTo>
                    <a:pt x="4877" y="6885"/>
                  </a:lnTo>
                  <a:lnTo>
                    <a:pt x="4891" y="6673"/>
                  </a:lnTo>
                  <a:lnTo>
                    <a:pt x="4900" y="6457"/>
                  </a:lnTo>
                  <a:lnTo>
                    <a:pt x="4906" y="6238"/>
                  </a:lnTo>
                  <a:lnTo>
                    <a:pt x="4908" y="6017"/>
                  </a:lnTo>
                  <a:lnTo>
                    <a:pt x="4906" y="5796"/>
                  </a:lnTo>
                  <a:lnTo>
                    <a:pt x="4900" y="5574"/>
                  </a:lnTo>
                  <a:lnTo>
                    <a:pt x="4891" y="5353"/>
                  </a:lnTo>
                  <a:lnTo>
                    <a:pt x="4879" y="5132"/>
                  </a:lnTo>
                  <a:lnTo>
                    <a:pt x="4863" y="4910"/>
                  </a:lnTo>
                  <a:lnTo>
                    <a:pt x="4844" y="4688"/>
                  </a:lnTo>
                  <a:lnTo>
                    <a:pt x="4820" y="4467"/>
                  </a:lnTo>
                  <a:lnTo>
                    <a:pt x="4792" y="4249"/>
                  </a:lnTo>
                  <a:lnTo>
                    <a:pt x="4759" y="4034"/>
                  </a:lnTo>
                  <a:lnTo>
                    <a:pt x="4722" y="3819"/>
                  </a:lnTo>
                  <a:lnTo>
                    <a:pt x="4680" y="3605"/>
                  </a:lnTo>
                  <a:lnTo>
                    <a:pt x="4634" y="3394"/>
                  </a:lnTo>
                  <a:lnTo>
                    <a:pt x="4583" y="3186"/>
                  </a:lnTo>
                  <a:lnTo>
                    <a:pt x="4527" y="2983"/>
                  </a:lnTo>
                  <a:lnTo>
                    <a:pt x="4465" y="2786"/>
                  </a:lnTo>
                  <a:lnTo>
                    <a:pt x="4396" y="2594"/>
                  </a:lnTo>
                  <a:lnTo>
                    <a:pt x="4322" y="2405"/>
                  </a:lnTo>
                  <a:lnTo>
                    <a:pt x="4243" y="2221"/>
                  </a:lnTo>
                  <a:lnTo>
                    <a:pt x="4158" y="2042"/>
                  </a:lnTo>
                  <a:lnTo>
                    <a:pt x="4069" y="1870"/>
                  </a:lnTo>
                  <a:lnTo>
                    <a:pt x="3977" y="1705"/>
                  </a:lnTo>
                  <a:lnTo>
                    <a:pt x="3880" y="1546"/>
                  </a:lnTo>
                  <a:lnTo>
                    <a:pt x="3779" y="1394"/>
                  </a:lnTo>
                  <a:lnTo>
                    <a:pt x="3674" y="1248"/>
                  </a:lnTo>
                  <a:lnTo>
                    <a:pt x="3564" y="1109"/>
                  </a:lnTo>
                  <a:lnTo>
                    <a:pt x="3451" y="978"/>
                  </a:lnTo>
                  <a:lnTo>
                    <a:pt x="3334" y="855"/>
                  </a:lnTo>
                  <a:lnTo>
                    <a:pt x="3212" y="739"/>
                  </a:lnTo>
                  <a:lnTo>
                    <a:pt x="3085" y="630"/>
                  </a:lnTo>
                  <a:lnTo>
                    <a:pt x="2954" y="528"/>
                  </a:lnTo>
                  <a:lnTo>
                    <a:pt x="2819" y="434"/>
                  </a:lnTo>
                  <a:lnTo>
                    <a:pt x="2683" y="349"/>
                  </a:lnTo>
                  <a:lnTo>
                    <a:pt x="2547" y="274"/>
                  </a:lnTo>
                  <a:lnTo>
                    <a:pt x="2403" y="206"/>
                  </a:lnTo>
                  <a:lnTo>
                    <a:pt x="2250" y="145"/>
                  </a:lnTo>
                  <a:lnTo>
                    <a:pt x="2094" y="92"/>
                  </a:lnTo>
                  <a:lnTo>
                    <a:pt x="1943" y="49"/>
                  </a:lnTo>
                  <a:lnTo>
                    <a:pt x="1806" y="19"/>
                  </a:lnTo>
                  <a:lnTo>
                    <a:pt x="1693" y="3"/>
                  </a:lnTo>
                  <a:lnTo>
                    <a:pt x="1606" y="0"/>
                  </a:lnTo>
                  <a:lnTo>
                    <a:pt x="1539" y="6"/>
                  </a:lnTo>
                  <a:lnTo>
                    <a:pt x="1484" y="19"/>
                  </a:lnTo>
                  <a:lnTo>
                    <a:pt x="1431" y="42"/>
                  </a:lnTo>
                  <a:lnTo>
                    <a:pt x="1373" y="76"/>
                  </a:lnTo>
                  <a:lnTo>
                    <a:pt x="1310" y="121"/>
                  </a:lnTo>
                  <a:lnTo>
                    <a:pt x="1249" y="174"/>
                  </a:lnTo>
                  <a:lnTo>
                    <a:pt x="1192" y="236"/>
                  </a:lnTo>
                  <a:lnTo>
                    <a:pt x="1135" y="311"/>
                  </a:lnTo>
                  <a:lnTo>
                    <a:pt x="1077" y="402"/>
                  </a:lnTo>
                  <a:lnTo>
                    <a:pt x="1016" y="508"/>
                  </a:lnTo>
                  <a:lnTo>
                    <a:pt x="992" y="554"/>
                  </a:lnTo>
                  <a:lnTo>
                    <a:pt x="949" y="649"/>
                  </a:lnTo>
                  <a:lnTo>
                    <a:pt x="874" y="825"/>
                  </a:lnTo>
                  <a:lnTo>
                    <a:pt x="795" y="1025"/>
                  </a:lnTo>
                  <a:lnTo>
                    <a:pt x="713" y="1247"/>
                  </a:lnTo>
                  <a:lnTo>
                    <a:pt x="629" y="1489"/>
                  </a:lnTo>
                  <a:lnTo>
                    <a:pt x="547" y="1747"/>
                  </a:lnTo>
                  <a:lnTo>
                    <a:pt x="468" y="2020"/>
                  </a:lnTo>
                  <a:lnTo>
                    <a:pt x="394" y="2305"/>
                  </a:lnTo>
                  <a:lnTo>
                    <a:pt x="324" y="2608"/>
                  </a:lnTo>
                  <a:lnTo>
                    <a:pt x="256" y="2932"/>
                  </a:lnTo>
                  <a:lnTo>
                    <a:pt x="192" y="3271"/>
                  </a:lnTo>
                  <a:lnTo>
                    <a:pt x="131" y="3617"/>
                  </a:lnTo>
                  <a:lnTo>
                    <a:pt x="75" y="3965"/>
                  </a:lnTo>
                  <a:lnTo>
                    <a:pt x="23" y="4308"/>
                  </a:lnTo>
                  <a:lnTo>
                    <a:pt x="23" y="4308"/>
                  </a:lnTo>
                  <a:lnTo>
                    <a:pt x="0" y="4457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8" y="5008"/>
                  </a:lnTo>
                  <a:lnTo>
                    <a:pt x="145" y="5247"/>
                  </a:lnTo>
                  <a:lnTo>
                    <a:pt x="220" y="5489"/>
                  </a:lnTo>
                  <a:lnTo>
                    <a:pt x="220" y="5490"/>
                  </a:lnTo>
                  <a:lnTo>
                    <a:pt x="295" y="5734"/>
                  </a:lnTo>
                  <a:lnTo>
                    <a:pt x="296" y="5738"/>
                  </a:lnTo>
                  <a:lnTo>
                    <a:pt x="362" y="5982"/>
                  </a:lnTo>
                  <a:lnTo>
                    <a:pt x="362" y="5985"/>
                  </a:lnTo>
                  <a:lnTo>
                    <a:pt x="422" y="6224"/>
                  </a:lnTo>
                  <a:lnTo>
                    <a:pt x="483" y="6459"/>
                  </a:lnTo>
                  <a:lnTo>
                    <a:pt x="483" y="6460"/>
                  </a:lnTo>
                  <a:lnTo>
                    <a:pt x="543" y="6695"/>
                  </a:lnTo>
                  <a:lnTo>
                    <a:pt x="544" y="6697"/>
                  </a:lnTo>
                  <a:lnTo>
                    <a:pt x="600" y="6938"/>
                  </a:lnTo>
                  <a:lnTo>
                    <a:pt x="601" y="6941"/>
                  </a:lnTo>
                  <a:lnTo>
                    <a:pt x="653" y="7191"/>
                  </a:lnTo>
                  <a:lnTo>
                    <a:pt x="653" y="7196"/>
                  </a:lnTo>
                  <a:lnTo>
                    <a:pt x="697" y="7460"/>
                  </a:lnTo>
                  <a:lnTo>
                    <a:pt x="698" y="7463"/>
                  </a:lnTo>
                  <a:lnTo>
                    <a:pt x="739" y="7770"/>
                  </a:lnTo>
                  <a:lnTo>
                    <a:pt x="740" y="7772"/>
                  </a:lnTo>
                  <a:lnTo>
                    <a:pt x="783" y="8123"/>
                  </a:lnTo>
                  <a:lnTo>
                    <a:pt x="783" y="8125"/>
                  </a:lnTo>
                  <a:lnTo>
                    <a:pt x="821" y="8486"/>
                  </a:lnTo>
                  <a:lnTo>
                    <a:pt x="821" y="8490"/>
                  </a:lnTo>
                  <a:lnTo>
                    <a:pt x="825" y="8538"/>
                  </a:lnTo>
                  <a:lnTo>
                    <a:pt x="844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8079638" y="1086685"/>
              <a:ext cx="648487" cy="1056548"/>
            </a:xfrm>
            <a:custGeom>
              <a:avLst/>
              <a:gdLst/>
              <a:ahLst/>
              <a:cxnLst/>
              <a:rect l="0" t="0" r="r" b="b"/>
              <a:pathLst>
                <a:path w="2216" h="3727" fill="none">
                  <a:moveTo>
                    <a:pt x="0" y="1756"/>
                  </a:moveTo>
                  <a:lnTo>
                    <a:pt x="581" y="1505"/>
                  </a:lnTo>
                  <a:lnTo>
                    <a:pt x="1297" y="1075"/>
                  </a:lnTo>
                  <a:lnTo>
                    <a:pt x="1700" y="645"/>
                  </a:lnTo>
                </a:path>
                <a:path w="2216" h="3727" fill="none">
                  <a:moveTo>
                    <a:pt x="581" y="1505"/>
                  </a:moveTo>
                  <a:lnTo>
                    <a:pt x="850" y="860"/>
                  </a:lnTo>
                  <a:lnTo>
                    <a:pt x="984" y="143"/>
                  </a:lnTo>
                </a:path>
                <a:path w="2216" h="3727" fill="none">
                  <a:moveTo>
                    <a:pt x="0" y="1756"/>
                  </a:moveTo>
                  <a:lnTo>
                    <a:pt x="850" y="1863"/>
                  </a:lnTo>
                  <a:lnTo>
                    <a:pt x="1745" y="1863"/>
                  </a:lnTo>
                  <a:lnTo>
                    <a:pt x="2192" y="1935"/>
                  </a:lnTo>
                </a:path>
                <a:path w="2216" h="3727" fill="none">
                  <a:moveTo>
                    <a:pt x="850" y="1863"/>
                  </a:moveTo>
                  <a:lnTo>
                    <a:pt x="1476" y="2365"/>
                  </a:lnTo>
                  <a:lnTo>
                    <a:pt x="1968" y="2795"/>
                  </a:lnTo>
                </a:path>
                <a:path w="2216" h="3727" fill="none">
                  <a:moveTo>
                    <a:pt x="0" y="1756"/>
                  </a:moveTo>
                  <a:lnTo>
                    <a:pt x="581" y="2365"/>
                  </a:lnTo>
                  <a:lnTo>
                    <a:pt x="1118" y="3082"/>
                  </a:lnTo>
                  <a:lnTo>
                    <a:pt x="1611" y="3655"/>
                  </a:lnTo>
                </a:path>
                <a:path w="2216" h="3727" fill="none">
                  <a:moveTo>
                    <a:pt x="581" y="2365"/>
                  </a:moveTo>
                  <a:lnTo>
                    <a:pt x="313" y="3082"/>
                  </a:lnTo>
                  <a:lnTo>
                    <a:pt x="581" y="3727"/>
                  </a:lnTo>
                </a:path>
                <a:path w="2216" h="3727" fill="none">
                  <a:moveTo>
                    <a:pt x="1118" y="3082"/>
                  </a:moveTo>
                  <a:lnTo>
                    <a:pt x="1834" y="3440"/>
                  </a:lnTo>
                  <a:lnTo>
                    <a:pt x="2192" y="3655"/>
                  </a:lnTo>
                </a:path>
                <a:path w="2216" h="3727" fill="none">
                  <a:moveTo>
                    <a:pt x="1297" y="1075"/>
                  </a:moveTo>
                  <a:lnTo>
                    <a:pt x="1924" y="1218"/>
                  </a:lnTo>
                  <a:lnTo>
                    <a:pt x="2216" y="1393"/>
                  </a:lnTo>
                </a:path>
                <a:path w="2216" h="3727" fill="none">
                  <a:moveTo>
                    <a:pt x="850" y="860"/>
                  </a:moveTo>
                  <a:lnTo>
                    <a:pt x="1387" y="430"/>
                  </a:lnTo>
                </a:path>
                <a:path w="2216" h="3727" fill="none">
                  <a:moveTo>
                    <a:pt x="1476" y="2365"/>
                  </a:moveTo>
                  <a:lnTo>
                    <a:pt x="1387" y="2867"/>
                  </a:lnTo>
                  <a:lnTo>
                    <a:pt x="1655" y="3368"/>
                  </a:lnTo>
                </a:path>
                <a:path w="2216" h="3727" fill="none">
                  <a:moveTo>
                    <a:pt x="0" y="1756"/>
                  </a:moveTo>
                  <a:lnTo>
                    <a:pt x="134" y="1218"/>
                  </a:lnTo>
                  <a:lnTo>
                    <a:pt x="402" y="645"/>
                  </a:lnTo>
                  <a:lnTo>
                    <a:pt x="581" y="0"/>
                  </a:lnTo>
                </a:path>
                <a:path w="2216" h="3727" fill="none">
                  <a:moveTo>
                    <a:pt x="1745" y="1863"/>
                  </a:moveTo>
                  <a:lnTo>
                    <a:pt x="2013" y="22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8087495" y="1614959"/>
              <a:ext cx="661991" cy="575939"/>
            </a:xfrm>
            <a:custGeom>
              <a:avLst/>
              <a:gdLst/>
              <a:ahLst/>
              <a:cxnLst/>
              <a:rect l="0" t="0" r="r" b="b"/>
              <a:pathLst>
                <a:path w="2262" h="2031" fill="none">
                  <a:moveTo>
                    <a:pt x="2262" y="2031"/>
                  </a:moveTo>
                  <a:lnTo>
                    <a:pt x="2191" y="1960"/>
                  </a:lnTo>
                  <a:lnTo>
                    <a:pt x="2024" y="1793"/>
                  </a:lnTo>
                  <a:lnTo>
                    <a:pt x="1830" y="1598"/>
                  </a:lnTo>
                  <a:lnTo>
                    <a:pt x="1632" y="1399"/>
                  </a:lnTo>
                  <a:lnTo>
                    <a:pt x="1449" y="1218"/>
                  </a:lnTo>
                  <a:lnTo>
                    <a:pt x="1282" y="1050"/>
                  </a:lnTo>
                  <a:lnTo>
                    <a:pt x="1116" y="880"/>
                  </a:lnTo>
                  <a:lnTo>
                    <a:pt x="952" y="716"/>
                  </a:lnTo>
                  <a:lnTo>
                    <a:pt x="794" y="563"/>
                  </a:lnTo>
                  <a:lnTo>
                    <a:pt x="644" y="430"/>
                  </a:lnTo>
                  <a:lnTo>
                    <a:pt x="494" y="314"/>
                  </a:lnTo>
                  <a:lnTo>
                    <a:pt x="344" y="211"/>
                  </a:lnTo>
                  <a:lnTo>
                    <a:pt x="203" y="123"/>
                  </a:lnTo>
                  <a:lnTo>
                    <a:pt x="85" y="52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PleuraVisceralI"/>
          <p:cNvSpPr/>
          <p:nvPr/>
        </p:nvSpPr>
        <p:spPr>
          <a:xfrm>
            <a:off x="8011490" y="941846"/>
            <a:ext cx="772616" cy="1524712"/>
          </a:xfrm>
          <a:custGeom>
            <a:avLst/>
            <a:gdLst/>
            <a:ahLst/>
            <a:cxnLst/>
            <a:rect l="0" t="0" r="r" b="b"/>
            <a:pathLst>
              <a:path w="2640" h="5378" fill="none">
                <a:moveTo>
                  <a:pt x="454" y="4590"/>
                </a:moveTo>
                <a:lnTo>
                  <a:pt x="461" y="4589"/>
                </a:lnTo>
                <a:lnTo>
                  <a:pt x="566" y="4576"/>
                </a:lnTo>
                <a:lnTo>
                  <a:pt x="574" y="4575"/>
                </a:lnTo>
                <a:lnTo>
                  <a:pt x="673" y="4569"/>
                </a:lnTo>
                <a:lnTo>
                  <a:pt x="679" y="4569"/>
                </a:lnTo>
                <a:lnTo>
                  <a:pt x="782" y="4568"/>
                </a:lnTo>
                <a:lnTo>
                  <a:pt x="789" y="4568"/>
                </a:lnTo>
                <a:lnTo>
                  <a:pt x="894" y="4573"/>
                </a:lnTo>
                <a:lnTo>
                  <a:pt x="902" y="4574"/>
                </a:lnTo>
                <a:lnTo>
                  <a:pt x="1008" y="4585"/>
                </a:lnTo>
                <a:lnTo>
                  <a:pt x="1016" y="4587"/>
                </a:lnTo>
                <a:lnTo>
                  <a:pt x="1123" y="4606"/>
                </a:lnTo>
                <a:lnTo>
                  <a:pt x="1132" y="4608"/>
                </a:lnTo>
                <a:lnTo>
                  <a:pt x="1238" y="4636"/>
                </a:lnTo>
                <a:lnTo>
                  <a:pt x="1248" y="4639"/>
                </a:lnTo>
                <a:lnTo>
                  <a:pt x="1357" y="4677"/>
                </a:lnTo>
                <a:lnTo>
                  <a:pt x="1364" y="4680"/>
                </a:lnTo>
                <a:lnTo>
                  <a:pt x="1477" y="4729"/>
                </a:lnTo>
                <a:lnTo>
                  <a:pt x="1482" y="4731"/>
                </a:lnTo>
                <a:lnTo>
                  <a:pt x="1596" y="4788"/>
                </a:lnTo>
                <a:lnTo>
                  <a:pt x="1600" y="4790"/>
                </a:lnTo>
                <a:lnTo>
                  <a:pt x="1710" y="4851"/>
                </a:lnTo>
                <a:lnTo>
                  <a:pt x="1713" y="4853"/>
                </a:lnTo>
                <a:lnTo>
                  <a:pt x="1817" y="4916"/>
                </a:lnTo>
                <a:lnTo>
                  <a:pt x="1820" y="4918"/>
                </a:lnTo>
                <a:lnTo>
                  <a:pt x="1915" y="4979"/>
                </a:lnTo>
                <a:lnTo>
                  <a:pt x="1921" y="4984"/>
                </a:lnTo>
                <a:lnTo>
                  <a:pt x="2006" y="5049"/>
                </a:lnTo>
                <a:lnTo>
                  <a:pt x="2012" y="5055"/>
                </a:lnTo>
                <a:lnTo>
                  <a:pt x="2091" y="5128"/>
                </a:lnTo>
                <a:lnTo>
                  <a:pt x="2094" y="5131"/>
                </a:lnTo>
                <a:lnTo>
                  <a:pt x="2166" y="5206"/>
                </a:lnTo>
                <a:lnTo>
                  <a:pt x="2167" y="5208"/>
                </a:lnTo>
                <a:lnTo>
                  <a:pt x="2232" y="5277"/>
                </a:lnTo>
                <a:lnTo>
                  <a:pt x="2287" y="5333"/>
                </a:lnTo>
                <a:lnTo>
                  <a:pt x="2331" y="5370"/>
                </a:lnTo>
                <a:lnTo>
                  <a:pt x="2344" y="5378"/>
                </a:lnTo>
                <a:lnTo>
                  <a:pt x="2356" y="5357"/>
                </a:lnTo>
                <a:lnTo>
                  <a:pt x="2375" y="5306"/>
                </a:lnTo>
                <a:lnTo>
                  <a:pt x="2395" y="5241"/>
                </a:lnTo>
                <a:lnTo>
                  <a:pt x="2415" y="5164"/>
                </a:lnTo>
                <a:lnTo>
                  <a:pt x="2434" y="5078"/>
                </a:lnTo>
                <a:lnTo>
                  <a:pt x="2453" y="4985"/>
                </a:lnTo>
                <a:lnTo>
                  <a:pt x="2472" y="4882"/>
                </a:lnTo>
                <a:lnTo>
                  <a:pt x="2491" y="4767"/>
                </a:lnTo>
                <a:lnTo>
                  <a:pt x="2510" y="4642"/>
                </a:lnTo>
                <a:lnTo>
                  <a:pt x="2527" y="4514"/>
                </a:lnTo>
                <a:lnTo>
                  <a:pt x="2544" y="4387"/>
                </a:lnTo>
                <a:lnTo>
                  <a:pt x="2560" y="4266"/>
                </a:lnTo>
                <a:lnTo>
                  <a:pt x="2575" y="4150"/>
                </a:lnTo>
                <a:lnTo>
                  <a:pt x="2589" y="4037"/>
                </a:lnTo>
                <a:lnTo>
                  <a:pt x="2602" y="3926"/>
                </a:lnTo>
                <a:lnTo>
                  <a:pt x="2614" y="3815"/>
                </a:lnTo>
                <a:lnTo>
                  <a:pt x="2624" y="3703"/>
                </a:lnTo>
                <a:lnTo>
                  <a:pt x="2631" y="3589"/>
                </a:lnTo>
                <a:lnTo>
                  <a:pt x="2636" y="3473"/>
                </a:lnTo>
                <a:lnTo>
                  <a:pt x="2639" y="3355"/>
                </a:lnTo>
                <a:lnTo>
                  <a:pt x="2640" y="3236"/>
                </a:lnTo>
                <a:lnTo>
                  <a:pt x="2639" y="3117"/>
                </a:lnTo>
                <a:lnTo>
                  <a:pt x="2636" y="2998"/>
                </a:lnTo>
                <a:lnTo>
                  <a:pt x="2631" y="2879"/>
                </a:lnTo>
                <a:lnTo>
                  <a:pt x="2624" y="2760"/>
                </a:lnTo>
                <a:lnTo>
                  <a:pt x="2616" y="2641"/>
                </a:lnTo>
                <a:lnTo>
                  <a:pt x="2606" y="2521"/>
                </a:lnTo>
                <a:lnTo>
                  <a:pt x="2593" y="2403"/>
                </a:lnTo>
                <a:lnTo>
                  <a:pt x="2578" y="2285"/>
                </a:lnTo>
                <a:lnTo>
                  <a:pt x="2560" y="2169"/>
                </a:lnTo>
                <a:lnTo>
                  <a:pt x="2540" y="2054"/>
                </a:lnTo>
                <a:lnTo>
                  <a:pt x="2518" y="1939"/>
                </a:lnTo>
                <a:lnTo>
                  <a:pt x="2493" y="1825"/>
                </a:lnTo>
                <a:lnTo>
                  <a:pt x="2465" y="1714"/>
                </a:lnTo>
                <a:lnTo>
                  <a:pt x="2435" y="1604"/>
                </a:lnTo>
                <a:lnTo>
                  <a:pt x="2402" y="1499"/>
                </a:lnTo>
                <a:lnTo>
                  <a:pt x="2365" y="1395"/>
                </a:lnTo>
                <a:lnTo>
                  <a:pt x="2325" y="1294"/>
                </a:lnTo>
                <a:lnTo>
                  <a:pt x="2282" y="1194"/>
                </a:lnTo>
                <a:lnTo>
                  <a:pt x="2237" y="1098"/>
                </a:lnTo>
                <a:lnTo>
                  <a:pt x="2189" y="1006"/>
                </a:lnTo>
                <a:lnTo>
                  <a:pt x="2139" y="917"/>
                </a:lnTo>
                <a:lnTo>
                  <a:pt x="2087" y="831"/>
                </a:lnTo>
                <a:lnTo>
                  <a:pt x="2033" y="749"/>
                </a:lnTo>
                <a:lnTo>
                  <a:pt x="1976" y="671"/>
                </a:lnTo>
                <a:lnTo>
                  <a:pt x="1917" y="596"/>
                </a:lnTo>
                <a:lnTo>
                  <a:pt x="1856" y="526"/>
                </a:lnTo>
                <a:lnTo>
                  <a:pt x="1793" y="459"/>
                </a:lnTo>
                <a:lnTo>
                  <a:pt x="1728" y="397"/>
                </a:lnTo>
                <a:lnTo>
                  <a:pt x="1659" y="338"/>
                </a:lnTo>
                <a:lnTo>
                  <a:pt x="1589" y="284"/>
                </a:lnTo>
                <a:lnTo>
                  <a:pt x="1517" y="233"/>
                </a:lnTo>
                <a:lnTo>
                  <a:pt x="1443" y="187"/>
                </a:lnTo>
                <a:lnTo>
                  <a:pt x="1370" y="147"/>
                </a:lnTo>
                <a:lnTo>
                  <a:pt x="1293" y="111"/>
                </a:lnTo>
                <a:lnTo>
                  <a:pt x="1210" y="78"/>
                </a:lnTo>
                <a:lnTo>
                  <a:pt x="1126" y="49"/>
                </a:lnTo>
                <a:lnTo>
                  <a:pt x="1045" y="26"/>
                </a:lnTo>
                <a:lnTo>
                  <a:pt x="972" y="10"/>
                </a:lnTo>
                <a:lnTo>
                  <a:pt x="911" y="1"/>
                </a:lnTo>
                <a:lnTo>
                  <a:pt x="864" y="0"/>
                </a:lnTo>
                <a:lnTo>
                  <a:pt x="828" y="3"/>
                </a:lnTo>
                <a:lnTo>
                  <a:pt x="798" y="10"/>
                </a:lnTo>
                <a:lnTo>
                  <a:pt x="769" y="22"/>
                </a:lnTo>
                <a:lnTo>
                  <a:pt x="738" y="40"/>
                </a:lnTo>
                <a:lnTo>
                  <a:pt x="704" y="65"/>
                </a:lnTo>
                <a:lnTo>
                  <a:pt x="672" y="93"/>
                </a:lnTo>
                <a:lnTo>
                  <a:pt x="641" y="127"/>
                </a:lnTo>
                <a:lnTo>
                  <a:pt x="610" y="167"/>
                </a:lnTo>
                <a:lnTo>
                  <a:pt x="579" y="216"/>
                </a:lnTo>
                <a:lnTo>
                  <a:pt x="547" y="273"/>
                </a:lnTo>
                <a:lnTo>
                  <a:pt x="533" y="298"/>
                </a:lnTo>
                <a:lnTo>
                  <a:pt x="510" y="349"/>
                </a:lnTo>
                <a:lnTo>
                  <a:pt x="470" y="444"/>
                </a:lnTo>
                <a:lnTo>
                  <a:pt x="428" y="551"/>
                </a:lnTo>
                <a:lnTo>
                  <a:pt x="383" y="671"/>
                </a:lnTo>
                <a:lnTo>
                  <a:pt x="338" y="801"/>
                </a:lnTo>
                <a:lnTo>
                  <a:pt x="294" y="940"/>
                </a:lnTo>
                <a:lnTo>
                  <a:pt x="251" y="1086"/>
                </a:lnTo>
                <a:lnTo>
                  <a:pt x="212" y="1240"/>
                </a:lnTo>
                <a:lnTo>
                  <a:pt x="174" y="1402"/>
                </a:lnTo>
                <a:lnTo>
                  <a:pt x="138" y="1577"/>
                </a:lnTo>
                <a:lnTo>
                  <a:pt x="103" y="1759"/>
                </a:lnTo>
                <a:lnTo>
                  <a:pt x="70" y="1946"/>
                </a:lnTo>
                <a:lnTo>
                  <a:pt x="40" y="2133"/>
                </a:lnTo>
                <a:lnTo>
                  <a:pt x="12" y="2317"/>
                </a:lnTo>
                <a:lnTo>
                  <a:pt x="12" y="2317"/>
                </a:lnTo>
                <a:lnTo>
                  <a:pt x="0" y="2397"/>
                </a:lnTo>
                <a:lnTo>
                  <a:pt x="0" y="2442"/>
                </a:lnTo>
                <a:lnTo>
                  <a:pt x="14" y="2567"/>
                </a:lnTo>
                <a:lnTo>
                  <a:pt x="42" y="2693"/>
                </a:lnTo>
                <a:lnTo>
                  <a:pt x="78" y="2822"/>
                </a:lnTo>
                <a:lnTo>
                  <a:pt x="118" y="2952"/>
                </a:lnTo>
                <a:lnTo>
                  <a:pt x="118" y="2953"/>
                </a:lnTo>
                <a:lnTo>
                  <a:pt x="158" y="3084"/>
                </a:lnTo>
                <a:lnTo>
                  <a:pt x="159" y="3086"/>
                </a:lnTo>
                <a:lnTo>
                  <a:pt x="194" y="3218"/>
                </a:lnTo>
                <a:lnTo>
                  <a:pt x="195" y="3219"/>
                </a:lnTo>
                <a:lnTo>
                  <a:pt x="227" y="3348"/>
                </a:lnTo>
                <a:lnTo>
                  <a:pt x="260" y="3474"/>
                </a:lnTo>
                <a:lnTo>
                  <a:pt x="260" y="3474"/>
                </a:lnTo>
                <a:lnTo>
                  <a:pt x="292" y="3601"/>
                </a:lnTo>
                <a:lnTo>
                  <a:pt x="292" y="3602"/>
                </a:lnTo>
                <a:lnTo>
                  <a:pt x="323" y="3731"/>
                </a:lnTo>
                <a:lnTo>
                  <a:pt x="323" y="3733"/>
                </a:lnTo>
                <a:lnTo>
                  <a:pt x="351" y="3868"/>
                </a:lnTo>
                <a:lnTo>
                  <a:pt x="351" y="3870"/>
                </a:lnTo>
                <a:lnTo>
                  <a:pt x="375" y="4012"/>
                </a:lnTo>
                <a:lnTo>
                  <a:pt x="375" y="4014"/>
                </a:lnTo>
                <a:lnTo>
                  <a:pt x="398" y="4179"/>
                </a:lnTo>
                <a:lnTo>
                  <a:pt x="398" y="4180"/>
                </a:lnTo>
                <a:lnTo>
                  <a:pt x="421" y="4369"/>
                </a:lnTo>
                <a:lnTo>
                  <a:pt x="421" y="4370"/>
                </a:lnTo>
                <a:lnTo>
                  <a:pt x="441" y="4564"/>
                </a:lnTo>
                <a:lnTo>
                  <a:pt x="441" y="4566"/>
                </a:lnTo>
                <a:lnTo>
                  <a:pt x="443" y="4592"/>
                </a:lnTo>
                <a:lnTo>
                  <a:pt x="454" y="459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PleuraParietalD"/>
          <p:cNvSpPr/>
          <p:nvPr/>
        </p:nvSpPr>
        <p:spPr>
          <a:xfrm>
            <a:off x="6645859" y="910582"/>
            <a:ext cx="991291" cy="213006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PleuraParietalI"/>
          <p:cNvSpPr/>
          <p:nvPr/>
        </p:nvSpPr>
        <p:spPr>
          <a:xfrm>
            <a:off x="7971197" y="910582"/>
            <a:ext cx="927743" cy="2198093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VenaCavaSup"/>
          <p:cNvSpPr/>
          <p:nvPr/>
        </p:nvSpPr>
        <p:spPr>
          <a:xfrm>
            <a:off x="7599773" y="1157046"/>
            <a:ext cx="128701" cy="98079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VenaCavaInf"/>
          <p:cNvSpPr/>
          <p:nvPr/>
        </p:nvSpPr>
        <p:spPr>
          <a:xfrm>
            <a:off x="7626120" y="2730053"/>
            <a:ext cx="128709" cy="45642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Corazon"/>
          <p:cNvGrpSpPr/>
          <p:nvPr/>
        </p:nvGrpSpPr>
        <p:grpSpPr>
          <a:xfrm>
            <a:off x="7562505" y="1975261"/>
            <a:ext cx="918182" cy="946902"/>
            <a:chOff x="7562505" y="1975261"/>
            <a:chExt cx="918182" cy="946902"/>
          </a:xfrm>
        </p:grpSpPr>
        <p:sp>
          <p:nvSpPr>
            <p:cNvPr id="39" name="Forma 38"/>
            <p:cNvSpPr/>
            <p:nvPr/>
          </p:nvSpPr>
          <p:spPr>
            <a:xfrm>
              <a:off x="7562505" y="1975261"/>
              <a:ext cx="918182" cy="9469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8042185" y="2044876"/>
              <a:ext cx="224430" cy="842909"/>
            </a:xfrm>
            <a:custGeom>
              <a:avLst/>
              <a:gdLst/>
              <a:ahLst/>
              <a:cxnLst/>
              <a:rect l="0" t="0" r="r" b="b"/>
              <a:pathLst>
                <a:path w="766" h="2973" fill="none">
                  <a:moveTo>
                    <a:pt x="176" y="0"/>
                  </a:moveTo>
                  <a:lnTo>
                    <a:pt x="145" y="146"/>
                  </a:lnTo>
                  <a:lnTo>
                    <a:pt x="96" y="351"/>
                  </a:lnTo>
                  <a:lnTo>
                    <a:pt x="45" y="592"/>
                  </a:lnTo>
                  <a:lnTo>
                    <a:pt x="8" y="845"/>
                  </a:lnTo>
                  <a:lnTo>
                    <a:pt x="0" y="1085"/>
                  </a:lnTo>
                  <a:lnTo>
                    <a:pt x="25" y="1323"/>
                  </a:lnTo>
                  <a:lnTo>
                    <a:pt x="75" y="1573"/>
                  </a:lnTo>
                  <a:lnTo>
                    <a:pt x="141" y="1823"/>
                  </a:lnTo>
                  <a:lnTo>
                    <a:pt x="217" y="2058"/>
                  </a:lnTo>
                  <a:lnTo>
                    <a:pt x="295" y="2265"/>
                  </a:lnTo>
                  <a:lnTo>
                    <a:pt x="385" y="2448"/>
                  </a:lnTo>
                  <a:lnTo>
                    <a:pt x="493" y="2616"/>
                  </a:lnTo>
                  <a:lnTo>
                    <a:pt x="603" y="2764"/>
                  </a:lnTo>
                  <a:lnTo>
                    <a:pt x="699" y="2884"/>
                  </a:lnTo>
                  <a:lnTo>
                    <a:pt x="766" y="2973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Diafragma"/>
          <p:cNvSpPr/>
          <p:nvPr/>
        </p:nvSpPr>
        <p:spPr>
          <a:xfrm>
            <a:off x="6704386" y="2708842"/>
            <a:ext cx="2136028" cy="47286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Clavículas"/>
          <p:cNvGrpSpPr/>
          <p:nvPr/>
        </p:nvGrpSpPr>
        <p:grpSpPr>
          <a:xfrm>
            <a:off x="6894576" y="775411"/>
            <a:ext cx="1755648" cy="113386"/>
            <a:chOff x="6894576" y="775411"/>
            <a:chExt cx="1755648" cy="113386"/>
          </a:xfrm>
        </p:grpSpPr>
        <p:sp>
          <p:nvSpPr>
            <p:cNvPr id="43" name="Forma 42"/>
            <p:cNvSpPr/>
            <p:nvPr/>
          </p:nvSpPr>
          <p:spPr>
            <a:xfrm>
              <a:off x="6894576" y="77541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6894576" y="77541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5" name="!!ParedToracica"/>
          <p:cNvSpPr/>
          <p:nvPr/>
        </p:nvSpPr>
        <p:spPr>
          <a:xfrm>
            <a:off x="9224264" y="435254"/>
            <a:ext cx="2765552" cy="3061411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EspacioPleuralD"/>
          <p:cNvSpPr/>
          <p:nvPr/>
        </p:nvSpPr>
        <p:spPr>
          <a:xfrm>
            <a:off x="9576816" y="670457"/>
            <a:ext cx="1441704" cy="1132773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sp>
        <p:nvSpPr>
          <p:cNvPr id="47" name="!!LiquidoPleuralD"/>
          <p:cNvSpPr/>
          <p:nvPr/>
        </p:nvSpPr>
        <p:spPr>
          <a:xfrm>
            <a:off x="9576928" y="1455725"/>
            <a:ext cx="1441592" cy="347506"/>
          </a:xfrm>
          <a:custGeom>
            <a:avLst/>
            <a:gdLst/>
            <a:ahLst/>
            <a:cxnLst/>
            <a:rect l="0" t="0" r="r" b="b"/>
            <a:pathLst>
              <a:path w="10000" h="2332">
                <a:moveTo>
                  <a:pt x="62" y="1077"/>
                </a:moveTo>
                <a:lnTo>
                  <a:pt x="157" y="1546"/>
                </a:lnTo>
                <a:lnTo>
                  <a:pt x="295" y="1902"/>
                </a:lnTo>
                <a:lnTo>
                  <a:pt x="470" y="2131"/>
                </a:lnTo>
                <a:lnTo>
                  <a:pt x="682" y="2265"/>
                </a:lnTo>
                <a:lnTo>
                  <a:pt x="937" y="2324"/>
                </a:lnTo>
                <a:lnTo>
                  <a:pt x="1239" y="2332"/>
                </a:lnTo>
                <a:lnTo>
                  <a:pt x="1594" y="2310"/>
                </a:lnTo>
                <a:lnTo>
                  <a:pt x="2007" y="2282"/>
                </a:lnTo>
                <a:lnTo>
                  <a:pt x="2502" y="2221"/>
                </a:lnTo>
                <a:lnTo>
                  <a:pt x="3079" y="2103"/>
                </a:lnTo>
                <a:lnTo>
                  <a:pt x="3708" y="1955"/>
                </a:lnTo>
                <a:lnTo>
                  <a:pt x="4361" y="1807"/>
                </a:lnTo>
                <a:lnTo>
                  <a:pt x="5009" y="1684"/>
                </a:lnTo>
                <a:lnTo>
                  <a:pt x="5623" y="1616"/>
                </a:lnTo>
                <a:lnTo>
                  <a:pt x="6233" y="1632"/>
                </a:lnTo>
                <a:lnTo>
                  <a:pt x="6870" y="1715"/>
                </a:lnTo>
                <a:lnTo>
                  <a:pt x="7502" y="1824"/>
                </a:lnTo>
                <a:lnTo>
                  <a:pt x="8097" y="1919"/>
                </a:lnTo>
                <a:lnTo>
                  <a:pt x="8623" y="1959"/>
                </a:lnTo>
                <a:lnTo>
                  <a:pt x="9048" y="1902"/>
                </a:lnTo>
                <a:lnTo>
                  <a:pt x="9370" y="1745"/>
                </a:lnTo>
                <a:lnTo>
                  <a:pt x="9612" y="1521"/>
                </a:lnTo>
                <a:lnTo>
                  <a:pt x="9785" y="1242"/>
                </a:lnTo>
                <a:lnTo>
                  <a:pt x="9901" y="919"/>
                </a:lnTo>
                <a:lnTo>
                  <a:pt x="9969" y="564"/>
                </a:lnTo>
                <a:lnTo>
                  <a:pt x="10000" y="190"/>
                </a:lnTo>
                <a:lnTo>
                  <a:pt x="9992" y="0"/>
                </a:lnTo>
                <a:lnTo>
                  <a:pt x="9108" y="0"/>
                </a:lnTo>
                <a:lnTo>
                  <a:pt x="8982" y="77"/>
                </a:lnTo>
                <a:lnTo>
                  <a:pt x="8724" y="161"/>
                </a:lnTo>
                <a:lnTo>
                  <a:pt x="8372" y="190"/>
                </a:lnTo>
                <a:lnTo>
                  <a:pt x="7916" y="158"/>
                </a:lnTo>
                <a:lnTo>
                  <a:pt x="7383" y="89"/>
                </a:lnTo>
                <a:lnTo>
                  <a:pt x="6807" y="10"/>
                </a:lnTo>
                <a:lnTo>
                  <a:pt x="6801" y="9"/>
                </a:lnTo>
                <a:lnTo>
                  <a:pt x="6708" y="0"/>
                </a:lnTo>
                <a:lnTo>
                  <a:pt x="4904" y="0"/>
                </a:lnTo>
                <a:lnTo>
                  <a:pt x="4381" y="71"/>
                </a:lnTo>
                <a:lnTo>
                  <a:pt x="4376" y="72"/>
                </a:lnTo>
                <a:lnTo>
                  <a:pt x="3736" y="178"/>
                </a:lnTo>
                <a:lnTo>
                  <a:pt x="3735" y="178"/>
                </a:lnTo>
                <a:lnTo>
                  <a:pt x="3118" y="283"/>
                </a:lnTo>
                <a:lnTo>
                  <a:pt x="2560" y="367"/>
                </a:lnTo>
                <a:lnTo>
                  <a:pt x="2088" y="411"/>
                </a:lnTo>
                <a:lnTo>
                  <a:pt x="1695" y="432"/>
                </a:lnTo>
                <a:lnTo>
                  <a:pt x="1363" y="448"/>
                </a:lnTo>
                <a:lnTo>
                  <a:pt x="1097" y="444"/>
                </a:lnTo>
                <a:lnTo>
                  <a:pt x="897" y="411"/>
                </a:lnTo>
                <a:lnTo>
                  <a:pt x="746" y="342"/>
                </a:lnTo>
                <a:lnTo>
                  <a:pt x="619" y="217"/>
                </a:lnTo>
                <a:lnTo>
                  <a:pt x="513" y="5"/>
                </a:lnTo>
                <a:lnTo>
                  <a:pt x="512" y="0"/>
                </a:lnTo>
                <a:lnTo>
                  <a:pt x="0" y="0"/>
                </a:lnTo>
                <a:lnTo>
                  <a:pt x="9" y="535"/>
                </a:lnTo>
                <a:lnTo>
                  <a:pt x="62" y="107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19050" cap="rnd">
            <a:solidFill>
              <a:srgbClr val="4A7890"/>
            </a:solidFill>
            <a:round/>
          </a:ln>
        </p:spPr>
      </p:sp>
      <p:grpSp>
        <p:nvGrpSpPr>
          <p:cNvPr id="48" name="!!PulmonDerecho"/>
          <p:cNvGrpSpPr/>
          <p:nvPr/>
        </p:nvGrpSpPr>
        <p:grpSpPr>
          <a:xfrm>
            <a:off x="9636301" y="752184"/>
            <a:ext cx="1310857" cy="770385"/>
            <a:chOff x="9636301" y="752184"/>
            <a:chExt cx="1310857" cy="770385"/>
          </a:xfrm>
        </p:grpSpPr>
        <p:sp>
          <p:nvSpPr>
            <p:cNvPr id="49" name="Forma 48"/>
            <p:cNvSpPr/>
            <p:nvPr/>
          </p:nvSpPr>
          <p:spPr>
            <a:xfrm>
              <a:off x="9636301" y="752184"/>
              <a:ext cx="1310857" cy="770385"/>
            </a:xfrm>
            <a:custGeom>
              <a:avLst/>
              <a:gdLst/>
              <a:ahLst/>
              <a:cxnLst/>
              <a:rect l="0" t="0" r="r" b="b"/>
              <a:pathLst>
                <a:path w="10000" h="5687">
                  <a:moveTo>
                    <a:pt x="3868" y="30"/>
                  </a:moveTo>
                  <a:lnTo>
                    <a:pt x="3381" y="97"/>
                  </a:lnTo>
                  <a:lnTo>
                    <a:pt x="2931" y="199"/>
                  </a:lnTo>
                  <a:lnTo>
                    <a:pt x="2517" y="337"/>
                  </a:lnTo>
                  <a:lnTo>
                    <a:pt x="2135" y="511"/>
                  </a:lnTo>
                  <a:lnTo>
                    <a:pt x="1783" y="721"/>
                  </a:lnTo>
                  <a:lnTo>
                    <a:pt x="1461" y="967"/>
                  </a:lnTo>
                  <a:lnTo>
                    <a:pt x="1164" y="1265"/>
                  </a:lnTo>
                  <a:lnTo>
                    <a:pt x="891" y="1621"/>
                  </a:lnTo>
                  <a:lnTo>
                    <a:pt x="646" y="2017"/>
                  </a:lnTo>
                  <a:lnTo>
                    <a:pt x="436" y="2433"/>
                  </a:lnTo>
                  <a:lnTo>
                    <a:pt x="266" y="2847"/>
                  </a:lnTo>
                  <a:lnTo>
                    <a:pt x="140" y="3240"/>
                  </a:lnTo>
                  <a:lnTo>
                    <a:pt x="55" y="3637"/>
                  </a:lnTo>
                  <a:lnTo>
                    <a:pt x="8" y="4060"/>
                  </a:lnTo>
                  <a:lnTo>
                    <a:pt x="0" y="4481"/>
                  </a:lnTo>
                  <a:lnTo>
                    <a:pt x="34" y="4871"/>
                  </a:lnTo>
                  <a:lnTo>
                    <a:pt x="111" y="5199"/>
                  </a:lnTo>
                  <a:lnTo>
                    <a:pt x="227" y="5433"/>
                  </a:lnTo>
                  <a:lnTo>
                    <a:pt x="367" y="5570"/>
                  </a:lnTo>
                  <a:lnTo>
                    <a:pt x="533" y="5646"/>
                  </a:lnTo>
                  <a:lnTo>
                    <a:pt x="753" y="5682"/>
                  </a:lnTo>
                  <a:lnTo>
                    <a:pt x="1046" y="5687"/>
                  </a:lnTo>
                  <a:lnTo>
                    <a:pt x="1412" y="5669"/>
                  </a:lnTo>
                  <a:lnTo>
                    <a:pt x="1844" y="5646"/>
                  </a:lnTo>
                  <a:lnTo>
                    <a:pt x="2362" y="5597"/>
                  </a:lnTo>
                  <a:lnTo>
                    <a:pt x="2977" y="5505"/>
                  </a:lnTo>
                  <a:lnTo>
                    <a:pt x="3655" y="5389"/>
                  </a:lnTo>
                  <a:lnTo>
                    <a:pt x="3656" y="5389"/>
                  </a:lnTo>
                  <a:lnTo>
                    <a:pt x="4359" y="5273"/>
                  </a:lnTo>
                  <a:lnTo>
                    <a:pt x="4365" y="5272"/>
                  </a:lnTo>
                  <a:lnTo>
                    <a:pt x="5056" y="5177"/>
                  </a:lnTo>
                  <a:lnTo>
                    <a:pt x="5068" y="5176"/>
                  </a:lnTo>
                  <a:lnTo>
                    <a:pt x="5714" y="5124"/>
                  </a:lnTo>
                  <a:lnTo>
                    <a:pt x="5735" y="5123"/>
                  </a:lnTo>
                  <a:lnTo>
                    <a:pt x="6364" y="5137"/>
                  </a:lnTo>
                  <a:lnTo>
                    <a:pt x="6381" y="5138"/>
                  </a:lnTo>
                  <a:lnTo>
                    <a:pt x="7026" y="5203"/>
                  </a:lnTo>
                  <a:lnTo>
                    <a:pt x="7033" y="5204"/>
                  </a:lnTo>
                  <a:lnTo>
                    <a:pt x="7666" y="5291"/>
                  </a:lnTo>
                  <a:lnTo>
                    <a:pt x="8252" y="5368"/>
                  </a:lnTo>
                  <a:lnTo>
                    <a:pt x="8755" y="5403"/>
                  </a:lnTo>
                  <a:lnTo>
                    <a:pt x="9142" y="5371"/>
                  </a:lnTo>
                  <a:lnTo>
                    <a:pt x="9425" y="5278"/>
                  </a:lnTo>
                  <a:lnTo>
                    <a:pt x="9638" y="5147"/>
                  </a:lnTo>
                  <a:lnTo>
                    <a:pt x="9792" y="4981"/>
                  </a:lnTo>
                  <a:lnTo>
                    <a:pt x="9901" y="4776"/>
                  </a:lnTo>
                  <a:lnTo>
                    <a:pt x="9968" y="4537"/>
                  </a:lnTo>
                  <a:lnTo>
                    <a:pt x="10000" y="4271"/>
                  </a:lnTo>
                  <a:lnTo>
                    <a:pt x="9985" y="3961"/>
                  </a:lnTo>
                  <a:lnTo>
                    <a:pt x="9912" y="3595"/>
                  </a:lnTo>
                  <a:lnTo>
                    <a:pt x="9791" y="3197"/>
                  </a:lnTo>
                  <a:lnTo>
                    <a:pt x="9632" y="2790"/>
                  </a:lnTo>
                  <a:lnTo>
                    <a:pt x="9445" y="2399"/>
                  </a:lnTo>
                  <a:lnTo>
                    <a:pt x="9242" y="2045"/>
                  </a:lnTo>
                  <a:lnTo>
                    <a:pt x="9029" y="1716"/>
                  </a:lnTo>
                  <a:lnTo>
                    <a:pt x="8804" y="1393"/>
                  </a:lnTo>
                  <a:lnTo>
                    <a:pt x="8555" y="1090"/>
                  </a:lnTo>
                  <a:lnTo>
                    <a:pt x="8270" y="817"/>
                  </a:lnTo>
                  <a:lnTo>
                    <a:pt x="7937" y="582"/>
                  </a:lnTo>
                  <a:lnTo>
                    <a:pt x="7540" y="393"/>
                  </a:lnTo>
                  <a:lnTo>
                    <a:pt x="7037" y="245"/>
                  </a:lnTo>
                  <a:lnTo>
                    <a:pt x="6427" y="129"/>
                  </a:lnTo>
                  <a:lnTo>
                    <a:pt x="5757" y="49"/>
                  </a:lnTo>
                  <a:lnTo>
                    <a:pt x="5076" y="6"/>
                  </a:lnTo>
                  <a:lnTo>
                    <a:pt x="4430" y="0"/>
                  </a:lnTo>
                  <a:lnTo>
                    <a:pt x="3868" y="30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50" name="!!PleuraParietalD"/>
          <p:cNvSpPr/>
          <p:nvPr/>
        </p:nvSpPr>
        <p:spPr>
          <a:xfrm>
            <a:off x="9576816" y="670457"/>
            <a:ext cx="1441704" cy="1132773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51" name="!!Diafragma"/>
          <p:cNvSpPr/>
          <p:nvPr/>
        </p:nvSpPr>
        <p:spPr>
          <a:xfrm>
            <a:off x="9482382" y="1625876"/>
            <a:ext cx="2276788" cy="311723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52" name="!!Ascitis"/>
          <p:cNvSpPr/>
          <p:nvPr/>
        </p:nvSpPr>
        <p:spPr>
          <a:xfrm>
            <a:off x="9413975" y="2575408"/>
            <a:ext cx="2386130" cy="753837"/>
          </a:xfrm>
          <a:custGeom>
            <a:avLst/>
            <a:gdLst/>
            <a:ahLst/>
            <a:cxnLst/>
            <a:rect l="0" t="0" r="r" b="b"/>
            <a:pathLst>
              <a:path w="10000" h="3057">
                <a:moveTo>
                  <a:pt x="3" y="28"/>
                </a:moveTo>
                <a:lnTo>
                  <a:pt x="56" y="517"/>
                </a:lnTo>
                <a:lnTo>
                  <a:pt x="58" y="964"/>
                </a:lnTo>
                <a:lnTo>
                  <a:pt x="43" y="1413"/>
                </a:lnTo>
                <a:lnTo>
                  <a:pt x="52" y="1842"/>
                </a:lnTo>
                <a:lnTo>
                  <a:pt x="126" y="2233"/>
                </a:lnTo>
                <a:lnTo>
                  <a:pt x="306" y="2564"/>
                </a:lnTo>
                <a:lnTo>
                  <a:pt x="631" y="2816"/>
                </a:lnTo>
                <a:lnTo>
                  <a:pt x="1139" y="2972"/>
                </a:lnTo>
                <a:lnTo>
                  <a:pt x="1806" y="3044"/>
                </a:lnTo>
                <a:lnTo>
                  <a:pt x="2578" y="3057"/>
                </a:lnTo>
                <a:lnTo>
                  <a:pt x="3403" y="3035"/>
                </a:lnTo>
                <a:lnTo>
                  <a:pt x="4227" y="3004"/>
                </a:lnTo>
                <a:lnTo>
                  <a:pt x="4999" y="2988"/>
                </a:lnTo>
                <a:lnTo>
                  <a:pt x="5772" y="3004"/>
                </a:lnTo>
                <a:lnTo>
                  <a:pt x="6596" y="3035"/>
                </a:lnTo>
                <a:lnTo>
                  <a:pt x="7421" y="3057"/>
                </a:lnTo>
                <a:lnTo>
                  <a:pt x="8193" y="3044"/>
                </a:lnTo>
                <a:lnTo>
                  <a:pt x="8860" y="2972"/>
                </a:lnTo>
                <a:lnTo>
                  <a:pt x="9368" y="2816"/>
                </a:lnTo>
                <a:lnTo>
                  <a:pt x="9693" y="2564"/>
                </a:lnTo>
                <a:lnTo>
                  <a:pt x="9873" y="2233"/>
                </a:lnTo>
                <a:lnTo>
                  <a:pt x="9947" y="1842"/>
                </a:lnTo>
                <a:lnTo>
                  <a:pt x="9956" y="1413"/>
                </a:lnTo>
                <a:lnTo>
                  <a:pt x="9941" y="964"/>
                </a:lnTo>
                <a:lnTo>
                  <a:pt x="9943" y="517"/>
                </a:lnTo>
                <a:lnTo>
                  <a:pt x="9996" y="28"/>
                </a:lnTo>
                <a:lnTo>
                  <a:pt x="10000" y="0"/>
                </a:lnTo>
                <a:lnTo>
                  <a:pt x="0" y="0"/>
                </a:lnTo>
                <a:lnTo>
                  <a:pt x="3" y="28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53" name="!!Higado"/>
          <p:cNvSpPr/>
          <p:nvPr/>
        </p:nvSpPr>
        <p:spPr>
          <a:xfrm>
            <a:off x="9549384" y="1823473"/>
            <a:ext cx="1935480" cy="825884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54" name="!!Intestino"/>
          <p:cNvSpPr/>
          <p:nvPr/>
        </p:nvSpPr>
        <p:spPr>
          <a:xfrm>
            <a:off x="9578340" y="2660447"/>
            <a:ext cx="1728216" cy="481889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grpSp>
        <p:nvGrpSpPr>
          <p:cNvPr id="55" name="!!Glomerulo"/>
          <p:cNvGrpSpPr/>
          <p:nvPr/>
        </p:nvGrpSpPr>
        <p:grpSpPr>
          <a:xfrm>
            <a:off x="6702552" y="3827678"/>
            <a:ext cx="1806854" cy="1759306"/>
            <a:chOff x="6702552" y="3827678"/>
            <a:chExt cx="1806854" cy="1759306"/>
          </a:xfrm>
        </p:grpSpPr>
        <p:sp>
          <p:nvSpPr>
            <p:cNvPr id="56" name="Forma 55"/>
            <p:cNvSpPr/>
            <p:nvPr/>
          </p:nvSpPr>
          <p:spPr>
            <a:xfrm>
              <a:off x="6702552" y="3827678"/>
              <a:ext cx="1806854" cy="1759306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892747" y="4017874"/>
              <a:ext cx="1426464" cy="1378915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6811914" y="4220651"/>
              <a:ext cx="1112642" cy="925812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59" name="!!Arteriolas"/>
          <p:cNvSpPr/>
          <p:nvPr/>
        </p:nvSpPr>
        <p:spPr>
          <a:xfrm>
            <a:off x="6583680" y="4279392"/>
            <a:ext cx="475488" cy="808330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60" name="!!Tubulo"/>
          <p:cNvSpPr/>
          <p:nvPr/>
        </p:nvSpPr>
        <p:spPr>
          <a:xfrm>
            <a:off x="8343059" y="4897600"/>
            <a:ext cx="665595" cy="1117309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61" name="!!ProteinasOrina"/>
          <p:cNvSpPr/>
          <p:nvPr/>
        </p:nvSpPr>
        <p:spPr>
          <a:xfrm>
            <a:off x="8007767" y="4265127"/>
            <a:ext cx="879653" cy="1664208"/>
          </a:xfrm>
          <a:custGeom>
            <a:avLst/>
            <a:gdLst/>
            <a:ahLst/>
            <a:cxnLst/>
            <a:rect l="0" t="0" r="r" b="b"/>
            <a:pathLst>
              <a:path w="370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3700" y="6300"/>
                </a:moveTo>
                <a:cubicBezTo>
                  <a:pt x="3700" y="6388"/>
                  <a:pt x="3628" y="6460"/>
                  <a:pt x="3540" y="6460"/>
                </a:cubicBezTo>
                <a:cubicBezTo>
                  <a:pt x="3451" y="6460"/>
                  <a:pt x="3380" y="6388"/>
                  <a:pt x="3380" y="6300"/>
                </a:cubicBezTo>
                <a:cubicBezTo>
                  <a:pt x="3380" y="6211"/>
                  <a:pt x="3451" y="6140"/>
                  <a:pt x="3540" y="6140"/>
                </a:cubicBezTo>
                <a:cubicBezTo>
                  <a:pt x="3628" y="6140"/>
                  <a:pt x="3700" y="6211"/>
                  <a:pt x="3700" y="6300"/>
                </a:cubicBezTo>
                <a:close/>
                <a:moveTo>
                  <a:pt x="3290" y="4970"/>
                </a:moveTo>
                <a:cubicBezTo>
                  <a:pt x="3290" y="5058"/>
                  <a:pt x="3218" y="5130"/>
                  <a:pt x="3130" y="5130"/>
                </a:cubicBezTo>
                <a:cubicBezTo>
                  <a:pt x="3041" y="5130"/>
                  <a:pt x="2970" y="5058"/>
                  <a:pt x="2970" y="4970"/>
                </a:cubicBezTo>
                <a:cubicBezTo>
                  <a:pt x="2970" y="4881"/>
                  <a:pt x="3041" y="4810"/>
                  <a:pt x="3130" y="4810"/>
                </a:cubicBezTo>
                <a:cubicBezTo>
                  <a:pt x="3218" y="4810"/>
                  <a:pt x="3290" y="4881"/>
                  <a:pt x="3290" y="4970"/>
                </a:cubicBezTo>
                <a:close/>
                <a:moveTo>
                  <a:pt x="2810" y="4100"/>
                </a:moveTo>
                <a:cubicBezTo>
                  <a:pt x="2810" y="4188"/>
                  <a:pt x="2738" y="4260"/>
                  <a:pt x="2650" y="4260"/>
                </a:cubicBezTo>
                <a:cubicBezTo>
                  <a:pt x="2561" y="4260"/>
                  <a:pt x="2490" y="4188"/>
                  <a:pt x="2490" y="4100"/>
                </a:cubicBezTo>
                <a:cubicBezTo>
                  <a:pt x="2490" y="4011"/>
                  <a:pt x="2561" y="3940"/>
                  <a:pt x="2650" y="3940"/>
                </a:cubicBezTo>
                <a:cubicBezTo>
                  <a:pt x="2738" y="3940"/>
                  <a:pt x="2810" y="4011"/>
                  <a:pt x="2810" y="41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62" name="ParedToracica_2"/>
          <p:cNvSpPr/>
          <p:nvPr/>
        </p:nvSpPr>
        <p:spPr>
          <a:xfrm>
            <a:off x="9350654" y="3675888"/>
            <a:ext cx="2512771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3" name="Mediastino_2"/>
          <p:cNvSpPr/>
          <p:nvPr/>
        </p:nvSpPr>
        <p:spPr>
          <a:xfrm>
            <a:off x="10140696" y="3826764"/>
            <a:ext cx="93268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4" name="Costillas_2"/>
          <p:cNvGrpSpPr/>
          <p:nvPr/>
        </p:nvGrpSpPr>
        <p:grpSpPr>
          <a:xfrm>
            <a:off x="9400032" y="3895344"/>
            <a:ext cx="2414016" cy="2260397"/>
            <a:chOff x="9400032" y="3895344"/>
            <a:chExt cx="2414016" cy="2260397"/>
          </a:xfrm>
        </p:grpSpPr>
        <p:sp>
          <p:nvSpPr>
            <p:cNvPr id="65" name="Forma 64"/>
            <p:cNvSpPr/>
            <p:nvPr/>
          </p:nvSpPr>
          <p:spPr>
            <a:xfrm>
              <a:off x="9400032" y="3895344"/>
              <a:ext cx="2414016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9400032" y="3895344"/>
              <a:ext cx="2414016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67" name="EspacioPleuralD_2"/>
          <p:cNvSpPr/>
          <p:nvPr/>
        </p:nvSpPr>
        <p:spPr>
          <a:xfrm>
            <a:off x="9550908" y="3916426"/>
            <a:ext cx="929335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8" name="EspacioPleuralI_2"/>
          <p:cNvSpPr/>
          <p:nvPr/>
        </p:nvSpPr>
        <p:spPr>
          <a:xfrm>
            <a:off x="10793412" y="3916426"/>
            <a:ext cx="869760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9" name="Aorta_2"/>
          <p:cNvSpPr/>
          <p:nvPr/>
        </p:nvSpPr>
        <p:spPr>
          <a:xfrm>
            <a:off x="10611888" y="4246163"/>
            <a:ext cx="360974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0" name="Traquea_2"/>
          <p:cNvGrpSpPr/>
          <p:nvPr/>
        </p:nvGrpSpPr>
        <p:grpSpPr>
          <a:xfrm>
            <a:off x="10280612" y="3675888"/>
            <a:ext cx="652856" cy="1176820"/>
            <a:chOff x="10280612" y="3675888"/>
            <a:chExt cx="652856" cy="1176820"/>
          </a:xfrm>
        </p:grpSpPr>
        <p:sp>
          <p:nvSpPr>
            <p:cNvPr id="71" name="Forma 70"/>
            <p:cNvSpPr/>
            <p:nvPr/>
          </p:nvSpPr>
          <p:spPr>
            <a:xfrm>
              <a:off x="10280612" y="3675888"/>
              <a:ext cx="652856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2" name="Forma 71"/>
            <p:cNvSpPr/>
            <p:nvPr/>
          </p:nvSpPr>
          <p:spPr>
            <a:xfrm>
              <a:off x="10557662" y="3758184"/>
              <a:ext cx="98755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73" name="LiquidoPleuralD_2"/>
          <p:cNvSpPr/>
          <p:nvPr/>
        </p:nvSpPr>
        <p:spPr>
          <a:xfrm>
            <a:off x="9553651" y="4846931"/>
            <a:ext cx="921715" cy="1130845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74" name="PulmonDerecho_2"/>
          <p:cNvGrpSpPr/>
          <p:nvPr/>
        </p:nvGrpSpPr>
        <p:grpSpPr>
          <a:xfrm>
            <a:off x="9684393" y="3946682"/>
            <a:ext cx="741658" cy="1241807"/>
            <a:chOff x="9684393" y="3946682"/>
            <a:chExt cx="741658" cy="1241807"/>
          </a:xfrm>
        </p:grpSpPr>
        <p:sp>
          <p:nvSpPr>
            <p:cNvPr id="75" name="Forma 74"/>
            <p:cNvSpPr/>
            <p:nvPr/>
          </p:nvSpPr>
          <p:spPr>
            <a:xfrm>
              <a:off x="9684393" y="3946682"/>
              <a:ext cx="741658" cy="1241807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6" name="Forma 75"/>
            <p:cNvSpPr/>
            <p:nvPr/>
          </p:nvSpPr>
          <p:spPr>
            <a:xfrm>
              <a:off x="9735677" y="4068549"/>
              <a:ext cx="583327" cy="888976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9702915" y="4487394"/>
              <a:ext cx="627885" cy="520101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8" name="PleuraVisceralD_2"/>
          <p:cNvSpPr/>
          <p:nvPr/>
        </p:nvSpPr>
        <p:spPr>
          <a:xfrm>
            <a:off x="9684393" y="3946682"/>
            <a:ext cx="741658" cy="1241807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79" name="PulmonIzquierdo_2"/>
          <p:cNvGrpSpPr/>
          <p:nvPr/>
        </p:nvGrpSpPr>
        <p:grpSpPr>
          <a:xfrm>
            <a:off x="10823591" y="3946682"/>
            <a:ext cx="809405" cy="2058540"/>
            <a:chOff x="10823591" y="3946682"/>
            <a:chExt cx="809405" cy="2058540"/>
          </a:xfrm>
        </p:grpSpPr>
        <p:sp>
          <p:nvSpPr>
            <p:cNvPr id="80" name="Forma 79"/>
            <p:cNvSpPr/>
            <p:nvPr/>
          </p:nvSpPr>
          <p:spPr>
            <a:xfrm>
              <a:off x="10823591" y="3946682"/>
              <a:ext cx="80940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1" name="Forma 80"/>
            <p:cNvSpPr/>
            <p:nvPr/>
          </p:nvSpPr>
          <p:spPr>
            <a:xfrm>
              <a:off x="10895076" y="4142232"/>
              <a:ext cx="681715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10903306" y="4855464"/>
              <a:ext cx="694015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3" name="PleuraVisceralI_2"/>
          <p:cNvSpPr/>
          <p:nvPr/>
        </p:nvSpPr>
        <p:spPr>
          <a:xfrm>
            <a:off x="10823591" y="3946682"/>
            <a:ext cx="80940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4" name="PleuraParietalD_2"/>
          <p:cNvSpPr/>
          <p:nvPr/>
        </p:nvSpPr>
        <p:spPr>
          <a:xfrm>
            <a:off x="9550908" y="3916426"/>
            <a:ext cx="929335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5" name="PleuraParietalI_2"/>
          <p:cNvSpPr/>
          <p:nvPr/>
        </p:nvSpPr>
        <p:spPr>
          <a:xfrm>
            <a:off x="10793412" y="3916426"/>
            <a:ext cx="869760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6" name="VenaCavaSup_2"/>
          <p:cNvSpPr/>
          <p:nvPr/>
        </p:nvSpPr>
        <p:spPr>
          <a:xfrm>
            <a:off x="10445202" y="4154940"/>
            <a:ext cx="120657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7" name="VenaCavaInf_2"/>
          <p:cNvSpPr/>
          <p:nvPr/>
        </p:nvSpPr>
        <p:spPr>
          <a:xfrm>
            <a:off x="10469902" y="5677205"/>
            <a:ext cx="120665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88" name="Corazon_2"/>
          <p:cNvGrpSpPr/>
          <p:nvPr/>
        </p:nvGrpSpPr>
        <p:grpSpPr>
          <a:xfrm>
            <a:off x="10459110" y="5012341"/>
            <a:ext cx="729488" cy="776573"/>
            <a:chOff x="10459110" y="5012341"/>
            <a:chExt cx="729488" cy="776573"/>
          </a:xfrm>
        </p:grpSpPr>
        <p:sp>
          <p:nvSpPr>
            <p:cNvPr id="89" name="Forma 88"/>
            <p:cNvSpPr/>
            <p:nvPr/>
          </p:nvSpPr>
          <p:spPr>
            <a:xfrm>
              <a:off x="10459110" y="5012341"/>
              <a:ext cx="729488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89"/>
            <p:cNvSpPr/>
            <p:nvPr/>
          </p:nvSpPr>
          <p:spPr>
            <a:xfrm>
              <a:off x="10840212" y="5069434"/>
              <a:ext cx="178308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1" name="Tumor"/>
          <p:cNvSpPr/>
          <p:nvPr/>
        </p:nvSpPr>
        <p:spPr>
          <a:xfrm>
            <a:off x="9756648" y="4249217"/>
            <a:ext cx="329184" cy="279806"/>
          </a:xfrm>
          <a:custGeom>
            <a:avLst/>
            <a:gdLst/>
            <a:ahLst/>
            <a:cxnLst/>
            <a:rect l="0" t="0" r="r" b="b"/>
            <a:pathLst>
              <a:path w="1200" h="1020">
                <a:moveTo>
                  <a:pt x="1200" y="510"/>
                </a:moveTo>
                <a:cubicBezTo>
                  <a:pt x="1200" y="791"/>
                  <a:pt x="931" y="1020"/>
                  <a:pt x="600" y="1020"/>
                </a:cubicBezTo>
                <a:cubicBezTo>
                  <a:pt x="268" y="1020"/>
                  <a:pt x="0" y="791"/>
                  <a:pt x="0" y="510"/>
                </a:cubicBezTo>
                <a:cubicBezTo>
                  <a:pt x="0" y="228"/>
                  <a:pt x="268" y="0"/>
                  <a:pt x="600" y="0"/>
                </a:cubicBezTo>
                <a:cubicBezTo>
                  <a:pt x="931" y="0"/>
                  <a:pt x="1200" y="228"/>
                  <a:pt x="1200" y="510"/>
                </a:cubicBezTo>
                <a:close/>
              </a:path>
            </a:pathLst>
          </a:custGeom>
          <a:gradFill rotWithShape="1">
            <a:gsLst>
              <a:gs pos="0">
                <a:srgbClr val="C49DD4"/>
              </a:gs>
              <a:gs pos="55000">
                <a:srgbClr val="A569BD"/>
              </a:gs>
              <a:gs pos="100000">
                <a:srgbClr val="734984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92" name="Diafragma_2"/>
          <p:cNvSpPr/>
          <p:nvPr/>
        </p:nvSpPr>
        <p:spPr>
          <a:xfrm>
            <a:off x="9605777" y="5656678"/>
            <a:ext cx="2002527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3" name="Clavículas_2"/>
          <p:cNvGrpSpPr/>
          <p:nvPr/>
        </p:nvGrpSpPr>
        <p:grpSpPr>
          <a:xfrm>
            <a:off x="9784080" y="3785616"/>
            <a:ext cx="1645920" cy="109728"/>
            <a:chOff x="9784080" y="3785616"/>
            <a:chExt cx="1645920" cy="109728"/>
          </a:xfrm>
        </p:grpSpPr>
        <p:sp>
          <p:nvSpPr>
            <p:cNvPr id="94" name="Forma 93"/>
            <p:cNvSpPr/>
            <p:nvPr/>
          </p:nvSpPr>
          <p:spPr>
            <a:xfrm>
              <a:off x="9784080" y="3785616"/>
              <a:ext cx="1645920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9784080" y="3785616"/>
              <a:ext cx="1645920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036374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 DEL DERRAME PLEURAL</a:t>
            </a:r>
            <a:endParaRPr lang="es-AR" sz="4000" dirty="0">
              <a:latin typeface="Mali"/>
            </a:endParaRPr>
          </a:p>
        </p:txBody>
      </p:sp>
      <p:sp>
        <p:nvSpPr>
          <p:cNvPr id="9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usa ICC"/>
          <p:cNvGrpSpPr/>
          <p:nvPr/>
        </p:nvGrpSpPr>
        <p:grpSpPr>
          <a:xfrm>
            <a:off x="365760" y="914400"/>
            <a:ext cx="2743200" cy="2514600"/>
            <a:chOff x="365760" y="914400"/>
            <a:chExt cx="2743200" cy="2514600"/>
          </a:xfrm>
        </p:grpSpPr>
        <p:grpSp>
          <p:nvGrpSpPr>
            <p:cNvPr id="5" name="Recuadro ICC"/>
            <p:cNvGrpSpPr/>
            <p:nvPr/>
          </p:nvGrpSpPr>
          <p:grpSpPr>
            <a:xfrm>
              <a:off x="365760" y="914400"/>
              <a:ext cx="2743200" cy="2514600"/>
              <a:chOff x="365760" y="914400"/>
              <a:chExt cx="2743200" cy="25146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365760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Principal causa de </a:t>
                </a: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trasudado</a:t>
                </a: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7" name="Forma 6"/>
              <p:cNvSpPr/>
              <p:nvPr/>
            </p:nvSpPr>
            <p:spPr>
              <a:xfrm>
                <a:off x="365760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83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ICC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8" name="ParedToracica"/>
            <p:cNvSpPr/>
            <p:nvPr/>
          </p:nvSpPr>
          <p:spPr>
            <a:xfrm>
              <a:off x="1192926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" name="Mediastino"/>
            <p:cNvSpPr/>
            <p:nvPr/>
          </p:nvSpPr>
          <p:spPr>
            <a:xfrm>
              <a:off x="1535278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0" name="Costillas"/>
            <p:cNvGrpSpPr/>
            <p:nvPr/>
          </p:nvGrpSpPr>
          <p:grpSpPr>
            <a:xfrm>
              <a:off x="1214323" y="1508760"/>
              <a:ext cx="1046074" cy="941832"/>
              <a:chOff x="1214323" y="1508760"/>
              <a:chExt cx="1046074" cy="941832"/>
            </a:xfrm>
          </p:grpSpPr>
          <p:sp>
            <p:nvSpPr>
              <p:cNvPr id="11" name="Forma 10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2" name="Forma 11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3" name="EspacioPleur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4" name="EspacioPleur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5" name="Aorta"/>
            <p:cNvSpPr/>
            <p:nvPr/>
          </p:nvSpPr>
          <p:spPr>
            <a:xfrm>
              <a:off x="1739461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6" name="Traquea"/>
            <p:cNvGrpSpPr/>
            <p:nvPr/>
          </p:nvGrpSpPr>
          <p:grpSpPr>
            <a:xfrm>
              <a:off x="1595908" y="1417320"/>
              <a:ext cx="282904" cy="490342"/>
              <a:chOff x="1595908" y="1417320"/>
              <a:chExt cx="282904" cy="490342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595908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1715963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9" name="LiquidoPleuralD"/>
            <p:cNvSpPr/>
            <p:nvPr/>
          </p:nvSpPr>
          <p:spPr>
            <a:xfrm>
              <a:off x="1280892" y="2078203"/>
              <a:ext cx="399410" cy="298237"/>
            </a:xfrm>
            <a:custGeom>
              <a:avLst/>
              <a:gdLst/>
              <a:ahLst/>
              <a:cxnLst/>
              <a:rect l="0" t="0" r="r" b="b"/>
              <a:pathLst>
                <a:path w="10000" h="7765">
                  <a:moveTo>
                    <a:pt x="57" y="1622"/>
                  </a:moveTo>
                  <a:lnTo>
                    <a:pt x="96" y="2105"/>
                  </a:lnTo>
                  <a:lnTo>
                    <a:pt x="141" y="2578"/>
                  </a:lnTo>
                  <a:lnTo>
                    <a:pt x="188" y="3037"/>
                  </a:lnTo>
                  <a:lnTo>
                    <a:pt x="238" y="3475"/>
                  </a:lnTo>
                  <a:lnTo>
                    <a:pt x="290" y="3894"/>
                  </a:lnTo>
                  <a:lnTo>
                    <a:pt x="346" y="4298"/>
                  </a:lnTo>
                  <a:lnTo>
                    <a:pt x="405" y="4686"/>
                  </a:lnTo>
                  <a:lnTo>
                    <a:pt x="467" y="5060"/>
                  </a:lnTo>
                  <a:lnTo>
                    <a:pt x="530" y="5420"/>
                  </a:lnTo>
                  <a:lnTo>
                    <a:pt x="595" y="5767"/>
                  </a:lnTo>
                  <a:lnTo>
                    <a:pt x="659" y="6114"/>
                  </a:lnTo>
                  <a:lnTo>
                    <a:pt x="725" y="6466"/>
                  </a:lnTo>
                  <a:lnTo>
                    <a:pt x="792" y="6803"/>
                  </a:lnTo>
                  <a:lnTo>
                    <a:pt x="861" y="7108"/>
                  </a:lnTo>
                  <a:lnTo>
                    <a:pt x="934" y="7364"/>
                  </a:lnTo>
                  <a:lnTo>
                    <a:pt x="1011" y="7552"/>
                  </a:lnTo>
                  <a:lnTo>
                    <a:pt x="1084" y="7674"/>
                  </a:lnTo>
                  <a:lnTo>
                    <a:pt x="1150" y="7744"/>
                  </a:lnTo>
                  <a:lnTo>
                    <a:pt x="1220" y="7765"/>
                  </a:lnTo>
                  <a:lnTo>
                    <a:pt x="1302" y="7738"/>
                  </a:lnTo>
                  <a:lnTo>
                    <a:pt x="1408" y="7666"/>
                  </a:lnTo>
                  <a:lnTo>
                    <a:pt x="1547" y="7552"/>
                  </a:lnTo>
                  <a:lnTo>
                    <a:pt x="1718" y="7375"/>
                  </a:lnTo>
                  <a:lnTo>
                    <a:pt x="1913" y="7127"/>
                  </a:lnTo>
                  <a:lnTo>
                    <a:pt x="2131" y="6835"/>
                  </a:lnTo>
                  <a:lnTo>
                    <a:pt x="2372" y="6523"/>
                  </a:lnTo>
                  <a:lnTo>
                    <a:pt x="2634" y="6218"/>
                  </a:lnTo>
                  <a:lnTo>
                    <a:pt x="2916" y="5945"/>
                  </a:lnTo>
                  <a:lnTo>
                    <a:pt x="3229" y="5690"/>
                  </a:lnTo>
                  <a:lnTo>
                    <a:pt x="3575" y="5430"/>
                  </a:lnTo>
                  <a:lnTo>
                    <a:pt x="3943" y="5175"/>
                  </a:lnTo>
                  <a:lnTo>
                    <a:pt x="4320" y="4940"/>
                  </a:lnTo>
                  <a:lnTo>
                    <a:pt x="4696" y="4736"/>
                  </a:lnTo>
                  <a:lnTo>
                    <a:pt x="5059" y="4577"/>
                  </a:lnTo>
                  <a:lnTo>
                    <a:pt x="5413" y="4461"/>
                  </a:lnTo>
                  <a:lnTo>
                    <a:pt x="5769" y="4380"/>
                  </a:lnTo>
                  <a:lnTo>
                    <a:pt x="6123" y="4331"/>
                  </a:lnTo>
                  <a:lnTo>
                    <a:pt x="6472" y="4310"/>
                  </a:lnTo>
                  <a:lnTo>
                    <a:pt x="6813" y="4313"/>
                  </a:lnTo>
                  <a:lnTo>
                    <a:pt x="7142" y="4338"/>
                  </a:lnTo>
                  <a:lnTo>
                    <a:pt x="7465" y="4395"/>
                  </a:lnTo>
                  <a:lnTo>
                    <a:pt x="7786" y="4486"/>
                  </a:lnTo>
                  <a:lnTo>
                    <a:pt x="8098" y="4603"/>
                  </a:lnTo>
                  <a:lnTo>
                    <a:pt x="8397" y="4733"/>
                  </a:lnTo>
                  <a:lnTo>
                    <a:pt x="8675" y="4867"/>
                  </a:lnTo>
                  <a:lnTo>
                    <a:pt x="8928" y="4993"/>
                  </a:lnTo>
                  <a:lnTo>
                    <a:pt x="9162" y="5163"/>
                  </a:lnTo>
                  <a:lnTo>
                    <a:pt x="9382" y="5394"/>
                  </a:lnTo>
                  <a:lnTo>
                    <a:pt x="9583" y="5629"/>
                  </a:lnTo>
                  <a:lnTo>
                    <a:pt x="9757" y="5809"/>
                  </a:lnTo>
                  <a:lnTo>
                    <a:pt x="9898" y="5874"/>
                  </a:lnTo>
                  <a:lnTo>
                    <a:pt x="10000" y="5767"/>
                  </a:lnTo>
                  <a:lnTo>
                    <a:pt x="10000" y="4051"/>
                  </a:lnTo>
                  <a:lnTo>
                    <a:pt x="9973" y="3693"/>
                  </a:lnTo>
                  <a:lnTo>
                    <a:pt x="9921" y="3033"/>
                  </a:lnTo>
                  <a:lnTo>
                    <a:pt x="9901" y="2737"/>
                  </a:lnTo>
                  <a:lnTo>
                    <a:pt x="9750" y="2737"/>
                  </a:lnTo>
                  <a:lnTo>
                    <a:pt x="9500" y="2734"/>
                  </a:lnTo>
                  <a:lnTo>
                    <a:pt x="9250" y="2728"/>
                  </a:lnTo>
                  <a:lnTo>
                    <a:pt x="9000" y="2720"/>
                  </a:lnTo>
                  <a:lnTo>
                    <a:pt x="8750" y="2709"/>
                  </a:lnTo>
                  <a:lnTo>
                    <a:pt x="8500" y="2695"/>
                  </a:lnTo>
                  <a:lnTo>
                    <a:pt x="8250" y="2678"/>
                  </a:lnTo>
                  <a:lnTo>
                    <a:pt x="8000" y="2658"/>
                  </a:lnTo>
                  <a:lnTo>
                    <a:pt x="7749" y="2635"/>
                  </a:lnTo>
                  <a:lnTo>
                    <a:pt x="7500" y="2608"/>
                  </a:lnTo>
                  <a:lnTo>
                    <a:pt x="7250" y="2577"/>
                  </a:lnTo>
                  <a:lnTo>
                    <a:pt x="7000" y="2544"/>
                  </a:lnTo>
                  <a:lnTo>
                    <a:pt x="6750" y="2506"/>
                  </a:lnTo>
                  <a:lnTo>
                    <a:pt x="6499" y="2466"/>
                  </a:lnTo>
                  <a:lnTo>
                    <a:pt x="6250" y="2421"/>
                  </a:lnTo>
                  <a:lnTo>
                    <a:pt x="6000" y="2373"/>
                  </a:lnTo>
                  <a:lnTo>
                    <a:pt x="5750" y="2321"/>
                  </a:lnTo>
                  <a:lnTo>
                    <a:pt x="5500" y="2265"/>
                  </a:lnTo>
                  <a:lnTo>
                    <a:pt x="5249" y="2205"/>
                  </a:lnTo>
                  <a:lnTo>
                    <a:pt x="5000" y="2142"/>
                  </a:lnTo>
                  <a:lnTo>
                    <a:pt x="4750" y="2074"/>
                  </a:lnTo>
                  <a:lnTo>
                    <a:pt x="4500" y="2003"/>
                  </a:lnTo>
                  <a:lnTo>
                    <a:pt x="4250" y="1927"/>
                  </a:lnTo>
                  <a:lnTo>
                    <a:pt x="4000" y="1847"/>
                  </a:lnTo>
                  <a:lnTo>
                    <a:pt x="3750" y="1764"/>
                  </a:lnTo>
                  <a:lnTo>
                    <a:pt x="3546" y="1692"/>
                  </a:lnTo>
                  <a:lnTo>
                    <a:pt x="3434" y="1766"/>
                  </a:lnTo>
                  <a:lnTo>
                    <a:pt x="3426" y="1771"/>
                  </a:lnTo>
                  <a:lnTo>
                    <a:pt x="3136" y="1977"/>
                  </a:lnTo>
                  <a:lnTo>
                    <a:pt x="3119" y="1991"/>
                  </a:lnTo>
                  <a:lnTo>
                    <a:pt x="2858" y="2210"/>
                  </a:lnTo>
                  <a:lnTo>
                    <a:pt x="2841" y="2226"/>
                  </a:lnTo>
                  <a:lnTo>
                    <a:pt x="2599" y="2472"/>
                  </a:lnTo>
                  <a:lnTo>
                    <a:pt x="2590" y="2482"/>
                  </a:lnTo>
                  <a:lnTo>
                    <a:pt x="2367" y="2734"/>
                  </a:lnTo>
                  <a:lnTo>
                    <a:pt x="2364" y="2737"/>
                  </a:lnTo>
                  <a:lnTo>
                    <a:pt x="2164" y="2972"/>
                  </a:lnTo>
                  <a:lnTo>
                    <a:pt x="2163" y="2973"/>
                  </a:lnTo>
                  <a:lnTo>
                    <a:pt x="1993" y="3161"/>
                  </a:lnTo>
                  <a:lnTo>
                    <a:pt x="1989" y="3165"/>
                  </a:lnTo>
                  <a:lnTo>
                    <a:pt x="1853" y="3288"/>
                  </a:lnTo>
                  <a:lnTo>
                    <a:pt x="1848" y="3293"/>
                  </a:lnTo>
                  <a:lnTo>
                    <a:pt x="1807" y="3321"/>
                  </a:lnTo>
                  <a:lnTo>
                    <a:pt x="1802" y="3325"/>
                  </a:lnTo>
                  <a:lnTo>
                    <a:pt x="1797" y="3327"/>
                  </a:lnTo>
                  <a:lnTo>
                    <a:pt x="1792" y="3329"/>
                  </a:lnTo>
                  <a:lnTo>
                    <a:pt x="1786" y="3331"/>
                  </a:lnTo>
                  <a:lnTo>
                    <a:pt x="1781" y="3332"/>
                  </a:lnTo>
                  <a:lnTo>
                    <a:pt x="1775" y="3333"/>
                  </a:lnTo>
                  <a:lnTo>
                    <a:pt x="1769" y="3332"/>
                  </a:lnTo>
                  <a:lnTo>
                    <a:pt x="1763" y="3332"/>
                  </a:lnTo>
                  <a:lnTo>
                    <a:pt x="1758" y="3331"/>
                  </a:lnTo>
                  <a:lnTo>
                    <a:pt x="1752" y="3329"/>
                  </a:lnTo>
                  <a:lnTo>
                    <a:pt x="1747" y="3327"/>
                  </a:lnTo>
                  <a:lnTo>
                    <a:pt x="1742" y="3324"/>
                  </a:lnTo>
                  <a:lnTo>
                    <a:pt x="1737" y="3321"/>
                  </a:lnTo>
                  <a:lnTo>
                    <a:pt x="1732" y="3317"/>
                  </a:lnTo>
                  <a:lnTo>
                    <a:pt x="1728" y="3313"/>
                  </a:lnTo>
                  <a:lnTo>
                    <a:pt x="1725" y="3308"/>
                  </a:lnTo>
                  <a:lnTo>
                    <a:pt x="1721" y="3303"/>
                  </a:lnTo>
                  <a:lnTo>
                    <a:pt x="1719" y="3298"/>
                  </a:lnTo>
                  <a:lnTo>
                    <a:pt x="1684" y="3225"/>
                  </a:lnTo>
                  <a:lnTo>
                    <a:pt x="1682" y="3218"/>
                  </a:lnTo>
                  <a:lnTo>
                    <a:pt x="1621" y="3032"/>
                  </a:lnTo>
                  <a:lnTo>
                    <a:pt x="1620" y="3028"/>
                  </a:lnTo>
                  <a:lnTo>
                    <a:pt x="1558" y="2791"/>
                  </a:lnTo>
                  <a:lnTo>
                    <a:pt x="1557" y="2789"/>
                  </a:lnTo>
                  <a:lnTo>
                    <a:pt x="1496" y="2521"/>
                  </a:lnTo>
                  <a:lnTo>
                    <a:pt x="1496" y="2520"/>
                  </a:lnTo>
                  <a:lnTo>
                    <a:pt x="1436" y="2236"/>
                  </a:lnTo>
                  <a:lnTo>
                    <a:pt x="1375" y="1954"/>
                  </a:lnTo>
                  <a:lnTo>
                    <a:pt x="1316" y="1675"/>
                  </a:lnTo>
                  <a:lnTo>
                    <a:pt x="1316" y="1674"/>
                  </a:lnTo>
                  <a:lnTo>
                    <a:pt x="1257" y="1384"/>
                  </a:lnTo>
                  <a:lnTo>
                    <a:pt x="1257" y="1384"/>
                  </a:lnTo>
                  <a:lnTo>
                    <a:pt x="1200" y="1083"/>
                  </a:lnTo>
                  <a:lnTo>
                    <a:pt x="1200" y="1082"/>
                  </a:lnTo>
                  <a:lnTo>
                    <a:pt x="1145" y="770"/>
                  </a:lnTo>
                  <a:lnTo>
                    <a:pt x="1145" y="769"/>
                  </a:lnTo>
                  <a:lnTo>
                    <a:pt x="1123" y="630"/>
                  </a:lnTo>
                  <a:lnTo>
                    <a:pt x="999" y="566"/>
                  </a:lnTo>
                  <a:lnTo>
                    <a:pt x="749" y="431"/>
                  </a:lnTo>
                  <a:lnTo>
                    <a:pt x="500" y="292"/>
                  </a:lnTo>
                  <a:lnTo>
                    <a:pt x="250" y="148"/>
                  </a:lnTo>
                  <a:lnTo>
                    <a:pt x="0" y="0"/>
                  </a:lnTo>
                  <a:lnTo>
                    <a:pt x="0" y="648"/>
                  </a:lnTo>
                  <a:lnTo>
                    <a:pt x="24" y="1134"/>
                  </a:lnTo>
                  <a:lnTo>
                    <a:pt x="57" y="1622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sp>
          <p:nvSpPr>
            <p:cNvPr id="20" name="LiquidoPleuralI"/>
            <p:cNvSpPr/>
            <p:nvPr/>
          </p:nvSpPr>
          <p:spPr>
            <a:xfrm>
              <a:off x="1871703" y="2100148"/>
              <a:ext cx="322125" cy="303724"/>
            </a:xfrm>
            <a:custGeom>
              <a:avLst/>
              <a:gdLst/>
              <a:ahLst/>
              <a:cxnLst/>
              <a:rect l="0" t="0" r="r" b="b"/>
              <a:pathLst>
                <a:path w="10000" h="9805">
                  <a:moveTo>
                    <a:pt x="712" y="5626"/>
                  </a:moveTo>
                  <a:lnTo>
                    <a:pt x="1143" y="5556"/>
                  </a:lnTo>
                  <a:lnTo>
                    <a:pt x="1551" y="5525"/>
                  </a:lnTo>
                  <a:lnTo>
                    <a:pt x="1974" y="5521"/>
                  </a:lnTo>
                  <a:lnTo>
                    <a:pt x="2407" y="5547"/>
                  </a:lnTo>
                  <a:lnTo>
                    <a:pt x="2846" y="5608"/>
                  </a:lnTo>
                  <a:lnTo>
                    <a:pt x="3287" y="5709"/>
                  </a:lnTo>
                  <a:lnTo>
                    <a:pt x="3726" y="5852"/>
                  </a:lnTo>
                  <a:lnTo>
                    <a:pt x="4176" y="6050"/>
                  </a:lnTo>
                  <a:lnTo>
                    <a:pt x="4642" y="6303"/>
                  </a:lnTo>
                  <a:lnTo>
                    <a:pt x="5110" y="6594"/>
                  </a:lnTo>
                  <a:lnTo>
                    <a:pt x="5566" y="6909"/>
                  </a:lnTo>
                  <a:lnTo>
                    <a:pt x="5995" y="7233"/>
                  </a:lnTo>
                  <a:lnTo>
                    <a:pt x="6383" y="7549"/>
                  </a:lnTo>
                  <a:lnTo>
                    <a:pt x="6733" y="7887"/>
                  </a:lnTo>
                  <a:lnTo>
                    <a:pt x="7058" y="8265"/>
                  </a:lnTo>
                  <a:lnTo>
                    <a:pt x="7356" y="8651"/>
                  </a:lnTo>
                  <a:lnTo>
                    <a:pt x="7627" y="9014"/>
                  </a:lnTo>
                  <a:lnTo>
                    <a:pt x="7869" y="9321"/>
                  </a:lnTo>
                  <a:lnTo>
                    <a:pt x="8081" y="9542"/>
                  </a:lnTo>
                  <a:lnTo>
                    <a:pt x="8253" y="9683"/>
                  </a:lnTo>
                  <a:lnTo>
                    <a:pt x="8384" y="9771"/>
                  </a:lnTo>
                  <a:lnTo>
                    <a:pt x="8487" y="9805"/>
                  </a:lnTo>
                  <a:lnTo>
                    <a:pt x="8573" y="9779"/>
                  </a:lnTo>
                  <a:lnTo>
                    <a:pt x="8655" y="9693"/>
                  </a:lnTo>
                  <a:lnTo>
                    <a:pt x="8745" y="9542"/>
                  </a:lnTo>
                  <a:lnTo>
                    <a:pt x="8840" y="9318"/>
                  </a:lnTo>
                  <a:lnTo>
                    <a:pt x="8931" y="9024"/>
                  </a:lnTo>
                  <a:lnTo>
                    <a:pt x="9017" y="8668"/>
                  </a:lnTo>
                  <a:lnTo>
                    <a:pt x="9100" y="8260"/>
                  </a:lnTo>
                  <a:lnTo>
                    <a:pt x="9181" y="7810"/>
                  </a:lnTo>
                  <a:lnTo>
                    <a:pt x="9261" y="7328"/>
                  </a:lnTo>
                  <a:lnTo>
                    <a:pt x="9341" y="6792"/>
                  </a:lnTo>
                  <a:lnTo>
                    <a:pt x="9420" y="6189"/>
                  </a:lnTo>
                  <a:lnTo>
                    <a:pt x="9497" y="5545"/>
                  </a:lnTo>
                  <a:lnTo>
                    <a:pt x="9570" y="4883"/>
                  </a:lnTo>
                  <a:lnTo>
                    <a:pt x="9640" y="4227"/>
                  </a:lnTo>
                  <a:lnTo>
                    <a:pt x="9704" y="3601"/>
                  </a:lnTo>
                  <a:lnTo>
                    <a:pt x="9765" y="3006"/>
                  </a:lnTo>
                  <a:lnTo>
                    <a:pt x="9825" y="2423"/>
                  </a:lnTo>
                  <a:lnTo>
                    <a:pt x="9880" y="1846"/>
                  </a:lnTo>
                  <a:lnTo>
                    <a:pt x="9928" y="1269"/>
                  </a:lnTo>
                  <a:lnTo>
                    <a:pt x="9969" y="688"/>
                  </a:lnTo>
                  <a:lnTo>
                    <a:pt x="10000" y="95"/>
                  </a:lnTo>
                  <a:lnTo>
                    <a:pt x="10000" y="0"/>
                  </a:lnTo>
                  <a:lnTo>
                    <a:pt x="9708" y="183"/>
                  </a:lnTo>
                  <a:lnTo>
                    <a:pt x="9416" y="362"/>
                  </a:lnTo>
                  <a:lnTo>
                    <a:pt x="9125" y="535"/>
                  </a:lnTo>
                  <a:lnTo>
                    <a:pt x="8833" y="702"/>
                  </a:lnTo>
                  <a:lnTo>
                    <a:pt x="8542" y="864"/>
                  </a:lnTo>
                  <a:lnTo>
                    <a:pt x="8525" y="873"/>
                  </a:lnTo>
                  <a:lnTo>
                    <a:pt x="8509" y="994"/>
                  </a:lnTo>
                  <a:lnTo>
                    <a:pt x="8509" y="995"/>
                  </a:lnTo>
                  <a:lnTo>
                    <a:pt x="8438" y="1514"/>
                  </a:lnTo>
                  <a:lnTo>
                    <a:pt x="8438" y="1515"/>
                  </a:lnTo>
                  <a:lnTo>
                    <a:pt x="8366" y="1999"/>
                  </a:lnTo>
                  <a:lnTo>
                    <a:pt x="8365" y="2000"/>
                  </a:lnTo>
                  <a:lnTo>
                    <a:pt x="8292" y="2429"/>
                  </a:lnTo>
                  <a:lnTo>
                    <a:pt x="8292" y="2431"/>
                  </a:lnTo>
                  <a:lnTo>
                    <a:pt x="8218" y="2817"/>
                  </a:lnTo>
                  <a:lnTo>
                    <a:pt x="8218" y="2818"/>
                  </a:lnTo>
                  <a:lnTo>
                    <a:pt x="8144" y="3177"/>
                  </a:lnTo>
                  <a:lnTo>
                    <a:pt x="8144" y="3179"/>
                  </a:lnTo>
                  <a:lnTo>
                    <a:pt x="8068" y="3500"/>
                  </a:lnTo>
                  <a:lnTo>
                    <a:pt x="8068" y="3503"/>
                  </a:lnTo>
                  <a:lnTo>
                    <a:pt x="7992" y="3777"/>
                  </a:lnTo>
                  <a:lnTo>
                    <a:pt x="7990" y="3781"/>
                  </a:lnTo>
                  <a:lnTo>
                    <a:pt x="7915" y="3994"/>
                  </a:lnTo>
                  <a:lnTo>
                    <a:pt x="7912" y="4002"/>
                  </a:lnTo>
                  <a:lnTo>
                    <a:pt x="7868" y="4091"/>
                  </a:lnTo>
                  <a:lnTo>
                    <a:pt x="7865" y="4097"/>
                  </a:lnTo>
                  <a:lnTo>
                    <a:pt x="7861" y="4103"/>
                  </a:lnTo>
                  <a:lnTo>
                    <a:pt x="7856" y="4108"/>
                  </a:lnTo>
                  <a:lnTo>
                    <a:pt x="7851" y="4113"/>
                  </a:lnTo>
                  <a:lnTo>
                    <a:pt x="7846" y="4118"/>
                  </a:lnTo>
                  <a:lnTo>
                    <a:pt x="7840" y="4122"/>
                  </a:lnTo>
                  <a:lnTo>
                    <a:pt x="7834" y="4125"/>
                  </a:lnTo>
                  <a:lnTo>
                    <a:pt x="7827" y="4128"/>
                  </a:lnTo>
                  <a:lnTo>
                    <a:pt x="7820" y="4130"/>
                  </a:lnTo>
                  <a:lnTo>
                    <a:pt x="7813" y="4131"/>
                  </a:lnTo>
                  <a:lnTo>
                    <a:pt x="7806" y="4132"/>
                  </a:lnTo>
                  <a:lnTo>
                    <a:pt x="7799" y="4132"/>
                  </a:lnTo>
                  <a:lnTo>
                    <a:pt x="7792" y="4131"/>
                  </a:lnTo>
                  <a:lnTo>
                    <a:pt x="7785" y="4130"/>
                  </a:lnTo>
                  <a:lnTo>
                    <a:pt x="7778" y="4128"/>
                  </a:lnTo>
                  <a:lnTo>
                    <a:pt x="7772" y="4126"/>
                  </a:lnTo>
                  <a:lnTo>
                    <a:pt x="7765" y="4122"/>
                  </a:lnTo>
                  <a:lnTo>
                    <a:pt x="7759" y="4118"/>
                  </a:lnTo>
                  <a:lnTo>
                    <a:pt x="7708" y="4082"/>
                  </a:lnTo>
                  <a:lnTo>
                    <a:pt x="7701" y="4076"/>
                  </a:lnTo>
                  <a:lnTo>
                    <a:pt x="7533" y="3924"/>
                  </a:lnTo>
                  <a:lnTo>
                    <a:pt x="7527" y="3918"/>
                  </a:lnTo>
                  <a:lnTo>
                    <a:pt x="7317" y="3685"/>
                  </a:lnTo>
                  <a:lnTo>
                    <a:pt x="7316" y="3684"/>
                  </a:lnTo>
                  <a:lnTo>
                    <a:pt x="7067" y="3393"/>
                  </a:lnTo>
                  <a:lnTo>
                    <a:pt x="7064" y="3389"/>
                  </a:lnTo>
                  <a:lnTo>
                    <a:pt x="6788" y="3077"/>
                  </a:lnTo>
                  <a:lnTo>
                    <a:pt x="6777" y="3065"/>
                  </a:lnTo>
                  <a:lnTo>
                    <a:pt x="6476" y="2761"/>
                  </a:lnTo>
                  <a:lnTo>
                    <a:pt x="6455" y="2740"/>
                  </a:lnTo>
                  <a:lnTo>
                    <a:pt x="6131" y="2468"/>
                  </a:lnTo>
                  <a:lnTo>
                    <a:pt x="6110" y="2452"/>
                  </a:lnTo>
                  <a:lnTo>
                    <a:pt x="5751" y="2197"/>
                  </a:lnTo>
                  <a:lnTo>
                    <a:pt x="5741" y="2190"/>
                  </a:lnTo>
                  <a:lnTo>
                    <a:pt x="5697" y="2161"/>
                  </a:lnTo>
                  <a:lnTo>
                    <a:pt x="5627" y="2187"/>
                  </a:lnTo>
                  <a:lnTo>
                    <a:pt x="5335" y="2291"/>
                  </a:lnTo>
                  <a:lnTo>
                    <a:pt x="5044" y="2389"/>
                  </a:lnTo>
                  <a:lnTo>
                    <a:pt x="4752" y="2483"/>
                  </a:lnTo>
                  <a:lnTo>
                    <a:pt x="4460" y="2572"/>
                  </a:lnTo>
                  <a:lnTo>
                    <a:pt x="4169" y="2655"/>
                  </a:lnTo>
                  <a:lnTo>
                    <a:pt x="3877" y="2734"/>
                  </a:lnTo>
                  <a:lnTo>
                    <a:pt x="3586" y="2808"/>
                  </a:lnTo>
                  <a:lnTo>
                    <a:pt x="3294" y="2877"/>
                  </a:lnTo>
                  <a:lnTo>
                    <a:pt x="3003" y="2942"/>
                  </a:lnTo>
                  <a:lnTo>
                    <a:pt x="2711" y="3002"/>
                  </a:lnTo>
                  <a:lnTo>
                    <a:pt x="2420" y="3057"/>
                  </a:lnTo>
                  <a:lnTo>
                    <a:pt x="2128" y="3108"/>
                  </a:lnTo>
                  <a:lnTo>
                    <a:pt x="1837" y="3154"/>
                  </a:lnTo>
                  <a:lnTo>
                    <a:pt x="1545" y="3196"/>
                  </a:lnTo>
                  <a:lnTo>
                    <a:pt x="1254" y="3233"/>
                  </a:lnTo>
                  <a:lnTo>
                    <a:pt x="962" y="3267"/>
                  </a:lnTo>
                  <a:lnTo>
                    <a:pt x="671" y="3296"/>
                  </a:lnTo>
                  <a:lnTo>
                    <a:pt x="379" y="3321"/>
                  </a:lnTo>
                  <a:lnTo>
                    <a:pt x="88" y="3342"/>
                  </a:lnTo>
                  <a:lnTo>
                    <a:pt x="0" y="3347"/>
                  </a:lnTo>
                  <a:lnTo>
                    <a:pt x="77" y="4132"/>
                  </a:lnTo>
                  <a:lnTo>
                    <a:pt x="160" y="5132"/>
                  </a:lnTo>
                  <a:lnTo>
                    <a:pt x="198" y="5756"/>
                  </a:lnTo>
                  <a:lnTo>
                    <a:pt x="249" y="5740"/>
                  </a:lnTo>
                  <a:lnTo>
                    <a:pt x="712" y="5626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21" name="PulmonDerecho"/>
            <p:cNvGrpSpPr/>
            <p:nvPr/>
          </p:nvGrpSpPr>
          <p:grpSpPr>
            <a:xfrm>
              <a:off x="1315163" y="1530151"/>
              <a:ext cx="350199" cy="673782"/>
              <a:chOff x="1315163" y="1530151"/>
              <a:chExt cx="350199" cy="673782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1315163" y="1530151"/>
                <a:ext cx="350199" cy="673782"/>
              </a:xfrm>
              <a:custGeom>
                <a:avLst/>
                <a:gdLst/>
                <a:ahLst/>
                <a:cxnLst/>
                <a:rect l="0" t="0" r="r" b="b"/>
                <a:pathLst>
                  <a:path w="4997" h="10000">
                    <a:moveTo>
                      <a:pt x="544" y="9983"/>
                    </a:moveTo>
                    <a:lnTo>
                      <a:pt x="622" y="9913"/>
                    </a:lnTo>
                    <a:lnTo>
                      <a:pt x="718" y="9806"/>
                    </a:lnTo>
                    <a:lnTo>
                      <a:pt x="832" y="9672"/>
                    </a:lnTo>
                    <a:lnTo>
                      <a:pt x="834" y="9670"/>
                    </a:lnTo>
                    <a:lnTo>
                      <a:pt x="962" y="9526"/>
                    </a:lnTo>
                    <a:lnTo>
                      <a:pt x="967" y="9520"/>
                    </a:lnTo>
                    <a:lnTo>
                      <a:pt x="1106" y="9379"/>
                    </a:lnTo>
                    <a:lnTo>
                      <a:pt x="1117" y="9368"/>
                    </a:lnTo>
                    <a:lnTo>
                      <a:pt x="1267" y="9242"/>
                    </a:lnTo>
                    <a:lnTo>
                      <a:pt x="1278" y="9234"/>
                    </a:lnTo>
                    <a:lnTo>
                      <a:pt x="1444" y="9116"/>
                    </a:lnTo>
                    <a:lnTo>
                      <a:pt x="1449" y="9112"/>
                    </a:lnTo>
                    <a:lnTo>
                      <a:pt x="1633" y="8992"/>
                    </a:lnTo>
                    <a:lnTo>
                      <a:pt x="1638" y="8988"/>
                    </a:lnTo>
                    <a:lnTo>
                      <a:pt x="1833" y="8870"/>
                    </a:lnTo>
                    <a:lnTo>
                      <a:pt x="1840" y="8866"/>
                    </a:lnTo>
                    <a:lnTo>
                      <a:pt x="2040" y="8758"/>
                    </a:lnTo>
                    <a:lnTo>
                      <a:pt x="2049" y="8753"/>
                    </a:lnTo>
                    <a:lnTo>
                      <a:pt x="2249" y="8659"/>
                    </a:lnTo>
                    <a:lnTo>
                      <a:pt x="2261" y="8653"/>
                    </a:lnTo>
                    <a:lnTo>
                      <a:pt x="2453" y="8579"/>
                    </a:lnTo>
                    <a:lnTo>
                      <a:pt x="2470" y="8574"/>
                    </a:lnTo>
                    <a:lnTo>
                      <a:pt x="2657" y="8520"/>
                    </a:lnTo>
                    <a:lnTo>
                      <a:pt x="2673" y="8517"/>
                    </a:lnTo>
                    <a:lnTo>
                      <a:pt x="2861" y="8479"/>
                    </a:lnTo>
                    <a:lnTo>
                      <a:pt x="2876" y="8477"/>
                    </a:lnTo>
                    <a:lnTo>
                      <a:pt x="3063" y="8454"/>
                    </a:lnTo>
                    <a:lnTo>
                      <a:pt x="3077" y="8453"/>
                    </a:lnTo>
                    <a:lnTo>
                      <a:pt x="3262" y="8443"/>
                    </a:lnTo>
                    <a:lnTo>
                      <a:pt x="3274" y="8443"/>
                    </a:lnTo>
                    <a:lnTo>
                      <a:pt x="3455" y="8445"/>
                    </a:lnTo>
                    <a:lnTo>
                      <a:pt x="3466" y="8445"/>
                    </a:lnTo>
                    <a:lnTo>
                      <a:pt x="3641" y="8457"/>
                    </a:lnTo>
                    <a:lnTo>
                      <a:pt x="3657" y="8458"/>
                    </a:lnTo>
                    <a:lnTo>
                      <a:pt x="3829" y="8484"/>
                    </a:lnTo>
                    <a:lnTo>
                      <a:pt x="3847" y="8488"/>
                    </a:lnTo>
                    <a:lnTo>
                      <a:pt x="4017" y="8530"/>
                    </a:lnTo>
                    <a:lnTo>
                      <a:pt x="4029" y="8534"/>
                    </a:lnTo>
                    <a:lnTo>
                      <a:pt x="4195" y="8588"/>
                    </a:lnTo>
                    <a:lnTo>
                      <a:pt x="4204" y="8591"/>
                    </a:lnTo>
                    <a:lnTo>
                      <a:pt x="4362" y="8651"/>
                    </a:lnTo>
                    <a:lnTo>
                      <a:pt x="4368" y="8654"/>
                    </a:lnTo>
                    <a:lnTo>
                      <a:pt x="4515" y="8716"/>
                    </a:lnTo>
                    <a:lnTo>
                      <a:pt x="4518" y="8717"/>
                    </a:lnTo>
                    <a:lnTo>
                      <a:pt x="4652" y="8775"/>
                    </a:lnTo>
                    <a:lnTo>
                      <a:pt x="4664" y="8781"/>
                    </a:lnTo>
                    <a:lnTo>
                      <a:pt x="4676" y="8788"/>
                    </a:lnTo>
                    <a:lnTo>
                      <a:pt x="4800" y="8866"/>
                    </a:lnTo>
                    <a:lnTo>
                      <a:pt x="4812" y="8875"/>
                    </a:lnTo>
                    <a:lnTo>
                      <a:pt x="4824" y="8885"/>
                    </a:lnTo>
                    <a:lnTo>
                      <a:pt x="4941" y="8992"/>
                    </a:lnTo>
                    <a:lnTo>
                      <a:pt x="4947" y="8998"/>
                    </a:lnTo>
                    <a:lnTo>
                      <a:pt x="4996" y="9048"/>
                    </a:lnTo>
                    <a:lnTo>
                      <a:pt x="4997" y="8898"/>
                    </a:lnTo>
                    <a:lnTo>
                      <a:pt x="4981" y="8624"/>
                    </a:lnTo>
                    <a:lnTo>
                      <a:pt x="4955" y="8320"/>
                    </a:lnTo>
                    <a:lnTo>
                      <a:pt x="4927" y="8016"/>
                    </a:lnTo>
                    <a:lnTo>
                      <a:pt x="4927" y="8014"/>
                    </a:lnTo>
                    <a:lnTo>
                      <a:pt x="4906" y="7737"/>
                    </a:lnTo>
                    <a:lnTo>
                      <a:pt x="4906" y="7736"/>
                    </a:lnTo>
                    <a:lnTo>
                      <a:pt x="4888" y="7482"/>
                    </a:lnTo>
                    <a:lnTo>
                      <a:pt x="4868" y="7231"/>
                    </a:lnTo>
                    <a:lnTo>
                      <a:pt x="4847" y="6979"/>
                    </a:lnTo>
                    <a:lnTo>
                      <a:pt x="4824" y="6728"/>
                    </a:lnTo>
                    <a:lnTo>
                      <a:pt x="4801" y="6476"/>
                    </a:lnTo>
                    <a:lnTo>
                      <a:pt x="4801" y="6476"/>
                    </a:lnTo>
                    <a:lnTo>
                      <a:pt x="4780" y="6224"/>
                    </a:lnTo>
                    <a:lnTo>
                      <a:pt x="4780" y="6223"/>
                    </a:lnTo>
                    <a:lnTo>
                      <a:pt x="4759" y="5970"/>
                    </a:lnTo>
                    <a:lnTo>
                      <a:pt x="4759" y="5970"/>
                    </a:lnTo>
                    <a:lnTo>
                      <a:pt x="4740" y="5718"/>
                    </a:lnTo>
                    <a:lnTo>
                      <a:pt x="4720" y="5465"/>
                    </a:lnTo>
                    <a:lnTo>
                      <a:pt x="4700" y="5214"/>
                    </a:lnTo>
                    <a:lnTo>
                      <a:pt x="4678" y="4962"/>
                    </a:lnTo>
                    <a:lnTo>
                      <a:pt x="4654" y="4711"/>
                    </a:lnTo>
                    <a:lnTo>
                      <a:pt x="4627" y="4459"/>
                    </a:lnTo>
                    <a:lnTo>
                      <a:pt x="4600" y="4207"/>
                    </a:lnTo>
                    <a:lnTo>
                      <a:pt x="4571" y="3955"/>
                    </a:lnTo>
                    <a:lnTo>
                      <a:pt x="4540" y="3704"/>
                    </a:lnTo>
                    <a:lnTo>
                      <a:pt x="4505" y="3454"/>
                    </a:lnTo>
                    <a:lnTo>
                      <a:pt x="4465" y="3205"/>
                    </a:lnTo>
                    <a:lnTo>
                      <a:pt x="4422" y="2953"/>
                    </a:lnTo>
                    <a:lnTo>
                      <a:pt x="4374" y="2697"/>
                    </a:lnTo>
                    <a:lnTo>
                      <a:pt x="4323" y="2442"/>
                    </a:lnTo>
                    <a:lnTo>
                      <a:pt x="4268" y="2192"/>
                    </a:lnTo>
                    <a:lnTo>
                      <a:pt x="4212" y="1954"/>
                    </a:lnTo>
                    <a:lnTo>
                      <a:pt x="4153" y="1733"/>
                    </a:lnTo>
                    <a:lnTo>
                      <a:pt x="4091" y="1525"/>
                    </a:lnTo>
                    <a:lnTo>
                      <a:pt x="4025" y="1326"/>
                    </a:lnTo>
                    <a:lnTo>
                      <a:pt x="3956" y="1137"/>
                    </a:lnTo>
                    <a:lnTo>
                      <a:pt x="3886" y="961"/>
                    </a:lnTo>
                    <a:lnTo>
                      <a:pt x="3817" y="798"/>
                    </a:lnTo>
                    <a:lnTo>
                      <a:pt x="3751" y="653"/>
                    </a:lnTo>
                    <a:lnTo>
                      <a:pt x="3689" y="525"/>
                    </a:lnTo>
                    <a:lnTo>
                      <a:pt x="3632" y="415"/>
                    </a:lnTo>
                    <a:lnTo>
                      <a:pt x="3577" y="322"/>
                    </a:lnTo>
                    <a:lnTo>
                      <a:pt x="3523" y="244"/>
                    </a:lnTo>
                    <a:lnTo>
                      <a:pt x="3469" y="180"/>
                    </a:lnTo>
                    <a:lnTo>
                      <a:pt x="3411" y="125"/>
                    </a:lnTo>
                    <a:lnTo>
                      <a:pt x="3351" y="78"/>
                    </a:lnTo>
                    <a:lnTo>
                      <a:pt x="3296" y="43"/>
                    </a:lnTo>
                    <a:lnTo>
                      <a:pt x="3246" y="20"/>
                    </a:lnTo>
                    <a:lnTo>
                      <a:pt x="3193" y="6"/>
                    </a:lnTo>
                    <a:lnTo>
                      <a:pt x="3130" y="0"/>
                    </a:lnTo>
                    <a:lnTo>
                      <a:pt x="3047" y="3"/>
                    </a:lnTo>
                    <a:lnTo>
                      <a:pt x="2940" y="19"/>
                    </a:lnTo>
                    <a:lnTo>
                      <a:pt x="2810" y="51"/>
                    </a:lnTo>
                    <a:lnTo>
                      <a:pt x="2667" y="95"/>
                    </a:lnTo>
                    <a:lnTo>
                      <a:pt x="2519" y="150"/>
                    </a:lnTo>
                    <a:lnTo>
                      <a:pt x="2374" y="213"/>
                    </a:lnTo>
                    <a:lnTo>
                      <a:pt x="2238" y="283"/>
                    </a:lnTo>
                    <a:lnTo>
                      <a:pt x="2109" y="360"/>
                    </a:lnTo>
                    <a:lnTo>
                      <a:pt x="1980" y="448"/>
                    </a:lnTo>
                    <a:lnTo>
                      <a:pt x="1852" y="545"/>
                    </a:lnTo>
                    <a:lnTo>
                      <a:pt x="1728" y="650"/>
                    </a:lnTo>
                    <a:lnTo>
                      <a:pt x="1607" y="763"/>
                    </a:lnTo>
                    <a:lnTo>
                      <a:pt x="1491" y="883"/>
                    </a:lnTo>
                    <a:lnTo>
                      <a:pt x="1380" y="1010"/>
                    </a:lnTo>
                    <a:lnTo>
                      <a:pt x="1273" y="1145"/>
                    </a:lnTo>
                    <a:lnTo>
                      <a:pt x="1170" y="1289"/>
                    </a:lnTo>
                    <a:lnTo>
                      <a:pt x="1070" y="1440"/>
                    </a:lnTo>
                    <a:lnTo>
                      <a:pt x="974" y="1597"/>
                    </a:lnTo>
                    <a:lnTo>
                      <a:pt x="882" y="1761"/>
                    </a:lnTo>
                    <a:lnTo>
                      <a:pt x="794" y="1932"/>
                    </a:lnTo>
                    <a:lnTo>
                      <a:pt x="710" y="2110"/>
                    </a:lnTo>
                    <a:lnTo>
                      <a:pt x="630" y="2295"/>
                    </a:lnTo>
                    <a:lnTo>
                      <a:pt x="555" y="2485"/>
                    </a:lnTo>
                    <a:lnTo>
                      <a:pt x="484" y="2680"/>
                    </a:lnTo>
                    <a:lnTo>
                      <a:pt x="419" y="2879"/>
                    </a:lnTo>
                    <a:lnTo>
                      <a:pt x="361" y="3082"/>
                    </a:lnTo>
                    <a:lnTo>
                      <a:pt x="307" y="3292"/>
                    </a:lnTo>
                    <a:lnTo>
                      <a:pt x="259" y="3506"/>
                    </a:lnTo>
                    <a:lnTo>
                      <a:pt x="215" y="3725"/>
                    </a:lnTo>
                    <a:lnTo>
                      <a:pt x="176" y="3946"/>
                    </a:lnTo>
                    <a:lnTo>
                      <a:pt x="140" y="4167"/>
                    </a:lnTo>
                    <a:lnTo>
                      <a:pt x="109" y="4390"/>
                    </a:lnTo>
                    <a:lnTo>
                      <a:pt x="82" y="4615"/>
                    </a:lnTo>
                    <a:lnTo>
                      <a:pt x="60" y="4843"/>
                    </a:lnTo>
                    <a:lnTo>
                      <a:pt x="42" y="5072"/>
                    </a:lnTo>
                    <a:lnTo>
                      <a:pt x="27" y="5301"/>
                    </a:lnTo>
                    <a:lnTo>
                      <a:pt x="15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5" y="6894"/>
                    </a:lnTo>
                    <a:lnTo>
                      <a:pt x="28" y="7117"/>
                    </a:lnTo>
                    <a:lnTo>
                      <a:pt x="45" y="7340"/>
                    </a:lnTo>
                    <a:lnTo>
                      <a:pt x="66" y="7561"/>
                    </a:lnTo>
                    <a:lnTo>
                      <a:pt x="89" y="7779"/>
                    </a:lnTo>
                    <a:lnTo>
                      <a:pt x="114" y="7989"/>
                    </a:lnTo>
                    <a:lnTo>
                      <a:pt x="140" y="8191"/>
                    </a:lnTo>
                    <a:lnTo>
                      <a:pt x="168" y="8382"/>
                    </a:lnTo>
                    <a:lnTo>
                      <a:pt x="197" y="8567"/>
                    </a:lnTo>
                    <a:lnTo>
                      <a:pt x="228" y="8745"/>
                    </a:lnTo>
                    <a:lnTo>
                      <a:pt x="261" y="8916"/>
                    </a:lnTo>
                    <a:lnTo>
                      <a:pt x="294" y="9081"/>
                    </a:lnTo>
                    <a:lnTo>
                      <a:pt x="328" y="9241"/>
                    </a:lnTo>
                    <a:lnTo>
                      <a:pt x="362" y="9402"/>
                    </a:lnTo>
                    <a:lnTo>
                      <a:pt x="397" y="9563"/>
                    </a:lnTo>
                    <a:lnTo>
                      <a:pt x="431" y="9716"/>
                    </a:lnTo>
                    <a:lnTo>
                      <a:pt x="467" y="9851"/>
                    </a:lnTo>
                    <a:lnTo>
                      <a:pt x="502" y="9958"/>
                    </a:lnTo>
                    <a:lnTo>
                      <a:pt x="521" y="10000"/>
                    </a:lnTo>
                    <a:lnTo>
                      <a:pt x="544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1338435" y="1596274"/>
                <a:ext cx="274109" cy="482343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9" fill="none">
                    <a:moveTo>
                      <a:pt x="2305" y="1988"/>
                    </a:moveTo>
                    <a:lnTo>
                      <a:pt x="1701" y="1704"/>
                    </a:lnTo>
                    <a:lnTo>
                      <a:pt x="957" y="1217"/>
                    </a:lnTo>
                    <a:lnTo>
                      <a:pt x="538" y="730"/>
                    </a:lnTo>
                  </a:path>
                  <a:path w="2305" h="4219" fill="none">
                    <a:moveTo>
                      <a:pt x="1701" y="1704"/>
                    </a:moveTo>
                    <a:lnTo>
                      <a:pt x="1422" y="973"/>
                    </a:lnTo>
                    <a:lnTo>
                      <a:pt x="1282" y="162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422" y="2109"/>
                    </a:lnTo>
                    <a:lnTo>
                      <a:pt x="492" y="2109"/>
                    </a:lnTo>
                    <a:lnTo>
                      <a:pt x="27" y="2191"/>
                    </a:lnTo>
                  </a:path>
                  <a:path w="2305" h="4219" fill="none">
                    <a:moveTo>
                      <a:pt x="1422" y="2109"/>
                    </a:moveTo>
                    <a:lnTo>
                      <a:pt x="771" y="2678"/>
                    </a:lnTo>
                    <a:lnTo>
                      <a:pt x="259" y="316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701" y="2678"/>
                    </a:lnTo>
                    <a:lnTo>
                      <a:pt x="1143" y="3489"/>
                    </a:lnTo>
                    <a:lnTo>
                      <a:pt x="631" y="4138"/>
                    </a:lnTo>
                  </a:path>
                  <a:path w="2305" h="4219" fill="none">
                    <a:moveTo>
                      <a:pt x="1701" y="2678"/>
                    </a:moveTo>
                    <a:lnTo>
                      <a:pt x="1980" y="3489"/>
                    </a:lnTo>
                    <a:lnTo>
                      <a:pt x="1701" y="4219"/>
                    </a:lnTo>
                  </a:path>
                  <a:path w="2305" h="4219" fill="none">
                    <a:moveTo>
                      <a:pt x="1143" y="3489"/>
                    </a:moveTo>
                    <a:lnTo>
                      <a:pt x="399" y="3895"/>
                    </a:lnTo>
                    <a:lnTo>
                      <a:pt x="27" y="4138"/>
                    </a:lnTo>
                  </a:path>
                  <a:path w="2305" h="4219" fill="none">
                    <a:moveTo>
                      <a:pt x="957" y="1217"/>
                    </a:moveTo>
                    <a:lnTo>
                      <a:pt x="306" y="1379"/>
                    </a:lnTo>
                    <a:lnTo>
                      <a:pt x="0" y="1580"/>
                    </a:lnTo>
                  </a:path>
                  <a:path w="2305" h="4219" fill="none">
                    <a:moveTo>
                      <a:pt x="1422" y="973"/>
                    </a:moveTo>
                    <a:lnTo>
                      <a:pt x="864" y="486"/>
                    </a:lnTo>
                  </a:path>
                  <a:path w="2305" h="4219" fill="none">
                    <a:moveTo>
                      <a:pt x="771" y="2678"/>
                    </a:moveTo>
                    <a:lnTo>
                      <a:pt x="864" y="3246"/>
                    </a:lnTo>
                    <a:lnTo>
                      <a:pt x="585" y="381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2166" y="1379"/>
                    </a:lnTo>
                    <a:lnTo>
                      <a:pt x="1887" y="730"/>
                    </a:lnTo>
                    <a:lnTo>
                      <a:pt x="1701" y="0"/>
                    </a:lnTo>
                  </a:path>
                  <a:path w="2305" h="4219" fill="none">
                    <a:moveTo>
                      <a:pt x="492" y="2109"/>
                    </a:moveTo>
                    <a:lnTo>
                      <a:pt x="213" y="2596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1323642" y="1823531"/>
                <a:ext cx="294430" cy="282382"/>
              </a:xfrm>
              <a:custGeom>
                <a:avLst/>
                <a:gdLst/>
                <a:ahLst/>
                <a:cxnLst/>
                <a:rect l="0" t="0" r="r" b="b"/>
                <a:pathLst>
                  <a:path w="2476" h="2470" fill="none">
                    <a:moveTo>
                      <a:pt x="0" y="133"/>
                    </a:moveTo>
                    <a:lnTo>
                      <a:pt x="175" y="149"/>
                    </a:lnTo>
                    <a:lnTo>
                      <a:pt x="392" y="166"/>
                    </a:lnTo>
                    <a:lnTo>
                      <a:pt x="611" y="180"/>
                    </a:lnTo>
                    <a:lnTo>
                      <a:pt x="802" y="186"/>
                    </a:lnTo>
                    <a:lnTo>
                      <a:pt x="961" y="182"/>
                    </a:lnTo>
                    <a:lnTo>
                      <a:pt x="1106" y="172"/>
                    </a:lnTo>
                    <a:lnTo>
                      <a:pt x="1245" y="158"/>
                    </a:lnTo>
                    <a:lnTo>
                      <a:pt x="1389" y="140"/>
                    </a:lnTo>
                    <a:lnTo>
                      <a:pt x="1546" y="121"/>
                    </a:lnTo>
                    <a:lnTo>
                      <a:pt x="1735" y="99"/>
                    </a:lnTo>
                    <a:lnTo>
                      <a:pt x="1950" y="71"/>
                    </a:lnTo>
                    <a:lnTo>
                      <a:pt x="2162" y="42"/>
                    </a:lnTo>
                    <a:lnTo>
                      <a:pt x="2347" y="17"/>
                    </a:lnTo>
                    <a:lnTo>
                      <a:pt x="2476" y="0"/>
                    </a:lnTo>
                  </a:path>
                  <a:path w="2476" h="2470" fill="none">
                    <a:moveTo>
                      <a:pt x="63" y="2470"/>
                    </a:moveTo>
                    <a:lnTo>
                      <a:pt x="172" y="2353"/>
                    </a:lnTo>
                    <a:lnTo>
                      <a:pt x="333" y="2182"/>
                    </a:lnTo>
                    <a:lnTo>
                      <a:pt x="520" y="1982"/>
                    </a:lnTo>
                    <a:lnTo>
                      <a:pt x="715" y="1775"/>
                    </a:lnTo>
                    <a:lnTo>
                      <a:pt x="895" y="1582"/>
                    </a:lnTo>
                    <a:lnTo>
                      <a:pt x="1064" y="1398"/>
                    </a:lnTo>
                    <a:lnTo>
                      <a:pt x="1235" y="1209"/>
                    </a:lnTo>
                    <a:lnTo>
                      <a:pt x="1404" y="1023"/>
                    </a:lnTo>
                    <a:lnTo>
                      <a:pt x="1571" y="847"/>
                    </a:lnTo>
                    <a:lnTo>
                      <a:pt x="1732" y="689"/>
                    </a:lnTo>
                    <a:lnTo>
                      <a:pt x="1899" y="546"/>
                    </a:lnTo>
                    <a:lnTo>
                      <a:pt x="2072" y="411"/>
                    </a:lnTo>
                    <a:lnTo>
                      <a:pt x="2237" y="292"/>
                    </a:lnTo>
                    <a:lnTo>
                      <a:pt x="2377" y="193"/>
                    </a:lnTo>
                    <a:lnTo>
                      <a:pt x="2476" y="121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D"/>
            <p:cNvSpPr/>
            <p:nvPr/>
          </p:nvSpPr>
          <p:spPr>
            <a:xfrm>
              <a:off x="1315163" y="1530151"/>
              <a:ext cx="350199" cy="673782"/>
            </a:xfrm>
            <a:custGeom>
              <a:avLst/>
              <a:gdLst/>
              <a:ahLst/>
              <a:cxnLst/>
              <a:rect l="0" t="0" r="r" b="b"/>
              <a:pathLst>
                <a:path w="2946" h="5894" fill="none">
                  <a:moveTo>
                    <a:pt x="321" y="5885"/>
                  </a:moveTo>
                  <a:lnTo>
                    <a:pt x="366" y="5843"/>
                  </a:lnTo>
                  <a:lnTo>
                    <a:pt x="423" y="5780"/>
                  </a:lnTo>
                  <a:lnTo>
                    <a:pt x="491" y="5701"/>
                  </a:lnTo>
                  <a:lnTo>
                    <a:pt x="492" y="5700"/>
                  </a:lnTo>
                  <a:lnTo>
                    <a:pt x="567" y="5615"/>
                  </a:lnTo>
                  <a:lnTo>
                    <a:pt x="570" y="5611"/>
                  </a:lnTo>
                  <a:lnTo>
                    <a:pt x="652" y="5528"/>
                  </a:lnTo>
                  <a:lnTo>
                    <a:pt x="659" y="5522"/>
                  </a:lnTo>
                  <a:lnTo>
                    <a:pt x="747" y="5448"/>
                  </a:lnTo>
                  <a:lnTo>
                    <a:pt x="753" y="5443"/>
                  </a:lnTo>
                  <a:lnTo>
                    <a:pt x="851" y="5373"/>
                  </a:lnTo>
                  <a:lnTo>
                    <a:pt x="854" y="5371"/>
                  </a:lnTo>
                  <a:lnTo>
                    <a:pt x="962" y="5300"/>
                  </a:lnTo>
                  <a:lnTo>
                    <a:pt x="966" y="5298"/>
                  </a:lnTo>
                  <a:lnTo>
                    <a:pt x="1081" y="5229"/>
                  </a:lnTo>
                  <a:lnTo>
                    <a:pt x="1085" y="5226"/>
                  </a:lnTo>
                  <a:lnTo>
                    <a:pt x="1203" y="5162"/>
                  </a:lnTo>
                  <a:lnTo>
                    <a:pt x="1208" y="5160"/>
                  </a:lnTo>
                  <a:lnTo>
                    <a:pt x="1325" y="5104"/>
                  </a:lnTo>
                  <a:lnTo>
                    <a:pt x="1333" y="5101"/>
                  </a:lnTo>
                  <a:lnTo>
                    <a:pt x="1446" y="5057"/>
                  </a:lnTo>
                  <a:lnTo>
                    <a:pt x="1456" y="5054"/>
                  </a:lnTo>
                  <a:lnTo>
                    <a:pt x="1566" y="5022"/>
                  </a:lnTo>
                  <a:lnTo>
                    <a:pt x="1576" y="5020"/>
                  </a:lnTo>
                  <a:lnTo>
                    <a:pt x="1687" y="4998"/>
                  </a:lnTo>
                  <a:lnTo>
                    <a:pt x="1695" y="4997"/>
                  </a:lnTo>
                  <a:lnTo>
                    <a:pt x="1806" y="4983"/>
                  </a:lnTo>
                  <a:lnTo>
                    <a:pt x="1814" y="4983"/>
                  </a:lnTo>
                  <a:lnTo>
                    <a:pt x="1923" y="4977"/>
                  </a:lnTo>
                  <a:lnTo>
                    <a:pt x="1930" y="4977"/>
                  </a:lnTo>
                  <a:lnTo>
                    <a:pt x="2037" y="4978"/>
                  </a:lnTo>
                  <a:lnTo>
                    <a:pt x="2043" y="4978"/>
                  </a:lnTo>
                  <a:lnTo>
                    <a:pt x="2146" y="4985"/>
                  </a:lnTo>
                  <a:lnTo>
                    <a:pt x="2156" y="4986"/>
                  </a:lnTo>
                  <a:lnTo>
                    <a:pt x="2257" y="5001"/>
                  </a:lnTo>
                  <a:lnTo>
                    <a:pt x="2268" y="5003"/>
                  </a:lnTo>
                  <a:lnTo>
                    <a:pt x="2368" y="5028"/>
                  </a:lnTo>
                  <a:lnTo>
                    <a:pt x="2375" y="5031"/>
                  </a:lnTo>
                  <a:lnTo>
                    <a:pt x="2473" y="5062"/>
                  </a:lnTo>
                  <a:lnTo>
                    <a:pt x="2478" y="5064"/>
                  </a:lnTo>
                  <a:lnTo>
                    <a:pt x="2571" y="5100"/>
                  </a:lnTo>
                  <a:lnTo>
                    <a:pt x="2575" y="5101"/>
                  </a:lnTo>
                  <a:lnTo>
                    <a:pt x="2662" y="5138"/>
                  </a:lnTo>
                  <a:lnTo>
                    <a:pt x="2663" y="5138"/>
                  </a:lnTo>
                  <a:lnTo>
                    <a:pt x="2742" y="5173"/>
                  </a:lnTo>
                  <a:lnTo>
                    <a:pt x="2750" y="5176"/>
                  </a:lnTo>
                  <a:lnTo>
                    <a:pt x="2757" y="5180"/>
                  </a:lnTo>
                  <a:lnTo>
                    <a:pt x="2830" y="5226"/>
                  </a:lnTo>
                  <a:lnTo>
                    <a:pt x="2837" y="5232"/>
                  </a:lnTo>
                  <a:lnTo>
                    <a:pt x="2844" y="5237"/>
                  </a:lnTo>
                  <a:lnTo>
                    <a:pt x="2913" y="5300"/>
                  </a:lnTo>
                  <a:lnTo>
                    <a:pt x="2916" y="5304"/>
                  </a:lnTo>
                  <a:lnTo>
                    <a:pt x="2945" y="5333"/>
                  </a:lnTo>
                  <a:lnTo>
                    <a:pt x="2946" y="5245"/>
                  </a:lnTo>
                  <a:lnTo>
                    <a:pt x="2936" y="5083"/>
                  </a:lnTo>
                  <a:lnTo>
                    <a:pt x="2921" y="4905"/>
                  </a:lnTo>
                  <a:lnTo>
                    <a:pt x="2905" y="4725"/>
                  </a:lnTo>
                  <a:lnTo>
                    <a:pt x="2905" y="4724"/>
                  </a:lnTo>
                  <a:lnTo>
                    <a:pt x="2892" y="4561"/>
                  </a:lnTo>
                  <a:lnTo>
                    <a:pt x="2892" y="4560"/>
                  </a:lnTo>
                  <a:lnTo>
                    <a:pt x="2882" y="4411"/>
                  </a:lnTo>
                  <a:lnTo>
                    <a:pt x="2870" y="4262"/>
                  </a:lnTo>
                  <a:lnTo>
                    <a:pt x="2857" y="4114"/>
                  </a:lnTo>
                  <a:lnTo>
                    <a:pt x="2844" y="3966"/>
                  </a:lnTo>
                  <a:lnTo>
                    <a:pt x="2831" y="3817"/>
                  </a:lnTo>
                  <a:lnTo>
                    <a:pt x="2831" y="3817"/>
                  </a:lnTo>
                  <a:lnTo>
                    <a:pt x="2818" y="3669"/>
                  </a:lnTo>
                  <a:lnTo>
                    <a:pt x="2818" y="3668"/>
                  </a:lnTo>
                  <a:lnTo>
                    <a:pt x="2806" y="3519"/>
                  </a:lnTo>
                  <a:lnTo>
                    <a:pt x="2806" y="3519"/>
                  </a:lnTo>
                  <a:lnTo>
                    <a:pt x="2794" y="3370"/>
                  </a:lnTo>
                  <a:lnTo>
                    <a:pt x="2783" y="3222"/>
                  </a:lnTo>
                  <a:lnTo>
                    <a:pt x="2771" y="3073"/>
                  </a:lnTo>
                  <a:lnTo>
                    <a:pt x="2758" y="2925"/>
                  </a:lnTo>
                  <a:lnTo>
                    <a:pt x="2743" y="2777"/>
                  </a:lnTo>
                  <a:lnTo>
                    <a:pt x="2728" y="2628"/>
                  </a:lnTo>
                  <a:lnTo>
                    <a:pt x="2712" y="2480"/>
                  </a:lnTo>
                  <a:lnTo>
                    <a:pt x="2695" y="2331"/>
                  </a:lnTo>
                  <a:lnTo>
                    <a:pt x="2676" y="2183"/>
                  </a:lnTo>
                  <a:lnTo>
                    <a:pt x="2656" y="2036"/>
                  </a:lnTo>
                  <a:lnTo>
                    <a:pt x="2632" y="1889"/>
                  </a:lnTo>
                  <a:lnTo>
                    <a:pt x="2607" y="1741"/>
                  </a:lnTo>
                  <a:lnTo>
                    <a:pt x="2578" y="1590"/>
                  </a:lnTo>
                  <a:lnTo>
                    <a:pt x="2548" y="1439"/>
                  </a:lnTo>
                  <a:lnTo>
                    <a:pt x="2516" y="1292"/>
                  </a:lnTo>
                  <a:lnTo>
                    <a:pt x="2483" y="1152"/>
                  </a:lnTo>
                  <a:lnTo>
                    <a:pt x="2448" y="1021"/>
                  </a:lnTo>
                  <a:lnTo>
                    <a:pt x="2412" y="899"/>
                  </a:lnTo>
                  <a:lnTo>
                    <a:pt x="2373" y="781"/>
                  </a:lnTo>
                  <a:lnTo>
                    <a:pt x="2332" y="670"/>
                  </a:lnTo>
                  <a:lnTo>
                    <a:pt x="2291" y="566"/>
                  </a:lnTo>
                  <a:lnTo>
                    <a:pt x="2250" y="470"/>
                  </a:lnTo>
                  <a:lnTo>
                    <a:pt x="2211" y="385"/>
                  </a:lnTo>
                  <a:lnTo>
                    <a:pt x="2175" y="309"/>
                  </a:lnTo>
                  <a:lnTo>
                    <a:pt x="2141" y="244"/>
                  </a:lnTo>
                  <a:lnTo>
                    <a:pt x="2108" y="189"/>
                  </a:lnTo>
                  <a:lnTo>
                    <a:pt x="2077" y="144"/>
                  </a:lnTo>
                  <a:lnTo>
                    <a:pt x="2045" y="106"/>
                  </a:lnTo>
                  <a:lnTo>
                    <a:pt x="2011" y="73"/>
                  </a:lnTo>
                  <a:lnTo>
                    <a:pt x="1975" y="46"/>
                  </a:lnTo>
                  <a:lnTo>
                    <a:pt x="1943" y="25"/>
                  </a:lnTo>
                  <a:lnTo>
                    <a:pt x="1913" y="12"/>
                  </a:lnTo>
                  <a:lnTo>
                    <a:pt x="1882" y="3"/>
                  </a:lnTo>
                  <a:lnTo>
                    <a:pt x="1845" y="0"/>
                  </a:lnTo>
                  <a:lnTo>
                    <a:pt x="1796" y="1"/>
                  </a:lnTo>
                  <a:lnTo>
                    <a:pt x="1733" y="11"/>
                  </a:lnTo>
                  <a:lnTo>
                    <a:pt x="1657" y="30"/>
                  </a:lnTo>
                  <a:lnTo>
                    <a:pt x="1572" y="56"/>
                  </a:lnTo>
                  <a:lnTo>
                    <a:pt x="1485" y="88"/>
                  </a:lnTo>
                  <a:lnTo>
                    <a:pt x="1399" y="125"/>
                  </a:lnTo>
                  <a:lnTo>
                    <a:pt x="1319" y="166"/>
                  </a:lnTo>
                  <a:lnTo>
                    <a:pt x="1243" y="212"/>
                  </a:lnTo>
                  <a:lnTo>
                    <a:pt x="1167" y="264"/>
                  </a:lnTo>
                  <a:lnTo>
                    <a:pt x="1092" y="321"/>
                  </a:lnTo>
                  <a:lnTo>
                    <a:pt x="1018" y="383"/>
                  </a:lnTo>
                  <a:lnTo>
                    <a:pt x="947" y="450"/>
                  </a:lnTo>
                  <a:lnTo>
                    <a:pt x="879" y="520"/>
                  </a:lnTo>
                  <a:lnTo>
                    <a:pt x="814" y="595"/>
                  </a:lnTo>
                  <a:lnTo>
                    <a:pt x="750" y="675"/>
                  </a:lnTo>
                  <a:lnTo>
                    <a:pt x="689" y="760"/>
                  </a:lnTo>
                  <a:lnTo>
                    <a:pt x="630" y="848"/>
                  </a:lnTo>
                  <a:lnTo>
                    <a:pt x="574" y="941"/>
                  </a:lnTo>
                  <a:lnTo>
                    <a:pt x="520" y="1038"/>
                  </a:lnTo>
                  <a:lnTo>
                    <a:pt x="468" y="1138"/>
                  </a:lnTo>
                  <a:lnTo>
                    <a:pt x="418" y="1244"/>
                  </a:lnTo>
                  <a:lnTo>
                    <a:pt x="371" y="1352"/>
                  </a:lnTo>
                  <a:lnTo>
                    <a:pt x="327" y="1465"/>
                  </a:lnTo>
                  <a:lnTo>
                    <a:pt x="285" y="1580"/>
                  </a:lnTo>
                  <a:lnTo>
                    <a:pt x="247" y="1697"/>
                  </a:lnTo>
                  <a:lnTo>
                    <a:pt x="212" y="1817"/>
                  </a:lnTo>
                  <a:lnTo>
                    <a:pt x="181" y="1940"/>
                  </a:lnTo>
                  <a:lnTo>
                    <a:pt x="152" y="2067"/>
                  </a:lnTo>
                  <a:lnTo>
                    <a:pt x="127" y="2196"/>
                  </a:lnTo>
                  <a:lnTo>
                    <a:pt x="103" y="2326"/>
                  </a:lnTo>
                  <a:lnTo>
                    <a:pt x="82" y="2456"/>
                  </a:lnTo>
                  <a:lnTo>
                    <a:pt x="64" y="2587"/>
                  </a:lnTo>
                  <a:lnTo>
                    <a:pt x="48" y="2720"/>
                  </a:lnTo>
                  <a:lnTo>
                    <a:pt x="35" y="2855"/>
                  </a:lnTo>
                  <a:lnTo>
                    <a:pt x="24" y="2990"/>
                  </a:lnTo>
                  <a:lnTo>
                    <a:pt x="16" y="3125"/>
                  </a:lnTo>
                  <a:lnTo>
                    <a:pt x="9" y="3260"/>
                  </a:lnTo>
                  <a:lnTo>
                    <a:pt x="4" y="3394"/>
                  </a:lnTo>
                  <a:lnTo>
                    <a:pt x="1" y="3529"/>
                  </a:lnTo>
                  <a:lnTo>
                    <a:pt x="0" y="3664"/>
                  </a:lnTo>
                  <a:lnTo>
                    <a:pt x="1" y="3799"/>
                  </a:lnTo>
                  <a:lnTo>
                    <a:pt x="4" y="3932"/>
                  </a:lnTo>
                  <a:lnTo>
                    <a:pt x="9" y="4064"/>
                  </a:lnTo>
                  <a:lnTo>
                    <a:pt x="16" y="4195"/>
                  </a:lnTo>
                  <a:lnTo>
                    <a:pt x="26" y="4326"/>
                  </a:lnTo>
                  <a:lnTo>
                    <a:pt x="39" y="4457"/>
                  </a:lnTo>
                  <a:lnTo>
                    <a:pt x="52" y="4585"/>
                  </a:lnTo>
                  <a:lnTo>
                    <a:pt x="67" y="4709"/>
                  </a:lnTo>
                  <a:lnTo>
                    <a:pt x="82" y="4828"/>
                  </a:lnTo>
                  <a:lnTo>
                    <a:pt x="99" y="4941"/>
                  </a:lnTo>
                  <a:lnTo>
                    <a:pt x="116" y="5050"/>
                  </a:lnTo>
                  <a:lnTo>
                    <a:pt x="134" y="5155"/>
                  </a:lnTo>
                  <a:lnTo>
                    <a:pt x="153" y="5256"/>
                  </a:lnTo>
                  <a:lnTo>
                    <a:pt x="173" y="5353"/>
                  </a:lnTo>
                  <a:lnTo>
                    <a:pt x="193" y="5447"/>
                  </a:lnTo>
                  <a:lnTo>
                    <a:pt x="213" y="5542"/>
                  </a:lnTo>
                  <a:lnTo>
                    <a:pt x="234" y="5637"/>
                  </a:lnTo>
                  <a:lnTo>
                    <a:pt x="254" y="5727"/>
                  </a:lnTo>
                  <a:lnTo>
                    <a:pt x="275" y="5807"/>
                  </a:lnTo>
                  <a:lnTo>
                    <a:pt x="295" y="5870"/>
                  </a:lnTo>
                  <a:lnTo>
                    <a:pt x="307" y="5894"/>
                  </a:lnTo>
                  <a:lnTo>
                    <a:pt x="321" y="588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6" name="PulmonIzquierdo"/>
            <p:cNvGrpSpPr/>
            <p:nvPr/>
          </p:nvGrpSpPr>
          <p:grpSpPr>
            <a:xfrm>
              <a:off x="1833367" y="1530151"/>
              <a:ext cx="326190" cy="695728"/>
              <a:chOff x="1833367" y="1530151"/>
              <a:chExt cx="326190" cy="695728"/>
            </a:xfrm>
          </p:grpSpPr>
          <p:sp>
            <p:nvSpPr>
              <p:cNvPr id="27" name="Forma 26"/>
              <p:cNvSpPr/>
              <p:nvPr/>
            </p:nvSpPr>
            <p:spPr>
              <a:xfrm>
                <a:off x="1833367" y="1530151"/>
                <a:ext cx="326190" cy="695728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775" y="8535"/>
                    </a:moveTo>
                    <a:lnTo>
                      <a:pt x="788" y="8532"/>
                    </a:lnTo>
                    <a:lnTo>
                      <a:pt x="967" y="8507"/>
                    </a:lnTo>
                    <a:lnTo>
                      <a:pt x="981" y="8506"/>
                    </a:lnTo>
                    <a:lnTo>
                      <a:pt x="1150" y="8494"/>
                    </a:lnTo>
                    <a:lnTo>
                      <a:pt x="1161" y="8494"/>
                    </a:lnTo>
                    <a:lnTo>
                      <a:pt x="1336" y="8492"/>
                    </a:lnTo>
                    <a:lnTo>
                      <a:pt x="1348" y="8493"/>
                    </a:lnTo>
                    <a:lnTo>
                      <a:pt x="1527" y="8502"/>
                    </a:lnTo>
                    <a:lnTo>
                      <a:pt x="1540" y="8503"/>
                    </a:lnTo>
                    <a:lnTo>
                      <a:pt x="1722" y="8525"/>
                    </a:lnTo>
                    <a:lnTo>
                      <a:pt x="1736" y="8528"/>
                    </a:lnTo>
                    <a:lnTo>
                      <a:pt x="1918" y="8564"/>
                    </a:lnTo>
                    <a:lnTo>
                      <a:pt x="1933" y="8567"/>
                    </a:lnTo>
                    <a:lnTo>
                      <a:pt x="2115" y="8619"/>
                    </a:lnTo>
                    <a:lnTo>
                      <a:pt x="2131" y="8624"/>
                    </a:lnTo>
                    <a:lnTo>
                      <a:pt x="2317" y="8696"/>
                    </a:lnTo>
                    <a:lnTo>
                      <a:pt x="2329" y="8701"/>
                    </a:lnTo>
                    <a:lnTo>
                      <a:pt x="2522" y="8792"/>
                    </a:lnTo>
                    <a:lnTo>
                      <a:pt x="2531" y="8797"/>
                    </a:lnTo>
                    <a:lnTo>
                      <a:pt x="2725" y="8902"/>
                    </a:lnTo>
                    <a:lnTo>
                      <a:pt x="2731" y="8906"/>
                    </a:lnTo>
                    <a:lnTo>
                      <a:pt x="2920" y="9020"/>
                    </a:lnTo>
                    <a:lnTo>
                      <a:pt x="2926" y="9023"/>
                    </a:lnTo>
                    <a:lnTo>
                      <a:pt x="3103" y="9140"/>
                    </a:lnTo>
                    <a:lnTo>
                      <a:pt x="3108" y="9144"/>
                    </a:lnTo>
                    <a:lnTo>
                      <a:pt x="3269" y="9258"/>
                    </a:lnTo>
                    <a:lnTo>
                      <a:pt x="3280" y="9266"/>
                    </a:lnTo>
                    <a:lnTo>
                      <a:pt x="3425" y="9388"/>
                    </a:lnTo>
                    <a:lnTo>
                      <a:pt x="3436" y="9398"/>
                    </a:lnTo>
                    <a:lnTo>
                      <a:pt x="3570" y="9535"/>
                    </a:lnTo>
                    <a:lnTo>
                      <a:pt x="3576" y="9541"/>
                    </a:lnTo>
                    <a:lnTo>
                      <a:pt x="3699" y="9680"/>
                    </a:lnTo>
                    <a:lnTo>
                      <a:pt x="3701" y="9682"/>
                    </a:lnTo>
                    <a:lnTo>
                      <a:pt x="3811" y="9811"/>
                    </a:lnTo>
                    <a:lnTo>
                      <a:pt x="3905" y="9915"/>
                    </a:lnTo>
                    <a:lnTo>
                      <a:pt x="3980" y="9983"/>
                    </a:lnTo>
                    <a:lnTo>
                      <a:pt x="4003" y="10000"/>
                    </a:lnTo>
                    <a:lnTo>
                      <a:pt x="4022" y="9960"/>
                    </a:lnTo>
                    <a:lnTo>
                      <a:pt x="4056" y="9865"/>
                    </a:lnTo>
                    <a:lnTo>
                      <a:pt x="4089" y="9743"/>
                    </a:lnTo>
                    <a:lnTo>
                      <a:pt x="4123" y="9600"/>
                    </a:lnTo>
                    <a:lnTo>
                      <a:pt x="4156" y="9441"/>
                    </a:lnTo>
                    <a:lnTo>
                      <a:pt x="4189" y="9269"/>
                    </a:lnTo>
                    <a:lnTo>
                      <a:pt x="4221" y="9078"/>
                    </a:lnTo>
                    <a:lnTo>
                      <a:pt x="4254" y="8862"/>
                    </a:lnTo>
                    <a:lnTo>
                      <a:pt x="4285" y="8631"/>
                    </a:lnTo>
                    <a:lnTo>
                      <a:pt x="4316" y="8393"/>
                    </a:lnTo>
                    <a:lnTo>
                      <a:pt x="4344" y="8156"/>
                    </a:lnTo>
                    <a:lnTo>
                      <a:pt x="4371" y="7931"/>
                    </a:lnTo>
                    <a:lnTo>
                      <a:pt x="4396" y="7716"/>
                    </a:lnTo>
                    <a:lnTo>
                      <a:pt x="4421" y="7506"/>
                    </a:lnTo>
                    <a:lnTo>
                      <a:pt x="4443" y="7299"/>
                    </a:lnTo>
                    <a:lnTo>
                      <a:pt x="4463" y="7092"/>
                    </a:lnTo>
                    <a:lnTo>
                      <a:pt x="4480" y="6885"/>
                    </a:lnTo>
                    <a:lnTo>
                      <a:pt x="4492" y="6673"/>
                    </a:lnTo>
                    <a:lnTo>
                      <a:pt x="4501" y="6457"/>
                    </a:lnTo>
                    <a:lnTo>
                      <a:pt x="4506" y="6238"/>
                    </a:lnTo>
                    <a:lnTo>
                      <a:pt x="4508" y="6017"/>
                    </a:lnTo>
                    <a:lnTo>
                      <a:pt x="4506" y="5796"/>
                    </a:lnTo>
                    <a:lnTo>
                      <a:pt x="4501" y="5574"/>
                    </a:lnTo>
                    <a:lnTo>
                      <a:pt x="4492" y="5353"/>
                    </a:lnTo>
                    <a:lnTo>
                      <a:pt x="4481" y="5132"/>
                    </a:lnTo>
                    <a:lnTo>
                      <a:pt x="4467" y="4910"/>
                    </a:lnTo>
                    <a:lnTo>
                      <a:pt x="4449" y="4688"/>
                    </a:lnTo>
                    <a:lnTo>
                      <a:pt x="4427" y="4467"/>
                    </a:lnTo>
                    <a:lnTo>
                      <a:pt x="4402" y="4249"/>
                    </a:lnTo>
                    <a:lnTo>
                      <a:pt x="4371" y="4034"/>
                    </a:lnTo>
                    <a:lnTo>
                      <a:pt x="4337" y="3819"/>
                    </a:lnTo>
                    <a:lnTo>
                      <a:pt x="4299" y="3605"/>
                    </a:lnTo>
                    <a:lnTo>
                      <a:pt x="4256" y="3394"/>
                    </a:lnTo>
                    <a:lnTo>
                      <a:pt x="4209" y="3186"/>
                    </a:lnTo>
                    <a:lnTo>
                      <a:pt x="4158" y="2983"/>
                    </a:lnTo>
                    <a:lnTo>
                      <a:pt x="4101" y="2786"/>
                    </a:lnTo>
                    <a:lnTo>
                      <a:pt x="4038" y="2594"/>
                    </a:lnTo>
                    <a:lnTo>
                      <a:pt x="3970" y="2405"/>
                    </a:lnTo>
                    <a:lnTo>
                      <a:pt x="3897" y="2221"/>
                    </a:lnTo>
                    <a:lnTo>
                      <a:pt x="3819" y="2042"/>
                    </a:lnTo>
                    <a:lnTo>
                      <a:pt x="3738" y="1870"/>
                    </a:lnTo>
                    <a:lnTo>
                      <a:pt x="3653" y="1705"/>
                    </a:lnTo>
                    <a:lnTo>
                      <a:pt x="3564" y="1546"/>
                    </a:lnTo>
                    <a:lnTo>
                      <a:pt x="3471" y="1394"/>
                    </a:lnTo>
                    <a:lnTo>
                      <a:pt x="3374" y="1248"/>
                    </a:lnTo>
                    <a:lnTo>
                      <a:pt x="3274" y="1109"/>
                    </a:lnTo>
                    <a:lnTo>
                      <a:pt x="3170" y="978"/>
                    </a:lnTo>
                    <a:lnTo>
                      <a:pt x="3062" y="855"/>
                    </a:lnTo>
                    <a:lnTo>
                      <a:pt x="2950" y="739"/>
                    </a:lnTo>
                    <a:lnTo>
                      <a:pt x="2834" y="630"/>
                    </a:lnTo>
                    <a:lnTo>
                      <a:pt x="2713" y="528"/>
                    </a:lnTo>
                    <a:lnTo>
                      <a:pt x="2590" y="434"/>
                    </a:lnTo>
                    <a:lnTo>
                      <a:pt x="2465" y="349"/>
                    </a:lnTo>
                    <a:lnTo>
                      <a:pt x="2339" y="274"/>
                    </a:lnTo>
                    <a:lnTo>
                      <a:pt x="2208" y="206"/>
                    </a:lnTo>
                    <a:lnTo>
                      <a:pt x="2067" y="145"/>
                    </a:lnTo>
                    <a:lnTo>
                      <a:pt x="1924" y="92"/>
                    </a:lnTo>
                    <a:lnTo>
                      <a:pt x="1785" y="49"/>
                    </a:lnTo>
                    <a:lnTo>
                      <a:pt x="1659" y="19"/>
                    </a:lnTo>
                    <a:lnTo>
                      <a:pt x="1555" y="3"/>
                    </a:lnTo>
                    <a:lnTo>
                      <a:pt x="1476" y="0"/>
                    </a:lnTo>
                    <a:lnTo>
                      <a:pt x="1414" y="6"/>
                    </a:lnTo>
                    <a:lnTo>
                      <a:pt x="1363" y="19"/>
                    </a:lnTo>
                    <a:lnTo>
                      <a:pt x="1314" y="42"/>
                    </a:lnTo>
                    <a:lnTo>
                      <a:pt x="1261" y="76"/>
                    </a:lnTo>
                    <a:lnTo>
                      <a:pt x="1203" y="121"/>
                    </a:lnTo>
                    <a:lnTo>
                      <a:pt x="1147" y="174"/>
                    </a:lnTo>
                    <a:lnTo>
                      <a:pt x="1095" y="236"/>
                    </a:lnTo>
                    <a:lnTo>
                      <a:pt x="1043" y="311"/>
                    </a:lnTo>
                    <a:lnTo>
                      <a:pt x="990" y="402"/>
                    </a:lnTo>
                    <a:lnTo>
                      <a:pt x="934" y="508"/>
                    </a:lnTo>
                    <a:lnTo>
                      <a:pt x="874" y="632"/>
                    </a:lnTo>
                    <a:lnTo>
                      <a:pt x="810" y="773"/>
                    </a:lnTo>
                    <a:lnTo>
                      <a:pt x="743" y="930"/>
                    </a:lnTo>
                    <a:lnTo>
                      <a:pt x="676" y="1101"/>
                    </a:lnTo>
                    <a:lnTo>
                      <a:pt x="609" y="1283"/>
                    </a:lnTo>
                    <a:lnTo>
                      <a:pt x="545" y="1476"/>
                    </a:lnTo>
                    <a:lnTo>
                      <a:pt x="484" y="1677"/>
                    </a:lnTo>
                    <a:lnTo>
                      <a:pt x="428" y="1892"/>
                    </a:lnTo>
                    <a:lnTo>
                      <a:pt x="373" y="2122"/>
                    </a:lnTo>
                    <a:lnTo>
                      <a:pt x="320" y="2363"/>
                    </a:lnTo>
                    <a:lnTo>
                      <a:pt x="271" y="2610"/>
                    </a:lnTo>
                    <a:lnTo>
                      <a:pt x="224" y="2859"/>
                    </a:lnTo>
                    <a:lnTo>
                      <a:pt x="182" y="3104"/>
                    </a:lnTo>
                    <a:lnTo>
                      <a:pt x="182" y="3104"/>
                    </a:lnTo>
                    <a:lnTo>
                      <a:pt x="138" y="3347"/>
                    </a:lnTo>
                    <a:lnTo>
                      <a:pt x="138" y="3348"/>
                    </a:lnTo>
                    <a:lnTo>
                      <a:pt x="92" y="3591"/>
                    </a:lnTo>
                    <a:lnTo>
                      <a:pt x="50" y="3832"/>
                    </a:lnTo>
                    <a:lnTo>
                      <a:pt x="18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5" y="4772"/>
                    </a:lnTo>
                    <a:lnTo>
                      <a:pt x="72" y="5008"/>
                    </a:lnTo>
                    <a:lnTo>
                      <a:pt x="133" y="5247"/>
                    </a:lnTo>
                    <a:lnTo>
                      <a:pt x="203" y="5489"/>
                    </a:lnTo>
                    <a:lnTo>
                      <a:pt x="203" y="5490"/>
                    </a:lnTo>
                    <a:lnTo>
                      <a:pt x="271" y="5734"/>
                    </a:lnTo>
                    <a:lnTo>
                      <a:pt x="272" y="5738"/>
                    </a:lnTo>
                    <a:lnTo>
                      <a:pt x="333" y="5982"/>
                    </a:lnTo>
                    <a:lnTo>
                      <a:pt x="333" y="5985"/>
                    </a:lnTo>
                    <a:lnTo>
                      <a:pt x="388" y="6224"/>
                    </a:lnTo>
                    <a:lnTo>
                      <a:pt x="444" y="6459"/>
                    </a:lnTo>
                    <a:lnTo>
                      <a:pt x="444" y="6460"/>
                    </a:lnTo>
                    <a:lnTo>
                      <a:pt x="499" y="6695"/>
                    </a:lnTo>
                    <a:lnTo>
                      <a:pt x="500" y="6697"/>
                    </a:lnTo>
                    <a:lnTo>
                      <a:pt x="552" y="6938"/>
                    </a:lnTo>
                    <a:lnTo>
                      <a:pt x="553" y="6941"/>
                    </a:lnTo>
                    <a:lnTo>
                      <a:pt x="600" y="7191"/>
                    </a:lnTo>
                    <a:lnTo>
                      <a:pt x="601" y="7196"/>
                    </a:lnTo>
                    <a:lnTo>
                      <a:pt x="641" y="7460"/>
                    </a:lnTo>
                    <a:lnTo>
                      <a:pt x="641" y="7463"/>
                    </a:lnTo>
                    <a:lnTo>
                      <a:pt x="680" y="7770"/>
                    </a:lnTo>
                    <a:lnTo>
                      <a:pt x="680" y="7772"/>
                    </a:lnTo>
                    <a:lnTo>
                      <a:pt x="719" y="8123"/>
                    </a:lnTo>
                    <a:lnTo>
                      <a:pt x="720" y="8125"/>
                    </a:lnTo>
                    <a:lnTo>
                      <a:pt x="754" y="8486"/>
                    </a:lnTo>
                    <a:lnTo>
                      <a:pt x="754" y="8490"/>
                    </a:lnTo>
                    <a:lnTo>
                      <a:pt x="758" y="8538"/>
                    </a:lnTo>
                    <a:lnTo>
                      <a:pt x="775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8" name="Forma 27"/>
              <p:cNvSpPr/>
              <p:nvPr/>
            </p:nvSpPr>
            <p:spPr>
              <a:xfrm>
                <a:off x="1862176" y="1596241"/>
                <a:ext cx="274109" cy="482104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7" fill="none">
                    <a:moveTo>
                      <a:pt x="0" y="1987"/>
                    </a:moveTo>
                    <a:lnTo>
                      <a:pt x="604" y="1703"/>
                    </a:lnTo>
                    <a:lnTo>
                      <a:pt x="1348" y="1216"/>
                    </a:lnTo>
                    <a:lnTo>
                      <a:pt x="1767" y="730"/>
                    </a:lnTo>
                  </a:path>
                  <a:path w="2305" h="4217" fill="none">
                    <a:moveTo>
                      <a:pt x="604" y="1703"/>
                    </a:moveTo>
                    <a:lnTo>
                      <a:pt x="883" y="973"/>
                    </a:lnTo>
                    <a:lnTo>
                      <a:pt x="1022" y="16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883" y="2108"/>
                    </a:lnTo>
                    <a:lnTo>
                      <a:pt x="1813" y="2108"/>
                    </a:lnTo>
                    <a:lnTo>
                      <a:pt x="2278" y="2190"/>
                    </a:lnTo>
                  </a:path>
                  <a:path w="2305" h="4217" fill="none">
                    <a:moveTo>
                      <a:pt x="883" y="2108"/>
                    </a:moveTo>
                    <a:lnTo>
                      <a:pt x="1534" y="2676"/>
                    </a:lnTo>
                    <a:lnTo>
                      <a:pt x="2046" y="3163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604" y="2676"/>
                    </a:lnTo>
                    <a:lnTo>
                      <a:pt x="1162" y="3487"/>
                    </a:lnTo>
                    <a:lnTo>
                      <a:pt x="1673" y="4136"/>
                    </a:lnTo>
                  </a:path>
                  <a:path w="2305" h="4217" fill="none">
                    <a:moveTo>
                      <a:pt x="604" y="2676"/>
                    </a:moveTo>
                    <a:lnTo>
                      <a:pt x="325" y="3487"/>
                    </a:lnTo>
                    <a:lnTo>
                      <a:pt x="604" y="4217"/>
                    </a:lnTo>
                  </a:path>
                  <a:path w="2305" h="4217" fill="none">
                    <a:moveTo>
                      <a:pt x="1162" y="3487"/>
                    </a:moveTo>
                    <a:lnTo>
                      <a:pt x="1906" y="3893"/>
                    </a:lnTo>
                    <a:lnTo>
                      <a:pt x="2278" y="4136"/>
                    </a:lnTo>
                  </a:path>
                  <a:path w="2305" h="4217" fill="none">
                    <a:moveTo>
                      <a:pt x="1348" y="1216"/>
                    </a:moveTo>
                    <a:lnTo>
                      <a:pt x="1999" y="1378"/>
                    </a:lnTo>
                    <a:lnTo>
                      <a:pt x="2305" y="1579"/>
                    </a:lnTo>
                  </a:path>
                  <a:path w="2305" h="4217" fill="none">
                    <a:moveTo>
                      <a:pt x="883" y="973"/>
                    </a:moveTo>
                    <a:lnTo>
                      <a:pt x="1441" y="486"/>
                    </a:lnTo>
                  </a:path>
                  <a:path w="2305" h="4217" fill="none">
                    <a:moveTo>
                      <a:pt x="1534" y="2676"/>
                    </a:moveTo>
                    <a:lnTo>
                      <a:pt x="1441" y="3244"/>
                    </a:lnTo>
                    <a:lnTo>
                      <a:pt x="1720" y="381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139" y="1378"/>
                    </a:lnTo>
                    <a:lnTo>
                      <a:pt x="418" y="730"/>
                    </a:lnTo>
                    <a:lnTo>
                      <a:pt x="604" y="0"/>
                    </a:lnTo>
                  </a:path>
                  <a:path w="2305" h="4217" fill="none">
                    <a:moveTo>
                      <a:pt x="1813" y="2108"/>
                    </a:moveTo>
                    <a:lnTo>
                      <a:pt x="2092" y="2595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1865492" y="1837293"/>
                <a:ext cx="279536" cy="262892"/>
              </a:xfrm>
              <a:custGeom>
                <a:avLst/>
                <a:gdLst/>
                <a:ahLst/>
                <a:cxnLst/>
                <a:rect l="0" t="0" r="r" b="b"/>
                <a:pathLst>
                  <a:path w="2351" h="2300" fill="none">
                    <a:moveTo>
                      <a:pt x="2351" y="2300"/>
                    </a:moveTo>
                    <a:lnTo>
                      <a:pt x="2277" y="2218"/>
                    </a:lnTo>
                    <a:lnTo>
                      <a:pt x="2103" y="2029"/>
                    </a:lnTo>
                    <a:lnTo>
                      <a:pt x="1902" y="1809"/>
                    </a:lnTo>
                    <a:lnTo>
                      <a:pt x="1695" y="1583"/>
                    </a:lnTo>
                    <a:lnTo>
                      <a:pt x="1506" y="1378"/>
                    </a:lnTo>
                    <a:lnTo>
                      <a:pt x="1332" y="1188"/>
                    </a:lnTo>
                    <a:lnTo>
                      <a:pt x="1159" y="996"/>
                    </a:lnTo>
                    <a:lnTo>
                      <a:pt x="989" y="810"/>
                    </a:lnTo>
                    <a:lnTo>
                      <a:pt x="825" y="637"/>
                    </a:lnTo>
                    <a:lnTo>
                      <a:pt x="669" y="486"/>
                    </a:lnTo>
                    <a:lnTo>
                      <a:pt x="514" y="355"/>
                    </a:lnTo>
                    <a:lnTo>
                      <a:pt x="357" y="239"/>
                    </a:lnTo>
                    <a:lnTo>
                      <a:pt x="211" y="140"/>
                    </a:lnTo>
                    <a:lnTo>
                      <a:pt x="88" y="59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30" name="PleuraVisceralI"/>
            <p:cNvSpPr/>
            <p:nvPr/>
          </p:nvSpPr>
          <p:spPr>
            <a:xfrm>
              <a:off x="1833367" y="1530151"/>
              <a:ext cx="326190" cy="695728"/>
            </a:xfrm>
            <a:custGeom>
              <a:avLst/>
              <a:gdLst/>
              <a:ahLst/>
              <a:cxnLst/>
              <a:rect l="0" t="0" r="r" b="b"/>
              <a:pathLst>
                <a:path w="2744" h="6086" fill="none">
                  <a:moveTo>
                    <a:pt x="472" y="5195"/>
                  </a:moveTo>
                  <a:lnTo>
                    <a:pt x="480" y="5193"/>
                  </a:lnTo>
                  <a:lnTo>
                    <a:pt x="588" y="5178"/>
                  </a:lnTo>
                  <a:lnTo>
                    <a:pt x="597" y="5177"/>
                  </a:lnTo>
                  <a:lnTo>
                    <a:pt x="700" y="5170"/>
                  </a:lnTo>
                  <a:lnTo>
                    <a:pt x="706" y="5170"/>
                  </a:lnTo>
                  <a:lnTo>
                    <a:pt x="813" y="5169"/>
                  </a:lnTo>
                  <a:lnTo>
                    <a:pt x="820" y="5169"/>
                  </a:lnTo>
                  <a:lnTo>
                    <a:pt x="929" y="5175"/>
                  </a:lnTo>
                  <a:lnTo>
                    <a:pt x="937" y="5176"/>
                  </a:lnTo>
                  <a:lnTo>
                    <a:pt x="1048" y="5189"/>
                  </a:lnTo>
                  <a:lnTo>
                    <a:pt x="1056" y="5190"/>
                  </a:lnTo>
                  <a:lnTo>
                    <a:pt x="1168" y="5212"/>
                  </a:lnTo>
                  <a:lnTo>
                    <a:pt x="1177" y="5215"/>
                  </a:lnTo>
                  <a:lnTo>
                    <a:pt x="1287" y="5246"/>
                  </a:lnTo>
                  <a:lnTo>
                    <a:pt x="1297" y="5249"/>
                  </a:lnTo>
                  <a:lnTo>
                    <a:pt x="1410" y="5293"/>
                  </a:lnTo>
                  <a:lnTo>
                    <a:pt x="1418" y="5296"/>
                  </a:lnTo>
                  <a:lnTo>
                    <a:pt x="1535" y="5352"/>
                  </a:lnTo>
                  <a:lnTo>
                    <a:pt x="1540" y="5354"/>
                  </a:lnTo>
                  <a:lnTo>
                    <a:pt x="1658" y="5418"/>
                  </a:lnTo>
                  <a:lnTo>
                    <a:pt x="1662" y="5421"/>
                  </a:lnTo>
                  <a:lnTo>
                    <a:pt x="1777" y="5490"/>
                  </a:lnTo>
                  <a:lnTo>
                    <a:pt x="1781" y="5492"/>
                  </a:lnTo>
                  <a:lnTo>
                    <a:pt x="1889" y="5563"/>
                  </a:lnTo>
                  <a:lnTo>
                    <a:pt x="1892" y="5565"/>
                  </a:lnTo>
                  <a:lnTo>
                    <a:pt x="1990" y="5635"/>
                  </a:lnTo>
                  <a:lnTo>
                    <a:pt x="1996" y="5640"/>
                  </a:lnTo>
                  <a:lnTo>
                    <a:pt x="2084" y="5714"/>
                  </a:lnTo>
                  <a:lnTo>
                    <a:pt x="2091" y="5720"/>
                  </a:lnTo>
                  <a:lnTo>
                    <a:pt x="2173" y="5803"/>
                  </a:lnTo>
                  <a:lnTo>
                    <a:pt x="2176" y="5807"/>
                  </a:lnTo>
                  <a:lnTo>
                    <a:pt x="2251" y="5892"/>
                  </a:lnTo>
                  <a:lnTo>
                    <a:pt x="2252" y="5893"/>
                  </a:lnTo>
                  <a:lnTo>
                    <a:pt x="2320" y="5972"/>
                  </a:lnTo>
                  <a:lnTo>
                    <a:pt x="2377" y="6035"/>
                  </a:lnTo>
                  <a:lnTo>
                    <a:pt x="2422" y="6076"/>
                  </a:lnTo>
                  <a:lnTo>
                    <a:pt x="2436" y="6086"/>
                  </a:lnTo>
                  <a:lnTo>
                    <a:pt x="2448" y="6062"/>
                  </a:lnTo>
                  <a:lnTo>
                    <a:pt x="2468" y="6005"/>
                  </a:lnTo>
                  <a:lnTo>
                    <a:pt x="2489" y="5931"/>
                  </a:lnTo>
                  <a:lnTo>
                    <a:pt x="2509" y="5843"/>
                  </a:lnTo>
                  <a:lnTo>
                    <a:pt x="2530" y="5746"/>
                  </a:lnTo>
                  <a:lnTo>
                    <a:pt x="2549" y="5642"/>
                  </a:lnTo>
                  <a:lnTo>
                    <a:pt x="2569" y="5525"/>
                  </a:lnTo>
                  <a:lnTo>
                    <a:pt x="2589" y="5394"/>
                  </a:lnTo>
                  <a:lnTo>
                    <a:pt x="2608" y="5253"/>
                  </a:lnTo>
                  <a:lnTo>
                    <a:pt x="2627" y="5108"/>
                  </a:lnTo>
                  <a:lnTo>
                    <a:pt x="2644" y="4964"/>
                  </a:lnTo>
                  <a:lnTo>
                    <a:pt x="2660" y="4827"/>
                  </a:lnTo>
                  <a:lnTo>
                    <a:pt x="2676" y="4696"/>
                  </a:lnTo>
                  <a:lnTo>
                    <a:pt x="2691" y="4568"/>
                  </a:lnTo>
                  <a:lnTo>
                    <a:pt x="2704" y="4442"/>
                  </a:lnTo>
                  <a:lnTo>
                    <a:pt x="2717" y="4317"/>
                  </a:lnTo>
                  <a:lnTo>
                    <a:pt x="2727" y="4190"/>
                  </a:lnTo>
                  <a:lnTo>
                    <a:pt x="2734" y="4062"/>
                  </a:lnTo>
                  <a:lnTo>
                    <a:pt x="2739" y="3930"/>
                  </a:lnTo>
                  <a:lnTo>
                    <a:pt x="2743" y="3797"/>
                  </a:lnTo>
                  <a:lnTo>
                    <a:pt x="2744" y="3663"/>
                  </a:lnTo>
                  <a:lnTo>
                    <a:pt x="2743" y="3528"/>
                  </a:lnTo>
                  <a:lnTo>
                    <a:pt x="2739" y="3392"/>
                  </a:lnTo>
                  <a:lnTo>
                    <a:pt x="2734" y="3258"/>
                  </a:lnTo>
                  <a:lnTo>
                    <a:pt x="2727" y="3123"/>
                  </a:lnTo>
                  <a:lnTo>
                    <a:pt x="2719" y="2988"/>
                  </a:lnTo>
                  <a:lnTo>
                    <a:pt x="2708" y="2853"/>
                  </a:lnTo>
                  <a:lnTo>
                    <a:pt x="2695" y="2719"/>
                  </a:lnTo>
                  <a:lnTo>
                    <a:pt x="2679" y="2586"/>
                  </a:lnTo>
                  <a:lnTo>
                    <a:pt x="2661" y="2455"/>
                  </a:lnTo>
                  <a:lnTo>
                    <a:pt x="2640" y="2325"/>
                  </a:lnTo>
                  <a:lnTo>
                    <a:pt x="2616" y="2194"/>
                  </a:lnTo>
                  <a:lnTo>
                    <a:pt x="2591" y="2066"/>
                  </a:lnTo>
                  <a:lnTo>
                    <a:pt x="2562" y="1939"/>
                  </a:lnTo>
                  <a:lnTo>
                    <a:pt x="2531" y="1816"/>
                  </a:lnTo>
                  <a:lnTo>
                    <a:pt x="2496" y="1696"/>
                  </a:lnTo>
                  <a:lnTo>
                    <a:pt x="2458" y="1579"/>
                  </a:lnTo>
                  <a:lnTo>
                    <a:pt x="2416" y="1464"/>
                  </a:lnTo>
                  <a:lnTo>
                    <a:pt x="2372" y="1352"/>
                  </a:lnTo>
                  <a:lnTo>
                    <a:pt x="2325" y="1243"/>
                  </a:lnTo>
                  <a:lnTo>
                    <a:pt x="2275" y="1138"/>
                  </a:lnTo>
                  <a:lnTo>
                    <a:pt x="2223" y="1037"/>
                  </a:lnTo>
                  <a:lnTo>
                    <a:pt x="2169" y="941"/>
                  </a:lnTo>
                  <a:lnTo>
                    <a:pt x="2113" y="848"/>
                  </a:lnTo>
                  <a:lnTo>
                    <a:pt x="2054" y="759"/>
                  </a:lnTo>
                  <a:lnTo>
                    <a:pt x="1993" y="675"/>
                  </a:lnTo>
                  <a:lnTo>
                    <a:pt x="1929" y="595"/>
                  </a:lnTo>
                  <a:lnTo>
                    <a:pt x="1864" y="520"/>
                  </a:lnTo>
                  <a:lnTo>
                    <a:pt x="1796" y="450"/>
                  </a:lnTo>
                  <a:lnTo>
                    <a:pt x="1725" y="383"/>
                  </a:lnTo>
                  <a:lnTo>
                    <a:pt x="1651" y="321"/>
                  </a:lnTo>
                  <a:lnTo>
                    <a:pt x="1576" y="264"/>
                  </a:lnTo>
                  <a:lnTo>
                    <a:pt x="1500" y="212"/>
                  </a:lnTo>
                  <a:lnTo>
                    <a:pt x="1424" y="166"/>
                  </a:lnTo>
                  <a:lnTo>
                    <a:pt x="1344" y="125"/>
                  </a:lnTo>
                  <a:lnTo>
                    <a:pt x="1258" y="88"/>
                  </a:lnTo>
                  <a:lnTo>
                    <a:pt x="1171" y="56"/>
                  </a:lnTo>
                  <a:lnTo>
                    <a:pt x="1086" y="30"/>
                  </a:lnTo>
                  <a:lnTo>
                    <a:pt x="1010" y="11"/>
                  </a:lnTo>
                  <a:lnTo>
                    <a:pt x="947" y="1"/>
                  </a:lnTo>
                  <a:lnTo>
                    <a:pt x="898" y="0"/>
                  </a:lnTo>
                  <a:lnTo>
                    <a:pt x="861" y="3"/>
                  </a:lnTo>
                  <a:lnTo>
                    <a:pt x="830" y="12"/>
                  </a:lnTo>
                  <a:lnTo>
                    <a:pt x="800" y="25"/>
                  </a:lnTo>
                  <a:lnTo>
                    <a:pt x="768" y="46"/>
                  </a:lnTo>
                  <a:lnTo>
                    <a:pt x="732" y="73"/>
                  </a:lnTo>
                  <a:lnTo>
                    <a:pt x="698" y="106"/>
                  </a:lnTo>
                  <a:lnTo>
                    <a:pt x="666" y="144"/>
                  </a:lnTo>
                  <a:lnTo>
                    <a:pt x="635" y="189"/>
                  </a:lnTo>
                  <a:lnTo>
                    <a:pt x="602" y="244"/>
                  </a:lnTo>
                  <a:lnTo>
                    <a:pt x="568" y="309"/>
                  </a:lnTo>
                  <a:lnTo>
                    <a:pt x="532" y="384"/>
                  </a:lnTo>
                  <a:lnTo>
                    <a:pt x="493" y="470"/>
                  </a:lnTo>
                  <a:lnTo>
                    <a:pt x="452" y="566"/>
                  </a:lnTo>
                  <a:lnTo>
                    <a:pt x="411" y="670"/>
                  </a:lnTo>
                  <a:lnTo>
                    <a:pt x="370" y="781"/>
                  </a:lnTo>
                  <a:lnTo>
                    <a:pt x="331" y="898"/>
                  </a:lnTo>
                  <a:lnTo>
                    <a:pt x="295" y="1021"/>
                  </a:lnTo>
                  <a:lnTo>
                    <a:pt x="260" y="1151"/>
                  </a:lnTo>
                  <a:lnTo>
                    <a:pt x="227" y="1291"/>
                  </a:lnTo>
                  <a:lnTo>
                    <a:pt x="195" y="1438"/>
                  </a:lnTo>
                  <a:lnTo>
                    <a:pt x="165" y="1589"/>
                  </a:lnTo>
                  <a:lnTo>
                    <a:pt x="136" y="1740"/>
                  </a:lnTo>
                  <a:lnTo>
                    <a:pt x="110" y="1889"/>
                  </a:lnTo>
                  <a:lnTo>
                    <a:pt x="110" y="1889"/>
                  </a:lnTo>
                  <a:lnTo>
                    <a:pt x="84" y="2037"/>
                  </a:lnTo>
                  <a:lnTo>
                    <a:pt x="84" y="2038"/>
                  </a:lnTo>
                  <a:lnTo>
                    <a:pt x="56" y="2186"/>
                  </a:lnTo>
                  <a:lnTo>
                    <a:pt x="31" y="2333"/>
                  </a:lnTo>
                  <a:lnTo>
                    <a:pt x="11" y="2478"/>
                  </a:lnTo>
                  <a:lnTo>
                    <a:pt x="0" y="2622"/>
                  </a:lnTo>
                  <a:lnTo>
                    <a:pt x="0" y="2763"/>
                  </a:lnTo>
                  <a:lnTo>
                    <a:pt x="15" y="2905"/>
                  </a:lnTo>
                  <a:lnTo>
                    <a:pt x="44" y="3048"/>
                  </a:lnTo>
                  <a:lnTo>
                    <a:pt x="81" y="3193"/>
                  </a:lnTo>
                  <a:lnTo>
                    <a:pt x="123" y="3341"/>
                  </a:lnTo>
                  <a:lnTo>
                    <a:pt x="123" y="3341"/>
                  </a:lnTo>
                  <a:lnTo>
                    <a:pt x="165" y="3490"/>
                  </a:lnTo>
                  <a:lnTo>
                    <a:pt x="166" y="3493"/>
                  </a:lnTo>
                  <a:lnTo>
                    <a:pt x="202" y="3641"/>
                  </a:lnTo>
                  <a:lnTo>
                    <a:pt x="203" y="3643"/>
                  </a:lnTo>
                  <a:lnTo>
                    <a:pt x="236" y="3789"/>
                  </a:lnTo>
                  <a:lnTo>
                    <a:pt x="270" y="3931"/>
                  </a:lnTo>
                  <a:lnTo>
                    <a:pt x="270" y="3932"/>
                  </a:lnTo>
                  <a:lnTo>
                    <a:pt x="304" y="4075"/>
                  </a:lnTo>
                  <a:lnTo>
                    <a:pt x="304" y="4076"/>
                  </a:lnTo>
                  <a:lnTo>
                    <a:pt x="336" y="4223"/>
                  </a:lnTo>
                  <a:lnTo>
                    <a:pt x="336" y="4225"/>
                  </a:lnTo>
                  <a:lnTo>
                    <a:pt x="365" y="4377"/>
                  </a:lnTo>
                  <a:lnTo>
                    <a:pt x="365" y="4380"/>
                  </a:lnTo>
                  <a:lnTo>
                    <a:pt x="390" y="4541"/>
                  </a:lnTo>
                  <a:lnTo>
                    <a:pt x="390" y="4543"/>
                  </a:lnTo>
                  <a:lnTo>
                    <a:pt x="413" y="4729"/>
                  </a:lnTo>
                  <a:lnTo>
                    <a:pt x="414" y="4730"/>
                  </a:lnTo>
                  <a:lnTo>
                    <a:pt x="438" y="4944"/>
                  </a:lnTo>
                  <a:lnTo>
                    <a:pt x="438" y="4946"/>
                  </a:lnTo>
                  <a:lnTo>
                    <a:pt x="459" y="5165"/>
                  </a:lnTo>
                  <a:lnTo>
                    <a:pt x="459" y="5167"/>
                  </a:lnTo>
                  <a:lnTo>
                    <a:pt x="461" y="5197"/>
                  </a:lnTo>
                  <a:lnTo>
                    <a:pt x="472" y="519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31" name="PleuraPariet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2" name="PleuraPariet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3" name="VenaCavaSup"/>
            <p:cNvSpPr/>
            <p:nvPr/>
          </p:nvSpPr>
          <p:spPr>
            <a:xfrm>
              <a:off x="1667230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4" name="VenaCavaInf"/>
            <p:cNvSpPr/>
            <p:nvPr/>
          </p:nvSpPr>
          <p:spPr>
            <a:xfrm>
              <a:off x="1677934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5" name="Corazon"/>
            <p:cNvGrpSpPr/>
            <p:nvPr/>
          </p:nvGrpSpPr>
          <p:grpSpPr>
            <a:xfrm>
              <a:off x="1652090" y="1946850"/>
              <a:ext cx="373012" cy="381815"/>
              <a:chOff x="1652090" y="1946850"/>
              <a:chExt cx="373012" cy="381815"/>
            </a:xfrm>
          </p:grpSpPr>
          <p:sp>
            <p:nvSpPr>
              <p:cNvPr id="36" name="Forma 35"/>
              <p:cNvSpPr/>
              <p:nvPr/>
            </p:nvSpPr>
            <p:spPr>
              <a:xfrm>
                <a:off x="1652090" y="1946850"/>
                <a:ext cx="373012" cy="381815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7" name="Forma 36"/>
              <p:cNvSpPr/>
              <p:nvPr/>
            </p:nvSpPr>
            <p:spPr>
              <a:xfrm>
                <a:off x="1846960" y="1974921"/>
                <a:ext cx="91175" cy="339882"/>
              </a:xfrm>
              <a:custGeom>
                <a:avLst/>
                <a:gdLst/>
                <a:ahLst/>
                <a:cxnLst/>
                <a:rect l="0" t="0" r="r" b="b"/>
                <a:pathLst>
                  <a:path w="766" h="2973" fill="none">
                    <a:moveTo>
                      <a:pt x="176" y="0"/>
                    </a:moveTo>
                    <a:lnTo>
                      <a:pt x="145" y="146"/>
                    </a:lnTo>
                    <a:lnTo>
                      <a:pt x="96" y="351"/>
                    </a:lnTo>
                    <a:lnTo>
                      <a:pt x="45" y="592"/>
                    </a:lnTo>
                    <a:lnTo>
                      <a:pt x="8" y="845"/>
                    </a:lnTo>
                    <a:lnTo>
                      <a:pt x="0" y="1085"/>
                    </a:lnTo>
                    <a:lnTo>
                      <a:pt x="25" y="1323"/>
                    </a:lnTo>
                    <a:lnTo>
                      <a:pt x="75" y="1573"/>
                    </a:lnTo>
                    <a:lnTo>
                      <a:pt x="141" y="1823"/>
                    </a:lnTo>
                    <a:lnTo>
                      <a:pt x="217" y="2058"/>
                    </a:lnTo>
                    <a:lnTo>
                      <a:pt x="295" y="2265"/>
                    </a:lnTo>
                    <a:lnTo>
                      <a:pt x="385" y="2448"/>
                    </a:lnTo>
                    <a:lnTo>
                      <a:pt x="493" y="2616"/>
                    </a:lnTo>
                    <a:lnTo>
                      <a:pt x="603" y="2764"/>
                    </a:lnTo>
                    <a:lnTo>
                      <a:pt x="699" y="2884"/>
                    </a:lnTo>
                    <a:lnTo>
                      <a:pt x="766" y="2973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8" name="Diafragma"/>
            <p:cNvSpPr/>
            <p:nvPr/>
          </p:nvSpPr>
          <p:spPr>
            <a:xfrm>
              <a:off x="1303479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9" name="Clavículas"/>
            <p:cNvGrpSpPr/>
            <p:nvPr/>
          </p:nvGrpSpPr>
          <p:grpSpPr>
            <a:xfrm>
              <a:off x="1380744" y="1463040"/>
              <a:ext cx="713232" cy="45720"/>
              <a:chOff x="1380744" y="1463040"/>
              <a:chExt cx="713232" cy="45720"/>
            </a:xfrm>
          </p:grpSpPr>
          <p:sp>
            <p:nvSpPr>
              <p:cNvPr id="40" name="Forma 39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41" name="Forma 40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42" name="Causa Hipoalbuminemia severa"/>
          <p:cNvGrpSpPr/>
          <p:nvPr/>
        </p:nvGrpSpPr>
        <p:grpSpPr>
          <a:xfrm>
            <a:off x="3273552" y="914400"/>
            <a:ext cx="2743200" cy="2514600"/>
            <a:chOff x="3273552" y="914400"/>
            <a:chExt cx="2743200" cy="2514600"/>
          </a:xfrm>
        </p:grpSpPr>
        <p:grpSp>
          <p:nvGrpSpPr>
            <p:cNvPr id="43" name="Recuadro Hipoalbuminemia severa"/>
            <p:cNvGrpSpPr/>
            <p:nvPr/>
          </p:nvGrpSpPr>
          <p:grpSpPr>
            <a:xfrm>
              <a:off x="3273552" y="914400"/>
              <a:ext cx="2743200" cy="2514600"/>
              <a:chOff x="3273552" y="914400"/>
              <a:chExt cx="2743200" cy="251460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273552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Cae la presión oncótica.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3273552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647"/>
                  </a:lnSpc>
                  <a:spcAft>
                    <a:spcPts val="300"/>
                  </a:spcAft>
                  <a:buNone/>
                </a:pP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HIPOALBUMINEMIA SEVERA</a:t>
                </a:r>
                <a:endParaRPr lang="es-AR" sz="1350" dirty="0">
                  <a:latin typeface="Mali"/>
                </a:endParaRPr>
              </a:p>
            </p:txBody>
          </p:sp>
        </p:grpSp>
        <p:sp>
          <p:nvSpPr>
            <p:cNvPr id="46" name="!!Intersticio"/>
            <p:cNvSpPr/>
            <p:nvPr/>
          </p:nvSpPr>
          <p:spPr>
            <a:xfrm>
              <a:off x="3959352" y="1766621"/>
              <a:ext cx="1371600" cy="702259"/>
            </a:xfrm>
            <a:prstGeom prst="rect">
              <a:avLst/>
            </a:prstGeom>
            <a:gradFill rotWithShape="1">
              <a:gsLst>
                <a:gs pos="0">
                  <a:srgbClr val="F4FAFD"/>
                </a:gs>
                <a:gs pos="100000">
                  <a:srgbClr val="D6EAF8"/>
                </a:gs>
              </a:gsLst>
              <a:lin ang="540000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7" name="!!FibrasColageno"/>
            <p:cNvSpPr/>
            <p:nvPr/>
          </p:nvSpPr>
          <p:spPr>
            <a:xfrm>
              <a:off x="3986784" y="1871960"/>
              <a:ext cx="1097280" cy="458607"/>
            </a:xfrm>
            <a:custGeom>
              <a:avLst/>
              <a:gdLst/>
              <a:ahLst/>
              <a:cxnLst/>
              <a:rect l="0" t="0" r="r" b="b"/>
              <a:pathLst>
                <a:path w="8000" h="4179" fill="none">
                  <a:moveTo>
                    <a:pt x="0" y="140"/>
                  </a:moveTo>
                  <a:lnTo>
                    <a:pt x="111" y="238"/>
                  </a:lnTo>
                  <a:lnTo>
                    <a:pt x="222" y="280"/>
                  </a:lnTo>
                  <a:lnTo>
                    <a:pt x="333" y="238"/>
                  </a:lnTo>
                  <a:lnTo>
                    <a:pt x="444" y="140"/>
                  </a:lnTo>
                  <a:lnTo>
                    <a:pt x="555" y="41"/>
                  </a:lnTo>
                  <a:lnTo>
                    <a:pt x="666" y="0"/>
                  </a:lnTo>
                  <a:lnTo>
                    <a:pt x="777" y="41"/>
                  </a:lnTo>
                  <a:lnTo>
                    <a:pt x="888" y="140"/>
                  </a:lnTo>
                  <a:lnTo>
                    <a:pt x="1000" y="238"/>
                  </a:lnTo>
                  <a:lnTo>
                    <a:pt x="1111" y="280"/>
                  </a:lnTo>
                  <a:lnTo>
                    <a:pt x="1222" y="238"/>
                  </a:lnTo>
                  <a:lnTo>
                    <a:pt x="1333" y="140"/>
                  </a:lnTo>
                  <a:lnTo>
                    <a:pt x="1444" y="41"/>
                  </a:lnTo>
                  <a:lnTo>
                    <a:pt x="1555" y="0"/>
                  </a:lnTo>
                  <a:lnTo>
                    <a:pt x="1666" y="41"/>
                  </a:lnTo>
                  <a:lnTo>
                    <a:pt x="1777" y="140"/>
                  </a:lnTo>
                  <a:lnTo>
                    <a:pt x="1888" y="238"/>
                  </a:lnTo>
                  <a:lnTo>
                    <a:pt x="2000" y="280"/>
                  </a:lnTo>
                  <a:lnTo>
                    <a:pt x="2111" y="238"/>
                  </a:lnTo>
                  <a:lnTo>
                    <a:pt x="2222" y="140"/>
                  </a:lnTo>
                  <a:lnTo>
                    <a:pt x="2333" y="41"/>
                  </a:lnTo>
                  <a:lnTo>
                    <a:pt x="2444" y="0"/>
                  </a:lnTo>
                  <a:lnTo>
                    <a:pt x="2555" y="41"/>
                  </a:lnTo>
                  <a:lnTo>
                    <a:pt x="2666" y="140"/>
                  </a:lnTo>
                  <a:lnTo>
                    <a:pt x="2777" y="238"/>
                  </a:lnTo>
                  <a:lnTo>
                    <a:pt x="2888" y="280"/>
                  </a:lnTo>
                  <a:lnTo>
                    <a:pt x="3000" y="238"/>
                  </a:lnTo>
                  <a:lnTo>
                    <a:pt x="3111" y="140"/>
                  </a:lnTo>
                  <a:lnTo>
                    <a:pt x="3222" y="41"/>
                  </a:lnTo>
                  <a:lnTo>
                    <a:pt x="3333" y="0"/>
                  </a:lnTo>
                  <a:lnTo>
                    <a:pt x="3444" y="41"/>
                  </a:lnTo>
                  <a:lnTo>
                    <a:pt x="3555" y="140"/>
                  </a:lnTo>
                  <a:lnTo>
                    <a:pt x="3666" y="238"/>
                  </a:lnTo>
                  <a:lnTo>
                    <a:pt x="3777" y="280"/>
                  </a:lnTo>
                  <a:lnTo>
                    <a:pt x="3888" y="238"/>
                  </a:lnTo>
                  <a:lnTo>
                    <a:pt x="4000" y="140"/>
                  </a:lnTo>
                  <a:lnTo>
                    <a:pt x="4111" y="41"/>
                  </a:lnTo>
                  <a:lnTo>
                    <a:pt x="4222" y="0"/>
                  </a:lnTo>
                  <a:lnTo>
                    <a:pt x="4333" y="41"/>
                  </a:lnTo>
                  <a:lnTo>
                    <a:pt x="4444" y="140"/>
                  </a:lnTo>
                  <a:lnTo>
                    <a:pt x="4555" y="238"/>
                  </a:lnTo>
                  <a:lnTo>
                    <a:pt x="4666" y="280"/>
                  </a:lnTo>
                  <a:lnTo>
                    <a:pt x="4777" y="238"/>
                  </a:lnTo>
                  <a:lnTo>
                    <a:pt x="4888" y="140"/>
                  </a:lnTo>
                  <a:lnTo>
                    <a:pt x="5000" y="41"/>
                  </a:lnTo>
                  <a:lnTo>
                    <a:pt x="5111" y="0"/>
                  </a:lnTo>
                  <a:lnTo>
                    <a:pt x="5222" y="41"/>
                  </a:lnTo>
                  <a:lnTo>
                    <a:pt x="5333" y="140"/>
                  </a:lnTo>
                  <a:lnTo>
                    <a:pt x="5444" y="238"/>
                  </a:lnTo>
                  <a:lnTo>
                    <a:pt x="5555" y="280"/>
                  </a:lnTo>
                  <a:lnTo>
                    <a:pt x="5666" y="238"/>
                  </a:lnTo>
                  <a:lnTo>
                    <a:pt x="5777" y="140"/>
                  </a:lnTo>
                  <a:lnTo>
                    <a:pt x="5888" y="41"/>
                  </a:lnTo>
                  <a:lnTo>
                    <a:pt x="6000" y="0"/>
                  </a:lnTo>
                  <a:lnTo>
                    <a:pt x="6111" y="41"/>
                  </a:lnTo>
                  <a:lnTo>
                    <a:pt x="6222" y="140"/>
                  </a:lnTo>
                  <a:lnTo>
                    <a:pt x="6333" y="238"/>
                  </a:lnTo>
                  <a:lnTo>
                    <a:pt x="6444" y="280"/>
                  </a:lnTo>
                  <a:lnTo>
                    <a:pt x="6555" y="238"/>
                  </a:lnTo>
                  <a:lnTo>
                    <a:pt x="6666" y="140"/>
                  </a:lnTo>
                  <a:lnTo>
                    <a:pt x="6777" y="41"/>
                  </a:lnTo>
                  <a:lnTo>
                    <a:pt x="6888" y="0"/>
                  </a:lnTo>
                  <a:lnTo>
                    <a:pt x="7000" y="41"/>
                  </a:lnTo>
                  <a:lnTo>
                    <a:pt x="7111" y="140"/>
                  </a:lnTo>
                  <a:lnTo>
                    <a:pt x="7222" y="238"/>
                  </a:lnTo>
                  <a:lnTo>
                    <a:pt x="7333" y="280"/>
                  </a:lnTo>
                  <a:lnTo>
                    <a:pt x="7444" y="238"/>
                  </a:lnTo>
                  <a:lnTo>
                    <a:pt x="7555" y="140"/>
                  </a:lnTo>
                  <a:lnTo>
                    <a:pt x="7666" y="41"/>
                  </a:lnTo>
                  <a:lnTo>
                    <a:pt x="7777" y="0"/>
                  </a:lnTo>
                  <a:lnTo>
                    <a:pt x="7888" y="41"/>
                  </a:lnTo>
                  <a:lnTo>
                    <a:pt x="8000" y="139"/>
                  </a:lnTo>
                </a:path>
                <a:path w="8000" h="4179" fill="none">
                  <a:moveTo>
                    <a:pt x="0" y="1574"/>
                  </a:moveTo>
                  <a:lnTo>
                    <a:pt x="111" y="1561"/>
                  </a:lnTo>
                  <a:lnTo>
                    <a:pt x="222" y="1477"/>
                  </a:lnTo>
                  <a:lnTo>
                    <a:pt x="333" y="1371"/>
                  </a:lnTo>
                  <a:lnTo>
                    <a:pt x="444" y="1305"/>
                  </a:lnTo>
                  <a:lnTo>
                    <a:pt x="555" y="1318"/>
                  </a:lnTo>
                  <a:lnTo>
                    <a:pt x="666" y="1402"/>
                  </a:lnTo>
                  <a:lnTo>
                    <a:pt x="777" y="1508"/>
                  </a:lnTo>
                  <a:lnTo>
                    <a:pt x="888" y="1574"/>
                  </a:lnTo>
                  <a:lnTo>
                    <a:pt x="1000" y="1561"/>
                  </a:lnTo>
                  <a:lnTo>
                    <a:pt x="1111" y="1477"/>
                  </a:lnTo>
                  <a:lnTo>
                    <a:pt x="1222" y="1371"/>
                  </a:lnTo>
                  <a:lnTo>
                    <a:pt x="1333" y="1305"/>
                  </a:lnTo>
                  <a:lnTo>
                    <a:pt x="1444" y="1318"/>
                  </a:lnTo>
                  <a:lnTo>
                    <a:pt x="1555" y="1402"/>
                  </a:lnTo>
                  <a:lnTo>
                    <a:pt x="1666" y="1508"/>
                  </a:lnTo>
                  <a:lnTo>
                    <a:pt x="1777" y="1574"/>
                  </a:lnTo>
                  <a:lnTo>
                    <a:pt x="1888" y="1561"/>
                  </a:lnTo>
                  <a:lnTo>
                    <a:pt x="2000" y="1477"/>
                  </a:lnTo>
                  <a:lnTo>
                    <a:pt x="2111" y="1371"/>
                  </a:lnTo>
                  <a:lnTo>
                    <a:pt x="2222" y="1305"/>
                  </a:lnTo>
                  <a:lnTo>
                    <a:pt x="2333" y="1318"/>
                  </a:lnTo>
                  <a:lnTo>
                    <a:pt x="2444" y="1402"/>
                  </a:lnTo>
                  <a:lnTo>
                    <a:pt x="2555" y="1508"/>
                  </a:lnTo>
                  <a:lnTo>
                    <a:pt x="2666" y="1574"/>
                  </a:lnTo>
                  <a:lnTo>
                    <a:pt x="2777" y="1561"/>
                  </a:lnTo>
                  <a:lnTo>
                    <a:pt x="2888" y="1477"/>
                  </a:lnTo>
                  <a:lnTo>
                    <a:pt x="3000" y="1371"/>
                  </a:lnTo>
                  <a:lnTo>
                    <a:pt x="3111" y="1305"/>
                  </a:lnTo>
                  <a:lnTo>
                    <a:pt x="3222" y="1318"/>
                  </a:lnTo>
                  <a:lnTo>
                    <a:pt x="3333" y="1402"/>
                  </a:lnTo>
                  <a:lnTo>
                    <a:pt x="3444" y="1508"/>
                  </a:lnTo>
                  <a:lnTo>
                    <a:pt x="3555" y="1574"/>
                  </a:lnTo>
                  <a:lnTo>
                    <a:pt x="3666" y="1561"/>
                  </a:lnTo>
                  <a:lnTo>
                    <a:pt x="3777" y="1477"/>
                  </a:lnTo>
                  <a:lnTo>
                    <a:pt x="3888" y="1371"/>
                  </a:lnTo>
                  <a:lnTo>
                    <a:pt x="4000" y="1305"/>
                  </a:lnTo>
                  <a:lnTo>
                    <a:pt x="4111" y="1318"/>
                  </a:lnTo>
                  <a:lnTo>
                    <a:pt x="4222" y="1402"/>
                  </a:lnTo>
                  <a:lnTo>
                    <a:pt x="4333" y="1508"/>
                  </a:lnTo>
                  <a:lnTo>
                    <a:pt x="4444" y="1574"/>
                  </a:lnTo>
                  <a:lnTo>
                    <a:pt x="4555" y="1561"/>
                  </a:lnTo>
                  <a:lnTo>
                    <a:pt x="4666" y="1477"/>
                  </a:lnTo>
                  <a:lnTo>
                    <a:pt x="4777" y="1371"/>
                  </a:lnTo>
                  <a:lnTo>
                    <a:pt x="4888" y="1305"/>
                  </a:lnTo>
                  <a:lnTo>
                    <a:pt x="5000" y="1318"/>
                  </a:lnTo>
                  <a:lnTo>
                    <a:pt x="5111" y="1402"/>
                  </a:lnTo>
                  <a:lnTo>
                    <a:pt x="5222" y="1508"/>
                  </a:lnTo>
                  <a:lnTo>
                    <a:pt x="5333" y="1574"/>
                  </a:lnTo>
                  <a:lnTo>
                    <a:pt x="5444" y="1561"/>
                  </a:lnTo>
                  <a:lnTo>
                    <a:pt x="5555" y="1477"/>
                  </a:lnTo>
                  <a:lnTo>
                    <a:pt x="5666" y="1371"/>
                  </a:lnTo>
                  <a:lnTo>
                    <a:pt x="5777" y="1305"/>
                  </a:lnTo>
                  <a:lnTo>
                    <a:pt x="5888" y="1318"/>
                  </a:lnTo>
                  <a:lnTo>
                    <a:pt x="6000" y="1402"/>
                  </a:lnTo>
                  <a:lnTo>
                    <a:pt x="6111" y="1508"/>
                  </a:lnTo>
                  <a:lnTo>
                    <a:pt x="6222" y="1574"/>
                  </a:lnTo>
                  <a:lnTo>
                    <a:pt x="6333" y="1561"/>
                  </a:lnTo>
                  <a:lnTo>
                    <a:pt x="6444" y="1477"/>
                  </a:lnTo>
                  <a:lnTo>
                    <a:pt x="6555" y="1371"/>
                  </a:lnTo>
                  <a:lnTo>
                    <a:pt x="6666" y="1305"/>
                  </a:lnTo>
                  <a:lnTo>
                    <a:pt x="6777" y="1318"/>
                  </a:lnTo>
                  <a:lnTo>
                    <a:pt x="6888" y="1402"/>
                  </a:lnTo>
                  <a:lnTo>
                    <a:pt x="7000" y="1508"/>
                  </a:lnTo>
                  <a:lnTo>
                    <a:pt x="7111" y="1574"/>
                  </a:lnTo>
                  <a:lnTo>
                    <a:pt x="7222" y="1561"/>
                  </a:lnTo>
                  <a:lnTo>
                    <a:pt x="7333" y="1477"/>
                  </a:lnTo>
                  <a:lnTo>
                    <a:pt x="7444" y="1371"/>
                  </a:lnTo>
                  <a:lnTo>
                    <a:pt x="7555" y="1305"/>
                  </a:lnTo>
                  <a:lnTo>
                    <a:pt x="7666" y="1318"/>
                  </a:lnTo>
                  <a:lnTo>
                    <a:pt x="7777" y="1402"/>
                  </a:lnTo>
                  <a:lnTo>
                    <a:pt x="7888" y="1508"/>
                  </a:lnTo>
                  <a:lnTo>
                    <a:pt x="8000" y="1574"/>
                  </a:lnTo>
                </a:path>
                <a:path w="8000" h="4179" fill="none">
                  <a:moveTo>
                    <a:pt x="0" y="2860"/>
                  </a:moveTo>
                  <a:lnTo>
                    <a:pt x="111" y="2775"/>
                  </a:lnTo>
                  <a:lnTo>
                    <a:pt x="222" y="2669"/>
                  </a:lnTo>
                  <a:lnTo>
                    <a:pt x="333" y="2604"/>
                  </a:lnTo>
                  <a:lnTo>
                    <a:pt x="444" y="2619"/>
                  </a:lnTo>
                  <a:lnTo>
                    <a:pt x="555" y="2704"/>
                  </a:lnTo>
                  <a:lnTo>
                    <a:pt x="666" y="2810"/>
                  </a:lnTo>
                  <a:lnTo>
                    <a:pt x="777" y="2875"/>
                  </a:lnTo>
                  <a:lnTo>
                    <a:pt x="888" y="2860"/>
                  </a:lnTo>
                  <a:lnTo>
                    <a:pt x="1000" y="2775"/>
                  </a:lnTo>
                  <a:lnTo>
                    <a:pt x="1111" y="2669"/>
                  </a:lnTo>
                  <a:lnTo>
                    <a:pt x="1222" y="2604"/>
                  </a:lnTo>
                  <a:lnTo>
                    <a:pt x="1333" y="2619"/>
                  </a:lnTo>
                  <a:lnTo>
                    <a:pt x="1444" y="2704"/>
                  </a:lnTo>
                  <a:lnTo>
                    <a:pt x="1555" y="2810"/>
                  </a:lnTo>
                  <a:lnTo>
                    <a:pt x="1666" y="2875"/>
                  </a:lnTo>
                  <a:lnTo>
                    <a:pt x="1777" y="2860"/>
                  </a:lnTo>
                  <a:lnTo>
                    <a:pt x="1888" y="2775"/>
                  </a:lnTo>
                  <a:lnTo>
                    <a:pt x="2000" y="2669"/>
                  </a:lnTo>
                  <a:lnTo>
                    <a:pt x="2111" y="2604"/>
                  </a:lnTo>
                  <a:lnTo>
                    <a:pt x="2222" y="2619"/>
                  </a:lnTo>
                  <a:lnTo>
                    <a:pt x="2333" y="2704"/>
                  </a:lnTo>
                  <a:lnTo>
                    <a:pt x="2444" y="2810"/>
                  </a:lnTo>
                  <a:lnTo>
                    <a:pt x="2555" y="2875"/>
                  </a:lnTo>
                  <a:lnTo>
                    <a:pt x="2666" y="2860"/>
                  </a:lnTo>
                  <a:lnTo>
                    <a:pt x="2777" y="2775"/>
                  </a:lnTo>
                  <a:lnTo>
                    <a:pt x="2888" y="2669"/>
                  </a:lnTo>
                  <a:lnTo>
                    <a:pt x="3000" y="2604"/>
                  </a:lnTo>
                  <a:lnTo>
                    <a:pt x="3111" y="2619"/>
                  </a:lnTo>
                  <a:lnTo>
                    <a:pt x="3222" y="2704"/>
                  </a:lnTo>
                  <a:lnTo>
                    <a:pt x="3333" y="2810"/>
                  </a:lnTo>
                  <a:lnTo>
                    <a:pt x="3444" y="2875"/>
                  </a:lnTo>
                  <a:lnTo>
                    <a:pt x="3555" y="2860"/>
                  </a:lnTo>
                  <a:lnTo>
                    <a:pt x="3666" y="2775"/>
                  </a:lnTo>
                  <a:lnTo>
                    <a:pt x="3777" y="2669"/>
                  </a:lnTo>
                  <a:lnTo>
                    <a:pt x="3888" y="2604"/>
                  </a:lnTo>
                  <a:lnTo>
                    <a:pt x="4000" y="2619"/>
                  </a:lnTo>
                  <a:lnTo>
                    <a:pt x="4111" y="2704"/>
                  </a:lnTo>
                  <a:lnTo>
                    <a:pt x="4222" y="2810"/>
                  </a:lnTo>
                  <a:lnTo>
                    <a:pt x="4333" y="2875"/>
                  </a:lnTo>
                  <a:lnTo>
                    <a:pt x="4444" y="2860"/>
                  </a:lnTo>
                  <a:lnTo>
                    <a:pt x="4555" y="2775"/>
                  </a:lnTo>
                  <a:lnTo>
                    <a:pt x="4666" y="2669"/>
                  </a:lnTo>
                  <a:lnTo>
                    <a:pt x="4777" y="2604"/>
                  </a:lnTo>
                  <a:lnTo>
                    <a:pt x="4888" y="2619"/>
                  </a:lnTo>
                  <a:lnTo>
                    <a:pt x="5000" y="2704"/>
                  </a:lnTo>
                  <a:lnTo>
                    <a:pt x="5111" y="2810"/>
                  </a:lnTo>
                  <a:lnTo>
                    <a:pt x="5222" y="2875"/>
                  </a:lnTo>
                  <a:lnTo>
                    <a:pt x="5333" y="2860"/>
                  </a:lnTo>
                  <a:lnTo>
                    <a:pt x="5444" y="2775"/>
                  </a:lnTo>
                  <a:lnTo>
                    <a:pt x="5555" y="2669"/>
                  </a:lnTo>
                  <a:lnTo>
                    <a:pt x="5666" y="2604"/>
                  </a:lnTo>
                  <a:lnTo>
                    <a:pt x="5777" y="2619"/>
                  </a:lnTo>
                  <a:lnTo>
                    <a:pt x="5888" y="2704"/>
                  </a:lnTo>
                  <a:lnTo>
                    <a:pt x="6000" y="2810"/>
                  </a:lnTo>
                  <a:lnTo>
                    <a:pt x="6111" y="2875"/>
                  </a:lnTo>
                  <a:lnTo>
                    <a:pt x="6222" y="2860"/>
                  </a:lnTo>
                  <a:lnTo>
                    <a:pt x="6333" y="2775"/>
                  </a:lnTo>
                  <a:lnTo>
                    <a:pt x="6444" y="2669"/>
                  </a:lnTo>
                  <a:lnTo>
                    <a:pt x="6555" y="2604"/>
                  </a:lnTo>
                  <a:lnTo>
                    <a:pt x="6666" y="2619"/>
                  </a:lnTo>
                  <a:lnTo>
                    <a:pt x="6777" y="2704"/>
                  </a:lnTo>
                  <a:lnTo>
                    <a:pt x="6888" y="2810"/>
                  </a:lnTo>
                  <a:lnTo>
                    <a:pt x="7000" y="2875"/>
                  </a:lnTo>
                  <a:lnTo>
                    <a:pt x="7111" y="2860"/>
                  </a:lnTo>
                  <a:lnTo>
                    <a:pt x="7222" y="2775"/>
                  </a:lnTo>
                  <a:lnTo>
                    <a:pt x="7333" y="2669"/>
                  </a:lnTo>
                  <a:lnTo>
                    <a:pt x="7444" y="2604"/>
                  </a:lnTo>
                  <a:lnTo>
                    <a:pt x="7555" y="2619"/>
                  </a:lnTo>
                  <a:lnTo>
                    <a:pt x="7666" y="2704"/>
                  </a:lnTo>
                  <a:lnTo>
                    <a:pt x="7777" y="2810"/>
                  </a:lnTo>
                  <a:lnTo>
                    <a:pt x="7888" y="2875"/>
                  </a:lnTo>
                  <a:lnTo>
                    <a:pt x="8000" y="2860"/>
                  </a:lnTo>
                </a:path>
                <a:path w="8000" h="4179" fill="none">
                  <a:moveTo>
                    <a:pt x="0" y="4130"/>
                  </a:moveTo>
                  <a:lnTo>
                    <a:pt x="111" y="4179"/>
                  </a:lnTo>
                  <a:lnTo>
                    <a:pt x="222" y="4147"/>
                  </a:lnTo>
                  <a:lnTo>
                    <a:pt x="333" y="4051"/>
                  </a:lnTo>
                  <a:lnTo>
                    <a:pt x="444" y="3949"/>
                  </a:lnTo>
                  <a:lnTo>
                    <a:pt x="555" y="3900"/>
                  </a:lnTo>
                  <a:lnTo>
                    <a:pt x="666" y="3932"/>
                  </a:lnTo>
                  <a:lnTo>
                    <a:pt x="777" y="4028"/>
                  </a:lnTo>
                  <a:lnTo>
                    <a:pt x="888" y="4130"/>
                  </a:lnTo>
                  <a:lnTo>
                    <a:pt x="1000" y="4179"/>
                  </a:lnTo>
                  <a:lnTo>
                    <a:pt x="1111" y="4147"/>
                  </a:lnTo>
                  <a:lnTo>
                    <a:pt x="1222" y="4051"/>
                  </a:lnTo>
                  <a:lnTo>
                    <a:pt x="1333" y="3949"/>
                  </a:lnTo>
                  <a:lnTo>
                    <a:pt x="1444" y="3900"/>
                  </a:lnTo>
                  <a:lnTo>
                    <a:pt x="1555" y="3932"/>
                  </a:lnTo>
                  <a:lnTo>
                    <a:pt x="1666" y="4028"/>
                  </a:lnTo>
                  <a:lnTo>
                    <a:pt x="1777" y="4130"/>
                  </a:lnTo>
                  <a:lnTo>
                    <a:pt x="1888" y="4179"/>
                  </a:lnTo>
                  <a:lnTo>
                    <a:pt x="2000" y="4147"/>
                  </a:lnTo>
                  <a:lnTo>
                    <a:pt x="2111" y="4051"/>
                  </a:lnTo>
                  <a:lnTo>
                    <a:pt x="2222" y="3949"/>
                  </a:lnTo>
                  <a:lnTo>
                    <a:pt x="2333" y="3900"/>
                  </a:lnTo>
                  <a:lnTo>
                    <a:pt x="2444" y="3932"/>
                  </a:lnTo>
                  <a:lnTo>
                    <a:pt x="2555" y="4028"/>
                  </a:lnTo>
                  <a:lnTo>
                    <a:pt x="2666" y="4130"/>
                  </a:lnTo>
                  <a:lnTo>
                    <a:pt x="2777" y="4179"/>
                  </a:lnTo>
                  <a:lnTo>
                    <a:pt x="2888" y="4147"/>
                  </a:lnTo>
                  <a:lnTo>
                    <a:pt x="3000" y="4051"/>
                  </a:lnTo>
                  <a:lnTo>
                    <a:pt x="3111" y="3949"/>
                  </a:lnTo>
                  <a:lnTo>
                    <a:pt x="3222" y="3900"/>
                  </a:lnTo>
                  <a:lnTo>
                    <a:pt x="3333" y="3932"/>
                  </a:lnTo>
                  <a:lnTo>
                    <a:pt x="3444" y="4028"/>
                  </a:lnTo>
                  <a:lnTo>
                    <a:pt x="3555" y="4130"/>
                  </a:lnTo>
                  <a:lnTo>
                    <a:pt x="3666" y="4179"/>
                  </a:lnTo>
                  <a:lnTo>
                    <a:pt x="3777" y="4147"/>
                  </a:lnTo>
                  <a:lnTo>
                    <a:pt x="3888" y="4051"/>
                  </a:lnTo>
                  <a:lnTo>
                    <a:pt x="4000" y="3949"/>
                  </a:lnTo>
                  <a:lnTo>
                    <a:pt x="4111" y="3900"/>
                  </a:lnTo>
                  <a:lnTo>
                    <a:pt x="4222" y="3932"/>
                  </a:lnTo>
                  <a:lnTo>
                    <a:pt x="4333" y="4028"/>
                  </a:lnTo>
                  <a:lnTo>
                    <a:pt x="4444" y="4130"/>
                  </a:lnTo>
                  <a:lnTo>
                    <a:pt x="4555" y="4179"/>
                  </a:lnTo>
                  <a:lnTo>
                    <a:pt x="4666" y="4147"/>
                  </a:lnTo>
                  <a:lnTo>
                    <a:pt x="4777" y="4051"/>
                  </a:lnTo>
                  <a:lnTo>
                    <a:pt x="4888" y="3949"/>
                  </a:lnTo>
                  <a:lnTo>
                    <a:pt x="5000" y="3900"/>
                  </a:lnTo>
                  <a:lnTo>
                    <a:pt x="5111" y="3932"/>
                  </a:lnTo>
                  <a:lnTo>
                    <a:pt x="5222" y="4028"/>
                  </a:lnTo>
                  <a:lnTo>
                    <a:pt x="5333" y="4130"/>
                  </a:lnTo>
                  <a:lnTo>
                    <a:pt x="5444" y="4179"/>
                  </a:lnTo>
                  <a:lnTo>
                    <a:pt x="5555" y="4147"/>
                  </a:lnTo>
                  <a:lnTo>
                    <a:pt x="5666" y="4051"/>
                  </a:lnTo>
                  <a:lnTo>
                    <a:pt x="5777" y="3949"/>
                  </a:lnTo>
                  <a:lnTo>
                    <a:pt x="5888" y="3900"/>
                  </a:lnTo>
                  <a:lnTo>
                    <a:pt x="6000" y="3932"/>
                  </a:lnTo>
                  <a:lnTo>
                    <a:pt x="6111" y="4028"/>
                  </a:lnTo>
                  <a:lnTo>
                    <a:pt x="6222" y="4130"/>
                  </a:lnTo>
                  <a:lnTo>
                    <a:pt x="6333" y="4179"/>
                  </a:lnTo>
                  <a:lnTo>
                    <a:pt x="6444" y="4147"/>
                  </a:lnTo>
                  <a:lnTo>
                    <a:pt x="6555" y="4051"/>
                  </a:lnTo>
                  <a:lnTo>
                    <a:pt x="6666" y="3949"/>
                  </a:lnTo>
                  <a:lnTo>
                    <a:pt x="6777" y="3900"/>
                  </a:lnTo>
                  <a:lnTo>
                    <a:pt x="6888" y="3932"/>
                  </a:lnTo>
                  <a:lnTo>
                    <a:pt x="7000" y="4028"/>
                  </a:lnTo>
                  <a:lnTo>
                    <a:pt x="7111" y="4130"/>
                  </a:lnTo>
                  <a:lnTo>
                    <a:pt x="7222" y="4179"/>
                  </a:lnTo>
                  <a:lnTo>
                    <a:pt x="7333" y="4147"/>
                  </a:lnTo>
                  <a:lnTo>
                    <a:pt x="7444" y="4051"/>
                  </a:lnTo>
                  <a:lnTo>
                    <a:pt x="7555" y="3949"/>
                  </a:lnTo>
                  <a:lnTo>
                    <a:pt x="7666" y="3900"/>
                  </a:lnTo>
                  <a:lnTo>
                    <a:pt x="7777" y="3932"/>
                  </a:lnTo>
                  <a:lnTo>
                    <a:pt x="7888" y="4028"/>
                  </a:lnTo>
                  <a:lnTo>
                    <a:pt x="8000" y="4130"/>
                  </a:lnTo>
                </a:path>
              </a:pathLst>
            </a:custGeom>
            <a:noFill/>
            <a:ln w="38100" cap="rnd">
              <a:solidFill>
                <a:srgbClr val="E3C9B5"/>
              </a:solidFill>
              <a:round/>
            </a:ln>
          </p:spPr>
        </p:sp>
        <p:grpSp>
          <p:nvGrpSpPr>
            <p:cNvPr id="48" name="!!Fibroblastos"/>
            <p:cNvGrpSpPr/>
            <p:nvPr/>
          </p:nvGrpSpPr>
          <p:grpSpPr>
            <a:xfrm>
              <a:off x="4069080" y="1927921"/>
              <a:ext cx="888797" cy="467441"/>
              <a:chOff x="4069080" y="1927921"/>
              <a:chExt cx="888797" cy="467441"/>
            </a:xfrm>
          </p:grpSpPr>
          <p:sp>
            <p:nvSpPr>
              <p:cNvPr id="49" name="Forma 48"/>
              <p:cNvSpPr/>
              <p:nvPr/>
            </p:nvSpPr>
            <p:spPr>
              <a:xfrm>
                <a:off x="4069080" y="1927921"/>
                <a:ext cx="888797" cy="467441"/>
              </a:xfrm>
              <a:custGeom>
                <a:avLst/>
                <a:gdLst/>
                <a:ahLst/>
                <a:cxnLst/>
                <a:rect l="0" t="0" r="r" b="b"/>
                <a:pathLst>
                  <a:path w="6480" h="4260">
                    <a:moveTo>
                      <a:pt x="800" y="280"/>
                    </a:moveTo>
                    <a:cubicBezTo>
                      <a:pt x="800" y="357"/>
                      <a:pt x="620" y="420"/>
                      <a:pt x="400" y="420"/>
                    </a:cubicBezTo>
                    <a:cubicBezTo>
                      <a:pt x="179" y="420"/>
                      <a:pt x="0" y="357"/>
                      <a:pt x="0" y="280"/>
                    </a:cubicBezTo>
                    <a:cubicBezTo>
                      <a:pt x="0" y="202"/>
                      <a:pt x="179" y="140"/>
                      <a:pt x="400" y="140"/>
                    </a:cubicBezTo>
                    <a:cubicBezTo>
                      <a:pt x="620" y="140"/>
                      <a:pt x="800" y="202"/>
                      <a:pt x="800" y="280"/>
                    </a:cubicBezTo>
                    <a:close/>
                    <a:moveTo>
                      <a:pt x="4300" y="1580"/>
                    </a:moveTo>
                    <a:cubicBezTo>
                      <a:pt x="4300" y="1657"/>
                      <a:pt x="4120" y="1720"/>
                      <a:pt x="3900" y="1720"/>
                    </a:cubicBezTo>
                    <a:cubicBezTo>
                      <a:pt x="3679" y="1720"/>
                      <a:pt x="3500" y="1657"/>
                      <a:pt x="3500" y="1580"/>
                    </a:cubicBezTo>
                    <a:cubicBezTo>
                      <a:pt x="3500" y="1502"/>
                      <a:pt x="3679" y="1440"/>
                      <a:pt x="3900" y="1440"/>
                    </a:cubicBezTo>
                    <a:cubicBezTo>
                      <a:pt x="4120" y="1440"/>
                      <a:pt x="4300" y="1502"/>
                      <a:pt x="4300" y="1580"/>
                    </a:cubicBezTo>
                    <a:close/>
                    <a:moveTo>
                      <a:pt x="6480" y="130"/>
                    </a:moveTo>
                    <a:cubicBezTo>
                      <a:pt x="6480" y="201"/>
                      <a:pt x="6309" y="260"/>
                      <a:pt x="6100" y="260"/>
                    </a:cubicBezTo>
                    <a:cubicBezTo>
                      <a:pt x="5890" y="260"/>
                      <a:pt x="5720" y="201"/>
                      <a:pt x="5720" y="130"/>
                    </a:cubicBezTo>
                    <a:cubicBezTo>
                      <a:pt x="5720" y="58"/>
                      <a:pt x="5890" y="0"/>
                      <a:pt x="6100" y="0"/>
                    </a:cubicBezTo>
                    <a:cubicBezTo>
                      <a:pt x="6309" y="0"/>
                      <a:pt x="6480" y="58"/>
                      <a:pt x="6480" y="130"/>
                    </a:cubicBezTo>
                    <a:close/>
                    <a:moveTo>
                      <a:pt x="2200" y="2880"/>
                    </a:moveTo>
                    <a:cubicBezTo>
                      <a:pt x="2200" y="2957"/>
                      <a:pt x="2020" y="3020"/>
                      <a:pt x="1800" y="3020"/>
                    </a:cubicBezTo>
                    <a:cubicBezTo>
                      <a:pt x="1579" y="3020"/>
                      <a:pt x="1400" y="2957"/>
                      <a:pt x="1400" y="2880"/>
                    </a:cubicBezTo>
                    <a:cubicBezTo>
                      <a:pt x="1400" y="2802"/>
                      <a:pt x="1579" y="2740"/>
                      <a:pt x="1800" y="2740"/>
                    </a:cubicBezTo>
                    <a:cubicBezTo>
                      <a:pt x="2020" y="2740"/>
                      <a:pt x="2200" y="2802"/>
                      <a:pt x="2200" y="2880"/>
                    </a:cubicBezTo>
                    <a:close/>
                    <a:moveTo>
                      <a:pt x="5560" y="4130"/>
                    </a:moveTo>
                    <a:cubicBezTo>
                      <a:pt x="5560" y="4201"/>
                      <a:pt x="5398" y="4260"/>
                      <a:pt x="5200" y="4260"/>
                    </a:cubicBezTo>
                    <a:cubicBezTo>
                      <a:pt x="5001" y="4260"/>
                      <a:pt x="4840" y="4201"/>
                      <a:pt x="4840" y="4130"/>
                    </a:cubicBezTo>
                    <a:cubicBezTo>
                      <a:pt x="4840" y="4058"/>
                      <a:pt x="5001" y="4000"/>
                      <a:pt x="5200" y="4000"/>
                    </a:cubicBezTo>
                    <a:cubicBezTo>
                      <a:pt x="5398" y="4000"/>
                      <a:pt x="5560" y="4058"/>
                      <a:pt x="5560" y="413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3D0EA"/>
                  </a:gs>
                  <a:gs pos="55000">
                    <a:srgbClr val="D7BDE2"/>
                  </a:gs>
                  <a:gs pos="100000">
                    <a:srgbClr val="AC97B4"/>
                  </a:gs>
                </a:gsLst>
                <a:path path="circle">
                  <a:fillToRect l="32000" t="28000" r="68000" b="72000"/>
                </a:path>
              </a:gradFill>
              <a:ln w="9525" cap="rnd">
                <a:solidFill>
                  <a:srgbClr val="8E44AD"/>
                </a:solidFill>
                <a:round/>
              </a:ln>
            </p:spPr>
          </p:sp>
          <p:sp>
            <p:nvSpPr>
              <p:cNvPr id="50" name="Forma 49"/>
              <p:cNvSpPr/>
              <p:nvPr/>
            </p:nvSpPr>
            <p:spPr>
              <a:xfrm>
                <a:off x="4104742" y="1934505"/>
                <a:ext cx="820217" cy="454274"/>
              </a:xfrm>
              <a:custGeom>
                <a:avLst/>
                <a:gdLst/>
                <a:ahLst/>
                <a:cxnLst/>
                <a:rect l="0" t="0" r="r" b="b"/>
                <a:pathLst>
                  <a:path w="5980" h="4140">
                    <a:moveTo>
                      <a:pt x="280" y="220"/>
                    </a:moveTo>
                    <a:cubicBezTo>
                      <a:pt x="280" y="258"/>
                      <a:pt x="217" y="290"/>
                      <a:pt x="140" y="290"/>
                    </a:cubicBezTo>
                    <a:cubicBezTo>
                      <a:pt x="62" y="290"/>
                      <a:pt x="0" y="258"/>
                      <a:pt x="0" y="220"/>
                    </a:cubicBezTo>
                    <a:cubicBezTo>
                      <a:pt x="0" y="181"/>
                      <a:pt x="62" y="150"/>
                      <a:pt x="140" y="150"/>
                    </a:cubicBezTo>
                    <a:cubicBezTo>
                      <a:pt x="217" y="150"/>
                      <a:pt x="280" y="181"/>
                      <a:pt x="280" y="220"/>
                    </a:cubicBezTo>
                    <a:close/>
                    <a:moveTo>
                      <a:pt x="3780" y="1520"/>
                    </a:moveTo>
                    <a:cubicBezTo>
                      <a:pt x="3780" y="1558"/>
                      <a:pt x="3717" y="1590"/>
                      <a:pt x="3640" y="1590"/>
                    </a:cubicBezTo>
                    <a:cubicBezTo>
                      <a:pt x="3562" y="1590"/>
                      <a:pt x="3500" y="1558"/>
                      <a:pt x="3500" y="1520"/>
                    </a:cubicBezTo>
                    <a:cubicBezTo>
                      <a:pt x="3500" y="1481"/>
                      <a:pt x="3562" y="1450"/>
                      <a:pt x="3640" y="1450"/>
                    </a:cubicBezTo>
                    <a:cubicBezTo>
                      <a:pt x="3717" y="1450"/>
                      <a:pt x="3780" y="1481"/>
                      <a:pt x="3780" y="1520"/>
                    </a:cubicBezTo>
                    <a:close/>
                    <a:moveTo>
                      <a:pt x="5980" y="70"/>
                    </a:moveTo>
                    <a:cubicBezTo>
                      <a:pt x="5980" y="108"/>
                      <a:pt x="5917" y="140"/>
                      <a:pt x="5840" y="140"/>
                    </a:cubicBezTo>
                    <a:cubicBezTo>
                      <a:pt x="5762" y="140"/>
                      <a:pt x="5700" y="108"/>
                      <a:pt x="5700" y="70"/>
                    </a:cubicBezTo>
                    <a:cubicBezTo>
                      <a:pt x="5700" y="31"/>
                      <a:pt x="5762" y="0"/>
                      <a:pt x="5840" y="0"/>
                    </a:cubicBezTo>
                    <a:cubicBezTo>
                      <a:pt x="5917" y="0"/>
                      <a:pt x="5980" y="31"/>
                      <a:pt x="5980" y="70"/>
                    </a:cubicBezTo>
                    <a:close/>
                    <a:moveTo>
                      <a:pt x="1680" y="2820"/>
                    </a:moveTo>
                    <a:cubicBezTo>
                      <a:pt x="1680" y="2858"/>
                      <a:pt x="1617" y="2890"/>
                      <a:pt x="1540" y="2890"/>
                    </a:cubicBezTo>
                    <a:cubicBezTo>
                      <a:pt x="1462" y="2890"/>
                      <a:pt x="1400" y="2858"/>
                      <a:pt x="1400" y="2820"/>
                    </a:cubicBezTo>
                    <a:cubicBezTo>
                      <a:pt x="1400" y="2781"/>
                      <a:pt x="1462" y="2750"/>
                      <a:pt x="1540" y="2750"/>
                    </a:cubicBezTo>
                    <a:cubicBezTo>
                      <a:pt x="1617" y="2750"/>
                      <a:pt x="1680" y="2781"/>
                      <a:pt x="1680" y="2820"/>
                    </a:cubicBezTo>
                    <a:close/>
                    <a:moveTo>
                      <a:pt x="5080" y="4070"/>
                    </a:moveTo>
                    <a:cubicBezTo>
                      <a:pt x="5080" y="4108"/>
                      <a:pt x="5017" y="4140"/>
                      <a:pt x="4940" y="4140"/>
                    </a:cubicBezTo>
                    <a:cubicBezTo>
                      <a:pt x="4862" y="4140"/>
                      <a:pt x="4800" y="4108"/>
                      <a:pt x="4800" y="4070"/>
                    </a:cubicBezTo>
                    <a:cubicBezTo>
                      <a:pt x="4800" y="4031"/>
                      <a:pt x="4862" y="4000"/>
                      <a:pt x="4940" y="4000"/>
                    </a:cubicBezTo>
                    <a:cubicBezTo>
                      <a:pt x="5017" y="4000"/>
                      <a:pt x="5080" y="4031"/>
                      <a:pt x="5080" y="4070"/>
                    </a:cubicBezTo>
                    <a:close/>
                  </a:path>
                </a:pathLst>
              </a:custGeom>
              <a:solidFill>
                <a:srgbClr val="6C3483"/>
              </a:solidFill>
              <a:ln>
                <a:noFill/>
              </a:ln>
            </p:spPr>
          </p:sp>
        </p:grpSp>
        <p:grpSp>
          <p:nvGrpSpPr>
            <p:cNvPr id="51" name="!!Capilar"/>
            <p:cNvGrpSpPr/>
            <p:nvPr/>
          </p:nvGrpSpPr>
          <p:grpSpPr>
            <a:xfrm>
              <a:off x="3959352" y="1415491"/>
              <a:ext cx="1503274" cy="318211"/>
              <a:chOff x="3959352" y="1415491"/>
              <a:chExt cx="1503274" cy="318211"/>
            </a:xfrm>
          </p:grpSpPr>
          <p:sp>
            <p:nvSpPr>
              <p:cNvPr id="52" name="Forma 51"/>
              <p:cNvSpPr/>
              <p:nvPr/>
            </p:nvSpPr>
            <p:spPr>
              <a:xfrm>
                <a:off x="3959352" y="1415491"/>
                <a:ext cx="1371600" cy="318211"/>
              </a:xfrm>
              <a:prstGeom prst="rect">
                <a:avLst/>
              </a:prstGeom>
              <a:gradFill rotWithShape="1">
                <a:gsLst>
                  <a:gs pos="0">
                    <a:srgbClr val="F9D5D3"/>
                  </a:gs>
                  <a:gs pos="50000">
                    <a:srgbClr val="FDEDEC"/>
                  </a:gs>
                  <a:gs pos="100000">
                    <a:srgbClr val="F9D5D3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53" name="Forma 52"/>
              <p:cNvSpPr/>
              <p:nvPr/>
            </p:nvSpPr>
            <p:spPr>
              <a:xfrm>
                <a:off x="3959352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54" name="Forma 53"/>
              <p:cNvSpPr/>
              <p:nvPr/>
            </p:nvSpPr>
            <p:spPr>
              <a:xfrm>
                <a:off x="4004615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4110228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4155491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57" name="Forma 56"/>
              <p:cNvSpPr/>
              <p:nvPr/>
            </p:nvSpPr>
            <p:spPr>
              <a:xfrm>
                <a:off x="4261104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58" name="Forma 57"/>
              <p:cNvSpPr/>
              <p:nvPr/>
            </p:nvSpPr>
            <p:spPr>
              <a:xfrm>
                <a:off x="4306367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59" name="Forma 58"/>
              <p:cNvSpPr/>
              <p:nvPr/>
            </p:nvSpPr>
            <p:spPr>
              <a:xfrm>
                <a:off x="4411980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0" name="Forma 59"/>
              <p:cNvSpPr/>
              <p:nvPr/>
            </p:nvSpPr>
            <p:spPr>
              <a:xfrm>
                <a:off x="4457243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1" name="Forma 60"/>
              <p:cNvSpPr/>
              <p:nvPr/>
            </p:nvSpPr>
            <p:spPr>
              <a:xfrm>
                <a:off x="4562856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2" name="Forma 61"/>
              <p:cNvSpPr/>
              <p:nvPr/>
            </p:nvSpPr>
            <p:spPr>
              <a:xfrm>
                <a:off x="4608119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3" name="Forma 62"/>
              <p:cNvSpPr/>
              <p:nvPr/>
            </p:nvSpPr>
            <p:spPr>
              <a:xfrm>
                <a:off x="4713732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4" name="Forma 63"/>
              <p:cNvSpPr/>
              <p:nvPr/>
            </p:nvSpPr>
            <p:spPr>
              <a:xfrm>
                <a:off x="4758995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5" name="Forma 64"/>
              <p:cNvSpPr/>
              <p:nvPr/>
            </p:nvSpPr>
            <p:spPr>
              <a:xfrm>
                <a:off x="4864608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6" name="Forma 65"/>
              <p:cNvSpPr/>
              <p:nvPr/>
            </p:nvSpPr>
            <p:spPr>
              <a:xfrm>
                <a:off x="4909871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7" name="Forma 66"/>
              <p:cNvSpPr/>
              <p:nvPr/>
            </p:nvSpPr>
            <p:spPr>
              <a:xfrm>
                <a:off x="5015484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8" name="Forma 67"/>
              <p:cNvSpPr/>
              <p:nvPr/>
            </p:nvSpPr>
            <p:spPr>
              <a:xfrm>
                <a:off x="5060747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9" name="Forma 68"/>
              <p:cNvSpPr/>
              <p:nvPr/>
            </p:nvSpPr>
            <p:spPr>
              <a:xfrm>
                <a:off x="5166360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0" name="Forma 69"/>
              <p:cNvSpPr/>
              <p:nvPr/>
            </p:nvSpPr>
            <p:spPr>
              <a:xfrm>
                <a:off x="5211623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1" name="Forma 70"/>
              <p:cNvSpPr/>
              <p:nvPr/>
            </p:nvSpPr>
            <p:spPr>
              <a:xfrm>
                <a:off x="5317236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2" name="Forma 71"/>
              <p:cNvSpPr/>
              <p:nvPr/>
            </p:nvSpPr>
            <p:spPr>
              <a:xfrm>
                <a:off x="5362499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3" name="Forma 72"/>
              <p:cNvSpPr/>
              <p:nvPr/>
            </p:nvSpPr>
            <p:spPr>
              <a:xfrm>
                <a:off x="3959352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4" name="Forma 73"/>
              <p:cNvSpPr/>
              <p:nvPr/>
            </p:nvSpPr>
            <p:spPr>
              <a:xfrm>
                <a:off x="4004615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5" name="Forma 74"/>
              <p:cNvSpPr/>
              <p:nvPr/>
            </p:nvSpPr>
            <p:spPr>
              <a:xfrm>
                <a:off x="4110228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6" name="Forma 75"/>
              <p:cNvSpPr/>
              <p:nvPr/>
            </p:nvSpPr>
            <p:spPr>
              <a:xfrm>
                <a:off x="4155491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7" name="Forma 76"/>
              <p:cNvSpPr/>
              <p:nvPr/>
            </p:nvSpPr>
            <p:spPr>
              <a:xfrm>
                <a:off x="4261104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8" name="Forma 77"/>
              <p:cNvSpPr/>
              <p:nvPr/>
            </p:nvSpPr>
            <p:spPr>
              <a:xfrm>
                <a:off x="4306367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9" name="Forma 78"/>
              <p:cNvSpPr/>
              <p:nvPr/>
            </p:nvSpPr>
            <p:spPr>
              <a:xfrm>
                <a:off x="4411980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0" name="Forma 79"/>
              <p:cNvSpPr/>
              <p:nvPr/>
            </p:nvSpPr>
            <p:spPr>
              <a:xfrm>
                <a:off x="4457243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1" name="Forma 80"/>
              <p:cNvSpPr/>
              <p:nvPr/>
            </p:nvSpPr>
            <p:spPr>
              <a:xfrm>
                <a:off x="4562856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2" name="Forma 81"/>
              <p:cNvSpPr/>
              <p:nvPr/>
            </p:nvSpPr>
            <p:spPr>
              <a:xfrm>
                <a:off x="4608119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3" name="Forma 82"/>
              <p:cNvSpPr/>
              <p:nvPr/>
            </p:nvSpPr>
            <p:spPr>
              <a:xfrm>
                <a:off x="4713732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4" name="Forma 83"/>
              <p:cNvSpPr/>
              <p:nvPr/>
            </p:nvSpPr>
            <p:spPr>
              <a:xfrm>
                <a:off x="4758995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5" name="Forma 84"/>
              <p:cNvSpPr/>
              <p:nvPr/>
            </p:nvSpPr>
            <p:spPr>
              <a:xfrm>
                <a:off x="4864608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6" name="Forma 85"/>
              <p:cNvSpPr/>
              <p:nvPr/>
            </p:nvSpPr>
            <p:spPr>
              <a:xfrm>
                <a:off x="4909871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7" name="Forma 86"/>
              <p:cNvSpPr/>
              <p:nvPr/>
            </p:nvSpPr>
            <p:spPr>
              <a:xfrm>
                <a:off x="5015484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8" name="Forma 87"/>
              <p:cNvSpPr/>
              <p:nvPr/>
            </p:nvSpPr>
            <p:spPr>
              <a:xfrm>
                <a:off x="5060747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9" name="Forma 88"/>
              <p:cNvSpPr/>
              <p:nvPr/>
            </p:nvSpPr>
            <p:spPr>
              <a:xfrm>
                <a:off x="5166360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90" name="Forma 89"/>
              <p:cNvSpPr/>
              <p:nvPr/>
            </p:nvSpPr>
            <p:spPr>
              <a:xfrm>
                <a:off x="5211623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91" name="Forma 90"/>
              <p:cNvSpPr/>
              <p:nvPr/>
            </p:nvSpPr>
            <p:spPr>
              <a:xfrm>
                <a:off x="5317236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92" name="Forma 91"/>
              <p:cNvSpPr/>
              <p:nvPr/>
            </p:nvSpPr>
            <p:spPr>
              <a:xfrm>
                <a:off x="5362499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93" name="Forma 92"/>
              <p:cNvSpPr/>
              <p:nvPr/>
            </p:nvSpPr>
            <p:spPr>
              <a:xfrm>
                <a:off x="4022446" y="1492301"/>
                <a:ext cx="1327709" cy="153619"/>
              </a:xfrm>
              <a:custGeom>
                <a:avLst/>
                <a:gdLst/>
                <a:ahLst/>
                <a:cxnLst/>
                <a:rect l="0" t="0" r="r" b="b"/>
                <a:pathLst>
                  <a:path w="9680" h="1400">
                    <a:moveTo>
                      <a:pt x="840" y="300"/>
                    </a:moveTo>
                    <a:cubicBezTo>
                      <a:pt x="840" y="465"/>
                      <a:pt x="651" y="600"/>
                      <a:pt x="420" y="600"/>
                    </a:cubicBezTo>
                    <a:cubicBezTo>
                      <a:pt x="188" y="600"/>
                      <a:pt x="0" y="465"/>
                      <a:pt x="0" y="300"/>
                    </a:cubicBezTo>
                    <a:cubicBezTo>
                      <a:pt x="0" y="134"/>
                      <a:pt x="188" y="0"/>
                      <a:pt x="420" y="0"/>
                    </a:cubicBezTo>
                    <a:cubicBezTo>
                      <a:pt x="651" y="0"/>
                      <a:pt x="840" y="134"/>
                      <a:pt x="840" y="300"/>
                    </a:cubicBezTo>
                    <a:close/>
                    <a:moveTo>
                      <a:pt x="2410" y="1100"/>
                    </a:moveTo>
                    <a:cubicBezTo>
                      <a:pt x="2410" y="1265"/>
                      <a:pt x="2221" y="1400"/>
                      <a:pt x="1990" y="1400"/>
                    </a:cubicBezTo>
                    <a:cubicBezTo>
                      <a:pt x="1758" y="1400"/>
                      <a:pt x="1570" y="1265"/>
                      <a:pt x="1570" y="1100"/>
                    </a:cubicBezTo>
                    <a:cubicBezTo>
                      <a:pt x="1570" y="934"/>
                      <a:pt x="1758" y="800"/>
                      <a:pt x="1990" y="800"/>
                    </a:cubicBezTo>
                    <a:cubicBezTo>
                      <a:pt x="2221" y="800"/>
                      <a:pt x="2410" y="934"/>
                      <a:pt x="2410" y="1100"/>
                    </a:cubicBezTo>
                    <a:close/>
                    <a:moveTo>
                      <a:pt x="3850" y="300"/>
                    </a:moveTo>
                    <a:cubicBezTo>
                      <a:pt x="3850" y="465"/>
                      <a:pt x="3661" y="600"/>
                      <a:pt x="3430" y="600"/>
                    </a:cubicBezTo>
                    <a:cubicBezTo>
                      <a:pt x="3198" y="600"/>
                      <a:pt x="3010" y="465"/>
                      <a:pt x="3010" y="300"/>
                    </a:cubicBezTo>
                    <a:cubicBezTo>
                      <a:pt x="3010" y="134"/>
                      <a:pt x="3198" y="0"/>
                      <a:pt x="3430" y="0"/>
                    </a:cubicBezTo>
                    <a:cubicBezTo>
                      <a:pt x="3661" y="0"/>
                      <a:pt x="3850" y="134"/>
                      <a:pt x="3850" y="300"/>
                    </a:cubicBezTo>
                    <a:close/>
                    <a:moveTo>
                      <a:pt x="5340" y="1100"/>
                    </a:moveTo>
                    <a:cubicBezTo>
                      <a:pt x="5340" y="1265"/>
                      <a:pt x="5151" y="1400"/>
                      <a:pt x="4920" y="1400"/>
                    </a:cubicBezTo>
                    <a:cubicBezTo>
                      <a:pt x="4688" y="1400"/>
                      <a:pt x="4500" y="1265"/>
                      <a:pt x="4500" y="1100"/>
                    </a:cubicBezTo>
                    <a:cubicBezTo>
                      <a:pt x="4500" y="934"/>
                      <a:pt x="4688" y="800"/>
                      <a:pt x="4920" y="800"/>
                    </a:cubicBezTo>
                    <a:cubicBezTo>
                      <a:pt x="5151" y="800"/>
                      <a:pt x="5340" y="934"/>
                      <a:pt x="5340" y="1100"/>
                    </a:cubicBezTo>
                    <a:close/>
                    <a:moveTo>
                      <a:pt x="6880" y="300"/>
                    </a:moveTo>
                    <a:cubicBezTo>
                      <a:pt x="6880" y="465"/>
                      <a:pt x="6691" y="600"/>
                      <a:pt x="6460" y="600"/>
                    </a:cubicBezTo>
                    <a:cubicBezTo>
                      <a:pt x="6228" y="600"/>
                      <a:pt x="6040" y="465"/>
                      <a:pt x="6040" y="300"/>
                    </a:cubicBezTo>
                    <a:cubicBezTo>
                      <a:pt x="6040" y="134"/>
                      <a:pt x="6228" y="0"/>
                      <a:pt x="6460" y="0"/>
                    </a:cubicBezTo>
                    <a:cubicBezTo>
                      <a:pt x="6691" y="0"/>
                      <a:pt x="6880" y="134"/>
                      <a:pt x="6880" y="300"/>
                    </a:cubicBezTo>
                    <a:close/>
                    <a:moveTo>
                      <a:pt x="8430" y="1100"/>
                    </a:moveTo>
                    <a:cubicBezTo>
                      <a:pt x="8430" y="1265"/>
                      <a:pt x="8241" y="1400"/>
                      <a:pt x="8010" y="1400"/>
                    </a:cubicBezTo>
                    <a:cubicBezTo>
                      <a:pt x="7778" y="1400"/>
                      <a:pt x="7590" y="1265"/>
                      <a:pt x="7590" y="1100"/>
                    </a:cubicBezTo>
                    <a:cubicBezTo>
                      <a:pt x="7590" y="934"/>
                      <a:pt x="7778" y="800"/>
                      <a:pt x="8010" y="800"/>
                    </a:cubicBezTo>
                    <a:cubicBezTo>
                      <a:pt x="8241" y="800"/>
                      <a:pt x="8430" y="934"/>
                      <a:pt x="8430" y="1100"/>
                    </a:cubicBezTo>
                    <a:close/>
                    <a:moveTo>
                      <a:pt x="9680" y="300"/>
                    </a:moveTo>
                    <a:cubicBezTo>
                      <a:pt x="9680" y="465"/>
                      <a:pt x="9491" y="600"/>
                      <a:pt x="9260" y="600"/>
                    </a:cubicBezTo>
                    <a:cubicBezTo>
                      <a:pt x="9028" y="600"/>
                      <a:pt x="8840" y="465"/>
                      <a:pt x="8840" y="300"/>
                    </a:cubicBezTo>
                    <a:cubicBezTo>
                      <a:pt x="8840" y="134"/>
                      <a:pt x="9028" y="0"/>
                      <a:pt x="9260" y="0"/>
                    </a:cubicBezTo>
                    <a:cubicBezTo>
                      <a:pt x="9491" y="0"/>
                      <a:pt x="9680" y="134"/>
                      <a:pt x="9680" y="30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06A5F"/>
                  </a:gs>
                  <a:gs pos="60000">
                    <a:srgbClr val="C9372C"/>
                  </a:gs>
                  <a:gs pos="100000">
                    <a:srgbClr val="7B1F17"/>
                  </a:gs>
                </a:gsLst>
                <a:path path="circle">
                  <a:fillToRect l="50000" t="50000" r="50000" b="50000"/>
                </a:path>
              </a:gradFill>
              <a:ln w="9525" cap="rnd">
                <a:solidFill>
                  <a:srgbClr val="6E1A12"/>
                </a:solidFill>
                <a:round/>
              </a:ln>
            </p:spPr>
          </p:sp>
        </p:grpSp>
        <p:sp>
          <p:nvSpPr>
            <p:cNvPr id="94" name="!!Albumina"/>
            <p:cNvSpPr/>
            <p:nvPr/>
          </p:nvSpPr>
          <p:spPr>
            <a:xfrm>
              <a:off x="4125316" y="1503274"/>
              <a:ext cx="765353" cy="161300"/>
            </a:xfrm>
            <a:custGeom>
              <a:avLst/>
              <a:gdLst/>
              <a:ahLst/>
              <a:cxnLst/>
              <a:rect l="0" t="0" r="r" b="b"/>
              <a:pathLst>
                <a:path w="5580" h="1470">
                  <a:moveTo>
                    <a:pt x="1190" y="1060"/>
                  </a:moveTo>
                  <a:cubicBezTo>
                    <a:pt x="1190" y="1120"/>
                    <a:pt x="1140" y="1170"/>
                    <a:pt x="1080" y="1170"/>
                  </a:cubicBezTo>
                  <a:cubicBezTo>
                    <a:pt x="1019" y="1170"/>
                    <a:pt x="970" y="1120"/>
                    <a:pt x="970" y="1060"/>
                  </a:cubicBezTo>
                  <a:cubicBezTo>
                    <a:pt x="970" y="999"/>
                    <a:pt x="1019" y="950"/>
                    <a:pt x="1080" y="950"/>
                  </a:cubicBezTo>
                  <a:cubicBezTo>
                    <a:pt x="1140" y="950"/>
                    <a:pt x="1190" y="999"/>
                    <a:pt x="1190" y="1060"/>
                  </a:cubicBezTo>
                  <a:close/>
                  <a:moveTo>
                    <a:pt x="4170" y="1360"/>
                  </a:moveTo>
                  <a:cubicBezTo>
                    <a:pt x="4170" y="1420"/>
                    <a:pt x="4120" y="1470"/>
                    <a:pt x="4060" y="1470"/>
                  </a:cubicBezTo>
                  <a:cubicBezTo>
                    <a:pt x="3999" y="1470"/>
                    <a:pt x="3950" y="1420"/>
                    <a:pt x="3950" y="1360"/>
                  </a:cubicBezTo>
                  <a:cubicBezTo>
                    <a:pt x="3950" y="1299"/>
                    <a:pt x="3999" y="1250"/>
                    <a:pt x="4060" y="1250"/>
                  </a:cubicBezTo>
                  <a:cubicBezTo>
                    <a:pt x="4120" y="1250"/>
                    <a:pt x="4170" y="1299"/>
                    <a:pt x="4170" y="1360"/>
                  </a:cubicBezTo>
                  <a:close/>
                  <a:moveTo>
                    <a:pt x="5580" y="220"/>
                  </a:moveTo>
                  <a:cubicBezTo>
                    <a:pt x="5580" y="280"/>
                    <a:pt x="5530" y="330"/>
                    <a:pt x="5470" y="330"/>
                  </a:cubicBezTo>
                  <a:cubicBezTo>
                    <a:pt x="5409" y="330"/>
                    <a:pt x="5360" y="280"/>
                    <a:pt x="5360" y="220"/>
                  </a:cubicBezTo>
                  <a:cubicBezTo>
                    <a:pt x="5360" y="159"/>
                    <a:pt x="5409" y="110"/>
                    <a:pt x="5470" y="110"/>
                  </a:cubicBezTo>
                  <a:cubicBezTo>
                    <a:pt x="5530" y="110"/>
                    <a:pt x="5580" y="159"/>
                    <a:pt x="5580" y="220"/>
                  </a:cubicBezTo>
                  <a:close/>
                  <a:moveTo>
                    <a:pt x="260" y="890"/>
                  </a:moveTo>
                  <a:cubicBezTo>
                    <a:pt x="260" y="950"/>
                    <a:pt x="210" y="1000"/>
                    <a:pt x="150" y="1000"/>
                  </a:cubicBezTo>
                  <a:cubicBezTo>
                    <a:pt x="89" y="1000"/>
                    <a:pt x="40" y="950"/>
                    <a:pt x="40" y="890"/>
                  </a:cubicBezTo>
                  <a:cubicBezTo>
                    <a:pt x="40" y="829"/>
                    <a:pt x="89" y="780"/>
                    <a:pt x="150" y="780"/>
                  </a:cubicBezTo>
                  <a:cubicBezTo>
                    <a:pt x="210" y="780"/>
                    <a:pt x="260" y="829"/>
                    <a:pt x="260" y="890"/>
                  </a:cubicBezTo>
                  <a:close/>
                  <a:moveTo>
                    <a:pt x="2400" y="110"/>
                  </a:moveTo>
                  <a:cubicBezTo>
                    <a:pt x="2400" y="170"/>
                    <a:pt x="2350" y="220"/>
                    <a:pt x="2290" y="220"/>
                  </a:cubicBezTo>
                  <a:cubicBezTo>
                    <a:pt x="2229" y="220"/>
                    <a:pt x="2180" y="170"/>
                    <a:pt x="2180" y="110"/>
                  </a:cubicBezTo>
                  <a:cubicBezTo>
                    <a:pt x="2180" y="49"/>
                    <a:pt x="2229" y="0"/>
                    <a:pt x="2290" y="0"/>
                  </a:cubicBezTo>
                  <a:cubicBezTo>
                    <a:pt x="2350" y="0"/>
                    <a:pt x="2400" y="49"/>
                    <a:pt x="2400" y="110"/>
                  </a:cubicBezTo>
                  <a:close/>
                  <a:moveTo>
                    <a:pt x="220" y="1120"/>
                  </a:moveTo>
                  <a:cubicBezTo>
                    <a:pt x="220" y="1180"/>
                    <a:pt x="170" y="1230"/>
                    <a:pt x="110" y="1230"/>
                  </a:cubicBezTo>
                  <a:cubicBezTo>
                    <a:pt x="49" y="1230"/>
                    <a:pt x="0" y="1180"/>
                    <a:pt x="0" y="1120"/>
                  </a:cubicBezTo>
                  <a:cubicBezTo>
                    <a:pt x="0" y="1059"/>
                    <a:pt x="49" y="1010"/>
                    <a:pt x="110" y="1010"/>
                  </a:cubicBezTo>
                  <a:cubicBezTo>
                    <a:pt x="170" y="1010"/>
                    <a:pt x="220" y="1059"/>
                    <a:pt x="220" y="11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28B"/>
                </a:gs>
                <a:gs pos="55000">
                  <a:srgbClr val="F4D03F"/>
                </a:gs>
                <a:gs pos="100000">
                  <a:srgbClr val="C3A632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9A7D0A"/>
              </a:solidFill>
              <a:round/>
            </a:ln>
          </p:spPr>
        </p:sp>
        <p:grpSp>
          <p:nvGrpSpPr>
            <p:cNvPr id="95" name="!!VasoLinfatico"/>
            <p:cNvGrpSpPr/>
            <p:nvPr/>
          </p:nvGrpSpPr>
          <p:grpSpPr>
            <a:xfrm>
              <a:off x="5111496" y="1832458"/>
              <a:ext cx="150876" cy="636422"/>
              <a:chOff x="5111496" y="1832458"/>
              <a:chExt cx="150876" cy="636422"/>
            </a:xfrm>
          </p:grpSpPr>
          <p:sp>
            <p:nvSpPr>
              <p:cNvPr id="96" name="Forma 95"/>
              <p:cNvSpPr/>
              <p:nvPr/>
            </p:nvSpPr>
            <p:spPr>
              <a:xfrm>
                <a:off x="5111496" y="1832458"/>
                <a:ext cx="150876" cy="636422"/>
              </a:xfrm>
              <a:prstGeom prst="roundRect">
                <a:avLst>
                  <a:gd name="adj" fmla="val 30000"/>
                </a:avLst>
              </a:prstGeom>
              <a:gradFill rotWithShape="1">
                <a:gsLst>
                  <a:gs pos="0">
                    <a:srgbClr val="297633"/>
                  </a:gs>
                  <a:gs pos="30000">
                    <a:srgbClr val="89CC92"/>
                  </a:gs>
                  <a:gs pos="55000">
                    <a:srgbClr val="3BAA4A"/>
                  </a:gs>
                  <a:gs pos="100000">
                    <a:srgbClr val="297633"/>
                  </a:gs>
                </a:gsLst>
                <a:lin ang="0" scaled="0"/>
              </a:gradFill>
              <a:ln w="19050" cap="rnd">
                <a:solidFill>
                  <a:srgbClr val="1D5525"/>
                </a:solidFill>
                <a:round/>
              </a:ln>
            </p:spPr>
          </p:sp>
          <p:sp>
            <p:nvSpPr>
              <p:cNvPr id="97" name="Forma 96"/>
              <p:cNvSpPr/>
              <p:nvPr/>
            </p:nvSpPr>
            <p:spPr>
              <a:xfrm>
                <a:off x="5125212" y="1986077"/>
                <a:ext cx="123444" cy="43891"/>
              </a:xfrm>
              <a:custGeom>
                <a:avLst/>
                <a:gdLst/>
                <a:ahLst/>
                <a:cxnLst/>
                <a:rect l="0" t="0" r="r" b="b"/>
                <a:pathLst>
                  <a:path w="900" h="400" fill="none">
                    <a:moveTo>
                      <a:pt x="0" y="400"/>
                    </a:moveTo>
                    <a:lnTo>
                      <a:pt x="450" y="0"/>
                    </a:lnTo>
                    <a:lnTo>
                      <a:pt x="900" y="400"/>
                    </a:lnTo>
                  </a:path>
                </a:pathLst>
              </a:custGeom>
              <a:noFill/>
              <a:ln w="31750" cap="rnd">
                <a:solidFill>
                  <a:srgbClr val="1D5525"/>
                </a:solidFill>
                <a:round/>
              </a:ln>
            </p:spPr>
          </p:sp>
          <p:sp>
            <p:nvSpPr>
              <p:cNvPr id="98" name="Forma 97"/>
              <p:cNvSpPr/>
              <p:nvPr/>
            </p:nvSpPr>
            <p:spPr>
              <a:xfrm>
                <a:off x="5125212" y="2205533"/>
                <a:ext cx="123444" cy="43891"/>
              </a:xfrm>
              <a:custGeom>
                <a:avLst/>
                <a:gdLst/>
                <a:ahLst/>
                <a:cxnLst/>
                <a:rect l="0" t="0" r="r" b="b"/>
                <a:pathLst>
                  <a:path w="900" h="400" fill="none">
                    <a:moveTo>
                      <a:pt x="0" y="400"/>
                    </a:moveTo>
                    <a:lnTo>
                      <a:pt x="450" y="0"/>
                    </a:lnTo>
                    <a:lnTo>
                      <a:pt x="900" y="400"/>
                    </a:lnTo>
                  </a:path>
                </a:pathLst>
              </a:custGeom>
              <a:noFill/>
              <a:ln w="31750" cap="rnd">
                <a:solidFill>
                  <a:srgbClr val="1D5525"/>
                </a:solidFill>
                <a:round/>
              </a:ln>
            </p:spPr>
          </p:sp>
        </p:grpSp>
      </p:grpSp>
      <p:grpSp>
        <p:nvGrpSpPr>
          <p:cNvPr id="99" name="Causa Síndrome nefrótico · glomerulonefritis"/>
          <p:cNvGrpSpPr/>
          <p:nvPr/>
        </p:nvGrpSpPr>
        <p:grpSpPr>
          <a:xfrm>
            <a:off x="6181344" y="914400"/>
            <a:ext cx="2743200" cy="2514600"/>
            <a:chOff x="6181344" y="914400"/>
            <a:chExt cx="2743200" cy="2514600"/>
          </a:xfrm>
        </p:grpSpPr>
        <p:grpSp>
          <p:nvGrpSpPr>
            <p:cNvPr id="100" name="Recuadro Síndrome nefrótico · glo"/>
            <p:cNvGrpSpPr/>
            <p:nvPr/>
          </p:nvGrpSpPr>
          <p:grpSpPr>
            <a:xfrm>
              <a:off x="6181344" y="914400"/>
              <a:ext cx="2743200" cy="2514600"/>
              <a:chOff x="6181344" y="914400"/>
              <a:chExt cx="2743200" cy="2514600"/>
            </a:xfrm>
          </p:grpSpPr>
          <p:sp>
            <p:nvSpPr>
              <p:cNvPr id="101" name="Forma 100"/>
              <p:cNvSpPr/>
              <p:nvPr/>
            </p:nvSpPr>
            <p:spPr>
              <a:xfrm>
                <a:off x="6181344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Pérdida renal de proteínas.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02" name="Forma 101"/>
              <p:cNvSpPr/>
              <p:nvPr/>
            </p:nvSpPr>
            <p:spPr>
              <a:xfrm>
                <a:off x="6181344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464"/>
                  </a:lnSpc>
                  <a:spcAft>
                    <a:spcPts val="300"/>
                  </a:spcAft>
                  <a:buNone/>
                </a:pPr>
                <a:r>
                  <a:rPr lang="es-AR" sz="12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SÍNDROME NEFRÓTICO · GLOMERULONEFRITIS</a:t>
                </a:r>
                <a:endParaRPr lang="es-AR" sz="1200" dirty="0">
                  <a:latin typeface="Mali"/>
                </a:endParaRPr>
              </a:p>
            </p:txBody>
          </p:sp>
        </p:grpSp>
        <p:grpSp>
          <p:nvGrpSpPr>
            <p:cNvPr id="103" name="!!Glomerulo"/>
            <p:cNvGrpSpPr/>
            <p:nvPr/>
          </p:nvGrpSpPr>
          <p:grpSpPr>
            <a:xfrm>
              <a:off x="7100316" y="1487272"/>
              <a:ext cx="764438" cy="778154"/>
              <a:chOff x="7100316" y="1487272"/>
              <a:chExt cx="764438" cy="778154"/>
            </a:xfrm>
          </p:grpSpPr>
          <p:sp>
            <p:nvSpPr>
              <p:cNvPr id="104" name="Forma 103"/>
              <p:cNvSpPr/>
              <p:nvPr/>
            </p:nvSpPr>
            <p:spPr>
              <a:xfrm>
                <a:off x="7100316" y="1487272"/>
                <a:ext cx="764438" cy="778154"/>
              </a:xfrm>
              <a:custGeom>
                <a:avLst/>
                <a:gdLst/>
                <a:ahLst/>
                <a:cxnLst/>
                <a:rect l="0" t="0" r="r" b="b"/>
                <a:pathLst>
                  <a:path w="7600" h="7400">
                    <a:moveTo>
                      <a:pt x="7600" y="3700"/>
                    </a:moveTo>
                    <a:cubicBezTo>
                      <a:pt x="7600" y="5743"/>
                      <a:pt x="5898" y="7400"/>
                      <a:pt x="3800" y="7400"/>
                    </a:cubicBezTo>
                    <a:cubicBezTo>
                      <a:pt x="1701" y="7400"/>
                      <a:pt x="0" y="5743"/>
                      <a:pt x="0" y="3700"/>
                    </a:cubicBezTo>
                    <a:cubicBezTo>
                      <a:pt x="0" y="1656"/>
                      <a:pt x="1701" y="0"/>
                      <a:pt x="3800" y="0"/>
                    </a:cubicBezTo>
                    <a:cubicBezTo>
                      <a:pt x="5898" y="0"/>
                      <a:pt x="7600" y="1656"/>
                      <a:pt x="7600" y="3700"/>
                    </a:cubicBezTo>
                    <a:close/>
                  </a:path>
                </a:pathLst>
              </a:custGeom>
              <a:solidFill>
                <a:srgbClr val="FDF2E9">
                  <a:alpha val="100000"/>
                </a:srgbClr>
              </a:solidFill>
              <a:ln w="38100" cap="rnd">
                <a:solidFill>
                  <a:srgbClr val="A04000"/>
                </a:solidFill>
                <a:round/>
              </a:ln>
            </p:spPr>
          </p:sp>
          <p:sp>
            <p:nvSpPr>
              <p:cNvPr id="105" name="Forma 104"/>
              <p:cNvSpPr/>
              <p:nvPr/>
            </p:nvSpPr>
            <p:spPr>
              <a:xfrm>
                <a:off x="7180783" y="1571396"/>
                <a:ext cx="603504" cy="609905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5800">
                    <a:moveTo>
                      <a:pt x="6000" y="2900"/>
                    </a:moveTo>
                    <a:cubicBezTo>
                      <a:pt x="6000" y="4501"/>
                      <a:pt x="4656" y="5800"/>
                      <a:pt x="3000" y="5800"/>
                    </a:cubicBezTo>
                    <a:cubicBezTo>
                      <a:pt x="1343" y="5800"/>
                      <a:pt x="0" y="4501"/>
                      <a:pt x="0" y="2900"/>
                    </a:cubicBezTo>
                    <a:cubicBezTo>
                      <a:pt x="0" y="1298"/>
                      <a:pt x="1343" y="0"/>
                      <a:pt x="3000" y="0"/>
                    </a:cubicBezTo>
                    <a:cubicBezTo>
                      <a:pt x="4656" y="0"/>
                      <a:pt x="6000" y="1298"/>
                      <a:pt x="6000" y="2900"/>
                    </a:cubicBezTo>
                    <a:close/>
                  </a:path>
                </a:pathLst>
              </a:custGeom>
              <a:solidFill>
                <a:srgbClr val="FBEEE6">
                  <a:alpha val="100000"/>
                </a:srgbClr>
              </a:solidFill>
              <a:ln w="19050" cap="rnd">
                <a:solidFill>
                  <a:srgbClr val="C0392B"/>
                </a:solidFill>
                <a:round/>
              </a:ln>
            </p:spPr>
          </p:sp>
          <p:sp>
            <p:nvSpPr>
              <p:cNvPr id="106" name="Forma 105"/>
              <p:cNvSpPr/>
              <p:nvPr/>
            </p:nvSpPr>
            <p:spPr>
              <a:xfrm>
                <a:off x="7146585" y="1661086"/>
                <a:ext cx="470733" cy="409494"/>
              </a:xfrm>
              <a:custGeom>
                <a:avLst/>
                <a:gdLst/>
                <a:ahLst/>
                <a:cxnLst/>
                <a:rect l="0" t="0" r="r" b="b"/>
                <a:pathLst>
                  <a:path w="4680" h="3894">
                    <a:moveTo>
                      <a:pt x="4680" y="1947"/>
                    </a:moveTo>
                    <a:cubicBezTo>
                      <a:pt x="4680" y="2333"/>
                      <a:pt x="4277" y="2647"/>
                      <a:pt x="3780" y="2647"/>
                    </a:cubicBezTo>
                    <a:cubicBezTo>
                      <a:pt x="3282" y="2647"/>
                      <a:pt x="2880" y="2333"/>
                      <a:pt x="2880" y="1947"/>
                    </a:cubicBezTo>
                    <a:cubicBezTo>
                      <a:pt x="2880" y="1560"/>
                      <a:pt x="3282" y="1247"/>
                      <a:pt x="3780" y="1247"/>
                    </a:cubicBezTo>
                    <a:cubicBezTo>
                      <a:pt x="4277" y="1247"/>
                      <a:pt x="4680" y="1560"/>
                      <a:pt x="4680" y="1947"/>
                    </a:cubicBezTo>
                    <a:close/>
                    <a:moveTo>
                      <a:pt x="3960" y="3194"/>
                    </a:moveTo>
                    <a:cubicBezTo>
                      <a:pt x="3960" y="3580"/>
                      <a:pt x="3557" y="3894"/>
                      <a:pt x="3060" y="3894"/>
                    </a:cubicBezTo>
                    <a:cubicBezTo>
                      <a:pt x="2562" y="3894"/>
                      <a:pt x="2160" y="3580"/>
                      <a:pt x="2160" y="3194"/>
                    </a:cubicBezTo>
                    <a:cubicBezTo>
                      <a:pt x="2160" y="2807"/>
                      <a:pt x="2562" y="2494"/>
                      <a:pt x="3060" y="2494"/>
                    </a:cubicBezTo>
                    <a:cubicBezTo>
                      <a:pt x="3557" y="2494"/>
                      <a:pt x="3960" y="2807"/>
                      <a:pt x="3960" y="3194"/>
                    </a:cubicBezTo>
                    <a:close/>
                    <a:moveTo>
                      <a:pt x="2520" y="3194"/>
                    </a:moveTo>
                    <a:cubicBezTo>
                      <a:pt x="2520" y="3580"/>
                      <a:pt x="2117" y="3894"/>
                      <a:pt x="1620" y="3894"/>
                    </a:cubicBezTo>
                    <a:cubicBezTo>
                      <a:pt x="1122" y="3894"/>
                      <a:pt x="720" y="3580"/>
                      <a:pt x="720" y="3194"/>
                    </a:cubicBezTo>
                    <a:cubicBezTo>
                      <a:pt x="720" y="2807"/>
                      <a:pt x="1122" y="2494"/>
                      <a:pt x="1620" y="2494"/>
                    </a:cubicBezTo>
                    <a:cubicBezTo>
                      <a:pt x="2117" y="2494"/>
                      <a:pt x="2520" y="2807"/>
                      <a:pt x="2520" y="3194"/>
                    </a:cubicBezTo>
                    <a:close/>
                    <a:moveTo>
                      <a:pt x="1800" y="1947"/>
                    </a:moveTo>
                    <a:cubicBezTo>
                      <a:pt x="1800" y="2333"/>
                      <a:pt x="1397" y="2647"/>
                      <a:pt x="900" y="2647"/>
                    </a:cubicBezTo>
                    <a:cubicBezTo>
                      <a:pt x="402" y="2647"/>
                      <a:pt x="0" y="2333"/>
                      <a:pt x="0" y="1947"/>
                    </a:cubicBezTo>
                    <a:cubicBezTo>
                      <a:pt x="0" y="1560"/>
                      <a:pt x="402" y="1247"/>
                      <a:pt x="900" y="1247"/>
                    </a:cubicBezTo>
                    <a:cubicBezTo>
                      <a:pt x="1397" y="1247"/>
                      <a:pt x="1800" y="1560"/>
                      <a:pt x="1800" y="1947"/>
                    </a:cubicBezTo>
                    <a:close/>
                    <a:moveTo>
                      <a:pt x="2519" y="700"/>
                    </a:moveTo>
                    <a:cubicBezTo>
                      <a:pt x="2519" y="1086"/>
                      <a:pt x="2117" y="1400"/>
                      <a:pt x="1619" y="1400"/>
                    </a:cubicBezTo>
                    <a:cubicBezTo>
                      <a:pt x="1122" y="1400"/>
                      <a:pt x="719" y="1086"/>
                      <a:pt x="719" y="700"/>
                    </a:cubicBezTo>
                    <a:cubicBezTo>
                      <a:pt x="719" y="313"/>
                      <a:pt x="1122" y="0"/>
                      <a:pt x="1619" y="0"/>
                    </a:cubicBezTo>
                    <a:cubicBezTo>
                      <a:pt x="2117" y="0"/>
                      <a:pt x="2519" y="313"/>
                      <a:pt x="2519" y="700"/>
                    </a:cubicBezTo>
                    <a:close/>
                    <a:moveTo>
                      <a:pt x="3960" y="700"/>
                    </a:moveTo>
                    <a:cubicBezTo>
                      <a:pt x="3960" y="1086"/>
                      <a:pt x="3557" y="1400"/>
                      <a:pt x="3060" y="1400"/>
                    </a:cubicBezTo>
                    <a:cubicBezTo>
                      <a:pt x="2562" y="1400"/>
                      <a:pt x="2160" y="1086"/>
                      <a:pt x="2160" y="700"/>
                    </a:cubicBezTo>
                    <a:cubicBezTo>
                      <a:pt x="2160" y="313"/>
                      <a:pt x="2562" y="0"/>
                      <a:pt x="3060" y="0"/>
                    </a:cubicBezTo>
                    <a:cubicBezTo>
                      <a:pt x="3557" y="0"/>
                      <a:pt x="3960" y="313"/>
                      <a:pt x="3960" y="70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F8A80"/>
                  </a:gs>
                  <a:gs pos="55000">
                    <a:srgbClr val="E74C3C"/>
                  </a:gs>
                  <a:gs pos="100000">
                    <a:srgbClr val="AD392D"/>
                  </a:gs>
                </a:gsLst>
                <a:path path="circle">
                  <a:fillToRect l="32000" t="28000" r="68000" b="72000"/>
                </a:path>
              </a:gradFill>
              <a:ln w="19050" cap="rnd">
                <a:solidFill>
                  <a:srgbClr val="922B21"/>
                </a:solidFill>
                <a:round/>
              </a:ln>
            </p:spPr>
          </p:sp>
        </p:grpSp>
        <p:sp>
          <p:nvSpPr>
            <p:cNvPr id="107" name="!!Arteriolas"/>
            <p:cNvSpPr/>
            <p:nvPr/>
          </p:nvSpPr>
          <p:spPr>
            <a:xfrm>
              <a:off x="7050024" y="1687068"/>
              <a:ext cx="201168" cy="357530"/>
            </a:xfrm>
            <a:custGeom>
              <a:avLst/>
              <a:gdLst/>
              <a:ahLst/>
              <a:cxnLst/>
              <a:rect l="0" t="0" r="r" b="b"/>
              <a:pathLst>
                <a:path w="2000" h="3400" fill="none">
                  <a:moveTo>
                    <a:pt x="0" y="0"/>
                  </a:moveTo>
                  <a:lnTo>
                    <a:pt x="1800" y="800"/>
                  </a:lnTo>
                </a:path>
                <a:path w="2000" h="3400" fill="none">
                  <a:moveTo>
                    <a:pt x="0" y="3400"/>
                  </a:moveTo>
                  <a:lnTo>
                    <a:pt x="2000" y="2600"/>
                  </a:lnTo>
                </a:path>
              </a:pathLst>
            </a:custGeom>
            <a:noFill/>
            <a:ln w="177800" cap="rnd">
              <a:solidFill>
                <a:srgbClr val="D63A3A"/>
              </a:solidFill>
              <a:round/>
            </a:ln>
          </p:spPr>
        </p:sp>
        <p:sp>
          <p:nvSpPr>
            <p:cNvPr id="108" name="!!Tubulo"/>
            <p:cNvSpPr/>
            <p:nvPr/>
          </p:nvSpPr>
          <p:spPr>
            <a:xfrm>
              <a:off x="7794377" y="1960506"/>
              <a:ext cx="281598" cy="494194"/>
            </a:xfrm>
            <a:custGeom>
              <a:avLst/>
              <a:gdLst/>
              <a:ahLst/>
              <a:cxnLst/>
              <a:rect l="0" t="0" r="r" b="b"/>
              <a:pathLst>
                <a:path w="5957" h="10000">
                  <a:moveTo>
                    <a:pt x="528" y="1703"/>
                  </a:moveTo>
                  <a:lnTo>
                    <a:pt x="551" y="1722"/>
                  </a:lnTo>
                  <a:lnTo>
                    <a:pt x="893" y="2006"/>
                  </a:lnTo>
                  <a:lnTo>
                    <a:pt x="1280" y="2336"/>
                  </a:lnTo>
                  <a:lnTo>
                    <a:pt x="1662" y="2694"/>
                  </a:lnTo>
                  <a:lnTo>
                    <a:pt x="1994" y="3058"/>
                  </a:lnTo>
                  <a:lnTo>
                    <a:pt x="2240" y="3408"/>
                  </a:lnTo>
                  <a:lnTo>
                    <a:pt x="2428" y="3802"/>
                  </a:lnTo>
                  <a:lnTo>
                    <a:pt x="2598" y="4294"/>
                  </a:lnTo>
                  <a:lnTo>
                    <a:pt x="2753" y="4856"/>
                  </a:lnTo>
                  <a:lnTo>
                    <a:pt x="2900" y="5452"/>
                  </a:lnTo>
                  <a:lnTo>
                    <a:pt x="2902" y="5458"/>
                  </a:lnTo>
                  <a:lnTo>
                    <a:pt x="3052" y="6047"/>
                  </a:lnTo>
                  <a:lnTo>
                    <a:pt x="3062" y="6084"/>
                  </a:lnTo>
                  <a:lnTo>
                    <a:pt x="3227" y="6629"/>
                  </a:lnTo>
                  <a:lnTo>
                    <a:pt x="3240" y="6669"/>
                  </a:lnTo>
                  <a:lnTo>
                    <a:pt x="3430" y="7199"/>
                  </a:lnTo>
                  <a:lnTo>
                    <a:pt x="3435" y="7213"/>
                  </a:lnTo>
                  <a:lnTo>
                    <a:pt x="3639" y="7755"/>
                  </a:lnTo>
                  <a:lnTo>
                    <a:pt x="3643" y="7763"/>
                  </a:lnTo>
                  <a:lnTo>
                    <a:pt x="3847" y="8287"/>
                  </a:lnTo>
                  <a:lnTo>
                    <a:pt x="3849" y="8293"/>
                  </a:lnTo>
                  <a:lnTo>
                    <a:pt x="4039" y="8770"/>
                  </a:lnTo>
                  <a:lnTo>
                    <a:pt x="4040" y="8771"/>
                  </a:lnTo>
                  <a:lnTo>
                    <a:pt x="4199" y="9169"/>
                  </a:lnTo>
                  <a:lnTo>
                    <a:pt x="4314" y="9461"/>
                  </a:lnTo>
                  <a:lnTo>
                    <a:pt x="4348" y="9537"/>
                  </a:lnTo>
                  <a:lnTo>
                    <a:pt x="4390" y="9609"/>
                  </a:lnTo>
                  <a:lnTo>
                    <a:pt x="4438" y="9677"/>
                  </a:lnTo>
                  <a:lnTo>
                    <a:pt x="4493" y="9740"/>
                  </a:lnTo>
                  <a:lnTo>
                    <a:pt x="4554" y="9797"/>
                  </a:lnTo>
                  <a:lnTo>
                    <a:pt x="4621" y="9848"/>
                  </a:lnTo>
                  <a:lnTo>
                    <a:pt x="4692" y="9892"/>
                  </a:lnTo>
                  <a:lnTo>
                    <a:pt x="4766" y="9929"/>
                  </a:lnTo>
                  <a:lnTo>
                    <a:pt x="4845" y="9959"/>
                  </a:lnTo>
                  <a:lnTo>
                    <a:pt x="4925" y="9980"/>
                  </a:lnTo>
                  <a:lnTo>
                    <a:pt x="5008" y="9994"/>
                  </a:lnTo>
                  <a:lnTo>
                    <a:pt x="5091" y="10000"/>
                  </a:lnTo>
                  <a:lnTo>
                    <a:pt x="5174" y="9997"/>
                  </a:lnTo>
                  <a:lnTo>
                    <a:pt x="5257" y="9986"/>
                  </a:lnTo>
                  <a:lnTo>
                    <a:pt x="5339" y="9967"/>
                  </a:lnTo>
                  <a:lnTo>
                    <a:pt x="5418" y="9940"/>
                  </a:lnTo>
                  <a:lnTo>
                    <a:pt x="5494" y="9906"/>
                  </a:lnTo>
                  <a:lnTo>
                    <a:pt x="5566" y="9864"/>
                  </a:lnTo>
                  <a:lnTo>
                    <a:pt x="5634" y="9816"/>
                  </a:lnTo>
                  <a:lnTo>
                    <a:pt x="5697" y="9761"/>
                  </a:lnTo>
                  <a:lnTo>
                    <a:pt x="5754" y="9700"/>
                  </a:lnTo>
                  <a:lnTo>
                    <a:pt x="5805" y="9633"/>
                  </a:lnTo>
                  <a:lnTo>
                    <a:pt x="5849" y="9563"/>
                  </a:lnTo>
                  <a:lnTo>
                    <a:pt x="5886" y="9488"/>
                  </a:lnTo>
                  <a:lnTo>
                    <a:pt x="5916" y="9409"/>
                  </a:lnTo>
                  <a:lnTo>
                    <a:pt x="5937" y="9329"/>
                  </a:lnTo>
                  <a:lnTo>
                    <a:pt x="5951" y="9246"/>
                  </a:lnTo>
                  <a:lnTo>
                    <a:pt x="5957" y="9163"/>
                  </a:lnTo>
                  <a:lnTo>
                    <a:pt x="5954" y="9080"/>
                  </a:lnTo>
                  <a:lnTo>
                    <a:pt x="5943" y="8997"/>
                  </a:lnTo>
                  <a:lnTo>
                    <a:pt x="5924" y="8915"/>
                  </a:lnTo>
                  <a:lnTo>
                    <a:pt x="5897" y="8836"/>
                  </a:lnTo>
                  <a:lnTo>
                    <a:pt x="5782" y="8543"/>
                  </a:lnTo>
                  <a:lnTo>
                    <a:pt x="5780" y="8539"/>
                  </a:lnTo>
                  <a:lnTo>
                    <a:pt x="5620" y="8140"/>
                  </a:lnTo>
                  <a:lnTo>
                    <a:pt x="5432" y="7666"/>
                  </a:lnTo>
                  <a:lnTo>
                    <a:pt x="5230" y="7149"/>
                  </a:lnTo>
                  <a:lnTo>
                    <a:pt x="5030" y="6619"/>
                  </a:lnTo>
                  <a:lnTo>
                    <a:pt x="4850" y="6116"/>
                  </a:lnTo>
                  <a:lnTo>
                    <a:pt x="4697" y="5609"/>
                  </a:lnTo>
                  <a:lnTo>
                    <a:pt x="4552" y="5040"/>
                  </a:lnTo>
                  <a:lnTo>
                    <a:pt x="4402" y="4436"/>
                  </a:lnTo>
                  <a:lnTo>
                    <a:pt x="4397" y="4414"/>
                  </a:lnTo>
                  <a:lnTo>
                    <a:pt x="4232" y="3815"/>
                  </a:lnTo>
                  <a:lnTo>
                    <a:pt x="4216" y="3764"/>
                  </a:lnTo>
                  <a:lnTo>
                    <a:pt x="4021" y="3201"/>
                  </a:lnTo>
                  <a:lnTo>
                    <a:pt x="3985" y="3112"/>
                  </a:lnTo>
                  <a:lnTo>
                    <a:pt x="3746" y="2611"/>
                  </a:lnTo>
                  <a:lnTo>
                    <a:pt x="3713" y="2549"/>
                  </a:lnTo>
                  <a:lnTo>
                    <a:pt x="3675" y="2489"/>
                  </a:lnTo>
                  <a:lnTo>
                    <a:pt x="3357" y="2036"/>
                  </a:lnTo>
                  <a:lnTo>
                    <a:pt x="3289" y="1951"/>
                  </a:lnTo>
                  <a:lnTo>
                    <a:pt x="2897" y="1522"/>
                  </a:lnTo>
                  <a:lnTo>
                    <a:pt x="2850" y="1474"/>
                  </a:lnTo>
                  <a:lnTo>
                    <a:pt x="2429" y="1080"/>
                  </a:lnTo>
                  <a:lnTo>
                    <a:pt x="2400" y="1054"/>
                  </a:lnTo>
                  <a:lnTo>
                    <a:pt x="1993" y="707"/>
                  </a:lnTo>
                  <a:lnTo>
                    <a:pt x="1984" y="699"/>
                  </a:lnTo>
                  <a:lnTo>
                    <a:pt x="1648" y="421"/>
                  </a:lnTo>
                  <a:lnTo>
                    <a:pt x="1415" y="214"/>
                  </a:lnTo>
                  <a:lnTo>
                    <a:pt x="1350" y="161"/>
                  </a:lnTo>
                  <a:lnTo>
                    <a:pt x="1280" y="116"/>
                  </a:lnTo>
                  <a:lnTo>
                    <a:pt x="1206" y="77"/>
                  </a:lnTo>
                  <a:lnTo>
                    <a:pt x="1129" y="46"/>
                  </a:lnTo>
                  <a:lnTo>
                    <a:pt x="1049" y="22"/>
                  </a:lnTo>
                  <a:lnTo>
                    <a:pt x="967" y="7"/>
                  </a:lnTo>
                  <a:lnTo>
                    <a:pt x="883" y="0"/>
                  </a:lnTo>
                  <a:lnTo>
                    <a:pt x="800" y="0"/>
                  </a:lnTo>
                  <a:lnTo>
                    <a:pt x="717" y="9"/>
                  </a:lnTo>
                  <a:lnTo>
                    <a:pt x="635" y="26"/>
                  </a:lnTo>
                  <a:lnTo>
                    <a:pt x="555" y="51"/>
                  </a:lnTo>
                  <a:lnTo>
                    <a:pt x="479" y="84"/>
                  </a:lnTo>
                  <a:lnTo>
                    <a:pt x="405" y="124"/>
                  </a:lnTo>
                  <a:lnTo>
                    <a:pt x="336" y="171"/>
                  </a:lnTo>
                  <a:lnTo>
                    <a:pt x="272" y="225"/>
                  </a:lnTo>
                  <a:lnTo>
                    <a:pt x="214" y="285"/>
                  </a:lnTo>
                  <a:lnTo>
                    <a:pt x="161" y="350"/>
                  </a:lnTo>
                  <a:lnTo>
                    <a:pt x="116" y="419"/>
                  </a:lnTo>
                  <a:lnTo>
                    <a:pt x="77" y="494"/>
                  </a:lnTo>
                  <a:lnTo>
                    <a:pt x="46" y="571"/>
                  </a:lnTo>
                  <a:lnTo>
                    <a:pt x="22" y="651"/>
                  </a:lnTo>
                  <a:lnTo>
                    <a:pt x="7" y="733"/>
                  </a:lnTo>
                  <a:lnTo>
                    <a:pt x="0" y="816"/>
                  </a:lnTo>
                  <a:lnTo>
                    <a:pt x="0" y="900"/>
                  </a:lnTo>
                  <a:lnTo>
                    <a:pt x="9" y="983"/>
                  </a:lnTo>
                  <a:lnTo>
                    <a:pt x="26" y="1065"/>
                  </a:lnTo>
                  <a:lnTo>
                    <a:pt x="51" y="1144"/>
                  </a:lnTo>
                  <a:lnTo>
                    <a:pt x="84" y="1221"/>
                  </a:lnTo>
                  <a:lnTo>
                    <a:pt x="124" y="1295"/>
                  </a:lnTo>
                  <a:lnTo>
                    <a:pt x="171" y="1364"/>
                  </a:lnTo>
                  <a:lnTo>
                    <a:pt x="225" y="1428"/>
                  </a:lnTo>
                  <a:lnTo>
                    <a:pt x="285" y="1486"/>
                  </a:lnTo>
                  <a:lnTo>
                    <a:pt x="528" y="1703"/>
                  </a:lnTo>
                  <a:close/>
                </a:path>
              </a:pathLst>
            </a:custGeom>
            <a:solidFill>
              <a:srgbClr val="FCF3CF">
                <a:alpha val="100000"/>
              </a:srgbClr>
            </a:solidFill>
            <a:ln w="25400" cap="rnd">
              <a:solidFill>
                <a:srgbClr val="B7950B"/>
              </a:solidFill>
              <a:round/>
            </a:ln>
          </p:spPr>
        </p:sp>
        <p:sp>
          <p:nvSpPr>
            <p:cNvPr id="109" name="!!ProteinasOrina"/>
            <p:cNvSpPr/>
            <p:nvPr/>
          </p:nvSpPr>
          <p:spPr>
            <a:xfrm>
              <a:off x="7663586" y="1718615"/>
              <a:ext cx="329916" cy="648813"/>
            </a:xfrm>
            <a:custGeom>
              <a:avLst/>
              <a:gdLst/>
              <a:ahLst/>
              <a:cxnLst/>
              <a:rect l="0" t="0" r="r" b="b"/>
              <a:pathLst>
                <a:path w="3280" h="6170">
                  <a:moveTo>
                    <a:pt x="660" y="1250"/>
                  </a:moveTo>
                  <a:cubicBezTo>
                    <a:pt x="660" y="1338"/>
                    <a:pt x="588" y="1410"/>
                    <a:pt x="500" y="1410"/>
                  </a:cubicBezTo>
                  <a:cubicBezTo>
                    <a:pt x="411" y="1410"/>
                    <a:pt x="340" y="1338"/>
                    <a:pt x="340" y="1250"/>
                  </a:cubicBezTo>
                  <a:cubicBezTo>
                    <a:pt x="340" y="1161"/>
                    <a:pt x="411" y="1090"/>
                    <a:pt x="500" y="1090"/>
                  </a:cubicBezTo>
                  <a:cubicBezTo>
                    <a:pt x="588" y="1090"/>
                    <a:pt x="660" y="1161"/>
                    <a:pt x="660" y="1250"/>
                  </a:cubicBezTo>
                  <a:close/>
                  <a:moveTo>
                    <a:pt x="320" y="3390"/>
                  </a:moveTo>
                  <a:cubicBezTo>
                    <a:pt x="320" y="3478"/>
                    <a:pt x="248" y="3550"/>
                    <a:pt x="160" y="3550"/>
                  </a:cubicBezTo>
                  <a:cubicBezTo>
                    <a:pt x="71" y="3550"/>
                    <a:pt x="0" y="3478"/>
                    <a:pt x="0" y="3390"/>
                  </a:cubicBezTo>
                  <a:cubicBezTo>
                    <a:pt x="0" y="3301"/>
                    <a:pt x="71" y="3230"/>
                    <a:pt x="160" y="3230"/>
                  </a:cubicBezTo>
                  <a:cubicBezTo>
                    <a:pt x="248" y="3230"/>
                    <a:pt x="320" y="3301"/>
                    <a:pt x="320" y="3390"/>
                  </a:cubicBezTo>
                  <a:close/>
                  <a:moveTo>
                    <a:pt x="1070" y="2150"/>
                  </a:moveTo>
                  <a:cubicBezTo>
                    <a:pt x="1070" y="2238"/>
                    <a:pt x="998" y="2310"/>
                    <a:pt x="910" y="2310"/>
                  </a:cubicBezTo>
                  <a:cubicBezTo>
                    <a:pt x="821" y="2310"/>
                    <a:pt x="750" y="2238"/>
                    <a:pt x="750" y="2150"/>
                  </a:cubicBezTo>
                  <a:cubicBezTo>
                    <a:pt x="750" y="2061"/>
                    <a:pt x="821" y="1990"/>
                    <a:pt x="910" y="1990"/>
                  </a:cubicBezTo>
                  <a:cubicBezTo>
                    <a:pt x="998" y="1990"/>
                    <a:pt x="1070" y="2061"/>
                    <a:pt x="1070" y="2150"/>
                  </a:cubicBezTo>
                  <a:close/>
                  <a:moveTo>
                    <a:pt x="450" y="160"/>
                  </a:moveTo>
                  <a:cubicBezTo>
                    <a:pt x="450" y="248"/>
                    <a:pt x="378" y="320"/>
                    <a:pt x="290" y="320"/>
                  </a:cubicBezTo>
                  <a:cubicBezTo>
                    <a:pt x="201" y="320"/>
                    <a:pt x="130" y="248"/>
                    <a:pt x="130" y="160"/>
                  </a:cubicBezTo>
                  <a:cubicBezTo>
                    <a:pt x="130" y="71"/>
                    <a:pt x="201" y="0"/>
                    <a:pt x="290" y="0"/>
                  </a:cubicBezTo>
                  <a:cubicBezTo>
                    <a:pt x="378" y="0"/>
                    <a:pt x="450" y="71"/>
                    <a:pt x="450" y="160"/>
                  </a:cubicBezTo>
                  <a:close/>
                  <a:moveTo>
                    <a:pt x="2430" y="3300"/>
                  </a:moveTo>
                  <a:cubicBezTo>
                    <a:pt x="2430" y="3388"/>
                    <a:pt x="2358" y="3460"/>
                    <a:pt x="2270" y="3460"/>
                  </a:cubicBezTo>
                  <a:cubicBezTo>
                    <a:pt x="2181" y="3460"/>
                    <a:pt x="2110" y="3388"/>
                    <a:pt x="2110" y="3300"/>
                  </a:cubicBezTo>
                  <a:cubicBezTo>
                    <a:pt x="2110" y="3211"/>
                    <a:pt x="2181" y="3140"/>
                    <a:pt x="2270" y="3140"/>
                  </a:cubicBezTo>
                  <a:cubicBezTo>
                    <a:pt x="2358" y="3140"/>
                    <a:pt x="2430" y="3211"/>
                    <a:pt x="2430" y="3300"/>
                  </a:cubicBezTo>
                  <a:close/>
                  <a:moveTo>
                    <a:pt x="3280" y="6010"/>
                  </a:moveTo>
                  <a:cubicBezTo>
                    <a:pt x="3280" y="6098"/>
                    <a:pt x="3208" y="6170"/>
                    <a:pt x="3120" y="6170"/>
                  </a:cubicBezTo>
                  <a:cubicBezTo>
                    <a:pt x="3031" y="6170"/>
                    <a:pt x="2960" y="6098"/>
                    <a:pt x="2960" y="6010"/>
                  </a:cubicBezTo>
                  <a:cubicBezTo>
                    <a:pt x="2960" y="5921"/>
                    <a:pt x="3031" y="5850"/>
                    <a:pt x="3120" y="5850"/>
                  </a:cubicBezTo>
                  <a:cubicBezTo>
                    <a:pt x="3208" y="5850"/>
                    <a:pt x="3280" y="5921"/>
                    <a:pt x="3280" y="6010"/>
                  </a:cubicBezTo>
                  <a:close/>
                  <a:moveTo>
                    <a:pt x="3000" y="3500"/>
                  </a:moveTo>
                  <a:cubicBezTo>
                    <a:pt x="3000" y="3588"/>
                    <a:pt x="2928" y="3660"/>
                    <a:pt x="2840" y="3660"/>
                  </a:cubicBezTo>
                  <a:cubicBezTo>
                    <a:pt x="2751" y="3660"/>
                    <a:pt x="2680" y="3588"/>
                    <a:pt x="2680" y="3500"/>
                  </a:cubicBezTo>
                  <a:cubicBezTo>
                    <a:pt x="2680" y="3411"/>
                    <a:pt x="2751" y="3340"/>
                    <a:pt x="2840" y="3340"/>
                  </a:cubicBezTo>
                  <a:cubicBezTo>
                    <a:pt x="2928" y="3340"/>
                    <a:pt x="3000" y="3411"/>
                    <a:pt x="3000" y="3500"/>
                  </a:cubicBezTo>
                  <a:close/>
                  <a:moveTo>
                    <a:pt x="2820" y="5860"/>
                  </a:moveTo>
                  <a:cubicBezTo>
                    <a:pt x="2820" y="5948"/>
                    <a:pt x="2748" y="6020"/>
                    <a:pt x="2660" y="6020"/>
                  </a:cubicBezTo>
                  <a:cubicBezTo>
                    <a:pt x="2571" y="6020"/>
                    <a:pt x="2500" y="5948"/>
                    <a:pt x="2500" y="5860"/>
                  </a:cubicBezTo>
                  <a:cubicBezTo>
                    <a:pt x="2500" y="5771"/>
                    <a:pt x="2571" y="5700"/>
                    <a:pt x="2660" y="5700"/>
                  </a:cubicBezTo>
                  <a:cubicBezTo>
                    <a:pt x="2748" y="5700"/>
                    <a:pt x="2820" y="5771"/>
                    <a:pt x="2820" y="586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28B"/>
                </a:gs>
                <a:gs pos="55000">
                  <a:srgbClr val="F4D03F"/>
                </a:gs>
                <a:gs pos="100000">
                  <a:srgbClr val="C3A632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9A7D0A"/>
              </a:solidFill>
              <a:round/>
            </a:ln>
          </p:spPr>
        </p:sp>
      </p:grpSp>
      <p:grpSp>
        <p:nvGrpSpPr>
          <p:cNvPr id="110" name="Causa Cirrosis con ascitis"/>
          <p:cNvGrpSpPr/>
          <p:nvPr/>
        </p:nvGrpSpPr>
        <p:grpSpPr>
          <a:xfrm>
            <a:off x="9089136" y="914400"/>
            <a:ext cx="2743200" cy="2514600"/>
            <a:chOff x="9089136" y="914400"/>
            <a:chExt cx="2743200" cy="2514600"/>
          </a:xfrm>
        </p:grpSpPr>
        <p:grpSp>
          <p:nvGrpSpPr>
            <p:cNvPr id="111" name="Recuadro Cirrosis con ascitis"/>
            <p:cNvGrpSpPr/>
            <p:nvPr/>
          </p:nvGrpSpPr>
          <p:grpSpPr>
            <a:xfrm>
              <a:off x="9089136" y="914400"/>
              <a:ext cx="2743200" cy="2514600"/>
              <a:chOff x="9089136" y="914400"/>
              <a:chExt cx="2743200" cy="2514600"/>
            </a:xfrm>
          </p:grpSpPr>
          <p:sp>
            <p:nvSpPr>
              <p:cNvPr id="112" name="Forma 111"/>
              <p:cNvSpPr/>
              <p:nvPr/>
            </p:nvSpPr>
            <p:spPr>
              <a:xfrm>
                <a:off x="9089136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Hidrotórax hepático.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13" name="Forma 112"/>
              <p:cNvSpPr/>
              <p:nvPr/>
            </p:nvSpPr>
            <p:spPr>
              <a:xfrm>
                <a:off x="9089136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83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CIRROSIS CON ASCITIS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114" name="!!ParedToracica"/>
            <p:cNvSpPr/>
            <p:nvPr/>
          </p:nvSpPr>
          <p:spPr>
            <a:xfrm>
              <a:off x="9815441" y="1327709"/>
              <a:ext cx="1290591" cy="1185062"/>
            </a:xfrm>
            <a:custGeom>
              <a:avLst/>
              <a:gdLst/>
              <a:ahLst/>
              <a:cxnLst/>
              <a:rect l="0" t="0" r="r" b="b"/>
              <a:pathLst>
                <a:path w="9334" h="10000">
                  <a:moveTo>
                    <a:pt x="778" y="555"/>
                  </a:moveTo>
                  <a:lnTo>
                    <a:pt x="1731" y="246"/>
                  </a:lnTo>
                  <a:lnTo>
                    <a:pt x="3096" y="61"/>
                  </a:lnTo>
                  <a:lnTo>
                    <a:pt x="4667" y="0"/>
                  </a:lnTo>
                  <a:lnTo>
                    <a:pt x="6237" y="61"/>
                  </a:lnTo>
                  <a:lnTo>
                    <a:pt x="7602" y="246"/>
                  </a:lnTo>
                  <a:lnTo>
                    <a:pt x="8555" y="555"/>
                  </a:lnTo>
                  <a:lnTo>
                    <a:pt x="9053" y="1039"/>
                  </a:lnTo>
                  <a:lnTo>
                    <a:pt x="9251" y="1707"/>
                  </a:lnTo>
                  <a:lnTo>
                    <a:pt x="9244" y="2500"/>
                  </a:lnTo>
                  <a:lnTo>
                    <a:pt x="9124" y="3353"/>
                  </a:lnTo>
                  <a:lnTo>
                    <a:pt x="8987" y="4207"/>
                  </a:lnTo>
                  <a:lnTo>
                    <a:pt x="8925" y="5000"/>
                  </a:lnTo>
                  <a:lnTo>
                    <a:pt x="9006" y="5792"/>
                  </a:lnTo>
                  <a:lnTo>
                    <a:pt x="9165" y="6646"/>
                  </a:lnTo>
                  <a:lnTo>
                    <a:pt x="9307" y="7500"/>
                  </a:lnTo>
                  <a:lnTo>
                    <a:pt x="9334" y="8292"/>
                  </a:lnTo>
                  <a:lnTo>
                    <a:pt x="9146" y="8960"/>
                  </a:lnTo>
                  <a:lnTo>
                    <a:pt x="8648" y="9444"/>
                  </a:lnTo>
                  <a:lnTo>
                    <a:pt x="7676" y="9753"/>
                  </a:lnTo>
                  <a:lnTo>
                    <a:pt x="6278" y="9938"/>
                  </a:lnTo>
                  <a:lnTo>
                    <a:pt x="4667" y="10000"/>
                  </a:lnTo>
                  <a:lnTo>
                    <a:pt x="3055" y="9938"/>
                  </a:lnTo>
                  <a:lnTo>
                    <a:pt x="1657" y="9753"/>
                  </a:lnTo>
                  <a:lnTo>
                    <a:pt x="685" y="9444"/>
                  </a:lnTo>
                  <a:lnTo>
                    <a:pt x="187" y="8960"/>
                  </a:lnTo>
                  <a:lnTo>
                    <a:pt x="0" y="8292"/>
                  </a:lnTo>
                  <a:lnTo>
                    <a:pt x="26" y="7500"/>
                  </a:lnTo>
                  <a:lnTo>
                    <a:pt x="168" y="6646"/>
                  </a:lnTo>
                  <a:lnTo>
                    <a:pt x="327" y="5792"/>
                  </a:lnTo>
                  <a:lnTo>
                    <a:pt x="408" y="5000"/>
                  </a:lnTo>
                  <a:lnTo>
                    <a:pt x="346" y="4207"/>
                  </a:lnTo>
                  <a:lnTo>
                    <a:pt x="209" y="3353"/>
                  </a:lnTo>
                  <a:lnTo>
                    <a:pt x="89" y="2500"/>
                  </a:lnTo>
                  <a:lnTo>
                    <a:pt x="82" y="1707"/>
                  </a:lnTo>
                  <a:lnTo>
                    <a:pt x="280" y="1039"/>
                  </a:lnTo>
                  <a:lnTo>
                    <a:pt x="778" y="555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D0AC8D"/>
                </a:gs>
              </a:gsLst>
              <a:path path="circle">
                <a:fillToRect l="50000" t="30000" r="50000" b="70000"/>
              </a:path>
            </a:gradFill>
            <a:ln w="25400" cap="rnd">
              <a:solidFill>
                <a:srgbClr val="7A655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5" name="!!EspacioPleuralD"/>
            <p:cNvSpPr/>
            <p:nvPr/>
          </p:nvSpPr>
          <p:spPr>
            <a:xfrm>
              <a:off x="9979965" y="141875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10000" h="7603">
                  <a:moveTo>
                    <a:pt x="3911" y="38"/>
                  </a:moveTo>
                  <a:lnTo>
                    <a:pt x="4469" y="0"/>
                  </a:lnTo>
                  <a:lnTo>
                    <a:pt x="5102" y="10"/>
                  </a:lnTo>
                  <a:lnTo>
                    <a:pt x="5766" y="68"/>
                  </a:lnTo>
                  <a:lnTo>
                    <a:pt x="6420" y="172"/>
                  </a:lnTo>
                  <a:lnTo>
                    <a:pt x="7020" y="321"/>
                  </a:lnTo>
                  <a:lnTo>
                    <a:pt x="7526" y="514"/>
                  </a:lnTo>
                  <a:lnTo>
                    <a:pt x="7932" y="760"/>
                  </a:lnTo>
                  <a:lnTo>
                    <a:pt x="8273" y="1063"/>
                  </a:lnTo>
                  <a:lnTo>
                    <a:pt x="8561" y="1411"/>
                  </a:lnTo>
                  <a:lnTo>
                    <a:pt x="8809" y="1793"/>
                  </a:lnTo>
                  <a:lnTo>
                    <a:pt x="9030" y="2195"/>
                  </a:lnTo>
                  <a:lnTo>
                    <a:pt x="9238" y="2607"/>
                  </a:lnTo>
                  <a:lnTo>
                    <a:pt x="9440" y="3051"/>
                  </a:lnTo>
                  <a:lnTo>
                    <a:pt x="9626" y="3544"/>
                  </a:lnTo>
                  <a:lnTo>
                    <a:pt x="9785" y="4057"/>
                  </a:lnTo>
                  <a:lnTo>
                    <a:pt x="9908" y="4565"/>
                  </a:lnTo>
                  <a:lnTo>
                    <a:pt x="9983" y="5042"/>
                  </a:lnTo>
                  <a:lnTo>
                    <a:pt x="10000" y="5460"/>
                  </a:lnTo>
                  <a:lnTo>
                    <a:pt x="9969" y="5835"/>
                  </a:lnTo>
                  <a:lnTo>
                    <a:pt x="9901" y="6190"/>
                  </a:lnTo>
                  <a:lnTo>
                    <a:pt x="9785" y="6513"/>
                  </a:lnTo>
                  <a:lnTo>
                    <a:pt x="9612" y="6792"/>
                  </a:lnTo>
                  <a:lnTo>
                    <a:pt x="9370" y="7016"/>
                  </a:lnTo>
                  <a:lnTo>
                    <a:pt x="9048" y="7173"/>
                  </a:lnTo>
                  <a:lnTo>
                    <a:pt x="8623" y="7230"/>
                  </a:lnTo>
                  <a:lnTo>
                    <a:pt x="8097" y="7190"/>
                  </a:lnTo>
                  <a:lnTo>
                    <a:pt x="7502" y="7095"/>
                  </a:lnTo>
                  <a:lnTo>
                    <a:pt x="6871" y="6986"/>
                  </a:lnTo>
                  <a:lnTo>
                    <a:pt x="6234" y="6903"/>
                  </a:lnTo>
                  <a:lnTo>
                    <a:pt x="5623" y="6887"/>
                  </a:lnTo>
                  <a:lnTo>
                    <a:pt x="5010" y="6955"/>
                  </a:lnTo>
                  <a:lnTo>
                    <a:pt x="4362" y="7078"/>
                  </a:lnTo>
                  <a:lnTo>
                    <a:pt x="3709" y="7226"/>
                  </a:lnTo>
                  <a:lnTo>
                    <a:pt x="3079" y="7373"/>
                  </a:lnTo>
                  <a:lnTo>
                    <a:pt x="2503" y="7492"/>
                  </a:lnTo>
                  <a:lnTo>
                    <a:pt x="2008" y="7553"/>
                  </a:lnTo>
                  <a:lnTo>
                    <a:pt x="1595" y="7581"/>
                  </a:lnTo>
                  <a:lnTo>
                    <a:pt x="1240" y="7603"/>
                  </a:lnTo>
                  <a:lnTo>
                    <a:pt x="938" y="7595"/>
                  </a:lnTo>
                  <a:lnTo>
                    <a:pt x="683" y="7536"/>
                  </a:lnTo>
                  <a:lnTo>
                    <a:pt x="471" y="7402"/>
                  </a:lnTo>
                  <a:lnTo>
                    <a:pt x="295" y="7173"/>
                  </a:lnTo>
                  <a:lnTo>
                    <a:pt x="158" y="6817"/>
                  </a:lnTo>
                  <a:lnTo>
                    <a:pt x="63" y="6348"/>
                  </a:lnTo>
                  <a:lnTo>
                    <a:pt x="10" y="5805"/>
                  </a:lnTo>
                  <a:lnTo>
                    <a:pt x="0" y="5228"/>
                  </a:lnTo>
                  <a:lnTo>
                    <a:pt x="31" y="4656"/>
                  </a:lnTo>
                  <a:lnTo>
                    <a:pt x="105" y="4129"/>
                  </a:lnTo>
                  <a:lnTo>
                    <a:pt x="226" y="3623"/>
                  </a:lnTo>
                  <a:lnTo>
                    <a:pt x="394" y="3103"/>
                  </a:lnTo>
                  <a:lnTo>
                    <a:pt x="605" y="2589"/>
                  </a:lnTo>
                  <a:lnTo>
                    <a:pt x="852" y="2099"/>
                  </a:lnTo>
                  <a:lnTo>
                    <a:pt x="1131" y="1655"/>
                  </a:lnTo>
                  <a:lnTo>
                    <a:pt x="1437" y="1275"/>
                  </a:lnTo>
                  <a:lnTo>
                    <a:pt x="1770" y="955"/>
                  </a:lnTo>
                  <a:lnTo>
                    <a:pt x="2135" y="679"/>
                  </a:lnTo>
                  <a:lnTo>
                    <a:pt x="2531" y="448"/>
                  </a:lnTo>
                  <a:lnTo>
                    <a:pt x="2959" y="264"/>
                  </a:lnTo>
                  <a:lnTo>
                    <a:pt x="3419" y="126"/>
                  </a:lnTo>
                  <a:lnTo>
                    <a:pt x="3911" y="38"/>
                  </a:lnTo>
                  <a:close/>
                </a:path>
              </a:pathLst>
            </a:custGeom>
            <a:solidFill>
              <a:srgbClr val="EAF6FB">
                <a:alpha val="90000"/>
              </a:srgbClr>
            </a:solidFill>
            <a:ln>
              <a:noFill/>
            </a:ln>
          </p:spPr>
        </p:sp>
        <p:grpSp>
          <p:nvGrpSpPr>
            <p:cNvPr id="116" name="!!PulmonDerecho"/>
            <p:cNvGrpSpPr/>
            <p:nvPr/>
          </p:nvGrpSpPr>
          <p:grpSpPr>
            <a:xfrm>
              <a:off x="10007725" y="1446308"/>
              <a:ext cx="611733" cy="382325"/>
              <a:chOff x="10007725" y="1446308"/>
              <a:chExt cx="611733" cy="382325"/>
            </a:xfrm>
          </p:grpSpPr>
          <p:sp>
            <p:nvSpPr>
              <p:cNvPr id="117" name="Forma 116"/>
              <p:cNvSpPr/>
              <p:nvPr/>
            </p:nvSpPr>
            <p:spPr>
              <a:xfrm>
                <a:off x="10007725" y="1446308"/>
                <a:ext cx="611733" cy="382325"/>
              </a:xfrm>
              <a:custGeom>
                <a:avLst/>
                <a:gdLst/>
                <a:ahLst/>
                <a:cxnLst/>
                <a:rect l="0" t="0" r="r" b="b"/>
                <a:pathLst>
                  <a:path w="10000" h="7291">
                    <a:moveTo>
                      <a:pt x="3868" y="39"/>
                    </a:moveTo>
                    <a:lnTo>
                      <a:pt x="3381" y="124"/>
                    </a:lnTo>
                    <a:lnTo>
                      <a:pt x="2931" y="256"/>
                    </a:lnTo>
                    <a:lnTo>
                      <a:pt x="2517" y="433"/>
                    </a:lnTo>
                    <a:lnTo>
                      <a:pt x="2135" y="656"/>
                    </a:lnTo>
                    <a:lnTo>
                      <a:pt x="1783" y="925"/>
                    </a:lnTo>
                    <a:lnTo>
                      <a:pt x="1461" y="1239"/>
                    </a:lnTo>
                    <a:lnTo>
                      <a:pt x="1164" y="1621"/>
                    </a:lnTo>
                    <a:lnTo>
                      <a:pt x="891" y="2078"/>
                    </a:lnTo>
                    <a:lnTo>
                      <a:pt x="646" y="2586"/>
                    </a:lnTo>
                    <a:lnTo>
                      <a:pt x="436" y="3119"/>
                    </a:lnTo>
                    <a:lnTo>
                      <a:pt x="266" y="3651"/>
                    </a:lnTo>
                    <a:lnTo>
                      <a:pt x="140" y="4154"/>
                    </a:lnTo>
                    <a:lnTo>
                      <a:pt x="55" y="4663"/>
                    </a:lnTo>
                    <a:lnTo>
                      <a:pt x="8" y="5205"/>
                    </a:lnTo>
                    <a:lnTo>
                      <a:pt x="0" y="5745"/>
                    </a:lnTo>
                    <a:lnTo>
                      <a:pt x="34" y="6245"/>
                    </a:lnTo>
                    <a:lnTo>
                      <a:pt x="111" y="6665"/>
                    </a:lnTo>
                    <a:lnTo>
                      <a:pt x="227" y="6965"/>
                    </a:lnTo>
                    <a:lnTo>
                      <a:pt x="367" y="7141"/>
                    </a:lnTo>
                    <a:lnTo>
                      <a:pt x="533" y="7239"/>
                    </a:lnTo>
                    <a:lnTo>
                      <a:pt x="753" y="7285"/>
                    </a:lnTo>
                    <a:lnTo>
                      <a:pt x="1046" y="7291"/>
                    </a:lnTo>
                    <a:lnTo>
                      <a:pt x="1412" y="7268"/>
                    </a:lnTo>
                    <a:lnTo>
                      <a:pt x="1844" y="7239"/>
                    </a:lnTo>
                    <a:lnTo>
                      <a:pt x="2362" y="7176"/>
                    </a:lnTo>
                    <a:lnTo>
                      <a:pt x="2977" y="7058"/>
                    </a:lnTo>
                    <a:lnTo>
                      <a:pt x="3655" y="6910"/>
                    </a:lnTo>
                    <a:lnTo>
                      <a:pt x="3656" y="6909"/>
                    </a:lnTo>
                    <a:lnTo>
                      <a:pt x="4359" y="6760"/>
                    </a:lnTo>
                    <a:lnTo>
                      <a:pt x="4365" y="6759"/>
                    </a:lnTo>
                    <a:lnTo>
                      <a:pt x="5056" y="6637"/>
                    </a:lnTo>
                    <a:lnTo>
                      <a:pt x="5068" y="6636"/>
                    </a:lnTo>
                    <a:lnTo>
                      <a:pt x="5714" y="6569"/>
                    </a:lnTo>
                    <a:lnTo>
                      <a:pt x="5735" y="6568"/>
                    </a:lnTo>
                    <a:lnTo>
                      <a:pt x="6364" y="6586"/>
                    </a:lnTo>
                    <a:lnTo>
                      <a:pt x="6381" y="6587"/>
                    </a:lnTo>
                    <a:lnTo>
                      <a:pt x="7026" y="6671"/>
                    </a:lnTo>
                    <a:lnTo>
                      <a:pt x="7033" y="6672"/>
                    </a:lnTo>
                    <a:lnTo>
                      <a:pt x="7666" y="6784"/>
                    </a:lnTo>
                    <a:lnTo>
                      <a:pt x="8252" y="6882"/>
                    </a:lnTo>
                    <a:lnTo>
                      <a:pt x="8755" y="6927"/>
                    </a:lnTo>
                    <a:lnTo>
                      <a:pt x="9142" y="6886"/>
                    </a:lnTo>
                    <a:lnTo>
                      <a:pt x="9425" y="6767"/>
                    </a:lnTo>
                    <a:lnTo>
                      <a:pt x="9638" y="6599"/>
                    </a:lnTo>
                    <a:lnTo>
                      <a:pt x="9792" y="6385"/>
                    </a:lnTo>
                    <a:lnTo>
                      <a:pt x="9901" y="6124"/>
                    </a:lnTo>
                    <a:lnTo>
                      <a:pt x="9968" y="5817"/>
                    </a:lnTo>
                    <a:lnTo>
                      <a:pt x="10000" y="5476"/>
                    </a:lnTo>
                    <a:lnTo>
                      <a:pt x="9985" y="5078"/>
                    </a:lnTo>
                    <a:lnTo>
                      <a:pt x="9912" y="4609"/>
                    </a:lnTo>
                    <a:lnTo>
                      <a:pt x="9791" y="4098"/>
                    </a:lnTo>
                    <a:lnTo>
                      <a:pt x="9632" y="3577"/>
                    </a:lnTo>
                    <a:lnTo>
                      <a:pt x="9445" y="3076"/>
                    </a:lnTo>
                    <a:lnTo>
                      <a:pt x="9242" y="2623"/>
                    </a:lnTo>
                    <a:lnTo>
                      <a:pt x="9029" y="2200"/>
                    </a:lnTo>
                    <a:lnTo>
                      <a:pt x="8804" y="1786"/>
                    </a:lnTo>
                    <a:lnTo>
                      <a:pt x="8555" y="1397"/>
                    </a:lnTo>
                    <a:lnTo>
                      <a:pt x="8270" y="1047"/>
                    </a:lnTo>
                    <a:lnTo>
                      <a:pt x="7937" y="747"/>
                    </a:lnTo>
                    <a:lnTo>
                      <a:pt x="7540" y="504"/>
                    </a:lnTo>
                    <a:lnTo>
                      <a:pt x="7037" y="314"/>
                    </a:lnTo>
                    <a:lnTo>
                      <a:pt x="6427" y="166"/>
                    </a:lnTo>
                    <a:lnTo>
                      <a:pt x="5757" y="63"/>
                    </a:lnTo>
                    <a:lnTo>
                      <a:pt x="5076" y="8"/>
                    </a:lnTo>
                    <a:lnTo>
                      <a:pt x="4430" y="0"/>
                    </a:lnTo>
                    <a:lnTo>
                      <a:pt x="3868" y="3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 w="31750" cap="rnd">
                <a:solidFill>
                  <a:srgbClr val="8E44AD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</p:grpSp>
        <p:sp>
          <p:nvSpPr>
            <p:cNvPr id="118" name="!!PleuraParietalD"/>
            <p:cNvSpPr/>
            <p:nvPr/>
          </p:nvSpPr>
          <p:spPr>
            <a:xfrm>
              <a:off x="9979965" y="141875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5255" h="3996" fill="none">
                  <a:moveTo>
                    <a:pt x="2055" y="20"/>
                  </a:moveTo>
                  <a:lnTo>
                    <a:pt x="2349" y="0"/>
                  </a:lnTo>
                  <a:lnTo>
                    <a:pt x="2681" y="5"/>
                  </a:lnTo>
                  <a:lnTo>
                    <a:pt x="3030" y="35"/>
                  </a:lnTo>
                  <a:lnTo>
                    <a:pt x="3374" y="90"/>
                  </a:lnTo>
                  <a:lnTo>
                    <a:pt x="3689" y="168"/>
                  </a:lnTo>
                  <a:lnTo>
                    <a:pt x="3955" y="270"/>
                  </a:lnTo>
                  <a:lnTo>
                    <a:pt x="4169" y="399"/>
                  </a:lnTo>
                  <a:lnTo>
                    <a:pt x="4348" y="559"/>
                  </a:lnTo>
                  <a:lnTo>
                    <a:pt x="4499" y="742"/>
                  </a:lnTo>
                  <a:lnTo>
                    <a:pt x="4629" y="942"/>
                  </a:lnTo>
                  <a:lnTo>
                    <a:pt x="4746" y="1153"/>
                  </a:lnTo>
                  <a:lnTo>
                    <a:pt x="4855" y="1370"/>
                  </a:lnTo>
                  <a:lnTo>
                    <a:pt x="4961" y="1604"/>
                  </a:lnTo>
                  <a:lnTo>
                    <a:pt x="5059" y="1862"/>
                  </a:lnTo>
                  <a:lnTo>
                    <a:pt x="5143" y="2132"/>
                  </a:lnTo>
                  <a:lnTo>
                    <a:pt x="5207" y="2399"/>
                  </a:lnTo>
                  <a:lnTo>
                    <a:pt x="5246" y="2650"/>
                  </a:lnTo>
                  <a:lnTo>
                    <a:pt x="5255" y="2870"/>
                  </a:lnTo>
                  <a:lnTo>
                    <a:pt x="5239" y="3067"/>
                  </a:lnTo>
                  <a:lnTo>
                    <a:pt x="5203" y="3253"/>
                  </a:lnTo>
                  <a:lnTo>
                    <a:pt x="5143" y="3423"/>
                  </a:lnTo>
                  <a:lnTo>
                    <a:pt x="5051" y="3570"/>
                  </a:lnTo>
                  <a:lnTo>
                    <a:pt x="4924" y="3687"/>
                  </a:lnTo>
                  <a:lnTo>
                    <a:pt x="4755" y="3770"/>
                  </a:lnTo>
                  <a:lnTo>
                    <a:pt x="4531" y="3800"/>
                  </a:lnTo>
                  <a:lnTo>
                    <a:pt x="4255" y="3779"/>
                  </a:lnTo>
                  <a:lnTo>
                    <a:pt x="3943" y="3729"/>
                  </a:lnTo>
                  <a:lnTo>
                    <a:pt x="3611" y="3672"/>
                  </a:lnTo>
                  <a:lnTo>
                    <a:pt x="3276" y="3628"/>
                  </a:lnTo>
                  <a:lnTo>
                    <a:pt x="2955" y="3620"/>
                  </a:lnTo>
                  <a:lnTo>
                    <a:pt x="2633" y="3656"/>
                  </a:lnTo>
                  <a:lnTo>
                    <a:pt x="2292" y="3720"/>
                  </a:lnTo>
                  <a:lnTo>
                    <a:pt x="1949" y="3798"/>
                  </a:lnTo>
                  <a:lnTo>
                    <a:pt x="1618" y="3875"/>
                  </a:lnTo>
                  <a:lnTo>
                    <a:pt x="1315" y="3937"/>
                  </a:lnTo>
                  <a:lnTo>
                    <a:pt x="1055" y="3970"/>
                  </a:lnTo>
                  <a:lnTo>
                    <a:pt x="838" y="3984"/>
                  </a:lnTo>
                  <a:lnTo>
                    <a:pt x="651" y="3996"/>
                  </a:lnTo>
                  <a:lnTo>
                    <a:pt x="493" y="3992"/>
                  </a:lnTo>
                  <a:lnTo>
                    <a:pt x="359" y="3960"/>
                  </a:lnTo>
                  <a:lnTo>
                    <a:pt x="247" y="3890"/>
                  </a:lnTo>
                  <a:lnTo>
                    <a:pt x="155" y="3770"/>
                  </a:lnTo>
                  <a:lnTo>
                    <a:pt x="83" y="3583"/>
                  </a:lnTo>
                  <a:lnTo>
                    <a:pt x="33" y="3336"/>
                  </a:lnTo>
                  <a:lnTo>
                    <a:pt x="5" y="3051"/>
                  </a:lnTo>
                  <a:lnTo>
                    <a:pt x="0" y="2748"/>
                  </a:lnTo>
                  <a:lnTo>
                    <a:pt x="16" y="2447"/>
                  </a:lnTo>
                  <a:lnTo>
                    <a:pt x="55" y="2170"/>
                  </a:lnTo>
                  <a:lnTo>
                    <a:pt x="118" y="1904"/>
                  </a:lnTo>
                  <a:lnTo>
                    <a:pt x="207" y="1631"/>
                  </a:lnTo>
                  <a:lnTo>
                    <a:pt x="318" y="1360"/>
                  </a:lnTo>
                  <a:lnTo>
                    <a:pt x="448" y="1103"/>
                  </a:lnTo>
                  <a:lnTo>
                    <a:pt x="594" y="869"/>
                  </a:lnTo>
                  <a:lnTo>
                    <a:pt x="755" y="670"/>
                  </a:lnTo>
                  <a:lnTo>
                    <a:pt x="930" y="502"/>
                  </a:lnTo>
                  <a:lnTo>
                    <a:pt x="1122" y="357"/>
                  </a:lnTo>
                  <a:lnTo>
                    <a:pt x="1330" y="235"/>
                  </a:lnTo>
                  <a:lnTo>
                    <a:pt x="1555" y="138"/>
                  </a:lnTo>
                  <a:lnTo>
                    <a:pt x="1797" y="66"/>
                  </a:lnTo>
                  <a:lnTo>
                    <a:pt x="2055" y="20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19" name="!!Diafragma"/>
            <p:cNvSpPr/>
            <p:nvPr/>
          </p:nvSpPr>
          <p:spPr>
            <a:xfrm>
              <a:off x="9935896" y="1788595"/>
              <a:ext cx="1062501" cy="120667"/>
            </a:xfrm>
            <a:custGeom>
              <a:avLst/>
              <a:gdLst/>
              <a:ahLst/>
              <a:cxnLst/>
              <a:rect l="0" t="0" r="r" b="b"/>
              <a:pathLst>
                <a:path w="10000" h="1324">
                  <a:moveTo>
                    <a:pt x="543" y="1257"/>
                  </a:moveTo>
                  <a:lnTo>
                    <a:pt x="547" y="1255"/>
                  </a:lnTo>
                  <a:lnTo>
                    <a:pt x="881" y="1166"/>
                  </a:lnTo>
                  <a:lnTo>
                    <a:pt x="1276" y="1065"/>
                  </a:lnTo>
                  <a:lnTo>
                    <a:pt x="1704" y="966"/>
                  </a:lnTo>
                  <a:lnTo>
                    <a:pt x="2136" y="887"/>
                  </a:lnTo>
                  <a:lnTo>
                    <a:pt x="2543" y="842"/>
                  </a:lnTo>
                  <a:lnTo>
                    <a:pt x="2952" y="842"/>
                  </a:lnTo>
                  <a:lnTo>
                    <a:pt x="3398" y="879"/>
                  </a:lnTo>
                  <a:lnTo>
                    <a:pt x="3864" y="934"/>
                  </a:lnTo>
                  <a:lnTo>
                    <a:pt x="4326" y="990"/>
                  </a:lnTo>
                  <a:lnTo>
                    <a:pt x="4335" y="991"/>
                  </a:lnTo>
                  <a:lnTo>
                    <a:pt x="4770" y="1026"/>
                  </a:lnTo>
                  <a:lnTo>
                    <a:pt x="4792" y="1027"/>
                  </a:lnTo>
                  <a:lnTo>
                    <a:pt x="5183" y="1023"/>
                  </a:lnTo>
                  <a:lnTo>
                    <a:pt x="5205" y="1021"/>
                  </a:lnTo>
                  <a:lnTo>
                    <a:pt x="5227" y="1018"/>
                  </a:lnTo>
                  <a:lnTo>
                    <a:pt x="5550" y="953"/>
                  </a:lnTo>
                  <a:lnTo>
                    <a:pt x="5575" y="947"/>
                  </a:lnTo>
                  <a:lnTo>
                    <a:pt x="5598" y="939"/>
                  </a:lnTo>
                  <a:lnTo>
                    <a:pt x="5864" y="825"/>
                  </a:lnTo>
                  <a:lnTo>
                    <a:pt x="5887" y="813"/>
                  </a:lnTo>
                  <a:lnTo>
                    <a:pt x="6122" y="682"/>
                  </a:lnTo>
                  <a:lnTo>
                    <a:pt x="6343" y="568"/>
                  </a:lnTo>
                  <a:lnTo>
                    <a:pt x="6570" y="497"/>
                  </a:lnTo>
                  <a:lnTo>
                    <a:pt x="6855" y="482"/>
                  </a:lnTo>
                  <a:lnTo>
                    <a:pt x="7263" y="546"/>
                  </a:lnTo>
                  <a:lnTo>
                    <a:pt x="7782" y="681"/>
                  </a:lnTo>
                  <a:lnTo>
                    <a:pt x="8343" y="856"/>
                  </a:lnTo>
                  <a:lnTo>
                    <a:pt x="8886" y="1041"/>
                  </a:lnTo>
                  <a:lnTo>
                    <a:pt x="9351" y="1202"/>
                  </a:lnTo>
                  <a:lnTo>
                    <a:pt x="9355" y="1204"/>
                  </a:lnTo>
                  <a:lnTo>
                    <a:pt x="9683" y="1312"/>
                  </a:lnTo>
                  <a:lnTo>
                    <a:pt x="9706" y="1318"/>
                  </a:lnTo>
                  <a:lnTo>
                    <a:pt x="9730" y="1322"/>
                  </a:lnTo>
                  <a:lnTo>
                    <a:pt x="9753" y="1324"/>
                  </a:lnTo>
                  <a:lnTo>
                    <a:pt x="9777" y="1323"/>
                  </a:lnTo>
                  <a:lnTo>
                    <a:pt x="9800" y="1320"/>
                  </a:lnTo>
                  <a:lnTo>
                    <a:pt x="9823" y="1315"/>
                  </a:lnTo>
                  <a:lnTo>
                    <a:pt x="9846" y="1307"/>
                  </a:lnTo>
                  <a:lnTo>
                    <a:pt x="9867" y="1298"/>
                  </a:lnTo>
                  <a:lnTo>
                    <a:pt x="9888" y="1286"/>
                  </a:lnTo>
                  <a:lnTo>
                    <a:pt x="9907" y="1272"/>
                  </a:lnTo>
                  <a:lnTo>
                    <a:pt x="9925" y="1257"/>
                  </a:lnTo>
                  <a:lnTo>
                    <a:pt x="9941" y="1240"/>
                  </a:lnTo>
                  <a:lnTo>
                    <a:pt x="9956" y="1221"/>
                  </a:lnTo>
                  <a:lnTo>
                    <a:pt x="9968" y="1201"/>
                  </a:lnTo>
                  <a:lnTo>
                    <a:pt x="9979" y="1180"/>
                  </a:lnTo>
                  <a:lnTo>
                    <a:pt x="9988" y="1158"/>
                  </a:lnTo>
                  <a:lnTo>
                    <a:pt x="9994" y="1135"/>
                  </a:lnTo>
                  <a:lnTo>
                    <a:pt x="9998" y="1112"/>
                  </a:lnTo>
                  <a:lnTo>
                    <a:pt x="10000" y="1088"/>
                  </a:lnTo>
                  <a:lnTo>
                    <a:pt x="9999" y="1065"/>
                  </a:lnTo>
                  <a:lnTo>
                    <a:pt x="9996" y="1041"/>
                  </a:lnTo>
                  <a:lnTo>
                    <a:pt x="9991" y="1018"/>
                  </a:lnTo>
                  <a:lnTo>
                    <a:pt x="9983" y="996"/>
                  </a:lnTo>
                  <a:lnTo>
                    <a:pt x="9974" y="974"/>
                  </a:lnTo>
                  <a:lnTo>
                    <a:pt x="9962" y="954"/>
                  </a:lnTo>
                  <a:lnTo>
                    <a:pt x="9948" y="934"/>
                  </a:lnTo>
                  <a:lnTo>
                    <a:pt x="9933" y="916"/>
                  </a:lnTo>
                  <a:lnTo>
                    <a:pt x="9916" y="900"/>
                  </a:lnTo>
                  <a:lnTo>
                    <a:pt x="9897" y="886"/>
                  </a:lnTo>
                  <a:lnTo>
                    <a:pt x="9877" y="873"/>
                  </a:lnTo>
                  <a:lnTo>
                    <a:pt x="9856" y="862"/>
                  </a:lnTo>
                  <a:lnTo>
                    <a:pt x="9834" y="854"/>
                  </a:lnTo>
                  <a:lnTo>
                    <a:pt x="9507" y="747"/>
                  </a:lnTo>
                  <a:lnTo>
                    <a:pt x="9044" y="586"/>
                  </a:lnTo>
                  <a:lnTo>
                    <a:pt x="9042" y="585"/>
                  </a:lnTo>
                  <a:lnTo>
                    <a:pt x="8496" y="400"/>
                  </a:lnTo>
                  <a:lnTo>
                    <a:pt x="8490" y="398"/>
                  </a:lnTo>
                  <a:lnTo>
                    <a:pt x="7921" y="220"/>
                  </a:lnTo>
                  <a:lnTo>
                    <a:pt x="7909" y="217"/>
                  </a:lnTo>
                  <a:lnTo>
                    <a:pt x="7373" y="77"/>
                  </a:lnTo>
                  <a:lnTo>
                    <a:pt x="7350" y="72"/>
                  </a:lnTo>
                  <a:lnTo>
                    <a:pt x="6904" y="2"/>
                  </a:lnTo>
                  <a:lnTo>
                    <a:pt x="6879" y="0"/>
                  </a:lnTo>
                  <a:lnTo>
                    <a:pt x="6854" y="0"/>
                  </a:lnTo>
                  <a:lnTo>
                    <a:pt x="6514" y="18"/>
                  </a:lnTo>
                  <a:lnTo>
                    <a:pt x="6494" y="20"/>
                  </a:lnTo>
                  <a:lnTo>
                    <a:pt x="6475" y="24"/>
                  </a:lnTo>
                  <a:lnTo>
                    <a:pt x="6455" y="29"/>
                  </a:lnTo>
                  <a:lnTo>
                    <a:pt x="6179" y="115"/>
                  </a:lnTo>
                  <a:lnTo>
                    <a:pt x="6160" y="122"/>
                  </a:lnTo>
                  <a:lnTo>
                    <a:pt x="6141" y="131"/>
                  </a:lnTo>
                  <a:lnTo>
                    <a:pt x="5898" y="255"/>
                  </a:lnTo>
                  <a:lnTo>
                    <a:pt x="5891" y="259"/>
                  </a:lnTo>
                  <a:lnTo>
                    <a:pt x="5663" y="387"/>
                  </a:lnTo>
                  <a:lnTo>
                    <a:pt x="5431" y="486"/>
                  </a:lnTo>
                  <a:lnTo>
                    <a:pt x="5155" y="541"/>
                  </a:lnTo>
                  <a:lnTo>
                    <a:pt x="4798" y="545"/>
                  </a:lnTo>
                  <a:lnTo>
                    <a:pt x="4379" y="511"/>
                  </a:lnTo>
                  <a:lnTo>
                    <a:pt x="3921" y="456"/>
                  </a:lnTo>
                  <a:lnTo>
                    <a:pt x="3451" y="400"/>
                  </a:lnTo>
                  <a:lnTo>
                    <a:pt x="3442" y="399"/>
                  </a:lnTo>
                  <a:lnTo>
                    <a:pt x="2981" y="361"/>
                  </a:lnTo>
                  <a:lnTo>
                    <a:pt x="2962" y="361"/>
                  </a:lnTo>
                  <a:lnTo>
                    <a:pt x="2530" y="360"/>
                  </a:lnTo>
                  <a:lnTo>
                    <a:pt x="2503" y="362"/>
                  </a:lnTo>
                  <a:lnTo>
                    <a:pt x="2074" y="409"/>
                  </a:lnTo>
                  <a:lnTo>
                    <a:pt x="2057" y="412"/>
                  </a:lnTo>
                  <a:lnTo>
                    <a:pt x="1611" y="494"/>
                  </a:lnTo>
                  <a:lnTo>
                    <a:pt x="1601" y="496"/>
                  </a:lnTo>
                  <a:lnTo>
                    <a:pt x="1165" y="596"/>
                  </a:lnTo>
                  <a:lnTo>
                    <a:pt x="1159" y="598"/>
                  </a:lnTo>
                  <a:lnTo>
                    <a:pt x="760" y="700"/>
                  </a:lnTo>
                  <a:lnTo>
                    <a:pt x="758" y="701"/>
                  </a:lnTo>
                  <a:lnTo>
                    <a:pt x="425" y="789"/>
                  </a:lnTo>
                  <a:lnTo>
                    <a:pt x="183" y="849"/>
                  </a:lnTo>
                  <a:lnTo>
                    <a:pt x="160" y="856"/>
                  </a:lnTo>
                  <a:lnTo>
                    <a:pt x="138" y="865"/>
                  </a:lnTo>
                  <a:lnTo>
                    <a:pt x="117" y="876"/>
                  </a:lnTo>
                  <a:lnTo>
                    <a:pt x="98" y="889"/>
                  </a:lnTo>
                  <a:lnTo>
                    <a:pt x="79" y="904"/>
                  </a:lnTo>
                  <a:lnTo>
                    <a:pt x="62" y="920"/>
                  </a:lnTo>
                  <a:lnTo>
                    <a:pt x="47" y="938"/>
                  </a:lnTo>
                  <a:lnTo>
                    <a:pt x="34" y="958"/>
                  </a:lnTo>
                  <a:lnTo>
                    <a:pt x="23" y="979"/>
                  </a:lnTo>
                  <a:lnTo>
                    <a:pt x="14" y="1001"/>
                  </a:lnTo>
                  <a:lnTo>
                    <a:pt x="7" y="1023"/>
                  </a:lnTo>
                  <a:lnTo>
                    <a:pt x="2" y="1046"/>
                  </a:lnTo>
                  <a:lnTo>
                    <a:pt x="0" y="1070"/>
                  </a:lnTo>
                  <a:lnTo>
                    <a:pt x="0" y="1093"/>
                  </a:lnTo>
                  <a:lnTo>
                    <a:pt x="2" y="1117"/>
                  </a:lnTo>
                  <a:lnTo>
                    <a:pt x="6" y="1140"/>
                  </a:lnTo>
                  <a:lnTo>
                    <a:pt x="13" y="1163"/>
                  </a:lnTo>
                  <a:lnTo>
                    <a:pt x="22" y="1185"/>
                  </a:lnTo>
                  <a:lnTo>
                    <a:pt x="33" y="1206"/>
                  </a:lnTo>
                  <a:lnTo>
                    <a:pt x="46" y="1225"/>
                  </a:lnTo>
                  <a:lnTo>
                    <a:pt x="61" y="1244"/>
                  </a:lnTo>
                  <a:lnTo>
                    <a:pt x="78" y="1260"/>
                  </a:lnTo>
                  <a:lnTo>
                    <a:pt x="96" y="1275"/>
                  </a:lnTo>
                  <a:lnTo>
                    <a:pt x="115" y="1289"/>
                  </a:lnTo>
                  <a:lnTo>
                    <a:pt x="136" y="1300"/>
                  </a:lnTo>
                  <a:lnTo>
                    <a:pt x="158" y="1309"/>
                  </a:lnTo>
                  <a:lnTo>
                    <a:pt x="181" y="1316"/>
                  </a:lnTo>
                  <a:lnTo>
                    <a:pt x="204" y="1321"/>
                  </a:lnTo>
                  <a:lnTo>
                    <a:pt x="227" y="1323"/>
                  </a:lnTo>
                  <a:lnTo>
                    <a:pt x="251" y="1323"/>
                  </a:lnTo>
                  <a:lnTo>
                    <a:pt x="274" y="1321"/>
                  </a:lnTo>
                  <a:lnTo>
                    <a:pt x="298" y="1317"/>
                  </a:lnTo>
                  <a:lnTo>
                    <a:pt x="543" y="1257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sp>
          <p:nvSpPr>
            <p:cNvPr id="120" name="!!Ascitis"/>
            <p:cNvSpPr/>
            <p:nvPr/>
          </p:nvSpPr>
          <p:spPr>
            <a:xfrm>
              <a:off x="9895061" y="2099097"/>
              <a:ext cx="1131351" cy="348866"/>
            </a:xfrm>
            <a:custGeom>
              <a:avLst/>
              <a:gdLst/>
              <a:ahLst/>
              <a:cxnLst/>
              <a:rect l="0" t="0" r="r" b="b"/>
              <a:pathLst>
                <a:path w="10000" h="3597">
                  <a:moveTo>
                    <a:pt x="6" y="70"/>
                  </a:moveTo>
                  <a:lnTo>
                    <a:pt x="82" y="616"/>
                  </a:lnTo>
                  <a:lnTo>
                    <a:pt x="134" y="1097"/>
                  </a:lnTo>
                  <a:lnTo>
                    <a:pt x="136" y="1538"/>
                  </a:lnTo>
                  <a:lnTo>
                    <a:pt x="121" y="1979"/>
                  </a:lnTo>
                  <a:lnTo>
                    <a:pt x="130" y="2402"/>
                  </a:lnTo>
                  <a:lnTo>
                    <a:pt x="203" y="2786"/>
                  </a:lnTo>
                  <a:lnTo>
                    <a:pt x="379" y="3111"/>
                  </a:lnTo>
                  <a:lnTo>
                    <a:pt x="700" y="3360"/>
                  </a:lnTo>
                  <a:lnTo>
                    <a:pt x="1200" y="3513"/>
                  </a:lnTo>
                  <a:lnTo>
                    <a:pt x="1856" y="3584"/>
                  </a:lnTo>
                  <a:lnTo>
                    <a:pt x="2616" y="3597"/>
                  </a:lnTo>
                  <a:lnTo>
                    <a:pt x="3428" y="3575"/>
                  </a:lnTo>
                  <a:lnTo>
                    <a:pt x="4240" y="3545"/>
                  </a:lnTo>
                  <a:lnTo>
                    <a:pt x="5000" y="3529"/>
                  </a:lnTo>
                  <a:lnTo>
                    <a:pt x="5759" y="3545"/>
                  </a:lnTo>
                  <a:lnTo>
                    <a:pt x="6571" y="3575"/>
                  </a:lnTo>
                  <a:lnTo>
                    <a:pt x="7383" y="3597"/>
                  </a:lnTo>
                  <a:lnTo>
                    <a:pt x="8143" y="3584"/>
                  </a:lnTo>
                  <a:lnTo>
                    <a:pt x="8799" y="3513"/>
                  </a:lnTo>
                  <a:lnTo>
                    <a:pt x="9299" y="3360"/>
                  </a:lnTo>
                  <a:lnTo>
                    <a:pt x="9620" y="3111"/>
                  </a:lnTo>
                  <a:lnTo>
                    <a:pt x="9796" y="2786"/>
                  </a:lnTo>
                  <a:lnTo>
                    <a:pt x="9869" y="2402"/>
                  </a:lnTo>
                  <a:lnTo>
                    <a:pt x="9878" y="1979"/>
                  </a:lnTo>
                  <a:lnTo>
                    <a:pt x="9863" y="1538"/>
                  </a:lnTo>
                  <a:lnTo>
                    <a:pt x="9865" y="1097"/>
                  </a:lnTo>
                  <a:lnTo>
                    <a:pt x="9917" y="616"/>
                  </a:lnTo>
                  <a:lnTo>
                    <a:pt x="9993" y="70"/>
                  </a:lnTo>
                  <a:lnTo>
                    <a:pt x="10000" y="0"/>
                  </a:lnTo>
                  <a:lnTo>
                    <a:pt x="0" y="0"/>
                  </a:lnTo>
                  <a:lnTo>
                    <a:pt x="6" y="70"/>
                  </a:lnTo>
                  <a:close/>
                </a:path>
              </a:pathLst>
            </a:custGeom>
            <a:gradFill rotWithShape="1">
              <a:gsLst>
                <a:gs pos="0">
                  <a:srgbClr val="F3EBB5"/>
                </a:gs>
                <a:gs pos="100000">
                  <a:srgbClr val="DCCB72"/>
                </a:gs>
              </a:gsLst>
              <a:lin ang="5400000" scaled="0"/>
            </a:gradFill>
            <a:ln w="15875" cap="rnd">
              <a:solidFill>
                <a:srgbClr val="7F7A58"/>
              </a:solidFill>
              <a:round/>
            </a:ln>
          </p:spPr>
        </p:sp>
        <p:sp>
          <p:nvSpPr>
            <p:cNvPr id="121" name="!!Higado"/>
            <p:cNvSpPr/>
            <p:nvPr/>
          </p:nvSpPr>
          <p:spPr>
            <a:xfrm>
              <a:off x="9967163" y="1865084"/>
              <a:ext cx="903224" cy="319697"/>
            </a:xfrm>
            <a:custGeom>
              <a:avLst/>
              <a:gdLst/>
              <a:ahLst/>
              <a:cxnLst/>
              <a:rect l="0" t="0" r="r" b="b"/>
              <a:pathLst>
                <a:path w="10000" h="4129">
                  <a:moveTo>
                    <a:pt x="220" y="570"/>
                  </a:moveTo>
                  <a:lnTo>
                    <a:pt x="500" y="394"/>
                  </a:lnTo>
                  <a:lnTo>
                    <a:pt x="892" y="289"/>
                  </a:lnTo>
                  <a:lnTo>
                    <a:pt x="1363" y="238"/>
                  </a:lnTo>
                  <a:lnTo>
                    <a:pt x="1879" y="221"/>
                  </a:lnTo>
                  <a:lnTo>
                    <a:pt x="2407" y="220"/>
                  </a:lnTo>
                  <a:lnTo>
                    <a:pt x="2913" y="216"/>
                  </a:lnTo>
                  <a:lnTo>
                    <a:pt x="3418" y="226"/>
                  </a:lnTo>
                  <a:lnTo>
                    <a:pt x="3952" y="268"/>
                  </a:lnTo>
                  <a:lnTo>
                    <a:pt x="4499" y="327"/>
                  </a:lnTo>
                  <a:lnTo>
                    <a:pt x="5039" y="384"/>
                  </a:lnTo>
                  <a:lnTo>
                    <a:pt x="5556" y="423"/>
                  </a:lnTo>
                  <a:lnTo>
                    <a:pt x="6031" y="428"/>
                  </a:lnTo>
                  <a:lnTo>
                    <a:pt x="6465" y="378"/>
                  </a:lnTo>
                  <a:lnTo>
                    <a:pt x="6871" y="281"/>
                  </a:lnTo>
                  <a:lnTo>
                    <a:pt x="7253" y="167"/>
                  </a:lnTo>
                  <a:lnTo>
                    <a:pt x="7616" y="64"/>
                  </a:lnTo>
                  <a:lnTo>
                    <a:pt x="7963" y="0"/>
                  </a:lnTo>
                  <a:lnTo>
                    <a:pt x="8299" y="3"/>
                  </a:lnTo>
                  <a:lnTo>
                    <a:pt x="8654" y="78"/>
                  </a:lnTo>
                  <a:lnTo>
                    <a:pt x="9034" y="203"/>
                  </a:lnTo>
                  <a:lnTo>
                    <a:pt x="9397" y="366"/>
                  </a:lnTo>
                  <a:lnTo>
                    <a:pt x="9706" y="560"/>
                  </a:lnTo>
                  <a:lnTo>
                    <a:pt x="9919" y="773"/>
                  </a:lnTo>
                  <a:lnTo>
                    <a:pt x="10000" y="995"/>
                  </a:lnTo>
                  <a:lnTo>
                    <a:pt x="9929" y="1248"/>
                  </a:lnTo>
                  <a:lnTo>
                    <a:pt x="9737" y="1541"/>
                  </a:lnTo>
                  <a:lnTo>
                    <a:pt x="9450" y="1854"/>
                  </a:lnTo>
                  <a:lnTo>
                    <a:pt x="9097" y="2166"/>
                  </a:lnTo>
                  <a:lnTo>
                    <a:pt x="8704" y="2453"/>
                  </a:lnTo>
                  <a:lnTo>
                    <a:pt x="8299" y="2696"/>
                  </a:lnTo>
                  <a:lnTo>
                    <a:pt x="7861" y="2890"/>
                  </a:lnTo>
                  <a:lnTo>
                    <a:pt x="7364" y="3053"/>
                  </a:lnTo>
                  <a:lnTo>
                    <a:pt x="6828" y="3192"/>
                  </a:lnTo>
                  <a:lnTo>
                    <a:pt x="6272" y="3315"/>
                  </a:lnTo>
                  <a:lnTo>
                    <a:pt x="5717" y="3431"/>
                  </a:lnTo>
                  <a:lnTo>
                    <a:pt x="5181" y="3546"/>
                  </a:lnTo>
                  <a:lnTo>
                    <a:pt x="4645" y="3678"/>
                  </a:lnTo>
                  <a:lnTo>
                    <a:pt x="4089" y="3824"/>
                  </a:lnTo>
                  <a:lnTo>
                    <a:pt x="3533" y="3963"/>
                  </a:lnTo>
                  <a:lnTo>
                    <a:pt x="2997" y="4071"/>
                  </a:lnTo>
                  <a:lnTo>
                    <a:pt x="2500" y="4129"/>
                  </a:lnTo>
                  <a:lnTo>
                    <a:pt x="2062" y="4113"/>
                  </a:lnTo>
                  <a:lnTo>
                    <a:pt x="1679" y="4019"/>
                  </a:lnTo>
                  <a:lnTo>
                    <a:pt x="1333" y="3861"/>
                  </a:lnTo>
                  <a:lnTo>
                    <a:pt x="1026" y="3652"/>
                  </a:lnTo>
                  <a:lnTo>
                    <a:pt x="761" y="3404"/>
                  </a:lnTo>
                  <a:lnTo>
                    <a:pt x="539" y="3129"/>
                  </a:lnTo>
                  <a:lnTo>
                    <a:pt x="362" y="2838"/>
                  </a:lnTo>
                  <a:lnTo>
                    <a:pt x="215" y="2495"/>
                  </a:lnTo>
                  <a:lnTo>
                    <a:pt x="94" y="2084"/>
                  </a:lnTo>
                  <a:lnTo>
                    <a:pt x="16" y="1646"/>
                  </a:lnTo>
                  <a:lnTo>
                    <a:pt x="0" y="1221"/>
                  </a:lnTo>
                  <a:lnTo>
                    <a:pt x="62" y="849"/>
                  </a:lnTo>
                  <a:lnTo>
                    <a:pt x="220" y="570"/>
                  </a:lnTo>
                  <a:close/>
                </a:path>
              </a:pathLst>
            </a:custGeom>
            <a:gradFill rotWithShape="1">
              <a:gsLst>
                <a:gs pos="0">
                  <a:srgbClr val="B57F77"/>
                </a:gs>
                <a:gs pos="55000">
                  <a:srgbClr val="8E3B2F"/>
                </a:gs>
                <a:gs pos="100000">
                  <a:srgbClr val="632920"/>
                </a:gs>
              </a:gsLst>
              <a:path path="circle">
                <a:fillToRect l="40000" t="30000" r="60000" b="70000"/>
              </a:path>
            </a:gradFill>
            <a:ln w="25400" cap="rnd">
              <a:solidFill>
                <a:srgbClr val="471D17"/>
              </a:solidFill>
              <a:round/>
            </a:ln>
          </p:spPr>
        </p:sp>
        <p:sp>
          <p:nvSpPr>
            <p:cNvPr id="122" name="!!Intestino"/>
            <p:cNvSpPr/>
            <p:nvPr/>
          </p:nvSpPr>
          <p:spPr>
            <a:xfrm>
              <a:off x="9980676" y="2189074"/>
              <a:ext cx="806501" cy="186538"/>
            </a:xfrm>
            <a:custGeom>
              <a:avLst/>
              <a:gdLst/>
              <a:ahLst/>
              <a:cxnLst/>
              <a:rect l="0" t="0" r="r" b="b"/>
              <a:pathLst>
                <a:path w="6300" h="1700">
                  <a:moveTo>
                    <a:pt x="1900" y="450"/>
                  </a:moveTo>
                  <a:cubicBezTo>
                    <a:pt x="1900" y="698"/>
                    <a:pt x="1474" y="900"/>
                    <a:pt x="950" y="900"/>
                  </a:cubicBezTo>
                  <a:cubicBezTo>
                    <a:pt x="425" y="900"/>
                    <a:pt x="0" y="698"/>
                    <a:pt x="0" y="450"/>
                  </a:cubicBezTo>
                  <a:cubicBezTo>
                    <a:pt x="0" y="201"/>
                    <a:pt x="425" y="0"/>
                    <a:pt x="950" y="0"/>
                  </a:cubicBezTo>
                  <a:cubicBezTo>
                    <a:pt x="1474" y="0"/>
                    <a:pt x="1900" y="201"/>
                    <a:pt x="1900" y="450"/>
                  </a:cubicBezTo>
                  <a:close/>
                  <a:moveTo>
                    <a:pt x="4100" y="450"/>
                  </a:moveTo>
                  <a:cubicBezTo>
                    <a:pt x="4100" y="698"/>
                    <a:pt x="3674" y="900"/>
                    <a:pt x="3150" y="900"/>
                  </a:cubicBezTo>
                  <a:cubicBezTo>
                    <a:pt x="2625" y="900"/>
                    <a:pt x="2200" y="698"/>
                    <a:pt x="2200" y="450"/>
                  </a:cubicBezTo>
                  <a:cubicBezTo>
                    <a:pt x="2200" y="201"/>
                    <a:pt x="2625" y="0"/>
                    <a:pt x="3150" y="0"/>
                  </a:cubicBezTo>
                  <a:cubicBezTo>
                    <a:pt x="3674" y="0"/>
                    <a:pt x="4100" y="201"/>
                    <a:pt x="4100" y="450"/>
                  </a:cubicBezTo>
                  <a:close/>
                  <a:moveTo>
                    <a:pt x="6300" y="450"/>
                  </a:moveTo>
                  <a:cubicBezTo>
                    <a:pt x="6300" y="698"/>
                    <a:pt x="5874" y="900"/>
                    <a:pt x="5350" y="900"/>
                  </a:cubicBezTo>
                  <a:cubicBezTo>
                    <a:pt x="4825" y="900"/>
                    <a:pt x="4400" y="698"/>
                    <a:pt x="4400" y="450"/>
                  </a:cubicBezTo>
                  <a:cubicBezTo>
                    <a:pt x="4400" y="201"/>
                    <a:pt x="4825" y="0"/>
                    <a:pt x="5350" y="0"/>
                  </a:cubicBezTo>
                  <a:cubicBezTo>
                    <a:pt x="5874" y="0"/>
                    <a:pt x="6300" y="201"/>
                    <a:pt x="6300" y="450"/>
                  </a:cubicBezTo>
                  <a:close/>
                  <a:moveTo>
                    <a:pt x="1900" y="1250"/>
                  </a:moveTo>
                  <a:cubicBezTo>
                    <a:pt x="1900" y="1498"/>
                    <a:pt x="1474" y="1700"/>
                    <a:pt x="950" y="1700"/>
                  </a:cubicBezTo>
                  <a:cubicBezTo>
                    <a:pt x="425" y="1700"/>
                    <a:pt x="0" y="1498"/>
                    <a:pt x="0" y="1250"/>
                  </a:cubicBezTo>
                  <a:cubicBezTo>
                    <a:pt x="0" y="1001"/>
                    <a:pt x="425" y="800"/>
                    <a:pt x="950" y="800"/>
                  </a:cubicBezTo>
                  <a:cubicBezTo>
                    <a:pt x="1474" y="800"/>
                    <a:pt x="1900" y="1001"/>
                    <a:pt x="1900" y="1250"/>
                  </a:cubicBezTo>
                  <a:close/>
                  <a:moveTo>
                    <a:pt x="4100" y="1250"/>
                  </a:moveTo>
                  <a:cubicBezTo>
                    <a:pt x="4100" y="1498"/>
                    <a:pt x="3674" y="1700"/>
                    <a:pt x="3150" y="1700"/>
                  </a:cubicBezTo>
                  <a:cubicBezTo>
                    <a:pt x="2625" y="1700"/>
                    <a:pt x="2200" y="1498"/>
                    <a:pt x="2200" y="1250"/>
                  </a:cubicBezTo>
                  <a:cubicBezTo>
                    <a:pt x="2200" y="1001"/>
                    <a:pt x="2625" y="800"/>
                    <a:pt x="3150" y="800"/>
                  </a:cubicBezTo>
                  <a:cubicBezTo>
                    <a:pt x="3674" y="800"/>
                    <a:pt x="4100" y="1001"/>
                    <a:pt x="4100" y="1250"/>
                  </a:cubicBezTo>
                  <a:close/>
                  <a:moveTo>
                    <a:pt x="6300" y="1250"/>
                  </a:moveTo>
                  <a:cubicBezTo>
                    <a:pt x="6300" y="1498"/>
                    <a:pt x="5874" y="1700"/>
                    <a:pt x="5350" y="1700"/>
                  </a:cubicBezTo>
                  <a:cubicBezTo>
                    <a:pt x="4825" y="1700"/>
                    <a:pt x="4400" y="1498"/>
                    <a:pt x="4400" y="1250"/>
                  </a:cubicBezTo>
                  <a:cubicBezTo>
                    <a:pt x="4400" y="1001"/>
                    <a:pt x="4825" y="800"/>
                    <a:pt x="5350" y="800"/>
                  </a:cubicBezTo>
                  <a:cubicBezTo>
                    <a:pt x="5874" y="800"/>
                    <a:pt x="6300" y="1001"/>
                    <a:pt x="6300" y="1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D0CC"/>
                </a:gs>
                <a:gs pos="55000">
                  <a:srgbClr val="F5B7B1"/>
                </a:gs>
                <a:gs pos="100000">
                  <a:srgbClr val="C4928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7A5B58"/>
              </a:solidFill>
              <a:round/>
            </a:ln>
          </p:spPr>
        </p:sp>
      </p:grpSp>
      <p:grpSp>
        <p:nvGrpSpPr>
          <p:cNvPr id="123" name="Causa Pericarditis constrictiva"/>
          <p:cNvGrpSpPr/>
          <p:nvPr/>
        </p:nvGrpSpPr>
        <p:grpSpPr>
          <a:xfrm>
            <a:off x="365760" y="3611880"/>
            <a:ext cx="2743200" cy="2514600"/>
            <a:chOff x="365760" y="3611880"/>
            <a:chExt cx="2743200" cy="2514600"/>
          </a:xfrm>
        </p:grpSpPr>
        <p:grpSp>
          <p:nvGrpSpPr>
            <p:cNvPr id="124" name="Recuadro Pericarditis constrictiv"/>
            <p:cNvGrpSpPr/>
            <p:nvPr/>
          </p:nvGrpSpPr>
          <p:grpSpPr>
            <a:xfrm>
              <a:off x="365760" y="3611880"/>
              <a:ext cx="2743200" cy="2514600"/>
              <a:chOff x="365760" y="3611880"/>
              <a:chExt cx="2743200" cy="2514600"/>
            </a:xfrm>
          </p:grpSpPr>
          <p:sp>
            <p:nvSpPr>
              <p:cNvPr id="125" name="Forma 124"/>
              <p:cNvSpPr/>
              <p:nvPr/>
            </p:nvSpPr>
            <p:spPr>
              <a:xfrm>
                <a:off x="365760" y="397764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Congestión sistémica.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26" name="Forma 125"/>
              <p:cNvSpPr/>
              <p:nvPr/>
            </p:nvSpPr>
            <p:spPr>
              <a:xfrm>
                <a:off x="365760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525"/>
                  </a:lnSpc>
                  <a:spcAft>
                    <a:spcPts val="300"/>
                  </a:spcAft>
                  <a:buNone/>
                </a:pPr>
                <a:r>
                  <a:rPr lang="es-AR" sz="12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PERICARDITIS CONSTRICTIVA</a:t>
                </a:r>
                <a:endParaRPr lang="es-AR" sz="1250" dirty="0">
                  <a:latin typeface="Mali"/>
                </a:endParaRPr>
              </a:p>
            </p:txBody>
          </p:sp>
        </p:grpSp>
        <p:sp>
          <p:nvSpPr>
            <p:cNvPr id="127" name="ParedToracica_2"/>
            <p:cNvSpPr/>
            <p:nvPr/>
          </p:nvSpPr>
          <p:spPr>
            <a:xfrm>
              <a:off x="1192926" y="411480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8" name="Mediastino_2"/>
            <p:cNvSpPr/>
            <p:nvPr/>
          </p:nvSpPr>
          <p:spPr>
            <a:xfrm>
              <a:off x="1535278" y="417766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29" name="Costillas_2"/>
            <p:cNvGrpSpPr/>
            <p:nvPr/>
          </p:nvGrpSpPr>
          <p:grpSpPr>
            <a:xfrm>
              <a:off x="1214323" y="4206240"/>
              <a:ext cx="1046074" cy="941832"/>
              <a:chOff x="1214323" y="4206240"/>
              <a:chExt cx="1046074" cy="941832"/>
            </a:xfrm>
          </p:grpSpPr>
          <p:sp>
            <p:nvSpPr>
              <p:cNvPr id="130" name="Forma 129"/>
              <p:cNvSpPr/>
              <p:nvPr/>
            </p:nvSpPr>
            <p:spPr>
              <a:xfrm>
                <a:off x="1214323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31" name="Forma 130"/>
              <p:cNvSpPr/>
              <p:nvPr/>
            </p:nvSpPr>
            <p:spPr>
              <a:xfrm>
                <a:off x="1214323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32" name="EspacioPleuralD_2"/>
            <p:cNvSpPr/>
            <p:nvPr/>
          </p:nvSpPr>
          <p:spPr>
            <a:xfrm>
              <a:off x="1279703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33" name="EspacioPleuralI_2"/>
            <p:cNvSpPr/>
            <p:nvPr/>
          </p:nvSpPr>
          <p:spPr>
            <a:xfrm>
              <a:off x="1818121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34" name="Aorta_2"/>
            <p:cNvSpPr/>
            <p:nvPr/>
          </p:nvSpPr>
          <p:spPr>
            <a:xfrm>
              <a:off x="1739461" y="435241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5" name="Traquea_2"/>
            <p:cNvGrpSpPr/>
            <p:nvPr/>
          </p:nvGrpSpPr>
          <p:grpSpPr>
            <a:xfrm>
              <a:off x="1595908" y="4114800"/>
              <a:ext cx="282904" cy="490342"/>
              <a:chOff x="1595908" y="4114800"/>
              <a:chExt cx="282904" cy="490342"/>
            </a:xfrm>
          </p:grpSpPr>
          <p:sp>
            <p:nvSpPr>
              <p:cNvPr id="136" name="Forma 135"/>
              <p:cNvSpPr/>
              <p:nvPr/>
            </p:nvSpPr>
            <p:spPr>
              <a:xfrm>
                <a:off x="1595908" y="411480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37" name="Forma 136"/>
              <p:cNvSpPr/>
              <p:nvPr/>
            </p:nvSpPr>
            <p:spPr>
              <a:xfrm>
                <a:off x="1715963" y="414909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38" name="LiquidoPleuralD_2"/>
            <p:cNvSpPr/>
            <p:nvPr/>
          </p:nvSpPr>
          <p:spPr>
            <a:xfrm>
              <a:off x="1280892" y="4775683"/>
              <a:ext cx="399410" cy="298237"/>
            </a:xfrm>
            <a:custGeom>
              <a:avLst/>
              <a:gdLst/>
              <a:ahLst/>
              <a:cxnLst/>
              <a:rect l="0" t="0" r="r" b="b"/>
              <a:pathLst>
                <a:path w="10000" h="7765">
                  <a:moveTo>
                    <a:pt x="57" y="1622"/>
                  </a:moveTo>
                  <a:lnTo>
                    <a:pt x="96" y="2105"/>
                  </a:lnTo>
                  <a:lnTo>
                    <a:pt x="141" y="2578"/>
                  </a:lnTo>
                  <a:lnTo>
                    <a:pt x="188" y="3037"/>
                  </a:lnTo>
                  <a:lnTo>
                    <a:pt x="238" y="3475"/>
                  </a:lnTo>
                  <a:lnTo>
                    <a:pt x="290" y="3894"/>
                  </a:lnTo>
                  <a:lnTo>
                    <a:pt x="346" y="4298"/>
                  </a:lnTo>
                  <a:lnTo>
                    <a:pt x="405" y="4686"/>
                  </a:lnTo>
                  <a:lnTo>
                    <a:pt x="467" y="5060"/>
                  </a:lnTo>
                  <a:lnTo>
                    <a:pt x="530" y="5420"/>
                  </a:lnTo>
                  <a:lnTo>
                    <a:pt x="595" y="5767"/>
                  </a:lnTo>
                  <a:lnTo>
                    <a:pt x="659" y="6114"/>
                  </a:lnTo>
                  <a:lnTo>
                    <a:pt x="725" y="6466"/>
                  </a:lnTo>
                  <a:lnTo>
                    <a:pt x="792" y="6803"/>
                  </a:lnTo>
                  <a:lnTo>
                    <a:pt x="861" y="7108"/>
                  </a:lnTo>
                  <a:lnTo>
                    <a:pt x="934" y="7364"/>
                  </a:lnTo>
                  <a:lnTo>
                    <a:pt x="1011" y="7552"/>
                  </a:lnTo>
                  <a:lnTo>
                    <a:pt x="1084" y="7674"/>
                  </a:lnTo>
                  <a:lnTo>
                    <a:pt x="1150" y="7744"/>
                  </a:lnTo>
                  <a:lnTo>
                    <a:pt x="1220" y="7765"/>
                  </a:lnTo>
                  <a:lnTo>
                    <a:pt x="1302" y="7738"/>
                  </a:lnTo>
                  <a:lnTo>
                    <a:pt x="1408" y="7666"/>
                  </a:lnTo>
                  <a:lnTo>
                    <a:pt x="1547" y="7552"/>
                  </a:lnTo>
                  <a:lnTo>
                    <a:pt x="1718" y="7375"/>
                  </a:lnTo>
                  <a:lnTo>
                    <a:pt x="1913" y="7127"/>
                  </a:lnTo>
                  <a:lnTo>
                    <a:pt x="2131" y="6835"/>
                  </a:lnTo>
                  <a:lnTo>
                    <a:pt x="2372" y="6523"/>
                  </a:lnTo>
                  <a:lnTo>
                    <a:pt x="2634" y="6218"/>
                  </a:lnTo>
                  <a:lnTo>
                    <a:pt x="2916" y="5945"/>
                  </a:lnTo>
                  <a:lnTo>
                    <a:pt x="3229" y="5690"/>
                  </a:lnTo>
                  <a:lnTo>
                    <a:pt x="3575" y="5430"/>
                  </a:lnTo>
                  <a:lnTo>
                    <a:pt x="3943" y="5175"/>
                  </a:lnTo>
                  <a:lnTo>
                    <a:pt x="4320" y="4940"/>
                  </a:lnTo>
                  <a:lnTo>
                    <a:pt x="4696" y="4736"/>
                  </a:lnTo>
                  <a:lnTo>
                    <a:pt x="5059" y="4577"/>
                  </a:lnTo>
                  <a:lnTo>
                    <a:pt x="5413" y="4461"/>
                  </a:lnTo>
                  <a:lnTo>
                    <a:pt x="5769" y="4380"/>
                  </a:lnTo>
                  <a:lnTo>
                    <a:pt x="6123" y="4331"/>
                  </a:lnTo>
                  <a:lnTo>
                    <a:pt x="6472" y="4310"/>
                  </a:lnTo>
                  <a:lnTo>
                    <a:pt x="6813" y="4313"/>
                  </a:lnTo>
                  <a:lnTo>
                    <a:pt x="7142" y="4338"/>
                  </a:lnTo>
                  <a:lnTo>
                    <a:pt x="7465" y="4395"/>
                  </a:lnTo>
                  <a:lnTo>
                    <a:pt x="7786" y="4486"/>
                  </a:lnTo>
                  <a:lnTo>
                    <a:pt x="8098" y="4603"/>
                  </a:lnTo>
                  <a:lnTo>
                    <a:pt x="8397" y="4733"/>
                  </a:lnTo>
                  <a:lnTo>
                    <a:pt x="8675" y="4867"/>
                  </a:lnTo>
                  <a:lnTo>
                    <a:pt x="8928" y="4993"/>
                  </a:lnTo>
                  <a:lnTo>
                    <a:pt x="9162" y="5163"/>
                  </a:lnTo>
                  <a:lnTo>
                    <a:pt x="9382" y="5394"/>
                  </a:lnTo>
                  <a:lnTo>
                    <a:pt x="9583" y="5629"/>
                  </a:lnTo>
                  <a:lnTo>
                    <a:pt x="9757" y="5809"/>
                  </a:lnTo>
                  <a:lnTo>
                    <a:pt x="9898" y="5874"/>
                  </a:lnTo>
                  <a:lnTo>
                    <a:pt x="10000" y="5767"/>
                  </a:lnTo>
                  <a:lnTo>
                    <a:pt x="10000" y="4051"/>
                  </a:lnTo>
                  <a:lnTo>
                    <a:pt x="9973" y="3693"/>
                  </a:lnTo>
                  <a:lnTo>
                    <a:pt x="9921" y="3033"/>
                  </a:lnTo>
                  <a:lnTo>
                    <a:pt x="9901" y="2737"/>
                  </a:lnTo>
                  <a:lnTo>
                    <a:pt x="9750" y="2737"/>
                  </a:lnTo>
                  <a:lnTo>
                    <a:pt x="9500" y="2734"/>
                  </a:lnTo>
                  <a:lnTo>
                    <a:pt x="9250" y="2728"/>
                  </a:lnTo>
                  <a:lnTo>
                    <a:pt x="9000" y="2720"/>
                  </a:lnTo>
                  <a:lnTo>
                    <a:pt x="8750" y="2709"/>
                  </a:lnTo>
                  <a:lnTo>
                    <a:pt x="8500" y="2695"/>
                  </a:lnTo>
                  <a:lnTo>
                    <a:pt x="8250" y="2678"/>
                  </a:lnTo>
                  <a:lnTo>
                    <a:pt x="8000" y="2658"/>
                  </a:lnTo>
                  <a:lnTo>
                    <a:pt x="7749" y="2635"/>
                  </a:lnTo>
                  <a:lnTo>
                    <a:pt x="7500" y="2608"/>
                  </a:lnTo>
                  <a:lnTo>
                    <a:pt x="7250" y="2577"/>
                  </a:lnTo>
                  <a:lnTo>
                    <a:pt x="7000" y="2544"/>
                  </a:lnTo>
                  <a:lnTo>
                    <a:pt x="6750" y="2506"/>
                  </a:lnTo>
                  <a:lnTo>
                    <a:pt x="6499" y="2466"/>
                  </a:lnTo>
                  <a:lnTo>
                    <a:pt x="6250" y="2421"/>
                  </a:lnTo>
                  <a:lnTo>
                    <a:pt x="6000" y="2373"/>
                  </a:lnTo>
                  <a:lnTo>
                    <a:pt x="5750" y="2321"/>
                  </a:lnTo>
                  <a:lnTo>
                    <a:pt x="5500" y="2265"/>
                  </a:lnTo>
                  <a:lnTo>
                    <a:pt x="5249" y="2205"/>
                  </a:lnTo>
                  <a:lnTo>
                    <a:pt x="5000" y="2142"/>
                  </a:lnTo>
                  <a:lnTo>
                    <a:pt x="4750" y="2074"/>
                  </a:lnTo>
                  <a:lnTo>
                    <a:pt x="4500" y="2003"/>
                  </a:lnTo>
                  <a:lnTo>
                    <a:pt x="4250" y="1927"/>
                  </a:lnTo>
                  <a:lnTo>
                    <a:pt x="4000" y="1847"/>
                  </a:lnTo>
                  <a:lnTo>
                    <a:pt x="3750" y="1764"/>
                  </a:lnTo>
                  <a:lnTo>
                    <a:pt x="3546" y="1692"/>
                  </a:lnTo>
                  <a:lnTo>
                    <a:pt x="3434" y="1766"/>
                  </a:lnTo>
                  <a:lnTo>
                    <a:pt x="3426" y="1771"/>
                  </a:lnTo>
                  <a:lnTo>
                    <a:pt x="3136" y="1977"/>
                  </a:lnTo>
                  <a:lnTo>
                    <a:pt x="3119" y="1991"/>
                  </a:lnTo>
                  <a:lnTo>
                    <a:pt x="2858" y="2210"/>
                  </a:lnTo>
                  <a:lnTo>
                    <a:pt x="2841" y="2226"/>
                  </a:lnTo>
                  <a:lnTo>
                    <a:pt x="2599" y="2472"/>
                  </a:lnTo>
                  <a:lnTo>
                    <a:pt x="2590" y="2482"/>
                  </a:lnTo>
                  <a:lnTo>
                    <a:pt x="2367" y="2734"/>
                  </a:lnTo>
                  <a:lnTo>
                    <a:pt x="2364" y="2737"/>
                  </a:lnTo>
                  <a:lnTo>
                    <a:pt x="2164" y="2972"/>
                  </a:lnTo>
                  <a:lnTo>
                    <a:pt x="2163" y="2973"/>
                  </a:lnTo>
                  <a:lnTo>
                    <a:pt x="1993" y="3161"/>
                  </a:lnTo>
                  <a:lnTo>
                    <a:pt x="1989" y="3165"/>
                  </a:lnTo>
                  <a:lnTo>
                    <a:pt x="1853" y="3288"/>
                  </a:lnTo>
                  <a:lnTo>
                    <a:pt x="1848" y="3293"/>
                  </a:lnTo>
                  <a:lnTo>
                    <a:pt x="1807" y="3321"/>
                  </a:lnTo>
                  <a:lnTo>
                    <a:pt x="1802" y="3325"/>
                  </a:lnTo>
                  <a:lnTo>
                    <a:pt x="1797" y="3327"/>
                  </a:lnTo>
                  <a:lnTo>
                    <a:pt x="1792" y="3329"/>
                  </a:lnTo>
                  <a:lnTo>
                    <a:pt x="1786" y="3331"/>
                  </a:lnTo>
                  <a:lnTo>
                    <a:pt x="1781" y="3332"/>
                  </a:lnTo>
                  <a:lnTo>
                    <a:pt x="1775" y="3333"/>
                  </a:lnTo>
                  <a:lnTo>
                    <a:pt x="1769" y="3332"/>
                  </a:lnTo>
                  <a:lnTo>
                    <a:pt x="1763" y="3332"/>
                  </a:lnTo>
                  <a:lnTo>
                    <a:pt x="1758" y="3331"/>
                  </a:lnTo>
                  <a:lnTo>
                    <a:pt x="1752" y="3329"/>
                  </a:lnTo>
                  <a:lnTo>
                    <a:pt x="1747" y="3327"/>
                  </a:lnTo>
                  <a:lnTo>
                    <a:pt x="1742" y="3324"/>
                  </a:lnTo>
                  <a:lnTo>
                    <a:pt x="1737" y="3321"/>
                  </a:lnTo>
                  <a:lnTo>
                    <a:pt x="1732" y="3317"/>
                  </a:lnTo>
                  <a:lnTo>
                    <a:pt x="1728" y="3313"/>
                  </a:lnTo>
                  <a:lnTo>
                    <a:pt x="1725" y="3308"/>
                  </a:lnTo>
                  <a:lnTo>
                    <a:pt x="1721" y="3303"/>
                  </a:lnTo>
                  <a:lnTo>
                    <a:pt x="1719" y="3298"/>
                  </a:lnTo>
                  <a:lnTo>
                    <a:pt x="1684" y="3225"/>
                  </a:lnTo>
                  <a:lnTo>
                    <a:pt x="1682" y="3218"/>
                  </a:lnTo>
                  <a:lnTo>
                    <a:pt x="1621" y="3032"/>
                  </a:lnTo>
                  <a:lnTo>
                    <a:pt x="1620" y="3028"/>
                  </a:lnTo>
                  <a:lnTo>
                    <a:pt x="1558" y="2791"/>
                  </a:lnTo>
                  <a:lnTo>
                    <a:pt x="1557" y="2789"/>
                  </a:lnTo>
                  <a:lnTo>
                    <a:pt x="1496" y="2521"/>
                  </a:lnTo>
                  <a:lnTo>
                    <a:pt x="1496" y="2520"/>
                  </a:lnTo>
                  <a:lnTo>
                    <a:pt x="1436" y="2236"/>
                  </a:lnTo>
                  <a:lnTo>
                    <a:pt x="1375" y="1954"/>
                  </a:lnTo>
                  <a:lnTo>
                    <a:pt x="1316" y="1675"/>
                  </a:lnTo>
                  <a:lnTo>
                    <a:pt x="1316" y="1674"/>
                  </a:lnTo>
                  <a:lnTo>
                    <a:pt x="1257" y="1384"/>
                  </a:lnTo>
                  <a:lnTo>
                    <a:pt x="1257" y="1384"/>
                  </a:lnTo>
                  <a:lnTo>
                    <a:pt x="1200" y="1083"/>
                  </a:lnTo>
                  <a:lnTo>
                    <a:pt x="1200" y="1082"/>
                  </a:lnTo>
                  <a:lnTo>
                    <a:pt x="1145" y="770"/>
                  </a:lnTo>
                  <a:lnTo>
                    <a:pt x="1145" y="769"/>
                  </a:lnTo>
                  <a:lnTo>
                    <a:pt x="1123" y="630"/>
                  </a:lnTo>
                  <a:lnTo>
                    <a:pt x="999" y="566"/>
                  </a:lnTo>
                  <a:lnTo>
                    <a:pt x="749" y="431"/>
                  </a:lnTo>
                  <a:lnTo>
                    <a:pt x="500" y="292"/>
                  </a:lnTo>
                  <a:lnTo>
                    <a:pt x="250" y="148"/>
                  </a:lnTo>
                  <a:lnTo>
                    <a:pt x="0" y="0"/>
                  </a:lnTo>
                  <a:lnTo>
                    <a:pt x="0" y="648"/>
                  </a:lnTo>
                  <a:lnTo>
                    <a:pt x="24" y="1134"/>
                  </a:lnTo>
                  <a:lnTo>
                    <a:pt x="57" y="1622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sp>
          <p:nvSpPr>
            <p:cNvPr id="139" name="LiquidoPleuralI_2"/>
            <p:cNvSpPr/>
            <p:nvPr/>
          </p:nvSpPr>
          <p:spPr>
            <a:xfrm>
              <a:off x="1871703" y="4797628"/>
              <a:ext cx="322125" cy="303724"/>
            </a:xfrm>
            <a:custGeom>
              <a:avLst/>
              <a:gdLst/>
              <a:ahLst/>
              <a:cxnLst/>
              <a:rect l="0" t="0" r="r" b="b"/>
              <a:pathLst>
                <a:path w="10000" h="9805">
                  <a:moveTo>
                    <a:pt x="712" y="5626"/>
                  </a:moveTo>
                  <a:lnTo>
                    <a:pt x="1143" y="5556"/>
                  </a:lnTo>
                  <a:lnTo>
                    <a:pt x="1551" y="5525"/>
                  </a:lnTo>
                  <a:lnTo>
                    <a:pt x="1974" y="5521"/>
                  </a:lnTo>
                  <a:lnTo>
                    <a:pt x="2407" y="5547"/>
                  </a:lnTo>
                  <a:lnTo>
                    <a:pt x="2846" y="5608"/>
                  </a:lnTo>
                  <a:lnTo>
                    <a:pt x="3287" y="5709"/>
                  </a:lnTo>
                  <a:lnTo>
                    <a:pt x="3726" y="5852"/>
                  </a:lnTo>
                  <a:lnTo>
                    <a:pt x="4176" y="6050"/>
                  </a:lnTo>
                  <a:lnTo>
                    <a:pt x="4642" y="6303"/>
                  </a:lnTo>
                  <a:lnTo>
                    <a:pt x="5110" y="6594"/>
                  </a:lnTo>
                  <a:lnTo>
                    <a:pt x="5566" y="6909"/>
                  </a:lnTo>
                  <a:lnTo>
                    <a:pt x="5995" y="7233"/>
                  </a:lnTo>
                  <a:lnTo>
                    <a:pt x="6383" y="7549"/>
                  </a:lnTo>
                  <a:lnTo>
                    <a:pt x="6733" y="7887"/>
                  </a:lnTo>
                  <a:lnTo>
                    <a:pt x="7058" y="8265"/>
                  </a:lnTo>
                  <a:lnTo>
                    <a:pt x="7356" y="8651"/>
                  </a:lnTo>
                  <a:lnTo>
                    <a:pt x="7627" y="9014"/>
                  </a:lnTo>
                  <a:lnTo>
                    <a:pt x="7869" y="9321"/>
                  </a:lnTo>
                  <a:lnTo>
                    <a:pt x="8081" y="9542"/>
                  </a:lnTo>
                  <a:lnTo>
                    <a:pt x="8253" y="9683"/>
                  </a:lnTo>
                  <a:lnTo>
                    <a:pt x="8384" y="9771"/>
                  </a:lnTo>
                  <a:lnTo>
                    <a:pt x="8487" y="9805"/>
                  </a:lnTo>
                  <a:lnTo>
                    <a:pt x="8573" y="9779"/>
                  </a:lnTo>
                  <a:lnTo>
                    <a:pt x="8655" y="9693"/>
                  </a:lnTo>
                  <a:lnTo>
                    <a:pt x="8745" y="9542"/>
                  </a:lnTo>
                  <a:lnTo>
                    <a:pt x="8840" y="9318"/>
                  </a:lnTo>
                  <a:lnTo>
                    <a:pt x="8931" y="9024"/>
                  </a:lnTo>
                  <a:lnTo>
                    <a:pt x="9017" y="8668"/>
                  </a:lnTo>
                  <a:lnTo>
                    <a:pt x="9100" y="8260"/>
                  </a:lnTo>
                  <a:lnTo>
                    <a:pt x="9181" y="7810"/>
                  </a:lnTo>
                  <a:lnTo>
                    <a:pt x="9261" y="7328"/>
                  </a:lnTo>
                  <a:lnTo>
                    <a:pt x="9341" y="6792"/>
                  </a:lnTo>
                  <a:lnTo>
                    <a:pt x="9420" y="6189"/>
                  </a:lnTo>
                  <a:lnTo>
                    <a:pt x="9497" y="5545"/>
                  </a:lnTo>
                  <a:lnTo>
                    <a:pt x="9570" y="4883"/>
                  </a:lnTo>
                  <a:lnTo>
                    <a:pt x="9640" y="4227"/>
                  </a:lnTo>
                  <a:lnTo>
                    <a:pt x="9704" y="3601"/>
                  </a:lnTo>
                  <a:lnTo>
                    <a:pt x="9765" y="3006"/>
                  </a:lnTo>
                  <a:lnTo>
                    <a:pt x="9825" y="2423"/>
                  </a:lnTo>
                  <a:lnTo>
                    <a:pt x="9880" y="1846"/>
                  </a:lnTo>
                  <a:lnTo>
                    <a:pt x="9928" y="1269"/>
                  </a:lnTo>
                  <a:lnTo>
                    <a:pt x="9969" y="688"/>
                  </a:lnTo>
                  <a:lnTo>
                    <a:pt x="10000" y="95"/>
                  </a:lnTo>
                  <a:lnTo>
                    <a:pt x="10000" y="0"/>
                  </a:lnTo>
                  <a:lnTo>
                    <a:pt x="9708" y="183"/>
                  </a:lnTo>
                  <a:lnTo>
                    <a:pt x="9416" y="362"/>
                  </a:lnTo>
                  <a:lnTo>
                    <a:pt x="9125" y="535"/>
                  </a:lnTo>
                  <a:lnTo>
                    <a:pt x="8833" y="702"/>
                  </a:lnTo>
                  <a:lnTo>
                    <a:pt x="8542" y="864"/>
                  </a:lnTo>
                  <a:lnTo>
                    <a:pt x="8525" y="873"/>
                  </a:lnTo>
                  <a:lnTo>
                    <a:pt x="8509" y="994"/>
                  </a:lnTo>
                  <a:lnTo>
                    <a:pt x="8509" y="995"/>
                  </a:lnTo>
                  <a:lnTo>
                    <a:pt x="8438" y="1514"/>
                  </a:lnTo>
                  <a:lnTo>
                    <a:pt x="8438" y="1515"/>
                  </a:lnTo>
                  <a:lnTo>
                    <a:pt x="8366" y="1999"/>
                  </a:lnTo>
                  <a:lnTo>
                    <a:pt x="8365" y="2000"/>
                  </a:lnTo>
                  <a:lnTo>
                    <a:pt x="8292" y="2429"/>
                  </a:lnTo>
                  <a:lnTo>
                    <a:pt x="8292" y="2431"/>
                  </a:lnTo>
                  <a:lnTo>
                    <a:pt x="8218" y="2817"/>
                  </a:lnTo>
                  <a:lnTo>
                    <a:pt x="8218" y="2818"/>
                  </a:lnTo>
                  <a:lnTo>
                    <a:pt x="8144" y="3177"/>
                  </a:lnTo>
                  <a:lnTo>
                    <a:pt x="8144" y="3179"/>
                  </a:lnTo>
                  <a:lnTo>
                    <a:pt x="8068" y="3500"/>
                  </a:lnTo>
                  <a:lnTo>
                    <a:pt x="8068" y="3503"/>
                  </a:lnTo>
                  <a:lnTo>
                    <a:pt x="7992" y="3777"/>
                  </a:lnTo>
                  <a:lnTo>
                    <a:pt x="7990" y="3781"/>
                  </a:lnTo>
                  <a:lnTo>
                    <a:pt x="7915" y="3994"/>
                  </a:lnTo>
                  <a:lnTo>
                    <a:pt x="7912" y="4002"/>
                  </a:lnTo>
                  <a:lnTo>
                    <a:pt x="7868" y="4091"/>
                  </a:lnTo>
                  <a:lnTo>
                    <a:pt x="7865" y="4097"/>
                  </a:lnTo>
                  <a:lnTo>
                    <a:pt x="7861" y="4103"/>
                  </a:lnTo>
                  <a:lnTo>
                    <a:pt x="7856" y="4108"/>
                  </a:lnTo>
                  <a:lnTo>
                    <a:pt x="7851" y="4113"/>
                  </a:lnTo>
                  <a:lnTo>
                    <a:pt x="7846" y="4118"/>
                  </a:lnTo>
                  <a:lnTo>
                    <a:pt x="7840" y="4122"/>
                  </a:lnTo>
                  <a:lnTo>
                    <a:pt x="7834" y="4125"/>
                  </a:lnTo>
                  <a:lnTo>
                    <a:pt x="7827" y="4128"/>
                  </a:lnTo>
                  <a:lnTo>
                    <a:pt x="7820" y="4130"/>
                  </a:lnTo>
                  <a:lnTo>
                    <a:pt x="7813" y="4131"/>
                  </a:lnTo>
                  <a:lnTo>
                    <a:pt x="7806" y="4132"/>
                  </a:lnTo>
                  <a:lnTo>
                    <a:pt x="7799" y="4132"/>
                  </a:lnTo>
                  <a:lnTo>
                    <a:pt x="7792" y="4131"/>
                  </a:lnTo>
                  <a:lnTo>
                    <a:pt x="7785" y="4130"/>
                  </a:lnTo>
                  <a:lnTo>
                    <a:pt x="7778" y="4128"/>
                  </a:lnTo>
                  <a:lnTo>
                    <a:pt x="7772" y="4126"/>
                  </a:lnTo>
                  <a:lnTo>
                    <a:pt x="7765" y="4122"/>
                  </a:lnTo>
                  <a:lnTo>
                    <a:pt x="7759" y="4118"/>
                  </a:lnTo>
                  <a:lnTo>
                    <a:pt x="7708" y="4082"/>
                  </a:lnTo>
                  <a:lnTo>
                    <a:pt x="7701" y="4076"/>
                  </a:lnTo>
                  <a:lnTo>
                    <a:pt x="7533" y="3924"/>
                  </a:lnTo>
                  <a:lnTo>
                    <a:pt x="7527" y="3918"/>
                  </a:lnTo>
                  <a:lnTo>
                    <a:pt x="7317" y="3685"/>
                  </a:lnTo>
                  <a:lnTo>
                    <a:pt x="7316" y="3684"/>
                  </a:lnTo>
                  <a:lnTo>
                    <a:pt x="7067" y="3393"/>
                  </a:lnTo>
                  <a:lnTo>
                    <a:pt x="7064" y="3389"/>
                  </a:lnTo>
                  <a:lnTo>
                    <a:pt x="6788" y="3077"/>
                  </a:lnTo>
                  <a:lnTo>
                    <a:pt x="6777" y="3065"/>
                  </a:lnTo>
                  <a:lnTo>
                    <a:pt x="6476" y="2761"/>
                  </a:lnTo>
                  <a:lnTo>
                    <a:pt x="6455" y="2740"/>
                  </a:lnTo>
                  <a:lnTo>
                    <a:pt x="6131" y="2468"/>
                  </a:lnTo>
                  <a:lnTo>
                    <a:pt x="6110" y="2452"/>
                  </a:lnTo>
                  <a:lnTo>
                    <a:pt x="5751" y="2197"/>
                  </a:lnTo>
                  <a:lnTo>
                    <a:pt x="5741" y="2190"/>
                  </a:lnTo>
                  <a:lnTo>
                    <a:pt x="5697" y="2161"/>
                  </a:lnTo>
                  <a:lnTo>
                    <a:pt x="5627" y="2187"/>
                  </a:lnTo>
                  <a:lnTo>
                    <a:pt x="5335" y="2291"/>
                  </a:lnTo>
                  <a:lnTo>
                    <a:pt x="5044" y="2389"/>
                  </a:lnTo>
                  <a:lnTo>
                    <a:pt x="4752" y="2483"/>
                  </a:lnTo>
                  <a:lnTo>
                    <a:pt x="4460" y="2572"/>
                  </a:lnTo>
                  <a:lnTo>
                    <a:pt x="4169" y="2655"/>
                  </a:lnTo>
                  <a:lnTo>
                    <a:pt x="3877" y="2734"/>
                  </a:lnTo>
                  <a:lnTo>
                    <a:pt x="3586" y="2808"/>
                  </a:lnTo>
                  <a:lnTo>
                    <a:pt x="3294" y="2877"/>
                  </a:lnTo>
                  <a:lnTo>
                    <a:pt x="3003" y="2942"/>
                  </a:lnTo>
                  <a:lnTo>
                    <a:pt x="2711" y="3002"/>
                  </a:lnTo>
                  <a:lnTo>
                    <a:pt x="2420" y="3057"/>
                  </a:lnTo>
                  <a:lnTo>
                    <a:pt x="2128" y="3108"/>
                  </a:lnTo>
                  <a:lnTo>
                    <a:pt x="1837" y="3154"/>
                  </a:lnTo>
                  <a:lnTo>
                    <a:pt x="1545" y="3196"/>
                  </a:lnTo>
                  <a:lnTo>
                    <a:pt x="1254" y="3233"/>
                  </a:lnTo>
                  <a:lnTo>
                    <a:pt x="962" y="3267"/>
                  </a:lnTo>
                  <a:lnTo>
                    <a:pt x="671" y="3296"/>
                  </a:lnTo>
                  <a:lnTo>
                    <a:pt x="379" y="3321"/>
                  </a:lnTo>
                  <a:lnTo>
                    <a:pt x="88" y="3342"/>
                  </a:lnTo>
                  <a:lnTo>
                    <a:pt x="0" y="3347"/>
                  </a:lnTo>
                  <a:lnTo>
                    <a:pt x="77" y="4132"/>
                  </a:lnTo>
                  <a:lnTo>
                    <a:pt x="160" y="5132"/>
                  </a:lnTo>
                  <a:lnTo>
                    <a:pt x="198" y="5756"/>
                  </a:lnTo>
                  <a:lnTo>
                    <a:pt x="249" y="5740"/>
                  </a:lnTo>
                  <a:lnTo>
                    <a:pt x="712" y="5626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140" name="PulmonDerecho_2"/>
            <p:cNvGrpSpPr/>
            <p:nvPr/>
          </p:nvGrpSpPr>
          <p:grpSpPr>
            <a:xfrm>
              <a:off x="1315163" y="4227631"/>
              <a:ext cx="350199" cy="673782"/>
              <a:chOff x="1315163" y="4227631"/>
              <a:chExt cx="350199" cy="673782"/>
            </a:xfrm>
          </p:grpSpPr>
          <p:sp>
            <p:nvSpPr>
              <p:cNvPr id="141" name="Forma 140"/>
              <p:cNvSpPr/>
              <p:nvPr/>
            </p:nvSpPr>
            <p:spPr>
              <a:xfrm>
                <a:off x="1315163" y="4227631"/>
                <a:ext cx="350199" cy="673782"/>
              </a:xfrm>
              <a:custGeom>
                <a:avLst/>
                <a:gdLst/>
                <a:ahLst/>
                <a:cxnLst/>
                <a:rect l="0" t="0" r="r" b="b"/>
                <a:pathLst>
                  <a:path w="4997" h="10000">
                    <a:moveTo>
                      <a:pt x="544" y="9983"/>
                    </a:moveTo>
                    <a:lnTo>
                      <a:pt x="622" y="9913"/>
                    </a:lnTo>
                    <a:lnTo>
                      <a:pt x="718" y="9806"/>
                    </a:lnTo>
                    <a:lnTo>
                      <a:pt x="832" y="9672"/>
                    </a:lnTo>
                    <a:lnTo>
                      <a:pt x="834" y="9670"/>
                    </a:lnTo>
                    <a:lnTo>
                      <a:pt x="962" y="9526"/>
                    </a:lnTo>
                    <a:lnTo>
                      <a:pt x="967" y="9520"/>
                    </a:lnTo>
                    <a:lnTo>
                      <a:pt x="1106" y="9379"/>
                    </a:lnTo>
                    <a:lnTo>
                      <a:pt x="1117" y="9368"/>
                    </a:lnTo>
                    <a:lnTo>
                      <a:pt x="1267" y="9242"/>
                    </a:lnTo>
                    <a:lnTo>
                      <a:pt x="1278" y="9234"/>
                    </a:lnTo>
                    <a:lnTo>
                      <a:pt x="1444" y="9116"/>
                    </a:lnTo>
                    <a:lnTo>
                      <a:pt x="1449" y="9112"/>
                    </a:lnTo>
                    <a:lnTo>
                      <a:pt x="1633" y="8992"/>
                    </a:lnTo>
                    <a:lnTo>
                      <a:pt x="1638" y="8988"/>
                    </a:lnTo>
                    <a:lnTo>
                      <a:pt x="1833" y="8870"/>
                    </a:lnTo>
                    <a:lnTo>
                      <a:pt x="1840" y="8866"/>
                    </a:lnTo>
                    <a:lnTo>
                      <a:pt x="2040" y="8758"/>
                    </a:lnTo>
                    <a:lnTo>
                      <a:pt x="2049" y="8753"/>
                    </a:lnTo>
                    <a:lnTo>
                      <a:pt x="2249" y="8659"/>
                    </a:lnTo>
                    <a:lnTo>
                      <a:pt x="2261" y="8653"/>
                    </a:lnTo>
                    <a:lnTo>
                      <a:pt x="2453" y="8579"/>
                    </a:lnTo>
                    <a:lnTo>
                      <a:pt x="2470" y="8574"/>
                    </a:lnTo>
                    <a:lnTo>
                      <a:pt x="2657" y="8520"/>
                    </a:lnTo>
                    <a:lnTo>
                      <a:pt x="2673" y="8517"/>
                    </a:lnTo>
                    <a:lnTo>
                      <a:pt x="2861" y="8479"/>
                    </a:lnTo>
                    <a:lnTo>
                      <a:pt x="2876" y="8477"/>
                    </a:lnTo>
                    <a:lnTo>
                      <a:pt x="3063" y="8454"/>
                    </a:lnTo>
                    <a:lnTo>
                      <a:pt x="3077" y="8453"/>
                    </a:lnTo>
                    <a:lnTo>
                      <a:pt x="3262" y="8443"/>
                    </a:lnTo>
                    <a:lnTo>
                      <a:pt x="3274" y="8443"/>
                    </a:lnTo>
                    <a:lnTo>
                      <a:pt x="3455" y="8445"/>
                    </a:lnTo>
                    <a:lnTo>
                      <a:pt x="3466" y="8445"/>
                    </a:lnTo>
                    <a:lnTo>
                      <a:pt x="3641" y="8457"/>
                    </a:lnTo>
                    <a:lnTo>
                      <a:pt x="3657" y="8458"/>
                    </a:lnTo>
                    <a:lnTo>
                      <a:pt x="3829" y="8484"/>
                    </a:lnTo>
                    <a:lnTo>
                      <a:pt x="3847" y="8488"/>
                    </a:lnTo>
                    <a:lnTo>
                      <a:pt x="4017" y="8530"/>
                    </a:lnTo>
                    <a:lnTo>
                      <a:pt x="4029" y="8534"/>
                    </a:lnTo>
                    <a:lnTo>
                      <a:pt x="4195" y="8588"/>
                    </a:lnTo>
                    <a:lnTo>
                      <a:pt x="4204" y="8591"/>
                    </a:lnTo>
                    <a:lnTo>
                      <a:pt x="4362" y="8651"/>
                    </a:lnTo>
                    <a:lnTo>
                      <a:pt x="4368" y="8654"/>
                    </a:lnTo>
                    <a:lnTo>
                      <a:pt x="4515" y="8716"/>
                    </a:lnTo>
                    <a:lnTo>
                      <a:pt x="4518" y="8717"/>
                    </a:lnTo>
                    <a:lnTo>
                      <a:pt x="4652" y="8775"/>
                    </a:lnTo>
                    <a:lnTo>
                      <a:pt x="4664" y="8781"/>
                    </a:lnTo>
                    <a:lnTo>
                      <a:pt x="4676" y="8788"/>
                    </a:lnTo>
                    <a:lnTo>
                      <a:pt x="4800" y="8866"/>
                    </a:lnTo>
                    <a:lnTo>
                      <a:pt x="4812" y="8875"/>
                    </a:lnTo>
                    <a:lnTo>
                      <a:pt x="4824" y="8885"/>
                    </a:lnTo>
                    <a:lnTo>
                      <a:pt x="4941" y="8992"/>
                    </a:lnTo>
                    <a:lnTo>
                      <a:pt x="4947" y="8998"/>
                    </a:lnTo>
                    <a:lnTo>
                      <a:pt x="4996" y="9048"/>
                    </a:lnTo>
                    <a:lnTo>
                      <a:pt x="4997" y="8898"/>
                    </a:lnTo>
                    <a:lnTo>
                      <a:pt x="4981" y="8624"/>
                    </a:lnTo>
                    <a:lnTo>
                      <a:pt x="4955" y="8320"/>
                    </a:lnTo>
                    <a:lnTo>
                      <a:pt x="4927" y="8016"/>
                    </a:lnTo>
                    <a:lnTo>
                      <a:pt x="4927" y="8014"/>
                    </a:lnTo>
                    <a:lnTo>
                      <a:pt x="4906" y="7737"/>
                    </a:lnTo>
                    <a:lnTo>
                      <a:pt x="4906" y="7736"/>
                    </a:lnTo>
                    <a:lnTo>
                      <a:pt x="4888" y="7482"/>
                    </a:lnTo>
                    <a:lnTo>
                      <a:pt x="4868" y="7231"/>
                    </a:lnTo>
                    <a:lnTo>
                      <a:pt x="4847" y="6979"/>
                    </a:lnTo>
                    <a:lnTo>
                      <a:pt x="4824" y="6728"/>
                    </a:lnTo>
                    <a:lnTo>
                      <a:pt x="4801" y="6476"/>
                    </a:lnTo>
                    <a:lnTo>
                      <a:pt x="4801" y="6476"/>
                    </a:lnTo>
                    <a:lnTo>
                      <a:pt x="4780" y="6224"/>
                    </a:lnTo>
                    <a:lnTo>
                      <a:pt x="4780" y="6223"/>
                    </a:lnTo>
                    <a:lnTo>
                      <a:pt x="4759" y="5970"/>
                    </a:lnTo>
                    <a:lnTo>
                      <a:pt x="4759" y="5970"/>
                    </a:lnTo>
                    <a:lnTo>
                      <a:pt x="4740" y="5718"/>
                    </a:lnTo>
                    <a:lnTo>
                      <a:pt x="4720" y="5465"/>
                    </a:lnTo>
                    <a:lnTo>
                      <a:pt x="4700" y="5214"/>
                    </a:lnTo>
                    <a:lnTo>
                      <a:pt x="4678" y="4962"/>
                    </a:lnTo>
                    <a:lnTo>
                      <a:pt x="4654" y="4711"/>
                    </a:lnTo>
                    <a:lnTo>
                      <a:pt x="4627" y="4459"/>
                    </a:lnTo>
                    <a:lnTo>
                      <a:pt x="4600" y="4207"/>
                    </a:lnTo>
                    <a:lnTo>
                      <a:pt x="4571" y="3955"/>
                    </a:lnTo>
                    <a:lnTo>
                      <a:pt x="4540" y="3704"/>
                    </a:lnTo>
                    <a:lnTo>
                      <a:pt x="4505" y="3454"/>
                    </a:lnTo>
                    <a:lnTo>
                      <a:pt x="4465" y="3205"/>
                    </a:lnTo>
                    <a:lnTo>
                      <a:pt x="4422" y="2953"/>
                    </a:lnTo>
                    <a:lnTo>
                      <a:pt x="4374" y="2697"/>
                    </a:lnTo>
                    <a:lnTo>
                      <a:pt x="4323" y="2442"/>
                    </a:lnTo>
                    <a:lnTo>
                      <a:pt x="4268" y="2192"/>
                    </a:lnTo>
                    <a:lnTo>
                      <a:pt x="4212" y="1954"/>
                    </a:lnTo>
                    <a:lnTo>
                      <a:pt x="4153" y="1733"/>
                    </a:lnTo>
                    <a:lnTo>
                      <a:pt x="4091" y="1525"/>
                    </a:lnTo>
                    <a:lnTo>
                      <a:pt x="4025" y="1326"/>
                    </a:lnTo>
                    <a:lnTo>
                      <a:pt x="3956" y="1137"/>
                    </a:lnTo>
                    <a:lnTo>
                      <a:pt x="3886" y="961"/>
                    </a:lnTo>
                    <a:lnTo>
                      <a:pt x="3817" y="798"/>
                    </a:lnTo>
                    <a:lnTo>
                      <a:pt x="3751" y="653"/>
                    </a:lnTo>
                    <a:lnTo>
                      <a:pt x="3689" y="525"/>
                    </a:lnTo>
                    <a:lnTo>
                      <a:pt x="3632" y="415"/>
                    </a:lnTo>
                    <a:lnTo>
                      <a:pt x="3577" y="322"/>
                    </a:lnTo>
                    <a:lnTo>
                      <a:pt x="3523" y="244"/>
                    </a:lnTo>
                    <a:lnTo>
                      <a:pt x="3469" y="180"/>
                    </a:lnTo>
                    <a:lnTo>
                      <a:pt x="3411" y="125"/>
                    </a:lnTo>
                    <a:lnTo>
                      <a:pt x="3351" y="78"/>
                    </a:lnTo>
                    <a:lnTo>
                      <a:pt x="3296" y="43"/>
                    </a:lnTo>
                    <a:lnTo>
                      <a:pt x="3246" y="20"/>
                    </a:lnTo>
                    <a:lnTo>
                      <a:pt x="3193" y="6"/>
                    </a:lnTo>
                    <a:lnTo>
                      <a:pt x="3130" y="0"/>
                    </a:lnTo>
                    <a:lnTo>
                      <a:pt x="3047" y="3"/>
                    </a:lnTo>
                    <a:lnTo>
                      <a:pt x="2940" y="19"/>
                    </a:lnTo>
                    <a:lnTo>
                      <a:pt x="2810" y="51"/>
                    </a:lnTo>
                    <a:lnTo>
                      <a:pt x="2667" y="95"/>
                    </a:lnTo>
                    <a:lnTo>
                      <a:pt x="2519" y="150"/>
                    </a:lnTo>
                    <a:lnTo>
                      <a:pt x="2374" y="213"/>
                    </a:lnTo>
                    <a:lnTo>
                      <a:pt x="2238" y="283"/>
                    </a:lnTo>
                    <a:lnTo>
                      <a:pt x="2109" y="360"/>
                    </a:lnTo>
                    <a:lnTo>
                      <a:pt x="1980" y="448"/>
                    </a:lnTo>
                    <a:lnTo>
                      <a:pt x="1852" y="545"/>
                    </a:lnTo>
                    <a:lnTo>
                      <a:pt x="1728" y="650"/>
                    </a:lnTo>
                    <a:lnTo>
                      <a:pt x="1607" y="763"/>
                    </a:lnTo>
                    <a:lnTo>
                      <a:pt x="1491" y="883"/>
                    </a:lnTo>
                    <a:lnTo>
                      <a:pt x="1380" y="1010"/>
                    </a:lnTo>
                    <a:lnTo>
                      <a:pt x="1273" y="1145"/>
                    </a:lnTo>
                    <a:lnTo>
                      <a:pt x="1170" y="1289"/>
                    </a:lnTo>
                    <a:lnTo>
                      <a:pt x="1070" y="1440"/>
                    </a:lnTo>
                    <a:lnTo>
                      <a:pt x="974" y="1597"/>
                    </a:lnTo>
                    <a:lnTo>
                      <a:pt x="882" y="1761"/>
                    </a:lnTo>
                    <a:lnTo>
                      <a:pt x="794" y="1932"/>
                    </a:lnTo>
                    <a:lnTo>
                      <a:pt x="710" y="2110"/>
                    </a:lnTo>
                    <a:lnTo>
                      <a:pt x="630" y="2295"/>
                    </a:lnTo>
                    <a:lnTo>
                      <a:pt x="555" y="2485"/>
                    </a:lnTo>
                    <a:lnTo>
                      <a:pt x="484" y="2680"/>
                    </a:lnTo>
                    <a:lnTo>
                      <a:pt x="419" y="2879"/>
                    </a:lnTo>
                    <a:lnTo>
                      <a:pt x="361" y="3082"/>
                    </a:lnTo>
                    <a:lnTo>
                      <a:pt x="307" y="3292"/>
                    </a:lnTo>
                    <a:lnTo>
                      <a:pt x="259" y="3506"/>
                    </a:lnTo>
                    <a:lnTo>
                      <a:pt x="215" y="3725"/>
                    </a:lnTo>
                    <a:lnTo>
                      <a:pt x="176" y="3946"/>
                    </a:lnTo>
                    <a:lnTo>
                      <a:pt x="140" y="4167"/>
                    </a:lnTo>
                    <a:lnTo>
                      <a:pt x="109" y="4390"/>
                    </a:lnTo>
                    <a:lnTo>
                      <a:pt x="82" y="4615"/>
                    </a:lnTo>
                    <a:lnTo>
                      <a:pt x="60" y="4843"/>
                    </a:lnTo>
                    <a:lnTo>
                      <a:pt x="42" y="5072"/>
                    </a:lnTo>
                    <a:lnTo>
                      <a:pt x="27" y="5301"/>
                    </a:lnTo>
                    <a:lnTo>
                      <a:pt x="15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5" y="6894"/>
                    </a:lnTo>
                    <a:lnTo>
                      <a:pt x="28" y="7117"/>
                    </a:lnTo>
                    <a:lnTo>
                      <a:pt x="45" y="7340"/>
                    </a:lnTo>
                    <a:lnTo>
                      <a:pt x="66" y="7561"/>
                    </a:lnTo>
                    <a:lnTo>
                      <a:pt x="89" y="7779"/>
                    </a:lnTo>
                    <a:lnTo>
                      <a:pt x="114" y="7989"/>
                    </a:lnTo>
                    <a:lnTo>
                      <a:pt x="140" y="8191"/>
                    </a:lnTo>
                    <a:lnTo>
                      <a:pt x="168" y="8382"/>
                    </a:lnTo>
                    <a:lnTo>
                      <a:pt x="197" y="8567"/>
                    </a:lnTo>
                    <a:lnTo>
                      <a:pt x="228" y="8745"/>
                    </a:lnTo>
                    <a:lnTo>
                      <a:pt x="261" y="8916"/>
                    </a:lnTo>
                    <a:lnTo>
                      <a:pt x="294" y="9081"/>
                    </a:lnTo>
                    <a:lnTo>
                      <a:pt x="328" y="9241"/>
                    </a:lnTo>
                    <a:lnTo>
                      <a:pt x="362" y="9402"/>
                    </a:lnTo>
                    <a:lnTo>
                      <a:pt x="397" y="9563"/>
                    </a:lnTo>
                    <a:lnTo>
                      <a:pt x="431" y="9716"/>
                    </a:lnTo>
                    <a:lnTo>
                      <a:pt x="467" y="9851"/>
                    </a:lnTo>
                    <a:lnTo>
                      <a:pt x="502" y="9958"/>
                    </a:lnTo>
                    <a:lnTo>
                      <a:pt x="521" y="10000"/>
                    </a:lnTo>
                    <a:lnTo>
                      <a:pt x="544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2" name="Forma 141"/>
              <p:cNvSpPr/>
              <p:nvPr/>
            </p:nvSpPr>
            <p:spPr>
              <a:xfrm>
                <a:off x="1338435" y="4293754"/>
                <a:ext cx="274109" cy="482343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9" fill="none">
                    <a:moveTo>
                      <a:pt x="2305" y="1988"/>
                    </a:moveTo>
                    <a:lnTo>
                      <a:pt x="1701" y="1704"/>
                    </a:lnTo>
                    <a:lnTo>
                      <a:pt x="957" y="1217"/>
                    </a:lnTo>
                    <a:lnTo>
                      <a:pt x="538" y="730"/>
                    </a:lnTo>
                  </a:path>
                  <a:path w="2305" h="4219" fill="none">
                    <a:moveTo>
                      <a:pt x="1701" y="1704"/>
                    </a:moveTo>
                    <a:lnTo>
                      <a:pt x="1422" y="973"/>
                    </a:lnTo>
                    <a:lnTo>
                      <a:pt x="1282" y="162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422" y="2109"/>
                    </a:lnTo>
                    <a:lnTo>
                      <a:pt x="492" y="2109"/>
                    </a:lnTo>
                    <a:lnTo>
                      <a:pt x="27" y="2191"/>
                    </a:lnTo>
                  </a:path>
                  <a:path w="2305" h="4219" fill="none">
                    <a:moveTo>
                      <a:pt x="1422" y="2109"/>
                    </a:moveTo>
                    <a:lnTo>
                      <a:pt x="771" y="2678"/>
                    </a:lnTo>
                    <a:lnTo>
                      <a:pt x="259" y="316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701" y="2678"/>
                    </a:lnTo>
                    <a:lnTo>
                      <a:pt x="1143" y="3489"/>
                    </a:lnTo>
                    <a:lnTo>
                      <a:pt x="631" y="4138"/>
                    </a:lnTo>
                  </a:path>
                  <a:path w="2305" h="4219" fill="none">
                    <a:moveTo>
                      <a:pt x="1701" y="2678"/>
                    </a:moveTo>
                    <a:lnTo>
                      <a:pt x="1980" y="3489"/>
                    </a:lnTo>
                    <a:lnTo>
                      <a:pt x="1701" y="4219"/>
                    </a:lnTo>
                  </a:path>
                  <a:path w="2305" h="4219" fill="none">
                    <a:moveTo>
                      <a:pt x="1143" y="3489"/>
                    </a:moveTo>
                    <a:lnTo>
                      <a:pt x="399" y="3895"/>
                    </a:lnTo>
                    <a:lnTo>
                      <a:pt x="27" y="4138"/>
                    </a:lnTo>
                  </a:path>
                  <a:path w="2305" h="4219" fill="none">
                    <a:moveTo>
                      <a:pt x="957" y="1217"/>
                    </a:moveTo>
                    <a:lnTo>
                      <a:pt x="306" y="1379"/>
                    </a:lnTo>
                    <a:lnTo>
                      <a:pt x="0" y="1580"/>
                    </a:lnTo>
                  </a:path>
                  <a:path w="2305" h="4219" fill="none">
                    <a:moveTo>
                      <a:pt x="1422" y="973"/>
                    </a:moveTo>
                    <a:lnTo>
                      <a:pt x="864" y="486"/>
                    </a:lnTo>
                  </a:path>
                  <a:path w="2305" h="4219" fill="none">
                    <a:moveTo>
                      <a:pt x="771" y="2678"/>
                    </a:moveTo>
                    <a:lnTo>
                      <a:pt x="864" y="3246"/>
                    </a:lnTo>
                    <a:lnTo>
                      <a:pt x="585" y="381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2166" y="1379"/>
                    </a:lnTo>
                    <a:lnTo>
                      <a:pt x="1887" y="730"/>
                    </a:lnTo>
                    <a:lnTo>
                      <a:pt x="1701" y="0"/>
                    </a:lnTo>
                  </a:path>
                  <a:path w="2305" h="4219" fill="none">
                    <a:moveTo>
                      <a:pt x="492" y="2109"/>
                    </a:moveTo>
                    <a:lnTo>
                      <a:pt x="213" y="2596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43" name="Forma 142"/>
              <p:cNvSpPr/>
              <p:nvPr/>
            </p:nvSpPr>
            <p:spPr>
              <a:xfrm>
                <a:off x="1323642" y="4521011"/>
                <a:ext cx="294430" cy="282382"/>
              </a:xfrm>
              <a:custGeom>
                <a:avLst/>
                <a:gdLst/>
                <a:ahLst/>
                <a:cxnLst/>
                <a:rect l="0" t="0" r="r" b="b"/>
                <a:pathLst>
                  <a:path w="2476" h="2470" fill="none">
                    <a:moveTo>
                      <a:pt x="0" y="133"/>
                    </a:moveTo>
                    <a:lnTo>
                      <a:pt x="175" y="149"/>
                    </a:lnTo>
                    <a:lnTo>
                      <a:pt x="392" y="166"/>
                    </a:lnTo>
                    <a:lnTo>
                      <a:pt x="611" y="180"/>
                    </a:lnTo>
                    <a:lnTo>
                      <a:pt x="802" y="186"/>
                    </a:lnTo>
                    <a:lnTo>
                      <a:pt x="961" y="182"/>
                    </a:lnTo>
                    <a:lnTo>
                      <a:pt x="1106" y="172"/>
                    </a:lnTo>
                    <a:lnTo>
                      <a:pt x="1245" y="158"/>
                    </a:lnTo>
                    <a:lnTo>
                      <a:pt x="1389" y="140"/>
                    </a:lnTo>
                    <a:lnTo>
                      <a:pt x="1546" y="121"/>
                    </a:lnTo>
                    <a:lnTo>
                      <a:pt x="1735" y="99"/>
                    </a:lnTo>
                    <a:lnTo>
                      <a:pt x="1950" y="71"/>
                    </a:lnTo>
                    <a:lnTo>
                      <a:pt x="2162" y="42"/>
                    </a:lnTo>
                    <a:lnTo>
                      <a:pt x="2347" y="17"/>
                    </a:lnTo>
                    <a:lnTo>
                      <a:pt x="2476" y="0"/>
                    </a:lnTo>
                  </a:path>
                  <a:path w="2476" h="2470" fill="none">
                    <a:moveTo>
                      <a:pt x="63" y="2470"/>
                    </a:moveTo>
                    <a:lnTo>
                      <a:pt x="172" y="2353"/>
                    </a:lnTo>
                    <a:lnTo>
                      <a:pt x="333" y="2182"/>
                    </a:lnTo>
                    <a:lnTo>
                      <a:pt x="520" y="1982"/>
                    </a:lnTo>
                    <a:lnTo>
                      <a:pt x="715" y="1775"/>
                    </a:lnTo>
                    <a:lnTo>
                      <a:pt x="895" y="1582"/>
                    </a:lnTo>
                    <a:lnTo>
                      <a:pt x="1064" y="1398"/>
                    </a:lnTo>
                    <a:lnTo>
                      <a:pt x="1235" y="1209"/>
                    </a:lnTo>
                    <a:lnTo>
                      <a:pt x="1404" y="1023"/>
                    </a:lnTo>
                    <a:lnTo>
                      <a:pt x="1571" y="847"/>
                    </a:lnTo>
                    <a:lnTo>
                      <a:pt x="1732" y="689"/>
                    </a:lnTo>
                    <a:lnTo>
                      <a:pt x="1899" y="546"/>
                    </a:lnTo>
                    <a:lnTo>
                      <a:pt x="2072" y="411"/>
                    </a:lnTo>
                    <a:lnTo>
                      <a:pt x="2237" y="292"/>
                    </a:lnTo>
                    <a:lnTo>
                      <a:pt x="2377" y="193"/>
                    </a:lnTo>
                    <a:lnTo>
                      <a:pt x="2476" y="121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44" name="PleuraVisceralD_2"/>
            <p:cNvSpPr/>
            <p:nvPr/>
          </p:nvSpPr>
          <p:spPr>
            <a:xfrm>
              <a:off x="1315163" y="4227631"/>
              <a:ext cx="350199" cy="673782"/>
            </a:xfrm>
            <a:custGeom>
              <a:avLst/>
              <a:gdLst/>
              <a:ahLst/>
              <a:cxnLst/>
              <a:rect l="0" t="0" r="r" b="b"/>
              <a:pathLst>
                <a:path w="2946" h="5894" fill="none">
                  <a:moveTo>
                    <a:pt x="321" y="5885"/>
                  </a:moveTo>
                  <a:lnTo>
                    <a:pt x="366" y="5843"/>
                  </a:lnTo>
                  <a:lnTo>
                    <a:pt x="423" y="5780"/>
                  </a:lnTo>
                  <a:lnTo>
                    <a:pt x="491" y="5701"/>
                  </a:lnTo>
                  <a:lnTo>
                    <a:pt x="492" y="5700"/>
                  </a:lnTo>
                  <a:lnTo>
                    <a:pt x="567" y="5615"/>
                  </a:lnTo>
                  <a:lnTo>
                    <a:pt x="570" y="5611"/>
                  </a:lnTo>
                  <a:lnTo>
                    <a:pt x="652" y="5528"/>
                  </a:lnTo>
                  <a:lnTo>
                    <a:pt x="659" y="5522"/>
                  </a:lnTo>
                  <a:lnTo>
                    <a:pt x="747" y="5448"/>
                  </a:lnTo>
                  <a:lnTo>
                    <a:pt x="753" y="5443"/>
                  </a:lnTo>
                  <a:lnTo>
                    <a:pt x="851" y="5373"/>
                  </a:lnTo>
                  <a:lnTo>
                    <a:pt x="854" y="5371"/>
                  </a:lnTo>
                  <a:lnTo>
                    <a:pt x="962" y="5300"/>
                  </a:lnTo>
                  <a:lnTo>
                    <a:pt x="966" y="5298"/>
                  </a:lnTo>
                  <a:lnTo>
                    <a:pt x="1081" y="5229"/>
                  </a:lnTo>
                  <a:lnTo>
                    <a:pt x="1085" y="5226"/>
                  </a:lnTo>
                  <a:lnTo>
                    <a:pt x="1203" y="5162"/>
                  </a:lnTo>
                  <a:lnTo>
                    <a:pt x="1208" y="5160"/>
                  </a:lnTo>
                  <a:lnTo>
                    <a:pt x="1325" y="5104"/>
                  </a:lnTo>
                  <a:lnTo>
                    <a:pt x="1333" y="5101"/>
                  </a:lnTo>
                  <a:lnTo>
                    <a:pt x="1446" y="5057"/>
                  </a:lnTo>
                  <a:lnTo>
                    <a:pt x="1456" y="5054"/>
                  </a:lnTo>
                  <a:lnTo>
                    <a:pt x="1566" y="5022"/>
                  </a:lnTo>
                  <a:lnTo>
                    <a:pt x="1576" y="5020"/>
                  </a:lnTo>
                  <a:lnTo>
                    <a:pt x="1687" y="4998"/>
                  </a:lnTo>
                  <a:lnTo>
                    <a:pt x="1695" y="4997"/>
                  </a:lnTo>
                  <a:lnTo>
                    <a:pt x="1806" y="4983"/>
                  </a:lnTo>
                  <a:lnTo>
                    <a:pt x="1814" y="4983"/>
                  </a:lnTo>
                  <a:lnTo>
                    <a:pt x="1923" y="4977"/>
                  </a:lnTo>
                  <a:lnTo>
                    <a:pt x="1930" y="4977"/>
                  </a:lnTo>
                  <a:lnTo>
                    <a:pt x="2037" y="4978"/>
                  </a:lnTo>
                  <a:lnTo>
                    <a:pt x="2043" y="4978"/>
                  </a:lnTo>
                  <a:lnTo>
                    <a:pt x="2146" y="4985"/>
                  </a:lnTo>
                  <a:lnTo>
                    <a:pt x="2156" y="4986"/>
                  </a:lnTo>
                  <a:lnTo>
                    <a:pt x="2257" y="5001"/>
                  </a:lnTo>
                  <a:lnTo>
                    <a:pt x="2268" y="5003"/>
                  </a:lnTo>
                  <a:lnTo>
                    <a:pt x="2368" y="5028"/>
                  </a:lnTo>
                  <a:lnTo>
                    <a:pt x="2375" y="5031"/>
                  </a:lnTo>
                  <a:lnTo>
                    <a:pt x="2473" y="5062"/>
                  </a:lnTo>
                  <a:lnTo>
                    <a:pt x="2478" y="5064"/>
                  </a:lnTo>
                  <a:lnTo>
                    <a:pt x="2571" y="5100"/>
                  </a:lnTo>
                  <a:lnTo>
                    <a:pt x="2575" y="5101"/>
                  </a:lnTo>
                  <a:lnTo>
                    <a:pt x="2662" y="5138"/>
                  </a:lnTo>
                  <a:lnTo>
                    <a:pt x="2663" y="5138"/>
                  </a:lnTo>
                  <a:lnTo>
                    <a:pt x="2742" y="5173"/>
                  </a:lnTo>
                  <a:lnTo>
                    <a:pt x="2750" y="5176"/>
                  </a:lnTo>
                  <a:lnTo>
                    <a:pt x="2757" y="5180"/>
                  </a:lnTo>
                  <a:lnTo>
                    <a:pt x="2830" y="5226"/>
                  </a:lnTo>
                  <a:lnTo>
                    <a:pt x="2837" y="5232"/>
                  </a:lnTo>
                  <a:lnTo>
                    <a:pt x="2844" y="5237"/>
                  </a:lnTo>
                  <a:lnTo>
                    <a:pt x="2913" y="5300"/>
                  </a:lnTo>
                  <a:lnTo>
                    <a:pt x="2916" y="5304"/>
                  </a:lnTo>
                  <a:lnTo>
                    <a:pt x="2945" y="5333"/>
                  </a:lnTo>
                  <a:lnTo>
                    <a:pt x="2946" y="5245"/>
                  </a:lnTo>
                  <a:lnTo>
                    <a:pt x="2936" y="5083"/>
                  </a:lnTo>
                  <a:lnTo>
                    <a:pt x="2921" y="4905"/>
                  </a:lnTo>
                  <a:lnTo>
                    <a:pt x="2905" y="4725"/>
                  </a:lnTo>
                  <a:lnTo>
                    <a:pt x="2905" y="4724"/>
                  </a:lnTo>
                  <a:lnTo>
                    <a:pt x="2892" y="4561"/>
                  </a:lnTo>
                  <a:lnTo>
                    <a:pt x="2892" y="4560"/>
                  </a:lnTo>
                  <a:lnTo>
                    <a:pt x="2882" y="4411"/>
                  </a:lnTo>
                  <a:lnTo>
                    <a:pt x="2870" y="4262"/>
                  </a:lnTo>
                  <a:lnTo>
                    <a:pt x="2857" y="4114"/>
                  </a:lnTo>
                  <a:lnTo>
                    <a:pt x="2844" y="3966"/>
                  </a:lnTo>
                  <a:lnTo>
                    <a:pt x="2831" y="3817"/>
                  </a:lnTo>
                  <a:lnTo>
                    <a:pt x="2831" y="3817"/>
                  </a:lnTo>
                  <a:lnTo>
                    <a:pt x="2818" y="3669"/>
                  </a:lnTo>
                  <a:lnTo>
                    <a:pt x="2818" y="3668"/>
                  </a:lnTo>
                  <a:lnTo>
                    <a:pt x="2806" y="3519"/>
                  </a:lnTo>
                  <a:lnTo>
                    <a:pt x="2806" y="3519"/>
                  </a:lnTo>
                  <a:lnTo>
                    <a:pt x="2794" y="3370"/>
                  </a:lnTo>
                  <a:lnTo>
                    <a:pt x="2783" y="3222"/>
                  </a:lnTo>
                  <a:lnTo>
                    <a:pt x="2771" y="3073"/>
                  </a:lnTo>
                  <a:lnTo>
                    <a:pt x="2758" y="2925"/>
                  </a:lnTo>
                  <a:lnTo>
                    <a:pt x="2743" y="2777"/>
                  </a:lnTo>
                  <a:lnTo>
                    <a:pt x="2728" y="2628"/>
                  </a:lnTo>
                  <a:lnTo>
                    <a:pt x="2712" y="2480"/>
                  </a:lnTo>
                  <a:lnTo>
                    <a:pt x="2695" y="2331"/>
                  </a:lnTo>
                  <a:lnTo>
                    <a:pt x="2676" y="2183"/>
                  </a:lnTo>
                  <a:lnTo>
                    <a:pt x="2656" y="2036"/>
                  </a:lnTo>
                  <a:lnTo>
                    <a:pt x="2632" y="1889"/>
                  </a:lnTo>
                  <a:lnTo>
                    <a:pt x="2607" y="1741"/>
                  </a:lnTo>
                  <a:lnTo>
                    <a:pt x="2578" y="1590"/>
                  </a:lnTo>
                  <a:lnTo>
                    <a:pt x="2548" y="1439"/>
                  </a:lnTo>
                  <a:lnTo>
                    <a:pt x="2516" y="1292"/>
                  </a:lnTo>
                  <a:lnTo>
                    <a:pt x="2483" y="1152"/>
                  </a:lnTo>
                  <a:lnTo>
                    <a:pt x="2448" y="1021"/>
                  </a:lnTo>
                  <a:lnTo>
                    <a:pt x="2412" y="899"/>
                  </a:lnTo>
                  <a:lnTo>
                    <a:pt x="2373" y="781"/>
                  </a:lnTo>
                  <a:lnTo>
                    <a:pt x="2332" y="670"/>
                  </a:lnTo>
                  <a:lnTo>
                    <a:pt x="2291" y="566"/>
                  </a:lnTo>
                  <a:lnTo>
                    <a:pt x="2250" y="470"/>
                  </a:lnTo>
                  <a:lnTo>
                    <a:pt x="2211" y="385"/>
                  </a:lnTo>
                  <a:lnTo>
                    <a:pt x="2175" y="309"/>
                  </a:lnTo>
                  <a:lnTo>
                    <a:pt x="2141" y="244"/>
                  </a:lnTo>
                  <a:lnTo>
                    <a:pt x="2108" y="189"/>
                  </a:lnTo>
                  <a:lnTo>
                    <a:pt x="2077" y="144"/>
                  </a:lnTo>
                  <a:lnTo>
                    <a:pt x="2045" y="106"/>
                  </a:lnTo>
                  <a:lnTo>
                    <a:pt x="2011" y="73"/>
                  </a:lnTo>
                  <a:lnTo>
                    <a:pt x="1975" y="46"/>
                  </a:lnTo>
                  <a:lnTo>
                    <a:pt x="1943" y="25"/>
                  </a:lnTo>
                  <a:lnTo>
                    <a:pt x="1913" y="12"/>
                  </a:lnTo>
                  <a:lnTo>
                    <a:pt x="1882" y="3"/>
                  </a:lnTo>
                  <a:lnTo>
                    <a:pt x="1845" y="0"/>
                  </a:lnTo>
                  <a:lnTo>
                    <a:pt x="1796" y="1"/>
                  </a:lnTo>
                  <a:lnTo>
                    <a:pt x="1733" y="11"/>
                  </a:lnTo>
                  <a:lnTo>
                    <a:pt x="1657" y="30"/>
                  </a:lnTo>
                  <a:lnTo>
                    <a:pt x="1572" y="56"/>
                  </a:lnTo>
                  <a:lnTo>
                    <a:pt x="1485" y="88"/>
                  </a:lnTo>
                  <a:lnTo>
                    <a:pt x="1399" y="125"/>
                  </a:lnTo>
                  <a:lnTo>
                    <a:pt x="1319" y="166"/>
                  </a:lnTo>
                  <a:lnTo>
                    <a:pt x="1243" y="212"/>
                  </a:lnTo>
                  <a:lnTo>
                    <a:pt x="1167" y="264"/>
                  </a:lnTo>
                  <a:lnTo>
                    <a:pt x="1092" y="321"/>
                  </a:lnTo>
                  <a:lnTo>
                    <a:pt x="1018" y="383"/>
                  </a:lnTo>
                  <a:lnTo>
                    <a:pt x="947" y="450"/>
                  </a:lnTo>
                  <a:lnTo>
                    <a:pt x="879" y="520"/>
                  </a:lnTo>
                  <a:lnTo>
                    <a:pt x="814" y="595"/>
                  </a:lnTo>
                  <a:lnTo>
                    <a:pt x="750" y="675"/>
                  </a:lnTo>
                  <a:lnTo>
                    <a:pt x="689" y="760"/>
                  </a:lnTo>
                  <a:lnTo>
                    <a:pt x="630" y="848"/>
                  </a:lnTo>
                  <a:lnTo>
                    <a:pt x="574" y="941"/>
                  </a:lnTo>
                  <a:lnTo>
                    <a:pt x="520" y="1038"/>
                  </a:lnTo>
                  <a:lnTo>
                    <a:pt x="468" y="1138"/>
                  </a:lnTo>
                  <a:lnTo>
                    <a:pt x="418" y="1244"/>
                  </a:lnTo>
                  <a:lnTo>
                    <a:pt x="371" y="1352"/>
                  </a:lnTo>
                  <a:lnTo>
                    <a:pt x="327" y="1465"/>
                  </a:lnTo>
                  <a:lnTo>
                    <a:pt x="285" y="1580"/>
                  </a:lnTo>
                  <a:lnTo>
                    <a:pt x="247" y="1697"/>
                  </a:lnTo>
                  <a:lnTo>
                    <a:pt x="212" y="1817"/>
                  </a:lnTo>
                  <a:lnTo>
                    <a:pt x="181" y="1940"/>
                  </a:lnTo>
                  <a:lnTo>
                    <a:pt x="152" y="2067"/>
                  </a:lnTo>
                  <a:lnTo>
                    <a:pt x="127" y="2196"/>
                  </a:lnTo>
                  <a:lnTo>
                    <a:pt x="103" y="2326"/>
                  </a:lnTo>
                  <a:lnTo>
                    <a:pt x="82" y="2456"/>
                  </a:lnTo>
                  <a:lnTo>
                    <a:pt x="64" y="2587"/>
                  </a:lnTo>
                  <a:lnTo>
                    <a:pt x="48" y="2720"/>
                  </a:lnTo>
                  <a:lnTo>
                    <a:pt x="35" y="2855"/>
                  </a:lnTo>
                  <a:lnTo>
                    <a:pt x="24" y="2990"/>
                  </a:lnTo>
                  <a:lnTo>
                    <a:pt x="16" y="3125"/>
                  </a:lnTo>
                  <a:lnTo>
                    <a:pt x="9" y="3260"/>
                  </a:lnTo>
                  <a:lnTo>
                    <a:pt x="4" y="3394"/>
                  </a:lnTo>
                  <a:lnTo>
                    <a:pt x="1" y="3529"/>
                  </a:lnTo>
                  <a:lnTo>
                    <a:pt x="0" y="3664"/>
                  </a:lnTo>
                  <a:lnTo>
                    <a:pt x="1" y="3799"/>
                  </a:lnTo>
                  <a:lnTo>
                    <a:pt x="4" y="3932"/>
                  </a:lnTo>
                  <a:lnTo>
                    <a:pt x="9" y="4064"/>
                  </a:lnTo>
                  <a:lnTo>
                    <a:pt x="16" y="4195"/>
                  </a:lnTo>
                  <a:lnTo>
                    <a:pt x="26" y="4326"/>
                  </a:lnTo>
                  <a:lnTo>
                    <a:pt x="39" y="4457"/>
                  </a:lnTo>
                  <a:lnTo>
                    <a:pt x="52" y="4585"/>
                  </a:lnTo>
                  <a:lnTo>
                    <a:pt x="67" y="4709"/>
                  </a:lnTo>
                  <a:lnTo>
                    <a:pt x="82" y="4828"/>
                  </a:lnTo>
                  <a:lnTo>
                    <a:pt x="99" y="4941"/>
                  </a:lnTo>
                  <a:lnTo>
                    <a:pt x="116" y="5050"/>
                  </a:lnTo>
                  <a:lnTo>
                    <a:pt x="134" y="5155"/>
                  </a:lnTo>
                  <a:lnTo>
                    <a:pt x="153" y="5256"/>
                  </a:lnTo>
                  <a:lnTo>
                    <a:pt x="173" y="5353"/>
                  </a:lnTo>
                  <a:lnTo>
                    <a:pt x="193" y="5447"/>
                  </a:lnTo>
                  <a:lnTo>
                    <a:pt x="213" y="5542"/>
                  </a:lnTo>
                  <a:lnTo>
                    <a:pt x="234" y="5637"/>
                  </a:lnTo>
                  <a:lnTo>
                    <a:pt x="254" y="5727"/>
                  </a:lnTo>
                  <a:lnTo>
                    <a:pt x="275" y="5807"/>
                  </a:lnTo>
                  <a:lnTo>
                    <a:pt x="295" y="5870"/>
                  </a:lnTo>
                  <a:lnTo>
                    <a:pt x="307" y="5894"/>
                  </a:lnTo>
                  <a:lnTo>
                    <a:pt x="321" y="588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45" name="PulmonIzquierdo_2"/>
            <p:cNvGrpSpPr/>
            <p:nvPr/>
          </p:nvGrpSpPr>
          <p:grpSpPr>
            <a:xfrm>
              <a:off x="1833367" y="4227631"/>
              <a:ext cx="326190" cy="695728"/>
              <a:chOff x="1833367" y="4227631"/>
              <a:chExt cx="326190" cy="695728"/>
            </a:xfrm>
          </p:grpSpPr>
          <p:sp>
            <p:nvSpPr>
              <p:cNvPr id="146" name="Forma 145"/>
              <p:cNvSpPr/>
              <p:nvPr/>
            </p:nvSpPr>
            <p:spPr>
              <a:xfrm>
                <a:off x="1833367" y="4227631"/>
                <a:ext cx="326190" cy="695728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775" y="8535"/>
                    </a:moveTo>
                    <a:lnTo>
                      <a:pt x="788" y="8532"/>
                    </a:lnTo>
                    <a:lnTo>
                      <a:pt x="967" y="8507"/>
                    </a:lnTo>
                    <a:lnTo>
                      <a:pt x="981" y="8506"/>
                    </a:lnTo>
                    <a:lnTo>
                      <a:pt x="1150" y="8494"/>
                    </a:lnTo>
                    <a:lnTo>
                      <a:pt x="1161" y="8494"/>
                    </a:lnTo>
                    <a:lnTo>
                      <a:pt x="1336" y="8492"/>
                    </a:lnTo>
                    <a:lnTo>
                      <a:pt x="1348" y="8493"/>
                    </a:lnTo>
                    <a:lnTo>
                      <a:pt x="1527" y="8502"/>
                    </a:lnTo>
                    <a:lnTo>
                      <a:pt x="1540" y="8503"/>
                    </a:lnTo>
                    <a:lnTo>
                      <a:pt x="1722" y="8525"/>
                    </a:lnTo>
                    <a:lnTo>
                      <a:pt x="1736" y="8528"/>
                    </a:lnTo>
                    <a:lnTo>
                      <a:pt x="1918" y="8564"/>
                    </a:lnTo>
                    <a:lnTo>
                      <a:pt x="1933" y="8567"/>
                    </a:lnTo>
                    <a:lnTo>
                      <a:pt x="2115" y="8619"/>
                    </a:lnTo>
                    <a:lnTo>
                      <a:pt x="2131" y="8624"/>
                    </a:lnTo>
                    <a:lnTo>
                      <a:pt x="2317" y="8696"/>
                    </a:lnTo>
                    <a:lnTo>
                      <a:pt x="2329" y="8701"/>
                    </a:lnTo>
                    <a:lnTo>
                      <a:pt x="2522" y="8792"/>
                    </a:lnTo>
                    <a:lnTo>
                      <a:pt x="2531" y="8797"/>
                    </a:lnTo>
                    <a:lnTo>
                      <a:pt x="2725" y="8902"/>
                    </a:lnTo>
                    <a:lnTo>
                      <a:pt x="2731" y="8906"/>
                    </a:lnTo>
                    <a:lnTo>
                      <a:pt x="2920" y="9020"/>
                    </a:lnTo>
                    <a:lnTo>
                      <a:pt x="2926" y="9023"/>
                    </a:lnTo>
                    <a:lnTo>
                      <a:pt x="3103" y="9140"/>
                    </a:lnTo>
                    <a:lnTo>
                      <a:pt x="3108" y="9144"/>
                    </a:lnTo>
                    <a:lnTo>
                      <a:pt x="3269" y="9258"/>
                    </a:lnTo>
                    <a:lnTo>
                      <a:pt x="3280" y="9266"/>
                    </a:lnTo>
                    <a:lnTo>
                      <a:pt x="3425" y="9388"/>
                    </a:lnTo>
                    <a:lnTo>
                      <a:pt x="3436" y="9398"/>
                    </a:lnTo>
                    <a:lnTo>
                      <a:pt x="3570" y="9535"/>
                    </a:lnTo>
                    <a:lnTo>
                      <a:pt x="3576" y="9541"/>
                    </a:lnTo>
                    <a:lnTo>
                      <a:pt x="3699" y="9680"/>
                    </a:lnTo>
                    <a:lnTo>
                      <a:pt x="3701" y="9682"/>
                    </a:lnTo>
                    <a:lnTo>
                      <a:pt x="3811" y="9811"/>
                    </a:lnTo>
                    <a:lnTo>
                      <a:pt x="3905" y="9915"/>
                    </a:lnTo>
                    <a:lnTo>
                      <a:pt x="3980" y="9983"/>
                    </a:lnTo>
                    <a:lnTo>
                      <a:pt x="4003" y="10000"/>
                    </a:lnTo>
                    <a:lnTo>
                      <a:pt x="4022" y="9960"/>
                    </a:lnTo>
                    <a:lnTo>
                      <a:pt x="4056" y="9865"/>
                    </a:lnTo>
                    <a:lnTo>
                      <a:pt x="4089" y="9743"/>
                    </a:lnTo>
                    <a:lnTo>
                      <a:pt x="4123" y="9600"/>
                    </a:lnTo>
                    <a:lnTo>
                      <a:pt x="4156" y="9441"/>
                    </a:lnTo>
                    <a:lnTo>
                      <a:pt x="4189" y="9269"/>
                    </a:lnTo>
                    <a:lnTo>
                      <a:pt x="4221" y="9078"/>
                    </a:lnTo>
                    <a:lnTo>
                      <a:pt x="4254" y="8862"/>
                    </a:lnTo>
                    <a:lnTo>
                      <a:pt x="4285" y="8631"/>
                    </a:lnTo>
                    <a:lnTo>
                      <a:pt x="4316" y="8393"/>
                    </a:lnTo>
                    <a:lnTo>
                      <a:pt x="4344" y="8156"/>
                    </a:lnTo>
                    <a:lnTo>
                      <a:pt x="4371" y="7931"/>
                    </a:lnTo>
                    <a:lnTo>
                      <a:pt x="4396" y="7716"/>
                    </a:lnTo>
                    <a:lnTo>
                      <a:pt x="4421" y="7506"/>
                    </a:lnTo>
                    <a:lnTo>
                      <a:pt x="4443" y="7299"/>
                    </a:lnTo>
                    <a:lnTo>
                      <a:pt x="4463" y="7092"/>
                    </a:lnTo>
                    <a:lnTo>
                      <a:pt x="4480" y="6885"/>
                    </a:lnTo>
                    <a:lnTo>
                      <a:pt x="4492" y="6673"/>
                    </a:lnTo>
                    <a:lnTo>
                      <a:pt x="4501" y="6457"/>
                    </a:lnTo>
                    <a:lnTo>
                      <a:pt x="4506" y="6238"/>
                    </a:lnTo>
                    <a:lnTo>
                      <a:pt x="4508" y="6017"/>
                    </a:lnTo>
                    <a:lnTo>
                      <a:pt x="4506" y="5796"/>
                    </a:lnTo>
                    <a:lnTo>
                      <a:pt x="4501" y="5574"/>
                    </a:lnTo>
                    <a:lnTo>
                      <a:pt x="4492" y="5353"/>
                    </a:lnTo>
                    <a:lnTo>
                      <a:pt x="4481" y="5132"/>
                    </a:lnTo>
                    <a:lnTo>
                      <a:pt x="4467" y="4910"/>
                    </a:lnTo>
                    <a:lnTo>
                      <a:pt x="4449" y="4688"/>
                    </a:lnTo>
                    <a:lnTo>
                      <a:pt x="4427" y="4467"/>
                    </a:lnTo>
                    <a:lnTo>
                      <a:pt x="4402" y="4249"/>
                    </a:lnTo>
                    <a:lnTo>
                      <a:pt x="4371" y="4034"/>
                    </a:lnTo>
                    <a:lnTo>
                      <a:pt x="4337" y="3819"/>
                    </a:lnTo>
                    <a:lnTo>
                      <a:pt x="4299" y="3605"/>
                    </a:lnTo>
                    <a:lnTo>
                      <a:pt x="4256" y="3394"/>
                    </a:lnTo>
                    <a:lnTo>
                      <a:pt x="4209" y="3186"/>
                    </a:lnTo>
                    <a:lnTo>
                      <a:pt x="4158" y="2983"/>
                    </a:lnTo>
                    <a:lnTo>
                      <a:pt x="4101" y="2786"/>
                    </a:lnTo>
                    <a:lnTo>
                      <a:pt x="4038" y="2594"/>
                    </a:lnTo>
                    <a:lnTo>
                      <a:pt x="3970" y="2405"/>
                    </a:lnTo>
                    <a:lnTo>
                      <a:pt x="3897" y="2221"/>
                    </a:lnTo>
                    <a:lnTo>
                      <a:pt x="3819" y="2042"/>
                    </a:lnTo>
                    <a:lnTo>
                      <a:pt x="3738" y="1870"/>
                    </a:lnTo>
                    <a:lnTo>
                      <a:pt x="3653" y="1705"/>
                    </a:lnTo>
                    <a:lnTo>
                      <a:pt x="3564" y="1546"/>
                    </a:lnTo>
                    <a:lnTo>
                      <a:pt x="3471" y="1394"/>
                    </a:lnTo>
                    <a:lnTo>
                      <a:pt x="3374" y="1248"/>
                    </a:lnTo>
                    <a:lnTo>
                      <a:pt x="3274" y="1109"/>
                    </a:lnTo>
                    <a:lnTo>
                      <a:pt x="3170" y="978"/>
                    </a:lnTo>
                    <a:lnTo>
                      <a:pt x="3062" y="855"/>
                    </a:lnTo>
                    <a:lnTo>
                      <a:pt x="2950" y="739"/>
                    </a:lnTo>
                    <a:lnTo>
                      <a:pt x="2834" y="630"/>
                    </a:lnTo>
                    <a:lnTo>
                      <a:pt x="2713" y="528"/>
                    </a:lnTo>
                    <a:lnTo>
                      <a:pt x="2590" y="434"/>
                    </a:lnTo>
                    <a:lnTo>
                      <a:pt x="2465" y="349"/>
                    </a:lnTo>
                    <a:lnTo>
                      <a:pt x="2339" y="274"/>
                    </a:lnTo>
                    <a:lnTo>
                      <a:pt x="2208" y="206"/>
                    </a:lnTo>
                    <a:lnTo>
                      <a:pt x="2067" y="145"/>
                    </a:lnTo>
                    <a:lnTo>
                      <a:pt x="1924" y="92"/>
                    </a:lnTo>
                    <a:lnTo>
                      <a:pt x="1785" y="49"/>
                    </a:lnTo>
                    <a:lnTo>
                      <a:pt x="1659" y="19"/>
                    </a:lnTo>
                    <a:lnTo>
                      <a:pt x="1555" y="3"/>
                    </a:lnTo>
                    <a:lnTo>
                      <a:pt x="1476" y="0"/>
                    </a:lnTo>
                    <a:lnTo>
                      <a:pt x="1414" y="6"/>
                    </a:lnTo>
                    <a:lnTo>
                      <a:pt x="1363" y="19"/>
                    </a:lnTo>
                    <a:lnTo>
                      <a:pt x="1314" y="42"/>
                    </a:lnTo>
                    <a:lnTo>
                      <a:pt x="1261" y="76"/>
                    </a:lnTo>
                    <a:lnTo>
                      <a:pt x="1203" y="121"/>
                    </a:lnTo>
                    <a:lnTo>
                      <a:pt x="1147" y="174"/>
                    </a:lnTo>
                    <a:lnTo>
                      <a:pt x="1095" y="236"/>
                    </a:lnTo>
                    <a:lnTo>
                      <a:pt x="1043" y="311"/>
                    </a:lnTo>
                    <a:lnTo>
                      <a:pt x="990" y="402"/>
                    </a:lnTo>
                    <a:lnTo>
                      <a:pt x="934" y="508"/>
                    </a:lnTo>
                    <a:lnTo>
                      <a:pt x="874" y="632"/>
                    </a:lnTo>
                    <a:lnTo>
                      <a:pt x="810" y="773"/>
                    </a:lnTo>
                    <a:lnTo>
                      <a:pt x="743" y="930"/>
                    </a:lnTo>
                    <a:lnTo>
                      <a:pt x="676" y="1101"/>
                    </a:lnTo>
                    <a:lnTo>
                      <a:pt x="609" y="1283"/>
                    </a:lnTo>
                    <a:lnTo>
                      <a:pt x="545" y="1476"/>
                    </a:lnTo>
                    <a:lnTo>
                      <a:pt x="484" y="1677"/>
                    </a:lnTo>
                    <a:lnTo>
                      <a:pt x="428" y="1892"/>
                    </a:lnTo>
                    <a:lnTo>
                      <a:pt x="373" y="2122"/>
                    </a:lnTo>
                    <a:lnTo>
                      <a:pt x="320" y="2363"/>
                    </a:lnTo>
                    <a:lnTo>
                      <a:pt x="271" y="2610"/>
                    </a:lnTo>
                    <a:lnTo>
                      <a:pt x="224" y="2859"/>
                    </a:lnTo>
                    <a:lnTo>
                      <a:pt x="182" y="3104"/>
                    </a:lnTo>
                    <a:lnTo>
                      <a:pt x="182" y="3104"/>
                    </a:lnTo>
                    <a:lnTo>
                      <a:pt x="138" y="3347"/>
                    </a:lnTo>
                    <a:lnTo>
                      <a:pt x="138" y="3348"/>
                    </a:lnTo>
                    <a:lnTo>
                      <a:pt x="92" y="3591"/>
                    </a:lnTo>
                    <a:lnTo>
                      <a:pt x="50" y="3832"/>
                    </a:lnTo>
                    <a:lnTo>
                      <a:pt x="18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5" y="4772"/>
                    </a:lnTo>
                    <a:lnTo>
                      <a:pt x="72" y="5008"/>
                    </a:lnTo>
                    <a:lnTo>
                      <a:pt x="133" y="5247"/>
                    </a:lnTo>
                    <a:lnTo>
                      <a:pt x="203" y="5489"/>
                    </a:lnTo>
                    <a:lnTo>
                      <a:pt x="203" y="5490"/>
                    </a:lnTo>
                    <a:lnTo>
                      <a:pt x="271" y="5734"/>
                    </a:lnTo>
                    <a:lnTo>
                      <a:pt x="272" y="5738"/>
                    </a:lnTo>
                    <a:lnTo>
                      <a:pt x="333" y="5982"/>
                    </a:lnTo>
                    <a:lnTo>
                      <a:pt x="333" y="5985"/>
                    </a:lnTo>
                    <a:lnTo>
                      <a:pt x="388" y="6224"/>
                    </a:lnTo>
                    <a:lnTo>
                      <a:pt x="444" y="6459"/>
                    </a:lnTo>
                    <a:lnTo>
                      <a:pt x="444" y="6460"/>
                    </a:lnTo>
                    <a:lnTo>
                      <a:pt x="499" y="6695"/>
                    </a:lnTo>
                    <a:lnTo>
                      <a:pt x="500" y="6697"/>
                    </a:lnTo>
                    <a:lnTo>
                      <a:pt x="552" y="6938"/>
                    </a:lnTo>
                    <a:lnTo>
                      <a:pt x="553" y="6941"/>
                    </a:lnTo>
                    <a:lnTo>
                      <a:pt x="600" y="7191"/>
                    </a:lnTo>
                    <a:lnTo>
                      <a:pt x="601" y="7196"/>
                    </a:lnTo>
                    <a:lnTo>
                      <a:pt x="641" y="7460"/>
                    </a:lnTo>
                    <a:lnTo>
                      <a:pt x="641" y="7463"/>
                    </a:lnTo>
                    <a:lnTo>
                      <a:pt x="680" y="7770"/>
                    </a:lnTo>
                    <a:lnTo>
                      <a:pt x="680" y="7772"/>
                    </a:lnTo>
                    <a:lnTo>
                      <a:pt x="719" y="8123"/>
                    </a:lnTo>
                    <a:lnTo>
                      <a:pt x="720" y="8125"/>
                    </a:lnTo>
                    <a:lnTo>
                      <a:pt x="754" y="8486"/>
                    </a:lnTo>
                    <a:lnTo>
                      <a:pt x="754" y="8490"/>
                    </a:lnTo>
                    <a:lnTo>
                      <a:pt x="758" y="8538"/>
                    </a:lnTo>
                    <a:lnTo>
                      <a:pt x="775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7" name="Forma 146"/>
              <p:cNvSpPr/>
              <p:nvPr/>
            </p:nvSpPr>
            <p:spPr>
              <a:xfrm>
                <a:off x="1862176" y="4293721"/>
                <a:ext cx="274109" cy="482104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7" fill="none">
                    <a:moveTo>
                      <a:pt x="0" y="1987"/>
                    </a:moveTo>
                    <a:lnTo>
                      <a:pt x="604" y="1703"/>
                    </a:lnTo>
                    <a:lnTo>
                      <a:pt x="1348" y="1216"/>
                    </a:lnTo>
                    <a:lnTo>
                      <a:pt x="1767" y="730"/>
                    </a:lnTo>
                  </a:path>
                  <a:path w="2305" h="4217" fill="none">
                    <a:moveTo>
                      <a:pt x="604" y="1703"/>
                    </a:moveTo>
                    <a:lnTo>
                      <a:pt x="883" y="973"/>
                    </a:lnTo>
                    <a:lnTo>
                      <a:pt x="1022" y="16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883" y="2108"/>
                    </a:lnTo>
                    <a:lnTo>
                      <a:pt x="1813" y="2108"/>
                    </a:lnTo>
                    <a:lnTo>
                      <a:pt x="2278" y="2190"/>
                    </a:lnTo>
                  </a:path>
                  <a:path w="2305" h="4217" fill="none">
                    <a:moveTo>
                      <a:pt x="883" y="2108"/>
                    </a:moveTo>
                    <a:lnTo>
                      <a:pt x="1534" y="2676"/>
                    </a:lnTo>
                    <a:lnTo>
                      <a:pt x="2046" y="3163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604" y="2676"/>
                    </a:lnTo>
                    <a:lnTo>
                      <a:pt x="1162" y="3487"/>
                    </a:lnTo>
                    <a:lnTo>
                      <a:pt x="1673" y="4136"/>
                    </a:lnTo>
                  </a:path>
                  <a:path w="2305" h="4217" fill="none">
                    <a:moveTo>
                      <a:pt x="604" y="2676"/>
                    </a:moveTo>
                    <a:lnTo>
                      <a:pt x="325" y="3487"/>
                    </a:lnTo>
                    <a:lnTo>
                      <a:pt x="604" y="4217"/>
                    </a:lnTo>
                  </a:path>
                  <a:path w="2305" h="4217" fill="none">
                    <a:moveTo>
                      <a:pt x="1162" y="3487"/>
                    </a:moveTo>
                    <a:lnTo>
                      <a:pt x="1906" y="3893"/>
                    </a:lnTo>
                    <a:lnTo>
                      <a:pt x="2278" y="4136"/>
                    </a:lnTo>
                  </a:path>
                  <a:path w="2305" h="4217" fill="none">
                    <a:moveTo>
                      <a:pt x="1348" y="1216"/>
                    </a:moveTo>
                    <a:lnTo>
                      <a:pt x="1999" y="1378"/>
                    </a:lnTo>
                    <a:lnTo>
                      <a:pt x="2305" y="1579"/>
                    </a:lnTo>
                  </a:path>
                  <a:path w="2305" h="4217" fill="none">
                    <a:moveTo>
                      <a:pt x="883" y="973"/>
                    </a:moveTo>
                    <a:lnTo>
                      <a:pt x="1441" y="486"/>
                    </a:lnTo>
                  </a:path>
                  <a:path w="2305" h="4217" fill="none">
                    <a:moveTo>
                      <a:pt x="1534" y="2676"/>
                    </a:moveTo>
                    <a:lnTo>
                      <a:pt x="1441" y="3244"/>
                    </a:lnTo>
                    <a:lnTo>
                      <a:pt x="1720" y="381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139" y="1378"/>
                    </a:lnTo>
                    <a:lnTo>
                      <a:pt x="418" y="730"/>
                    </a:lnTo>
                    <a:lnTo>
                      <a:pt x="604" y="0"/>
                    </a:lnTo>
                  </a:path>
                  <a:path w="2305" h="4217" fill="none">
                    <a:moveTo>
                      <a:pt x="1813" y="2108"/>
                    </a:moveTo>
                    <a:lnTo>
                      <a:pt x="2092" y="2595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48" name="Forma 147"/>
              <p:cNvSpPr/>
              <p:nvPr/>
            </p:nvSpPr>
            <p:spPr>
              <a:xfrm>
                <a:off x="1865492" y="4534773"/>
                <a:ext cx="279536" cy="262892"/>
              </a:xfrm>
              <a:custGeom>
                <a:avLst/>
                <a:gdLst/>
                <a:ahLst/>
                <a:cxnLst/>
                <a:rect l="0" t="0" r="r" b="b"/>
                <a:pathLst>
                  <a:path w="2351" h="2300" fill="none">
                    <a:moveTo>
                      <a:pt x="2351" y="2300"/>
                    </a:moveTo>
                    <a:lnTo>
                      <a:pt x="2277" y="2218"/>
                    </a:lnTo>
                    <a:lnTo>
                      <a:pt x="2103" y="2029"/>
                    </a:lnTo>
                    <a:lnTo>
                      <a:pt x="1902" y="1809"/>
                    </a:lnTo>
                    <a:lnTo>
                      <a:pt x="1695" y="1583"/>
                    </a:lnTo>
                    <a:lnTo>
                      <a:pt x="1506" y="1378"/>
                    </a:lnTo>
                    <a:lnTo>
                      <a:pt x="1332" y="1188"/>
                    </a:lnTo>
                    <a:lnTo>
                      <a:pt x="1159" y="996"/>
                    </a:lnTo>
                    <a:lnTo>
                      <a:pt x="989" y="810"/>
                    </a:lnTo>
                    <a:lnTo>
                      <a:pt x="825" y="637"/>
                    </a:lnTo>
                    <a:lnTo>
                      <a:pt x="669" y="486"/>
                    </a:lnTo>
                    <a:lnTo>
                      <a:pt x="514" y="355"/>
                    </a:lnTo>
                    <a:lnTo>
                      <a:pt x="357" y="239"/>
                    </a:lnTo>
                    <a:lnTo>
                      <a:pt x="211" y="140"/>
                    </a:lnTo>
                    <a:lnTo>
                      <a:pt x="88" y="59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49" name="PleuraVisceralI_2"/>
            <p:cNvSpPr/>
            <p:nvPr/>
          </p:nvSpPr>
          <p:spPr>
            <a:xfrm>
              <a:off x="1833367" y="4227631"/>
              <a:ext cx="326190" cy="695728"/>
            </a:xfrm>
            <a:custGeom>
              <a:avLst/>
              <a:gdLst/>
              <a:ahLst/>
              <a:cxnLst/>
              <a:rect l="0" t="0" r="r" b="b"/>
              <a:pathLst>
                <a:path w="2744" h="6086" fill="none">
                  <a:moveTo>
                    <a:pt x="472" y="5195"/>
                  </a:moveTo>
                  <a:lnTo>
                    <a:pt x="480" y="5193"/>
                  </a:lnTo>
                  <a:lnTo>
                    <a:pt x="588" y="5178"/>
                  </a:lnTo>
                  <a:lnTo>
                    <a:pt x="597" y="5177"/>
                  </a:lnTo>
                  <a:lnTo>
                    <a:pt x="700" y="5170"/>
                  </a:lnTo>
                  <a:lnTo>
                    <a:pt x="706" y="5170"/>
                  </a:lnTo>
                  <a:lnTo>
                    <a:pt x="813" y="5169"/>
                  </a:lnTo>
                  <a:lnTo>
                    <a:pt x="820" y="5169"/>
                  </a:lnTo>
                  <a:lnTo>
                    <a:pt x="929" y="5175"/>
                  </a:lnTo>
                  <a:lnTo>
                    <a:pt x="937" y="5176"/>
                  </a:lnTo>
                  <a:lnTo>
                    <a:pt x="1048" y="5189"/>
                  </a:lnTo>
                  <a:lnTo>
                    <a:pt x="1056" y="5190"/>
                  </a:lnTo>
                  <a:lnTo>
                    <a:pt x="1168" y="5212"/>
                  </a:lnTo>
                  <a:lnTo>
                    <a:pt x="1177" y="5215"/>
                  </a:lnTo>
                  <a:lnTo>
                    <a:pt x="1287" y="5246"/>
                  </a:lnTo>
                  <a:lnTo>
                    <a:pt x="1297" y="5249"/>
                  </a:lnTo>
                  <a:lnTo>
                    <a:pt x="1410" y="5293"/>
                  </a:lnTo>
                  <a:lnTo>
                    <a:pt x="1418" y="5296"/>
                  </a:lnTo>
                  <a:lnTo>
                    <a:pt x="1535" y="5352"/>
                  </a:lnTo>
                  <a:lnTo>
                    <a:pt x="1540" y="5354"/>
                  </a:lnTo>
                  <a:lnTo>
                    <a:pt x="1658" y="5418"/>
                  </a:lnTo>
                  <a:lnTo>
                    <a:pt x="1662" y="5421"/>
                  </a:lnTo>
                  <a:lnTo>
                    <a:pt x="1777" y="5490"/>
                  </a:lnTo>
                  <a:lnTo>
                    <a:pt x="1781" y="5492"/>
                  </a:lnTo>
                  <a:lnTo>
                    <a:pt x="1889" y="5563"/>
                  </a:lnTo>
                  <a:lnTo>
                    <a:pt x="1892" y="5565"/>
                  </a:lnTo>
                  <a:lnTo>
                    <a:pt x="1990" y="5635"/>
                  </a:lnTo>
                  <a:lnTo>
                    <a:pt x="1996" y="5640"/>
                  </a:lnTo>
                  <a:lnTo>
                    <a:pt x="2084" y="5714"/>
                  </a:lnTo>
                  <a:lnTo>
                    <a:pt x="2091" y="5720"/>
                  </a:lnTo>
                  <a:lnTo>
                    <a:pt x="2173" y="5803"/>
                  </a:lnTo>
                  <a:lnTo>
                    <a:pt x="2176" y="5807"/>
                  </a:lnTo>
                  <a:lnTo>
                    <a:pt x="2251" y="5892"/>
                  </a:lnTo>
                  <a:lnTo>
                    <a:pt x="2252" y="5893"/>
                  </a:lnTo>
                  <a:lnTo>
                    <a:pt x="2320" y="5972"/>
                  </a:lnTo>
                  <a:lnTo>
                    <a:pt x="2377" y="6035"/>
                  </a:lnTo>
                  <a:lnTo>
                    <a:pt x="2422" y="6076"/>
                  </a:lnTo>
                  <a:lnTo>
                    <a:pt x="2436" y="6086"/>
                  </a:lnTo>
                  <a:lnTo>
                    <a:pt x="2448" y="6062"/>
                  </a:lnTo>
                  <a:lnTo>
                    <a:pt x="2468" y="6005"/>
                  </a:lnTo>
                  <a:lnTo>
                    <a:pt x="2489" y="5931"/>
                  </a:lnTo>
                  <a:lnTo>
                    <a:pt x="2509" y="5843"/>
                  </a:lnTo>
                  <a:lnTo>
                    <a:pt x="2530" y="5746"/>
                  </a:lnTo>
                  <a:lnTo>
                    <a:pt x="2549" y="5642"/>
                  </a:lnTo>
                  <a:lnTo>
                    <a:pt x="2569" y="5525"/>
                  </a:lnTo>
                  <a:lnTo>
                    <a:pt x="2589" y="5394"/>
                  </a:lnTo>
                  <a:lnTo>
                    <a:pt x="2608" y="5253"/>
                  </a:lnTo>
                  <a:lnTo>
                    <a:pt x="2627" y="5108"/>
                  </a:lnTo>
                  <a:lnTo>
                    <a:pt x="2644" y="4964"/>
                  </a:lnTo>
                  <a:lnTo>
                    <a:pt x="2660" y="4827"/>
                  </a:lnTo>
                  <a:lnTo>
                    <a:pt x="2676" y="4696"/>
                  </a:lnTo>
                  <a:lnTo>
                    <a:pt x="2691" y="4568"/>
                  </a:lnTo>
                  <a:lnTo>
                    <a:pt x="2704" y="4442"/>
                  </a:lnTo>
                  <a:lnTo>
                    <a:pt x="2717" y="4317"/>
                  </a:lnTo>
                  <a:lnTo>
                    <a:pt x="2727" y="4190"/>
                  </a:lnTo>
                  <a:lnTo>
                    <a:pt x="2734" y="4062"/>
                  </a:lnTo>
                  <a:lnTo>
                    <a:pt x="2739" y="3930"/>
                  </a:lnTo>
                  <a:lnTo>
                    <a:pt x="2743" y="3797"/>
                  </a:lnTo>
                  <a:lnTo>
                    <a:pt x="2744" y="3663"/>
                  </a:lnTo>
                  <a:lnTo>
                    <a:pt x="2743" y="3528"/>
                  </a:lnTo>
                  <a:lnTo>
                    <a:pt x="2739" y="3392"/>
                  </a:lnTo>
                  <a:lnTo>
                    <a:pt x="2734" y="3258"/>
                  </a:lnTo>
                  <a:lnTo>
                    <a:pt x="2727" y="3123"/>
                  </a:lnTo>
                  <a:lnTo>
                    <a:pt x="2719" y="2988"/>
                  </a:lnTo>
                  <a:lnTo>
                    <a:pt x="2708" y="2853"/>
                  </a:lnTo>
                  <a:lnTo>
                    <a:pt x="2695" y="2719"/>
                  </a:lnTo>
                  <a:lnTo>
                    <a:pt x="2679" y="2586"/>
                  </a:lnTo>
                  <a:lnTo>
                    <a:pt x="2661" y="2455"/>
                  </a:lnTo>
                  <a:lnTo>
                    <a:pt x="2640" y="2325"/>
                  </a:lnTo>
                  <a:lnTo>
                    <a:pt x="2616" y="2194"/>
                  </a:lnTo>
                  <a:lnTo>
                    <a:pt x="2591" y="2066"/>
                  </a:lnTo>
                  <a:lnTo>
                    <a:pt x="2562" y="1939"/>
                  </a:lnTo>
                  <a:lnTo>
                    <a:pt x="2531" y="1816"/>
                  </a:lnTo>
                  <a:lnTo>
                    <a:pt x="2496" y="1696"/>
                  </a:lnTo>
                  <a:lnTo>
                    <a:pt x="2458" y="1579"/>
                  </a:lnTo>
                  <a:lnTo>
                    <a:pt x="2416" y="1464"/>
                  </a:lnTo>
                  <a:lnTo>
                    <a:pt x="2372" y="1352"/>
                  </a:lnTo>
                  <a:lnTo>
                    <a:pt x="2325" y="1243"/>
                  </a:lnTo>
                  <a:lnTo>
                    <a:pt x="2275" y="1138"/>
                  </a:lnTo>
                  <a:lnTo>
                    <a:pt x="2223" y="1037"/>
                  </a:lnTo>
                  <a:lnTo>
                    <a:pt x="2169" y="941"/>
                  </a:lnTo>
                  <a:lnTo>
                    <a:pt x="2113" y="848"/>
                  </a:lnTo>
                  <a:lnTo>
                    <a:pt x="2054" y="759"/>
                  </a:lnTo>
                  <a:lnTo>
                    <a:pt x="1993" y="675"/>
                  </a:lnTo>
                  <a:lnTo>
                    <a:pt x="1929" y="595"/>
                  </a:lnTo>
                  <a:lnTo>
                    <a:pt x="1864" y="520"/>
                  </a:lnTo>
                  <a:lnTo>
                    <a:pt x="1796" y="450"/>
                  </a:lnTo>
                  <a:lnTo>
                    <a:pt x="1725" y="383"/>
                  </a:lnTo>
                  <a:lnTo>
                    <a:pt x="1651" y="321"/>
                  </a:lnTo>
                  <a:lnTo>
                    <a:pt x="1576" y="264"/>
                  </a:lnTo>
                  <a:lnTo>
                    <a:pt x="1500" y="212"/>
                  </a:lnTo>
                  <a:lnTo>
                    <a:pt x="1424" y="166"/>
                  </a:lnTo>
                  <a:lnTo>
                    <a:pt x="1344" y="125"/>
                  </a:lnTo>
                  <a:lnTo>
                    <a:pt x="1258" y="88"/>
                  </a:lnTo>
                  <a:lnTo>
                    <a:pt x="1171" y="56"/>
                  </a:lnTo>
                  <a:lnTo>
                    <a:pt x="1086" y="30"/>
                  </a:lnTo>
                  <a:lnTo>
                    <a:pt x="1010" y="11"/>
                  </a:lnTo>
                  <a:lnTo>
                    <a:pt x="947" y="1"/>
                  </a:lnTo>
                  <a:lnTo>
                    <a:pt x="898" y="0"/>
                  </a:lnTo>
                  <a:lnTo>
                    <a:pt x="861" y="3"/>
                  </a:lnTo>
                  <a:lnTo>
                    <a:pt x="830" y="12"/>
                  </a:lnTo>
                  <a:lnTo>
                    <a:pt x="800" y="25"/>
                  </a:lnTo>
                  <a:lnTo>
                    <a:pt x="768" y="46"/>
                  </a:lnTo>
                  <a:lnTo>
                    <a:pt x="732" y="73"/>
                  </a:lnTo>
                  <a:lnTo>
                    <a:pt x="698" y="106"/>
                  </a:lnTo>
                  <a:lnTo>
                    <a:pt x="666" y="144"/>
                  </a:lnTo>
                  <a:lnTo>
                    <a:pt x="635" y="189"/>
                  </a:lnTo>
                  <a:lnTo>
                    <a:pt x="602" y="244"/>
                  </a:lnTo>
                  <a:lnTo>
                    <a:pt x="568" y="309"/>
                  </a:lnTo>
                  <a:lnTo>
                    <a:pt x="532" y="384"/>
                  </a:lnTo>
                  <a:lnTo>
                    <a:pt x="493" y="470"/>
                  </a:lnTo>
                  <a:lnTo>
                    <a:pt x="452" y="566"/>
                  </a:lnTo>
                  <a:lnTo>
                    <a:pt x="411" y="670"/>
                  </a:lnTo>
                  <a:lnTo>
                    <a:pt x="370" y="781"/>
                  </a:lnTo>
                  <a:lnTo>
                    <a:pt x="331" y="898"/>
                  </a:lnTo>
                  <a:lnTo>
                    <a:pt x="295" y="1021"/>
                  </a:lnTo>
                  <a:lnTo>
                    <a:pt x="260" y="1151"/>
                  </a:lnTo>
                  <a:lnTo>
                    <a:pt x="227" y="1291"/>
                  </a:lnTo>
                  <a:lnTo>
                    <a:pt x="195" y="1438"/>
                  </a:lnTo>
                  <a:lnTo>
                    <a:pt x="165" y="1589"/>
                  </a:lnTo>
                  <a:lnTo>
                    <a:pt x="136" y="1740"/>
                  </a:lnTo>
                  <a:lnTo>
                    <a:pt x="110" y="1889"/>
                  </a:lnTo>
                  <a:lnTo>
                    <a:pt x="110" y="1889"/>
                  </a:lnTo>
                  <a:lnTo>
                    <a:pt x="84" y="2037"/>
                  </a:lnTo>
                  <a:lnTo>
                    <a:pt x="84" y="2038"/>
                  </a:lnTo>
                  <a:lnTo>
                    <a:pt x="56" y="2186"/>
                  </a:lnTo>
                  <a:lnTo>
                    <a:pt x="31" y="2333"/>
                  </a:lnTo>
                  <a:lnTo>
                    <a:pt x="11" y="2478"/>
                  </a:lnTo>
                  <a:lnTo>
                    <a:pt x="0" y="2622"/>
                  </a:lnTo>
                  <a:lnTo>
                    <a:pt x="0" y="2763"/>
                  </a:lnTo>
                  <a:lnTo>
                    <a:pt x="15" y="2905"/>
                  </a:lnTo>
                  <a:lnTo>
                    <a:pt x="44" y="3048"/>
                  </a:lnTo>
                  <a:lnTo>
                    <a:pt x="81" y="3193"/>
                  </a:lnTo>
                  <a:lnTo>
                    <a:pt x="123" y="3341"/>
                  </a:lnTo>
                  <a:lnTo>
                    <a:pt x="123" y="3341"/>
                  </a:lnTo>
                  <a:lnTo>
                    <a:pt x="165" y="3490"/>
                  </a:lnTo>
                  <a:lnTo>
                    <a:pt x="166" y="3493"/>
                  </a:lnTo>
                  <a:lnTo>
                    <a:pt x="202" y="3641"/>
                  </a:lnTo>
                  <a:lnTo>
                    <a:pt x="203" y="3643"/>
                  </a:lnTo>
                  <a:lnTo>
                    <a:pt x="236" y="3789"/>
                  </a:lnTo>
                  <a:lnTo>
                    <a:pt x="270" y="3931"/>
                  </a:lnTo>
                  <a:lnTo>
                    <a:pt x="270" y="3932"/>
                  </a:lnTo>
                  <a:lnTo>
                    <a:pt x="304" y="4075"/>
                  </a:lnTo>
                  <a:lnTo>
                    <a:pt x="304" y="4076"/>
                  </a:lnTo>
                  <a:lnTo>
                    <a:pt x="336" y="4223"/>
                  </a:lnTo>
                  <a:lnTo>
                    <a:pt x="336" y="4225"/>
                  </a:lnTo>
                  <a:lnTo>
                    <a:pt x="365" y="4377"/>
                  </a:lnTo>
                  <a:lnTo>
                    <a:pt x="365" y="4380"/>
                  </a:lnTo>
                  <a:lnTo>
                    <a:pt x="390" y="4541"/>
                  </a:lnTo>
                  <a:lnTo>
                    <a:pt x="390" y="4543"/>
                  </a:lnTo>
                  <a:lnTo>
                    <a:pt x="413" y="4729"/>
                  </a:lnTo>
                  <a:lnTo>
                    <a:pt x="414" y="4730"/>
                  </a:lnTo>
                  <a:lnTo>
                    <a:pt x="438" y="4944"/>
                  </a:lnTo>
                  <a:lnTo>
                    <a:pt x="438" y="4946"/>
                  </a:lnTo>
                  <a:lnTo>
                    <a:pt x="459" y="5165"/>
                  </a:lnTo>
                  <a:lnTo>
                    <a:pt x="459" y="5167"/>
                  </a:lnTo>
                  <a:lnTo>
                    <a:pt x="461" y="5197"/>
                  </a:lnTo>
                  <a:lnTo>
                    <a:pt x="472" y="519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50" name="PleuraParietalD_2"/>
            <p:cNvSpPr/>
            <p:nvPr/>
          </p:nvSpPr>
          <p:spPr>
            <a:xfrm>
              <a:off x="1279703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51" name="PleuraParietalI_2"/>
            <p:cNvSpPr/>
            <p:nvPr/>
          </p:nvSpPr>
          <p:spPr>
            <a:xfrm>
              <a:off x="1818121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52" name="VenaCavaSup_2"/>
            <p:cNvSpPr/>
            <p:nvPr/>
          </p:nvSpPr>
          <p:spPr>
            <a:xfrm>
              <a:off x="1667230" y="431440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53" name="VenaCavaInf_2"/>
            <p:cNvSpPr/>
            <p:nvPr/>
          </p:nvSpPr>
          <p:spPr>
            <a:xfrm>
              <a:off x="1677934" y="494868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54" name="Corazon_2"/>
            <p:cNvGrpSpPr/>
            <p:nvPr/>
          </p:nvGrpSpPr>
          <p:grpSpPr>
            <a:xfrm>
              <a:off x="1652090" y="4644330"/>
              <a:ext cx="373012" cy="381815"/>
              <a:chOff x="1652090" y="4644330"/>
              <a:chExt cx="373012" cy="381815"/>
            </a:xfrm>
          </p:grpSpPr>
          <p:sp>
            <p:nvSpPr>
              <p:cNvPr id="155" name="Forma 154"/>
              <p:cNvSpPr/>
              <p:nvPr/>
            </p:nvSpPr>
            <p:spPr>
              <a:xfrm>
                <a:off x="1652090" y="4644330"/>
                <a:ext cx="373012" cy="381815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56" name="Forma 155"/>
              <p:cNvSpPr/>
              <p:nvPr/>
            </p:nvSpPr>
            <p:spPr>
              <a:xfrm>
                <a:off x="1846960" y="4672401"/>
                <a:ext cx="91175" cy="339882"/>
              </a:xfrm>
              <a:custGeom>
                <a:avLst/>
                <a:gdLst/>
                <a:ahLst/>
                <a:cxnLst/>
                <a:rect l="0" t="0" r="r" b="b"/>
                <a:pathLst>
                  <a:path w="766" h="2973" fill="none">
                    <a:moveTo>
                      <a:pt x="176" y="0"/>
                    </a:moveTo>
                    <a:lnTo>
                      <a:pt x="145" y="146"/>
                    </a:lnTo>
                    <a:lnTo>
                      <a:pt x="96" y="351"/>
                    </a:lnTo>
                    <a:lnTo>
                      <a:pt x="45" y="592"/>
                    </a:lnTo>
                    <a:lnTo>
                      <a:pt x="8" y="845"/>
                    </a:lnTo>
                    <a:lnTo>
                      <a:pt x="0" y="1085"/>
                    </a:lnTo>
                    <a:lnTo>
                      <a:pt x="25" y="1323"/>
                    </a:lnTo>
                    <a:lnTo>
                      <a:pt x="75" y="1573"/>
                    </a:lnTo>
                    <a:lnTo>
                      <a:pt x="141" y="1823"/>
                    </a:lnTo>
                    <a:lnTo>
                      <a:pt x="217" y="2058"/>
                    </a:lnTo>
                    <a:lnTo>
                      <a:pt x="295" y="2265"/>
                    </a:lnTo>
                    <a:lnTo>
                      <a:pt x="385" y="2448"/>
                    </a:lnTo>
                    <a:lnTo>
                      <a:pt x="493" y="2616"/>
                    </a:lnTo>
                    <a:lnTo>
                      <a:pt x="603" y="2764"/>
                    </a:lnTo>
                    <a:lnTo>
                      <a:pt x="699" y="2884"/>
                    </a:lnTo>
                    <a:lnTo>
                      <a:pt x="766" y="2973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57" name="Diafragma_2"/>
            <p:cNvSpPr/>
            <p:nvPr/>
          </p:nvSpPr>
          <p:spPr>
            <a:xfrm>
              <a:off x="1303479" y="494012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58" name="Clavículas_2"/>
            <p:cNvGrpSpPr/>
            <p:nvPr/>
          </p:nvGrpSpPr>
          <p:grpSpPr>
            <a:xfrm>
              <a:off x="1380744" y="4160520"/>
              <a:ext cx="713232" cy="45720"/>
              <a:chOff x="1380744" y="4160520"/>
              <a:chExt cx="713232" cy="45720"/>
            </a:xfrm>
          </p:grpSpPr>
          <p:sp>
            <p:nvSpPr>
              <p:cNvPr id="159" name="Forma 158"/>
              <p:cNvSpPr/>
              <p:nvPr/>
            </p:nvSpPr>
            <p:spPr>
              <a:xfrm>
                <a:off x="1380744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60" name="Forma 159"/>
              <p:cNvSpPr/>
              <p:nvPr/>
            </p:nvSpPr>
            <p:spPr>
              <a:xfrm>
                <a:off x="1380744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161" name="Causa Diálisis peritoneal"/>
          <p:cNvGrpSpPr/>
          <p:nvPr/>
        </p:nvGrpSpPr>
        <p:grpSpPr>
          <a:xfrm>
            <a:off x="3273552" y="3611880"/>
            <a:ext cx="2743200" cy="2514600"/>
            <a:chOff x="3273552" y="3611880"/>
            <a:chExt cx="2743200" cy="2514600"/>
          </a:xfrm>
        </p:grpSpPr>
        <p:grpSp>
          <p:nvGrpSpPr>
            <p:cNvPr id="162" name="Recuadro Diálisis peritoneal"/>
            <p:cNvGrpSpPr/>
            <p:nvPr/>
          </p:nvGrpSpPr>
          <p:grpSpPr>
            <a:xfrm>
              <a:off x="3273552" y="3611880"/>
              <a:ext cx="2743200" cy="2514600"/>
              <a:chOff x="3273552" y="3611880"/>
              <a:chExt cx="2743200" cy="2514600"/>
            </a:xfrm>
          </p:grpSpPr>
          <p:sp>
            <p:nvSpPr>
              <p:cNvPr id="163" name="Forma 162"/>
              <p:cNvSpPr/>
              <p:nvPr/>
            </p:nvSpPr>
            <p:spPr>
              <a:xfrm>
                <a:off x="3273552" y="397764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Paso de líquido peritoneal.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64" name="Forma 163"/>
              <p:cNvSpPr/>
              <p:nvPr/>
            </p:nvSpPr>
            <p:spPr>
              <a:xfrm>
                <a:off x="3273552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83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DIÁLISIS PERITONEAL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165" name="!!ParedToracica_2"/>
            <p:cNvSpPr/>
            <p:nvPr/>
          </p:nvSpPr>
          <p:spPr>
            <a:xfrm>
              <a:off x="3999857" y="4025189"/>
              <a:ext cx="1290591" cy="1185062"/>
            </a:xfrm>
            <a:custGeom>
              <a:avLst/>
              <a:gdLst/>
              <a:ahLst/>
              <a:cxnLst/>
              <a:rect l="0" t="0" r="r" b="b"/>
              <a:pathLst>
                <a:path w="9334" h="10000">
                  <a:moveTo>
                    <a:pt x="778" y="555"/>
                  </a:moveTo>
                  <a:lnTo>
                    <a:pt x="1731" y="246"/>
                  </a:lnTo>
                  <a:lnTo>
                    <a:pt x="3096" y="61"/>
                  </a:lnTo>
                  <a:lnTo>
                    <a:pt x="4667" y="0"/>
                  </a:lnTo>
                  <a:lnTo>
                    <a:pt x="6237" y="61"/>
                  </a:lnTo>
                  <a:lnTo>
                    <a:pt x="7602" y="246"/>
                  </a:lnTo>
                  <a:lnTo>
                    <a:pt x="8555" y="555"/>
                  </a:lnTo>
                  <a:lnTo>
                    <a:pt x="9053" y="1039"/>
                  </a:lnTo>
                  <a:lnTo>
                    <a:pt x="9251" y="1707"/>
                  </a:lnTo>
                  <a:lnTo>
                    <a:pt x="9244" y="2500"/>
                  </a:lnTo>
                  <a:lnTo>
                    <a:pt x="9124" y="3353"/>
                  </a:lnTo>
                  <a:lnTo>
                    <a:pt x="8987" y="4207"/>
                  </a:lnTo>
                  <a:lnTo>
                    <a:pt x="8925" y="5000"/>
                  </a:lnTo>
                  <a:lnTo>
                    <a:pt x="9006" y="5792"/>
                  </a:lnTo>
                  <a:lnTo>
                    <a:pt x="9165" y="6646"/>
                  </a:lnTo>
                  <a:lnTo>
                    <a:pt x="9307" y="7500"/>
                  </a:lnTo>
                  <a:lnTo>
                    <a:pt x="9334" y="8292"/>
                  </a:lnTo>
                  <a:lnTo>
                    <a:pt x="9146" y="8960"/>
                  </a:lnTo>
                  <a:lnTo>
                    <a:pt x="8648" y="9444"/>
                  </a:lnTo>
                  <a:lnTo>
                    <a:pt x="7676" y="9753"/>
                  </a:lnTo>
                  <a:lnTo>
                    <a:pt x="6278" y="9938"/>
                  </a:lnTo>
                  <a:lnTo>
                    <a:pt x="4667" y="10000"/>
                  </a:lnTo>
                  <a:lnTo>
                    <a:pt x="3055" y="9938"/>
                  </a:lnTo>
                  <a:lnTo>
                    <a:pt x="1657" y="9753"/>
                  </a:lnTo>
                  <a:lnTo>
                    <a:pt x="685" y="9444"/>
                  </a:lnTo>
                  <a:lnTo>
                    <a:pt x="187" y="8960"/>
                  </a:lnTo>
                  <a:lnTo>
                    <a:pt x="0" y="8292"/>
                  </a:lnTo>
                  <a:lnTo>
                    <a:pt x="26" y="7500"/>
                  </a:lnTo>
                  <a:lnTo>
                    <a:pt x="168" y="6646"/>
                  </a:lnTo>
                  <a:lnTo>
                    <a:pt x="327" y="5792"/>
                  </a:lnTo>
                  <a:lnTo>
                    <a:pt x="408" y="5000"/>
                  </a:lnTo>
                  <a:lnTo>
                    <a:pt x="346" y="4207"/>
                  </a:lnTo>
                  <a:lnTo>
                    <a:pt x="209" y="3353"/>
                  </a:lnTo>
                  <a:lnTo>
                    <a:pt x="89" y="2500"/>
                  </a:lnTo>
                  <a:lnTo>
                    <a:pt x="82" y="1707"/>
                  </a:lnTo>
                  <a:lnTo>
                    <a:pt x="280" y="1039"/>
                  </a:lnTo>
                  <a:lnTo>
                    <a:pt x="778" y="555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D0AC8D"/>
                </a:gs>
              </a:gsLst>
              <a:path path="circle">
                <a:fillToRect l="50000" t="30000" r="50000" b="70000"/>
              </a:path>
            </a:gradFill>
            <a:ln w="25400" cap="rnd">
              <a:solidFill>
                <a:srgbClr val="7A655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66" name="!!EspacioPleuralD_2"/>
            <p:cNvSpPr/>
            <p:nvPr/>
          </p:nvSpPr>
          <p:spPr>
            <a:xfrm>
              <a:off x="4164381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10000" h="7603">
                  <a:moveTo>
                    <a:pt x="3911" y="38"/>
                  </a:moveTo>
                  <a:lnTo>
                    <a:pt x="4469" y="0"/>
                  </a:lnTo>
                  <a:lnTo>
                    <a:pt x="5102" y="10"/>
                  </a:lnTo>
                  <a:lnTo>
                    <a:pt x="5766" y="68"/>
                  </a:lnTo>
                  <a:lnTo>
                    <a:pt x="6420" y="172"/>
                  </a:lnTo>
                  <a:lnTo>
                    <a:pt x="7020" y="321"/>
                  </a:lnTo>
                  <a:lnTo>
                    <a:pt x="7526" y="514"/>
                  </a:lnTo>
                  <a:lnTo>
                    <a:pt x="7932" y="760"/>
                  </a:lnTo>
                  <a:lnTo>
                    <a:pt x="8273" y="1063"/>
                  </a:lnTo>
                  <a:lnTo>
                    <a:pt x="8561" y="1411"/>
                  </a:lnTo>
                  <a:lnTo>
                    <a:pt x="8809" y="1793"/>
                  </a:lnTo>
                  <a:lnTo>
                    <a:pt x="9030" y="2195"/>
                  </a:lnTo>
                  <a:lnTo>
                    <a:pt x="9238" y="2607"/>
                  </a:lnTo>
                  <a:lnTo>
                    <a:pt x="9440" y="3051"/>
                  </a:lnTo>
                  <a:lnTo>
                    <a:pt x="9626" y="3544"/>
                  </a:lnTo>
                  <a:lnTo>
                    <a:pt x="9785" y="4057"/>
                  </a:lnTo>
                  <a:lnTo>
                    <a:pt x="9908" y="4565"/>
                  </a:lnTo>
                  <a:lnTo>
                    <a:pt x="9983" y="5042"/>
                  </a:lnTo>
                  <a:lnTo>
                    <a:pt x="10000" y="5460"/>
                  </a:lnTo>
                  <a:lnTo>
                    <a:pt x="9969" y="5835"/>
                  </a:lnTo>
                  <a:lnTo>
                    <a:pt x="9901" y="6190"/>
                  </a:lnTo>
                  <a:lnTo>
                    <a:pt x="9785" y="6513"/>
                  </a:lnTo>
                  <a:lnTo>
                    <a:pt x="9612" y="6792"/>
                  </a:lnTo>
                  <a:lnTo>
                    <a:pt x="9370" y="7016"/>
                  </a:lnTo>
                  <a:lnTo>
                    <a:pt x="9048" y="7173"/>
                  </a:lnTo>
                  <a:lnTo>
                    <a:pt x="8623" y="7230"/>
                  </a:lnTo>
                  <a:lnTo>
                    <a:pt x="8097" y="7190"/>
                  </a:lnTo>
                  <a:lnTo>
                    <a:pt x="7502" y="7095"/>
                  </a:lnTo>
                  <a:lnTo>
                    <a:pt x="6871" y="6986"/>
                  </a:lnTo>
                  <a:lnTo>
                    <a:pt x="6234" y="6903"/>
                  </a:lnTo>
                  <a:lnTo>
                    <a:pt x="5623" y="6887"/>
                  </a:lnTo>
                  <a:lnTo>
                    <a:pt x="5010" y="6955"/>
                  </a:lnTo>
                  <a:lnTo>
                    <a:pt x="4362" y="7078"/>
                  </a:lnTo>
                  <a:lnTo>
                    <a:pt x="3709" y="7226"/>
                  </a:lnTo>
                  <a:lnTo>
                    <a:pt x="3079" y="7373"/>
                  </a:lnTo>
                  <a:lnTo>
                    <a:pt x="2503" y="7492"/>
                  </a:lnTo>
                  <a:lnTo>
                    <a:pt x="2008" y="7553"/>
                  </a:lnTo>
                  <a:lnTo>
                    <a:pt x="1595" y="7581"/>
                  </a:lnTo>
                  <a:lnTo>
                    <a:pt x="1240" y="7603"/>
                  </a:lnTo>
                  <a:lnTo>
                    <a:pt x="938" y="7595"/>
                  </a:lnTo>
                  <a:lnTo>
                    <a:pt x="683" y="7536"/>
                  </a:lnTo>
                  <a:lnTo>
                    <a:pt x="471" y="7402"/>
                  </a:lnTo>
                  <a:lnTo>
                    <a:pt x="295" y="7173"/>
                  </a:lnTo>
                  <a:lnTo>
                    <a:pt x="158" y="6817"/>
                  </a:lnTo>
                  <a:lnTo>
                    <a:pt x="63" y="6348"/>
                  </a:lnTo>
                  <a:lnTo>
                    <a:pt x="10" y="5805"/>
                  </a:lnTo>
                  <a:lnTo>
                    <a:pt x="0" y="5228"/>
                  </a:lnTo>
                  <a:lnTo>
                    <a:pt x="31" y="4656"/>
                  </a:lnTo>
                  <a:lnTo>
                    <a:pt x="105" y="4129"/>
                  </a:lnTo>
                  <a:lnTo>
                    <a:pt x="226" y="3623"/>
                  </a:lnTo>
                  <a:lnTo>
                    <a:pt x="394" y="3103"/>
                  </a:lnTo>
                  <a:lnTo>
                    <a:pt x="605" y="2589"/>
                  </a:lnTo>
                  <a:lnTo>
                    <a:pt x="852" y="2099"/>
                  </a:lnTo>
                  <a:lnTo>
                    <a:pt x="1131" y="1655"/>
                  </a:lnTo>
                  <a:lnTo>
                    <a:pt x="1437" y="1275"/>
                  </a:lnTo>
                  <a:lnTo>
                    <a:pt x="1770" y="955"/>
                  </a:lnTo>
                  <a:lnTo>
                    <a:pt x="2135" y="679"/>
                  </a:lnTo>
                  <a:lnTo>
                    <a:pt x="2531" y="448"/>
                  </a:lnTo>
                  <a:lnTo>
                    <a:pt x="2959" y="264"/>
                  </a:lnTo>
                  <a:lnTo>
                    <a:pt x="3419" y="126"/>
                  </a:lnTo>
                  <a:lnTo>
                    <a:pt x="3911" y="38"/>
                  </a:lnTo>
                  <a:close/>
                </a:path>
              </a:pathLst>
            </a:custGeom>
            <a:solidFill>
              <a:srgbClr val="EAF6FB">
                <a:alpha val="90000"/>
              </a:srgbClr>
            </a:solidFill>
            <a:ln>
              <a:noFill/>
            </a:ln>
          </p:spPr>
        </p:sp>
        <p:grpSp>
          <p:nvGrpSpPr>
            <p:cNvPr id="167" name="!!PulmonDerecho_2"/>
            <p:cNvGrpSpPr/>
            <p:nvPr/>
          </p:nvGrpSpPr>
          <p:grpSpPr>
            <a:xfrm>
              <a:off x="4192141" y="4143788"/>
              <a:ext cx="611733" cy="382325"/>
              <a:chOff x="4192141" y="4143788"/>
              <a:chExt cx="611733" cy="382325"/>
            </a:xfrm>
          </p:grpSpPr>
          <p:sp>
            <p:nvSpPr>
              <p:cNvPr id="168" name="Forma 167"/>
              <p:cNvSpPr/>
              <p:nvPr/>
            </p:nvSpPr>
            <p:spPr>
              <a:xfrm>
                <a:off x="4192141" y="4143788"/>
                <a:ext cx="611733" cy="382325"/>
              </a:xfrm>
              <a:custGeom>
                <a:avLst/>
                <a:gdLst/>
                <a:ahLst/>
                <a:cxnLst/>
                <a:rect l="0" t="0" r="r" b="b"/>
                <a:pathLst>
                  <a:path w="10000" h="7291">
                    <a:moveTo>
                      <a:pt x="3868" y="39"/>
                    </a:moveTo>
                    <a:lnTo>
                      <a:pt x="3381" y="124"/>
                    </a:lnTo>
                    <a:lnTo>
                      <a:pt x="2931" y="256"/>
                    </a:lnTo>
                    <a:lnTo>
                      <a:pt x="2517" y="433"/>
                    </a:lnTo>
                    <a:lnTo>
                      <a:pt x="2135" y="656"/>
                    </a:lnTo>
                    <a:lnTo>
                      <a:pt x="1783" y="925"/>
                    </a:lnTo>
                    <a:lnTo>
                      <a:pt x="1461" y="1239"/>
                    </a:lnTo>
                    <a:lnTo>
                      <a:pt x="1164" y="1621"/>
                    </a:lnTo>
                    <a:lnTo>
                      <a:pt x="891" y="2078"/>
                    </a:lnTo>
                    <a:lnTo>
                      <a:pt x="646" y="2586"/>
                    </a:lnTo>
                    <a:lnTo>
                      <a:pt x="436" y="3119"/>
                    </a:lnTo>
                    <a:lnTo>
                      <a:pt x="266" y="3651"/>
                    </a:lnTo>
                    <a:lnTo>
                      <a:pt x="140" y="4154"/>
                    </a:lnTo>
                    <a:lnTo>
                      <a:pt x="55" y="4663"/>
                    </a:lnTo>
                    <a:lnTo>
                      <a:pt x="8" y="5205"/>
                    </a:lnTo>
                    <a:lnTo>
                      <a:pt x="0" y="5745"/>
                    </a:lnTo>
                    <a:lnTo>
                      <a:pt x="34" y="6245"/>
                    </a:lnTo>
                    <a:lnTo>
                      <a:pt x="111" y="6665"/>
                    </a:lnTo>
                    <a:lnTo>
                      <a:pt x="227" y="6965"/>
                    </a:lnTo>
                    <a:lnTo>
                      <a:pt x="367" y="7141"/>
                    </a:lnTo>
                    <a:lnTo>
                      <a:pt x="533" y="7239"/>
                    </a:lnTo>
                    <a:lnTo>
                      <a:pt x="753" y="7285"/>
                    </a:lnTo>
                    <a:lnTo>
                      <a:pt x="1046" y="7291"/>
                    </a:lnTo>
                    <a:lnTo>
                      <a:pt x="1412" y="7268"/>
                    </a:lnTo>
                    <a:lnTo>
                      <a:pt x="1844" y="7239"/>
                    </a:lnTo>
                    <a:lnTo>
                      <a:pt x="2362" y="7176"/>
                    </a:lnTo>
                    <a:lnTo>
                      <a:pt x="2977" y="7058"/>
                    </a:lnTo>
                    <a:lnTo>
                      <a:pt x="3655" y="6910"/>
                    </a:lnTo>
                    <a:lnTo>
                      <a:pt x="3656" y="6909"/>
                    </a:lnTo>
                    <a:lnTo>
                      <a:pt x="4359" y="6760"/>
                    </a:lnTo>
                    <a:lnTo>
                      <a:pt x="4365" y="6759"/>
                    </a:lnTo>
                    <a:lnTo>
                      <a:pt x="5056" y="6637"/>
                    </a:lnTo>
                    <a:lnTo>
                      <a:pt x="5068" y="6636"/>
                    </a:lnTo>
                    <a:lnTo>
                      <a:pt x="5714" y="6569"/>
                    </a:lnTo>
                    <a:lnTo>
                      <a:pt x="5735" y="6568"/>
                    </a:lnTo>
                    <a:lnTo>
                      <a:pt x="6364" y="6586"/>
                    </a:lnTo>
                    <a:lnTo>
                      <a:pt x="6381" y="6587"/>
                    </a:lnTo>
                    <a:lnTo>
                      <a:pt x="7026" y="6671"/>
                    </a:lnTo>
                    <a:lnTo>
                      <a:pt x="7033" y="6672"/>
                    </a:lnTo>
                    <a:lnTo>
                      <a:pt x="7666" y="6784"/>
                    </a:lnTo>
                    <a:lnTo>
                      <a:pt x="8252" y="6882"/>
                    </a:lnTo>
                    <a:lnTo>
                      <a:pt x="8755" y="6927"/>
                    </a:lnTo>
                    <a:lnTo>
                      <a:pt x="9142" y="6886"/>
                    </a:lnTo>
                    <a:lnTo>
                      <a:pt x="9425" y="6767"/>
                    </a:lnTo>
                    <a:lnTo>
                      <a:pt x="9638" y="6599"/>
                    </a:lnTo>
                    <a:lnTo>
                      <a:pt x="9792" y="6385"/>
                    </a:lnTo>
                    <a:lnTo>
                      <a:pt x="9901" y="6124"/>
                    </a:lnTo>
                    <a:lnTo>
                      <a:pt x="9968" y="5817"/>
                    </a:lnTo>
                    <a:lnTo>
                      <a:pt x="10000" y="5476"/>
                    </a:lnTo>
                    <a:lnTo>
                      <a:pt x="9985" y="5078"/>
                    </a:lnTo>
                    <a:lnTo>
                      <a:pt x="9912" y="4609"/>
                    </a:lnTo>
                    <a:lnTo>
                      <a:pt x="9791" y="4098"/>
                    </a:lnTo>
                    <a:lnTo>
                      <a:pt x="9632" y="3577"/>
                    </a:lnTo>
                    <a:lnTo>
                      <a:pt x="9445" y="3076"/>
                    </a:lnTo>
                    <a:lnTo>
                      <a:pt x="9242" y="2623"/>
                    </a:lnTo>
                    <a:lnTo>
                      <a:pt x="9029" y="2200"/>
                    </a:lnTo>
                    <a:lnTo>
                      <a:pt x="8804" y="1786"/>
                    </a:lnTo>
                    <a:lnTo>
                      <a:pt x="8555" y="1397"/>
                    </a:lnTo>
                    <a:lnTo>
                      <a:pt x="8270" y="1047"/>
                    </a:lnTo>
                    <a:lnTo>
                      <a:pt x="7937" y="747"/>
                    </a:lnTo>
                    <a:lnTo>
                      <a:pt x="7540" y="504"/>
                    </a:lnTo>
                    <a:lnTo>
                      <a:pt x="7037" y="314"/>
                    </a:lnTo>
                    <a:lnTo>
                      <a:pt x="6427" y="166"/>
                    </a:lnTo>
                    <a:lnTo>
                      <a:pt x="5757" y="63"/>
                    </a:lnTo>
                    <a:lnTo>
                      <a:pt x="5076" y="8"/>
                    </a:lnTo>
                    <a:lnTo>
                      <a:pt x="4430" y="0"/>
                    </a:lnTo>
                    <a:lnTo>
                      <a:pt x="3868" y="3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 w="31750" cap="rnd">
                <a:solidFill>
                  <a:srgbClr val="8E44AD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</p:grpSp>
        <p:sp>
          <p:nvSpPr>
            <p:cNvPr id="169" name="!!PleuraParietalD_2"/>
            <p:cNvSpPr/>
            <p:nvPr/>
          </p:nvSpPr>
          <p:spPr>
            <a:xfrm>
              <a:off x="4164381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5255" h="3996" fill="none">
                  <a:moveTo>
                    <a:pt x="2055" y="20"/>
                  </a:moveTo>
                  <a:lnTo>
                    <a:pt x="2349" y="0"/>
                  </a:lnTo>
                  <a:lnTo>
                    <a:pt x="2681" y="5"/>
                  </a:lnTo>
                  <a:lnTo>
                    <a:pt x="3030" y="35"/>
                  </a:lnTo>
                  <a:lnTo>
                    <a:pt x="3374" y="90"/>
                  </a:lnTo>
                  <a:lnTo>
                    <a:pt x="3689" y="168"/>
                  </a:lnTo>
                  <a:lnTo>
                    <a:pt x="3955" y="270"/>
                  </a:lnTo>
                  <a:lnTo>
                    <a:pt x="4169" y="399"/>
                  </a:lnTo>
                  <a:lnTo>
                    <a:pt x="4348" y="559"/>
                  </a:lnTo>
                  <a:lnTo>
                    <a:pt x="4499" y="742"/>
                  </a:lnTo>
                  <a:lnTo>
                    <a:pt x="4629" y="942"/>
                  </a:lnTo>
                  <a:lnTo>
                    <a:pt x="4746" y="1153"/>
                  </a:lnTo>
                  <a:lnTo>
                    <a:pt x="4855" y="1370"/>
                  </a:lnTo>
                  <a:lnTo>
                    <a:pt x="4961" y="1604"/>
                  </a:lnTo>
                  <a:lnTo>
                    <a:pt x="5059" y="1862"/>
                  </a:lnTo>
                  <a:lnTo>
                    <a:pt x="5143" y="2132"/>
                  </a:lnTo>
                  <a:lnTo>
                    <a:pt x="5207" y="2399"/>
                  </a:lnTo>
                  <a:lnTo>
                    <a:pt x="5246" y="2650"/>
                  </a:lnTo>
                  <a:lnTo>
                    <a:pt x="5255" y="2870"/>
                  </a:lnTo>
                  <a:lnTo>
                    <a:pt x="5239" y="3067"/>
                  </a:lnTo>
                  <a:lnTo>
                    <a:pt x="5203" y="3253"/>
                  </a:lnTo>
                  <a:lnTo>
                    <a:pt x="5143" y="3423"/>
                  </a:lnTo>
                  <a:lnTo>
                    <a:pt x="5051" y="3570"/>
                  </a:lnTo>
                  <a:lnTo>
                    <a:pt x="4924" y="3687"/>
                  </a:lnTo>
                  <a:lnTo>
                    <a:pt x="4755" y="3770"/>
                  </a:lnTo>
                  <a:lnTo>
                    <a:pt x="4531" y="3800"/>
                  </a:lnTo>
                  <a:lnTo>
                    <a:pt x="4255" y="3779"/>
                  </a:lnTo>
                  <a:lnTo>
                    <a:pt x="3943" y="3729"/>
                  </a:lnTo>
                  <a:lnTo>
                    <a:pt x="3611" y="3672"/>
                  </a:lnTo>
                  <a:lnTo>
                    <a:pt x="3276" y="3628"/>
                  </a:lnTo>
                  <a:lnTo>
                    <a:pt x="2955" y="3620"/>
                  </a:lnTo>
                  <a:lnTo>
                    <a:pt x="2633" y="3656"/>
                  </a:lnTo>
                  <a:lnTo>
                    <a:pt x="2292" y="3720"/>
                  </a:lnTo>
                  <a:lnTo>
                    <a:pt x="1949" y="3798"/>
                  </a:lnTo>
                  <a:lnTo>
                    <a:pt x="1618" y="3875"/>
                  </a:lnTo>
                  <a:lnTo>
                    <a:pt x="1315" y="3937"/>
                  </a:lnTo>
                  <a:lnTo>
                    <a:pt x="1055" y="3970"/>
                  </a:lnTo>
                  <a:lnTo>
                    <a:pt x="838" y="3984"/>
                  </a:lnTo>
                  <a:lnTo>
                    <a:pt x="651" y="3996"/>
                  </a:lnTo>
                  <a:lnTo>
                    <a:pt x="493" y="3992"/>
                  </a:lnTo>
                  <a:lnTo>
                    <a:pt x="359" y="3960"/>
                  </a:lnTo>
                  <a:lnTo>
                    <a:pt x="247" y="3890"/>
                  </a:lnTo>
                  <a:lnTo>
                    <a:pt x="155" y="3770"/>
                  </a:lnTo>
                  <a:lnTo>
                    <a:pt x="83" y="3583"/>
                  </a:lnTo>
                  <a:lnTo>
                    <a:pt x="33" y="3336"/>
                  </a:lnTo>
                  <a:lnTo>
                    <a:pt x="5" y="3051"/>
                  </a:lnTo>
                  <a:lnTo>
                    <a:pt x="0" y="2748"/>
                  </a:lnTo>
                  <a:lnTo>
                    <a:pt x="16" y="2447"/>
                  </a:lnTo>
                  <a:lnTo>
                    <a:pt x="55" y="2170"/>
                  </a:lnTo>
                  <a:lnTo>
                    <a:pt x="118" y="1904"/>
                  </a:lnTo>
                  <a:lnTo>
                    <a:pt x="207" y="1631"/>
                  </a:lnTo>
                  <a:lnTo>
                    <a:pt x="318" y="1360"/>
                  </a:lnTo>
                  <a:lnTo>
                    <a:pt x="448" y="1103"/>
                  </a:lnTo>
                  <a:lnTo>
                    <a:pt x="594" y="869"/>
                  </a:lnTo>
                  <a:lnTo>
                    <a:pt x="755" y="670"/>
                  </a:lnTo>
                  <a:lnTo>
                    <a:pt x="930" y="502"/>
                  </a:lnTo>
                  <a:lnTo>
                    <a:pt x="1122" y="357"/>
                  </a:lnTo>
                  <a:lnTo>
                    <a:pt x="1330" y="235"/>
                  </a:lnTo>
                  <a:lnTo>
                    <a:pt x="1555" y="138"/>
                  </a:lnTo>
                  <a:lnTo>
                    <a:pt x="1797" y="66"/>
                  </a:lnTo>
                  <a:lnTo>
                    <a:pt x="2055" y="20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70" name="!!Diafragma_2"/>
            <p:cNvSpPr/>
            <p:nvPr/>
          </p:nvSpPr>
          <p:spPr>
            <a:xfrm>
              <a:off x="4120312" y="4486075"/>
              <a:ext cx="1062501" cy="120667"/>
            </a:xfrm>
            <a:custGeom>
              <a:avLst/>
              <a:gdLst/>
              <a:ahLst/>
              <a:cxnLst/>
              <a:rect l="0" t="0" r="r" b="b"/>
              <a:pathLst>
                <a:path w="10000" h="1324">
                  <a:moveTo>
                    <a:pt x="543" y="1257"/>
                  </a:moveTo>
                  <a:lnTo>
                    <a:pt x="547" y="1255"/>
                  </a:lnTo>
                  <a:lnTo>
                    <a:pt x="881" y="1166"/>
                  </a:lnTo>
                  <a:lnTo>
                    <a:pt x="1276" y="1065"/>
                  </a:lnTo>
                  <a:lnTo>
                    <a:pt x="1704" y="966"/>
                  </a:lnTo>
                  <a:lnTo>
                    <a:pt x="2136" y="887"/>
                  </a:lnTo>
                  <a:lnTo>
                    <a:pt x="2543" y="842"/>
                  </a:lnTo>
                  <a:lnTo>
                    <a:pt x="2952" y="842"/>
                  </a:lnTo>
                  <a:lnTo>
                    <a:pt x="3398" y="879"/>
                  </a:lnTo>
                  <a:lnTo>
                    <a:pt x="3864" y="934"/>
                  </a:lnTo>
                  <a:lnTo>
                    <a:pt x="4326" y="990"/>
                  </a:lnTo>
                  <a:lnTo>
                    <a:pt x="4335" y="991"/>
                  </a:lnTo>
                  <a:lnTo>
                    <a:pt x="4770" y="1026"/>
                  </a:lnTo>
                  <a:lnTo>
                    <a:pt x="4792" y="1027"/>
                  </a:lnTo>
                  <a:lnTo>
                    <a:pt x="5183" y="1023"/>
                  </a:lnTo>
                  <a:lnTo>
                    <a:pt x="5205" y="1021"/>
                  </a:lnTo>
                  <a:lnTo>
                    <a:pt x="5227" y="1018"/>
                  </a:lnTo>
                  <a:lnTo>
                    <a:pt x="5550" y="953"/>
                  </a:lnTo>
                  <a:lnTo>
                    <a:pt x="5575" y="947"/>
                  </a:lnTo>
                  <a:lnTo>
                    <a:pt x="5598" y="939"/>
                  </a:lnTo>
                  <a:lnTo>
                    <a:pt x="5864" y="825"/>
                  </a:lnTo>
                  <a:lnTo>
                    <a:pt x="5887" y="813"/>
                  </a:lnTo>
                  <a:lnTo>
                    <a:pt x="6122" y="682"/>
                  </a:lnTo>
                  <a:lnTo>
                    <a:pt x="6343" y="568"/>
                  </a:lnTo>
                  <a:lnTo>
                    <a:pt x="6570" y="497"/>
                  </a:lnTo>
                  <a:lnTo>
                    <a:pt x="6855" y="482"/>
                  </a:lnTo>
                  <a:lnTo>
                    <a:pt x="7263" y="546"/>
                  </a:lnTo>
                  <a:lnTo>
                    <a:pt x="7782" y="681"/>
                  </a:lnTo>
                  <a:lnTo>
                    <a:pt x="8343" y="856"/>
                  </a:lnTo>
                  <a:lnTo>
                    <a:pt x="8886" y="1041"/>
                  </a:lnTo>
                  <a:lnTo>
                    <a:pt x="9351" y="1202"/>
                  </a:lnTo>
                  <a:lnTo>
                    <a:pt x="9355" y="1204"/>
                  </a:lnTo>
                  <a:lnTo>
                    <a:pt x="9683" y="1312"/>
                  </a:lnTo>
                  <a:lnTo>
                    <a:pt x="9706" y="1318"/>
                  </a:lnTo>
                  <a:lnTo>
                    <a:pt x="9730" y="1322"/>
                  </a:lnTo>
                  <a:lnTo>
                    <a:pt x="9753" y="1324"/>
                  </a:lnTo>
                  <a:lnTo>
                    <a:pt x="9777" y="1323"/>
                  </a:lnTo>
                  <a:lnTo>
                    <a:pt x="9800" y="1320"/>
                  </a:lnTo>
                  <a:lnTo>
                    <a:pt x="9823" y="1315"/>
                  </a:lnTo>
                  <a:lnTo>
                    <a:pt x="9846" y="1307"/>
                  </a:lnTo>
                  <a:lnTo>
                    <a:pt x="9867" y="1298"/>
                  </a:lnTo>
                  <a:lnTo>
                    <a:pt x="9888" y="1286"/>
                  </a:lnTo>
                  <a:lnTo>
                    <a:pt x="9907" y="1272"/>
                  </a:lnTo>
                  <a:lnTo>
                    <a:pt x="9925" y="1257"/>
                  </a:lnTo>
                  <a:lnTo>
                    <a:pt x="9941" y="1240"/>
                  </a:lnTo>
                  <a:lnTo>
                    <a:pt x="9956" y="1221"/>
                  </a:lnTo>
                  <a:lnTo>
                    <a:pt x="9968" y="1201"/>
                  </a:lnTo>
                  <a:lnTo>
                    <a:pt x="9979" y="1180"/>
                  </a:lnTo>
                  <a:lnTo>
                    <a:pt x="9988" y="1158"/>
                  </a:lnTo>
                  <a:lnTo>
                    <a:pt x="9994" y="1135"/>
                  </a:lnTo>
                  <a:lnTo>
                    <a:pt x="9998" y="1112"/>
                  </a:lnTo>
                  <a:lnTo>
                    <a:pt x="10000" y="1088"/>
                  </a:lnTo>
                  <a:lnTo>
                    <a:pt x="9999" y="1065"/>
                  </a:lnTo>
                  <a:lnTo>
                    <a:pt x="9996" y="1041"/>
                  </a:lnTo>
                  <a:lnTo>
                    <a:pt x="9991" y="1018"/>
                  </a:lnTo>
                  <a:lnTo>
                    <a:pt x="9983" y="996"/>
                  </a:lnTo>
                  <a:lnTo>
                    <a:pt x="9974" y="974"/>
                  </a:lnTo>
                  <a:lnTo>
                    <a:pt x="9962" y="954"/>
                  </a:lnTo>
                  <a:lnTo>
                    <a:pt x="9948" y="934"/>
                  </a:lnTo>
                  <a:lnTo>
                    <a:pt x="9933" y="916"/>
                  </a:lnTo>
                  <a:lnTo>
                    <a:pt x="9916" y="900"/>
                  </a:lnTo>
                  <a:lnTo>
                    <a:pt x="9897" y="886"/>
                  </a:lnTo>
                  <a:lnTo>
                    <a:pt x="9877" y="873"/>
                  </a:lnTo>
                  <a:lnTo>
                    <a:pt x="9856" y="862"/>
                  </a:lnTo>
                  <a:lnTo>
                    <a:pt x="9834" y="854"/>
                  </a:lnTo>
                  <a:lnTo>
                    <a:pt x="9507" y="747"/>
                  </a:lnTo>
                  <a:lnTo>
                    <a:pt x="9044" y="586"/>
                  </a:lnTo>
                  <a:lnTo>
                    <a:pt x="9042" y="585"/>
                  </a:lnTo>
                  <a:lnTo>
                    <a:pt x="8496" y="400"/>
                  </a:lnTo>
                  <a:lnTo>
                    <a:pt x="8490" y="398"/>
                  </a:lnTo>
                  <a:lnTo>
                    <a:pt x="7921" y="220"/>
                  </a:lnTo>
                  <a:lnTo>
                    <a:pt x="7909" y="217"/>
                  </a:lnTo>
                  <a:lnTo>
                    <a:pt x="7373" y="77"/>
                  </a:lnTo>
                  <a:lnTo>
                    <a:pt x="7350" y="72"/>
                  </a:lnTo>
                  <a:lnTo>
                    <a:pt x="6904" y="2"/>
                  </a:lnTo>
                  <a:lnTo>
                    <a:pt x="6879" y="0"/>
                  </a:lnTo>
                  <a:lnTo>
                    <a:pt x="6854" y="0"/>
                  </a:lnTo>
                  <a:lnTo>
                    <a:pt x="6514" y="18"/>
                  </a:lnTo>
                  <a:lnTo>
                    <a:pt x="6494" y="20"/>
                  </a:lnTo>
                  <a:lnTo>
                    <a:pt x="6475" y="24"/>
                  </a:lnTo>
                  <a:lnTo>
                    <a:pt x="6455" y="29"/>
                  </a:lnTo>
                  <a:lnTo>
                    <a:pt x="6179" y="115"/>
                  </a:lnTo>
                  <a:lnTo>
                    <a:pt x="6160" y="122"/>
                  </a:lnTo>
                  <a:lnTo>
                    <a:pt x="6141" y="131"/>
                  </a:lnTo>
                  <a:lnTo>
                    <a:pt x="5898" y="255"/>
                  </a:lnTo>
                  <a:lnTo>
                    <a:pt x="5891" y="259"/>
                  </a:lnTo>
                  <a:lnTo>
                    <a:pt x="5663" y="387"/>
                  </a:lnTo>
                  <a:lnTo>
                    <a:pt x="5431" y="486"/>
                  </a:lnTo>
                  <a:lnTo>
                    <a:pt x="5155" y="541"/>
                  </a:lnTo>
                  <a:lnTo>
                    <a:pt x="4798" y="545"/>
                  </a:lnTo>
                  <a:lnTo>
                    <a:pt x="4379" y="511"/>
                  </a:lnTo>
                  <a:lnTo>
                    <a:pt x="3921" y="456"/>
                  </a:lnTo>
                  <a:lnTo>
                    <a:pt x="3451" y="400"/>
                  </a:lnTo>
                  <a:lnTo>
                    <a:pt x="3442" y="399"/>
                  </a:lnTo>
                  <a:lnTo>
                    <a:pt x="2981" y="361"/>
                  </a:lnTo>
                  <a:lnTo>
                    <a:pt x="2962" y="361"/>
                  </a:lnTo>
                  <a:lnTo>
                    <a:pt x="2530" y="360"/>
                  </a:lnTo>
                  <a:lnTo>
                    <a:pt x="2503" y="362"/>
                  </a:lnTo>
                  <a:lnTo>
                    <a:pt x="2074" y="409"/>
                  </a:lnTo>
                  <a:lnTo>
                    <a:pt x="2057" y="412"/>
                  </a:lnTo>
                  <a:lnTo>
                    <a:pt x="1611" y="494"/>
                  </a:lnTo>
                  <a:lnTo>
                    <a:pt x="1601" y="496"/>
                  </a:lnTo>
                  <a:lnTo>
                    <a:pt x="1165" y="596"/>
                  </a:lnTo>
                  <a:lnTo>
                    <a:pt x="1159" y="598"/>
                  </a:lnTo>
                  <a:lnTo>
                    <a:pt x="760" y="700"/>
                  </a:lnTo>
                  <a:lnTo>
                    <a:pt x="758" y="701"/>
                  </a:lnTo>
                  <a:lnTo>
                    <a:pt x="425" y="789"/>
                  </a:lnTo>
                  <a:lnTo>
                    <a:pt x="183" y="849"/>
                  </a:lnTo>
                  <a:lnTo>
                    <a:pt x="160" y="856"/>
                  </a:lnTo>
                  <a:lnTo>
                    <a:pt x="138" y="865"/>
                  </a:lnTo>
                  <a:lnTo>
                    <a:pt x="117" y="876"/>
                  </a:lnTo>
                  <a:lnTo>
                    <a:pt x="98" y="889"/>
                  </a:lnTo>
                  <a:lnTo>
                    <a:pt x="79" y="904"/>
                  </a:lnTo>
                  <a:lnTo>
                    <a:pt x="62" y="920"/>
                  </a:lnTo>
                  <a:lnTo>
                    <a:pt x="47" y="938"/>
                  </a:lnTo>
                  <a:lnTo>
                    <a:pt x="34" y="958"/>
                  </a:lnTo>
                  <a:lnTo>
                    <a:pt x="23" y="979"/>
                  </a:lnTo>
                  <a:lnTo>
                    <a:pt x="14" y="1001"/>
                  </a:lnTo>
                  <a:lnTo>
                    <a:pt x="7" y="1023"/>
                  </a:lnTo>
                  <a:lnTo>
                    <a:pt x="2" y="1046"/>
                  </a:lnTo>
                  <a:lnTo>
                    <a:pt x="0" y="1070"/>
                  </a:lnTo>
                  <a:lnTo>
                    <a:pt x="0" y="1093"/>
                  </a:lnTo>
                  <a:lnTo>
                    <a:pt x="2" y="1117"/>
                  </a:lnTo>
                  <a:lnTo>
                    <a:pt x="6" y="1140"/>
                  </a:lnTo>
                  <a:lnTo>
                    <a:pt x="13" y="1163"/>
                  </a:lnTo>
                  <a:lnTo>
                    <a:pt x="22" y="1185"/>
                  </a:lnTo>
                  <a:lnTo>
                    <a:pt x="33" y="1206"/>
                  </a:lnTo>
                  <a:lnTo>
                    <a:pt x="46" y="1225"/>
                  </a:lnTo>
                  <a:lnTo>
                    <a:pt x="61" y="1244"/>
                  </a:lnTo>
                  <a:lnTo>
                    <a:pt x="78" y="1260"/>
                  </a:lnTo>
                  <a:lnTo>
                    <a:pt x="96" y="1275"/>
                  </a:lnTo>
                  <a:lnTo>
                    <a:pt x="115" y="1289"/>
                  </a:lnTo>
                  <a:lnTo>
                    <a:pt x="136" y="1300"/>
                  </a:lnTo>
                  <a:lnTo>
                    <a:pt x="158" y="1309"/>
                  </a:lnTo>
                  <a:lnTo>
                    <a:pt x="181" y="1316"/>
                  </a:lnTo>
                  <a:lnTo>
                    <a:pt x="204" y="1321"/>
                  </a:lnTo>
                  <a:lnTo>
                    <a:pt x="227" y="1323"/>
                  </a:lnTo>
                  <a:lnTo>
                    <a:pt x="251" y="1323"/>
                  </a:lnTo>
                  <a:lnTo>
                    <a:pt x="274" y="1321"/>
                  </a:lnTo>
                  <a:lnTo>
                    <a:pt x="298" y="1317"/>
                  </a:lnTo>
                  <a:lnTo>
                    <a:pt x="543" y="1257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sp>
          <p:nvSpPr>
            <p:cNvPr id="171" name="!!Ascitis_2"/>
            <p:cNvSpPr/>
            <p:nvPr/>
          </p:nvSpPr>
          <p:spPr>
            <a:xfrm>
              <a:off x="4079477" y="4796577"/>
              <a:ext cx="1131351" cy="348866"/>
            </a:xfrm>
            <a:custGeom>
              <a:avLst/>
              <a:gdLst/>
              <a:ahLst/>
              <a:cxnLst/>
              <a:rect l="0" t="0" r="r" b="b"/>
              <a:pathLst>
                <a:path w="10000" h="3597">
                  <a:moveTo>
                    <a:pt x="6" y="70"/>
                  </a:moveTo>
                  <a:lnTo>
                    <a:pt x="82" y="616"/>
                  </a:lnTo>
                  <a:lnTo>
                    <a:pt x="134" y="1097"/>
                  </a:lnTo>
                  <a:lnTo>
                    <a:pt x="136" y="1538"/>
                  </a:lnTo>
                  <a:lnTo>
                    <a:pt x="121" y="1979"/>
                  </a:lnTo>
                  <a:lnTo>
                    <a:pt x="130" y="2402"/>
                  </a:lnTo>
                  <a:lnTo>
                    <a:pt x="203" y="2786"/>
                  </a:lnTo>
                  <a:lnTo>
                    <a:pt x="379" y="3111"/>
                  </a:lnTo>
                  <a:lnTo>
                    <a:pt x="700" y="3360"/>
                  </a:lnTo>
                  <a:lnTo>
                    <a:pt x="1200" y="3513"/>
                  </a:lnTo>
                  <a:lnTo>
                    <a:pt x="1856" y="3584"/>
                  </a:lnTo>
                  <a:lnTo>
                    <a:pt x="2616" y="3597"/>
                  </a:lnTo>
                  <a:lnTo>
                    <a:pt x="3428" y="3575"/>
                  </a:lnTo>
                  <a:lnTo>
                    <a:pt x="4240" y="3545"/>
                  </a:lnTo>
                  <a:lnTo>
                    <a:pt x="5000" y="3529"/>
                  </a:lnTo>
                  <a:lnTo>
                    <a:pt x="5759" y="3545"/>
                  </a:lnTo>
                  <a:lnTo>
                    <a:pt x="6571" y="3575"/>
                  </a:lnTo>
                  <a:lnTo>
                    <a:pt x="7383" y="3597"/>
                  </a:lnTo>
                  <a:lnTo>
                    <a:pt x="8143" y="3584"/>
                  </a:lnTo>
                  <a:lnTo>
                    <a:pt x="8799" y="3513"/>
                  </a:lnTo>
                  <a:lnTo>
                    <a:pt x="9299" y="3360"/>
                  </a:lnTo>
                  <a:lnTo>
                    <a:pt x="9620" y="3111"/>
                  </a:lnTo>
                  <a:lnTo>
                    <a:pt x="9796" y="2786"/>
                  </a:lnTo>
                  <a:lnTo>
                    <a:pt x="9869" y="2402"/>
                  </a:lnTo>
                  <a:lnTo>
                    <a:pt x="9878" y="1979"/>
                  </a:lnTo>
                  <a:lnTo>
                    <a:pt x="9863" y="1538"/>
                  </a:lnTo>
                  <a:lnTo>
                    <a:pt x="9865" y="1097"/>
                  </a:lnTo>
                  <a:lnTo>
                    <a:pt x="9917" y="616"/>
                  </a:lnTo>
                  <a:lnTo>
                    <a:pt x="9993" y="70"/>
                  </a:lnTo>
                  <a:lnTo>
                    <a:pt x="10000" y="0"/>
                  </a:lnTo>
                  <a:lnTo>
                    <a:pt x="0" y="0"/>
                  </a:lnTo>
                  <a:lnTo>
                    <a:pt x="6" y="70"/>
                  </a:lnTo>
                  <a:close/>
                </a:path>
              </a:pathLst>
            </a:custGeom>
            <a:gradFill rotWithShape="1">
              <a:gsLst>
                <a:gs pos="0">
                  <a:srgbClr val="F3EBB5"/>
                </a:gs>
                <a:gs pos="100000">
                  <a:srgbClr val="DCCB72"/>
                </a:gs>
              </a:gsLst>
              <a:lin ang="5400000" scaled="0"/>
            </a:gradFill>
            <a:ln w="15875" cap="rnd">
              <a:solidFill>
                <a:srgbClr val="7F7A58"/>
              </a:solidFill>
              <a:round/>
            </a:ln>
          </p:spPr>
        </p:sp>
        <p:sp>
          <p:nvSpPr>
            <p:cNvPr id="172" name="!!Higado_2"/>
            <p:cNvSpPr/>
            <p:nvPr/>
          </p:nvSpPr>
          <p:spPr>
            <a:xfrm>
              <a:off x="4151579" y="4562564"/>
              <a:ext cx="903224" cy="319697"/>
            </a:xfrm>
            <a:custGeom>
              <a:avLst/>
              <a:gdLst/>
              <a:ahLst/>
              <a:cxnLst/>
              <a:rect l="0" t="0" r="r" b="b"/>
              <a:pathLst>
                <a:path w="10000" h="4129">
                  <a:moveTo>
                    <a:pt x="220" y="570"/>
                  </a:moveTo>
                  <a:lnTo>
                    <a:pt x="500" y="394"/>
                  </a:lnTo>
                  <a:lnTo>
                    <a:pt x="892" y="289"/>
                  </a:lnTo>
                  <a:lnTo>
                    <a:pt x="1363" y="238"/>
                  </a:lnTo>
                  <a:lnTo>
                    <a:pt x="1879" y="221"/>
                  </a:lnTo>
                  <a:lnTo>
                    <a:pt x="2407" y="220"/>
                  </a:lnTo>
                  <a:lnTo>
                    <a:pt x="2913" y="216"/>
                  </a:lnTo>
                  <a:lnTo>
                    <a:pt x="3418" y="226"/>
                  </a:lnTo>
                  <a:lnTo>
                    <a:pt x="3952" y="268"/>
                  </a:lnTo>
                  <a:lnTo>
                    <a:pt x="4499" y="327"/>
                  </a:lnTo>
                  <a:lnTo>
                    <a:pt x="5039" y="384"/>
                  </a:lnTo>
                  <a:lnTo>
                    <a:pt x="5556" y="423"/>
                  </a:lnTo>
                  <a:lnTo>
                    <a:pt x="6031" y="428"/>
                  </a:lnTo>
                  <a:lnTo>
                    <a:pt x="6465" y="378"/>
                  </a:lnTo>
                  <a:lnTo>
                    <a:pt x="6871" y="281"/>
                  </a:lnTo>
                  <a:lnTo>
                    <a:pt x="7253" y="167"/>
                  </a:lnTo>
                  <a:lnTo>
                    <a:pt x="7616" y="64"/>
                  </a:lnTo>
                  <a:lnTo>
                    <a:pt x="7963" y="0"/>
                  </a:lnTo>
                  <a:lnTo>
                    <a:pt x="8299" y="3"/>
                  </a:lnTo>
                  <a:lnTo>
                    <a:pt x="8654" y="78"/>
                  </a:lnTo>
                  <a:lnTo>
                    <a:pt x="9034" y="203"/>
                  </a:lnTo>
                  <a:lnTo>
                    <a:pt x="9397" y="366"/>
                  </a:lnTo>
                  <a:lnTo>
                    <a:pt x="9706" y="560"/>
                  </a:lnTo>
                  <a:lnTo>
                    <a:pt x="9919" y="773"/>
                  </a:lnTo>
                  <a:lnTo>
                    <a:pt x="10000" y="995"/>
                  </a:lnTo>
                  <a:lnTo>
                    <a:pt x="9929" y="1248"/>
                  </a:lnTo>
                  <a:lnTo>
                    <a:pt x="9737" y="1541"/>
                  </a:lnTo>
                  <a:lnTo>
                    <a:pt x="9450" y="1854"/>
                  </a:lnTo>
                  <a:lnTo>
                    <a:pt x="9097" y="2166"/>
                  </a:lnTo>
                  <a:lnTo>
                    <a:pt x="8704" y="2453"/>
                  </a:lnTo>
                  <a:lnTo>
                    <a:pt x="8299" y="2696"/>
                  </a:lnTo>
                  <a:lnTo>
                    <a:pt x="7861" y="2890"/>
                  </a:lnTo>
                  <a:lnTo>
                    <a:pt x="7364" y="3053"/>
                  </a:lnTo>
                  <a:lnTo>
                    <a:pt x="6828" y="3192"/>
                  </a:lnTo>
                  <a:lnTo>
                    <a:pt x="6272" y="3315"/>
                  </a:lnTo>
                  <a:lnTo>
                    <a:pt x="5717" y="3431"/>
                  </a:lnTo>
                  <a:lnTo>
                    <a:pt x="5181" y="3546"/>
                  </a:lnTo>
                  <a:lnTo>
                    <a:pt x="4645" y="3678"/>
                  </a:lnTo>
                  <a:lnTo>
                    <a:pt x="4089" y="3824"/>
                  </a:lnTo>
                  <a:lnTo>
                    <a:pt x="3533" y="3963"/>
                  </a:lnTo>
                  <a:lnTo>
                    <a:pt x="2997" y="4071"/>
                  </a:lnTo>
                  <a:lnTo>
                    <a:pt x="2500" y="4129"/>
                  </a:lnTo>
                  <a:lnTo>
                    <a:pt x="2062" y="4113"/>
                  </a:lnTo>
                  <a:lnTo>
                    <a:pt x="1679" y="4019"/>
                  </a:lnTo>
                  <a:lnTo>
                    <a:pt x="1333" y="3861"/>
                  </a:lnTo>
                  <a:lnTo>
                    <a:pt x="1026" y="3652"/>
                  </a:lnTo>
                  <a:lnTo>
                    <a:pt x="761" y="3404"/>
                  </a:lnTo>
                  <a:lnTo>
                    <a:pt x="539" y="3129"/>
                  </a:lnTo>
                  <a:lnTo>
                    <a:pt x="362" y="2838"/>
                  </a:lnTo>
                  <a:lnTo>
                    <a:pt x="215" y="2495"/>
                  </a:lnTo>
                  <a:lnTo>
                    <a:pt x="94" y="2084"/>
                  </a:lnTo>
                  <a:lnTo>
                    <a:pt x="16" y="1646"/>
                  </a:lnTo>
                  <a:lnTo>
                    <a:pt x="0" y="1221"/>
                  </a:lnTo>
                  <a:lnTo>
                    <a:pt x="62" y="849"/>
                  </a:lnTo>
                  <a:lnTo>
                    <a:pt x="220" y="570"/>
                  </a:lnTo>
                  <a:close/>
                </a:path>
              </a:pathLst>
            </a:custGeom>
            <a:gradFill rotWithShape="1">
              <a:gsLst>
                <a:gs pos="0">
                  <a:srgbClr val="B57F77"/>
                </a:gs>
                <a:gs pos="55000">
                  <a:srgbClr val="8E3B2F"/>
                </a:gs>
                <a:gs pos="100000">
                  <a:srgbClr val="632920"/>
                </a:gs>
              </a:gsLst>
              <a:path path="circle">
                <a:fillToRect l="40000" t="30000" r="60000" b="70000"/>
              </a:path>
            </a:gradFill>
            <a:ln w="25400" cap="rnd">
              <a:solidFill>
                <a:srgbClr val="471D17"/>
              </a:solidFill>
              <a:round/>
            </a:ln>
          </p:spPr>
        </p:sp>
        <p:sp>
          <p:nvSpPr>
            <p:cNvPr id="173" name="!!Intestino_2"/>
            <p:cNvSpPr/>
            <p:nvPr/>
          </p:nvSpPr>
          <p:spPr>
            <a:xfrm>
              <a:off x="4165092" y="4886554"/>
              <a:ext cx="806501" cy="186538"/>
            </a:xfrm>
            <a:custGeom>
              <a:avLst/>
              <a:gdLst/>
              <a:ahLst/>
              <a:cxnLst/>
              <a:rect l="0" t="0" r="r" b="b"/>
              <a:pathLst>
                <a:path w="6300" h="1700">
                  <a:moveTo>
                    <a:pt x="1900" y="450"/>
                  </a:moveTo>
                  <a:cubicBezTo>
                    <a:pt x="1900" y="698"/>
                    <a:pt x="1474" y="900"/>
                    <a:pt x="950" y="900"/>
                  </a:cubicBezTo>
                  <a:cubicBezTo>
                    <a:pt x="425" y="900"/>
                    <a:pt x="0" y="698"/>
                    <a:pt x="0" y="450"/>
                  </a:cubicBezTo>
                  <a:cubicBezTo>
                    <a:pt x="0" y="201"/>
                    <a:pt x="425" y="0"/>
                    <a:pt x="950" y="0"/>
                  </a:cubicBezTo>
                  <a:cubicBezTo>
                    <a:pt x="1474" y="0"/>
                    <a:pt x="1900" y="201"/>
                    <a:pt x="1900" y="450"/>
                  </a:cubicBezTo>
                  <a:close/>
                  <a:moveTo>
                    <a:pt x="4100" y="450"/>
                  </a:moveTo>
                  <a:cubicBezTo>
                    <a:pt x="4100" y="698"/>
                    <a:pt x="3674" y="900"/>
                    <a:pt x="3150" y="900"/>
                  </a:cubicBezTo>
                  <a:cubicBezTo>
                    <a:pt x="2625" y="900"/>
                    <a:pt x="2200" y="698"/>
                    <a:pt x="2200" y="450"/>
                  </a:cubicBezTo>
                  <a:cubicBezTo>
                    <a:pt x="2200" y="201"/>
                    <a:pt x="2625" y="0"/>
                    <a:pt x="3150" y="0"/>
                  </a:cubicBezTo>
                  <a:cubicBezTo>
                    <a:pt x="3674" y="0"/>
                    <a:pt x="4100" y="201"/>
                    <a:pt x="4100" y="450"/>
                  </a:cubicBezTo>
                  <a:close/>
                  <a:moveTo>
                    <a:pt x="6300" y="450"/>
                  </a:moveTo>
                  <a:cubicBezTo>
                    <a:pt x="6300" y="698"/>
                    <a:pt x="5874" y="900"/>
                    <a:pt x="5350" y="900"/>
                  </a:cubicBezTo>
                  <a:cubicBezTo>
                    <a:pt x="4825" y="900"/>
                    <a:pt x="4400" y="698"/>
                    <a:pt x="4400" y="450"/>
                  </a:cubicBezTo>
                  <a:cubicBezTo>
                    <a:pt x="4400" y="201"/>
                    <a:pt x="4825" y="0"/>
                    <a:pt x="5350" y="0"/>
                  </a:cubicBezTo>
                  <a:cubicBezTo>
                    <a:pt x="5874" y="0"/>
                    <a:pt x="6300" y="201"/>
                    <a:pt x="6300" y="450"/>
                  </a:cubicBezTo>
                  <a:close/>
                  <a:moveTo>
                    <a:pt x="1900" y="1250"/>
                  </a:moveTo>
                  <a:cubicBezTo>
                    <a:pt x="1900" y="1498"/>
                    <a:pt x="1474" y="1700"/>
                    <a:pt x="950" y="1700"/>
                  </a:cubicBezTo>
                  <a:cubicBezTo>
                    <a:pt x="425" y="1700"/>
                    <a:pt x="0" y="1498"/>
                    <a:pt x="0" y="1250"/>
                  </a:cubicBezTo>
                  <a:cubicBezTo>
                    <a:pt x="0" y="1001"/>
                    <a:pt x="425" y="800"/>
                    <a:pt x="950" y="800"/>
                  </a:cubicBezTo>
                  <a:cubicBezTo>
                    <a:pt x="1474" y="800"/>
                    <a:pt x="1900" y="1001"/>
                    <a:pt x="1900" y="1250"/>
                  </a:cubicBezTo>
                  <a:close/>
                  <a:moveTo>
                    <a:pt x="4100" y="1250"/>
                  </a:moveTo>
                  <a:cubicBezTo>
                    <a:pt x="4100" y="1498"/>
                    <a:pt x="3674" y="1700"/>
                    <a:pt x="3150" y="1700"/>
                  </a:cubicBezTo>
                  <a:cubicBezTo>
                    <a:pt x="2625" y="1700"/>
                    <a:pt x="2200" y="1498"/>
                    <a:pt x="2200" y="1250"/>
                  </a:cubicBezTo>
                  <a:cubicBezTo>
                    <a:pt x="2200" y="1001"/>
                    <a:pt x="2625" y="800"/>
                    <a:pt x="3150" y="800"/>
                  </a:cubicBezTo>
                  <a:cubicBezTo>
                    <a:pt x="3674" y="800"/>
                    <a:pt x="4100" y="1001"/>
                    <a:pt x="4100" y="1250"/>
                  </a:cubicBezTo>
                  <a:close/>
                  <a:moveTo>
                    <a:pt x="6300" y="1250"/>
                  </a:moveTo>
                  <a:cubicBezTo>
                    <a:pt x="6300" y="1498"/>
                    <a:pt x="5874" y="1700"/>
                    <a:pt x="5350" y="1700"/>
                  </a:cubicBezTo>
                  <a:cubicBezTo>
                    <a:pt x="4825" y="1700"/>
                    <a:pt x="4400" y="1498"/>
                    <a:pt x="4400" y="1250"/>
                  </a:cubicBezTo>
                  <a:cubicBezTo>
                    <a:pt x="4400" y="1001"/>
                    <a:pt x="4825" y="800"/>
                    <a:pt x="5350" y="800"/>
                  </a:cubicBezTo>
                  <a:cubicBezTo>
                    <a:pt x="5874" y="800"/>
                    <a:pt x="6300" y="1001"/>
                    <a:pt x="6300" y="1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D0CC"/>
                </a:gs>
                <a:gs pos="55000">
                  <a:srgbClr val="F5B7B1"/>
                </a:gs>
                <a:gs pos="100000">
                  <a:srgbClr val="C4928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7A5B58"/>
              </a:solidFill>
              <a:round/>
            </a:ln>
          </p:spPr>
        </p:sp>
      </p:grpSp>
      <p:grpSp>
        <p:nvGrpSpPr>
          <p:cNvPr id="174" name="Causa Otras causas"/>
          <p:cNvGrpSpPr/>
          <p:nvPr/>
        </p:nvGrpSpPr>
        <p:grpSpPr>
          <a:xfrm>
            <a:off x="6181344" y="3611880"/>
            <a:ext cx="2743200" cy="2514600"/>
            <a:chOff x="6181344" y="3611880"/>
            <a:chExt cx="2743200" cy="2514600"/>
          </a:xfrm>
        </p:grpSpPr>
        <p:grpSp>
          <p:nvGrpSpPr>
            <p:cNvPr id="175" name="Recuadro Otras causas"/>
            <p:cNvGrpSpPr/>
            <p:nvPr/>
          </p:nvGrpSpPr>
          <p:grpSpPr>
            <a:xfrm>
              <a:off x="6181344" y="3611880"/>
              <a:ext cx="2743200" cy="2514600"/>
              <a:chOff x="6181344" y="3611880"/>
              <a:chExt cx="2743200" cy="2514600"/>
            </a:xfrm>
          </p:grpSpPr>
          <p:sp>
            <p:nvSpPr>
              <p:cNvPr id="176" name="Forma 175"/>
              <p:cNvSpPr/>
              <p:nvPr/>
            </p:nvSpPr>
            <p:spPr>
              <a:xfrm>
                <a:off x="6181344" y="397764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Sarcoidosis · posparto · cirugía de revascularización miocárdica (clasificación en revisión).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77" name="Forma 176"/>
              <p:cNvSpPr/>
              <p:nvPr/>
            </p:nvSpPr>
            <p:spPr>
              <a:xfrm>
                <a:off x="6181344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83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OTRAS CAUSAS</a:t>
                </a:r>
                <a:endParaRPr lang="es-AR" sz="1500" dirty="0">
                  <a:latin typeface="Mali"/>
                </a:endParaRPr>
              </a:p>
            </p:txBody>
          </p:sp>
        </p:grpSp>
      </p:grpSp>
      <p:grpSp>
        <p:nvGrpSpPr>
          <p:cNvPr id="178" name="Causa TEP"/>
          <p:cNvGrpSpPr/>
          <p:nvPr/>
        </p:nvGrpSpPr>
        <p:grpSpPr>
          <a:xfrm>
            <a:off x="9089136" y="3611880"/>
            <a:ext cx="2743200" cy="2514600"/>
            <a:chOff x="9089136" y="3611880"/>
            <a:chExt cx="2743200" cy="2514600"/>
          </a:xfrm>
        </p:grpSpPr>
        <p:grpSp>
          <p:nvGrpSpPr>
            <p:cNvPr id="179" name="Recuadro TEP"/>
            <p:cNvGrpSpPr/>
            <p:nvPr/>
          </p:nvGrpSpPr>
          <p:grpSpPr>
            <a:xfrm>
              <a:off x="9089136" y="3611880"/>
              <a:ext cx="2743200" cy="2514600"/>
              <a:chOff x="9089136" y="3611880"/>
              <a:chExt cx="2743200" cy="2514600"/>
            </a:xfrm>
          </p:grpSpPr>
          <p:sp>
            <p:nvSpPr>
              <p:cNvPr id="180" name="Forma 179"/>
              <p:cNvSpPr/>
              <p:nvPr/>
            </p:nvSpPr>
            <p:spPr>
              <a:xfrm>
                <a:off x="9089136" y="3977640"/>
                <a:ext cx="2743200" cy="214884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65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Puede dar </a:t>
                </a: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trasudado o exudado</a:t>
                </a: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81" name="Forma 180"/>
              <p:cNvSpPr/>
              <p:nvPr/>
            </p:nvSpPr>
            <p:spPr>
              <a:xfrm>
                <a:off x="9089136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83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TEP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182" name="ParedToracica_3"/>
            <p:cNvSpPr/>
            <p:nvPr/>
          </p:nvSpPr>
          <p:spPr>
            <a:xfrm>
              <a:off x="9916302" y="411480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3" name="Mediastino_3"/>
            <p:cNvSpPr/>
            <p:nvPr/>
          </p:nvSpPr>
          <p:spPr>
            <a:xfrm>
              <a:off x="10258654" y="417766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84" name="Costillas_3"/>
            <p:cNvGrpSpPr/>
            <p:nvPr/>
          </p:nvGrpSpPr>
          <p:grpSpPr>
            <a:xfrm>
              <a:off x="9937699" y="4206240"/>
              <a:ext cx="1046074" cy="941832"/>
              <a:chOff x="9937699" y="4206240"/>
              <a:chExt cx="1046074" cy="941832"/>
            </a:xfrm>
          </p:grpSpPr>
          <p:sp>
            <p:nvSpPr>
              <p:cNvPr id="185" name="Forma 184"/>
              <p:cNvSpPr/>
              <p:nvPr/>
            </p:nvSpPr>
            <p:spPr>
              <a:xfrm>
                <a:off x="9937699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86" name="Forma 185"/>
              <p:cNvSpPr/>
              <p:nvPr/>
            </p:nvSpPr>
            <p:spPr>
              <a:xfrm>
                <a:off x="9937699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87" name="EspacioPleuralD_3"/>
            <p:cNvSpPr/>
            <p:nvPr/>
          </p:nvSpPr>
          <p:spPr>
            <a:xfrm>
              <a:off x="10003079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88" name="EspacioPleuralI_3"/>
            <p:cNvSpPr/>
            <p:nvPr/>
          </p:nvSpPr>
          <p:spPr>
            <a:xfrm>
              <a:off x="10541497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89" name="Aorta_3"/>
            <p:cNvSpPr/>
            <p:nvPr/>
          </p:nvSpPr>
          <p:spPr>
            <a:xfrm>
              <a:off x="10462837" y="435241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90" name="Traquea_3"/>
            <p:cNvGrpSpPr/>
            <p:nvPr/>
          </p:nvGrpSpPr>
          <p:grpSpPr>
            <a:xfrm>
              <a:off x="10319284" y="4114800"/>
              <a:ext cx="282904" cy="490342"/>
              <a:chOff x="10319284" y="4114800"/>
              <a:chExt cx="282904" cy="490342"/>
            </a:xfrm>
          </p:grpSpPr>
          <p:sp>
            <p:nvSpPr>
              <p:cNvPr id="191" name="Forma 190"/>
              <p:cNvSpPr/>
              <p:nvPr/>
            </p:nvSpPr>
            <p:spPr>
              <a:xfrm>
                <a:off x="10319284" y="411480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92" name="Forma 191"/>
              <p:cNvSpPr/>
              <p:nvPr/>
            </p:nvSpPr>
            <p:spPr>
              <a:xfrm>
                <a:off x="10439339" y="414909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93" name="PulmonDerecho_3"/>
            <p:cNvGrpSpPr/>
            <p:nvPr/>
          </p:nvGrpSpPr>
          <p:grpSpPr>
            <a:xfrm>
              <a:off x="10016155" y="4227631"/>
              <a:ext cx="376558" cy="830259"/>
              <a:chOff x="10016155" y="4227631"/>
              <a:chExt cx="376558" cy="830259"/>
            </a:xfrm>
          </p:grpSpPr>
          <p:sp>
            <p:nvSpPr>
              <p:cNvPr id="194" name="Forma 193"/>
              <p:cNvSpPr/>
              <p:nvPr/>
            </p:nvSpPr>
            <p:spPr>
              <a:xfrm>
                <a:off x="10016155" y="4227631"/>
                <a:ext cx="376558" cy="830259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95" name="Forma 194"/>
              <p:cNvSpPr/>
              <p:nvPr/>
            </p:nvSpPr>
            <p:spPr>
              <a:xfrm>
                <a:off x="10040511" y="430911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6" name="Forma 195"/>
              <p:cNvSpPr/>
              <p:nvPr/>
            </p:nvSpPr>
            <p:spPr>
              <a:xfrm>
                <a:off x="10025090" y="4589145"/>
                <a:ext cx="316774" cy="348150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97" name="PleuraVisceralD_3"/>
            <p:cNvSpPr/>
            <p:nvPr/>
          </p:nvSpPr>
          <p:spPr>
            <a:xfrm>
              <a:off x="10016155" y="4227631"/>
              <a:ext cx="376558" cy="830259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98" name="PulmonIzquierdo_3"/>
            <p:cNvGrpSpPr/>
            <p:nvPr/>
          </p:nvGrpSpPr>
          <p:grpSpPr>
            <a:xfrm>
              <a:off x="10554575" y="4227631"/>
              <a:ext cx="350742" cy="857725"/>
              <a:chOff x="10554575" y="4227631"/>
              <a:chExt cx="350742" cy="857725"/>
            </a:xfrm>
          </p:grpSpPr>
          <p:sp>
            <p:nvSpPr>
              <p:cNvPr id="199" name="Forma 198"/>
              <p:cNvSpPr/>
              <p:nvPr/>
            </p:nvSpPr>
            <p:spPr>
              <a:xfrm>
                <a:off x="10554575" y="422763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00" name="Forma 199"/>
              <p:cNvSpPr/>
              <p:nvPr/>
            </p:nvSpPr>
            <p:spPr>
              <a:xfrm>
                <a:off x="10585552" y="430911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01" name="Forma 200"/>
              <p:cNvSpPr/>
              <p:nvPr/>
            </p:nvSpPr>
            <p:spPr>
              <a:xfrm>
                <a:off x="10589118" y="460629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2" name="PleuraVisceralI_3"/>
            <p:cNvSpPr/>
            <p:nvPr/>
          </p:nvSpPr>
          <p:spPr>
            <a:xfrm>
              <a:off x="10554575" y="422763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03" name="PleuraParietalD_3"/>
            <p:cNvSpPr/>
            <p:nvPr/>
          </p:nvSpPr>
          <p:spPr>
            <a:xfrm>
              <a:off x="10003079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04" name="PleuraParietalI_3"/>
            <p:cNvSpPr/>
            <p:nvPr/>
          </p:nvSpPr>
          <p:spPr>
            <a:xfrm>
              <a:off x="10541497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05" name="VenaCavaSup_3"/>
            <p:cNvSpPr/>
            <p:nvPr/>
          </p:nvSpPr>
          <p:spPr>
            <a:xfrm>
              <a:off x="10390606" y="431440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06" name="VenaCavaInf_3"/>
            <p:cNvSpPr/>
            <p:nvPr/>
          </p:nvSpPr>
          <p:spPr>
            <a:xfrm>
              <a:off x="10401310" y="494868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207" name="Corazon_3"/>
            <p:cNvGrpSpPr/>
            <p:nvPr/>
          </p:nvGrpSpPr>
          <p:grpSpPr>
            <a:xfrm>
              <a:off x="10396633" y="4671655"/>
              <a:ext cx="316111" cy="323572"/>
              <a:chOff x="10396633" y="4671655"/>
              <a:chExt cx="316111" cy="323572"/>
            </a:xfrm>
          </p:grpSpPr>
          <p:sp>
            <p:nvSpPr>
              <p:cNvPr id="208" name="Forma 207"/>
              <p:cNvSpPr/>
              <p:nvPr/>
            </p:nvSpPr>
            <p:spPr>
              <a:xfrm>
                <a:off x="10396633" y="467165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09" name="Forma 208"/>
              <p:cNvSpPr/>
              <p:nvPr/>
            </p:nvSpPr>
            <p:spPr>
              <a:xfrm>
                <a:off x="10561777" y="469544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grpSp>
          <p:nvGrpSpPr>
            <p:cNvPr id="210" name="Embolo"/>
            <p:cNvGrpSpPr/>
            <p:nvPr/>
          </p:nvGrpSpPr>
          <p:grpSpPr>
            <a:xfrm>
              <a:off x="10269352" y="4576572"/>
              <a:ext cx="61813" cy="36576"/>
              <a:chOff x="10269352" y="4576572"/>
              <a:chExt cx="61813" cy="36576"/>
            </a:xfrm>
          </p:grpSpPr>
          <p:sp>
            <p:nvSpPr>
              <p:cNvPr id="211" name="Forma 210"/>
              <p:cNvSpPr/>
              <p:nvPr/>
            </p:nvSpPr>
            <p:spPr>
              <a:xfrm>
                <a:off x="10269352" y="4576572"/>
                <a:ext cx="61813" cy="36576"/>
              </a:xfrm>
              <a:custGeom>
                <a:avLst/>
                <a:gdLst/>
                <a:ahLst/>
                <a:cxnLst/>
                <a:rect l="0" t="0" r="r" b="b"/>
                <a:pathLst>
                  <a:path w="520" h="320">
                    <a:moveTo>
                      <a:pt x="520" y="160"/>
                    </a:moveTo>
                    <a:cubicBezTo>
                      <a:pt x="520" y="248"/>
                      <a:pt x="403" y="320"/>
                      <a:pt x="260" y="320"/>
                    </a:cubicBezTo>
                    <a:cubicBezTo>
                      <a:pt x="116" y="320"/>
                      <a:pt x="0" y="248"/>
                      <a:pt x="0" y="160"/>
                    </a:cubicBezTo>
                    <a:cubicBezTo>
                      <a:pt x="0" y="71"/>
                      <a:pt x="116" y="0"/>
                      <a:pt x="260" y="0"/>
                    </a:cubicBezTo>
                    <a:cubicBezTo>
                      <a:pt x="403" y="0"/>
                      <a:pt x="520" y="71"/>
                      <a:pt x="520" y="16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995E59"/>
                  </a:gs>
                  <a:gs pos="55000">
                    <a:srgbClr val="6E1A12"/>
                  </a:gs>
                  <a:gs pos="100000">
                    <a:srgbClr val="4D120C"/>
                  </a:gs>
                </a:gsLst>
                <a:path path="circle">
                  <a:fillToRect l="32000" t="28000" r="68000" b="72000"/>
                </a:path>
              </a:gradFill>
              <a:ln w="19050" cap="rnd">
                <a:solidFill>
                  <a:srgbClr val="3B0D08"/>
                </a:solidFill>
                <a:round/>
              </a:ln>
            </p:spPr>
          </p:sp>
        </p:grpSp>
        <p:sp>
          <p:nvSpPr>
            <p:cNvPr id="212" name="Diafragma_3"/>
            <p:cNvSpPr/>
            <p:nvPr/>
          </p:nvSpPr>
          <p:spPr>
            <a:xfrm>
              <a:off x="10026855" y="494012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213" name="Clavículas_3"/>
            <p:cNvGrpSpPr/>
            <p:nvPr/>
          </p:nvGrpSpPr>
          <p:grpSpPr>
            <a:xfrm>
              <a:off x="10104120" y="4160520"/>
              <a:ext cx="713232" cy="45720"/>
              <a:chOff x="10104120" y="4160520"/>
              <a:chExt cx="713232" cy="45720"/>
            </a:xfrm>
          </p:grpSpPr>
          <p:sp>
            <p:nvSpPr>
              <p:cNvPr id="214" name="Forma 213"/>
              <p:cNvSpPr/>
              <p:nvPr/>
            </p:nvSpPr>
            <p:spPr>
              <a:xfrm>
                <a:off x="10104120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215" name="Forma 214"/>
              <p:cNvSpPr/>
              <p:nvPr/>
            </p:nvSpPr>
            <p:spPr>
              <a:xfrm>
                <a:off x="10104120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333334" y="91440"/>
            <a:ext cx="469376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CAUSAS DE TRASUDADO</a:t>
            </a:r>
            <a:endParaRPr lang="es-AR" sz="2400" dirty="0">
              <a:latin typeface="Mali"/>
            </a:endParaRPr>
          </a:p>
        </p:txBody>
      </p:sp>
      <p:sp>
        <p:nvSpPr>
          <p:cNvPr id="21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usa Neoplasias"/>
          <p:cNvGrpSpPr/>
          <p:nvPr/>
        </p:nvGrpSpPr>
        <p:grpSpPr>
          <a:xfrm>
            <a:off x="365760" y="914400"/>
            <a:ext cx="2743200" cy="2514600"/>
            <a:chOff x="365760" y="914400"/>
            <a:chExt cx="2743200" cy="2514600"/>
          </a:xfrm>
        </p:grpSpPr>
        <p:grpSp>
          <p:nvGrpSpPr>
            <p:cNvPr id="5" name="Recuadro Neoplasias"/>
            <p:cNvGrpSpPr/>
            <p:nvPr/>
          </p:nvGrpSpPr>
          <p:grpSpPr>
            <a:xfrm>
              <a:off x="365760" y="914400"/>
              <a:ext cx="2743200" cy="2514600"/>
              <a:chOff x="365760" y="914400"/>
              <a:chExt cx="2743200" cy="25146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365760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07"/>
                  </a:lnSpc>
                  <a:spcAft>
                    <a:spcPts val="300"/>
                  </a:spcAft>
                  <a:buNone/>
                </a:pP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Cáncer de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mama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pulmón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linfomas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; mesotelioma.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7" name="Forma 6"/>
              <p:cNvSpPr/>
              <p:nvPr/>
            </p:nvSpPr>
            <p:spPr>
              <a:xfrm>
                <a:off x="365760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769"/>
                  </a:lnSpc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NEOPLASIAS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8" name="ParedToracica"/>
            <p:cNvSpPr/>
            <p:nvPr/>
          </p:nvSpPr>
          <p:spPr>
            <a:xfrm>
              <a:off x="1192926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" name="Mediastino"/>
            <p:cNvSpPr/>
            <p:nvPr/>
          </p:nvSpPr>
          <p:spPr>
            <a:xfrm>
              <a:off x="1535278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0" name="Costillas"/>
            <p:cNvGrpSpPr/>
            <p:nvPr/>
          </p:nvGrpSpPr>
          <p:grpSpPr>
            <a:xfrm>
              <a:off x="1214323" y="1508760"/>
              <a:ext cx="1046074" cy="941832"/>
              <a:chOff x="1214323" y="1508760"/>
              <a:chExt cx="1046074" cy="941832"/>
            </a:xfrm>
          </p:grpSpPr>
          <p:sp>
            <p:nvSpPr>
              <p:cNvPr id="11" name="Forma 10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2" name="Forma 11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3" name="EspacioPleur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4" name="EspacioPleur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5" name="Aorta"/>
            <p:cNvSpPr/>
            <p:nvPr/>
          </p:nvSpPr>
          <p:spPr>
            <a:xfrm>
              <a:off x="1739461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6" name="Traquea"/>
            <p:cNvGrpSpPr/>
            <p:nvPr/>
          </p:nvGrpSpPr>
          <p:grpSpPr>
            <a:xfrm>
              <a:off x="1595908" y="1417320"/>
              <a:ext cx="282904" cy="490342"/>
              <a:chOff x="1595908" y="1417320"/>
              <a:chExt cx="282904" cy="490342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595908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1715963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9" name="LiquidoPleuralD"/>
            <p:cNvSpPr/>
            <p:nvPr/>
          </p:nvSpPr>
          <p:spPr>
            <a:xfrm>
              <a:off x="1280892" y="1942152"/>
              <a:ext cx="399410" cy="434288"/>
            </a:xfrm>
            <a:custGeom>
              <a:avLst/>
              <a:gdLst/>
              <a:ahLst/>
              <a:cxnLst/>
              <a:rect l="0" t="0" r="r" b="b"/>
              <a:pathLst>
                <a:path w="8843" h="10000">
                  <a:moveTo>
                    <a:pt x="19" y="634"/>
                  </a:moveTo>
                  <a:lnTo>
                    <a:pt x="0" y="1074"/>
                  </a:lnTo>
                  <a:lnTo>
                    <a:pt x="0" y="3706"/>
                  </a:lnTo>
                  <a:lnTo>
                    <a:pt x="21" y="4136"/>
                  </a:lnTo>
                  <a:lnTo>
                    <a:pt x="50" y="4567"/>
                  </a:lnTo>
                  <a:lnTo>
                    <a:pt x="85" y="4994"/>
                  </a:lnTo>
                  <a:lnTo>
                    <a:pt x="124" y="5413"/>
                  </a:lnTo>
                  <a:lnTo>
                    <a:pt x="166" y="5819"/>
                  </a:lnTo>
                  <a:lnTo>
                    <a:pt x="210" y="6206"/>
                  </a:lnTo>
                  <a:lnTo>
                    <a:pt x="256" y="6577"/>
                  </a:lnTo>
                  <a:lnTo>
                    <a:pt x="306" y="6933"/>
                  </a:lnTo>
                  <a:lnTo>
                    <a:pt x="358" y="7277"/>
                  </a:lnTo>
                  <a:lnTo>
                    <a:pt x="413" y="7608"/>
                  </a:lnTo>
                  <a:lnTo>
                    <a:pt x="469" y="7926"/>
                  </a:lnTo>
                  <a:lnTo>
                    <a:pt x="526" y="8233"/>
                  </a:lnTo>
                  <a:lnTo>
                    <a:pt x="583" y="8540"/>
                  </a:lnTo>
                  <a:lnTo>
                    <a:pt x="641" y="8851"/>
                  </a:lnTo>
                  <a:lnTo>
                    <a:pt x="700" y="9149"/>
                  </a:lnTo>
                  <a:lnTo>
                    <a:pt x="762" y="9419"/>
                  </a:lnTo>
                  <a:lnTo>
                    <a:pt x="826" y="9645"/>
                  </a:lnTo>
                  <a:lnTo>
                    <a:pt x="894" y="9812"/>
                  </a:lnTo>
                  <a:lnTo>
                    <a:pt x="959" y="9920"/>
                  </a:lnTo>
                  <a:lnTo>
                    <a:pt x="1017" y="9982"/>
                  </a:lnTo>
                  <a:lnTo>
                    <a:pt x="1079" y="10000"/>
                  </a:lnTo>
                  <a:lnTo>
                    <a:pt x="1152" y="9976"/>
                  </a:lnTo>
                  <a:lnTo>
                    <a:pt x="1245" y="9913"/>
                  </a:lnTo>
                  <a:lnTo>
                    <a:pt x="1368" y="9812"/>
                  </a:lnTo>
                  <a:lnTo>
                    <a:pt x="1519" y="9655"/>
                  </a:lnTo>
                  <a:lnTo>
                    <a:pt x="1692" y="9436"/>
                  </a:lnTo>
                  <a:lnTo>
                    <a:pt x="1885" y="9177"/>
                  </a:lnTo>
                  <a:lnTo>
                    <a:pt x="2097" y="8902"/>
                  </a:lnTo>
                  <a:lnTo>
                    <a:pt x="2329" y="8632"/>
                  </a:lnTo>
                  <a:lnTo>
                    <a:pt x="2579" y="8391"/>
                  </a:lnTo>
                  <a:lnTo>
                    <a:pt x="2856" y="8165"/>
                  </a:lnTo>
                  <a:lnTo>
                    <a:pt x="3162" y="7935"/>
                  </a:lnTo>
                  <a:lnTo>
                    <a:pt x="3487" y="7710"/>
                  </a:lnTo>
                  <a:lnTo>
                    <a:pt x="3821" y="7502"/>
                  </a:lnTo>
                  <a:lnTo>
                    <a:pt x="4153" y="7322"/>
                  </a:lnTo>
                  <a:lnTo>
                    <a:pt x="4474" y="7180"/>
                  </a:lnTo>
                  <a:lnTo>
                    <a:pt x="4787" y="7078"/>
                  </a:lnTo>
                  <a:lnTo>
                    <a:pt x="5101" y="7007"/>
                  </a:lnTo>
                  <a:lnTo>
                    <a:pt x="5415" y="6963"/>
                  </a:lnTo>
                  <a:lnTo>
                    <a:pt x="5723" y="6944"/>
                  </a:lnTo>
                  <a:lnTo>
                    <a:pt x="6025" y="6947"/>
                  </a:lnTo>
                  <a:lnTo>
                    <a:pt x="6316" y="6970"/>
                  </a:lnTo>
                  <a:lnTo>
                    <a:pt x="6602" y="7019"/>
                  </a:lnTo>
                  <a:lnTo>
                    <a:pt x="6885" y="7100"/>
                  </a:lnTo>
                  <a:lnTo>
                    <a:pt x="7161" y="7203"/>
                  </a:lnTo>
                  <a:lnTo>
                    <a:pt x="7425" y="7319"/>
                  </a:lnTo>
                  <a:lnTo>
                    <a:pt x="7671" y="7437"/>
                  </a:lnTo>
                  <a:lnTo>
                    <a:pt x="7895" y="7549"/>
                  </a:lnTo>
                  <a:lnTo>
                    <a:pt x="8102" y="7699"/>
                  </a:lnTo>
                  <a:lnTo>
                    <a:pt x="8297" y="7903"/>
                  </a:lnTo>
                  <a:lnTo>
                    <a:pt x="8474" y="8111"/>
                  </a:lnTo>
                  <a:lnTo>
                    <a:pt x="8628" y="8270"/>
                  </a:lnTo>
                  <a:lnTo>
                    <a:pt x="8753" y="8328"/>
                  </a:lnTo>
                  <a:lnTo>
                    <a:pt x="8843" y="8233"/>
                  </a:lnTo>
                  <a:lnTo>
                    <a:pt x="8843" y="6715"/>
                  </a:lnTo>
                  <a:lnTo>
                    <a:pt x="8819" y="6398"/>
                  </a:lnTo>
                  <a:lnTo>
                    <a:pt x="8773" y="5815"/>
                  </a:lnTo>
                  <a:lnTo>
                    <a:pt x="8737" y="5285"/>
                  </a:lnTo>
                  <a:lnTo>
                    <a:pt x="8708" y="4800"/>
                  </a:lnTo>
                  <a:lnTo>
                    <a:pt x="8675" y="4316"/>
                  </a:lnTo>
                  <a:lnTo>
                    <a:pt x="8639" y="3834"/>
                  </a:lnTo>
                  <a:lnTo>
                    <a:pt x="8601" y="3353"/>
                  </a:lnTo>
                  <a:lnTo>
                    <a:pt x="8563" y="2872"/>
                  </a:lnTo>
                  <a:lnTo>
                    <a:pt x="8561" y="2852"/>
                  </a:lnTo>
                  <a:lnTo>
                    <a:pt x="8400" y="2849"/>
                  </a:lnTo>
                  <a:lnTo>
                    <a:pt x="8179" y="2844"/>
                  </a:lnTo>
                  <a:lnTo>
                    <a:pt x="7958" y="2835"/>
                  </a:lnTo>
                  <a:lnTo>
                    <a:pt x="7737" y="2823"/>
                  </a:lnTo>
                  <a:lnTo>
                    <a:pt x="7516" y="2809"/>
                  </a:lnTo>
                  <a:lnTo>
                    <a:pt x="7295" y="2791"/>
                  </a:lnTo>
                  <a:lnTo>
                    <a:pt x="7074" y="2769"/>
                  </a:lnTo>
                  <a:lnTo>
                    <a:pt x="6853" y="2744"/>
                  </a:lnTo>
                  <a:lnTo>
                    <a:pt x="6632" y="2716"/>
                  </a:lnTo>
                  <a:lnTo>
                    <a:pt x="6411" y="2684"/>
                  </a:lnTo>
                  <a:lnTo>
                    <a:pt x="6190" y="2648"/>
                  </a:lnTo>
                  <a:lnTo>
                    <a:pt x="5969" y="2609"/>
                  </a:lnTo>
                  <a:lnTo>
                    <a:pt x="5747" y="2566"/>
                  </a:lnTo>
                  <a:lnTo>
                    <a:pt x="5526" y="2519"/>
                  </a:lnTo>
                  <a:lnTo>
                    <a:pt x="5305" y="2468"/>
                  </a:lnTo>
                  <a:lnTo>
                    <a:pt x="5084" y="2413"/>
                  </a:lnTo>
                  <a:lnTo>
                    <a:pt x="4863" y="2354"/>
                  </a:lnTo>
                  <a:lnTo>
                    <a:pt x="4642" y="2290"/>
                  </a:lnTo>
                  <a:lnTo>
                    <a:pt x="4421" y="2223"/>
                  </a:lnTo>
                  <a:lnTo>
                    <a:pt x="4200" y="2152"/>
                  </a:lnTo>
                  <a:lnTo>
                    <a:pt x="3979" y="2076"/>
                  </a:lnTo>
                  <a:lnTo>
                    <a:pt x="3758" y="1996"/>
                  </a:lnTo>
                  <a:lnTo>
                    <a:pt x="3728" y="1985"/>
                  </a:lnTo>
                  <a:lnTo>
                    <a:pt x="3554" y="2077"/>
                  </a:lnTo>
                  <a:lnTo>
                    <a:pt x="3547" y="2081"/>
                  </a:lnTo>
                  <a:lnTo>
                    <a:pt x="3279" y="2235"/>
                  </a:lnTo>
                  <a:lnTo>
                    <a:pt x="3272" y="2239"/>
                  </a:lnTo>
                  <a:lnTo>
                    <a:pt x="3030" y="2390"/>
                  </a:lnTo>
                  <a:lnTo>
                    <a:pt x="3016" y="2399"/>
                  </a:lnTo>
                  <a:lnTo>
                    <a:pt x="2799" y="2560"/>
                  </a:lnTo>
                  <a:lnTo>
                    <a:pt x="2784" y="2571"/>
                  </a:lnTo>
                  <a:lnTo>
                    <a:pt x="2583" y="2751"/>
                  </a:lnTo>
                  <a:lnTo>
                    <a:pt x="2575" y="2758"/>
                  </a:lnTo>
                  <a:lnTo>
                    <a:pt x="2389" y="2942"/>
                  </a:lnTo>
                  <a:lnTo>
                    <a:pt x="2387" y="2944"/>
                  </a:lnTo>
                  <a:lnTo>
                    <a:pt x="2220" y="3115"/>
                  </a:lnTo>
                  <a:lnTo>
                    <a:pt x="2219" y="3116"/>
                  </a:lnTo>
                  <a:lnTo>
                    <a:pt x="2077" y="3254"/>
                  </a:lnTo>
                  <a:lnTo>
                    <a:pt x="2073" y="3257"/>
                  </a:lnTo>
                  <a:lnTo>
                    <a:pt x="1960" y="3347"/>
                  </a:lnTo>
                  <a:lnTo>
                    <a:pt x="1955" y="3350"/>
                  </a:lnTo>
                  <a:lnTo>
                    <a:pt x="1921" y="3372"/>
                  </a:lnTo>
                  <a:lnTo>
                    <a:pt x="1917" y="3374"/>
                  </a:lnTo>
                  <a:lnTo>
                    <a:pt x="1912" y="3376"/>
                  </a:lnTo>
                  <a:lnTo>
                    <a:pt x="1908" y="3378"/>
                  </a:lnTo>
                  <a:lnTo>
                    <a:pt x="1903" y="3379"/>
                  </a:lnTo>
                  <a:lnTo>
                    <a:pt x="1898" y="3379"/>
                  </a:lnTo>
                  <a:lnTo>
                    <a:pt x="1892" y="3380"/>
                  </a:lnTo>
                  <a:lnTo>
                    <a:pt x="1887" y="3379"/>
                  </a:lnTo>
                  <a:lnTo>
                    <a:pt x="1882" y="3378"/>
                  </a:lnTo>
                  <a:lnTo>
                    <a:pt x="1878" y="3377"/>
                  </a:lnTo>
                  <a:lnTo>
                    <a:pt x="1873" y="3375"/>
                  </a:lnTo>
                  <a:lnTo>
                    <a:pt x="1868" y="3373"/>
                  </a:lnTo>
                  <a:lnTo>
                    <a:pt x="1864" y="3371"/>
                  </a:lnTo>
                  <a:lnTo>
                    <a:pt x="1860" y="3367"/>
                  </a:lnTo>
                  <a:lnTo>
                    <a:pt x="1856" y="3364"/>
                  </a:lnTo>
                  <a:lnTo>
                    <a:pt x="1853" y="3360"/>
                  </a:lnTo>
                  <a:lnTo>
                    <a:pt x="1850" y="3356"/>
                  </a:lnTo>
                  <a:lnTo>
                    <a:pt x="1847" y="3352"/>
                  </a:lnTo>
                  <a:lnTo>
                    <a:pt x="1818" y="3298"/>
                  </a:lnTo>
                  <a:lnTo>
                    <a:pt x="1816" y="3292"/>
                  </a:lnTo>
                  <a:lnTo>
                    <a:pt x="1765" y="3156"/>
                  </a:lnTo>
                  <a:lnTo>
                    <a:pt x="1764" y="3152"/>
                  </a:lnTo>
                  <a:lnTo>
                    <a:pt x="1712" y="2979"/>
                  </a:lnTo>
                  <a:lnTo>
                    <a:pt x="1711" y="2977"/>
                  </a:lnTo>
                  <a:lnTo>
                    <a:pt x="1660" y="2781"/>
                  </a:lnTo>
                  <a:lnTo>
                    <a:pt x="1660" y="2780"/>
                  </a:lnTo>
                  <a:lnTo>
                    <a:pt x="1610" y="2573"/>
                  </a:lnTo>
                  <a:lnTo>
                    <a:pt x="1560" y="2367"/>
                  </a:lnTo>
                  <a:lnTo>
                    <a:pt x="1510" y="2163"/>
                  </a:lnTo>
                  <a:lnTo>
                    <a:pt x="1510" y="2162"/>
                  </a:lnTo>
                  <a:lnTo>
                    <a:pt x="1461" y="1951"/>
                  </a:lnTo>
                  <a:lnTo>
                    <a:pt x="1461" y="1950"/>
                  </a:lnTo>
                  <a:lnTo>
                    <a:pt x="1413" y="1730"/>
                  </a:lnTo>
                  <a:lnTo>
                    <a:pt x="1413" y="1729"/>
                  </a:lnTo>
                  <a:lnTo>
                    <a:pt x="1367" y="1502"/>
                  </a:lnTo>
                  <a:lnTo>
                    <a:pt x="1367" y="1501"/>
                  </a:lnTo>
                  <a:lnTo>
                    <a:pt x="1324" y="1264"/>
                  </a:lnTo>
                  <a:lnTo>
                    <a:pt x="1324" y="1263"/>
                  </a:lnTo>
                  <a:lnTo>
                    <a:pt x="1284" y="1018"/>
                  </a:lnTo>
                  <a:lnTo>
                    <a:pt x="1284" y="1017"/>
                  </a:lnTo>
                  <a:lnTo>
                    <a:pt x="1249" y="782"/>
                  </a:lnTo>
                  <a:lnTo>
                    <a:pt x="1105" y="695"/>
                  </a:lnTo>
                  <a:lnTo>
                    <a:pt x="884" y="557"/>
                  </a:lnTo>
                  <a:lnTo>
                    <a:pt x="663" y="414"/>
                  </a:lnTo>
                  <a:lnTo>
                    <a:pt x="442" y="267"/>
                  </a:lnTo>
                  <a:lnTo>
                    <a:pt x="221" y="115"/>
                  </a:lnTo>
                  <a:lnTo>
                    <a:pt x="58" y="0"/>
                  </a:lnTo>
                  <a:lnTo>
                    <a:pt x="44" y="192"/>
                  </a:lnTo>
                  <a:lnTo>
                    <a:pt x="19" y="634"/>
                  </a:lnTo>
                  <a:close/>
                </a:path>
              </a:pathLst>
            </a:custGeom>
            <a:solidFill>
              <a:srgbClr val="E9C46A">
                <a:alpha val="88000"/>
              </a:srgbClr>
            </a:solidFill>
            <a:ln w="22225" cap="rnd">
              <a:solidFill>
                <a:srgbClr val="806B3A"/>
              </a:solidFill>
              <a:round/>
            </a:ln>
          </p:spPr>
        </p:sp>
        <p:grpSp>
          <p:nvGrpSpPr>
            <p:cNvPr id="20" name="PulmonDerecho"/>
            <p:cNvGrpSpPr/>
            <p:nvPr/>
          </p:nvGrpSpPr>
          <p:grpSpPr>
            <a:xfrm>
              <a:off x="1331950" y="1530151"/>
              <a:ext cx="329565" cy="556510"/>
              <a:chOff x="1331950" y="1530151"/>
              <a:chExt cx="329565" cy="556510"/>
            </a:xfrm>
          </p:grpSpPr>
          <p:sp>
            <p:nvSpPr>
              <p:cNvPr id="21" name="Forma 20"/>
              <p:cNvSpPr/>
              <p:nvPr/>
            </p:nvSpPr>
            <p:spPr>
              <a:xfrm>
                <a:off x="1331950" y="1530151"/>
                <a:ext cx="329565" cy="556510"/>
              </a:xfrm>
              <a:custGeom>
                <a:avLst/>
                <a:gdLst/>
                <a:ahLst/>
                <a:cxnLst/>
                <a:rect l="0" t="0" r="r" b="b"/>
                <a:pathLst>
                  <a:path w="5694" h="10000">
                    <a:moveTo>
                      <a:pt x="622" y="9983"/>
                    </a:moveTo>
                    <a:lnTo>
                      <a:pt x="710" y="9913"/>
                    </a:lnTo>
                    <a:lnTo>
                      <a:pt x="821" y="9806"/>
                    </a:lnTo>
                    <a:lnTo>
                      <a:pt x="951" y="9672"/>
                    </a:lnTo>
                    <a:lnTo>
                      <a:pt x="953" y="9670"/>
                    </a:lnTo>
                    <a:lnTo>
                      <a:pt x="1099" y="9526"/>
                    </a:lnTo>
                    <a:lnTo>
                      <a:pt x="1105" y="9520"/>
                    </a:lnTo>
                    <a:lnTo>
                      <a:pt x="1264" y="9379"/>
                    </a:lnTo>
                    <a:lnTo>
                      <a:pt x="1277" y="9368"/>
                    </a:lnTo>
                    <a:lnTo>
                      <a:pt x="1448" y="9242"/>
                    </a:lnTo>
                    <a:lnTo>
                      <a:pt x="1460" y="9234"/>
                    </a:lnTo>
                    <a:lnTo>
                      <a:pt x="1650" y="9116"/>
                    </a:lnTo>
                    <a:lnTo>
                      <a:pt x="1656" y="9112"/>
                    </a:lnTo>
                    <a:lnTo>
                      <a:pt x="1865" y="8992"/>
                    </a:lnTo>
                    <a:lnTo>
                      <a:pt x="1872" y="8988"/>
                    </a:lnTo>
                    <a:lnTo>
                      <a:pt x="2094" y="8870"/>
                    </a:lnTo>
                    <a:lnTo>
                      <a:pt x="2102" y="8866"/>
                    </a:lnTo>
                    <a:lnTo>
                      <a:pt x="2331" y="8758"/>
                    </a:lnTo>
                    <a:lnTo>
                      <a:pt x="2341" y="8753"/>
                    </a:lnTo>
                    <a:lnTo>
                      <a:pt x="2569" y="8659"/>
                    </a:lnTo>
                    <a:lnTo>
                      <a:pt x="2583" y="8653"/>
                    </a:lnTo>
                    <a:lnTo>
                      <a:pt x="2803" y="8579"/>
                    </a:lnTo>
                    <a:lnTo>
                      <a:pt x="2822" y="8574"/>
                    </a:lnTo>
                    <a:lnTo>
                      <a:pt x="3036" y="8520"/>
                    </a:lnTo>
                    <a:lnTo>
                      <a:pt x="3054" y="8517"/>
                    </a:lnTo>
                    <a:lnTo>
                      <a:pt x="3269" y="8479"/>
                    </a:lnTo>
                    <a:lnTo>
                      <a:pt x="3286" y="8477"/>
                    </a:lnTo>
                    <a:lnTo>
                      <a:pt x="3500" y="8454"/>
                    </a:lnTo>
                    <a:lnTo>
                      <a:pt x="3515" y="8453"/>
                    </a:lnTo>
                    <a:lnTo>
                      <a:pt x="3727" y="8443"/>
                    </a:lnTo>
                    <a:lnTo>
                      <a:pt x="3741" y="8443"/>
                    </a:lnTo>
                    <a:lnTo>
                      <a:pt x="3947" y="8445"/>
                    </a:lnTo>
                    <a:lnTo>
                      <a:pt x="3960" y="8445"/>
                    </a:lnTo>
                    <a:lnTo>
                      <a:pt x="4160" y="8457"/>
                    </a:lnTo>
                    <a:lnTo>
                      <a:pt x="4178" y="8458"/>
                    </a:lnTo>
                    <a:lnTo>
                      <a:pt x="4374" y="8484"/>
                    </a:lnTo>
                    <a:lnTo>
                      <a:pt x="4395" y="8488"/>
                    </a:lnTo>
                    <a:lnTo>
                      <a:pt x="4589" y="8530"/>
                    </a:lnTo>
                    <a:lnTo>
                      <a:pt x="4604" y="8534"/>
                    </a:lnTo>
                    <a:lnTo>
                      <a:pt x="4793" y="8588"/>
                    </a:lnTo>
                    <a:lnTo>
                      <a:pt x="4803" y="8591"/>
                    </a:lnTo>
                    <a:lnTo>
                      <a:pt x="4984" y="8651"/>
                    </a:lnTo>
                    <a:lnTo>
                      <a:pt x="4990" y="8654"/>
                    </a:lnTo>
                    <a:lnTo>
                      <a:pt x="5159" y="8716"/>
                    </a:lnTo>
                    <a:lnTo>
                      <a:pt x="5161" y="8717"/>
                    </a:lnTo>
                    <a:lnTo>
                      <a:pt x="5315" y="8775"/>
                    </a:lnTo>
                    <a:lnTo>
                      <a:pt x="5329" y="8781"/>
                    </a:lnTo>
                    <a:lnTo>
                      <a:pt x="5342" y="8788"/>
                    </a:lnTo>
                    <a:lnTo>
                      <a:pt x="5484" y="8866"/>
                    </a:lnTo>
                    <a:lnTo>
                      <a:pt x="5498" y="8875"/>
                    </a:lnTo>
                    <a:lnTo>
                      <a:pt x="5511" y="8885"/>
                    </a:lnTo>
                    <a:lnTo>
                      <a:pt x="5644" y="8992"/>
                    </a:lnTo>
                    <a:lnTo>
                      <a:pt x="5652" y="8998"/>
                    </a:lnTo>
                    <a:lnTo>
                      <a:pt x="5694" y="9035"/>
                    </a:lnTo>
                    <a:lnTo>
                      <a:pt x="5684" y="8896"/>
                    </a:lnTo>
                    <a:lnTo>
                      <a:pt x="5684" y="8896"/>
                    </a:lnTo>
                    <a:lnTo>
                      <a:pt x="5658" y="8519"/>
                    </a:lnTo>
                    <a:lnTo>
                      <a:pt x="5633" y="8143"/>
                    </a:lnTo>
                    <a:lnTo>
                      <a:pt x="5607" y="7767"/>
                    </a:lnTo>
                    <a:lnTo>
                      <a:pt x="5591" y="7561"/>
                    </a:lnTo>
                    <a:lnTo>
                      <a:pt x="5585" y="7482"/>
                    </a:lnTo>
                    <a:lnTo>
                      <a:pt x="5562" y="7231"/>
                    </a:lnTo>
                    <a:lnTo>
                      <a:pt x="5537" y="6979"/>
                    </a:lnTo>
                    <a:lnTo>
                      <a:pt x="5512" y="6728"/>
                    </a:lnTo>
                    <a:lnTo>
                      <a:pt x="5486" y="6476"/>
                    </a:lnTo>
                    <a:lnTo>
                      <a:pt x="5486" y="6476"/>
                    </a:lnTo>
                    <a:lnTo>
                      <a:pt x="5461" y="6224"/>
                    </a:lnTo>
                    <a:lnTo>
                      <a:pt x="5461" y="6223"/>
                    </a:lnTo>
                    <a:lnTo>
                      <a:pt x="5437" y="5970"/>
                    </a:lnTo>
                    <a:lnTo>
                      <a:pt x="5437" y="5970"/>
                    </a:lnTo>
                    <a:lnTo>
                      <a:pt x="5415" y="5718"/>
                    </a:lnTo>
                    <a:lnTo>
                      <a:pt x="5396" y="5497"/>
                    </a:lnTo>
                    <a:lnTo>
                      <a:pt x="5351" y="5132"/>
                    </a:lnTo>
                    <a:lnTo>
                      <a:pt x="5300" y="4759"/>
                    </a:lnTo>
                    <a:lnTo>
                      <a:pt x="5242" y="4381"/>
                    </a:lnTo>
                    <a:lnTo>
                      <a:pt x="5180" y="3996"/>
                    </a:lnTo>
                    <a:lnTo>
                      <a:pt x="5113" y="3613"/>
                    </a:lnTo>
                    <a:lnTo>
                      <a:pt x="5042" y="3239"/>
                    </a:lnTo>
                    <a:lnTo>
                      <a:pt x="4967" y="2881"/>
                    </a:lnTo>
                    <a:lnTo>
                      <a:pt x="4890" y="2546"/>
                    </a:lnTo>
                    <a:lnTo>
                      <a:pt x="4808" y="2232"/>
                    </a:lnTo>
                    <a:lnTo>
                      <a:pt x="4721" y="1930"/>
                    </a:lnTo>
                    <a:lnTo>
                      <a:pt x="4630" y="1645"/>
                    </a:lnTo>
                    <a:lnTo>
                      <a:pt x="4538" y="1378"/>
                    </a:lnTo>
                    <a:lnTo>
                      <a:pt x="4447" y="1133"/>
                    </a:lnTo>
                    <a:lnTo>
                      <a:pt x="4359" y="912"/>
                    </a:lnTo>
                    <a:lnTo>
                      <a:pt x="4277" y="717"/>
                    </a:lnTo>
                    <a:lnTo>
                      <a:pt x="4199" y="547"/>
                    </a:lnTo>
                    <a:lnTo>
                      <a:pt x="4124" y="400"/>
                    </a:lnTo>
                    <a:lnTo>
                      <a:pt x="4047" y="273"/>
                    </a:lnTo>
                    <a:lnTo>
                      <a:pt x="4034" y="255"/>
                    </a:lnTo>
                    <a:lnTo>
                      <a:pt x="4025" y="244"/>
                    </a:lnTo>
                    <a:lnTo>
                      <a:pt x="3963" y="180"/>
                    </a:lnTo>
                    <a:lnTo>
                      <a:pt x="3897" y="125"/>
                    </a:lnTo>
                    <a:lnTo>
                      <a:pt x="3829" y="78"/>
                    </a:lnTo>
                    <a:lnTo>
                      <a:pt x="3766" y="43"/>
                    </a:lnTo>
                    <a:lnTo>
                      <a:pt x="3708" y="20"/>
                    </a:lnTo>
                    <a:lnTo>
                      <a:pt x="3648" y="6"/>
                    </a:lnTo>
                    <a:lnTo>
                      <a:pt x="3576" y="0"/>
                    </a:lnTo>
                    <a:lnTo>
                      <a:pt x="3482" y="3"/>
                    </a:lnTo>
                    <a:lnTo>
                      <a:pt x="3359" y="19"/>
                    </a:lnTo>
                    <a:lnTo>
                      <a:pt x="3211" y="51"/>
                    </a:lnTo>
                    <a:lnTo>
                      <a:pt x="3047" y="95"/>
                    </a:lnTo>
                    <a:lnTo>
                      <a:pt x="2878" y="150"/>
                    </a:lnTo>
                    <a:lnTo>
                      <a:pt x="2712" y="213"/>
                    </a:lnTo>
                    <a:lnTo>
                      <a:pt x="2557" y="283"/>
                    </a:lnTo>
                    <a:lnTo>
                      <a:pt x="2409" y="360"/>
                    </a:lnTo>
                    <a:lnTo>
                      <a:pt x="2262" y="448"/>
                    </a:lnTo>
                    <a:lnTo>
                      <a:pt x="2116" y="545"/>
                    </a:lnTo>
                    <a:lnTo>
                      <a:pt x="1974" y="650"/>
                    </a:lnTo>
                    <a:lnTo>
                      <a:pt x="1836" y="763"/>
                    </a:lnTo>
                    <a:lnTo>
                      <a:pt x="1704" y="883"/>
                    </a:lnTo>
                    <a:lnTo>
                      <a:pt x="1577" y="1010"/>
                    </a:lnTo>
                    <a:lnTo>
                      <a:pt x="1455" y="1145"/>
                    </a:lnTo>
                    <a:lnTo>
                      <a:pt x="1336" y="1289"/>
                    </a:lnTo>
                    <a:lnTo>
                      <a:pt x="1222" y="1440"/>
                    </a:lnTo>
                    <a:lnTo>
                      <a:pt x="1113" y="1597"/>
                    </a:lnTo>
                    <a:lnTo>
                      <a:pt x="1008" y="1761"/>
                    </a:lnTo>
                    <a:lnTo>
                      <a:pt x="908" y="1932"/>
                    </a:lnTo>
                    <a:lnTo>
                      <a:pt x="811" y="2110"/>
                    </a:lnTo>
                    <a:lnTo>
                      <a:pt x="720" y="2295"/>
                    </a:lnTo>
                    <a:lnTo>
                      <a:pt x="634" y="2485"/>
                    </a:lnTo>
                    <a:lnTo>
                      <a:pt x="553" y="2680"/>
                    </a:lnTo>
                    <a:lnTo>
                      <a:pt x="479" y="2879"/>
                    </a:lnTo>
                    <a:lnTo>
                      <a:pt x="412" y="3082"/>
                    </a:lnTo>
                    <a:lnTo>
                      <a:pt x="351" y="3292"/>
                    </a:lnTo>
                    <a:lnTo>
                      <a:pt x="296" y="3506"/>
                    </a:lnTo>
                    <a:lnTo>
                      <a:pt x="246" y="3725"/>
                    </a:lnTo>
                    <a:lnTo>
                      <a:pt x="201" y="3946"/>
                    </a:lnTo>
                    <a:lnTo>
                      <a:pt x="160" y="4167"/>
                    </a:lnTo>
                    <a:lnTo>
                      <a:pt x="124" y="4390"/>
                    </a:lnTo>
                    <a:lnTo>
                      <a:pt x="94" y="4615"/>
                    </a:lnTo>
                    <a:lnTo>
                      <a:pt x="69" y="4843"/>
                    </a:lnTo>
                    <a:lnTo>
                      <a:pt x="48" y="5072"/>
                    </a:lnTo>
                    <a:lnTo>
                      <a:pt x="31" y="5301"/>
                    </a:lnTo>
                    <a:lnTo>
                      <a:pt x="17" y="5530"/>
                    </a:lnTo>
                    <a:lnTo>
                      <a:pt x="7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7" y="6671"/>
                    </a:lnTo>
                    <a:lnTo>
                      <a:pt x="17" y="6894"/>
                    </a:lnTo>
                    <a:lnTo>
                      <a:pt x="32" y="7117"/>
                    </a:lnTo>
                    <a:lnTo>
                      <a:pt x="52" y="7340"/>
                    </a:lnTo>
                    <a:lnTo>
                      <a:pt x="75" y="7561"/>
                    </a:lnTo>
                    <a:lnTo>
                      <a:pt x="102" y="7779"/>
                    </a:lnTo>
                    <a:lnTo>
                      <a:pt x="131" y="7989"/>
                    </a:lnTo>
                    <a:lnTo>
                      <a:pt x="160" y="8191"/>
                    </a:lnTo>
                    <a:lnTo>
                      <a:pt x="191" y="8382"/>
                    </a:lnTo>
                    <a:lnTo>
                      <a:pt x="225" y="8567"/>
                    </a:lnTo>
                    <a:lnTo>
                      <a:pt x="261" y="8745"/>
                    </a:lnTo>
                    <a:lnTo>
                      <a:pt x="298" y="8916"/>
                    </a:lnTo>
                    <a:lnTo>
                      <a:pt x="336" y="9081"/>
                    </a:lnTo>
                    <a:lnTo>
                      <a:pt x="375" y="9241"/>
                    </a:lnTo>
                    <a:lnTo>
                      <a:pt x="414" y="9402"/>
                    </a:lnTo>
                    <a:lnTo>
                      <a:pt x="453" y="9563"/>
                    </a:lnTo>
                    <a:lnTo>
                      <a:pt x="493" y="9716"/>
                    </a:lnTo>
                    <a:lnTo>
                      <a:pt x="533" y="9851"/>
                    </a:lnTo>
                    <a:lnTo>
                      <a:pt x="573" y="9958"/>
                    </a:lnTo>
                    <a:lnTo>
                      <a:pt x="595" y="10000"/>
                    </a:lnTo>
                    <a:lnTo>
                      <a:pt x="622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2" name="Forma 21"/>
              <p:cNvSpPr/>
              <p:nvPr/>
            </p:nvSpPr>
            <p:spPr>
              <a:xfrm>
                <a:off x="1354431" y="1584765"/>
                <a:ext cx="258114" cy="398391"/>
              </a:xfrm>
              <a:custGeom>
                <a:avLst/>
                <a:gdLst/>
                <a:ahLst/>
                <a:cxnLst/>
                <a:rect l="0" t="0" r="r" b="b"/>
                <a:pathLst>
                  <a:path w="2171" h="3485" fill="none">
                    <a:moveTo>
                      <a:pt x="2171" y="1642"/>
                    </a:moveTo>
                    <a:lnTo>
                      <a:pt x="1600" y="1407"/>
                    </a:lnTo>
                    <a:lnTo>
                      <a:pt x="898" y="1005"/>
                    </a:lnTo>
                    <a:lnTo>
                      <a:pt x="504" y="603"/>
                    </a:lnTo>
                  </a:path>
                  <a:path w="2171" h="3485" fill="none">
                    <a:moveTo>
                      <a:pt x="1600" y="1407"/>
                    </a:moveTo>
                    <a:lnTo>
                      <a:pt x="1337" y="804"/>
                    </a:lnTo>
                    <a:lnTo>
                      <a:pt x="1206" y="134"/>
                    </a:lnTo>
                  </a:path>
                  <a:path w="2171" h="3485" fill="none">
                    <a:moveTo>
                      <a:pt x="2171" y="1642"/>
                    </a:moveTo>
                    <a:lnTo>
                      <a:pt x="1337" y="1742"/>
                    </a:lnTo>
                    <a:lnTo>
                      <a:pt x="460" y="1742"/>
                    </a:lnTo>
                    <a:lnTo>
                      <a:pt x="21" y="1809"/>
                    </a:lnTo>
                  </a:path>
                  <a:path w="2171" h="3485" fill="none">
                    <a:moveTo>
                      <a:pt x="1337" y="1742"/>
                    </a:moveTo>
                    <a:lnTo>
                      <a:pt x="723" y="2211"/>
                    </a:lnTo>
                    <a:lnTo>
                      <a:pt x="240" y="2614"/>
                    </a:lnTo>
                  </a:path>
                  <a:path w="2171" h="3485" fill="none">
                    <a:moveTo>
                      <a:pt x="2171" y="1642"/>
                    </a:moveTo>
                    <a:lnTo>
                      <a:pt x="1600" y="2211"/>
                    </a:lnTo>
                    <a:lnTo>
                      <a:pt x="1074" y="2882"/>
                    </a:lnTo>
                    <a:lnTo>
                      <a:pt x="591" y="3418"/>
                    </a:lnTo>
                  </a:path>
                  <a:path w="2171" h="3485" fill="none">
                    <a:moveTo>
                      <a:pt x="1600" y="2211"/>
                    </a:moveTo>
                    <a:lnTo>
                      <a:pt x="1864" y="2882"/>
                    </a:lnTo>
                    <a:lnTo>
                      <a:pt x="1600" y="3485"/>
                    </a:lnTo>
                  </a:path>
                  <a:path w="2171" h="3485" fill="none">
                    <a:moveTo>
                      <a:pt x="1074" y="2882"/>
                    </a:moveTo>
                    <a:lnTo>
                      <a:pt x="372" y="3217"/>
                    </a:lnTo>
                    <a:lnTo>
                      <a:pt x="21" y="3418"/>
                    </a:lnTo>
                  </a:path>
                  <a:path w="2171" h="3485" fill="none">
                    <a:moveTo>
                      <a:pt x="898" y="1005"/>
                    </a:moveTo>
                    <a:lnTo>
                      <a:pt x="284" y="1139"/>
                    </a:lnTo>
                    <a:lnTo>
                      <a:pt x="0" y="1302"/>
                    </a:lnTo>
                  </a:path>
                  <a:path w="2171" h="3485" fill="none">
                    <a:moveTo>
                      <a:pt x="1337" y="804"/>
                    </a:moveTo>
                    <a:lnTo>
                      <a:pt x="811" y="402"/>
                    </a:lnTo>
                  </a:path>
                  <a:path w="2171" h="3485" fill="none">
                    <a:moveTo>
                      <a:pt x="723" y="2211"/>
                    </a:moveTo>
                    <a:lnTo>
                      <a:pt x="811" y="2681"/>
                    </a:lnTo>
                    <a:lnTo>
                      <a:pt x="547" y="3150"/>
                    </a:lnTo>
                  </a:path>
                  <a:path w="2171" h="3485" fill="none">
                    <a:moveTo>
                      <a:pt x="2171" y="1642"/>
                    </a:moveTo>
                    <a:lnTo>
                      <a:pt x="2039" y="1139"/>
                    </a:lnTo>
                    <a:lnTo>
                      <a:pt x="1776" y="603"/>
                    </a:lnTo>
                    <a:lnTo>
                      <a:pt x="1600" y="0"/>
                    </a:lnTo>
                  </a:path>
                  <a:path w="2171" h="3485" fill="none">
                    <a:moveTo>
                      <a:pt x="460" y="1742"/>
                    </a:moveTo>
                    <a:lnTo>
                      <a:pt x="196" y="2144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3" name="Forma 22"/>
              <p:cNvSpPr/>
              <p:nvPr/>
            </p:nvSpPr>
            <p:spPr>
              <a:xfrm>
                <a:off x="1340089" y="1772468"/>
                <a:ext cx="277671" cy="233122"/>
              </a:xfrm>
              <a:custGeom>
                <a:avLst/>
                <a:gdLst/>
                <a:ahLst/>
                <a:cxnLst/>
                <a:rect l="0" t="0" r="r" b="b"/>
                <a:pathLst>
                  <a:path w="2335" h="2039" fill="none">
                    <a:moveTo>
                      <a:pt x="0" y="110"/>
                    </a:moveTo>
                    <a:lnTo>
                      <a:pt x="164" y="123"/>
                    </a:lnTo>
                    <a:lnTo>
                      <a:pt x="369" y="137"/>
                    </a:lnTo>
                    <a:lnTo>
                      <a:pt x="575" y="149"/>
                    </a:lnTo>
                    <a:lnTo>
                      <a:pt x="756" y="154"/>
                    </a:lnTo>
                    <a:lnTo>
                      <a:pt x="906" y="151"/>
                    </a:lnTo>
                    <a:lnTo>
                      <a:pt x="1042" y="142"/>
                    </a:lnTo>
                    <a:lnTo>
                      <a:pt x="1174" y="130"/>
                    </a:lnTo>
                    <a:lnTo>
                      <a:pt x="1309" y="115"/>
                    </a:lnTo>
                    <a:lnTo>
                      <a:pt x="1458" y="100"/>
                    </a:lnTo>
                    <a:lnTo>
                      <a:pt x="1636" y="81"/>
                    </a:lnTo>
                    <a:lnTo>
                      <a:pt x="1838" y="58"/>
                    </a:lnTo>
                    <a:lnTo>
                      <a:pt x="2039" y="35"/>
                    </a:lnTo>
                    <a:lnTo>
                      <a:pt x="2213" y="14"/>
                    </a:lnTo>
                    <a:lnTo>
                      <a:pt x="2335" y="0"/>
                    </a:lnTo>
                  </a:path>
                  <a:path w="2335" h="2039" fill="none">
                    <a:moveTo>
                      <a:pt x="59" y="2039"/>
                    </a:moveTo>
                    <a:lnTo>
                      <a:pt x="161" y="1944"/>
                    </a:lnTo>
                    <a:lnTo>
                      <a:pt x="313" y="1802"/>
                    </a:lnTo>
                    <a:lnTo>
                      <a:pt x="490" y="1637"/>
                    </a:lnTo>
                    <a:lnTo>
                      <a:pt x="673" y="1466"/>
                    </a:lnTo>
                    <a:lnTo>
                      <a:pt x="844" y="1307"/>
                    </a:lnTo>
                    <a:lnTo>
                      <a:pt x="1003" y="1155"/>
                    </a:lnTo>
                    <a:lnTo>
                      <a:pt x="1164" y="999"/>
                    </a:lnTo>
                    <a:lnTo>
                      <a:pt x="1324" y="845"/>
                    </a:lnTo>
                    <a:lnTo>
                      <a:pt x="1481" y="700"/>
                    </a:lnTo>
                    <a:lnTo>
                      <a:pt x="1633" y="569"/>
                    </a:lnTo>
                    <a:lnTo>
                      <a:pt x="1791" y="451"/>
                    </a:lnTo>
                    <a:lnTo>
                      <a:pt x="1954" y="340"/>
                    </a:lnTo>
                    <a:lnTo>
                      <a:pt x="2109" y="241"/>
                    </a:lnTo>
                    <a:lnTo>
                      <a:pt x="2241" y="160"/>
                    </a:lnTo>
                    <a:lnTo>
                      <a:pt x="2335" y="10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4" name="PleuraVisceralD"/>
            <p:cNvSpPr/>
            <p:nvPr/>
          </p:nvSpPr>
          <p:spPr>
            <a:xfrm>
              <a:off x="1331950" y="1530151"/>
              <a:ext cx="329565" cy="556510"/>
            </a:xfrm>
            <a:custGeom>
              <a:avLst/>
              <a:gdLst/>
              <a:ahLst/>
              <a:cxnLst/>
              <a:rect l="0" t="0" r="r" b="b"/>
              <a:pathLst>
                <a:path w="2772" h="4868" fill="none">
                  <a:moveTo>
                    <a:pt x="302" y="4860"/>
                  </a:moveTo>
                  <a:lnTo>
                    <a:pt x="346" y="4826"/>
                  </a:lnTo>
                  <a:lnTo>
                    <a:pt x="399" y="4774"/>
                  </a:lnTo>
                  <a:lnTo>
                    <a:pt x="463" y="4709"/>
                  </a:lnTo>
                  <a:lnTo>
                    <a:pt x="464" y="4708"/>
                  </a:lnTo>
                  <a:lnTo>
                    <a:pt x="535" y="4638"/>
                  </a:lnTo>
                  <a:lnTo>
                    <a:pt x="538" y="4635"/>
                  </a:lnTo>
                  <a:lnTo>
                    <a:pt x="615" y="4566"/>
                  </a:lnTo>
                  <a:lnTo>
                    <a:pt x="621" y="4561"/>
                  </a:lnTo>
                  <a:lnTo>
                    <a:pt x="705" y="4500"/>
                  </a:lnTo>
                  <a:lnTo>
                    <a:pt x="711" y="4495"/>
                  </a:lnTo>
                  <a:lnTo>
                    <a:pt x="803" y="4438"/>
                  </a:lnTo>
                  <a:lnTo>
                    <a:pt x="806" y="4436"/>
                  </a:lnTo>
                  <a:lnTo>
                    <a:pt x="908" y="4378"/>
                  </a:lnTo>
                  <a:lnTo>
                    <a:pt x="911" y="4376"/>
                  </a:lnTo>
                  <a:lnTo>
                    <a:pt x="1020" y="4319"/>
                  </a:lnTo>
                  <a:lnTo>
                    <a:pt x="1023" y="4317"/>
                  </a:lnTo>
                  <a:lnTo>
                    <a:pt x="1135" y="4264"/>
                  </a:lnTo>
                  <a:lnTo>
                    <a:pt x="1140" y="4261"/>
                  </a:lnTo>
                  <a:lnTo>
                    <a:pt x="1251" y="4216"/>
                  </a:lnTo>
                  <a:lnTo>
                    <a:pt x="1258" y="4213"/>
                  </a:lnTo>
                  <a:lnTo>
                    <a:pt x="1365" y="4177"/>
                  </a:lnTo>
                  <a:lnTo>
                    <a:pt x="1374" y="4174"/>
                  </a:lnTo>
                  <a:lnTo>
                    <a:pt x="1478" y="4148"/>
                  </a:lnTo>
                  <a:lnTo>
                    <a:pt x="1487" y="4146"/>
                  </a:lnTo>
                  <a:lnTo>
                    <a:pt x="1591" y="4128"/>
                  </a:lnTo>
                  <a:lnTo>
                    <a:pt x="1599" y="4127"/>
                  </a:lnTo>
                  <a:lnTo>
                    <a:pt x="1704" y="4116"/>
                  </a:lnTo>
                  <a:lnTo>
                    <a:pt x="1711" y="4115"/>
                  </a:lnTo>
                  <a:lnTo>
                    <a:pt x="1814" y="4111"/>
                  </a:lnTo>
                  <a:lnTo>
                    <a:pt x="1821" y="4111"/>
                  </a:lnTo>
                  <a:lnTo>
                    <a:pt x="1922" y="4111"/>
                  </a:lnTo>
                  <a:lnTo>
                    <a:pt x="1928" y="4112"/>
                  </a:lnTo>
                  <a:lnTo>
                    <a:pt x="2025" y="4117"/>
                  </a:lnTo>
                  <a:lnTo>
                    <a:pt x="2034" y="4118"/>
                  </a:lnTo>
                  <a:lnTo>
                    <a:pt x="2130" y="4131"/>
                  </a:lnTo>
                  <a:lnTo>
                    <a:pt x="2140" y="4132"/>
                  </a:lnTo>
                  <a:lnTo>
                    <a:pt x="2234" y="4153"/>
                  </a:lnTo>
                  <a:lnTo>
                    <a:pt x="2241" y="4155"/>
                  </a:lnTo>
                  <a:lnTo>
                    <a:pt x="2333" y="4181"/>
                  </a:lnTo>
                  <a:lnTo>
                    <a:pt x="2338" y="4183"/>
                  </a:lnTo>
                  <a:lnTo>
                    <a:pt x="2426" y="4212"/>
                  </a:lnTo>
                  <a:lnTo>
                    <a:pt x="2429" y="4213"/>
                  </a:lnTo>
                  <a:lnTo>
                    <a:pt x="2512" y="4243"/>
                  </a:lnTo>
                  <a:lnTo>
                    <a:pt x="2513" y="4244"/>
                  </a:lnTo>
                  <a:lnTo>
                    <a:pt x="2587" y="4272"/>
                  </a:lnTo>
                  <a:lnTo>
                    <a:pt x="2594" y="4275"/>
                  </a:lnTo>
                  <a:lnTo>
                    <a:pt x="2601" y="4278"/>
                  </a:lnTo>
                  <a:lnTo>
                    <a:pt x="2670" y="4317"/>
                  </a:lnTo>
                  <a:lnTo>
                    <a:pt x="2677" y="4321"/>
                  </a:lnTo>
                  <a:lnTo>
                    <a:pt x="2683" y="4326"/>
                  </a:lnTo>
                  <a:lnTo>
                    <a:pt x="2748" y="4378"/>
                  </a:lnTo>
                  <a:lnTo>
                    <a:pt x="2752" y="4381"/>
                  </a:lnTo>
                  <a:lnTo>
                    <a:pt x="2772" y="4399"/>
                  </a:lnTo>
                  <a:lnTo>
                    <a:pt x="2767" y="4331"/>
                  </a:lnTo>
                  <a:lnTo>
                    <a:pt x="2767" y="4331"/>
                  </a:lnTo>
                  <a:lnTo>
                    <a:pt x="2755" y="4148"/>
                  </a:lnTo>
                  <a:lnTo>
                    <a:pt x="2743" y="3964"/>
                  </a:lnTo>
                  <a:lnTo>
                    <a:pt x="2730" y="3781"/>
                  </a:lnTo>
                  <a:lnTo>
                    <a:pt x="2722" y="3681"/>
                  </a:lnTo>
                  <a:lnTo>
                    <a:pt x="2719" y="3643"/>
                  </a:lnTo>
                  <a:lnTo>
                    <a:pt x="2708" y="3520"/>
                  </a:lnTo>
                  <a:lnTo>
                    <a:pt x="2696" y="3398"/>
                  </a:lnTo>
                  <a:lnTo>
                    <a:pt x="2683" y="3275"/>
                  </a:lnTo>
                  <a:lnTo>
                    <a:pt x="2671" y="3153"/>
                  </a:lnTo>
                  <a:lnTo>
                    <a:pt x="2671" y="3153"/>
                  </a:lnTo>
                  <a:lnTo>
                    <a:pt x="2659" y="3030"/>
                  </a:lnTo>
                  <a:lnTo>
                    <a:pt x="2659" y="3030"/>
                  </a:lnTo>
                  <a:lnTo>
                    <a:pt x="2647" y="2907"/>
                  </a:lnTo>
                  <a:lnTo>
                    <a:pt x="2647" y="2906"/>
                  </a:lnTo>
                  <a:lnTo>
                    <a:pt x="2636" y="2784"/>
                  </a:lnTo>
                  <a:lnTo>
                    <a:pt x="2627" y="2676"/>
                  </a:lnTo>
                  <a:lnTo>
                    <a:pt x="2605" y="2498"/>
                  </a:lnTo>
                  <a:lnTo>
                    <a:pt x="2580" y="2317"/>
                  </a:lnTo>
                  <a:lnTo>
                    <a:pt x="2552" y="2133"/>
                  </a:lnTo>
                  <a:lnTo>
                    <a:pt x="2522" y="1946"/>
                  </a:lnTo>
                  <a:lnTo>
                    <a:pt x="2489" y="1759"/>
                  </a:lnTo>
                  <a:lnTo>
                    <a:pt x="2455" y="1577"/>
                  </a:lnTo>
                  <a:lnTo>
                    <a:pt x="2418" y="1402"/>
                  </a:lnTo>
                  <a:lnTo>
                    <a:pt x="2381" y="1240"/>
                  </a:lnTo>
                  <a:lnTo>
                    <a:pt x="2341" y="1086"/>
                  </a:lnTo>
                  <a:lnTo>
                    <a:pt x="2298" y="940"/>
                  </a:lnTo>
                  <a:lnTo>
                    <a:pt x="2254" y="801"/>
                  </a:lnTo>
                  <a:lnTo>
                    <a:pt x="2209" y="671"/>
                  </a:lnTo>
                  <a:lnTo>
                    <a:pt x="2165" y="551"/>
                  </a:lnTo>
                  <a:lnTo>
                    <a:pt x="2122" y="444"/>
                  </a:lnTo>
                  <a:lnTo>
                    <a:pt x="2082" y="349"/>
                  </a:lnTo>
                  <a:lnTo>
                    <a:pt x="2044" y="266"/>
                  </a:lnTo>
                  <a:lnTo>
                    <a:pt x="2008" y="195"/>
                  </a:lnTo>
                  <a:lnTo>
                    <a:pt x="1970" y="133"/>
                  </a:lnTo>
                  <a:lnTo>
                    <a:pt x="1964" y="124"/>
                  </a:lnTo>
                  <a:lnTo>
                    <a:pt x="1960" y="119"/>
                  </a:lnTo>
                  <a:lnTo>
                    <a:pt x="1929" y="87"/>
                  </a:lnTo>
                  <a:lnTo>
                    <a:pt x="1897" y="61"/>
                  </a:lnTo>
                  <a:lnTo>
                    <a:pt x="1864" y="38"/>
                  </a:lnTo>
                  <a:lnTo>
                    <a:pt x="1833" y="21"/>
                  </a:lnTo>
                  <a:lnTo>
                    <a:pt x="1805" y="10"/>
                  </a:lnTo>
                  <a:lnTo>
                    <a:pt x="1776" y="3"/>
                  </a:lnTo>
                  <a:lnTo>
                    <a:pt x="1741" y="0"/>
                  </a:lnTo>
                  <a:lnTo>
                    <a:pt x="1695" y="1"/>
                  </a:lnTo>
                  <a:lnTo>
                    <a:pt x="1635" y="9"/>
                  </a:lnTo>
                  <a:lnTo>
                    <a:pt x="1563" y="24"/>
                  </a:lnTo>
                  <a:lnTo>
                    <a:pt x="1483" y="46"/>
                  </a:lnTo>
                  <a:lnTo>
                    <a:pt x="1401" y="73"/>
                  </a:lnTo>
                  <a:lnTo>
                    <a:pt x="1320" y="103"/>
                  </a:lnTo>
                  <a:lnTo>
                    <a:pt x="1245" y="137"/>
                  </a:lnTo>
                  <a:lnTo>
                    <a:pt x="1173" y="175"/>
                  </a:lnTo>
                  <a:lnTo>
                    <a:pt x="1101" y="218"/>
                  </a:lnTo>
                  <a:lnTo>
                    <a:pt x="1030" y="265"/>
                  </a:lnTo>
                  <a:lnTo>
                    <a:pt x="961" y="316"/>
                  </a:lnTo>
                  <a:lnTo>
                    <a:pt x="894" y="371"/>
                  </a:lnTo>
                  <a:lnTo>
                    <a:pt x="829" y="430"/>
                  </a:lnTo>
                  <a:lnTo>
                    <a:pt x="768" y="491"/>
                  </a:lnTo>
                  <a:lnTo>
                    <a:pt x="708" y="557"/>
                  </a:lnTo>
                  <a:lnTo>
                    <a:pt x="650" y="627"/>
                  </a:lnTo>
                  <a:lnTo>
                    <a:pt x="595" y="701"/>
                  </a:lnTo>
                  <a:lnTo>
                    <a:pt x="542" y="777"/>
                  </a:lnTo>
                  <a:lnTo>
                    <a:pt x="491" y="857"/>
                  </a:lnTo>
                  <a:lnTo>
                    <a:pt x="442" y="940"/>
                  </a:lnTo>
                  <a:lnTo>
                    <a:pt x="395" y="1027"/>
                  </a:lnTo>
                  <a:lnTo>
                    <a:pt x="350" y="1117"/>
                  </a:lnTo>
                  <a:lnTo>
                    <a:pt x="308" y="1210"/>
                  </a:lnTo>
                  <a:lnTo>
                    <a:pt x="269" y="1305"/>
                  </a:lnTo>
                  <a:lnTo>
                    <a:pt x="233" y="1401"/>
                  </a:lnTo>
                  <a:lnTo>
                    <a:pt x="200" y="1500"/>
                  </a:lnTo>
                  <a:lnTo>
                    <a:pt x="171" y="1602"/>
                  </a:lnTo>
                  <a:lnTo>
                    <a:pt x="144" y="1707"/>
                  </a:lnTo>
                  <a:lnTo>
                    <a:pt x="119" y="1813"/>
                  </a:lnTo>
                  <a:lnTo>
                    <a:pt x="97" y="1921"/>
                  </a:lnTo>
                  <a:lnTo>
                    <a:pt x="78" y="2029"/>
                  </a:lnTo>
                  <a:lnTo>
                    <a:pt x="60" y="2137"/>
                  </a:lnTo>
                  <a:lnTo>
                    <a:pt x="46" y="2247"/>
                  </a:lnTo>
                  <a:lnTo>
                    <a:pt x="33" y="2358"/>
                  </a:lnTo>
                  <a:lnTo>
                    <a:pt x="23" y="2469"/>
                  </a:lnTo>
                  <a:lnTo>
                    <a:pt x="15" y="2581"/>
                  </a:lnTo>
                  <a:lnTo>
                    <a:pt x="8" y="2692"/>
                  </a:lnTo>
                  <a:lnTo>
                    <a:pt x="3" y="2803"/>
                  </a:lnTo>
                  <a:lnTo>
                    <a:pt x="0" y="2915"/>
                  </a:lnTo>
                  <a:lnTo>
                    <a:pt x="0" y="3026"/>
                  </a:lnTo>
                  <a:lnTo>
                    <a:pt x="0" y="3138"/>
                  </a:lnTo>
                  <a:lnTo>
                    <a:pt x="3" y="3248"/>
                  </a:lnTo>
                  <a:lnTo>
                    <a:pt x="8" y="3356"/>
                  </a:lnTo>
                  <a:lnTo>
                    <a:pt x="15" y="3465"/>
                  </a:lnTo>
                  <a:lnTo>
                    <a:pt x="25" y="3573"/>
                  </a:lnTo>
                  <a:lnTo>
                    <a:pt x="36" y="3681"/>
                  </a:lnTo>
                  <a:lnTo>
                    <a:pt x="49" y="3787"/>
                  </a:lnTo>
                  <a:lnTo>
                    <a:pt x="63" y="3890"/>
                  </a:lnTo>
                  <a:lnTo>
                    <a:pt x="78" y="3988"/>
                  </a:lnTo>
                  <a:lnTo>
                    <a:pt x="93" y="4081"/>
                  </a:lnTo>
                  <a:lnTo>
                    <a:pt x="109" y="4171"/>
                  </a:lnTo>
                  <a:lnTo>
                    <a:pt x="127" y="4257"/>
                  </a:lnTo>
                  <a:lnTo>
                    <a:pt x="145" y="4341"/>
                  </a:lnTo>
                  <a:lnTo>
                    <a:pt x="163" y="4421"/>
                  </a:lnTo>
                  <a:lnTo>
                    <a:pt x="182" y="4499"/>
                  </a:lnTo>
                  <a:lnTo>
                    <a:pt x="201" y="4577"/>
                  </a:lnTo>
                  <a:lnTo>
                    <a:pt x="220" y="4656"/>
                  </a:lnTo>
                  <a:lnTo>
                    <a:pt x="240" y="4730"/>
                  </a:lnTo>
                  <a:lnTo>
                    <a:pt x="259" y="4796"/>
                  </a:lnTo>
                  <a:lnTo>
                    <a:pt x="279" y="4848"/>
                  </a:lnTo>
                  <a:lnTo>
                    <a:pt x="290" y="4868"/>
                  </a:lnTo>
                  <a:lnTo>
                    <a:pt x="302" y="486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5" name="PulmonIzquierdo"/>
            <p:cNvGrpSpPr/>
            <p:nvPr/>
          </p:nvGrpSpPr>
          <p:grpSpPr>
            <a:xfrm>
              <a:off x="1831199" y="1530151"/>
              <a:ext cx="350742" cy="857725"/>
              <a:chOff x="1831199" y="1530151"/>
              <a:chExt cx="350742" cy="857725"/>
            </a:xfrm>
          </p:grpSpPr>
          <p:sp>
            <p:nvSpPr>
              <p:cNvPr id="26" name="Forma 25"/>
              <p:cNvSpPr/>
              <p:nvPr/>
            </p:nvSpPr>
            <p:spPr>
              <a:xfrm>
                <a:off x="1831199" y="153015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7" name="Forma 26"/>
              <p:cNvSpPr/>
              <p:nvPr/>
            </p:nvSpPr>
            <p:spPr>
              <a:xfrm>
                <a:off x="1862176" y="161163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1865742" y="190881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9" name="PleuraVisceralI"/>
            <p:cNvSpPr/>
            <p:nvPr/>
          </p:nvSpPr>
          <p:spPr>
            <a:xfrm>
              <a:off x="1831199" y="153015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30" name="PleuraPariet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1" name="PleuraPariet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2" name="VenaCavaSup"/>
            <p:cNvSpPr/>
            <p:nvPr/>
          </p:nvSpPr>
          <p:spPr>
            <a:xfrm>
              <a:off x="1667230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3" name="VenaCavaInf"/>
            <p:cNvSpPr/>
            <p:nvPr/>
          </p:nvSpPr>
          <p:spPr>
            <a:xfrm>
              <a:off x="1677934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4" name="Corazon"/>
            <p:cNvGrpSpPr/>
            <p:nvPr/>
          </p:nvGrpSpPr>
          <p:grpSpPr>
            <a:xfrm>
              <a:off x="1673257" y="1974175"/>
              <a:ext cx="316111" cy="323572"/>
              <a:chOff x="1673257" y="1974175"/>
              <a:chExt cx="316111" cy="323572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673257" y="197417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6" name="Forma 35"/>
              <p:cNvSpPr/>
              <p:nvPr/>
            </p:nvSpPr>
            <p:spPr>
              <a:xfrm>
                <a:off x="1838401" y="199796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7" name="Tumor"/>
            <p:cNvSpPr/>
            <p:nvPr/>
          </p:nvSpPr>
          <p:spPr>
            <a:xfrm>
              <a:off x="1368857" y="1656207"/>
              <a:ext cx="142646" cy="116586"/>
            </a:xfrm>
            <a:custGeom>
              <a:avLst/>
              <a:gdLst/>
              <a:ahLst/>
              <a:cxnLst/>
              <a:rect l="0" t="0" r="r" b="b"/>
              <a:pathLst>
                <a:path w="1200" h="1020">
                  <a:moveTo>
                    <a:pt x="1200" y="510"/>
                  </a:moveTo>
                  <a:cubicBezTo>
                    <a:pt x="1200" y="791"/>
                    <a:pt x="931" y="1020"/>
                    <a:pt x="600" y="1020"/>
                  </a:cubicBezTo>
                  <a:cubicBezTo>
                    <a:pt x="268" y="1020"/>
                    <a:pt x="0" y="791"/>
                    <a:pt x="0" y="510"/>
                  </a:cubicBezTo>
                  <a:cubicBezTo>
                    <a:pt x="0" y="228"/>
                    <a:pt x="268" y="0"/>
                    <a:pt x="600" y="0"/>
                  </a:cubicBezTo>
                  <a:cubicBezTo>
                    <a:pt x="931" y="0"/>
                    <a:pt x="1200" y="228"/>
                    <a:pt x="1200" y="510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4A235A"/>
              </a:solidFill>
              <a:round/>
            </a:ln>
          </p:spPr>
        </p:sp>
        <p:sp>
          <p:nvSpPr>
            <p:cNvPr id="38" name="Diafragma"/>
            <p:cNvSpPr/>
            <p:nvPr/>
          </p:nvSpPr>
          <p:spPr>
            <a:xfrm>
              <a:off x="1303479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9" name="Clavículas"/>
            <p:cNvGrpSpPr/>
            <p:nvPr/>
          </p:nvGrpSpPr>
          <p:grpSpPr>
            <a:xfrm>
              <a:off x="1380744" y="1463040"/>
              <a:ext cx="713232" cy="45720"/>
              <a:chOff x="1380744" y="1463040"/>
              <a:chExt cx="713232" cy="45720"/>
            </a:xfrm>
          </p:grpSpPr>
          <p:sp>
            <p:nvSpPr>
              <p:cNvPr id="40" name="Forma 39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41" name="Forma 40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42" name="Causa Infecciones"/>
          <p:cNvGrpSpPr/>
          <p:nvPr/>
        </p:nvGrpSpPr>
        <p:grpSpPr>
          <a:xfrm>
            <a:off x="3273552" y="914400"/>
            <a:ext cx="2743200" cy="2514600"/>
            <a:chOff x="3273552" y="914400"/>
            <a:chExt cx="2743200" cy="2514600"/>
          </a:xfrm>
        </p:grpSpPr>
        <p:grpSp>
          <p:nvGrpSpPr>
            <p:cNvPr id="43" name="Recuadro Infecciones"/>
            <p:cNvGrpSpPr/>
            <p:nvPr/>
          </p:nvGrpSpPr>
          <p:grpSpPr>
            <a:xfrm>
              <a:off x="3273552" y="914400"/>
              <a:ext cx="2743200" cy="2514600"/>
              <a:chOff x="3273552" y="914400"/>
              <a:chExt cx="2743200" cy="251460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273552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07"/>
                  </a:lnSpc>
                  <a:spcAft>
                    <a:spcPts val="300"/>
                  </a:spcAft>
                  <a:buNone/>
                </a:pP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TBC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neumonías bacterianas o virales (Mycoplasma, Pneumocystis) · hongos.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3273552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769"/>
                  </a:lnSpc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INFECCIONES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46" name="ParedToracica_2"/>
            <p:cNvSpPr/>
            <p:nvPr/>
          </p:nvSpPr>
          <p:spPr>
            <a:xfrm>
              <a:off x="4100718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7" name="Mediastino_2"/>
            <p:cNvSpPr/>
            <p:nvPr/>
          </p:nvSpPr>
          <p:spPr>
            <a:xfrm>
              <a:off x="4443070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8" name="Costillas_2"/>
            <p:cNvGrpSpPr/>
            <p:nvPr/>
          </p:nvGrpSpPr>
          <p:grpSpPr>
            <a:xfrm>
              <a:off x="4122115" y="1508760"/>
              <a:ext cx="1046074" cy="941832"/>
              <a:chOff x="4122115" y="1508760"/>
              <a:chExt cx="1046074" cy="941832"/>
            </a:xfrm>
          </p:grpSpPr>
          <p:sp>
            <p:nvSpPr>
              <p:cNvPr id="49" name="Forma 48"/>
              <p:cNvSpPr/>
              <p:nvPr/>
            </p:nvSpPr>
            <p:spPr>
              <a:xfrm>
                <a:off x="4122115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50" name="Forma 49"/>
              <p:cNvSpPr/>
              <p:nvPr/>
            </p:nvSpPr>
            <p:spPr>
              <a:xfrm>
                <a:off x="4122115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51" name="EspacioPleuralD_2"/>
            <p:cNvSpPr/>
            <p:nvPr/>
          </p:nvSpPr>
          <p:spPr>
            <a:xfrm>
              <a:off x="4187495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2" name="EspacioPleuralI_2"/>
            <p:cNvSpPr/>
            <p:nvPr/>
          </p:nvSpPr>
          <p:spPr>
            <a:xfrm>
              <a:off x="4725913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3" name="Aorta_2"/>
            <p:cNvSpPr/>
            <p:nvPr/>
          </p:nvSpPr>
          <p:spPr>
            <a:xfrm>
              <a:off x="4647253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4" name="Traquea_2"/>
            <p:cNvGrpSpPr/>
            <p:nvPr/>
          </p:nvGrpSpPr>
          <p:grpSpPr>
            <a:xfrm>
              <a:off x="4503700" y="1417320"/>
              <a:ext cx="282904" cy="490342"/>
              <a:chOff x="4503700" y="1417320"/>
              <a:chExt cx="282904" cy="490342"/>
            </a:xfrm>
          </p:grpSpPr>
          <p:sp>
            <p:nvSpPr>
              <p:cNvPr id="55" name="Forma 54"/>
              <p:cNvSpPr/>
              <p:nvPr/>
            </p:nvSpPr>
            <p:spPr>
              <a:xfrm>
                <a:off x="4503700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4623755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7" name="LiquidoPleuralD_2"/>
            <p:cNvSpPr/>
            <p:nvPr/>
          </p:nvSpPr>
          <p:spPr>
            <a:xfrm>
              <a:off x="4188684" y="1979738"/>
              <a:ext cx="399410" cy="396702"/>
            </a:xfrm>
            <a:custGeom>
              <a:avLst/>
              <a:gdLst/>
              <a:ahLst/>
              <a:cxnLst/>
              <a:rect l="0" t="0" r="r" b="b"/>
              <a:pathLst>
                <a:path w="9681" h="10000">
                  <a:moveTo>
                    <a:pt x="0" y="3110"/>
                  </a:moveTo>
                  <a:lnTo>
                    <a:pt x="23" y="3580"/>
                  </a:lnTo>
                  <a:lnTo>
                    <a:pt x="55" y="4052"/>
                  </a:lnTo>
                  <a:lnTo>
                    <a:pt x="93" y="4520"/>
                  </a:lnTo>
                  <a:lnTo>
                    <a:pt x="136" y="4978"/>
                  </a:lnTo>
                  <a:lnTo>
                    <a:pt x="182" y="5422"/>
                  </a:lnTo>
                  <a:lnTo>
                    <a:pt x="230" y="5847"/>
                  </a:lnTo>
                  <a:lnTo>
                    <a:pt x="280" y="6252"/>
                  </a:lnTo>
                  <a:lnTo>
                    <a:pt x="335" y="6643"/>
                  </a:lnTo>
                  <a:lnTo>
                    <a:pt x="392" y="7019"/>
                  </a:lnTo>
                  <a:lnTo>
                    <a:pt x="452" y="7381"/>
                  </a:lnTo>
                  <a:lnTo>
                    <a:pt x="513" y="7730"/>
                  </a:lnTo>
                  <a:lnTo>
                    <a:pt x="576" y="8065"/>
                  </a:lnTo>
                  <a:lnTo>
                    <a:pt x="638" y="8402"/>
                  </a:lnTo>
                  <a:lnTo>
                    <a:pt x="702" y="8742"/>
                  </a:lnTo>
                  <a:lnTo>
                    <a:pt x="767" y="9068"/>
                  </a:lnTo>
                  <a:lnTo>
                    <a:pt x="834" y="9364"/>
                  </a:lnTo>
                  <a:lnTo>
                    <a:pt x="905" y="9612"/>
                  </a:lnTo>
                  <a:lnTo>
                    <a:pt x="979" y="9794"/>
                  </a:lnTo>
                  <a:lnTo>
                    <a:pt x="1050" y="9912"/>
                  </a:lnTo>
                  <a:lnTo>
                    <a:pt x="1114" y="9980"/>
                  </a:lnTo>
                  <a:lnTo>
                    <a:pt x="1181" y="10000"/>
                  </a:lnTo>
                  <a:lnTo>
                    <a:pt x="1261" y="9973"/>
                  </a:lnTo>
                  <a:lnTo>
                    <a:pt x="1363" y="9904"/>
                  </a:lnTo>
                  <a:lnTo>
                    <a:pt x="1498" y="9794"/>
                  </a:lnTo>
                  <a:lnTo>
                    <a:pt x="1663" y="9622"/>
                  </a:lnTo>
                  <a:lnTo>
                    <a:pt x="1852" y="9382"/>
                  </a:lnTo>
                  <a:lnTo>
                    <a:pt x="2063" y="9099"/>
                  </a:lnTo>
                  <a:lnTo>
                    <a:pt x="2296" y="8798"/>
                  </a:lnTo>
                  <a:lnTo>
                    <a:pt x="2550" y="8502"/>
                  </a:lnTo>
                  <a:lnTo>
                    <a:pt x="2823" y="8238"/>
                  </a:lnTo>
                  <a:lnTo>
                    <a:pt x="3126" y="7991"/>
                  </a:lnTo>
                  <a:lnTo>
                    <a:pt x="3461" y="7739"/>
                  </a:lnTo>
                  <a:lnTo>
                    <a:pt x="3817" y="7493"/>
                  </a:lnTo>
                  <a:lnTo>
                    <a:pt x="4183" y="7265"/>
                  </a:lnTo>
                  <a:lnTo>
                    <a:pt x="4547" y="7068"/>
                  </a:lnTo>
                  <a:lnTo>
                    <a:pt x="4898" y="6913"/>
                  </a:lnTo>
                  <a:lnTo>
                    <a:pt x="5240" y="6801"/>
                  </a:lnTo>
                  <a:lnTo>
                    <a:pt x="5585" y="6723"/>
                  </a:lnTo>
                  <a:lnTo>
                    <a:pt x="5928" y="6675"/>
                  </a:lnTo>
                  <a:lnTo>
                    <a:pt x="6266" y="6655"/>
                  </a:lnTo>
                  <a:lnTo>
                    <a:pt x="6596" y="6658"/>
                  </a:lnTo>
                  <a:lnTo>
                    <a:pt x="6915" y="6682"/>
                  </a:lnTo>
                  <a:lnTo>
                    <a:pt x="7227" y="6737"/>
                  </a:lnTo>
                  <a:lnTo>
                    <a:pt x="7538" y="6825"/>
                  </a:lnTo>
                  <a:lnTo>
                    <a:pt x="7840" y="6938"/>
                  </a:lnTo>
                  <a:lnTo>
                    <a:pt x="8129" y="7064"/>
                  </a:lnTo>
                  <a:lnTo>
                    <a:pt x="8398" y="7194"/>
                  </a:lnTo>
                  <a:lnTo>
                    <a:pt x="8643" y="7316"/>
                  </a:lnTo>
                  <a:lnTo>
                    <a:pt x="8869" y="7481"/>
                  </a:lnTo>
                  <a:lnTo>
                    <a:pt x="9083" y="7705"/>
                  </a:lnTo>
                  <a:lnTo>
                    <a:pt x="9277" y="7932"/>
                  </a:lnTo>
                  <a:lnTo>
                    <a:pt x="9446" y="8106"/>
                  </a:lnTo>
                  <a:lnTo>
                    <a:pt x="9582" y="8169"/>
                  </a:lnTo>
                  <a:lnTo>
                    <a:pt x="9681" y="8065"/>
                  </a:lnTo>
                  <a:lnTo>
                    <a:pt x="9681" y="6404"/>
                  </a:lnTo>
                  <a:lnTo>
                    <a:pt x="9655" y="6057"/>
                  </a:lnTo>
                  <a:lnTo>
                    <a:pt x="9604" y="5419"/>
                  </a:lnTo>
                  <a:lnTo>
                    <a:pt x="9565" y="4838"/>
                  </a:lnTo>
                  <a:lnTo>
                    <a:pt x="9534" y="4307"/>
                  </a:lnTo>
                  <a:lnTo>
                    <a:pt x="9497" y="3778"/>
                  </a:lnTo>
                  <a:lnTo>
                    <a:pt x="9457" y="3250"/>
                  </a:lnTo>
                  <a:lnTo>
                    <a:pt x="9450" y="3161"/>
                  </a:lnTo>
                  <a:lnTo>
                    <a:pt x="9438" y="3161"/>
                  </a:lnTo>
                  <a:lnTo>
                    <a:pt x="9196" y="3157"/>
                  </a:lnTo>
                  <a:lnTo>
                    <a:pt x="8954" y="3151"/>
                  </a:lnTo>
                  <a:lnTo>
                    <a:pt x="8712" y="3142"/>
                  </a:lnTo>
                  <a:lnTo>
                    <a:pt x="8470" y="3129"/>
                  </a:lnTo>
                  <a:lnTo>
                    <a:pt x="8228" y="3113"/>
                  </a:lnTo>
                  <a:lnTo>
                    <a:pt x="7986" y="3093"/>
                  </a:lnTo>
                  <a:lnTo>
                    <a:pt x="7744" y="3070"/>
                  </a:lnTo>
                  <a:lnTo>
                    <a:pt x="7502" y="3042"/>
                  </a:lnTo>
                  <a:lnTo>
                    <a:pt x="7260" y="3011"/>
                  </a:lnTo>
                  <a:lnTo>
                    <a:pt x="7018" y="2976"/>
                  </a:lnTo>
                  <a:lnTo>
                    <a:pt x="6776" y="2937"/>
                  </a:lnTo>
                  <a:lnTo>
                    <a:pt x="6534" y="2894"/>
                  </a:lnTo>
                  <a:lnTo>
                    <a:pt x="6292" y="2847"/>
                  </a:lnTo>
                  <a:lnTo>
                    <a:pt x="6050" y="2795"/>
                  </a:lnTo>
                  <a:lnTo>
                    <a:pt x="5808" y="2739"/>
                  </a:lnTo>
                  <a:lnTo>
                    <a:pt x="5566" y="2679"/>
                  </a:lnTo>
                  <a:lnTo>
                    <a:pt x="5324" y="2614"/>
                  </a:lnTo>
                  <a:lnTo>
                    <a:pt x="5082" y="2545"/>
                  </a:lnTo>
                  <a:lnTo>
                    <a:pt x="4840" y="2472"/>
                  </a:lnTo>
                  <a:lnTo>
                    <a:pt x="4598" y="2394"/>
                  </a:lnTo>
                  <a:lnTo>
                    <a:pt x="4356" y="2311"/>
                  </a:lnTo>
                  <a:lnTo>
                    <a:pt x="4114" y="2223"/>
                  </a:lnTo>
                  <a:lnTo>
                    <a:pt x="3920" y="2150"/>
                  </a:lnTo>
                  <a:lnTo>
                    <a:pt x="3809" y="2212"/>
                  </a:lnTo>
                  <a:lnTo>
                    <a:pt x="3800" y="2216"/>
                  </a:lnTo>
                  <a:lnTo>
                    <a:pt x="3501" y="2397"/>
                  </a:lnTo>
                  <a:lnTo>
                    <a:pt x="3494" y="2402"/>
                  </a:lnTo>
                  <a:lnTo>
                    <a:pt x="3224" y="2578"/>
                  </a:lnTo>
                  <a:lnTo>
                    <a:pt x="3208" y="2589"/>
                  </a:lnTo>
                  <a:lnTo>
                    <a:pt x="2965" y="2777"/>
                  </a:lnTo>
                  <a:lnTo>
                    <a:pt x="2949" y="2791"/>
                  </a:lnTo>
                  <a:lnTo>
                    <a:pt x="2724" y="3001"/>
                  </a:lnTo>
                  <a:lnTo>
                    <a:pt x="2715" y="3009"/>
                  </a:lnTo>
                  <a:lnTo>
                    <a:pt x="2508" y="3225"/>
                  </a:lnTo>
                  <a:lnTo>
                    <a:pt x="2505" y="3228"/>
                  </a:lnTo>
                  <a:lnTo>
                    <a:pt x="2319" y="3428"/>
                  </a:lnTo>
                  <a:lnTo>
                    <a:pt x="2317" y="3429"/>
                  </a:lnTo>
                  <a:lnTo>
                    <a:pt x="2160" y="3590"/>
                  </a:lnTo>
                  <a:lnTo>
                    <a:pt x="2155" y="3594"/>
                  </a:lnTo>
                  <a:lnTo>
                    <a:pt x="2029" y="3700"/>
                  </a:lnTo>
                  <a:lnTo>
                    <a:pt x="2023" y="3704"/>
                  </a:lnTo>
                  <a:lnTo>
                    <a:pt x="1986" y="3728"/>
                  </a:lnTo>
                  <a:lnTo>
                    <a:pt x="1981" y="3731"/>
                  </a:lnTo>
                  <a:lnTo>
                    <a:pt x="1976" y="3734"/>
                  </a:lnTo>
                  <a:lnTo>
                    <a:pt x="1970" y="3735"/>
                  </a:lnTo>
                  <a:lnTo>
                    <a:pt x="1965" y="3737"/>
                  </a:lnTo>
                  <a:lnTo>
                    <a:pt x="1959" y="3738"/>
                  </a:lnTo>
                  <a:lnTo>
                    <a:pt x="1953" y="3738"/>
                  </a:lnTo>
                  <a:lnTo>
                    <a:pt x="1948" y="3737"/>
                  </a:lnTo>
                  <a:lnTo>
                    <a:pt x="1942" y="3737"/>
                  </a:lnTo>
                  <a:lnTo>
                    <a:pt x="1937" y="3735"/>
                  </a:lnTo>
                  <a:lnTo>
                    <a:pt x="1931" y="3733"/>
                  </a:lnTo>
                  <a:lnTo>
                    <a:pt x="1926" y="3731"/>
                  </a:lnTo>
                  <a:lnTo>
                    <a:pt x="1921" y="3728"/>
                  </a:lnTo>
                  <a:lnTo>
                    <a:pt x="1917" y="3724"/>
                  </a:lnTo>
                  <a:lnTo>
                    <a:pt x="1913" y="3720"/>
                  </a:lnTo>
                  <a:lnTo>
                    <a:pt x="1909" y="3716"/>
                  </a:lnTo>
                  <a:lnTo>
                    <a:pt x="1906" y="3711"/>
                  </a:lnTo>
                  <a:lnTo>
                    <a:pt x="1903" y="3706"/>
                  </a:lnTo>
                  <a:lnTo>
                    <a:pt x="1871" y="3644"/>
                  </a:lnTo>
                  <a:lnTo>
                    <a:pt x="1868" y="3637"/>
                  </a:lnTo>
                  <a:lnTo>
                    <a:pt x="1811" y="3477"/>
                  </a:lnTo>
                  <a:lnTo>
                    <a:pt x="1810" y="3474"/>
                  </a:lnTo>
                  <a:lnTo>
                    <a:pt x="1752" y="3271"/>
                  </a:lnTo>
                  <a:lnTo>
                    <a:pt x="1752" y="3269"/>
                  </a:lnTo>
                  <a:lnTo>
                    <a:pt x="1695" y="3039"/>
                  </a:lnTo>
                  <a:lnTo>
                    <a:pt x="1694" y="3038"/>
                  </a:lnTo>
                  <a:lnTo>
                    <a:pt x="1638" y="2795"/>
                  </a:lnTo>
                  <a:lnTo>
                    <a:pt x="1582" y="2554"/>
                  </a:lnTo>
                  <a:lnTo>
                    <a:pt x="1527" y="2315"/>
                  </a:lnTo>
                  <a:lnTo>
                    <a:pt x="1526" y="2314"/>
                  </a:lnTo>
                  <a:lnTo>
                    <a:pt x="1472" y="2066"/>
                  </a:lnTo>
                  <a:lnTo>
                    <a:pt x="1472" y="2065"/>
                  </a:lnTo>
                  <a:lnTo>
                    <a:pt x="1419" y="1808"/>
                  </a:lnTo>
                  <a:lnTo>
                    <a:pt x="1418" y="1807"/>
                  </a:lnTo>
                  <a:lnTo>
                    <a:pt x="1368" y="1540"/>
                  </a:lnTo>
                  <a:lnTo>
                    <a:pt x="1367" y="1539"/>
                  </a:lnTo>
                  <a:lnTo>
                    <a:pt x="1319" y="1262"/>
                  </a:lnTo>
                  <a:lnTo>
                    <a:pt x="1319" y="1261"/>
                  </a:lnTo>
                  <a:lnTo>
                    <a:pt x="1275" y="973"/>
                  </a:lnTo>
                  <a:lnTo>
                    <a:pt x="1274" y="972"/>
                  </a:lnTo>
                  <a:lnTo>
                    <a:pt x="1254" y="826"/>
                  </a:lnTo>
                  <a:lnTo>
                    <a:pt x="1210" y="799"/>
                  </a:lnTo>
                  <a:lnTo>
                    <a:pt x="968" y="648"/>
                  </a:lnTo>
                  <a:lnTo>
                    <a:pt x="726" y="492"/>
                  </a:lnTo>
                  <a:lnTo>
                    <a:pt x="484" y="330"/>
                  </a:lnTo>
                  <a:lnTo>
                    <a:pt x="242" y="164"/>
                  </a:lnTo>
                  <a:lnTo>
                    <a:pt x="10" y="0"/>
                  </a:lnTo>
                  <a:lnTo>
                    <a:pt x="0" y="228"/>
                  </a:lnTo>
                  <a:lnTo>
                    <a:pt x="0" y="3110"/>
                  </a:lnTo>
                  <a:close/>
                </a:path>
              </a:pathLst>
            </a:custGeom>
            <a:solidFill>
              <a:srgbClr val="E9C46A">
                <a:alpha val="88000"/>
              </a:srgbClr>
            </a:solidFill>
            <a:ln w="22225" cap="rnd">
              <a:solidFill>
                <a:srgbClr val="806B3A"/>
              </a:solidFill>
              <a:round/>
            </a:ln>
          </p:spPr>
        </p:sp>
        <p:grpSp>
          <p:nvGrpSpPr>
            <p:cNvPr id="58" name="PulmonDerecho_2"/>
            <p:cNvGrpSpPr/>
            <p:nvPr/>
          </p:nvGrpSpPr>
          <p:grpSpPr>
            <a:xfrm>
              <a:off x="4234146" y="1530151"/>
              <a:ext cx="337020" cy="595601"/>
              <a:chOff x="4234146" y="1530151"/>
              <a:chExt cx="337020" cy="595601"/>
            </a:xfrm>
          </p:grpSpPr>
          <p:sp>
            <p:nvSpPr>
              <p:cNvPr id="59" name="Forma 58"/>
              <p:cNvSpPr/>
              <p:nvPr/>
            </p:nvSpPr>
            <p:spPr>
              <a:xfrm>
                <a:off x="4234146" y="1530151"/>
                <a:ext cx="337020" cy="595601"/>
              </a:xfrm>
              <a:custGeom>
                <a:avLst/>
                <a:gdLst/>
                <a:ahLst/>
                <a:cxnLst/>
                <a:rect l="0" t="0" r="r" b="b"/>
                <a:pathLst>
                  <a:path w="5440" h="10000">
                    <a:moveTo>
                      <a:pt x="592" y="9983"/>
                    </a:moveTo>
                    <a:lnTo>
                      <a:pt x="677" y="9913"/>
                    </a:lnTo>
                    <a:lnTo>
                      <a:pt x="782" y="9806"/>
                    </a:lnTo>
                    <a:lnTo>
                      <a:pt x="906" y="9672"/>
                    </a:lnTo>
                    <a:lnTo>
                      <a:pt x="908" y="9670"/>
                    </a:lnTo>
                    <a:lnTo>
                      <a:pt x="1047" y="9526"/>
                    </a:lnTo>
                    <a:lnTo>
                      <a:pt x="1053" y="9520"/>
                    </a:lnTo>
                    <a:lnTo>
                      <a:pt x="1204" y="9379"/>
                    </a:lnTo>
                    <a:lnTo>
                      <a:pt x="1216" y="9368"/>
                    </a:lnTo>
                    <a:lnTo>
                      <a:pt x="1380" y="9242"/>
                    </a:lnTo>
                    <a:lnTo>
                      <a:pt x="1391" y="9234"/>
                    </a:lnTo>
                    <a:lnTo>
                      <a:pt x="1572" y="9116"/>
                    </a:lnTo>
                    <a:lnTo>
                      <a:pt x="1578" y="9112"/>
                    </a:lnTo>
                    <a:lnTo>
                      <a:pt x="1777" y="8992"/>
                    </a:lnTo>
                    <a:lnTo>
                      <a:pt x="1784" y="8988"/>
                    </a:lnTo>
                    <a:lnTo>
                      <a:pt x="1996" y="8870"/>
                    </a:lnTo>
                    <a:lnTo>
                      <a:pt x="2003" y="8866"/>
                    </a:lnTo>
                    <a:lnTo>
                      <a:pt x="2221" y="8758"/>
                    </a:lnTo>
                    <a:lnTo>
                      <a:pt x="2231" y="8753"/>
                    </a:lnTo>
                    <a:lnTo>
                      <a:pt x="2448" y="8659"/>
                    </a:lnTo>
                    <a:lnTo>
                      <a:pt x="2462" y="8653"/>
                    </a:lnTo>
                    <a:lnTo>
                      <a:pt x="2671" y="8579"/>
                    </a:lnTo>
                    <a:lnTo>
                      <a:pt x="2689" y="8574"/>
                    </a:lnTo>
                    <a:lnTo>
                      <a:pt x="2893" y="8520"/>
                    </a:lnTo>
                    <a:lnTo>
                      <a:pt x="2910" y="8517"/>
                    </a:lnTo>
                    <a:lnTo>
                      <a:pt x="3115" y="8479"/>
                    </a:lnTo>
                    <a:lnTo>
                      <a:pt x="3131" y="8477"/>
                    </a:lnTo>
                    <a:lnTo>
                      <a:pt x="3335" y="8454"/>
                    </a:lnTo>
                    <a:lnTo>
                      <a:pt x="3350" y="8453"/>
                    </a:lnTo>
                    <a:lnTo>
                      <a:pt x="3551" y="8443"/>
                    </a:lnTo>
                    <a:lnTo>
                      <a:pt x="3565" y="8443"/>
                    </a:lnTo>
                    <a:lnTo>
                      <a:pt x="3761" y="8445"/>
                    </a:lnTo>
                    <a:lnTo>
                      <a:pt x="3774" y="8445"/>
                    </a:lnTo>
                    <a:lnTo>
                      <a:pt x="3964" y="8457"/>
                    </a:lnTo>
                    <a:lnTo>
                      <a:pt x="3982" y="8458"/>
                    </a:lnTo>
                    <a:lnTo>
                      <a:pt x="4168" y="8484"/>
                    </a:lnTo>
                    <a:lnTo>
                      <a:pt x="4188" y="8488"/>
                    </a:lnTo>
                    <a:lnTo>
                      <a:pt x="4373" y="8530"/>
                    </a:lnTo>
                    <a:lnTo>
                      <a:pt x="4387" y="8534"/>
                    </a:lnTo>
                    <a:lnTo>
                      <a:pt x="4567" y="8588"/>
                    </a:lnTo>
                    <a:lnTo>
                      <a:pt x="4577" y="8591"/>
                    </a:lnTo>
                    <a:lnTo>
                      <a:pt x="4749" y="8651"/>
                    </a:lnTo>
                    <a:lnTo>
                      <a:pt x="4755" y="8654"/>
                    </a:lnTo>
                    <a:lnTo>
                      <a:pt x="4916" y="8716"/>
                    </a:lnTo>
                    <a:lnTo>
                      <a:pt x="4918" y="8717"/>
                    </a:lnTo>
                    <a:lnTo>
                      <a:pt x="5064" y="8775"/>
                    </a:lnTo>
                    <a:lnTo>
                      <a:pt x="5078" y="8781"/>
                    </a:lnTo>
                    <a:lnTo>
                      <a:pt x="5091" y="8788"/>
                    </a:lnTo>
                    <a:lnTo>
                      <a:pt x="5225" y="8866"/>
                    </a:lnTo>
                    <a:lnTo>
                      <a:pt x="5239" y="8875"/>
                    </a:lnTo>
                    <a:lnTo>
                      <a:pt x="5251" y="8885"/>
                    </a:lnTo>
                    <a:lnTo>
                      <a:pt x="5379" y="8992"/>
                    </a:lnTo>
                    <a:lnTo>
                      <a:pt x="5385" y="8998"/>
                    </a:lnTo>
                    <a:lnTo>
                      <a:pt x="5439" y="9048"/>
                    </a:lnTo>
                    <a:lnTo>
                      <a:pt x="5440" y="8898"/>
                    </a:lnTo>
                    <a:lnTo>
                      <a:pt x="5422" y="8624"/>
                    </a:lnTo>
                    <a:lnTo>
                      <a:pt x="5394" y="8320"/>
                    </a:lnTo>
                    <a:lnTo>
                      <a:pt x="5364" y="8016"/>
                    </a:lnTo>
                    <a:lnTo>
                      <a:pt x="5364" y="8014"/>
                    </a:lnTo>
                    <a:lnTo>
                      <a:pt x="5341" y="7737"/>
                    </a:lnTo>
                    <a:lnTo>
                      <a:pt x="5341" y="7736"/>
                    </a:lnTo>
                    <a:lnTo>
                      <a:pt x="5322" y="7482"/>
                    </a:lnTo>
                    <a:lnTo>
                      <a:pt x="5300" y="7231"/>
                    </a:lnTo>
                    <a:lnTo>
                      <a:pt x="5276" y="6979"/>
                    </a:lnTo>
                    <a:lnTo>
                      <a:pt x="5252" y="6728"/>
                    </a:lnTo>
                    <a:lnTo>
                      <a:pt x="5227" y="6476"/>
                    </a:lnTo>
                    <a:lnTo>
                      <a:pt x="5227" y="6476"/>
                    </a:lnTo>
                    <a:lnTo>
                      <a:pt x="5203" y="6224"/>
                    </a:lnTo>
                    <a:lnTo>
                      <a:pt x="5203" y="6223"/>
                    </a:lnTo>
                    <a:lnTo>
                      <a:pt x="5181" y="5970"/>
                    </a:lnTo>
                    <a:lnTo>
                      <a:pt x="5181" y="5970"/>
                    </a:lnTo>
                    <a:lnTo>
                      <a:pt x="5160" y="5718"/>
                    </a:lnTo>
                    <a:lnTo>
                      <a:pt x="5139" y="5465"/>
                    </a:lnTo>
                    <a:lnTo>
                      <a:pt x="5117" y="5214"/>
                    </a:lnTo>
                    <a:lnTo>
                      <a:pt x="5093" y="4962"/>
                    </a:lnTo>
                    <a:lnTo>
                      <a:pt x="5066" y="4711"/>
                    </a:lnTo>
                    <a:lnTo>
                      <a:pt x="5038" y="4459"/>
                    </a:lnTo>
                    <a:lnTo>
                      <a:pt x="5017" y="4280"/>
                    </a:lnTo>
                    <a:lnTo>
                      <a:pt x="4988" y="4093"/>
                    </a:lnTo>
                    <a:lnTo>
                      <a:pt x="4930" y="3734"/>
                    </a:lnTo>
                    <a:lnTo>
                      <a:pt x="4867" y="3376"/>
                    </a:lnTo>
                    <a:lnTo>
                      <a:pt x="4801" y="3026"/>
                    </a:lnTo>
                    <a:lnTo>
                      <a:pt x="4731" y="2692"/>
                    </a:lnTo>
                    <a:lnTo>
                      <a:pt x="4659" y="2379"/>
                    </a:lnTo>
                    <a:lnTo>
                      <a:pt x="4583" y="2085"/>
                    </a:lnTo>
                    <a:lnTo>
                      <a:pt x="4501" y="1804"/>
                    </a:lnTo>
                    <a:lnTo>
                      <a:pt x="4416" y="1537"/>
                    </a:lnTo>
                    <a:lnTo>
                      <a:pt x="4330" y="1287"/>
                    </a:lnTo>
                    <a:lnTo>
                      <a:pt x="4245" y="1058"/>
                    </a:lnTo>
                    <a:lnTo>
                      <a:pt x="4163" y="852"/>
                    </a:lnTo>
                    <a:lnTo>
                      <a:pt x="4086" y="670"/>
                    </a:lnTo>
                    <a:lnTo>
                      <a:pt x="4043" y="576"/>
                    </a:lnTo>
                    <a:lnTo>
                      <a:pt x="4016" y="525"/>
                    </a:lnTo>
                    <a:lnTo>
                      <a:pt x="3954" y="415"/>
                    </a:lnTo>
                    <a:lnTo>
                      <a:pt x="3894" y="322"/>
                    </a:lnTo>
                    <a:lnTo>
                      <a:pt x="3835" y="244"/>
                    </a:lnTo>
                    <a:lnTo>
                      <a:pt x="3776" y="180"/>
                    </a:lnTo>
                    <a:lnTo>
                      <a:pt x="3713" y="125"/>
                    </a:lnTo>
                    <a:lnTo>
                      <a:pt x="3648" y="78"/>
                    </a:lnTo>
                    <a:lnTo>
                      <a:pt x="3589" y="43"/>
                    </a:lnTo>
                    <a:lnTo>
                      <a:pt x="3534" y="20"/>
                    </a:lnTo>
                    <a:lnTo>
                      <a:pt x="3476" y="6"/>
                    </a:lnTo>
                    <a:lnTo>
                      <a:pt x="3407" y="0"/>
                    </a:lnTo>
                    <a:lnTo>
                      <a:pt x="3318" y="3"/>
                    </a:lnTo>
                    <a:lnTo>
                      <a:pt x="3201" y="19"/>
                    </a:lnTo>
                    <a:lnTo>
                      <a:pt x="3059" y="51"/>
                    </a:lnTo>
                    <a:lnTo>
                      <a:pt x="2904" y="95"/>
                    </a:lnTo>
                    <a:lnTo>
                      <a:pt x="2742" y="150"/>
                    </a:lnTo>
                    <a:lnTo>
                      <a:pt x="2584" y="213"/>
                    </a:lnTo>
                    <a:lnTo>
                      <a:pt x="2437" y="283"/>
                    </a:lnTo>
                    <a:lnTo>
                      <a:pt x="2296" y="360"/>
                    </a:lnTo>
                    <a:lnTo>
                      <a:pt x="2155" y="448"/>
                    </a:lnTo>
                    <a:lnTo>
                      <a:pt x="2016" y="545"/>
                    </a:lnTo>
                    <a:lnTo>
                      <a:pt x="1881" y="650"/>
                    </a:lnTo>
                    <a:lnTo>
                      <a:pt x="1750" y="763"/>
                    </a:lnTo>
                    <a:lnTo>
                      <a:pt x="1624" y="883"/>
                    </a:lnTo>
                    <a:lnTo>
                      <a:pt x="1503" y="1010"/>
                    </a:lnTo>
                    <a:lnTo>
                      <a:pt x="1386" y="1145"/>
                    </a:lnTo>
                    <a:lnTo>
                      <a:pt x="1273" y="1289"/>
                    </a:lnTo>
                    <a:lnTo>
                      <a:pt x="1165" y="1440"/>
                    </a:lnTo>
                    <a:lnTo>
                      <a:pt x="1060" y="1597"/>
                    </a:lnTo>
                    <a:lnTo>
                      <a:pt x="960" y="1761"/>
                    </a:lnTo>
                    <a:lnTo>
                      <a:pt x="865" y="1932"/>
                    </a:lnTo>
                    <a:lnTo>
                      <a:pt x="773" y="2110"/>
                    </a:lnTo>
                    <a:lnTo>
                      <a:pt x="686" y="2295"/>
                    </a:lnTo>
                    <a:lnTo>
                      <a:pt x="604" y="2485"/>
                    </a:lnTo>
                    <a:lnTo>
                      <a:pt x="527" y="2680"/>
                    </a:lnTo>
                    <a:lnTo>
                      <a:pt x="457" y="2879"/>
                    </a:lnTo>
                    <a:lnTo>
                      <a:pt x="393" y="3082"/>
                    </a:lnTo>
                    <a:lnTo>
                      <a:pt x="335" y="3292"/>
                    </a:lnTo>
                    <a:lnTo>
                      <a:pt x="282" y="3506"/>
                    </a:lnTo>
                    <a:lnTo>
                      <a:pt x="234" y="3725"/>
                    </a:lnTo>
                    <a:lnTo>
                      <a:pt x="191" y="3946"/>
                    </a:lnTo>
                    <a:lnTo>
                      <a:pt x="152" y="4167"/>
                    </a:lnTo>
                    <a:lnTo>
                      <a:pt x="118" y="4390"/>
                    </a:lnTo>
                    <a:lnTo>
                      <a:pt x="90" y="4615"/>
                    </a:lnTo>
                    <a:lnTo>
                      <a:pt x="65" y="4843"/>
                    </a:lnTo>
                    <a:lnTo>
                      <a:pt x="46" y="5072"/>
                    </a:lnTo>
                    <a:lnTo>
                      <a:pt x="29" y="5301"/>
                    </a:lnTo>
                    <a:lnTo>
                      <a:pt x="17" y="5530"/>
                    </a:lnTo>
                    <a:lnTo>
                      <a:pt x="7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7" y="6671"/>
                    </a:lnTo>
                    <a:lnTo>
                      <a:pt x="17" y="6894"/>
                    </a:lnTo>
                    <a:lnTo>
                      <a:pt x="31" y="7117"/>
                    </a:lnTo>
                    <a:lnTo>
                      <a:pt x="49" y="7340"/>
                    </a:lnTo>
                    <a:lnTo>
                      <a:pt x="72" y="7561"/>
                    </a:lnTo>
                    <a:lnTo>
                      <a:pt x="97" y="7779"/>
                    </a:lnTo>
                    <a:lnTo>
                      <a:pt x="124" y="7989"/>
                    </a:lnTo>
                    <a:lnTo>
                      <a:pt x="153" y="8191"/>
                    </a:lnTo>
                    <a:lnTo>
                      <a:pt x="182" y="8382"/>
                    </a:lnTo>
                    <a:lnTo>
                      <a:pt x="214" y="8567"/>
                    </a:lnTo>
                    <a:lnTo>
                      <a:pt x="248" y="8745"/>
                    </a:lnTo>
                    <a:lnTo>
                      <a:pt x="284" y="8916"/>
                    </a:lnTo>
                    <a:lnTo>
                      <a:pt x="320" y="9081"/>
                    </a:lnTo>
                    <a:lnTo>
                      <a:pt x="357" y="9241"/>
                    </a:lnTo>
                    <a:lnTo>
                      <a:pt x="394" y="9402"/>
                    </a:lnTo>
                    <a:lnTo>
                      <a:pt x="432" y="9563"/>
                    </a:lnTo>
                    <a:lnTo>
                      <a:pt x="470" y="9716"/>
                    </a:lnTo>
                    <a:lnTo>
                      <a:pt x="508" y="9851"/>
                    </a:lnTo>
                    <a:lnTo>
                      <a:pt x="546" y="9958"/>
                    </a:lnTo>
                    <a:lnTo>
                      <a:pt x="567" y="10000"/>
                    </a:lnTo>
                    <a:lnTo>
                      <a:pt x="592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E1A2A7"/>
                  </a:gs>
                  <a:gs pos="55000">
                    <a:srgbClr val="C9575F"/>
                  </a:gs>
                  <a:gs pos="100000">
                    <a:srgbClr val="9C434A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0" name="Forma 59"/>
              <p:cNvSpPr/>
              <p:nvPr/>
            </p:nvSpPr>
            <p:spPr>
              <a:xfrm>
                <a:off x="4256888" y="1588601"/>
                <a:ext cx="263448" cy="426375"/>
              </a:xfrm>
              <a:custGeom>
                <a:avLst/>
                <a:gdLst/>
                <a:ahLst/>
                <a:cxnLst/>
                <a:rect l="0" t="0" r="r" b="b"/>
                <a:pathLst>
                  <a:path w="2216" h="3730" fill="none">
                    <a:moveTo>
                      <a:pt x="2216" y="1757"/>
                    </a:moveTo>
                    <a:lnTo>
                      <a:pt x="1634" y="1506"/>
                    </a:lnTo>
                    <a:lnTo>
                      <a:pt x="918" y="1076"/>
                    </a:lnTo>
                    <a:lnTo>
                      <a:pt x="515" y="645"/>
                    </a:lnTo>
                  </a:path>
                  <a:path w="2216" h="3730" fill="none">
                    <a:moveTo>
                      <a:pt x="1634" y="1506"/>
                    </a:moveTo>
                    <a:lnTo>
                      <a:pt x="1365" y="860"/>
                    </a:lnTo>
                    <a:lnTo>
                      <a:pt x="1231" y="143"/>
                    </a:lnTo>
                  </a:path>
                  <a:path w="2216" h="3730" fill="none">
                    <a:moveTo>
                      <a:pt x="2216" y="1757"/>
                    </a:moveTo>
                    <a:lnTo>
                      <a:pt x="1365" y="1865"/>
                    </a:lnTo>
                    <a:lnTo>
                      <a:pt x="470" y="1865"/>
                    </a:lnTo>
                    <a:lnTo>
                      <a:pt x="23" y="1936"/>
                    </a:lnTo>
                  </a:path>
                  <a:path w="2216" h="3730" fill="none">
                    <a:moveTo>
                      <a:pt x="1365" y="1865"/>
                    </a:moveTo>
                    <a:lnTo>
                      <a:pt x="739" y="2367"/>
                    </a:lnTo>
                    <a:lnTo>
                      <a:pt x="247" y="2797"/>
                    </a:lnTo>
                  </a:path>
                  <a:path w="2216" h="3730" fill="none">
                    <a:moveTo>
                      <a:pt x="2216" y="1757"/>
                    </a:moveTo>
                    <a:lnTo>
                      <a:pt x="1634" y="2367"/>
                    </a:lnTo>
                    <a:lnTo>
                      <a:pt x="1097" y="3084"/>
                    </a:lnTo>
                    <a:lnTo>
                      <a:pt x="605" y="3658"/>
                    </a:lnTo>
                  </a:path>
                  <a:path w="2216" h="3730" fill="none">
                    <a:moveTo>
                      <a:pt x="1634" y="2367"/>
                    </a:moveTo>
                    <a:lnTo>
                      <a:pt x="1902" y="3084"/>
                    </a:lnTo>
                    <a:lnTo>
                      <a:pt x="1634" y="3730"/>
                    </a:lnTo>
                  </a:path>
                  <a:path w="2216" h="3730" fill="none">
                    <a:moveTo>
                      <a:pt x="1097" y="3084"/>
                    </a:moveTo>
                    <a:lnTo>
                      <a:pt x="381" y="3443"/>
                    </a:lnTo>
                    <a:lnTo>
                      <a:pt x="23" y="3658"/>
                    </a:lnTo>
                  </a:path>
                  <a:path w="2216" h="3730" fill="none">
                    <a:moveTo>
                      <a:pt x="918" y="1076"/>
                    </a:moveTo>
                    <a:lnTo>
                      <a:pt x="291" y="1219"/>
                    </a:lnTo>
                    <a:lnTo>
                      <a:pt x="0" y="1395"/>
                    </a:lnTo>
                  </a:path>
                  <a:path w="2216" h="3730" fill="none">
                    <a:moveTo>
                      <a:pt x="1365" y="860"/>
                    </a:moveTo>
                    <a:lnTo>
                      <a:pt x="828" y="430"/>
                    </a:lnTo>
                  </a:path>
                  <a:path w="2216" h="3730" fill="none">
                    <a:moveTo>
                      <a:pt x="739" y="2367"/>
                    </a:moveTo>
                    <a:lnTo>
                      <a:pt x="828" y="2869"/>
                    </a:lnTo>
                    <a:lnTo>
                      <a:pt x="560" y="3371"/>
                    </a:lnTo>
                  </a:path>
                  <a:path w="2216" h="3730" fill="none">
                    <a:moveTo>
                      <a:pt x="2216" y="1757"/>
                    </a:moveTo>
                    <a:lnTo>
                      <a:pt x="2081" y="1219"/>
                    </a:lnTo>
                    <a:lnTo>
                      <a:pt x="1813" y="645"/>
                    </a:lnTo>
                    <a:lnTo>
                      <a:pt x="1634" y="0"/>
                    </a:lnTo>
                  </a:path>
                  <a:path w="2216" h="3730" fill="none">
                    <a:moveTo>
                      <a:pt x="470" y="1865"/>
                    </a:moveTo>
                    <a:lnTo>
                      <a:pt x="202" y="2295"/>
                    </a:lnTo>
                  </a:path>
                </a:pathLst>
              </a:custGeom>
              <a:noFill/>
              <a:ln w="28575" cap="rnd">
                <a:solidFill>
                  <a:srgbClr val="82383D"/>
                </a:solidFill>
                <a:round/>
              </a:ln>
            </p:spPr>
          </p:sp>
          <p:sp>
            <p:nvSpPr>
              <p:cNvPr id="61" name="Forma 60"/>
              <p:cNvSpPr/>
              <p:nvPr/>
            </p:nvSpPr>
            <p:spPr>
              <a:xfrm>
                <a:off x="4242398" y="1789489"/>
                <a:ext cx="283257" cy="249539"/>
              </a:xfrm>
              <a:custGeom>
                <a:avLst/>
                <a:gdLst/>
                <a:ahLst/>
                <a:cxnLst/>
                <a:rect l="0" t="0" r="r" b="b"/>
                <a:pathLst>
                  <a:path w="2382" h="2183" fill="none">
                    <a:moveTo>
                      <a:pt x="0" y="118"/>
                    </a:moveTo>
                    <a:lnTo>
                      <a:pt x="167" y="131"/>
                    </a:lnTo>
                    <a:lnTo>
                      <a:pt x="377" y="147"/>
                    </a:lnTo>
                    <a:lnTo>
                      <a:pt x="587" y="159"/>
                    </a:lnTo>
                    <a:lnTo>
                      <a:pt x="771" y="164"/>
                    </a:lnTo>
                    <a:lnTo>
                      <a:pt x="924" y="161"/>
                    </a:lnTo>
                    <a:lnTo>
                      <a:pt x="1063" y="152"/>
                    </a:lnTo>
                    <a:lnTo>
                      <a:pt x="1198" y="139"/>
                    </a:lnTo>
                    <a:lnTo>
                      <a:pt x="1336" y="124"/>
                    </a:lnTo>
                    <a:lnTo>
                      <a:pt x="1487" y="107"/>
                    </a:lnTo>
                    <a:lnTo>
                      <a:pt x="1669" y="87"/>
                    </a:lnTo>
                    <a:lnTo>
                      <a:pt x="1875" y="63"/>
                    </a:lnTo>
                    <a:lnTo>
                      <a:pt x="2080" y="37"/>
                    </a:lnTo>
                    <a:lnTo>
                      <a:pt x="2258" y="15"/>
                    </a:lnTo>
                    <a:lnTo>
                      <a:pt x="2382" y="0"/>
                    </a:lnTo>
                  </a:path>
                  <a:path w="2382" h="2183" fill="none">
                    <a:moveTo>
                      <a:pt x="60" y="2183"/>
                    </a:moveTo>
                    <a:lnTo>
                      <a:pt x="165" y="2080"/>
                    </a:lnTo>
                    <a:lnTo>
                      <a:pt x="320" y="1929"/>
                    </a:lnTo>
                    <a:lnTo>
                      <a:pt x="500" y="1752"/>
                    </a:lnTo>
                    <a:lnTo>
                      <a:pt x="687" y="1569"/>
                    </a:lnTo>
                    <a:lnTo>
                      <a:pt x="861" y="1398"/>
                    </a:lnTo>
                    <a:lnTo>
                      <a:pt x="1023" y="1236"/>
                    </a:lnTo>
                    <a:lnTo>
                      <a:pt x="1187" y="1069"/>
                    </a:lnTo>
                    <a:lnTo>
                      <a:pt x="1351" y="904"/>
                    </a:lnTo>
                    <a:lnTo>
                      <a:pt x="1511" y="749"/>
                    </a:lnTo>
                    <a:lnTo>
                      <a:pt x="1666" y="609"/>
                    </a:lnTo>
                    <a:lnTo>
                      <a:pt x="1827" y="482"/>
                    </a:lnTo>
                    <a:lnTo>
                      <a:pt x="1994" y="364"/>
                    </a:lnTo>
                    <a:lnTo>
                      <a:pt x="2152" y="258"/>
                    </a:lnTo>
                    <a:lnTo>
                      <a:pt x="2286" y="171"/>
                    </a:lnTo>
                    <a:lnTo>
                      <a:pt x="2382" y="107"/>
                    </a:lnTo>
                  </a:path>
                </a:pathLst>
              </a:custGeom>
              <a:noFill/>
              <a:ln w="19050" cap="rnd">
                <a:solidFill>
                  <a:srgbClr val="642B2F"/>
                </a:solidFill>
                <a:prstDash val="dash"/>
                <a:round/>
              </a:ln>
            </p:spPr>
          </p:sp>
        </p:grpSp>
        <p:sp>
          <p:nvSpPr>
            <p:cNvPr id="62" name="PleuraVisceralD_2"/>
            <p:cNvSpPr/>
            <p:nvPr/>
          </p:nvSpPr>
          <p:spPr>
            <a:xfrm>
              <a:off x="4234146" y="1530151"/>
              <a:ext cx="337020" cy="595601"/>
            </a:xfrm>
            <a:custGeom>
              <a:avLst/>
              <a:gdLst/>
              <a:ahLst/>
              <a:cxnLst/>
              <a:rect l="0" t="0" r="r" b="b"/>
              <a:pathLst>
                <a:path w="2835" h="5210" fill="none">
                  <a:moveTo>
                    <a:pt x="309" y="5202"/>
                  </a:moveTo>
                  <a:lnTo>
                    <a:pt x="352" y="5165"/>
                  </a:lnTo>
                  <a:lnTo>
                    <a:pt x="407" y="5109"/>
                  </a:lnTo>
                  <a:lnTo>
                    <a:pt x="472" y="5040"/>
                  </a:lnTo>
                  <a:lnTo>
                    <a:pt x="473" y="5039"/>
                  </a:lnTo>
                  <a:lnTo>
                    <a:pt x="545" y="4963"/>
                  </a:lnTo>
                  <a:lnTo>
                    <a:pt x="549" y="4960"/>
                  </a:lnTo>
                  <a:lnTo>
                    <a:pt x="627" y="4887"/>
                  </a:lnTo>
                  <a:lnTo>
                    <a:pt x="634" y="4881"/>
                  </a:lnTo>
                  <a:lnTo>
                    <a:pt x="719" y="4816"/>
                  </a:lnTo>
                  <a:lnTo>
                    <a:pt x="725" y="4811"/>
                  </a:lnTo>
                  <a:lnTo>
                    <a:pt x="819" y="4750"/>
                  </a:lnTo>
                  <a:lnTo>
                    <a:pt x="822" y="4748"/>
                  </a:lnTo>
                  <a:lnTo>
                    <a:pt x="926" y="4685"/>
                  </a:lnTo>
                  <a:lnTo>
                    <a:pt x="929" y="4683"/>
                  </a:lnTo>
                  <a:lnTo>
                    <a:pt x="1040" y="4622"/>
                  </a:lnTo>
                  <a:lnTo>
                    <a:pt x="1044" y="4620"/>
                  </a:lnTo>
                  <a:lnTo>
                    <a:pt x="1157" y="4563"/>
                  </a:lnTo>
                  <a:lnTo>
                    <a:pt x="1162" y="4561"/>
                  </a:lnTo>
                  <a:lnTo>
                    <a:pt x="1276" y="4512"/>
                  </a:lnTo>
                  <a:lnTo>
                    <a:pt x="1283" y="4509"/>
                  </a:lnTo>
                  <a:lnTo>
                    <a:pt x="1392" y="4470"/>
                  </a:lnTo>
                  <a:lnTo>
                    <a:pt x="1401" y="4467"/>
                  </a:lnTo>
                  <a:lnTo>
                    <a:pt x="1507" y="4440"/>
                  </a:lnTo>
                  <a:lnTo>
                    <a:pt x="1516" y="4438"/>
                  </a:lnTo>
                  <a:lnTo>
                    <a:pt x="1623" y="4418"/>
                  </a:lnTo>
                  <a:lnTo>
                    <a:pt x="1631" y="4417"/>
                  </a:lnTo>
                  <a:lnTo>
                    <a:pt x="1738" y="4405"/>
                  </a:lnTo>
                  <a:lnTo>
                    <a:pt x="1745" y="4405"/>
                  </a:lnTo>
                  <a:lnTo>
                    <a:pt x="1850" y="4399"/>
                  </a:lnTo>
                  <a:lnTo>
                    <a:pt x="1857" y="4399"/>
                  </a:lnTo>
                  <a:lnTo>
                    <a:pt x="1960" y="4400"/>
                  </a:lnTo>
                  <a:lnTo>
                    <a:pt x="1966" y="4400"/>
                  </a:lnTo>
                  <a:lnTo>
                    <a:pt x="2065" y="4406"/>
                  </a:lnTo>
                  <a:lnTo>
                    <a:pt x="2075" y="4407"/>
                  </a:lnTo>
                  <a:lnTo>
                    <a:pt x="2172" y="4421"/>
                  </a:lnTo>
                  <a:lnTo>
                    <a:pt x="2182" y="4423"/>
                  </a:lnTo>
                  <a:lnTo>
                    <a:pt x="2279" y="4445"/>
                  </a:lnTo>
                  <a:lnTo>
                    <a:pt x="2286" y="4447"/>
                  </a:lnTo>
                  <a:lnTo>
                    <a:pt x="2380" y="4475"/>
                  </a:lnTo>
                  <a:lnTo>
                    <a:pt x="2385" y="4476"/>
                  </a:lnTo>
                  <a:lnTo>
                    <a:pt x="2475" y="4508"/>
                  </a:lnTo>
                  <a:lnTo>
                    <a:pt x="2478" y="4509"/>
                  </a:lnTo>
                  <a:lnTo>
                    <a:pt x="2562" y="4541"/>
                  </a:lnTo>
                  <a:lnTo>
                    <a:pt x="2563" y="4542"/>
                  </a:lnTo>
                  <a:lnTo>
                    <a:pt x="2639" y="4572"/>
                  </a:lnTo>
                  <a:lnTo>
                    <a:pt x="2646" y="4575"/>
                  </a:lnTo>
                  <a:lnTo>
                    <a:pt x="2653" y="4579"/>
                  </a:lnTo>
                  <a:lnTo>
                    <a:pt x="2723" y="4620"/>
                  </a:lnTo>
                  <a:lnTo>
                    <a:pt x="2730" y="4624"/>
                  </a:lnTo>
                  <a:lnTo>
                    <a:pt x="2737" y="4629"/>
                  </a:lnTo>
                  <a:lnTo>
                    <a:pt x="2803" y="4685"/>
                  </a:lnTo>
                  <a:lnTo>
                    <a:pt x="2806" y="4688"/>
                  </a:lnTo>
                  <a:lnTo>
                    <a:pt x="2834" y="4714"/>
                  </a:lnTo>
                  <a:lnTo>
                    <a:pt x="2835" y="4636"/>
                  </a:lnTo>
                  <a:lnTo>
                    <a:pt x="2826" y="4494"/>
                  </a:lnTo>
                  <a:lnTo>
                    <a:pt x="2811" y="4335"/>
                  </a:lnTo>
                  <a:lnTo>
                    <a:pt x="2795" y="4177"/>
                  </a:lnTo>
                  <a:lnTo>
                    <a:pt x="2795" y="4176"/>
                  </a:lnTo>
                  <a:lnTo>
                    <a:pt x="2783" y="4031"/>
                  </a:lnTo>
                  <a:lnTo>
                    <a:pt x="2783" y="4031"/>
                  </a:lnTo>
                  <a:lnTo>
                    <a:pt x="2773" y="3899"/>
                  </a:lnTo>
                  <a:lnTo>
                    <a:pt x="2762" y="3768"/>
                  </a:lnTo>
                  <a:lnTo>
                    <a:pt x="2750" y="3637"/>
                  </a:lnTo>
                  <a:lnTo>
                    <a:pt x="2737" y="3506"/>
                  </a:lnTo>
                  <a:lnTo>
                    <a:pt x="2724" y="3374"/>
                  </a:lnTo>
                  <a:lnTo>
                    <a:pt x="2724" y="3374"/>
                  </a:lnTo>
                  <a:lnTo>
                    <a:pt x="2712" y="3243"/>
                  </a:lnTo>
                  <a:lnTo>
                    <a:pt x="2712" y="3242"/>
                  </a:lnTo>
                  <a:lnTo>
                    <a:pt x="2700" y="3111"/>
                  </a:lnTo>
                  <a:lnTo>
                    <a:pt x="2700" y="3111"/>
                  </a:lnTo>
                  <a:lnTo>
                    <a:pt x="2689" y="2979"/>
                  </a:lnTo>
                  <a:lnTo>
                    <a:pt x="2678" y="2848"/>
                  </a:lnTo>
                  <a:lnTo>
                    <a:pt x="2667" y="2717"/>
                  </a:lnTo>
                  <a:lnTo>
                    <a:pt x="2654" y="2586"/>
                  </a:lnTo>
                  <a:lnTo>
                    <a:pt x="2640" y="2455"/>
                  </a:lnTo>
                  <a:lnTo>
                    <a:pt x="2625" y="2323"/>
                  </a:lnTo>
                  <a:lnTo>
                    <a:pt x="2614" y="2230"/>
                  </a:lnTo>
                  <a:lnTo>
                    <a:pt x="2599" y="2133"/>
                  </a:lnTo>
                  <a:lnTo>
                    <a:pt x="2569" y="1946"/>
                  </a:lnTo>
                  <a:lnTo>
                    <a:pt x="2536" y="1759"/>
                  </a:lnTo>
                  <a:lnTo>
                    <a:pt x="2502" y="1577"/>
                  </a:lnTo>
                  <a:lnTo>
                    <a:pt x="2465" y="1402"/>
                  </a:lnTo>
                  <a:lnTo>
                    <a:pt x="2428" y="1240"/>
                  </a:lnTo>
                  <a:lnTo>
                    <a:pt x="2388" y="1086"/>
                  </a:lnTo>
                  <a:lnTo>
                    <a:pt x="2345" y="940"/>
                  </a:lnTo>
                  <a:lnTo>
                    <a:pt x="2301" y="801"/>
                  </a:lnTo>
                  <a:lnTo>
                    <a:pt x="2256" y="671"/>
                  </a:lnTo>
                  <a:lnTo>
                    <a:pt x="2212" y="551"/>
                  </a:lnTo>
                  <a:lnTo>
                    <a:pt x="2169" y="444"/>
                  </a:lnTo>
                  <a:lnTo>
                    <a:pt x="2129" y="349"/>
                  </a:lnTo>
                  <a:lnTo>
                    <a:pt x="2107" y="300"/>
                  </a:lnTo>
                  <a:lnTo>
                    <a:pt x="2093" y="273"/>
                  </a:lnTo>
                  <a:lnTo>
                    <a:pt x="2060" y="216"/>
                  </a:lnTo>
                  <a:lnTo>
                    <a:pt x="2029" y="167"/>
                  </a:lnTo>
                  <a:lnTo>
                    <a:pt x="1999" y="127"/>
                  </a:lnTo>
                  <a:lnTo>
                    <a:pt x="1968" y="94"/>
                  </a:lnTo>
                  <a:lnTo>
                    <a:pt x="1935" y="65"/>
                  </a:lnTo>
                  <a:lnTo>
                    <a:pt x="1901" y="40"/>
                  </a:lnTo>
                  <a:lnTo>
                    <a:pt x="1870" y="22"/>
                  </a:lnTo>
                  <a:lnTo>
                    <a:pt x="1841" y="10"/>
                  </a:lnTo>
                  <a:lnTo>
                    <a:pt x="1812" y="3"/>
                  </a:lnTo>
                  <a:lnTo>
                    <a:pt x="1775" y="0"/>
                  </a:lnTo>
                  <a:lnTo>
                    <a:pt x="1729" y="1"/>
                  </a:lnTo>
                  <a:lnTo>
                    <a:pt x="1668" y="10"/>
                  </a:lnTo>
                  <a:lnTo>
                    <a:pt x="1594" y="26"/>
                  </a:lnTo>
                  <a:lnTo>
                    <a:pt x="1513" y="49"/>
                  </a:lnTo>
                  <a:lnTo>
                    <a:pt x="1429" y="78"/>
                  </a:lnTo>
                  <a:lnTo>
                    <a:pt x="1347" y="111"/>
                  </a:lnTo>
                  <a:lnTo>
                    <a:pt x="1270" y="147"/>
                  </a:lnTo>
                  <a:lnTo>
                    <a:pt x="1196" y="188"/>
                  </a:lnTo>
                  <a:lnTo>
                    <a:pt x="1123" y="233"/>
                  </a:lnTo>
                  <a:lnTo>
                    <a:pt x="1051" y="284"/>
                  </a:lnTo>
                  <a:lnTo>
                    <a:pt x="980" y="339"/>
                  </a:lnTo>
                  <a:lnTo>
                    <a:pt x="912" y="398"/>
                  </a:lnTo>
                  <a:lnTo>
                    <a:pt x="846" y="460"/>
                  </a:lnTo>
                  <a:lnTo>
                    <a:pt x="783" y="526"/>
                  </a:lnTo>
                  <a:lnTo>
                    <a:pt x="722" y="597"/>
                  </a:lnTo>
                  <a:lnTo>
                    <a:pt x="663" y="671"/>
                  </a:lnTo>
                  <a:lnTo>
                    <a:pt x="607" y="750"/>
                  </a:lnTo>
                  <a:lnTo>
                    <a:pt x="552" y="832"/>
                  </a:lnTo>
                  <a:lnTo>
                    <a:pt x="500" y="917"/>
                  </a:lnTo>
                  <a:lnTo>
                    <a:pt x="450" y="1006"/>
                  </a:lnTo>
                  <a:lnTo>
                    <a:pt x="403" y="1099"/>
                  </a:lnTo>
                  <a:lnTo>
                    <a:pt x="357" y="1195"/>
                  </a:lnTo>
                  <a:lnTo>
                    <a:pt x="314" y="1295"/>
                  </a:lnTo>
                  <a:lnTo>
                    <a:pt x="275" y="1396"/>
                  </a:lnTo>
                  <a:lnTo>
                    <a:pt x="238" y="1500"/>
                  </a:lnTo>
                  <a:lnTo>
                    <a:pt x="204" y="1606"/>
                  </a:lnTo>
                  <a:lnTo>
                    <a:pt x="174" y="1715"/>
                  </a:lnTo>
                  <a:lnTo>
                    <a:pt x="147" y="1827"/>
                  </a:lnTo>
                  <a:lnTo>
                    <a:pt x="122" y="1941"/>
                  </a:lnTo>
                  <a:lnTo>
                    <a:pt x="99" y="2056"/>
                  </a:lnTo>
                  <a:lnTo>
                    <a:pt x="79" y="2171"/>
                  </a:lnTo>
                  <a:lnTo>
                    <a:pt x="61" y="2287"/>
                  </a:lnTo>
                  <a:lnTo>
                    <a:pt x="46" y="2405"/>
                  </a:lnTo>
                  <a:lnTo>
                    <a:pt x="34" y="2523"/>
                  </a:lnTo>
                  <a:lnTo>
                    <a:pt x="24" y="2643"/>
                  </a:lnTo>
                  <a:lnTo>
                    <a:pt x="15" y="2762"/>
                  </a:lnTo>
                  <a:lnTo>
                    <a:pt x="8" y="2881"/>
                  </a:lnTo>
                  <a:lnTo>
                    <a:pt x="3" y="3000"/>
                  </a:lnTo>
                  <a:lnTo>
                    <a:pt x="0" y="3120"/>
                  </a:lnTo>
                  <a:lnTo>
                    <a:pt x="0" y="3239"/>
                  </a:lnTo>
                  <a:lnTo>
                    <a:pt x="0" y="3358"/>
                  </a:lnTo>
                  <a:lnTo>
                    <a:pt x="3" y="3476"/>
                  </a:lnTo>
                  <a:lnTo>
                    <a:pt x="8" y="3592"/>
                  </a:lnTo>
                  <a:lnTo>
                    <a:pt x="16" y="3708"/>
                  </a:lnTo>
                  <a:lnTo>
                    <a:pt x="25" y="3824"/>
                  </a:lnTo>
                  <a:lnTo>
                    <a:pt x="37" y="3940"/>
                  </a:lnTo>
                  <a:lnTo>
                    <a:pt x="50" y="4053"/>
                  </a:lnTo>
                  <a:lnTo>
                    <a:pt x="65" y="4163"/>
                  </a:lnTo>
                  <a:lnTo>
                    <a:pt x="79" y="4268"/>
                  </a:lnTo>
                  <a:lnTo>
                    <a:pt x="95" y="4368"/>
                  </a:lnTo>
                  <a:lnTo>
                    <a:pt x="112" y="4464"/>
                  </a:lnTo>
                  <a:lnTo>
                    <a:pt x="129" y="4557"/>
                  </a:lnTo>
                  <a:lnTo>
                    <a:pt x="148" y="4646"/>
                  </a:lnTo>
                  <a:lnTo>
                    <a:pt x="167" y="4732"/>
                  </a:lnTo>
                  <a:lnTo>
                    <a:pt x="186" y="4815"/>
                  </a:lnTo>
                  <a:lnTo>
                    <a:pt x="205" y="4899"/>
                  </a:lnTo>
                  <a:lnTo>
                    <a:pt x="225" y="4983"/>
                  </a:lnTo>
                  <a:lnTo>
                    <a:pt x="245" y="5063"/>
                  </a:lnTo>
                  <a:lnTo>
                    <a:pt x="265" y="5133"/>
                  </a:lnTo>
                  <a:lnTo>
                    <a:pt x="284" y="5189"/>
                  </a:lnTo>
                  <a:lnTo>
                    <a:pt x="295" y="5210"/>
                  </a:lnTo>
                  <a:lnTo>
                    <a:pt x="309" y="5202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3" name="PulmonIzquierdo_2"/>
            <p:cNvGrpSpPr/>
            <p:nvPr/>
          </p:nvGrpSpPr>
          <p:grpSpPr>
            <a:xfrm>
              <a:off x="4738991" y="1530151"/>
              <a:ext cx="350742" cy="857725"/>
              <a:chOff x="4738991" y="1530151"/>
              <a:chExt cx="350742" cy="857725"/>
            </a:xfrm>
          </p:grpSpPr>
          <p:sp>
            <p:nvSpPr>
              <p:cNvPr id="64" name="Forma 63"/>
              <p:cNvSpPr/>
              <p:nvPr/>
            </p:nvSpPr>
            <p:spPr>
              <a:xfrm>
                <a:off x="4738991" y="153015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5" name="Forma 64"/>
              <p:cNvSpPr/>
              <p:nvPr/>
            </p:nvSpPr>
            <p:spPr>
              <a:xfrm>
                <a:off x="4769968" y="161163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6" name="Forma 65"/>
              <p:cNvSpPr/>
              <p:nvPr/>
            </p:nvSpPr>
            <p:spPr>
              <a:xfrm>
                <a:off x="4773534" y="190881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7" name="PleuraVisceralI_2"/>
            <p:cNvSpPr/>
            <p:nvPr/>
          </p:nvSpPr>
          <p:spPr>
            <a:xfrm>
              <a:off x="4738991" y="153015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8" name="PleuraParietalD_2"/>
            <p:cNvSpPr/>
            <p:nvPr/>
          </p:nvSpPr>
          <p:spPr>
            <a:xfrm>
              <a:off x="4187495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9" name="PleuraParietalI_2"/>
            <p:cNvSpPr/>
            <p:nvPr/>
          </p:nvSpPr>
          <p:spPr>
            <a:xfrm>
              <a:off x="4725913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70" name="VenaCavaSup_2"/>
            <p:cNvSpPr/>
            <p:nvPr/>
          </p:nvSpPr>
          <p:spPr>
            <a:xfrm>
              <a:off x="4575022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71" name="VenaCavaInf_2"/>
            <p:cNvSpPr/>
            <p:nvPr/>
          </p:nvSpPr>
          <p:spPr>
            <a:xfrm>
              <a:off x="4585726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2" name="Corazon_2"/>
            <p:cNvGrpSpPr/>
            <p:nvPr/>
          </p:nvGrpSpPr>
          <p:grpSpPr>
            <a:xfrm>
              <a:off x="4581049" y="1974175"/>
              <a:ext cx="316111" cy="323572"/>
              <a:chOff x="4581049" y="1974175"/>
              <a:chExt cx="316111" cy="323572"/>
            </a:xfrm>
          </p:grpSpPr>
          <p:sp>
            <p:nvSpPr>
              <p:cNvPr id="73" name="Forma 72"/>
              <p:cNvSpPr/>
              <p:nvPr/>
            </p:nvSpPr>
            <p:spPr>
              <a:xfrm>
                <a:off x="4581049" y="197417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4" name="Forma 73"/>
              <p:cNvSpPr/>
              <p:nvPr/>
            </p:nvSpPr>
            <p:spPr>
              <a:xfrm>
                <a:off x="4746193" y="199796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5" name="Diafragma_2"/>
            <p:cNvSpPr/>
            <p:nvPr/>
          </p:nvSpPr>
          <p:spPr>
            <a:xfrm>
              <a:off x="4211271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6" name="Clavículas_2"/>
            <p:cNvGrpSpPr/>
            <p:nvPr/>
          </p:nvGrpSpPr>
          <p:grpSpPr>
            <a:xfrm>
              <a:off x="4288536" y="1463040"/>
              <a:ext cx="713232" cy="45720"/>
              <a:chOff x="4288536" y="1463040"/>
              <a:chExt cx="713232" cy="45720"/>
            </a:xfrm>
          </p:grpSpPr>
          <p:sp>
            <p:nvSpPr>
              <p:cNvPr id="77" name="Forma 76"/>
              <p:cNvSpPr/>
              <p:nvPr/>
            </p:nvSpPr>
            <p:spPr>
              <a:xfrm>
                <a:off x="4288536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8" name="Forma 77"/>
              <p:cNvSpPr/>
              <p:nvPr/>
            </p:nvSpPr>
            <p:spPr>
              <a:xfrm>
                <a:off x="4288536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79" name="Causa TEP con infarto"/>
          <p:cNvGrpSpPr/>
          <p:nvPr/>
        </p:nvGrpSpPr>
        <p:grpSpPr>
          <a:xfrm>
            <a:off x="6181344" y="914400"/>
            <a:ext cx="2743200" cy="2514600"/>
            <a:chOff x="6181344" y="914400"/>
            <a:chExt cx="2743200" cy="2514600"/>
          </a:xfrm>
        </p:grpSpPr>
        <p:grpSp>
          <p:nvGrpSpPr>
            <p:cNvPr id="80" name="Recuadro TEP con infarto"/>
            <p:cNvGrpSpPr/>
            <p:nvPr/>
          </p:nvGrpSpPr>
          <p:grpSpPr>
            <a:xfrm>
              <a:off x="6181344" y="914400"/>
              <a:ext cx="2743200" cy="2514600"/>
              <a:chOff x="6181344" y="914400"/>
              <a:chExt cx="2743200" cy="2514600"/>
            </a:xfrm>
          </p:grpSpPr>
          <p:sp>
            <p:nvSpPr>
              <p:cNvPr id="81" name="Forma 80"/>
              <p:cNvSpPr/>
              <p:nvPr/>
            </p:nvSpPr>
            <p:spPr>
              <a:xfrm>
                <a:off x="6181344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07"/>
                  </a:lnSpc>
                  <a:spcAft>
                    <a:spcPts val="300"/>
                  </a:spcAft>
                  <a:buNone/>
                </a:pP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Cuando produce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infarto pulmonar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82" name="Forma 81"/>
              <p:cNvSpPr/>
              <p:nvPr/>
            </p:nvSpPr>
            <p:spPr>
              <a:xfrm>
                <a:off x="6181344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769"/>
                  </a:lnSpc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TEP CON INFARTO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83" name="ParedToracica_3"/>
            <p:cNvSpPr/>
            <p:nvPr/>
          </p:nvSpPr>
          <p:spPr>
            <a:xfrm>
              <a:off x="7008510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4" name="Mediastino_3"/>
            <p:cNvSpPr/>
            <p:nvPr/>
          </p:nvSpPr>
          <p:spPr>
            <a:xfrm>
              <a:off x="7350862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5" name="Costillas_3"/>
            <p:cNvGrpSpPr/>
            <p:nvPr/>
          </p:nvGrpSpPr>
          <p:grpSpPr>
            <a:xfrm>
              <a:off x="7029907" y="1508760"/>
              <a:ext cx="1046074" cy="941832"/>
              <a:chOff x="7029907" y="1508760"/>
              <a:chExt cx="1046074" cy="941832"/>
            </a:xfrm>
          </p:grpSpPr>
          <p:sp>
            <p:nvSpPr>
              <p:cNvPr id="86" name="Forma 85"/>
              <p:cNvSpPr/>
              <p:nvPr/>
            </p:nvSpPr>
            <p:spPr>
              <a:xfrm>
                <a:off x="7029907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7" name="Forma 86"/>
              <p:cNvSpPr/>
              <p:nvPr/>
            </p:nvSpPr>
            <p:spPr>
              <a:xfrm>
                <a:off x="7029907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8" name="EspacioPleuralD_3"/>
            <p:cNvSpPr/>
            <p:nvPr/>
          </p:nvSpPr>
          <p:spPr>
            <a:xfrm>
              <a:off x="7095287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9" name="EspacioPleuralI_3"/>
            <p:cNvSpPr/>
            <p:nvPr/>
          </p:nvSpPr>
          <p:spPr>
            <a:xfrm>
              <a:off x="7633705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0" name="Aorta_3"/>
            <p:cNvSpPr/>
            <p:nvPr/>
          </p:nvSpPr>
          <p:spPr>
            <a:xfrm>
              <a:off x="7555045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1" name="Traquea_3"/>
            <p:cNvGrpSpPr/>
            <p:nvPr/>
          </p:nvGrpSpPr>
          <p:grpSpPr>
            <a:xfrm>
              <a:off x="7411492" y="1417320"/>
              <a:ext cx="282904" cy="490342"/>
              <a:chOff x="7411492" y="1417320"/>
              <a:chExt cx="282904" cy="490342"/>
            </a:xfrm>
          </p:grpSpPr>
          <p:sp>
            <p:nvSpPr>
              <p:cNvPr id="92" name="Forma 91"/>
              <p:cNvSpPr/>
              <p:nvPr/>
            </p:nvSpPr>
            <p:spPr>
              <a:xfrm>
                <a:off x="7411492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3" name="Forma 92"/>
              <p:cNvSpPr/>
              <p:nvPr/>
            </p:nvSpPr>
            <p:spPr>
              <a:xfrm>
                <a:off x="7531547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4" name="LiquidoPleuralD_3"/>
            <p:cNvSpPr/>
            <p:nvPr/>
          </p:nvSpPr>
          <p:spPr>
            <a:xfrm>
              <a:off x="7096476" y="2078203"/>
              <a:ext cx="399410" cy="298237"/>
            </a:xfrm>
            <a:custGeom>
              <a:avLst/>
              <a:gdLst/>
              <a:ahLst/>
              <a:cxnLst/>
              <a:rect l="0" t="0" r="r" b="b"/>
              <a:pathLst>
                <a:path w="10000" h="7765">
                  <a:moveTo>
                    <a:pt x="57" y="1622"/>
                  </a:moveTo>
                  <a:lnTo>
                    <a:pt x="96" y="2105"/>
                  </a:lnTo>
                  <a:lnTo>
                    <a:pt x="141" y="2578"/>
                  </a:lnTo>
                  <a:lnTo>
                    <a:pt x="188" y="3037"/>
                  </a:lnTo>
                  <a:lnTo>
                    <a:pt x="238" y="3475"/>
                  </a:lnTo>
                  <a:lnTo>
                    <a:pt x="290" y="3894"/>
                  </a:lnTo>
                  <a:lnTo>
                    <a:pt x="346" y="4298"/>
                  </a:lnTo>
                  <a:lnTo>
                    <a:pt x="405" y="4686"/>
                  </a:lnTo>
                  <a:lnTo>
                    <a:pt x="467" y="5060"/>
                  </a:lnTo>
                  <a:lnTo>
                    <a:pt x="530" y="5420"/>
                  </a:lnTo>
                  <a:lnTo>
                    <a:pt x="595" y="5767"/>
                  </a:lnTo>
                  <a:lnTo>
                    <a:pt x="659" y="6114"/>
                  </a:lnTo>
                  <a:lnTo>
                    <a:pt x="725" y="6466"/>
                  </a:lnTo>
                  <a:lnTo>
                    <a:pt x="792" y="6803"/>
                  </a:lnTo>
                  <a:lnTo>
                    <a:pt x="861" y="7108"/>
                  </a:lnTo>
                  <a:lnTo>
                    <a:pt x="934" y="7364"/>
                  </a:lnTo>
                  <a:lnTo>
                    <a:pt x="1011" y="7552"/>
                  </a:lnTo>
                  <a:lnTo>
                    <a:pt x="1084" y="7674"/>
                  </a:lnTo>
                  <a:lnTo>
                    <a:pt x="1150" y="7744"/>
                  </a:lnTo>
                  <a:lnTo>
                    <a:pt x="1220" y="7765"/>
                  </a:lnTo>
                  <a:lnTo>
                    <a:pt x="1302" y="7738"/>
                  </a:lnTo>
                  <a:lnTo>
                    <a:pt x="1408" y="7666"/>
                  </a:lnTo>
                  <a:lnTo>
                    <a:pt x="1547" y="7552"/>
                  </a:lnTo>
                  <a:lnTo>
                    <a:pt x="1718" y="7375"/>
                  </a:lnTo>
                  <a:lnTo>
                    <a:pt x="1913" y="7127"/>
                  </a:lnTo>
                  <a:lnTo>
                    <a:pt x="2131" y="6835"/>
                  </a:lnTo>
                  <a:lnTo>
                    <a:pt x="2372" y="6523"/>
                  </a:lnTo>
                  <a:lnTo>
                    <a:pt x="2634" y="6218"/>
                  </a:lnTo>
                  <a:lnTo>
                    <a:pt x="2916" y="5945"/>
                  </a:lnTo>
                  <a:lnTo>
                    <a:pt x="3229" y="5690"/>
                  </a:lnTo>
                  <a:lnTo>
                    <a:pt x="3575" y="5430"/>
                  </a:lnTo>
                  <a:lnTo>
                    <a:pt x="3943" y="5175"/>
                  </a:lnTo>
                  <a:lnTo>
                    <a:pt x="4320" y="4940"/>
                  </a:lnTo>
                  <a:lnTo>
                    <a:pt x="4696" y="4736"/>
                  </a:lnTo>
                  <a:lnTo>
                    <a:pt x="5059" y="4577"/>
                  </a:lnTo>
                  <a:lnTo>
                    <a:pt x="5413" y="4461"/>
                  </a:lnTo>
                  <a:lnTo>
                    <a:pt x="5769" y="4380"/>
                  </a:lnTo>
                  <a:lnTo>
                    <a:pt x="6123" y="4331"/>
                  </a:lnTo>
                  <a:lnTo>
                    <a:pt x="6472" y="4310"/>
                  </a:lnTo>
                  <a:lnTo>
                    <a:pt x="6813" y="4313"/>
                  </a:lnTo>
                  <a:lnTo>
                    <a:pt x="7142" y="4338"/>
                  </a:lnTo>
                  <a:lnTo>
                    <a:pt x="7465" y="4395"/>
                  </a:lnTo>
                  <a:lnTo>
                    <a:pt x="7786" y="4486"/>
                  </a:lnTo>
                  <a:lnTo>
                    <a:pt x="8098" y="4603"/>
                  </a:lnTo>
                  <a:lnTo>
                    <a:pt x="8397" y="4733"/>
                  </a:lnTo>
                  <a:lnTo>
                    <a:pt x="8675" y="4867"/>
                  </a:lnTo>
                  <a:lnTo>
                    <a:pt x="8928" y="4993"/>
                  </a:lnTo>
                  <a:lnTo>
                    <a:pt x="9162" y="5163"/>
                  </a:lnTo>
                  <a:lnTo>
                    <a:pt x="9382" y="5394"/>
                  </a:lnTo>
                  <a:lnTo>
                    <a:pt x="9583" y="5629"/>
                  </a:lnTo>
                  <a:lnTo>
                    <a:pt x="9757" y="5809"/>
                  </a:lnTo>
                  <a:lnTo>
                    <a:pt x="9898" y="5874"/>
                  </a:lnTo>
                  <a:lnTo>
                    <a:pt x="10000" y="5767"/>
                  </a:lnTo>
                  <a:lnTo>
                    <a:pt x="10000" y="4051"/>
                  </a:lnTo>
                  <a:lnTo>
                    <a:pt x="9973" y="3693"/>
                  </a:lnTo>
                  <a:lnTo>
                    <a:pt x="9921" y="3033"/>
                  </a:lnTo>
                  <a:lnTo>
                    <a:pt x="9901" y="2737"/>
                  </a:lnTo>
                  <a:lnTo>
                    <a:pt x="9750" y="2737"/>
                  </a:lnTo>
                  <a:lnTo>
                    <a:pt x="9500" y="2734"/>
                  </a:lnTo>
                  <a:lnTo>
                    <a:pt x="9250" y="2728"/>
                  </a:lnTo>
                  <a:lnTo>
                    <a:pt x="9000" y="2720"/>
                  </a:lnTo>
                  <a:lnTo>
                    <a:pt x="8750" y="2709"/>
                  </a:lnTo>
                  <a:lnTo>
                    <a:pt x="8500" y="2695"/>
                  </a:lnTo>
                  <a:lnTo>
                    <a:pt x="8250" y="2678"/>
                  </a:lnTo>
                  <a:lnTo>
                    <a:pt x="8000" y="2658"/>
                  </a:lnTo>
                  <a:lnTo>
                    <a:pt x="7749" y="2635"/>
                  </a:lnTo>
                  <a:lnTo>
                    <a:pt x="7500" y="2608"/>
                  </a:lnTo>
                  <a:lnTo>
                    <a:pt x="7250" y="2577"/>
                  </a:lnTo>
                  <a:lnTo>
                    <a:pt x="7000" y="2544"/>
                  </a:lnTo>
                  <a:lnTo>
                    <a:pt x="6750" y="2506"/>
                  </a:lnTo>
                  <a:lnTo>
                    <a:pt x="6499" y="2466"/>
                  </a:lnTo>
                  <a:lnTo>
                    <a:pt x="6250" y="2421"/>
                  </a:lnTo>
                  <a:lnTo>
                    <a:pt x="6000" y="2373"/>
                  </a:lnTo>
                  <a:lnTo>
                    <a:pt x="5750" y="2321"/>
                  </a:lnTo>
                  <a:lnTo>
                    <a:pt x="5500" y="2265"/>
                  </a:lnTo>
                  <a:lnTo>
                    <a:pt x="5249" y="2205"/>
                  </a:lnTo>
                  <a:lnTo>
                    <a:pt x="5000" y="2142"/>
                  </a:lnTo>
                  <a:lnTo>
                    <a:pt x="4750" y="2074"/>
                  </a:lnTo>
                  <a:lnTo>
                    <a:pt x="4500" y="2003"/>
                  </a:lnTo>
                  <a:lnTo>
                    <a:pt x="4250" y="1927"/>
                  </a:lnTo>
                  <a:lnTo>
                    <a:pt x="4000" y="1847"/>
                  </a:lnTo>
                  <a:lnTo>
                    <a:pt x="3750" y="1764"/>
                  </a:lnTo>
                  <a:lnTo>
                    <a:pt x="3546" y="1692"/>
                  </a:lnTo>
                  <a:lnTo>
                    <a:pt x="3434" y="1766"/>
                  </a:lnTo>
                  <a:lnTo>
                    <a:pt x="3426" y="1771"/>
                  </a:lnTo>
                  <a:lnTo>
                    <a:pt x="3136" y="1977"/>
                  </a:lnTo>
                  <a:lnTo>
                    <a:pt x="3119" y="1991"/>
                  </a:lnTo>
                  <a:lnTo>
                    <a:pt x="2858" y="2210"/>
                  </a:lnTo>
                  <a:lnTo>
                    <a:pt x="2841" y="2226"/>
                  </a:lnTo>
                  <a:lnTo>
                    <a:pt x="2599" y="2472"/>
                  </a:lnTo>
                  <a:lnTo>
                    <a:pt x="2590" y="2482"/>
                  </a:lnTo>
                  <a:lnTo>
                    <a:pt x="2367" y="2734"/>
                  </a:lnTo>
                  <a:lnTo>
                    <a:pt x="2364" y="2737"/>
                  </a:lnTo>
                  <a:lnTo>
                    <a:pt x="2164" y="2972"/>
                  </a:lnTo>
                  <a:lnTo>
                    <a:pt x="2163" y="2973"/>
                  </a:lnTo>
                  <a:lnTo>
                    <a:pt x="1993" y="3161"/>
                  </a:lnTo>
                  <a:lnTo>
                    <a:pt x="1989" y="3165"/>
                  </a:lnTo>
                  <a:lnTo>
                    <a:pt x="1853" y="3288"/>
                  </a:lnTo>
                  <a:lnTo>
                    <a:pt x="1848" y="3293"/>
                  </a:lnTo>
                  <a:lnTo>
                    <a:pt x="1807" y="3321"/>
                  </a:lnTo>
                  <a:lnTo>
                    <a:pt x="1802" y="3325"/>
                  </a:lnTo>
                  <a:lnTo>
                    <a:pt x="1797" y="3327"/>
                  </a:lnTo>
                  <a:lnTo>
                    <a:pt x="1792" y="3329"/>
                  </a:lnTo>
                  <a:lnTo>
                    <a:pt x="1786" y="3331"/>
                  </a:lnTo>
                  <a:lnTo>
                    <a:pt x="1781" y="3332"/>
                  </a:lnTo>
                  <a:lnTo>
                    <a:pt x="1775" y="3333"/>
                  </a:lnTo>
                  <a:lnTo>
                    <a:pt x="1769" y="3332"/>
                  </a:lnTo>
                  <a:lnTo>
                    <a:pt x="1763" y="3332"/>
                  </a:lnTo>
                  <a:lnTo>
                    <a:pt x="1758" y="3331"/>
                  </a:lnTo>
                  <a:lnTo>
                    <a:pt x="1752" y="3329"/>
                  </a:lnTo>
                  <a:lnTo>
                    <a:pt x="1747" y="3327"/>
                  </a:lnTo>
                  <a:lnTo>
                    <a:pt x="1742" y="3324"/>
                  </a:lnTo>
                  <a:lnTo>
                    <a:pt x="1737" y="3321"/>
                  </a:lnTo>
                  <a:lnTo>
                    <a:pt x="1732" y="3317"/>
                  </a:lnTo>
                  <a:lnTo>
                    <a:pt x="1728" y="3313"/>
                  </a:lnTo>
                  <a:lnTo>
                    <a:pt x="1725" y="3308"/>
                  </a:lnTo>
                  <a:lnTo>
                    <a:pt x="1721" y="3303"/>
                  </a:lnTo>
                  <a:lnTo>
                    <a:pt x="1719" y="3298"/>
                  </a:lnTo>
                  <a:lnTo>
                    <a:pt x="1684" y="3225"/>
                  </a:lnTo>
                  <a:lnTo>
                    <a:pt x="1682" y="3218"/>
                  </a:lnTo>
                  <a:lnTo>
                    <a:pt x="1621" y="3032"/>
                  </a:lnTo>
                  <a:lnTo>
                    <a:pt x="1620" y="3028"/>
                  </a:lnTo>
                  <a:lnTo>
                    <a:pt x="1558" y="2791"/>
                  </a:lnTo>
                  <a:lnTo>
                    <a:pt x="1557" y="2789"/>
                  </a:lnTo>
                  <a:lnTo>
                    <a:pt x="1496" y="2521"/>
                  </a:lnTo>
                  <a:lnTo>
                    <a:pt x="1496" y="2520"/>
                  </a:lnTo>
                  <a:lnTo>
                    <a:pt x="1436" y="2236"/>
                  </a:lnTo>
                  <a:lnTo>
                    <a:pt x="1375" y="1954"/>
                  </a:lnTo>
                  <a:lnTo>
                    <a:pt x="1316" y="1675"/>
                  </a:lnTo>
                  <a:lnTo>
                    <a:pt x="1316" y="1674"/>
                  </a:lnTo>
                  <a:lnTo>
                    <a:pt x="1257" y="1384"/>
                  </a:lnTo>
                  <a:lnTo>
                    <a:pt x="1257" y="1384"/>
                  </a:lnTo>
                  <a:lnTo>
                    <a:pt x="1200" y="1083"/>
                  </a:lnTo>
                  <a:lnTo>
                    <a:pt x="1200" y="1082"/>
                  </a:lnTo>
                  <a:lnTo>
                    <a:pt x="1145" y="770"/>
                  </a:lnTo>
                  <a:lnTo>
                    <a:pt x="1145" y="769"/>
                  </a:lnTo>
                  <a:lnTo>
                    <a:pt x="1123" y="630"/>
                  </a:lnTo>
                  <a:lnTo>
                    <a:pt x="999" y="566"/>
                  </a:lnTo>
                  <a:lnTo>
                    <a:pt x="749" y="431"/>
                  </a:lnTo>
                  <a:lnTo>
                    <a:pt x="500" y="292"/>
                  </a:lnTo>
                  <a:lnTo>
                    <a:pt x="250" y="148"/>
                  </a:lnTo>
                  <a:lnTo>
                    <a:pt x="0" y="0"/>
                  </a:lnTo>
                  <a:lnTo>
                    <a:pt x="0" y="648"/>
                  </a:lnTo>
                  <a:lnTo>
                    <a:pt x="24" y="1134"/>
                  </a:lnTo>
                  <a:lnTo>
                    <a:pt x="57" y="1622"/>
                  </a:lnTo>
                  <a:close/>
                </a:path>
              </a:pathLst>
            </a:custGeom>
            <a:solidFill>
              <a:srgbClr val="E9C46A">
                <a:alpha val="88000"/>
              </a:srgbClr>
            </a:solidFill>
            <a:ln w="22225" cap="rnd">
              <a:solidFill>
                <a:srgbClr val="806B3A"/>
              </a:solidFill>
              <a:round/>
            </a:ln>
          </p:spPr>
        </p:sp>
        <p:grpSp>
          <p:nvGrpSpPr>
            <p:cNvPr id="95" name="PulmonDerecho_3"/>
            <p:cNvGrpSpPr/>
            <p:nvPr/>
          </p:nvGrpSpPr>
          <p:grpSpPr>
            <a:xfrm>
              <a:off x="7130747" y="1530151"/>
              <a:ext cx="350199" cy="673782"/>
              <a:chOff x="7130747" y="1530151"/>
              <a:chExt cx="350199" cy="673782"/>
            </a:xfrm>
          </p:grpSpPr>
          <p:sp>
            <p:nvSpPr>
              <p:cNvPr id="96" name="Forma 95"/>
              <p:cNvSpPr/>
              <p:nvPr/>
            </p:nvSpPr>
            <p:spPr>
              <a:xfrm>
                <a:off x="7130747" y="1530151"/>
                <a:ext cx="350199" cy="673782"/>
              </a:xfrm>
              <a:custGeom>
                <a:avLst/>
                <a:gdLst/>
                <a:ahLst/>
                <a:cxnLst/>
                <a:rect l="0" t="0" r="r" b="b"/>
                <a:pathLst>
                  <a:path w="4997" h="10000">
                    <a:moveTo>
                      <a:pt x="544" y="9983"/>
                    </a:moveTo>
                    <a:lnTo>
                      <a:pt x="622" y="9913"/>
                    </a:lnTo>
                    <a:lnTo>
                      <a:pt x="718" y="9806"/>
                    </a:lnTo>
                    <a:lnTo>
                      <a:pt x="832" y="9672"/>
                    </a:lnTo>
                    <a:lnTo>
                      <a:pt x="834" y="9670"/>
                    </a:lnTo>
                    <a:lnTo>
                      <a:pt x="962" y="9526"/>
                    </a:lnTo>
                    <a:lnTo>
                      <a:pt x="967" y="9520"/>
                    </a:lnTo>
                    <a:lnTo>
                      <a:pt x="1106" y="9379"/>
                    </a:lnTo>
                    <a:lnTo>
                      <a:pt x="1117" y="9368"/>
                    </a:lnTo>
                    <a:lnTo>
                      <a:pt x="1267" y="9242"/>
                    </a:lnTo>
                    <a:lnTo>
                      <a:pt x="1278" y="9234"/>
                    </a:lnTo>
                    <a:lnTo>
                      <a:pt x="1444" y="9116"/>
                    </a:lnTo>
                    <a:lnTo>
                      <a:pt x="1449" y="9112"/>
                    </a:lnTo>
                    <a:lnTo>
                      <a:pt x="1633" y="8992"/>
                    </a:lnTo>
                    <a:lnTo>
                      <a:pt x="1638" y="8988"/>
                    </a:lnTo>
                    <a:lnTo>
                      <a:pt x="1833" y="8870"/>
                    </a:lnTo>
                    <a:lnTo>
                      <a:pt x="1840" y="8866"/>
                    </a:lnTo>
                    <a:lnTo>
                      <a:pt x="2040" y="8758"/>
                    </a:lnTo>
                    <a:lnTo>
                      <a:pt x="2049" y="8753"/>
                    </a:lnTo>
                    <a:lnTo>
                      <a:pt x="2249" y="8659"/>
                    </a:lnTo>
                    <a:lnTo>
                      <a:pt x="2261" y="8653"/>
                    </a:lnTo>
                    <a:lnTo>
                      <a:pt x="2453" y="8579"/>
                    </a:lnTo>
                    <a:lnTo>
                      <a:pt x="2470" y="8574"/>
                    </a:lnTo>
                    <a:lnTo>
                      <a:pt x="2657" y="8520"/>
                    </a:lnTo>
                    <a:lnTo>
                      <a:pt x="2673" y="8517"/>
                    </a:lnTo>
                    <a:lnTo>
                      <a:pt x="2861" y="8479"/>
                    </a:lnTo>
                    <a:lnTo>
                      <a:pt x="2876" y="8477"/>
                    </a:lnTo>
                    <a:lnTo>
                      <a:pt x="3063" y="8454"/>
                    </a:lnTo>
                    <a:lnTo>
                      <a:pt x="3077" y="8453"/>
                    </a:lnTo>
                    <a:lnTo>
                      <a:pt x="3262" y="8443"/>
                    </a:lnTo>
                    <a:lnTo>
                      <a:pt x="3274" y="8443"/>
                    </a:lnTo>
                    <a:lnTo>
                      <a:pt x="3455" y="8445"/>
                    </a:lnTo>
                    <a:lnTo>
                      <a:pt x="3466" y="8445"/>
                    </a:lnTo>
                    <a:lnTo>
                      <a:pt x="3641" y="8457"/>
                    </a:lnTo>
                    <a:lnTo>
                      <a:pt x="3657" y="8458"/>
                    </a:lnTo>
                    <a:lnTo>
                      <a:pt x="3829" y="8484"/>
                    </a:lnTo>
                    <a:lnTo>
                      <a:pt x="3847" y="8488"/>
                    </a:lnTo>
                    <a:lnTo>
                      <a:pt x="4017" y="8530"/>
                    </a:lnTo>
                    <a:lnTo>
                      <a:pt x="4029" y="8534"/>
                    </a:lnTo>
                    <a:lnTo>
                      <a:pt x="4195" y="8588"/>
                    </a:lnTo>
                    <a:lnTo>
                      <a:pt x="4204" y="8591"/>
                    </a:lnTo>
                    <a:lnTo>
                      <a:pt x="4362" y="8651"/>
                    </a:lnTo>
                    <a:lnTo>
                      <a:pt x="4368" y="8654"/>
                    </a:lnTo>
                    <a:lnTo>
                      <a:pt x="4515" y="8716"/>
                    </a:lnTo>
                    <a:lnTo>
                      <a:pt x="4518" y="8717"/>
                    </a:lnTo>
                    <a:lnTo>
                      <a:pt x="4652" y="8775"/>
                    </a:lnTo>
                    <a:lnTo>
                      <a:pt x="4664" y="8781"/>
                    </a:lnTo>
                    <a:lnTo>
                      <a:pt x="4676" y="8788"/>
                    </a:lnTo>
                    <a:lnTo>
                      <a:pt x="4800" y="8866"/>
                    </a:lnTo>
                    <a:lnTo>
                      <a:pt x="4812" y="8875"/>
                    </a:lnTo>
                    <a:lnTo>
                      <a:pt x="4824" y="8885"/>
                    </a:lnTo>
                    <a:lnTo>
                      <a:pt x="4941" y="8992"/>
                    </a:lnTo>
                    <a:lnTo>
                      <a:pt x="4947" y="8998"/>
                    </a:lnTo>
                    <a:lnTo>
                      <a:pt x="4996" y="9048"/>
                    </a:lnTo>
                    <a:lnTo>
                      <a:pt x="4997" y="8898"/>
                    </a:lnTo>
                    <a:lnTo>
                      <a:pt x="4981" y="8624"/>
                    </a:lnTo>
                    <a:lnTo>
                      <a:pt x="4955" y="8320"/>
                    </a:lnTo>
                    <a:lnTo>
                      <a:pt x="4927" y="8016"/>
                    </a:lnTo>
                    <a:lnTo>
                      <a:pt x="4927" y="8014"/>
                    </a:lnTo>
                    <a:lnTo>
                      <a:pt x="4906" y="7737"/>
                    </a:lnTo>
                    <a:lnTo>
                      <a:pt x="4906" y="7736"/>
                    </a:lnTo>
                    <a:lnTo>
                      <a:pt x="4888" y="7482"/>
                    </a:lnTo>
                    <a:lnTo>
                      <a:pt x="4868" y="7231"/>
                    </a:lnTo>
                    <a:lnTo>
                      <a:pt x="4847" y="6979"/>
                    </a:lnTo>
                    <a:lnTo>
                      <a:pt x="4824" y="6728"/>
                    </a:lnTo>
                    <a:lnTo>
                      <a:pt x="4801" y="6476"/>
                    </a:lnTo>
                    <a:lnTo>
                      <a:pt x="4801" y="6476"/>
                    </a:lnTo>
                    <a:lnTo>
                      <a:pt x="4780" y="6224"/>
                    </a:lnTo>
                    <a:lnTo>
                      <a:pt x="4780" y="6223"/>
                    </a:lnTo>
                    <a:lnTo>
                      <a:pt x="4759" y="5970"/>
                    </a:lnTo>
                    <a:lnTo>
                      <a:pt x="4759" y="5970"/>
                    </a:lnTo>
                    <a:lnTo>
                      <a:pt x="4740" y="5718"/>
                    </a:lnTo>
                    <a:lnTo>
                      <a:pt x="4720" y="5465"/>
                    </a:lnTo>
                    <a:lnTo>
                      <a:pt x="4700" y="5214"/>
                    </a:lnTo>
                    <a:lnTo>
                      <a:pt x="4678" y="4962"/>
                    </a:lnTo>
                    <a:lnTo>
                      <a:pt x="4654" y="4711"/>
                    </a:lnTo>
                    <a:lnTo>
                      <a:pt x="4627" y="4459"/>
                    </a:lnTo>
                    <a:lnTo>
                      <a:pt x="4600" y="4207"/>
                    </a:lnTo>
                    <a:lnTo>
                      <a:pt x="4571" y="3955"/>
                    </a:lnTo>
                    <a:lnTo>
                      <a:pt x="4540" y="3704"/>
                    </a:lnTo>
                    <a:lnTo>
                      <a:pt x="4505" y="3454"/>
                    </a:lnTo>
                    <a:lnTo>
                      <a:pt x="4465" y="3205"/>
                    </a:lnTo>
                    <a:lnTo>
                      <a:pt x="4422" y="2953"/>
                    </a:lnTo>
                    <a:lnTo>
                      <a:pt x="4374" y="2697"/>
                    </a:lnTo>
                    <a:lnTo>
                      <a:pt x="4323" y="2442"/>
                    </a:lnTo>
                    <a:lnTo>
                      <a:pt x="4268" y="2192"/>
                    </a:lnTo>
                    <a:lnTo>
                      <a:pt x="4212" y="1954"/>
                    </a:lnTo>
                    <a:lnTo>
                      <a:pt x="4153" y="1733"/>
                    </a:lnTo>
                    <a:lnTo>
                      <a:pt x="4091" y="1525"/>
                    </a:lnTo>
                    <a:lnTo>
                      <a:pt x="4025" y="1326"/>
                    </a:lnTo>
                    <a:lnTo>
                      <a:pt x="3956" y="1137"/>
                    </a:lnTo>
                    <a:lnTo>
                      <a:pt x="3886" y="961"/>
                    </a:lnTo>
                    <a:lnTo>
                      <a:pt x="3817" y="798"/>
                    </a:lnTo>
                    <a:lnTo>
                      <a:pt x="3751" y="653"/>
                    </a:lnTo>
                    <a:lnTo>
                      <a:pt x="3689" y="525"/>
                    </a:lnTo>
                    <a:lnTo>
                      <a:pt x="3632" y="415"/>
                    </a:lnTo>
                    <a:lnTo>
                      <a:pt x="3577" y="322"/>
                    </a:lnTo>
                    <a:lnTo>
                      <a:pt x="3523" y="244"/>
                    </a:lnTo>
                    <a:lnTo>
                      <a:pt x="3469" y="180"/>
                    </a:lnTo>
                    <a:lnTo>
                      <a:pt x="3411" y="125"/>
                    </a:lnTo>
                    <a:lnTo>
                      <a:pt x="3351" y="78"/>
                    </a:lnTo>
                    <a:lnTo>
                      <a:pt x="3296" y="43"/>
                    </a:lnTo>
                    <a:lnTo>
                      <a:pt x="3246" y="20"/>
                    </a:lnTo>
                    <a:lnTo>
                      <a:pt x="3193" y="6"/>
                    </a:lnTo>
                    <a:lnTo>
                      <a:pt x="3130" y="0"/>
                    </a:lnTo>
                    <a:lnTo>
                      <a:pt x="3047" y="3"/>
                    </a:lnTo>
                    <a:lnTo>
                      <a:pt x="2940" y="19"/>
                    </a:lnTo>
                    <a:lnTo>
                      <a:pt x="2810" y="51"/>
                    </a:lnTo>
                    <a:lnTo>
                      <a:pt x="2667" y="95"/>
                    </a:lnTo>
                    <a:lnTo>
                      <a:pt x="2519" y="150"/>
                    </a:lnTo>
                    <a:lnTo>
                      <a:pt x="2374" y="213"/>
                    </a:lnTo>
                    <a:lnTo>
                      <a:pt x="2238" y="283"/>
                    </a:lnTo>
                    <a:lnTo>
                      <a:pt x="2109" y="360"/>
                    </a:lnTo>
                    <a:lnTo>
                      <a:pt x="1980" y="448"/>
                    </a:lnTo>
                    <a:lnTo>
                      <a:pt x="1852" y="545"/>
                    </a:lnTo>
                    <a:lnTo>
                      <a:pt x="1728" y="650"/>
                    </a:lnTo>
                    <a:lnTo>
                      <a:pt x="1607" y="763"/>
                    </a:lnTo>
                    <a:lnTo>
                      <a:pt x="1491" y="883"/>
                    </a:lnTo>
                    <a:lnTo>
                      <a:pt x="1380" y="1010"/>
                    </a:lnTo>
                    <a:lnTo>
                      <a:pt x="1273" y="1145"/>
                    </a:lnTo>
                    <a:lnTo>
                      <a:pt x="1170" y="1289"/>
                    </a:lnTo>
                    <a:lnTo>
                      <a:pt x="1070" y="1440"/>
                    </a:lnTo>
                    <a:lnTo>
                      <a:pt x="974" y="1597"/>
                    </a:lnTo>
                    <a:lnTo>
                      <a:pt x="882" y="1761"/>
                    </a:lnTo>
                    <a:lnTo>
                      <a:pt x="794" y="1932"/>
                    </a:lnTo>
                    <a:lnTo>
                      <a:pt x="710" y="2110"/>
                    </a:lnTo>
                    <a:lnTo>
                      <a:pt x="630" y="2295"/>
                    </a:lnTo>
                    <a:lnTo>
                      <a:pt x="555" y="2485"/>
                    </a:lnTo>
                    <a:lnTo>
                      <a:pt x="484" y="2680"/>
                    </a:lnTo>
                    <a:lnTo>
                      <a:pt x="419" y="2879"/>
                    </a:lnTo>
                    <a:lnTo>
                      <a:pt x="361" y="3082"/>
                    </a:lnTo>
                    <a:lnTo>
                      <a:pt x="307" y="3292"/>
                    </a:lnTo>
                    <a:lnTo>
                      <a:pt x="259" y="3506"/>
                    </a:lnTo>
                    <a:lnTo>
                      <a:pt x="215" y="3725"/>
                    </a:lnTo>
                    <a:lnTo>
                      <a:pt x="176" y="3946"/>
                    </a:lnTo>
                    <a:lnTo>
                      <a:pt x="140" y="4167"/>
                    </a:lnTo>
                    <a:lnTo>
                      <a:pt x="109" y="4390"/>
                    </a:lnTo>
                    <a:lnTo>
                      <a:pt x="82" y="4615"/>
                    </a:lnTo>
                    <a:lnTo>
                      <a:pt x="60" y="4843"/>
                    </a:lnTo>
                    <a:lnTo>
                      <a:pt x="42" y="5072"/>
                    </a:lnTo>
                    <a:lnTo>
                      <a:pt x="27" y="5301"/>
                    </a:lnTo>
                    <a:lnTo>
                      <a:pt x="15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5" y="6894"/>
                    </a:lnTo>
                    <a:lnTo>
                      <a:pt x="28" y="7117"/>
                    </a:lnTo>
                    <a:lnTo>
                      <a:pt x="45" y="7340"/>
                    </a:lnTo>
                    <a:lnTo>
                      <a:pt x="66" y="7561"/>
                    </a:lnTo>
                    <a:lnTo>
                      <a:pt x="89" y="7779"/>
                    </a:lnTo>
                    <a:lnTo>
                      <a:pt x="114" y="7989"/>
                    </a:lnTo>
                    <a:lnTo>
                      <a:pt x="140" y="8191"/>
                    </a:lnTo>
                    <a:lnTo>
                      <a:pt x="168" y="8382"/>
                    </a:lnTo>
                    <a:lnTo>
                      <a:pt x="197" y="8567"/>
                    </a:lnTo>
                    <a:lnTo>
                      <a:pt x="228" y="8745"/>
                    </a:lnTo>
                    <a:lnTo>
                      <a:pt x="261" y="8916"/>
                    </a:lnTo>
                    <a:lnTo>
                      <a:pt x="294" y="9081"/>
                    </a:lnTo>
                    <a:lnTo>
                      <a:pt x="328" y="9241"/>
                    </a:lnTo>
                    <a:lnTo>
                      <a:pt x="362" y="9402"/>
                    </a:lnTo>
                    <a:lnTo>
                      <a:pt x="397" y="9563"/>
                    </a:lnTo>
                    <a:lnTo>
                      <a:pt x="431" y="9716"/>
                    </a:lnTo>
                    <a:lnTo>
                      <a:pt x="467" y="9851"/>
                    </a:lnTo>
                    <a:lnTo>
                      <a:pt x="502" y="9958"/>
                    </a:lnTo>
                    <a:lnTo>
                      <a:pt x="521" y="10000"/>
                    </a:lnTo>
                    <a:lnTo>
                      <a:pt x="544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7" name="Forma 96"/>
              <p:cNvSpPr/>
              <p:nvPr/>
            </p:nvSpPr>
            <p:spPr>
              <a:xfrm>
                <a:off x="7154019" y="1596274"/>
                <a:ext cx="274109" cy="482343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9" fill="none">
                    <a:moveTo>
                      <a:pt x="2305" y="1988"/>
                    </a:moveTo>
                    <a:lnTo>
                      <a:pt x="1701" y="1704"/>
                    </a:lnTo>
                    <a:lnTo>
                      <a:pt x="957" y="1217"/>
                    </a:lnTo>
                    <a:lnTo>
                      <a:pt x="538" y="730"/>
                    </a:lnTo>
                  </a:path>
                  <a:path w="2305" h="4219" fill="none">
                    <a:moveTo>
                      <a:pt x="1701" y="1704"/>
                    </a:moveTo>
                    <a:lnTo>
                      <a:pt x="1422" y="973"/>
                    </a:lnTo>
                    <a:lnTo>
                      <a:pt x="1282" y="162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422" y="2109"/>
                    </a:lnTo>
                    <a:lnTo>
                      <a:pt x="492" y="2109"/>
                    </a:lnTo>
                    <a:lnTo>
                      <a:pt x="27" y="2191"/>
                    </a:lnTo>
                  </a:path>
                  <a:path w="2305" h="4219" fill="none">
                    <a:moveTo>
                      <a:pt x="1422" y="2109"/>
                    </a:moveTo>
                    <a:lnTo>
                      <a:pt x="771" y="2678"/>
                    </a:lnTo>
                    <a:lnTo>
                      <a:pt x="259" y="316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701" y="2678"/>
                    </a:lnTo>
                    <a:lnTo>
                      <a:pt x="1143" y="3489"/>
                    </a:lnTo>
                    <a:lnTo>
                      <a:pt x="631" y="4138"/>
                    </a:lnTo>
                  </a:path>
                  <a:path w="2305" h="4219" fill="none">
                    <a:moveTo>
                      <a:pt x="1701" y="2678"/>
                    </a:moveTo>
                    <a:lnTo>
                      <a:pt x="1980" y="3489"/>
                    </a:lnTo>
                    <a:lnTo>
                      <a:pt x="1701" y="4219"/>
                    </a:lnTo>
                  </a:path>
                  <a:path w="2305" h="4219" fill="none">
                    <a:moveTo>
                      <a:pt x="1143" y="3489"/>
                    </a:moveTo>
                    <a:lnTo>
                      <a:pt x="399" y="3895"/>
                    </a:lnTo>
                    <a:lnTo>
                      <a:pt x="27" y="4138"/>
                    </a:lnTo>
                  </a:path>
                  <a:path w="2305" h="4219" fill="none">
                    <a:moveTo>
                      <a:pt x="957" y="1217"/>
                    </a:moveTo>
                    <a:lnTo>
                      <a:pt x="306" y="1379"/>
                    </a:lnTo>
                    <a:lnTo>
                      <a:pt x="0" y="1580"/>
                    </a:lnTo>
                  </a:path>
                  <a:path w="2305" h="4219" fill="none">
                    <a:moveTo>
                      <a:pt x="1422" y="973"/>
                    </a:moveTo>
                    <a:lnTo>
                      <a:pt x="864" y="486"/>
                    </a:lnTo>
                  </a:path>
                  <a:path w="2305" h="4219" fill="none">
                    <a:moveTo>
                      <a:pt x="771" y="2678"/>
                    </a:moveTo>
                    <a:lnTo>
                      <a:pt x="864" y="3246"/>
                    </a:lnTo>
                    <a:lnTo>
                      <a:pt x="585" y="381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2166" y="1379"/>
                    </a:lnTo>
                    <a:lnTo>
                      <a:pt x="1887" y="730"/>
                    </a:lnTo>
                    <a:lnTo>
                      <a:pt x="1701" y="0"/>
                    </a:lnTo>
                  </a:path>
                  <a:path w="2305" h="4219" fill="none">
                    <a:moveTo>
                      <a:pt x="492" y="2109"/>
                    </a:moveTo>
                    <a:lnTo>
                      <a:pt x="213" y="2596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8" name="Forma 97"/>
              <p:cNvSpPr/>
              <p:nvPr/>
            </p:nvSpPr>
            <p:spPr>
              <a:xfrm>
                <a:off x="7139226" y="1823531"/>
                <a:ext cx="294430" cy="282382"/>
              </a:xfrm>
              <a:custGeom>
                <a:avLst/>
                <a:gdLst/>
                <a:ahLst/>
                <a:cxnLst/>
                <a:rect l="0" t="0" r="r" b="b"/>
                <a:pathLst>
                  <a:path w="2476" h="2470" fill="none">
                    <a:moveTo>
                      <a:pt x="0" y="133"/>
                    </a:moveTo>
                    <a:lnTo>
                      <a:pt x="175" y="149"/>
                    </a:lnTo>
                    <a:lnTo>
                      <a:pt x="392" y="166"/>
                    </a:lnTo>
                    <a:lnTo>
                      <a:pt x="611" y="180"/>
                    </a:lnTo>
                    <a:lnTo>
                      <a:pt x="802" y="186"/>
                    </a:lnTo>
                    <a:lnTo>
                      <a:pt x="961" y="182"/>
                    </a:lnTo>
                    <a:lnTo>
                      <a:pt x="1106" y="172"/>
                    </a:lnTo>
                    <a:lnTo>
                      <a:pt x="1245" y="158"/>
                    </a:lnTo>
                    <a:lnTo>
                      <a:pt x="1389" y="140"/>
                    </a:lnTo>
                    <a:lnTo>
                      <a:pt x="1546" y="121"/>
                    </a:lnTo>
                    <a:lnTo>
                      <a:pt x="1735" y="99"/>
                    </a:lnTo>
                    <a:lnTo>
                      <a:pt x="1950" y="71"/>
                    </a:lnTo>
                    <a:lnTo>
                      <a:pt x="2162" y="42"/>
                    </a:lnTo>
                    <a:lnTo>
                      <a:pt x="2347" y="17"/>
                    </a:lnTo>
                    <a:lnTo>
                      <a:pt x="2476" y="0"/>
                    </a:lnTo>
                  </a:path>
                  <a:path w="2476" h="2470" fill="none">
                    <a:moveTo>
                      <a:pt x="63" y="2470"/>
                    </a:moveTo>
                    <a:lnTo>
                      <a:pt x="172" y="2353"/>
                    </a:lnTo>
                    <a:lnTo>
                      <a:pt x="333" y="2182"/>
                    </a:lnTo>
                    <a:lnTo>
                      <a:pt x="520" y="1982"/>
                    </a:lnTo>
                    <a:lnTo>
                      <a:pt x="715" y="1775"/>
                    </a:lnTo>
                    <a:lnTo>
                      <a:pt x="895" y="1582"/>
                    </a:lnTo>
                    <a:lnTo>
                      <a:pt x="1064" y="1398"/>
                    </a:lnTo>
                    <a:lnTo>
                      <a:pt x="1235" y="1209"/>
                    </a:lnTo>
                    <a:lnTo>
                      <a:pt x="1404" y="1023"/>
                    </a:lnTo>
                    <a:lnTo>
                      <a:pt x="1571" y="847"/>
                    </a:lnTo>
                    <a:lnTo>
                      <a:pt x="1732" y="689"/>
                    </a:lnTo>
                    <a:lnTo>
                      <a:pt x="1899" y="546"/>
                    </a:lnTo>
                    <a:lnTo>
                      <a:pt x="2072" y="411"/>
                    </a:lnTo>
                    <a:lnTo>
                      <a:pt x="2237" y="292"/>
                    </a:lnTo>
                    <a:lnTo>
                      <a:pt x="2377" y="193"/>
                    </a:lnTo>
                    <a:lnTo>
                      <a:pt x="2476" y="121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9" name="PleuraVisceralD_3"/>
            <p:cNvSpPr/>
            <p:nvPr/>
          </p:nvSpPr>
          <p:spPr>
            <a:xfrm>
              <a:off x="7130747" y="1530151"/>
              <a:ext cx="350199" cy="673782"/>
            </a:xfrm>
            <a:custGeom>
              <a:avLst/>
              <a:gdLst/>
              <a:ahLst/>
              <a:cxnLst/>
              <a:rect l="0" t="0" r="r" b="b"/>
              <a:pathLst>
                <a:path w="2946" h="5894" fill="none">
                  <a:moveTo>
                    <a:pt x="321" y="5885"/>
                  </a:moveTo>
                  <a:lnTo>
                    <a:pt x="366" y="5843"/>
                  </a:lnTo>
                  <a:lnTo>
                    <a:pt x="423" y="5780"/>
                  </a:lnTo>
                  <a:lnTo>
                    <a:pt x="491" y="5701"/>
                  </a:lnTo>
                  <a:lnTo>
                    <a:pt x="492" y="5700"/>
                  </a:lnTo>
                  <a:lnTo>
                    <a:pt x="567" y="5615"/>
                  </a:lnTo>
                  <a:lnTo>
                    <a:pt x="570" y="5611"/>
                  </a:lnTo>
                  <a:lnTo>
                    <a:pt x="652" y="5528"/>
                  </a:lnTo>
                  <a:lnTo>
                    <a:pt x="659" y="5522"/>
                  </a:lnTo>
                  <a:lnTo>
                    <a:pt x="747" y="5448"/>
                  </a:lnTo>
                  <a:lnTo>
                    <a:pt x="753" y="5443"/>
                  </a:lnTo>
                  <a:lnTo>
                    <a:pt x="851" y="5373"/>
                  </a:lnTo>
                  <a:lnTo>
                    <a:pt x="854" y="5371"/>
                  </a:lnTo>
                  <a:lnTo>
                    <a:pt x="962" y="5300"/>
                  </a:lnTo>
                  <a:lnTo>
                    <a:pt x="966" y="5298"/>
                  </a:lnTo>
                  <a:lnTo>
                    <a:pt x="1081" y="5229"/>
                  </a:lnTo>
                  <a:lnTo>
                    <a:pt x="1085" y="5226"/>
                  </a:lnTo>
                  <a:lnTo>
                    <a:pt x="1203" y="5162"/>
                  </a:lnTo>
                  <a:lnTo>
                    <a:pt x="1208" y="5160"/>
                  </a:lnTo>
                  <a:lnTo>
                    <a:pt x="1325" y="5104"/>
                  </a:lnTo>
                  <a:lnTo>
                    <a:pt x="1333" y="5101"/>
                  </a:lnTo>
                  <a:lnTo>
                    <a:pt x="1446" y="5057"/>
                  </a:lnTo>
                  <a:lnTo>
                    <a:pt x="1456" y="5054"/>
                  </a:lnTo>
                  <a:lnTo>
                    <a:pt x="1566" y="5022"/>
                  </a:lnTo>
                  <a:lnTo>
                    <a:pt x="1576" y="5020"/>
                  </a:lnTo>
                  <a:lnTo>
                    <a:pt x="1687" y="4998"/>
                  </a:lnTo>
                  <a:lnTo>
                    <a:pt x="1695" y="4997"/>
                  </a:lnTo>
                  <a:lnTo>
                    <a:pt x="1806" y="4983"/>
                  </a:lnTo>
                  <a:lnTo>
                    <a:pt x="1814" y="4983"/>
                  </a:lnTo>
                  <a:lnTo>
                    <a:pt x="1923" y="4977"/>
                  </a:lnTo>
                  <a:lnTo>
                    <a:pt x="1930" y="4977"/>
                  </a:lnTo>
                  <a:lnTo>
                    <a:pt x="2037" y="4978"/>
                  </a:lnTo>
                  <a:lnTo>
                    <a:pt x="2043" y="4978"/>
                  </a:lnTo>
                  <a:lnTo>
                    <a:pt x="2146" y="4985"/>
                  </a:lnTo>
                  <a:lnTo>
                    <a:pt x="2156" y="4986"/>
                  </a:lnTo>
                  <a:lnTo>
                    <a:pt x="2257" y="5001"/>
                  </a:lnTo>
                  <a:lnTo>
                    <a:pt x="2268" y="5003"/>
                  </a:lnTo>
                  <a:lnTo>
                    <a:pt x="2368" y="5028"/>
                  </a:lnTo>
                  <a:lnTo>
                    <a:pt x="2375" y="5031"/>
                  </a:lnTo>
                  <a:lnTo>
                    <a:pt x="2473" y="5062"/>
                  </a:lnTo>
                  <a:lnTo>
                    <a:pt x="2478" y="5064"/>
                  </a:lnTo>
                  <a:lnTo>
                    <a:pt x="2571" y="5100"/>
                  </a:lnTo>
                  <a:lnTo>
                    <a:pt x="2575" y="5101"/>
                  </a:lnTo>
                  <a:lnTo>
                    <a:pt x="2662" y="5138"/>
                  </a:lnTo>
                  <a:lnTo>
                    <a:pt x="2663" y="5138"/>
                  </a:lnTo>
                  <a:lnTo>
                    <a:pt x="2742" y="5173"/>
                  </a:lnTo>
                  <a:lnTo>
                    <a:pt x="2750" y="5176"/>
                  </a:lnTo>
                  <a:lnTo>
                    <a:pt x="2757" y="5180"/>
                  </a:lnTo>
                  <a:lnTo>
                    <a:pt x="2830" y="5226"/>
                  </a:lnTo>
                  <a:lnTo>
                    <a:pt x="2837" y="5232"/>
                  </a:lnTo>
                  <a:lnTo>
                    <a:pt x="2844" y="5237"/>
                  </a:lnTo>
                  <a:lnTo>
                    <a:pt x="2913" y="5300"/>
                  </a:lnTo>
                  <a:lnTo>
                    <a:pt x="2916" y="5304"/>
                  </a:lnTo>
                  <a:lnTo>
                    <a:pt x="2945" y="5333"/>
                  </a:lnTo>
                  <a:lnTo>
                    <a:pt x="2946" y="5245"/>
                  </a:lnTo>
                  <a:lnTo>
                    <a:pt x="2936" y="5083"/>
                  </a:lnTo>
                  <a:lnTo>
                    <a:pt x="2921" y="4905"/>
                  </a:lnTo>
                  <a:lnTo>
                    <a:pt x="2905" y="4725"/>
                  </a:lnTo>
                  <a:lnTo>
                    <a:pt x="2905" y="4724"/>
                  </a:lnTo>
                  <a:lnTo>
                    <a:pt x="2892" y="4561"/>
                  </a:lnTo>
                  <a:lnTo>
                    <a:pt x="2892" y="4560"/>
                  </a:lnTo>
                  <a:lnTo>
                    <a:pt x="2882" y="4411"/>
                  </a:lnTo>
                  <a:lnTo>
                    <a:pt x="2870" y="4262"/>
                  </a:lnTo>
                  <a:lnTo>
                    <a:pt x="2857" y="4114"/>
                  </a:lnTo>
                  <a:lnTo>
                    <a:pt x="2844" y="3966"/>
                  </a:lnTo>
                  <a:lnTo>
                    <a:pt x="2831" y="3817"/>
                  </a:lnTo>
                  <a:lnTo>
                    <a:pt x="2831" y="3817"/>
                  </a:lnTo>
                  <a:lnTo>
                    <a:pt x="2818" y="3669"/>
                  </a:lnTo>
                  <a:lnTo>
                    <a:pt x="2818" y="3668"/>
                  </a:lnTo>
                  <a:lnTo>
                    <a:pt x="2806" y="3519"/>
                  </a:lnTo>
                  <a:lnTo>
                    <a:pt x="2806" y="3519"/>
                  </a:lnTo>
                  <a:lnTo>
                    <a:pt x="2794" y="3370"/>
                  </a:lnTo>
                  <a:lnTo>
                    <a:pt x="2783" y="3222"/>
                  </a:lnTo>
                  <a:lnTo>
                    <a:pt x="2771" y="3073"/>
                  </a:lnTo>
                  <a:lnTo>
                    <a:pt x="2758" y="2925"/>
                  </a:lnTo>
                  <a:lnTo>
                    <a:pt x="2743" y="2777"/>
                  </a:lnTo>
                  <a:lnTo>
                    <a:pt x="2728" y="2628"/>
                  </a:lnTo>
                  <a:lnTo>
                    <a:pt x="2712" y="2480"/>
                  </a:lnTo>
                  <a:lnTo>
                    <a:pt x="2695" y="2331"/>
                  </a:lnTo>
                  <a:lnTo>
                    <a:pt x="2676" y="2183"/>
                  </a:lnTo>
                  <a:lnTo>
                    <a:pt x="2656" y="2036"/>
                  </a:lnTo>
                  <a:lnTo>
                    <a:pt x="2632" y="1889"/>
                  </a:lnTo>
                  <a:lnTo>
                    <a:pt x="2607" y="1741"/>
                  </a:lnTo>
                  <a:lnTo>
                    <a:pt x="2578" y="1590"/>
                  </a:lnTo>
                  <a:lnTo>
                    <a:pt x="2548" y="1439"/>
                  </a:lnTo>
                  <a:lnTo>
                    <a:pt x="2516" y="1292"/>
                  </a:lnTo>
                  <a:lnTo>
                    <a:pt x="2483" y="1152"/>
                  </a:lnTo>
                  <a:lnTo>
                    <a:pt x="2448" y="1021"/>
                  </a:lnTo>
                  <a:lnTo>
                    <a:pt x="2412" y="899"/>
                  </a:lnTo>
                  <a:lnTo>
                    <a:pt x="2373" y="781"/>
                  </a:lnTo>
                  <a:lnTo>
                    <a:pt x="2332" y="670"/>
                  </a:lnTo>
                  <a:lnTo>
                    <a:pt x="2291" y="566"/>
                  </a:lnTo>
                  <a:lnTo>
                    <a:pt x="2250" y="470"/>
                  </a:lnTo>
                  <a:lnTo>
                    <a:pt x="2211" y="385"/>
                  </a:lnTo>
                  <a:lnTo>
                    <a:pt x="2175" y="309"/>
                  </a:lnTo>
                  <a:lnTo>
                    <a:pt x="2141" y="244"/>
                  </a:lnTo>
                  <a:lnTo>
                    <a:pt x="2108" y="189"/>
                  </a:lnTo>
                  <a:lnTo>
                    <a:pt x="2077" y="144"/>
                  </a:lnTo>
                  <a:lnTo>
                    <a:pt x="2045" y="106"/>
                  </a:lnTo>
                  <a:lnTo>
                    <a:pt x="2011" y="73"/>
                  </a:lnTo>
                  <a:lnTo>
                    <a:pt x="1975" y="46"/>
                  </a:lnTo>
                  <a:lnTo>
                    <a:pt x="1943" y="25"/>
                  </a:lnTo>
                  <a:lnTo>
                    <a:pt x="1913" y="12"/>
                  </a:lnTo>
                  <a:lnTo>
                    <a:pt x="1882" y="3"/>
                  </a:lnTo>
                  <a:lnTo>
                    <a:pt x="1845" y="0"/>
                  </a:lnTo>
                  <a:lnTo>
                    <a:pt x="1796" y="1"/>
                  </a:lnTo>
                  <a:lnTo>
                    <a:pt x="1733" y="11"/>
                  </a:lnTo>
                  <a:lnTo>
                    <a:pt x="1657" y="30"/>
                  </a:lnTo>
                  <a:lnTo>
                    <a:pt x="1572" y="56"/>
                  </a:lnTo>
                  <a:lnTo>
                    <a:pt x="1485" y="88"/>
                  </a:lnTo>
                  <a:lnTo>
                    <a:pt x="1399" y="125"/>
                  </a:lnTo>
                  <a:lnTo>
                    <a:pt x="1319" y="166"/>
                  </a:lnTo>
                  <a:lnTo>
                    <a:pt x="1243" y="212"/>
                  </a:lnTo>
                  <a:lnTo>
                    <a:pt x="1167" y="264"/>
                  </a:lnTo>
                  <a:lnTo>
                    <a:pt x="1092" y="321"/>
                  </a:lnTo>
                  <a:lnTo>
                    <a:pt x="1018" y="383"/>
                  </a:lnTo>
                  <a:lnTo>
                    <a:pt x="947" y="450"/>
                  </a:lnTo>
                  <a:lnTo>
                    <a:pt x="879" y="520"/>
                  </a:lnTo>
                  <a:lnTo>
                    <a:pt x="814" y="595"/>
                  </a:lnTo>
                  <a:lnTo>
                    <a:pt x="750" y="675"/>
                  </a:lnTo>
                  <a:lnTo>
                    <a:pt x="689" y="760"/>
                  </a:lnTo>
                  <a:lnTo>
                    <a:pt x="630" y="848"/>
                  </a:lnTo>
                  <a:lnTo>
                    <a:pt x="574" y="941"/>
                  </a:lnTo>
                  <a:lnTo>
                    <a:pt x="520" y="1038"/>
                  </a:lnTo>
                  <a:lnTo>
                    <a:pt x="468" y="1138"/>
                  </a:lnTo>
                  <a:lnTo>
                    <a:pt x="418" y="1244"/>
                  </a:lnTo>
                  <a:lnTo>
                    <a:pt x="371" y="1352"/>
                  </a:lnTo>
                  <a:lnTo>
                    <a:pt x="327" y="1465"/>
                  </a:lnTo>
                  <a:lnTo>
                    <a:pt x="285" y="1580"/>
                  </a:lnTo>
                  <a:lnTo>
                    <a:pt x="247" y="1697"/>
                  </a:lnTo>
                  <a:lnTo>
                    <a:pt x="212" y="1817"/>
                  </a:lnTo>
                  <a:lnTo>
                    <a:pt x="181" y="1940"/>
                  </a:lnTo>
                  <a:lnTo>
                    <a:pt x="152" y="2067"/>
                  </a:lnTo>
                  <a:lnTo>
                    <a:pt x="127" y="2196"/>
                  </a:lnTo>
                  <a:lnTo>
                    <a:pt x="103" y="2326"/>
                  </a:lnTo>
                  <a:lnTo>
                    <a:pt x="82" y="2456"/>
                  </a:lnTo>
                  <a:lnTo>
                    <a:pt x="64" y="2587"/>
                  </a:lnTo>
                  <a:lnTo>
                    <a:pt x="48" y="2720"/>
                  </a:lnTo>
                  <a:lnTo>
                    <a:pt x="35" y="2855"/>
                  </a:lnTo>
                  <a:lnTo>
                    <a:pt x="24" y="2990"/>
                  </a:lnTo>
                  <a:lnTo>
                    <a:pt x="16" y="3125"/>
                  </a:lnTo>
                  <a:lnTo>
                    <a:pt x="9" y="3260"/>
                  </a:lnTo>
                  <a:lnTo>
                    <a:pt x="4" y="3394"/>
                  </a:lnTo>
                  <a:lnTo>
                    <a:pt x="1" y="3529"/>
                  </a:lnTo>
                  <a:lnTo>
                    <a:pt x="0" y="3664"/>
                  </a:lnTo>
                  <a:lnTo>
                    <a:pt x="1" y="3799"/>
                  </a:lnTo>
                  <a:lnTo>
                    <a:pt x="4" y="3932"/>
                  </a:lnTo>
                  <a:lnTo>
                    <a:pt x="9" y="4064"/>
                  </a:lnTo>
                  <a:lnTo>
                    <a:pt x="16" y="4195"/>
                  </a:lnTo>
                  <a:lnTo>
                    <a:pt x="26" y="4326"/>
                  </a:lnTo>
                  <a:lnTo>
                    <a:pt x="39" y="4457"/>
                  </a:lnTo>
                  <a:lnTo>
                    <a:pt x="52" y="4585"/>
                  </a:lnTo>
                  <a:lnTo>
                    <a:pt x="67" y="4709"/>
                  </a:lnTo>
                  <a:lnTo>
                    <a:pt x="82" y="4828"/>
                  </a:lnTo>
                  <a:lnTo>
                    <a:pt x="99" y="4941"/>
                  </a:lnTo>
                  <a:lnTo>
                    <a:pt x="116" y="5050"/>
                  </a:lnTo>
                  <a:lnTo>
                    <a:pt x="134" y="5155"/>
                  </a:lnTo>
                  <a:lnTo>
                    <a:pt x="153" y="5256"/>
                  </a:lnTo>
                  <a:lnTo>
                    <a:pt x="173" y="5353"/>
                  </a:lnTo>
                  <a:lnTo>
                    <a:pt x="193" y="5447"/>
                  </a:lnTo>
                  <a:lnTo>
                    <a:pt x="213" y="5542"/>
                  </a:lnTo>
                  <a:lnTo>
                    <a:pt x="234" y="5637"/>
                  </a:lnTo>
                  <a:lnTo>
                    <a:pt x="254" y="5727"/>
                  </a:lnTo>
                  <a:lnTo>
                    <a:pt x="275" y="5807"/>
                  </a:lnTo>
                  <a:lnTo>
                    <a:pt x="295" y="5870"/>
                  </a:lnTo>
                  <a:lnTo>
                    <a:pt x="307" y="5894"/>
                  </a:lnTo>
                  <a:lnTo>
                    <a:pt x="321" y="588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00" name="PulmonIzquierdo_3"/>
            <p:cNvGrpSpPr/>
            <p:nvPr/>
          </p:nvGrpSpPr>
          <p:grpSpPr>
            <a:xfrm>
              <a:off x="7646783" y="1530151"/>
              <a:ext cx="350742" cy="857725"/>
              <a:chOff x="7646783" y="1530151"/>
              <a:chExt cx="350742" cy="857725"/>
            </a:xfrm>
          </p:grpSpPr>
          <p:sp>
            <p:nvSpPr>
              <p:cNvPr id="101" name="Forma 100"/>
              <p:cNvSpPr/>
              <p:nvPr/>
            </p:nvSpPr>
            <p:spPr>
              <a:xfrm>
                <a:off x="7646783" y="153015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2" name="Forma 101"/>
              <p:cNvSpPr/>
              <p:nvPr/>
            </p:nvSpPr>
            <p:spPr>
              <a:xfrm>
                <a:off x="7677760" y="161163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3" name="Forma 102"/>
              <p:cNvSpPr/>
              <p:nvPr/>
            </p:nvSpPr>
            <p:spPr>
              <a:xfrm>
                <a:off x="7681326" y="190881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4" name="PleuraVisceralI_3"/>
            <p:cNvSpPr/>
            <p:nvPr/>
          </p:nvSpPr>
          <p:spPr>
            <a:xfrm>
              <a:off x="7646783" y="153015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5" name="PleuraParietalD_3"/>
            <p:cNvSpPr/>
            <p:nvPr/>
          </p:nvSpPr>
          <p:spPr>
            <a:xfrm>
              <a:off x="7095287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6" name="PleuraParietalI_3"/>
            <p:cNvSpPr/>
            <p:nvPr/>
          </p:nvSpPr>
          <p:spPr>
            <a:xfrm>
              <a:off x="7633705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7" name="VenaCavaSup_3"/>
            <p:cNvSpPr/>
            <p:nvPr/>
          </p:nvSpPr>
          <p:spPr>
            <a:xfrm>
              <a:off x="7482814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8" name="VenaCavaInf_3"/>
            <p:cNvSpPr/>
            <p:nvPr/>
          </p:nvSpPr>
          <p:spPr>
            <a:xfrm>
              <a:off x="7493518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9" name="Corazon_3"/>
            <p:cNvGrpSpPr/>
            <p:nvPr/>
          </p:nvGrpSpPr>
          <p:grpSpPr>
            <a:xfrm>
              <a:off x="7488841" y="1974175"/>
              <a:ext cx="316111" cy="323572"/>
              <a:chOff x="7488841" y="1974175"/>
              <a:chExt cx="316111" cy="323572"/>
            </a:xfrm>
          </p:grpSpPr>
          <p:sp>
            <p:nvSpPr>
              <p:cNvPr id="110" name="Forma 109"/>
              <p:cNvSpPr/>
              <p:nvPr/>
            </p:nvSpPr>
            <p:spPr>
              <a:xfrm>
                <a:off x="7488841" y="197417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1" name="Forma 110"/>
              <p:cNvSpPr/>
              <p:nvPr/>
            </p:nvSpPr>
            <p:spPr>
              <a:xfrm>
                <a:off x="7653985" y="199796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grpSp>
          <p:nvGrpSpPr>
            <p:cNvPr id="112" name="Embolo"/>
            <p:cNvGrpSpPr/>
            <p:nvPr/>
          </p:nvGrpSpPr>
          <p:grpSpPr>
            <a:xfrm>
              <a:off x="7361560" y="1879092"/>
              <a:ext cx="61813" cy="36576"/>
              <a:chOff x="7361560" y="1879092"/>
              <a:chExt cx="61813" cy="36576"/>
            </a:xfrm>
          </p:grpSpPr>
          <p:sp>
            <p:nvSpPr>
              <p:cNvPr id="113" name="Forma 112"/>
              <p:cNvSpPr/>
              <p:nvPr/>
            </p:nvSpPr>
            <p:spPr>
              <a:xfrm>
                <a:off x="7361560" y="1879092"/>
                <a:ext cx="61813" cy="36576"/>
              </a:xfrm>
              <a:custGeom>
                <a:avLst/>
                <a:gdLst/>
                <a:ahLst/>
                <a:cxnLst/>
                <a:rect l="0" t="0" r="r" b="b"/>
                <a:pathLst>
                  <a:path w="520" h="320">
                    <a:moveTo>
                      <a:pt x="520" y="160"/>
                    </a:moveTo>
                    <a:cubicBezTo>
                      <a:pt x="520" y="248"/>
                      <a:pt x="403" y="320"/>
                      <a:pt x="260" y="320"/>
                    </a:cubicBezTo>
                    <a:cubicBezTo>
                      <a:pt x="116" y="320"/>
                      <a:pt x="0" y="248"/>
                      <a:pt x="0" y="160"/>
                    </a:cubicBezTo>
                    <a:cubicBezTo>
                      <a:pt x="0" y="71"/>
                      <a:pt x="116" y="0"/>
                      <a:pt x="260" y="0"/>
                    </a:cubicBezTo>
                    <a:cubicBezTo>
                      <a:pt x="403" y="0"/>
                      <a:pt x="520" y="71"/>
                      <a:pt x="520" y="16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995E59"/>
                  </a:gs>
                  <a:gs pos="55000">
                    <a:srgbClr val="6E1A12"/>
                  </a:gs>
                  <a:gs pos="100000">
                    <a:srgbClr val="4D120C"/>
                  </a:gs>
                </a:gsLst>
                <a:path path="circle">
                  <a:fillToRect l="32000" t="28000" r="68000" b="72000"/>
                </a:path>
              </a:gradFill>
              <a:ln w="19050" cap="rnd">
                <a:solidFill>
                  <a:srgbClr val="3B0D08"/>
                </a:solidFill>
                <a:round/>
              </a:ln>
            </p:spPr>
          </p:sp>
        </p:grpSp>
        <p:sp>
          <p:nvSpPr>
            <p:cNvPr id="114" name="Diafragma_3"/>
            <p:cNvSpPr/>
            <p:nvPr/>
          </p:nvSpPr>
          <p:spPr>
            <a:xfrm>
              <a:off x="7119063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5" name="Clavículas_3"/>
            <p:cNvGrpSpPr/>
            <p:nvPr/>
          </p:nvGrpSpPr>
          <p:grpSpPr>
            <a:xfrm>
              <a:off x="7196328" y="1463040"/>
              <a:ext cx="713232" cy="45720"/>
              <a:chOff x="7196328" y="1463040"/>
              <a:chExt cx="713232" cy="45720"/>
            </a:xfrm>
          </p:grpSpPr>
          <p:sp>
            <p:nvSpPr>
              <p:cNvPr id="116" name="Forma 115"/>
              <p:cNvSpPr/>
              <p:nvPr/>
            </p:nvSpPr>
            <p:spPr>
              <a:xfrm>
                <a:off x="7196328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7" name="Forma 116"/>
              <p:cNvSpPr/>
              <p:nvPr/>
            </p:nvSpPr>
            <p:spPr>
              <a:xfrm>
                <a:off x="7196328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118" name="Causa Colagenopatías"/>
          <p:cNvGrpSpPr/>
          <p:nvPr/>
        </p:nvGrpSpPr>
        <p:grpSpPr>
          <a:xfrm>
            <a:off x="9089136" y="914400"/>
            <a:ext cx="2743200" cy="2514600"/>
            <a:chOff x="9089136" y="914400"/>
            <a:chExt cx="2743200" cy="2514600"/>
          </a:xfrm>
        </p:grpSpPr>
        <p:grpSp>
          <p:nvGrpSpPr>
            <p:cNvPr id="119" name="Recuadro Colagenopatías"/>
            <p:cNvGrpSpPr/>
            <p:nvPr/>
          </p:nvGrpSpPr>
          <p:grpSpPr>
            <a:xfrm>
              <a:off x="9089136" y="914400"/>
              <a:ext cx="2743200" cy="2514600"/>
              <a:chOff x="9089136" y="914400"/>
              <a:chExt cx="2743200" cy="2514600"/>
            </a:xfrm>
          </p:grpSpPr>
          <p:sp>
            <p:nvSpPr>
              <p:cNvPr id="120" name="Forma 119"/>
              <p:cNvSpPr/>
              <p:nvPr/>
            </p:nvSpPr>
            <p:spPr>
              <a:xfrm>
                <a:off x="9089136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Artritis reumatoidea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</a:t>
                </a: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LES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vasculitis (Churg-Strauss).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21" name="Forma 120"/>
              <p:cNvSpPr/>
              <p:nvPr/>
            </p:nvSpPr>
            <p:spPr>
              <a:xfrm>
                <a:off x="9089136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COLAGENOPATÍAS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22" name="Causa Intraabdominales"/>
          <p:cNvGrpSpPr/>
          <p:nvPr/>
        </p:nvGrpSpPr>
        <p:grpSpPr>
          <a:xfrm>
            <a:off x="365760" y="3611880"/>
            <a:ext cx="2743200" cy="2514600"/>
            <a:chOff x="365760" y="3611880"/>
            <a:chExt cx="2743200" cy="2514600"/>
          </a:xfrm>
        </p:grpSpPr>
        <p:grpSp>
          <p:nvGrpSpPr>
            <p:cNvPr id="123" name="Recuadro Intraabdominales"/>
            <p:cNvGrpSpPr/>
            <p:nvPr/>
          </p:nvGrpSpPr>
          <p:grpSpPr>
            <a:xfrm>
              <a:off x="365760" y="3611880"/>
              <a:ext cx="2743200" cy="2514600"/>
              <a:chOff x="365760" y="3611880"/>
              <a:chExt cx="2743200" cy="2514600"/>
            </a:xfrm>
          </p:grpSpPr>
          <p:sp>
            <p:nvSpPr>
              <p:cNvPr id="124" name="Forma 123"/>
              <p:cNvSpPr/>
              <p:nvPr/>
            </p:nvSpPr>
            <p:spPr>
              <a:xfrm>
                <a:off x="365760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ts val="1507"/>
                  </a:lnSpc>
                  <a:spcAft>
                    <a:spcPts val="300"/>
                  </a:spcAft>
                  <a:buNone/>
                </a:pP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Absceso subfrénico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pancreatitis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(amilasa elevada en el líquido).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125" name="Forma 124"/>
              <p:cNvSpPr/>
              <p:nvPr/>
            </p:nvSpPr>
            <p:spPr>
              <a:xfrm>
                <a:off x="365760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769"/>
                  </a:lnSpc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INTRAABDOMINALES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126" name="!!ParedToracica"/>
            <p:cNvSpPr/>
            <p:nvPr/>
          </p:nvSpPr>
          <p:spPr>
            <a:xfrm>
              <a:off x="1092065" y="4025189"/>
              <a:ext cx="1290591" cy="1185062"/>
            </a:xfrm>
            <a:custGeom>
              <a:avLst/>
              <a:gdLst/>
              <a:ahLst/>
              <a:cxnLst/>
              <a:rect l="0" t="0" r="r" b="b"/>
              <a:pathLst>
                <a:path w="9334" h="10000">
                  <a:moveTo>
                    <a:pt x="778" y="555"/>
                  </a:moveTo>
                  <a:lnTo>
                    <a:pt x="1731" y="246"/>
                  </a:lnTo>
                  <a:lnTo>
                    <a:pt x="3096" y="61"/>
                  </a:lnTo>
                  <a:lnTo>
                    <a:pt x="4667" y="0"/>
                  </a:lnTo>
                  <a:lnTo>
                    <a:pt x="6237" y="61"/>
                  </a:lnTo>
                  <a:lnTo>
                    <a:pt x="7602" y="246"/>
                  </a:lnTo>
                  <a:lnTo>
                    <a:pt x="8555" y="555"/>
                  </a:lnTo>
                  <a:lnTo>
                    <a:pt x="9053" y="1039"/>
                  </a:lnTo>
                  <a:lnTo>
                    <a:pt x="9251" y="1707"/>
                  </a:lnTo>
                  <a:lnTo>
                    <a:pt x="9244" y="2500"/>
                  </a:lnTo>
                  <a:lnTo>
                    <a:pt x="9124" y="3353"/>
                  </a:lnTo>
                  <a:lnTo>
                    <a:pt x="8987" y="4207"/>
                  </a:lnTo>
                  <a:lnTo>
                    <a:pt x="8925" y="5000"/>
                  </a:lnTo>
                  <a:lnTo>
                    <a:pt x="9006" y="5792"/>
                  </a:lnTo>
                  <a:lnTo>
                    <a:pt x="9165" y="6646"/>
                  </a:lnTo>
                  <a:lnTo>
                    <a:pt x="9307" y="7500"/>
                  </a:lnTo>
                  <a:lnTo>
                    <a:pt x="9334" y="8292"/>
                  </a:lnTo>
                  <a:lnTo>
                    <a:pt x="9146" y="8960"/>
                  </a:lnTo>
                  <a:lnTo>
                    <a:pt x="8648" y="9444"/>
                  </a:lnTo>
                  <a:lnTo>
                    <a:pt x="7676" y="9753"/>
                  </a:lnTo>
                  <a:lnTo>
                    <a:pt x="6278" y="9938"/>
                  </a:lnTo>
                  <a:lnTo>
                    <a:pt x="4667" y="10000"/>
                  </a:lnTo>
                  <a:lnTo>
                    <a:pt x="3055" y="9938"/>
                  </a:lnTo>
                  <a:lnTo>
                    <a:pt x="1657" y="9753"/>
                  </a:lnTo>
                  <a:lnTo>
                    <a:pt x="685" y="9444"/>
                  </a:lnTo>
                  <a:lnTo>
                    <a:pt x="187" y="8960"/>
                  </a:lnTo>
                  <a:lnTo>
                    <a:pt x="0" y="8292"/>
                  </a:lnTo>
                  <a:lnTo>
                    <a:pt x="26" y="7500"/>
                  </a:lnTo>
                  <a:lnTo>
                    <a:pt x="168" y="6646"/>
                  </a:lnTo>
                  <a:lnTo>
                    <a:pt x="327" y="5792"/>
                  </a:lnTo>
                  <a:lnTo>
                    <a:pt x="408" y="5000"/>
                  </a:lnTo>
                  <a:lnTo>
                    <a:pt x="346" y="4207"/>
                  </a:lnTo>
                  <a:lnTo>
                    <a:pt x="209" y="3353"/>
                  </a:lnTo>
                  <a:lnTo>
                    <a:pt x="89" y="2500"/>
                  </a:lnTo>
                  <a:lnTo>
                    <a:pt x="82" y="1707"/>
                  </a:lnTo>
                  <a:lnTo>
                    <a:pt x="280" y="1039"/>
                  </a:lnTo>
                  <a:lnTo>
                    <a:pt x="778" y="555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D0AC8D"/>
                </a:gs>
              </a:gsLst>
              <a:path path="circle">
                <a:fillToRect l="50000" t="30000" r="50000" b="70000"/>
              </a:path>
            </a:gradFill>
            <a:ln w="25400" cap="rnd">
              <a:solidFill>
                <a:srgbClr val="7A655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7" name="!!EspacioPleuralD"/>
            <p:cNvSpPr/>
            <p:nvPr/>
          </p:nvSpPr>
          <p:spPr>
            <a:xfrm>
              <a:off x="1256589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10000" h="7603">
                  <a:moveTo>
                    <a:pt x="3911" y="38"/>
                  </a:moveTo>
                  <a:lnTo>
                    <a:pt x="4469" y="0"/>
                  </a:lnTo>
                  <a:lnTo>
                    <a:pt x="5102" y="10"/>
                  </a:lnTo>
                  <a:lnTo>
                    <a:pt x="5766" y="68"/>
                  </a:lnTo>
                  <a:lnTo>
                    <a:pt x="6420" y="172"/>
                  </a:lnTo>
                  <a:lnTo>
                    <a:pt x="7020" y="321"/>
                  </a:lnTo>
                  <a:lnTo>
                    <a:pt x="7526" y="514"/>
                  </a:lnTo>
                  <a:lnTo>
                    <a:pt x="7932" y="760"/>
                  </a:lnTo>
                  <a:lnTo>
                    <a:pt x="8273" y="1063"/>
                  </a:lnTo>
                  <a:lnTo>
                    <a:pt x="8561" y="1411"/>
                  </a:lnTo>
                  <a:lnTo>
                    <a:pt x="8809" y="1793"/>
                  </a:lnTo>
                  <a:lnTo>
                    <a:pt x="9030" y="2195"/>
                  </a:lnTo>
                  <a:lnTo>
                    <a:pt x="9238" y="2607"/>
                  </a:lnTo>
                  <a:lnTo>
                    <a:pt x="9440" y="3051"/>
                  </a:lnTo>
                  <a:lnTo>
                    <a:pt x="9626" y="3544"/>
                  </a:lnTo>
                  <a:lnTo>
                    <a:pt x="9785" y="4057"/>
                  </a:lnTo>
                  <a:lnTo>
                    <a:pt x="9908" y="4565"/>
                  </a:lnTo>
                  <a:lnTo>
                    <a:pt x="9983" y="5042"/>
                  </a:lnTo>
                  <a:lnTo>
                    <a:pt x="10000" y="5460"/>
                  </a:lnTo>
                  <a:lnTo>
                    <a:pt x="9969" y="5835"/>
                  </a:lnTo>
                  <a:lnTo>
                    <a:pt x="9901" y="6190"/>
                  </a:lnTo>
                  <a:lnTo>
                    <a:pt x="9785" y="6513"/>
                  </a:lnTo>
                  <a:lnTo>
                    <a:pt x="9612" y="6792"/>
                  </a:lnTo>
                  <a:lnTo>
                    <a:pt x="9370" y="7016"/>
                  </a:lnTo>
                  <a:lnTo>
                    <a:pt x="9048" y="7173"/>
                  </a:lnTo>
                  <a:lnTo>
                    <a:pt x="8623" y="7230"/>
                  </a:lnTo>
                  <a:lnTo>
                    <a:pt x="8097" y="7190"/>
                  </a:lnTo>
                  <a:lnTo>
                    <a:pt x="7502" y="7095"/>
                  </a:lnTo>
                  <a:lnTo>
                    <a:pt x="6871" y="6986"/>
                  </a:lnTo>
                  <a:lnTo>
                    <a:pt x="6234" y="6903"/>
                  </a:lnTo>
                  <a:lnTo>
                    <a:pt x="5623" y="6887"/>
                  </a:lnTo>
                  <a:lnTo>
                    <a:pt x="5010" y="6955"/>
                  </a:lnTo>
                  <a:lnTo>
                    <a:pt x="4362" y="7078"/>
                  </a:lnTo>
                  <a:lnTo>
                    <a:pt x="3709" y="7226"/>
                  </a:lnTo>
                  <a:lnTo>
                    <a:pt x="3079" y="7373"/>
                  </a:lnTo>
                  <a:lnTo>
                    <a:pt x="2503" y="7492"/>
                  </a:lnTo>
                  <a:lnTo>
                    <a:pt x="2008" y="7553"/>
                  </a:lnTo>
                  <a:lnTo>
                    <a:pt x="1595" y="7581"/>
                  </a:lnTo>
                  <a:lnTo>
                    <a:pt x="1240" y="7603"/>
                  </a:lnTo>
                  <a:lnTo>
                    <a:pt x="938" y="7595"/>
                  </a:lnTo>
                  <a:lnTo>
                    <a:pt x="683" y="7536"/>
                  </a:lnTo>
                  <a:lnTo>
                    <a:pt x="471" y="7402"/>
                  </a:lnTo>
                  <a:lnTo>
                    <a:pt x="295" y="7173"/>
                  </a:lnTo>
                  <a:lnTo>
                    <a:pt x="158" y="6817"/>
                  </a:lnTo>
                  <a:lnTo>
                    <a:pt x="63" y="6348"/>
                  </a:lnTo>
                  <a:lnTo>
                    <a:pt x="10" y="5805"/>
                  </a:lnTo>
                  <a:lnTo>
                    <a:pt x="0" y="5228"/>
                  </a:lnTo>
                  <a:lnTo>
                    <a:pt x="31" y="4656"/>
                  </a:lnTo>
                  <a:lnTo>
                    <a:pt x="105" y="4129"/>
                  </a:lnTo>
                  <a:lnTo>
                    <a:pt x="226" y="3623"/>
                  </a:lnTo>
                  <a:lnTo>
                    <a:pt x="394" y="3103"/>
                  </a:lnTo>
                  <a:lnTo>
                    <a:pt x="605" y="2589"/>
                  </a:lnTo>
                  <a:lnTo>
                    <a:pt x="852" y="2099"/>
                  </a:lnTo>
                  <a:lnTo>
                    <a:pt x="1131" y="1655"/>
                  </a:lnTo>
                  <a:lnTo>
                    <a:pt x="1437" y="1275"/>
                  </a:lnTo>
                  <a:lnTo>
                    <a:pt x="1770" y="955"/>
                  </a:lnTo>
                  <a:lnTo>
                    <a:pt x="2135" y="679"/>
                  </a:lnTo>
                  <a:lnTo>
                    <a:pt x="2531" y="448"/>
                  </a:lnTo>
                  <a:lnTo>
                    <a:pt x="2959" y="264"/>
                  </a:lnTo>
                  <a:lnTo>
                    <a:pt x="3419" y="126"/>
                  </a:lnTo>
                  <a:lnTo>
                    <a:pt x="3911" y="38"/>
                  </a:lnTo>
                  <a:close/>
                </a:path>
              </a:pathLst>
            </a:custGeom>
            <a:solidFill>
              <a:srgbClr val="EAF6FB">
                <a:alpha val="90000"/>
              </a:srgbClr>
            </a:solidFill>
            <a:ln>
              <a:noFill/>
            </a:ln>
          </p:spPr>
        </p:sp>
        <p:grpSp>
          <p:nvGrpSpPr>
            <p:cNvPr id="128" name="!!PulmonDerecho"/>
            <p:cNvGrpSpPr/>
            <p:nvPr/>
          </p:nvGrpSpPr>
          <p:grpSpPr>
            <a:xfrm>
              <a:off x="1284349" y="4143788"/>
              <a:ext cx="611733" cy="382325"/>
              <a:chOff x="1284349" y="4143788"/>
              <a:chExt cx="611733" cy="382325"/>
            </a:xfrm>
          </p:grpSpPr>
          <p:sp>
            <p:nvSpPr>
              <p:cNvPr id="129" name="Forma 128"/>
              <p:cNvSpPr/>
              <p:nvPr/>
            </p:nvSpPr>
            <p:spPr>
              <a:xfrm>
                <a:off x="1284349" y="4143788"/>
                <a:ext cx="611733" cy="382325"/>
              </a:xfrm>
              <a:custGeom>
                <a:avLst/>
                <a:gdLst/>
                <a:ahLst/>
                <a:cxnLst/>
                <a:rect l="0" t="0" r="r" b="b"/>
                <a:pathLst>
                  <a:path w="10000" h="7291">
                    <a:moveTo>
                      <a:pt x="3868" y="39"/>
                    </a:moveTo>
                    <a:lnTo>
                      <a:pt x="3381" y="124"/>
                    </a:lnTo>
                    <a:lnTo>
                      <a:pt x="2931" y="256"/>
                    </a:lnTo>
                    <a:lnTo>
                      <a:pt x="2517" y="433"/>
                    </a:lnTo>
                    <a:lnTo>
                      <a:pt x="2135" y="656"/>
                    </a:lnTo>
                    <a:lnTo>
                      <a:pt x="1783" y="925"/>
                    </a:lnTo>
                    <a:lnTo>
                      <a:pt x="1461" y="1239"/>
                    </a:lnTo>
                    <a:lnTo>
                      <a:pt x="1164" y="1621"/>
                    </a:lnTo>
                    <a:lnTo>
                      <a:pt x="891" y="2078"/>
                    </a:lnTo>
                    <a:lnTo>
                      <a:pt x="646" y="2586"/>
                    </a:lnTo>
                    <a:lnTo>
                      <a:pt x="436" y="3119"/>
                    </a:lnTo>
                    <a:lnTo>
                      <a:pt x="266" y="3651"/>
                    </a:lnTo>
                    <a:lnTo>
                      <a:pt x="140" y="4154"/>
                    </a:lnTo>
                    <a:lnTo>
                      <a:pt x="55" y="4663"/>
                    </a:lnTo>
                    <a:lnTo>
                      <a:pt x="8" y="5205"/>
                    </a:lnTo>
                    <a:lnTo>
                      <a:pt x="0" y="5745"/>
                    </a:lnTo>
                    <a:lnTo>
                      <a:pt x="34" y="6245"/>
                    </a:lnTo>
                    <a:lnTo>
                      <a:pt x="111" y="6665"/>
                    </a:lnTo>
                    <a:lnTo>
                      <a:pt x="227" y="6965"/>
                    </a:lnTo>
                    <a:lnTo>
                      <a:pt x="367" y="7141"/>
                    </a:lnTo>
                    <a:lnTo>
                      <a:pt x="533" y="7239"/>
                    </a:lnTo>
                    <a:lnTo>
                      <a:pt x="753" y="7285"/>
                    </a:lnTo>
                    <a:lnTo>
                      <a:pt x="1046" y="7291"/>
                    </a:lnTo>
                    <a:lnTo>
                      <a:pt x="1412" y="7268"/>
                    </a:lnTo>
                    <a:lnTo>
                      <a:pt x="1844" y="7239"/>
                    </a:lnTo>
                    <a:lnTo>
                      <a:pt x="2362" y="7176"/>
                    </a:lnTo>
                    <a:lnTo>
                      <a:pt x="2977" y="7058"/>
                    </a:lnTo>
                    <a:lnTo>
                      <a:pt x="3655" y="6910"/>
                    </a:lnTo>
                    <a:lnTo>
                      <a:pt x="3656" y="6909"/>
                    </a:lnTo>
                    <a:lnTo>
                      <a:pt x="4359" y="6760"/>
                    </a:lnTo>
                    <a:lnTo>
                      <a:pt x="4365" y="6759"/>
                    </a:lnTo>
                    <a:lnTo>
                      <a:pt x="5056" y="6637"/>
                    </a:lnTo>
                    <a:lnTo>
                      <a:pt x="5068" y="6636"/>
                    </a:lnTo>
                    <a:lnTo>
                      <a:pt x="5714" y="6569"/>
                    </a:lnTo>
                    <a:lnTo>
                      <a:pt x="5735" y="6568"/>
                    </a:lnTo>
                    <a:lnTo>
                      <a:pt x="6364" y="6586"/>
                    </a:lnTo>
                    <a:lnTo>
                      <a:pt x="6381" y="6587"/>
                    </a:lnTo>
                    <a:lnTo>
                      <a:pt x="7026" y="6671"/>
                    </a:lnTo>
                    <a:lnTo>
                      <a:pt x="7033" y="6672"/>
                    </a:lnTo>
                    <a:lnTo>
                      <a:pt x="7666" y="6784"/>
                    </a:lnTo>
                    <a:lnTo>
                      <a:pt x="8252" y="6882"/>
                    </a:lnTo>
                    <a:lnTo>
                      <a:pt x="8755" y="6927"/>
                    </a:lnTo>
                    <a:lnTo>
                      <a:pt x="9142" y="6886"/>
                    </a:lnTo>
                    <a:lnTo>
                      <a:pt x="9425" y="6767"/>
                    </a:lnTo>
                    <a:lnTo>
                      <a:pt x="9638" y="6599"/>
                    </a:lnTo>
                    <a:lnTo>
                      <a:pt x="9792" y="6385"/>
                    </a:lnTo>
                    <a:lnTo>
                      <a:pt x="9901" y="6124"/>
                    </a:lnTo>
                    <a:lnTo>
                      <a:pt x="9968" y="5817"/>
                    </a:lnTo>
                    <a:lnTo>
                      <a:pt x="10000" y="5476"/>
                    </a:lnTo>
                    <a:lnTo>
                      <a:pt x="9985" y="5078"/>
                    </a:lnTo>
                    <a:lnTo>
                      <a:pt x="9912" y="4609"/>
                    </a:lnTo>
                    <a:lnTo>
                      <a:pt x="9791" y="4098"/>
                    </a:lnTo>
                    <a:lnTo>
                      <a:pt x="9632" y="3577"/>
                    </a:lnTo>
                    <a:lnTo>
                      <a:pt x="9445" y="3076"/>
                    </a:lnTo>
                    <a:lnTo>
                      <a:pt x="9242" y="2623"/>
                    </a:lnTo>
                    <a:lnTo>
                      <a:pt x="9029" y="2200"/>
                    </a:lnTo>
                    <a:lnTo>
                      <a:pt x="8804" y="1786"/>
                    </a:lnTo>
                    <a:lnTo>
                      <a:pt x="8555" y="1397"/>
                    </a:lnTo>
                    <a:lnTo>
                      <a:pt x="8270" y="1047"/>
                    </a:lnTo>
                    <a:lnTo>
                      <a:pt x="7937" y="747"/>
                    </a:lnTo>
                    <a:lnTo>
                      <a:pt x="7540" y="504"/>
                    </a:lnTo>
                    <a:lnTo>
                      <a:pt x="7037" y="314"/>
                    </a:lnTo>
                    <a:lnTo>
                      <a:pt x="6427" y="166"/>
                    </a:lnTo>
                    <a:lnTo>
                      <a:pt x="5757" y="63"/>
                    </a:lnTo>
                    <a:lnTo>
                      <a:pt x="5076" y="8"/>
                    </a:lnTo>
                    <a:lnTo>
                      <a:pt x="4430" y="0"/>
                    </a:lnTo>
                    <a:lnTo>
                      <a:pt x="3868" y="3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 w="31750" cap="rnd">
                <a:solidFill>
                  <a:srgbClr val="8E44AD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</p:grpSp>
        <p:sp>
          <p:nvSpPr>
            <p:cNvPr id="130" name="!!PleuraParietalD"/>
            <p:cNvSpPr/>
            <p:nvPr/>
          </p:nvSpPr>
          <p:spPr>
            <a:xfrm>
              <a:off x="1256589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5255" h="3996" fill="none">
                  <a:moveTo>
                    <a:pt x="2055" y="20"/>
                  </a:moveTo>
                  <a:lnTo>
                    <a:pt x="2349" y="0"/>
                  </a:lnTo>
                  <a:lnTo>
                    <a:pt x="2681" y="5"/>
                  </a:lnTo>
                  <a:lnTo>
                    <a:pt x="3030" y="35"/>
                  </a:lnTo>
                  <a:lnTo>
                    <a:pt x="3374" y="90"/>
                  </a:lnTo>
                  <a:lnTo>
                    <a:pt x="3689" y="168"/>
                  </a:lnTo>
                  <a:lnTo>
                    <a:pt x="3955" y="270"/>
                  </a:lnTo>
                  <a:lnTo>
                    <a:pt x="4169" y="399"/>
                  </a:lnTo>
                  <a:lnTo>
                    <a:pt x="4348" y="559"/>
                  </a:lnTo>
                  <a:lnTo>
                    <a:pt x="4499" y="742"/>
                  </a:lnTo>
                  <a:lnTo>
                    <a:pt x="4629" y="942"/>
                  </a:lnTo>
                  <a:lnTo>
                    <a:pt x="4746" y="1153"/>
                  </a:lnTo>
                  <a:lnTo>
                    <a:pt x="4855" y="1370"/>
                  </a:lnTo>
                  <a:lnTo>
                    <a:pt x="4961" y="1604"/>
                  </a:lnTo>
                  <a:lnTo>
                    <a:pt x="5059" y="1862"/>
                  </a:lnTo>
                  <a:lnTo>
                    <a:pt x="5143" y="2132"/>
                  </a:lnTo>
                  <a:lnTo>
                    <a:pt x="5207" y="2399"/>
                  </a:lnTo>
                  <a:lnTo>
                    <a:pt x="5246" y="2650"/>
                  </a:lnTo>
                  <a:lnTo>
                    <a:pt x="5255" y="2870"/>
                  </a:lnTo>
                  <a:lnTo>
                    <a:pt x="5239" y="3067"/>
                  </a:lnTo>
                  <a:lnTo>
                    <a:pt x="5203" y="3253"/>
                  </a:lnTo>
                  <a:lnTo>
                    <a:pt x="5143" y="3423"/>
                  </a:lnTo>
                  <a:lnTo>
                    <a:pt x="5051" y="3570"/>
                  </a:lnTo>
                  <a:lnTo>
                    <a:pt x="4924" y="3687"/>
                  </a:lnTo>
                  <a:lnTo>
                    <a:pt x="4755" y="3770"/>
                  </a:lnTo>
                  <a:lnTo>
                    <a:pt x="4531" y="3800"/>
                  </a:lnTo>
                  <a:lnTo>
                    <a:pt x="4255" y="3779"/>
                  </a:lnTo>
                  <a:lnTo>
                    <a:pt x="3943" y="3729"/>
                  </a:lnTo>
                  <a:lnTo>
                    <a:pt x="3611" y="3672"/>
                  </a:lnTo>
                  <a:lnTo>
                    <a:pt x="3276" y="3628"/>
                  </a:lnTo>
                  <a:lnTo>
                    <a:pt x="2955" y="3620"/>
                  </a:lnTo>
                  <a:lnTo>
                    <a:pt x="2633" y="3656"/>
                  </a:lnTo>
                  <a:lnTo>
                    <a:pt x="2292" y="3720"/>
                  </a:lnTo>
                  <a:lnTo>
                    <a:pt x="1949" y="3798"/>
                  </a:lnTo>
                  <a:lnTo>
                    <a:pt x="1618" y="3875"/>
                  </a:lnTo>
                  <a:lnTo>
                    <a:pt x="1315" y="3937"/>
                  </a:lnTo>
                  <a:lnTo>
                    <a:pt x="1055" y="3970"/>
                  </a:lnTo>
                  <a:lnTo>
                    <a:pt x="838" y="3984"/>
                  </a:lnTo>
                  <a:lnTo>
                    <a:pt x="651" y="3996"/>
                  </a:lnTo>
                  <a:lnTo>
                    <a:pt x="493" y="3992"/>
                  </a:lnTo>
                  <a:lnTo>
                    <a:pt x="359" y="3960"/>
                  </a:lnTo>
                  <a:lnTo>
                    <a:pt x="247" y="3890"/>
                  </a:lnTo>
                  <a:lnTo>
                    <a:pt x="155" y="3770"/>
                  </a:lnTo>
                  <a:lnTo>
                    <a:pt x="83" y="3583"/>
                  </a:lnTo>
                  <a:lnTo>
                    <a:pt x="33" y="3336"/>
                  </a:lnTo>
                  <a:lnTo>
                    <a:pt x="5" y="3051"/>
                  </a:lnTo>
                  <a:lnTo>
                    <a:pt x="0" y="2748"/>
                  </a:lnTo>
                  <a:lnTo>
                    <a:pt x="16" y="2447"/>
                  </a:lnTo>
                  <a:lnTo>
                    <a:pt x="55" y="2170"/>
                  </a:lnTo>
                  <a:lnTo>
                    <a:pt x="118" y="1904"/>
                  </a:lnTo>
                  <a:lnTo>
                    <a:pt x="207" y="1631"/>
                  </a:lnTo>
                  <a:lnTo>
                    <a:pt x="318" y="1360"/>
                  </a:lnTo>
                  <a:lnTo>
                    <a:pt x="448" y="1103"/>
                  </a:lnTo>
                  <a:lnTo>
                    <a:pt x="594" y="869"/>
                  </a:lnTo>
                  <a:lnTo>
                    <a:pt x="755" y="670"/>
                  </a:lnTo>
                  <a:lnTo>
                    <a:pt x="930" y="502"/>
                  </a:lnTo>
                  <a:lnTo>
                    <a:pt x="1122" y="357"/>
                  </a:lnTo>
                  <a:lnTo>
                    <a:pt x="1330" y="235"/>
                  </a:lnTo>
                  <a:lnTo>
                    <a:pt x="1555" y="138"/>
                  </a:lnTo>
                  <a:lnTo>
                    <a:pt x="1797" y="66"/>
                  </a:lnTo>
                  <a:lnTo>
                    <a:pt x="2055" y="20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1" name="!!Diafragma"/>
            <p:cNvSpPr/>
            <p:nvPr/>
          </p:nvSpPr>
          <p:spPr>
            <a:xfrm>
              <a:off x="1212520" y="4486075"/>
              <a:ext cx="1062501" cy="120667"/>
            </a:xfrm>
            <a:custGeom>
              <a:avLst/>
              <a:gdLst/>
              <a:ahLst/>
              <a:cxnLst/>
              <a:rect l="0" t="0" r="r" b="b"/>
              <a:pathLst>
                <a:path w="10000" h="1324">
                  <a:moveTo>
                    <a:pt x="543" y="1257"/>
                  </a:moveTo>
                  <a:lnTo>
                    <a:pt x="547" y="1255"/>
                  </a:lnTo>
                  <a:lnTo>
                    <a:pt x="881" y="1166"/>
                  </a:lnTo>
                  <a:lnTo>
                    <a:pt x="1276" y="1065"/>
                  </a:lnTo>
                  <a:lnTo>
                    <a:pt x="1704" y="966"/>
                  </a:lnTo>
                  <a:lnTo>
                    <a:pt x="2136" y="887"/>
                  </a:lnTo>
                  <a:lnTo>
                    <a:pt x="2543" y="842"/>
                  </a:lnTo>
                  <a:lnTo>
                    <a:pt x="2952" y="842"/>
                  </a:lnTo>
                  <a:lnTo>
                    <a:pt x="3398" y="879"/>
                  </a:lnTo>
                  <a:lnTo>
                    <a:pt x="3864" y="934"/>
                  </a:lnTo>
                  <a:lnTo>
                    <a:pt x="4326" y="990"/>
                  </a:lnTo>
                  <a:lnTo>
                    <a:pt x="4335" y="991"/>
                  </a:lnTo>
                  <a:lnTo>
                    <a:pt x="4770" y="1026"/>
                  </a:lnTo>
                  <a:lnTo>
                    <a:pt x="4792" y="1027"/>
                  </a:lnTo>
                  <a:lnTo>
                    <a:pt x="5183" y="1023"/>
                  </a:lnTo>
                  <a:lnTo>
                    <a:pt x="5205" y="1021"/>
                  </a:lnTo>
                  <a:lnTo>
                    <a:pt x="5227" y="1018"/>
                  </a:lnTo>
                  <a:lnTo>
                    <a:pt x="5550" y="953"/>
                  </a:lnTo>
                  <a:lnTo>
                    <a:pt x="5575" y="947"/>
                  </a:lnTo>
                  <a:lnTo>
                    <a:pt x="5598" y="939"/>
                  </a:lnTo>
                  <a:lnTo>
                    <a:pt x="5864" y="825"/>
                  </a:lnTo>
                  <a:lnTo>
                    <a:pt x="5887" y="813"/>
                  </a:lnTo>
                  <a:lnTo>
                    <a:pt x="6122" y="682"/>
                  </a:lnTo>
                  <a:lnTo>
                    <a:pt x="6343" y="568"/>
                  </a:lnTo>
                  <a:lnTo>
                    <a:pt x="6570" y="497"/>
                  </a:lnTo>
                  <a:lnTo>
                    <a:pt x="6855" y="482"/>
                  </a:lnTo>
                  <a:lnTo>
                    <a:pt x="7263" y="546"/>
                  </a:lnTo>
                  <a:lnTo>
                    <a:pt x="7782" y="681"/>
                  </a:lnTo>
                  <a:lnTo>
                    <a:pt x="8343" y="856"/>
                  </a:lnTo>
                  <a:lnTo>
                    <a:pt x="8886" y="1041"/>
                  </a:lnTo>
                  <a:lnTo>
                    <a:pt x="9351" y="1202"/>
                  </a:lnTo>
                  <a:lnTo>
                    <a:pt x="9355" y="1204"/>
                  </a:lnTo>
                  <a:lnTo>
                    <a:pt x="9683" y="1312"/>
                  </a:lnTo>
                  <a:lnTo>
                    <a:pt x="9706" y="1318"/>
                  </a:lnTo>
                  <a:lnTo>
                    <a:pt x="9730" y="1322"/>
                  </a:lnTo>
                  <a:lnTo>
                    <a:pt x="9753" y="1324"/>
                  </a:lnTo>
                  <a:lnTo>
                    <a:pt x="9777" y="1323"/>
                  </a:lnTo>
                  <a:lnTo>
                    <a:pt x="9800" y="1320"/>
                  </a:lnTo>
                  <a:lnTo>
                    <a:pt x="9823" y="1315"/>
                  </a:lnTo>
                  <a:lnTo>
                    <a:pt x="9846" y="1307"/>
                  </a:lnTo>
                  <a:lnTo>
                    <a:pt x="9867" y="1298"/>
                  </a:lnTo>
                  <a:lnTo>
                    <a:pt x="9888" y="1286"/>
                  </a:lnTo>
                  <a:lnTo>
                    <a:pt x="9907" y="1272"/>
                  </a:lnTo>
                  <a:lnTo>
                    <a:pt x="9925" y="1257"/>
                  </a:lnTo>
                  <a:lnTo>
                    <a:pt x="9941" y="1240"/>
                  </a:lnTo>
                  <a:lnTo>
                    <a:pt x="9956" y="1221"/>
                  </a:lnTo>
                  <a:lnTo>
                    <a:pt x="9968" y="1201"/>
                  </a:lnTo>
                  <a:lnTo>
                    <a:pt x="9979" y="1180"/>
                  </a:lnTo>
                  <a:lnTo>
                    <a:pt x="9988" y="1158"/>
                  </a:lnTo>
                  <a:lnTo>
                    <a:pt x="9994" y="1135"/>
                  </a:lnTo>
                  <a:lnTo>
                    <a:pt x="9998" y="1112"/>
                  </a:lnTo>
                  <a:lnTo>
                    <a:pt x="10000" y="1088"/>
                  </a:lnTo>
                  <a:lnTo>
                    <a:pt x="9999" y="1065"/>
                  </a:lnTo>
                  <a:lnTo>
                    <a:pt x="9996" y="1041"/>
                  </a:lnTo>
                  <a:lnTo>
                    <a:pt x="9991" y="1018"/>
                  </a:lnTo>
                  <a:lnTo>
                    <a:pt x="9983" y="996"/>
                  </a:lnTo>
                  <a:lnTo>
                    <a:pt x="9974" y="974"/>
                  </a:lnTo>
                  <a:lnTo>
                    <a:pt x="9962" y="954"/>
                  </a:lnTo>
                  <a:lnTo>
                    <a:pt x="9948" y="934"/>
                  </a:lnTo>
                  <a:lnTo>
                    <a:pt x="9933" y="916"/>
                  </a:lnTo>
                  <a:lnTo>
                    <a:pt x="9916" y="900"/>
                  </a:lnTo>
                  <a:lnTo>
                    <a:pt x="9897" y="886"/>
                  </a:lnTo>
                  <a:lnTo>
                    <a:pt x="9877" y="873"/>
                  </a:lnTo>
                  <a:lnTo>
                    <a:pt x="9856" y="862"/>
                  </a:lnTo>
                  <a:lnTo>
                    <a:pt x="9834" y="854"/>
                  </a:lnTo>
                  <a:lnTo>
                    <a:pt x="9507" y="747"/>
                  </a:lnTo>
                  <a:lnTo>
                    <a:pt x="9044" y="586"/>
                  </a:lnTo>
                  <a:lnTo>
                    <a:pt x="9042" y="585"/>
                  </a:lnTo>
                  <a:lnTo>
                    <a:pt x="8496" y="400"/>
                  </a:lnTo>
                  <a:lnTo>
                    <a:pt x="8490" y="398"/>
                  </a:lnTo>
                  <a:lnTo>
                    <a:pt x="7921" y="220"/>
                  </a:lnTo>
                  <a:lnTo>
                    <a:pt x="7909" y="217"/>
                  </a:lnTo>
                  <a:lnTo>
                    <a:pt x="7373" y="77"/>
                  </a:lnTo>
                  <a:lnTo>
                    <a:pt x="7350" y="72"/>
                  </a:lnTo>
                  <a:lnTo>
                    <a:pt x="6904" y="2"/>
                  </a:lnTo>
                  <a:lnTo>
                    <a:pt x="6879" y="0"/>
                  </a:lnTo>
                  <a:lnTo>
                    <a:pt x="6854" y="0"/>
                  </a:lnTo>
                  <a:lnTo>
                    <a:pt x="6514" y="18"/>
                  </a:lnTo>
                  <a:lnTo>
                    <a:pt x="6494" y="20"/>
                  </a:lnTo>
                  <a:lnTo>
                    <a:pt x="6475" y="24"/>
                  </a:lnTo>
                  <a:lnTo>
                    <a:pt x="6455" y="29"/>
                  </a:lnTo>
                  <a:lnTo>
                    <a:pt x="6179" y="115"/>
                  </a:lnTo>
                  <a:lnTo>
                    <a:pt x="6160" y="122"/>
                  </a:lnTo>
                  <a:lnTo>
                    <a:pt x="6141" y="131"/>
                  </a:lnTo>
                  <a:lnTo>
                    <a:pt x="5898" y="255"/>
                  </a:lnTo>
                  <a:lnTo>
                    <a:pt x="5891" y="259"/>
                  </a:lnTo>
                  <a:lnTo>
                    <a:pt x="5663" y="387"/>
                  </a:lnTo>
                  <a:lnTo>
                    <a:pt x="5431" y="486"/>
                  </a:lnTo>
                  <a:lnTo>
                    <a:pt x="5155" y="541"/>
                  </a:lnTo>
                  <a:lnTo>
                    <a:pt x="4798" y="545"/>
                  </a:lnTo>
                  <a:lnTo>
                    <a:pt x="4379" y="511"/>
                  </a:lnTo>
                  <a:lnTo>
                    <a:pt x="3921" y="456"/>
                  </a:lnTo>
                  <a:lnTo>
                    <a:pt x="3451" y="400"/>
                  </a:lnTo>
                  <a:lnTo>
                    <a:pt x="3442" y="399"/>
                  </a:lnTo>
                  <a:lnTo>
                    <a:pt x="2981" y="361"/>
                  </a:lnTo>
                  <a:lnTo>
                    <a:pt x="2962" y="361"/>
                  </a:lnTo>
                  <a:lnTo>
                    <a:pt x="2530" y="360"/>
                  </a:lnTo>
                  <a:lnTo>
                    <a:pt x="2503" y="362"/>
                  </a:lnTo>
                  <a:lnTo>
                    <a:pt x="2074" y="409"/>
                  </a:lnTo>
                  <a:lnTo>
                    <a:pt x="2057" y="412"/>
                  </a:lnTo>
                  <a:lnTo>
                    <a:pt x="1611" y="494"/>
                  </a:lnTo>
                  <a:lnTo>
                    <a:pt x="1601" y="496"/>
                  </a:lnTo>
                  <a:lnTo>
                    <a:pt x="1165" y="596"/>
                  </a:lnTo>
                  <a:lnTo>
                    <a:pt x="1159" y="598"/>
                  </a:lnTo>
                  <a:lnTo>
                    <a:pt x="760" y="700"/>
                  </a:lnTo>
                  <a:lnTo>
                    <a:pt x="758" y="701"/>
                  </a:lnTo>
                  <a:lnTo>
                    <a:pt x="425" y="789"/>
                  </a:lnTo>
                  <a:lnTo>
                    <a:pt x="183" y="849"/>
                  </a:lnTo>
                  <a:lnTo>
                    <a:pt x="160" y="856"/>
                  </a:lnTo>
                  <a:lnTo>
                    <a:pt x="138" y="865"/>
                  </a:lnTo>
                  <a:lnTo>
                    <a:pt x="117" y="876"/>
                  </a:lnTo>
                  <a:lnTo>
                    <a:pt x="98" y="889"/>
                  </a:lnTo>
                  <a:lnTo>
                    <a:pt x="79" y="904"/>
                  </a:lnTo>
                  <a:lnTo>
                    <a:pt x="62" y="920"/>
                  </a:lnTo>
                  <a:lnTo>
                    <a:pt x="47" y="938"/>
                  </a:lnTo>
                  <a:lnTo>
                    <a:pt x="34" y="958"/>
                  </a:lnTo>
                  <a:lnTo>
                    <a:pt x="23" y="979"/>
                  </a:lnTo>
                  <a:lnTo>
                    <a:pt x="14" y="1001"/>
                  </a:lnTo>
                  <a:lnTo>
                    <a:pt x="7" y="1023"/>
                  </a:lnTo>
                  <a:lnTo>
                    <a:pt x="2" y="1046"/>
                  </a:lnTo>
                  <a:lnTo>
                    <a:pt x="0" y="1070"/>
                  </a:lnTo>
                  <a:lnTo>
                    <a:pt x="0" y="1093"/>
                  </a:lnTo>
                  <a:lnTo>
                    <a:pt x="2" y="1117"/>
                  </a:lnTo>
                  <a:lnTo>
                    <a:pt x="6" y="1140"/>
                  </a:lnTo>
                  <a:lnTo>
                    <a:pt x="13" y="1163"/>
                  </a:lnTo>
                  <a:lnTo>
                    <a:pt x="22" y="1185"/>
                  </a:lnTo>
                  <a:lnTo>
                    <a:pt x="33" y="1206"/>
                  </a:lnTo>
                  <a:lnTo>
                    <a:pt x="46" y="1225"/>
                  </a:lnTo>
                  <a:lnTo>
                    <a:pt x="61" y="1244"/>
                  </a:lnTo>
                  <a:lnTo>
                    <a:pt x="78" y="1260"/>
                  </a:lnTo>
                  <a:lnTo>
                    <a:pt x="96" y="1275"/>
                  </a:lnTo>
                  <a:lnTo>
                    <a:pt x="115" y="1289"/>
                  </a:lnTo>
                  <a:lnTo>
                    <a:pt x="136" y="1300"/>
                  </a:lnTo>
                  <a:lnTo>
                    <a:pt x="158" y="1309"/>
                  </a:lnTo>
                  <a:lnTo>
                    <a:pt x="181" y="1316"/>
                  </a:lnTo>
                  <a:lnTo>
                    <a:pt x="204" y="1321"/>
                  </a:lnTo>
                  <a:lnTo>
                    <a:pt x="227" y="1323"/>
                  </a:lnTo>
                  <a:lnTo>
                    <a:pt x="251" y="1323"/>
                  </a:lnTo>
                  <a:lnTo>
                    <a:pt x="274" y="1321"/>
                  </a:lnTo>
                  <a:lnTo>
                    <a:pt x="298" y="1317"/>
                  </a:lnTo>
                  <a:lnTo>
                    <a:pt x="543" y="1257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sp>
          <p:nvSpPr>
            <p:cNvPr id="132" name="!!Ascitis"/>
            <p:cNvSpPr/>
            <p:nvPr/>
          </p:nvSpPr>
          <p:spPr>
            <a:xfrm>
              <a:off x="1185469" y="4967752"/>
              <a:ext cx="1103782" cy="177691"/>
            </a:xfrm>
            <a:custGeom>
              <a:avLst/>
              <a:gdLst/>
              <a:ahLst/>
              <a:cxnLst/>
              <a:rect l="0" t="0" r="r" b="b"/>
              <a:pathLst>
                <a:path w="10000" h="1878">
                  <a:moveTo>
                    <a:pt x="0" y="219"/>
                  </a:moveTo>
                  <a:lnTo>
                    <a:pt x="9" y="653"/>
                  </a:lnTo>
                  <a:lnTo>
                    <a:pt x="83" y="1046"/>
                  </a:lnTo>
                  <a:lnTo>
                    <a:pt x="264" y="1380"/>
                  </a:lnTo>
                  <a:lnTo>
                    <a:pt x="592" y="1635"/>
                  </a:lnTo>
                  <a:lnTo>
                    <a:pt x="1105" y="1792"/>
                  </a:lnTo>
                  <a:lnTo>
                    <a:pt x="1778" y="1864"/>
                  </a:lnTo>
                  <a:lnTo>
                    <a:pt x="2557" y="1878"/>
                  </a:lnTo>
                  <a:lnTo>
                    <a:pt x="3389" y="1856"/>
                  </a:lnTo>
                  <a:lnTo>
                    <a:pt x="4221" y="1825"/>
                  </a:lnTo>
                  <a:lnTo>
                    <a:pt x="4999" y="1809"/>
                  </a:lnTo>
                  <a:lnTo>
                    <a:pt x="5778" y="1825"/>
                  </a:lnTo>
                  <a:lnTo>
                    <a:pt x="6610" y="1856"/>
                  </a:lnTo>
                  <a:lnTo>
                    <a:pt x="7442" y="1878"/>
                  </a:lnTo>
                  <a:lnTo>
                    <a:pt x="8221" y="1864"/>
                  </a:lnTo>
                  <a:lnTo>
                    <a:pt x="8894" y="1792"/>
                  </a:lnTo>
                  <a:lnTo>
                    <a:pt x="9407" y="1635"/>
                  </a:lnTo>
                  <a:lnTo>
                    <a:pt x="9735" y="1380"/>
                  </a:lnTo>
                  <a:lnTo>
                    <a:pt x="9916" y="1046"/>
                  </a:lnTo>
                  <a:lnTo>
                    <a:pt x="9990" y="653"/>
                  </a:lnTo>
                  <a:lnTo>
                    <a:pt x="10000" y="219"/>
                  </a:lnTo>
                  <a:lnTo>
                    <a:pt x="9992" y="0"/>
                  </a:lnTo>
                  <a:lnTo>
                    <a:pt x="7" y="0"/>
                  </a:lnTo>
                  <a:lnTo>
                    <a:pt x="0" y="219"/>
                  </a:lnTo>
                  <a:close/>
                </a:path>
              </a:pathLst>
            </a:custGeom>
            <a:gradFill rotWithShape="1">
              <a:gsLst>
                <a:gs pos="0">
                  <a:srgbClr val="F3EBB5"/>
                </a:gs>
                <a:gs pos="100000">
                  <a:srgbClr val="DCCB72"/>
                </a:gs>
              </a:gsLst>
              <a:lin ang="5400000" scaled="0"/>
            </a:gradFill>
            <a:ln w="15875" cap="rnd">
              <a:solidFill>
                <a:srgbClr val="7F7A58"/>
              </a:solidFill>
              <a:round/>
            </a:ln>
          </p:spPr>
        </p:sp>
        <p:sp>
          <p:nvSpPr>
            <p:cNvPr id="133" name="!!Higado"/>
            <p:cNvSpPr/>
            <p:nvPr/>
          </p:nvSpPr>
          <p:spPr>
            <a:xfrm>
              <a:off x="1243787" y="4562564"/>
              <a:ext cx="903224" cy="319697"/>
            </a:xfrm>
            <a:custGeom>
              <a:avLst/>
              <a:gdLst/>
              <a:ahLst/>
              <a:cxnLst/>
              <a:rect l="0" t="0" r="r" b="b"/>
              <a:pathLst>
                <a:path w="10000" h="4129">
                  <a:moveTo>
                    <a:pt x="220" y="570"/>
                  </a:moveTo>
                  <a:lnTo>
                    <a:pt x="500" y="394"/>
                  </a:lnTo>
                  <a:lnTo>
                    <a:pt x="892" y="289"/>
                  </a:lnTo>
                  <a:lnTo>
                    <a:pt x="1363" y="238"/>
                  </a:lnTo>
                  <a:lnTo>
                    <a:pt x="1879" y="221"/>
                  </a:lnTo>
                  <a:lnTo>
                    <a:pt x="2407" y="220"/>
                  </a:lnTo>
                  <a:lnTo>
                    <a:pt x="2913" y="216"/>
                  </a:lnTo>
                  <a:lnTo>
                    <a:pt x="3418" y="226"/>
                  </a:lnTo>
                  <a:lnTo>
                    <a:pt x="3952" y="268"/>
                  </a:lnTo>
                  <a:lnTo>
                    <a:pt x="4499" y="327"/>
                  </a:lnTo>
                  <a:lnTo>
                    <a:pt x="5039" y="384"/>
                  </a:lnTo>
                  <a:lnTo>
                    <a:pt x="5556" y="423"/>
                  </a:lnTo>
                  <a:lnTo>
                    <a:pt x="6031" y="428"/>
                  </a:lnTo>
                  <a:lnTo>
                    <a:pt x="6465" y="378"/>
                  </a:lnTo>
                  <a:lnTo>
                    <a:pt x="6871" y="281"/>
                  </a:lnTo>
                  <a:lnTo>
                    <a:pt x="7253" y="167"/>
                  </a:lnTo>
                  <a:lnTo>
                    <a:pt x="7616" y="64"/>
                  </a:lnTo>
                  <a:lnTo>
                    <a:pt x="7963" y="0"/>
                  </a:lnTo>
                  <a:lnTo>
                    <a:pt x="8299" y="3"/>
                  </a:lnTo>
                  <a:lnTo>
                    <a:pt x="8654" y="78"/>
                  </a:lnTo>
                  <a:lnTo>
                    <a:pt x="9034" y="203"/>
                  </a:lnTo>
                  <a:lnTo>
                    <a:pt x="9397" y="366"/>
                  </a:lnTo>
                  <a:lnTo>
                    <a:pt x="9706" y="560"/>
                  </a:lnTo>
                  <a:lnTo>
                    <a:pt x="9919" y="773"/>
                  </a:lnTo>
                  <a:lnTo>
                    <a:pt x="10000" y="995"/>
                  </a:lnTo>
                  <a:lnTo>
                    <a:pt x="9929" y="1248"/>
                  </a:lnTo>
                  <a:lnTo>
                    <a:pt x="9737" y="1541"/>
                  </a:lnTo>
                  <a:lnTo>
                    <a:pt x="9450" y="1854"/>
                  </a:lnTo>
                  <a:lnTo>
                    <a:pt x="9097" y="2166"/>
                  </a:lnTo>
                  <a:lnTo>
                    <a:pt x="8704" y="2453"/>
                  </a:lnTo>
                  <a:lnTo>
                    <a:pt x="8299" y="2696"/>
                  </a:lnTo>
                  <a:lnTo>
                    <a:pt x="7861" y="2890"/>
                  </a:lnTo>
                  <a:lnTo>
                    <a:pt x="7364" y="3053"/>
                  </a:lnTo>
                  <a:lnTo>
                    <a:pt x="6828" y="3192"/>
                  </a:lnTo>
                  <a:lnTo>
                    <a:pt x="6272" y="3315"/>
                  </a:lnTo>
                  <a:lnTo>
                    <a:pt x="5717" y="3431"/>
                  </a:lnTo>
                  <a:lnTo>
                    <a:pt x="5181" y="3546"/>
                  </a:lnTo>
                  <a:lnTo>
                    <a:pt x="4645" y="3678"/>
                  </a:lnTo>
                  <a:lnTo>
                    <a:pt x="4089" y="3824"/>
                  </a:lnTo>
                  <a:lnTo>
                    <a:pt x="3533" y="3963"/>
                  </a:lnTo>
                  <a:lnTo>
                    <a:pt x="2997" y="4071"/>
                  </a:lnTo>
                  <a:lnTo>
                    <a:pt x="2500" y="4129"/>
                  </a:lnTo>
                  <a:lnTo>
                    <a:pt x="2062" y="4113"/>
                  </a:lnTo>
                  <a:lnTo>
                    <a:pt x="1679" y="4019"/>
                  </a:lnTo>
                  <a:lnTo>
                    <a:pt x="1333" y="3861"/>
                  </a:lnTo>
                  <a:lnTo>
                    <a:pt x="1026" y="3652"/>
                  </a:lnTo>
                  <a:lnTo>
                    <a:pt x="761" y="3404"/>
                  </a:lnTo>
                  <a:lnTo>
                    <a:pt x="539" y="3129"/>
                  </a:lnTo>
                  <a:lnTo>
                    <a:pt x="362" y="2838"/>
                  </a:lnTo>
                  <a:lnTo>
                    <a:pt x="215" y="2495"/>
                  </a:lnTo>
                  <a:lnTo>
                    <a:pt x="94" y="2084"/>
                  </a:lnTo>
                  <a:lnTo>
                    <a:pt x="16" y="1646"/>
                  </a:lnTo>
                  <a:lnTo>
                    <a:pt x="0" y="1221"/>
                  </a:lnTo>
                  <a:lnTo>
                    <a:pt x="62" y="849"/>
                  </a:lnTo>
                  <a:lnTo>
                    <a:pt x="220" y="570"/>
                  </a:lnTo>
                  <a:close/>
                </a:path>
              </a:pathLst>
            </a:custGeom>
            <a:gradFill rotWithShape="1">
              <a:gsLst>
                <a:gs pos="0">
                  <a:srgbClr val="B57F77"/>
                </a:gs>
                <a:gs pos="55000">
                  <a:srgbClr val="8E3B2F"/>
                </a:gs>
                <a:gs pos="100000">
                  <a:srgbClr val="632920"/>
                </a:gs>
              </a:gsLst>
              <a:path path="circle">
                <a:fillToRect l="40000" t="30000" r="60000" b="70000"/>
              </a:path>
            </a:gradFill>
            <a:ln w="25400" cap="rnd">
              <a:solidFill>
                <a:srgbClr val="471D17"/>
              </a:solidFill>
              <a:round/>
            </a:ln>
          </p:spPr>
        </p:sp>
        <p:sp>
          <p:nvSpPr>
            <p:cNvPr id="134" name="!!Intestino"/>
            <p:cNvSpPr/>
            <p:nvPr/>
          </p:nvSpPr>
          <p:spPr>
            <a:xfrm>
              <a:off x="1257300" y="4886554"/>
              <a:ext cx="806501" cy="186538"/>
            </a:xfrm>
            <a:custGeom>
              <a:avLst/>
              <a:gdLst/>
              <a:ahLst/>
              <a:cxnLst/>
              <a:rect l="0" t="0" r="r" b="b"/>
              <a:pathLst>
                <a:path w="6300" h="1700">
                  <a:moveTo>
                    <a:pt x="1900" y="450"/>
                  </a:moveTo>
                  <a:cubicBezTo>
                    <a:pt x="1900" y="698"/>
                    <a:pt x="1474" y="900"/>
                    <a:pt x="950" y="900"/>
                  </a:cubicBezTo>
                  <a:cubicBezTo>
                    <a:pt x="425" y="900"/>
                    <a:pt x="0" y="698"/>
                    <a:pt x="0" y="450"/>
                  </a:cubicBezTo>
                  <a:cubicBezTo>
                    <a:pt x="0" y="201"/>
                    <a:pt x="425" y="0"/>
                    <a:pt x="950" y="0"/>
                  </a:cubicBezTo>
                  <a:cubicBezTo>
                    <a:pt x="1474" y="0"/>
                    <a:pt x="1900" y="201"/>
                    <a:pt x="1900" y="450"/>
                  </a:cubicBezTo>
                  <a:close/>
                  <a:moveTo>
                    <a:pt x="4100" y="450"/>
                  </a:moveTo>
                  <a:cubicBezTo>
                    <a:pt x="4100" y="698"/>
                    <a:pt x="3674" y="900"/>
                    <a:pt x="3150" y="900"/>
                  </a:cubicBezTo>
                  <a:cubicBezTo>
                    <a:pt x="2625" y="900"/>
                    <a:pt x="2200" y="698"/>
                    <a:pt x="2200" y="450"/>
                  </a:cubicBezTo>
                  <a:cubicBezTo>
                    <a:pt x="2200" y="201"/>
                    <a:pt x="2625" y="0"/>
                    <a:pt x="3150" y="0"/>
                  </a:cubicBezTo>
                  <a:cubicBezTo>
                    <a:pt x="3674" y="0"/>
                    <a:pt x="4100" y="201"/>
                    <a:pt x="4100" y="450"/>
                  </a:cubicBezTo>
                  <a:close/>
                  <a:moveTo>
                    <a:pt x="6300" y="450"/>
                  </a:moveTo>
                  <a:cubicBezTo>
                    <a:pt x="6300" y="698"/>
                    <a:pt x="5874" y="900"/>
                    <a:pt x="5350" y="900"/>
                  </a:cubicBezTo>
                  <a:cubicBezTo>
                    <a:pt x="4825" y="900"/>
                    <a:pt x="4400" y="698"/>
                    <a:pt x="4400" y="450"/>
                  </a:cubicBezTo>
                  <a:cubicBezTo>
                    <a:pt x="4400" y="201"/>
                    <a:pt x="4825" y="0"/>
                    <a:pt x="5350" y="0"/>
                  </a:cubicBezTo>
                  <a:cubicBezTo>
                    <a:pt x="5874" y="0"/>
                    <a:pt x="6300" y="201"/>
                    <a:pt x="6300" y="450"/>
                  </a:cubicBezTo>
                  <a:close/>
                  <a:moveTo>
                    <a:pt x="1900" y="1250"/>
                  </a:moveTo>
                  <a:cubicBezTo>
                    <a:pt x="1900" y="1498"/>
                    <a:pt x="1474" y="1700"/>
                    <a:pt x="950" y="1700"/>
                  </a:cubicBezTo>
                  <a:cubicBezTo>
                    <a:pt x="425" y="1700"/>
                    <a:pt x="0" y="1498"/>
                    <a:pt x="0" y="1250"/>
                  </a:cubicBezTo>
                  <a:cubicBezTo>
                    <a:pt x="0" y="1001"/>
                    <a:pt x="425" y="800"/>
                    <a:pt x="950" y="800"/>
                  </a:cubicBezTo>
                  <a:cubicBezTo>
                    <a:pt x="1474" y="800"/>
                    <a:pt x="1900" y="1001"/>
                    <a:pt x="1900" y="1250"/>
                  </a:cubicBezTo>
                  <a:close/>
                  <a:moveTo>
                    <a:pt x="4100" y="1250"/>
                  </a:moveTo>
                  <a:cubicBezTo>
                    <a:pt x="4100" y="1498"/>
                    <a:pt x="3674" y="1700"/>
                    <a:pt x="3150" y="1700"/>
                  </a:cubicBezTo>
                  <a:cubicBezTo>
                    <a:pt x="2625" y="1700"/>
                    <a:pt x="2200" y="1498"/>
                    <a:pt x="2200" y="1250"/>
                  </a:cubicBezTo>
                  <a:cubicBezTo>
                    <a:pt x="2200" y="1001"/>
                    <a:pt x="2625" y="800"/>
                    <a:pt x="3150" y="800"/>
                  </a:cubicBezTo>
                  <a:cubicBezTo>
                    <a:pt x="3674" y="800"/>
                    <a:pt x="4100" y="1001"/>
                    <a:pt x="4100" y="1250"/>
                  </a:cubicBezTo>
                  <a:close/>
                  <a:moveTo>
                    <a:pt x="6300" y="1250"/>
                  </a:moveTo>
                  <a:cubicBezTo>
                    <a:pt x="6300" y="1498"/>
                    <a:pt x="5874" y="1700"/>
                    <a:pt x="5350" y="1700"/>
                  </a:cubicBezTo>
                  <a:cubicBezTo>
                    <a:pt x="4825" y="1700"/>
                    <a:pt x="4400" y="1498"/>
                    <a:pt x="4400" y="1250"/>
                  </a:cubicBezTo>
                  <a:cubicBezTo>
                    <a:pt x="4400" y="1001"/>
                    <a:pt x="4825" y="800"/>
                    <a:pt x="5350" y="800"/>
                  </a:cubicBezTo>
                  <a:cubicBezTo>
                    <a:pt x="5874" y="800"/>
                    <a:pt x="6300" y="1001"/>
                    <a:pt x="6300" y="1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D0CC"/>
                </a:gs>
                <a:gs pos="55000">
                  <a:srgbClr val="F5B7B1"/>
                </a:gs>
                <a:gs pos="100000">
                  <a:srgbClr val="C4928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7A5B58"/>
              </a:solidFill>
              <a:round/>
            </a:ln>
          </p:spPr>
        </p:sp>
      </p:grpSp>
      <p:grpSp>
        <p:nvGrpSpPr>
          <p:cNvPr id="135" name="Causa Postraumático"/>
          <p:cNvGrpSpPr/>
          <p:nvPr/>
        </p:nvGrpSpPr>
        <p:grpSpPr>
          <a:xfrm>
            <a:off x="3273552" y="3611880"/>
            <a:ext cx="2743200" cy="2514600"/>
            <a:chOff x="3273552" y="3611880"/>
            <a:chExt cx="2743200" cy="2514600"/>
          </a:xfrm>
        </p:grpSpPr>
        <p:grpSp>
          <p:nvGrpSpPr>
            <p:cNvPr id="136" name="Recuadro Postraumático"/>
            <p:cNvGrpSpPr/>
            <p:nvPr/>
          </p:nvGrpSpPr>
          <p:grpSpPr>
            <a:xfrm>
              <a:off x="3273552" y="3611880"/>
              <a:ext cx="2743200" cy="2514600"/>
              <a:chOff x="3273552" y="3611880"/>
              <a:chExt cx="2743200" cy="2514600"/>
            </a:xfrm>
          </p:grpSpPr>
          <p:sp>
            <p:nvSpPr>
              <p:cNvPr id="137" name="Forma 136"/>
              <p:cNvSpPr/>
              <p:nvPr/>
            </p:nvSpPr>
            <p:spPr>
              <a:xfrm>
                <a:off x="3273552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Lesión torácica abierta: entrada de líquido externo.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38" name="Forma 137"/>
              <p:cNvSpPr/>
              <p:nvPr/>
            </p:nvSpPr>
            <p:spPr>
              <a:xfrm>
                <a:off x="3273552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POSTRAUMÁTICO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39" name="Causa Idiopático"/>
          <p:cNvGrpSpPr/>
          <p:nvPr/>
        </p:nvGrpSpPr>
        <p:grpSpPr>
          <a:xfrm>
            <a:off x="6181344" y="3611880"/>
            <a:ext cx="2743200" cy="2514600"/>
            <a:chOff x="6181344" y="3611880"/>
            <a:chExt cx="2743200" cy="2514600"/>
          </a:xfrm>
        </p:grpSpPr>
        <p:grpSp>
          <p:nvGrpSpPr>
            <p:cNvPr id="140" name="Recuadro Idiopático"/>
            <p:cNvGrpSpPr/>
            <p:nvPr/>
          </p:nvGrpSpPr>
          <p:grpSpPr>
            <a:xfrm>
              <a:off x="6181344" y="3611880"/>
              <a:ext cx="2743200" cy="2514600"/>
              <a:chOff x="6181344" y="3611880"/>
              <a:chExt cx="2743200" cy="2514600"/>
            </a:xfrm>
          </p:grpSpPr>
          <p:sp>
            <p:nvSpPr>
              <p:cNvPr id="141" name="Forma 140"/>
              <p:cNvSpPr/>
              <p:nvPr/>
            </p:nvSpPr>
            <p:spPr>
              <a:xfrm>
                <a:off x="6181344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Sin causa identificada tras el estudio.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42" name="Forma 141"/>
              <p:cNvSpPr/>
              <p:nvPr/>
            </p:nvSpPr>
            <p:spPr>
              <a:xfrm>
                <a:off x="6181344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IDIOPÁTICO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43" name="Causa Linfático"/>
          <p:cNvGrpSpPr/>
          <p:nvPr/>
        </p:nvGrpSpPr>
        <p:grpSpPr>
          <a:xfrm>
            <a:off x="9089136" y="3611880"/>
            <a:ext cx="2743200" cy="2514600"/>
            <a:chOff x="9089136" y="3611880"/>
            <a:chExt cx="2743200" cy="2514600"/>
          </a:xfrm>
        </p:grpSpPr>
        <p:grpSp>
          <p:nvGrpSpPr>
            <p:cNvPr id="144" name="Recuadro Linfático"/>
            <p:cNvGrpSpPr/>
            <p:nvPr/>
          </p:nvGrpSpPr>
          <p:grpSpPr>
            <a:xfrm>
              <a:off x="9089136" y="3611880"/>
              <a:ext cx="2743200" cy="2514600"/>
              <a:chOff x="9089136" y="3611880"/>
              <a:chExt cx="2743200" cy="2514600"/>
            </a:xfrm>
          </p:grpSpPr>
          <p:sp>
            <p:nvSpPr>
              <p:cNvPr id="145" name="Forma 144"/>
              <p:cNvSpPr/>
              <p:nvPr/>
            </p:nvSpPr>
            <p:spPr>
              <a:xfrm>
                <a:off x="9089136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Disminución del drenaje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local (metástasis).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46" name="Forma 145"/>
              <p:cNvSpPr/>
              <p:nvPr/>
            </p:nvSpPr>
            <p:spPr>
              <a:xfrm>
                <a:off x="9089136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LINFÁTICO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39728" y="91440"/>
            <a:ext cx="42873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CAUSAS DE EXUDADO</a:t>
            </a:r>
            <a:endParaRPr lang="es-AR" sz="2400" dirty="0">
              <a:latin typeface="Mali"/>
            </a:endParaRPr>
          </a:p>
        </p:txBody>
      </p:sp>
      <p:sp>
        <p:nvSpPr>
          <p:cNvPr id="1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Frecuente 1"/>
          <p:cNvGrpSpPr/>
          <p:nvPr/>
        </p:nvGrpSpPr>
        <p:grpSpPr>
          <a:xfrm>
            <a:off x="365760" y="914400"/>
            <a:ext cx="5669280" cy="1234440"/>
            <a:chOff x="365760" y="914400"/>
            <a:chExt cx="5669280" cy="1234440"/>
          </a:xfrm>
        </p:grpSpPr>
        <p:sp>
          <p:nvSpPr>
            <p:cNvPr id="5" name="Paso 1"/>
            <p:cNvSpPr/>
            <p:nvPr/>
          </p:nvSpPr>
          <p:spPr>
            <a:xfrm>
              <a:off x="365760" y="11887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143000" y="914400"/>
              <a:ext cx="4892040" cy="12344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más frecuente · trasudado bilateral y simétrico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7" name="Frecuente 2"/>
          <p:cNvGrpSpPr/>
          <p:nvPr/>
        </p:nvGrpSpPr>
        <p:grpSpPr>
          <a:xfrm>
            <a:off x="365760" y="2286000"/>
            <a:ext cx="5669280" cy="1234440"/>
            <a:chOff x="365760" y="2286000"/>
            <a:chExt cx="5669280" cy="1234440"/>
          </a:xfrm>
        </p:grpSpPr>
        <p:sp>
          <p:nvSpPr>
            <p:cNvPr id="8" name="Paso 2"/>
            <p:cNvSpPr/>
            <p:nvPr/>
          </p:nvSpPr>
          <p:spPr>
            <a:xfrm>
              <a:off x="365760" y="25603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1143000" y="22860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Neumonía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paraneumónico · 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0" name="Frecuente 3"/>
          <p:cNvGrpSpPr/>
          <p:nvPr/>
        </p:nvGrpSpPr>
        <p:grpSpPr>
          <a:xfrm>
            <a:off x="365760" y="3657600"/>
            <a:ext cx="5669280" cy="1234440"/>
            <a:chOff x="365760" y="3657600"/>
            <a:chExt cx="5669280" cy="1234440"/>
          </a:xfrm>
        </p:grpSpPr>
        <p:sp>
          <p:nvSpPr>
            <p:cNvPr id="11" name="Paso 3"/>
            <p:cNvSpPr/>
            <p:nvPr/>
          </p:nvSpPr>
          <p:spPr>
            <a:xfrm>
              <a:off x="365760" y="39319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1143000" y="36576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Enfermedades malignas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Metástasis, mesotelioma · exudado a menudo hemorrágico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3" name="Frecuente 4"/>
          <p:cNvGrpSpPr/>
          <p:nvPr/>
        </p:nvGrpSpPr>
        <p:grpSpPr>
          <a:xfrm>
            <a:off x="365760" y="5029200"/>
            <a:ext cx="5669280" cy="1234440"/>
            <a:chOff x="365760" y="5029200"/>
            <a:chExt cx="5669280" cy="1234440"/>
          </a:xfrm>
        </p:grpSpPr>
        <p:sp>
          <p:nvSpPr>
            <p:cNvPr id="14" name="Paso 4"/>
            <p:cNvSpPr/>
            <p:nvPr/>
          </p:nvSpPr>
          <p:spPr>
            <a:xfrm>
              <a:off x="365760" y="53035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1143000" y="5029200"/>
              <a:ext cx="4892040" cy="12344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Tromboembolismo pulmonar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o 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6" name="Frecuente 5"/>
          <p:cNvGrpSpPr/>
          <p:nvPr/>
        </p:nvGrpSpPr>
        <p:grpSpPr>
          <a:xfrm>
            <a:off x="6217920" y="914400"/>
            <a:ext cx="5669280" cy="1234440"/>
            <a:chOff x="6217920" y="914400"/>
            <a:chExt cx="5669280" cy="1234440"/>
          </a:xfrm>
        </p:grpSpPr>
        <p:sp>
          <p:nvSpPr>
            <p:cNvPr id="17" name="Paso 5"/>
            <p:cNvSpPr/>
            <p:nvPr/>
          </p:nvSpPr>
          <p:spPr>
            <a:xfrm>
              <a:off x="6217920" y="11887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995160" y="9144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Enfermedades virales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9" name="Frecuente 6"/>
          <p:cNvGrpSpPr/>
          <p:nvPr/>
        </p:nvGrpSpPr>
        <p:grpSpPr>
          <a:xfrm>
            <a:off x="6217920" y="2286000"/>
            <a:ext cx="5669280" cy="1234440"/>
            <a:chOff x="6217920" y="2286000"/>
            <a:chExt cx="5669280" cy="1234440"/>
          </a:xfrm>
        </p:grpSpPr>
        <p:sp>
          <p:nvSpPr>
            <p:cNvPr id="20" name="Paso 6"/>
            <p:cNvSpPr/>
            <p:nvPr/>
          </p:nvSpPr>
          <p:spPr>
            <a:xfrm>
              <a:off x="6217920" y="25603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6995160" y="2286000"/>
              <a:ext cx="4892040" cy="12344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hepática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 · trasudado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22" name="Frecuente 7"/>
          <p:cNvGrpSpPr/>
          <p:nvPr/>
        </p:nvGrpSpPr>
        <p:grpSpPr>
          <a:xfrm>
            <a:off x="6217920" y="3657600"/>
            <a:ext cx="5669280" cy="1234440"/>
            <a:chOff x="6217920" y="3657600"/>
            <a:chExt cx="5669280" cy="1234440"/>
          </a:xfrm>
        </p:grpSpPr>
        <p:sp>
          <p:nvSpPr>
            <p:cNvPr id="23" name="Paso 7"/>
            <p:cNvSpPr/>
            <p:nvPr/>
          </p:nvSpPr>
          <p:spPr>
            <a:xfrm>
              <a:off x="6217920" y="39319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6995160" y="36576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Enfermedades del colágeno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LES, artritis reumatoidea · 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25" name="Frecuente 8"/>
          <p:cNvGrpSpPr/>
          <p:nvPr/>
        </p:nvGrpSpPr>
        <p:grpSpPr>
          <a:xfrm>
            <a:off x="6217920" y="5029200"/>
            <a:ext cx="5669280" cy="1234440"/>
            <a:chOff x="6217920" y="5029200"/>
            <a:chExt cx="5669280" cy="1234440"/>
          </a:xfrm>
        </p:grpSpPr>
        <p:sp>
          <p:nvSpPr>
            <p:cNvPr id="26" name="Paso 8"/>
            <p:cNvSpPr/>
            <p:nvPr/>
          </p:nvSpPr>
          <p:spPr>
            <a:xfrm>
              <a:off x="6217920" y="53035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8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6995160" y="50292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Tuberculosis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linfocítico con ADA elevada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22419" y="91440"/>
            <a:ext cx="910468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LAS OCHO CAUSAS MÁS FRECUENTES DE DERRAME</a:t>
            </a:r>
            <a:endParaRPr lang="es-AR" sz="24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3593139"/>
            <a:ext cx="1751259" cy="177722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3438823" y="3786625"/>
            <a:ext cx="1442976" cy="1706633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1078258" y="1578987"/>
            <a:ext cx="1477701" cy="2668291"/>
            <a:chOff x="1078258" y="1578987"/>
            <a:chExt cx="1477701" cy="2668291"/>
          </a:xfrm>
        </p:grpSpPr>
        <p:sp>
          <p:nvSpPr>
            <p:cNvPr id="18" name="Forma 17"/>
            <p:cNvSpPr/>
            <p:nvPr/>
          </p:nvSpPr>
          <p:spPr>
            <a:xfrm>
              <a:off x="1078258" y="1578987"/>
              <a:ext cx="1477701" cy="2668291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177972" y="1840846"/>
              <a:ext cx="1155119" cy="191015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114441" y="2740824"/>
              <a:ext cx="1241975" cy="111793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1078258" y="1578987"/>
            <a:ext cx="1477701" cy="2668291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3304659" y="1578987"/>
            <a:ext cx="1392524" cy="2863080"/>
            <a:chOff x="3304659" y="1578987"/>
            <a:chExt cx="1392524" cy="2863080"/>
          </a:xfrm>
        </p:grpSpPr>
        <p:sp>
          <p:nvSpPr>
            <p:cNvPr id="23" name="Forma 22"/>
            <p:cNvSpPr/>
            <p:nvPr/>
          </p:nvSpPr>
          <p:spPr>
            <a:xfrm>
              <a:off x="3304659" y="1578987"/>
              <a:ext cx="1392524" cy="2863080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3427628" y="1850964"/>
              <a:ext cx="1169146" cy="1983969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3441787" y="2842949"/>
              <a:ext cx="1193119" cy="1081604"/>
            </a:xfrm>
            <a:custGeom>
              <a:avLst/>
              <a:gdLst/>
              <a:ahLst/>
              <a:cxnLst/>
              <a:rect l="0" t="0" r="r" b="b"/>
              <a:pathLst>
                <a:path w="2289" h="2112" fill="none">
                  <a:moveTo>
                    <a:pt x="2289" y="2112"/>
                  </a:moveTo>
                  <a:lnTo>
                    <a:pt x="2217" y="2037"/>
                  </a:lnTo>
                  <a:lnTo>
                    <a:pt x="2048" y="1863"/>
                  </a:lnTo>
                  <a:lnTo>
                    <a:pt x="1852" y="1661"/>
                  </a:lnTo>
                  <a:lnTo>
                    <a:pt x="1651" y="1455"/>
                  </a:lnTo>
                  <a:lnTo>
                    <a:pt x="1466" y="1266"/>
                  </a:lnTo>
                  <a:lnTo>
                    <a:pt x="1297" y="1092"/>
                  </a:lnTo>
                  <a:lnTo>
                    <a:pt x="1129" y="915"/>
                  </a:lnTo>
                  <a:lnTo>
                    <a:pt x="963" y="744"/>
                  </a:lnTo>
                  <a:lnTo>
                    <a:pt x="803" y="585"/>
                  </a:lnTo>
                  <a:lnTo>
                    <a:pt x="651" y="447"/>
                  </a:lnTo>
                  <a:lnTo>
                    <a:pt x="500" y="326"/>
                  </a:lnTo>
                  <a:lnTo>
                    <a:pt x="348" y="219"/>
                  </a:lnTo>
                  <a:lnTo>
                    <a:pt x="206" y="128"/>
                  </a:lnTo>
                  <a:lnTo>
                    <a:pt x="86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3304659" y="1578987"/>
            <a:ext cx="1392524" cy="2863080"/>
          </a:xfrm>
          <a:custGeom>
            <a:avLst/>
            <a:gdLst/>
            <a:ahLst/>
            <a:cxnLst/>
            <a:rect l="0" t="0" r="r" b="b"/>
            <a:pathLst>
              <a:path w="2671" h="5591" fill="none">
                <a:moveTo>
                  <a:pt x="459" y="4772"/>
                </a:moveTo>
                <a:lnTo>
                  <a:pt x="467" y="4770"/>
                </a:lnTo>
                <a:lnTo>
                  <a:pt x="573" y="4756"/>
                </a:lnTo>
                <a:lnTo>
                  <a:pt x="581" y="4756"/>
                </a:lnTo>
                <a:lnTo>
                  <a:pt x="681" y="4749"/>
                </a:lnTo>
                <a:lnTo>
                  <a:pt x="688" y="4749"/>
                </a:lnTo>
                <a:lnTo>
                  <a:pt x="791" y="4748"/>
                </a:lnTo>
                <a:lnTo>
                  <a:pt x="799" y="4748"/>
                </a:lnTo>
                <a:lnTo>
                  <a:pt x="905" y="4754"/>
                </a:lnTo>
                <a:lnTo>
                  <a:pt x="912" y="4754"/>
                </a:lnTo>
                <a:lnTo>
                  <a:pt x="1020" y="4767"/>
                </a:lnTo>
                <a:lnTo>
                  <a:pt x="1028" y="4768"/>
                </a:lnTo>
                <a:lnTo>
                  <a:pt x="1137" y="4788"/>
                </a:lnTo>
                <a:lnTo>
                  <a:pt x="1146" y="4790"/>
                </a:lnTo>
                <a:lnTo>
                  <a:pt x="1253" y="4819"/>
                </a:lnTo>
                <a:lnTo>
                  <a:pt x="1263" y="4822"/>
                </a:lnTo>
                <a:lnTo>
                  <a:pt x="1373" y="4862"/>
                </a:lnTo>
                <a:lnTo>
                  <a:pt x="1380" y="4865"/>
                </a:lnTo>
                <a:lnTo>
                  <a:pt x="1495" y="4916"/>
                </a:lnTo>
                <a:lnTo>
                  <a:pt x="1500" y="4918"/>
                </a:lnTo>
                <a:lnTo>
                  <a:pt x="1615" y="4977"/>
                </a:lnTo>
                <a:lnTo>
                  <a:pt x="1619" y="4979"/>
                </a:lnTo>
                <a:lnTo>
                  <a:pt x="1730" y="5043"/>
                </a:lnTo>
                <a:lnTo>
                  <a:pt x="1734" y="5045"/>
                </a:lnTo>
                <a:lnTo>
                  <a:pt x="1839" y="5110"/>
                </a:lnTo>
                <a:lnTo>
                  <a:pt x="1842" y="5112"/>
                </a:lnTo>
                <a:lnTo>
                  <a:pt x="1937" y="5176"/>
                </a:lnTo>
                <a:lnTo>
                  <a:pt x="1944" y="5181"/>
                </a:lnTo>
                <a:lnTo>
                  <a:pt x="2030" y="5249"/>
                </a:lnTo>
                <a:lnTo>
                  <a:pt x="2036" y="5254"/>
                </a:lnTo>
                <a:lnTo>
                  <a:pt x="2116" y="5331"/>
                </a:lnTo>
                <a:lnTo>
                  <a:pt x="2119" y="5334"/>
                </a:lnTo>
                <a:lnTo>
                  <a:pt x="2192" y="5412"/>
                </a:lnTo>
                <a:lnTo>
                  <a:pt x="2193" y="5413"/>
                </a:lnTo>
                <a:lnTo>
                  <a:pt x="2259" y="5486"/>
                </a:lnTo>
                <a:lnTo>
                  <a:pt x="2314" y="5544"/>
                </a:lnTo>
                <a:lnTo>
                  <a:pt x="2359" y="5582"/>
                </a:lnTo>
                <a:lnTo>
                  <a:pt x="2372" y="5591"/>
                </a:lnTo>
                <a:lnTo>
                  <a:pt x="2384" y="5569"/>
                </a:lnTo>
                <a:lnTo>
                  <a:pt x="2403" y="5516"/>
                </a:lnTo>
                <a:lnTo>
                  <a:pt x="2423" y="5448"/>
                </a:lnTo>
                <a:lnTo>
                  <a:pt x="2443" y="5368"/>
                </a:lnTo>
                <a:lnTo>
                  <a:pt x="2463" y="5278"/>
                </a:lnTo>
                <a:lnTo>
                  <a:pt x="2482" y="5182"/>
                </a:lnTo>
                <a:lnTo>
                  <a:pt x="2502" y="5075"/>
                </a:lnTo>
                <a:lnTo>
                  <a:pt x="2521" y="4955"/>
                </a:lnTo>
                <a:lnTo>
                  <a:pt x="2539" y="4826"/>
                </a:lnTo>
                <a:lnTo>
                  <a:pt x="2557" y="4692"/>
                </a:lnTo>
                <a:lnTo>
                  <a:pt x="2574" y="4560"/>
                </a:lnTo>
                <a:lnTo>
                  <a:pt x="2590" y="4434"/>
                </a:lnTo>
                <a:lnTo>
                  <a:pt x="2605" y="4314"/>
                </a:lnTo>
                <a:lnTo>
                  <a:pt x="2620" y="4196"/>
                </a:lnTo>
                <a:lnTo>
                  <a:pt x="2633" y="4081"/>
                </a:lnTo>
                <a:lnTo>
                  <a:pt x="2645" y="3965"/>
                </a:lnTo>
                <a:lnTo>
                  <a:pt x="2655" y="3849"/>
                </a:lnTo>
                <a:lnTo>
                  <a:pt x="2662" y="3731"/>
                </a:lnTo>
                <a:lnTo>
                  <a:pt x="2667" y="3610"/>
                </a:lnTo>
                <a:lnTo>
                  <a:pt x="2670" y="3488"/>
                </a:lnTo>
                <a:lnTo>
                  <a:pt x="2671" y="3364"/>
                </a:lnTo>
                <a:lnTo>
                  <a:pt x="2670" y="3240"/>
                </a:lnTo>
                <a:lnTo>
                  <a:pt x="2667" y="3116"/>
                </a:lnTo>
                <a:lnTo>
                  <a:pt x="2662" y="2993"/>
                </a:lnTo>
                <a:lnTo>
                  <a:pt x="2655" y="2869"/>
                </a:lnTo>
                <a:lnTo>
                  <a:pt x="2647" y="2745"/>
                </a:lnTo>
                <a:lnTo>
                  <a:pt x="2636" y="2621"/>
                </a:lnTo>
                <a:lnTo>
                  <a:pt x="2624" y="2498"/>
                </a:lnTo>
                <a:lnTo>
                  <a:pt x="2609" y="2376"/>
                </a:lnTo>
                <a:lnTo>
                  <a:pt x="2591" y="2255"/>
                </a:lnTo>
                <a:lnTo>
                  <a:pt x="2570" y="2135"/>
                </a:lnTo>
                <a:lnTo>
                  <a:pt x="2547" y="2016"/>
                </a:lnTo>
                <a:lnTo>
                  <a:pt x="2522" y="1897"/>
                </a:lnTo>
                <a:lnTo>
                  <a:pt x="2495" y="1781"/>
                </a:lnTo>
                <a:lnTo>
                  <a:pt x="2464" y="1668"/>
                </a:lnTo>
                <a:lnTo>
                  <a:pt x="2430" y="1558"/>
                </a:lnTo>
                <a:lnTo>
                  <a:pt x="2393" y="1450"/>
                </a:lnTo>
                <a:lnTo>
                  <a:pt x="2353" y="1345"/>
                </a:lnTo>
                <a:lnTo>
                  <a:pt x="2309" y="1242"/>
                </a:lnTo>
                <a:lnTo>
                  <a:pt x="2263" y="1142"/>
                </a:lnTo>
                <a:lnTo>
                  <a:pt x="2215" y="1045"/>
                </a:lnTo>
                <a:lnTo>
                  <a:pt x="2165" y="953"/>
                </a:lnTo>
                <a:lnTo>
                  <a:pt x="2112" y="864"/>
                </a:lnTo>
                <a:lnTo>
                  <a:pt x="2057" y="779"/>
                </a:lnTo>
                <a:lnTo>
                  <a:pt x="2000" y="697"/>
                </a:lnTo>
                <a:lnTo>
                  <a:pt x="1940" y="620"/>
                </a:lnTo>
                <a:lnTo>
                  <a:pt x="1879" y="546"/>
                </a:lnTo>
                <a:lnTo>
                  <a:pt x="1815" y="478"/>
                </a:lnTo>
                <a:lnTo>
                  <a:pt x="1748" y="413"/>
                </a:lnTo>
                <a:lnTo>
                  <a:pt x="1679" y="352"/>
                </a:lnTo>
                <a:lnTo>
                  <a:pt x="1608" y="295"/>
                </a:lnTo>
                <a:lnTo>
                  <a:pt x="1535" y="242"/>
                </a:lnTo>
                <a:lnTo>
                  <a:pt x="1461" y="195"/>
                </a:lnTo>
                <a:lnTo>
                  <a:pt x="1386" y="153"/>
                </a:lnTo>
                <a:lnTo>
                  <a:pt x="1308" y="115"/>
                </a:lnTo>
                <a:lnTo>
                  <a:pt x="1225" y="81"/>
                </a:lnTo>
                <a:lnTo>
                  <a:pt x="1140" y="51"/>
                </a:lnTo>
                <a:lnTo>
                  <a:pt x="1058" y="27"/>
                </a:lnTo>
                <a:lnTo>
                  <a:pt x="983" y="10"/>
                </a:lnTo>
                <a:lnTo>
                  <a:pt x="922" y="1"/>
                </a:lnTo>
                <a:lnTo>
                  <a:pt x="874" y="0"/>
                </a:lnTo>
                <a:lnTo>
                  <a:pt x="838" y="3"/>
                </a:lnTo>
                <a:lnTo>
                  <a:pt x="808" y="11"/>
                </a:lnTo>
                <a:lnTo>
                  <a:pt x="779" y="23"/>
                </a:lnTo>
                <a:lnTo>
                  <a:pt x="747" y="42"/>
                </a:lnTo>
                <a:lnTo>
                  <a:pt x="713" y="67"/>
                </a:lnTo>
                <a:lnTo>
                  <a:pt x="680" y="97"/>
                </a:lnTo>
                <a:lnTo>
                  <a:pt x="649" y="132"/>
                </a:lnTo>
                <a:lnTo>
                  <a:pt x="618" y="174"/>
                </a:lnTo>
                <a:lnTo>
                  <a:pt x="586" y="224"/>
                </a:lnTo>
                <a:lnTo>
                  <a:pt x="553" y="284"/>
                </a:lnTo>
                <a:lnTo>
                  <a:pt x="518" y="353"/>
                </a:lnTo>
                <a:lnTo>
                  <a:pt x="480" y="432"/>
                </a:lnTo>
                <a:lnTo>
                  <a:pt x="464" y="467"/>
                </a:lnTo>
                <a:lnTo>
                  <a:pt x="431" y="551"/>
                </a:lnTo>
                <a:lnTo>
                  <a:pt x="386" y="671"/>
                </a:lnTo>
                <a:lnTo>
                  <a:pt x="341" y="801"/>
                </a:lnTo>
                <a:lnTo>
                  <a:pt x="297" y="940"/>
                </a:lnTo>
                <a:lnTo>
                  <a:pt x="254" y="1086"/>
                </a:lnTo>
                <a:lnTo>
                  <a:pt x="215" y="1240"/>
                </a:lnTo>
                <a:lnTo>
                  <a:pt x="177" y="1402"/>
                </a:lnTo>
                <a:lnTo>
                  <a:pt x="141" y="1577"/>
                </a:lnTo>
                <a:lnTo>
                  <a:pt x="106" y="1759"/>
                </a:lnTo>
                <a:lnTo>
                  <a:pt x="74" y="1946"/>
                </a:lnTo>
                <a:lnTo>
                  <a:pt x="43" y="2133"/>
                </a:lnTo>
                <a:lnTo>
                  <a:pt x="15" y="2317"/>
                </a:lnTo>
                <a:lnTo>
                  <a:pt x="15" y="2317"/>
                </a:lnTo>
                <a:lnTo>
                  <a:pt x="0" y="2416"/>
                </a:lnTo>
                <a:lnTo>
                  <a:pt x="0" y="2538"/>
                </a:lnTo>
                <a:lnTo>
                  <a:pt x="15" y="2668"/>
                </a:lnTo>
                <a:lnTo>
                  <a:pt x="42" y="2800"/>
                </a:lnTo>
                <a:lnTo>
                  <a:pt x="79" y="2933"/>
                </a:lnTo>
                <a:lnTo>
                  <a:pt x="120" y="3069"/>
                </a:lnTo>
                <a:lnTo>
                  <a:pt x="120" y="3069"/>
                </a:lnTo>
                <a:lnTo>
                  <a:pt x="161" y="3206"/>
                </a:lnTo>
                <a:lnTo>
                  <a:pt x="161" y="3208"/>
                </a:lnTo>
                <a:lnTo>
                  <a:pt x="197" y="3345"/>
                </a:lnTo>
                <a:lnTo>
                  <a:pt x="197" y="3346"/>
                </a:lnTo>
                <a:lnTo>
                  <a:pt x="230" y="3480"/>
                </a:lnTo>
                <a:lnTo>
                  <a:pt x="263" y="3611"/>
                </a:lnTo>
                <a:lnTo>
                  <a:pt x="263" y="3612"/>
                </a:lnTo>
                <a:lnTo>
                  <a:pt x="296" y="3743"/>
                </a:lnTo>
                <a:lnTo>
                  <a:pt x="296" y="3744"/>
                </a:lnTo>
                <a:lnTo>
                  <a:pt x="327" y="3879"/>
                </a:lnTo>
                <a:lnTo>
                  <a:pt x="327" y="3881"/>
                </a:lnTo>
                <a:lnTo>
                  <a:pt x="355" y="4020"/>
                </a:lnTo>
                <a:lnTo>
                  <a:pt x="356" y="4023"/>
                </a:lnTo>
                <a:lnTo>
                  <a:pt x="379" y="4171"/>
                </a:lnTo>
                <a:lnTo>
                  <a:pt x="380" y="4173"/>
                </a:lnTo>
                <a:lnTo>
                  <a:pt x="402" y="4344"/>
                </a:lnTo>
                <a:lnTo>
                  <a:pt x="403" y="4345"/>
                </a:lnTo>
                <a:lnTo>
                  <a:pt x="426" y="4542"/>
                </a:lnTo>
                <a:lnTo>
                  <a:pt x="426" y="4543"/>
                </a:lnTo>
                <a:lnTo>
                  <a:pt x="447" y="4745"/>
                </a:lnTo>
                <a:lnTo>
                  <a:pt x="447" y="4747"/>
                </a:lnTo>
                <a:lnTo>
                  <a:pt x="449" y="4774"/>
                </a:lnTo>
                <a:lnTo>
                  <a:pt x="459" y="477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506484" y="3445802"/>
            <a:ext cx="1635512" cy="1710532"/>
            <a:chOff x="2506484" y="3445802"/>
            <a:chExt cx="1635512" cy="1710532"/>
          </a:xfrm>
        </p:grpSpPr>
        <p:sp>
          <p:nvSpPr>
            <p:cNvPr id="32" name="Forma 31"/>
            <p:cNvSpPr/>
            <p:nvPr/>
          </p:nvSpPr>
          <p:spPr>
            <a:xfrm>
              <a:off x="2506484" y="3445802"/>
              <a:ext cx="1635512" cy="171053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glow rad="139700">
                <a:srgbClr val="FFFF00">
                  <a:alpha val="70000"/>
                </a:srgbClr>
              </a:glo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3360914" y="3571559"/>
              <a:ext cx="399767" cy="1522674"/>
            </a:xfrm>
            <a:custGeom>
              <a:avLst/>
              <a:gdLst/>
              <a:ahLst/>
              <a:cxnLst/>
              <a:rect l="0" t="0" r="r" b="b"/>
              <a:pathLst>
                <a:path w="766" h="2973" fill="none">
                  <a:moveTo>
                    <a:pt x="176" y="0"/>
                  </a:moveTo>
                  <a:lnTo>
                    <a:pt x="145" y="146"/>
                  </a:lnTo>
                  <a:lnTo>
                    <a:pt x="96" y="351"/>
                  </a:lnTo>
                  <a:lnTo>
                    <a:pt x="45" y="592"/>
                  </a:lnTo>
                  <a:lnTo>
                    <a:pt x="8" y="845"/>
                  </a:lnTo>
                  <a:lnTo>
                    <a:pt x="0" y="1085"/>
                  </a:lnTo>
                  <a:lnTo>
                    <a:pt x="25" y="1323"/>
                  </a:lnTo>
                  <a:lnTo>
                    <a:pt x="75" y="1573"/>
                  </a:lnTo>
                  <a:lnTo>
                    <a:pt x="141" y="1823"/>
                  </a:lnTo>
                  <a:lnTo>
                    <a:pt x="217" y="2058"/>
                  </a:lnTo>
                  <a:lnTo>
                    <a:pt x="295" y="2265"/>
                  </a:lnTo>
                  <a:lnTo>
                    <a:pt x="385" y="2448"/>
                  </a:lnTo>
                  <a:lnTo>
                    <a:pt x="493" y="2616"/>
                  </a:lnTo>
                  <a:lnTo>
                    <a:pt x="603" y="2764"/>
                  </a:lnTo>
                  <a:lnTo>
                    <a:pt x="699" y="2884"/>
                  </a:lnTo>
                  <a:lnTo>
                    <a:pt x="766" y="2973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6" name="Forma 35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Forma 37"/>
          <p:cNvSpPr/>
          <p:nvPr/>
        </p:nvSpPr>
        <p:spPr>
          <a:xfrm>
            <a:off x="1463040" y="6035040"/>
            <a:ext cx="4168740" cy="311150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CARDIOMEGALIA + DERRAME BILATERAL</a:t>
            </a:r>
            <a:endParaRPr lang="es-AR" sz="1400" dirty="0">
              <a:latin typeface="Mali"/>
            </a:endParaRPr>
          </a:p>
        </p:txBody>
      </p:sp>
      <p:sp>
        <p:nvSpPr>
          <p:cNvPr id="39" name="Cifras ICC"/>
          <p:cNvSpPr/>
          <p:nvPr/>
        </p:nvSpPr>
        <p:spPr>
          <a:xfrm>
            <a:off x="5760720" y="914400"/>
            <a:ext cx="2971800" cy="14630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~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40 %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los derrames se asocian a ICC; ~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80 %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bilaterales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40" name="Típico ICC"/>
          <p:cNvSpPr/>
          <p:nvPr/>
        </p:nvSpPr>
        <p:spPr>
          <a:xfrm>
            <a:off x="8915400" y="914400"/>
            <a:ext cx="2971800" cy="146304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Típico: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 y simétrico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fiebre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41" name="Cardiomegalia"/>
          <p:cNvSpPr/>
          <p:nvPr/>
        </p:nvSpPr>
        <p:spPr>
          <a:xfrm>
            <a:off x="5760720" y="2560320"/>
            <a:ext cx="297180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12"/>
              </a:lnSpc>
              <a:spcAft>
                <a:spcPts val="300"/>
              </a:spcAft>
              <a:buNone/>
            </a:pP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cardiomegalia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radiografía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apoya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diagnóstico, pero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es obligatoria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para el trasudado.</a:t>
            </a:r>
            <a:endParaRPr lang="es-AR" sz="1650" dirty="0">
              <a:latin typeface="Mali"/>
            </a:endParaRPr>
          </a:p>
        </p:txBody>
      </p:sp>
      <p:sp>
        <p:nvSpPr>
          <p:cNvPr id="42" name="Pseudoexudado"/>
          <p:cNvSpPr/>
          <p:nvPr/>
        </p:nvSpPr>
        <p:spPr>
          <a:xfrm>
            <a:off x="8915400" y="2560320"/>
            <a:ext cx="2971800" cy="16002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Puede producir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exudados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sobre todo tras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diuresis intensiva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prolongada.</a:t>
            </a:r>
            <a:endParaRPr lang="es-AR" sz="1850" dirty="0">
              <a:latin typeface="Mali"/>
            </a:endParaRPr>
          </a:p>
        </p:txBody>
      </p:sp>
      <p:sp>
        <p:nvSpPr>
          <p:cNvPr id="43" name="Discrepancia diuréticos"/>
          <p:cNvSpPr/>
          <p:nvPr/>
        </p:nvSpPr>
        <p:spPr>
          <a:xfrm>
            <a:off x="5760720" y="4343400"/>
            <a:ext cx="2971800" cy="2011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Tiempo de respuesta a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diuréticos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se citan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72 h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75 % en 48 h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→ dato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44" name="Cuándo dudar"/>
          <p:cNvSpPr/>
          <p:nvPr/>
        </p:nvSpPr>
        <p:spPr>
          <a:xfrm>
            <a:off x="8915400" y="4343400"/>
            <a:ext cx="2971800" cy="20116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 es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unilateral, asimétrico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con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fiebre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responde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sospechar otra causa y realizar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62481" y="91440"/>
            <a:ext cx="74646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INSUFICIENCIA CARDÍACA CONGESTIVA</a:t>
            </a:r>
            <a:endParaRPr lang="es-AR" sz="24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3937582"/>
            <a:ext cx="1751259" cy="1432781"/>
          </a:xfrm>
          <a:custGeom>
            <a:avLst/>
            <a:gdLst/>
            <a:ahLst/>
            <a:cxnLst/>
            <a:rect l="0" t="0" r="r" b="b"/>
            <a:pathLst>
              <a:path w="10000" h="8327">
                <a:moveTo>
                  <a:pt x="57" y="2183"/>
                </a:moveTo>
                <a:lnTo>
                  <a:pt x="96" y="2667"/>
                </a:lnTo>
                <a:lnTo>
                  <a:pt x="141" y="3140"/>
                </a:lnTo>
                <a:lnTo>
                  <a:pt x="188" y="3599"/>
                </a:lnTo>
                <a:lnTo>
                  <a:pt x="238" y="4037"/>
                </a:lnTo>
                <a:lnTo>
                  <a:pt x="290" y="4456"/>
                </a:lnTo>
                <a:lnTo>
                  <a:pt x="346" y="4860"/>
                </a:lnTo>
                <a:lnTo>
                  <a:pt x="405" y="5248"/>
                </a:lnTo>
                <a:lnTo>
                  <a:pt x="467" y="5622"/>
                </a:lnTo>
                <a:lnTo>
                  <a:pt x="530" y="5982"/>
                </a:lnTo>
                <a:lnTo>
                  <a:pt x="595" y="6329"/>
                </a:lnTo>
                <a:lnTo>
                  <a:pt x="659" y="6676"/>
                </a:lnTo>
                <a:lnTo>
                  <a:pt x="725" y="7028"/>
                </a:lnTo>
                <a:lnTo>
                  <a:pt x="792" y="7365"/>
                </a:lnTo>
                <a:lnTo>
                  <a:pt x="861" y="7670"/>
                </a:lnTo>
                <a:lnTo>
                  <a:pt x="934" y="7926"/>
                </a:lnTo>
                <a:lnTo>
                  <a:pt x="1011" y="8114"/>
                </a:lnTo>
                <a:lnTo>
                  <a:pt x="1084" y="8236"/>
                </a:lnTo>
                <a:lnTo>
                  <a:pt x="1150" y="8306"/>
                </a:lnTo>
                <a:lnTo>
                  <a:pt x="1220" y="8327"/>
                </a:lnTo>
                <a:lnTo>
                  <a:pt x="1302" y="8300"/>
                </a:lnTo>
                <a:lnTo>
                  <a:pt x="1408" y="8228"/>
                </a:lnTo>
                <a:lnTo>
                  <a:pt x="1547" y="8114"/>
                </a:lnTo>
                <a:lnTo>
                  <a:pt x="1718" y="7937"/>
                </a:lnTo>
                <a:lnTo>
                  <a:pt x="1913" y="7689"/>
                </a:lnTo>
                <a:lnTo>
                  <a:pt x="2131" y="7396"/>
                </a:lnTo>
                <a:lnTo>
                  <a:pt x="2372" y="7085"/>
                </a:lnTo>
                <a:lnTo>
                  <a:pt x="2634" y="6780"/>
                </a:lnTo>
                <a:lnTo>
                  <a:pt x="2916" y="6507"/>
                </a:lnTo>
                <a:lnTo>
                  <a:pt x="3229" y="6252"/>
                </a:lnTo>
                <a:lnTo>
                  <a:pt x="3575" y="5992"/>
                </a:lnTo>
                <a:lnTo>
                  <a:pt x="3943" y="5737"/>
                </a:lnTo>
                <a:lnTo>
                  <a:pt x="4320" y="5502"/>
                </a:lnTo>
                <a:lnTo>
                  <a:pt x="4696" y="5298"/>
                </a:lnTo>
                <a:lnTo>
                  <a:pt x="5059" y="5138"/>
                </a:lnTo>
                <a:lnTo>
                  <a:pt x="5413" y="5023"/>
                </a:lnTo>
                <a:lnTo>
                  <a:pt x="5769" y="4942"/>
                </a:lnTo>
                <a:lnTo>
                  <a:pt x="6123" y="4893"/>
                </a:lnTo>
                <a:lnTo>
                  <a:pt x="6472" y="4872"/>
                </a:lnTo>
                <a:lnTo>
                  <a:pt x="6813" y="4875"/>
                </a:lnTo>
                <a:lnTo>
                  <a:pt x="7142" y="4900"/>
                </a:lnTo>
                <a:lnTo>
                  <a:pt x="7465" y="4956"/>
                </a:lnTo>
                <a:lnTo>
                  <a:pt x="7786" y="5048"/>
                </a:lnTo>
                <a:lnTo>
                  <a:pt x="8098" y="5164"/>
                </a:lnTo>
                <a:lnTo>
                  <a:pt x="8397" y="5295"/>
                </a:lnTo>
                <a:lnTo>
                  <a:pt x="8675" y="5429"/>
                </a:lnTo>
                <a:lnTo>
                  <a:pt x="8928" y="5555"/>
                </a:lnTo>
                <a:lnTo>
                  <a:pt x="9162" y="5725"/>
                </a:lnTo>
                <a:lnTo>
                  <a:pt x="9382" y="5956"/>
                </a:lnTo>
                <a:lnTo>
                  <a:pt x="9583" y="6191"/>
                </a:lnTo>
                <a:lnTo>
                  <a:pt x="9757" y="6371"/>
                </a:lnTo>
                <a:lnTo>
                  <a:pt x="9898" y="6436"/>
                </a:lnTo>
                <a:lnTo>
                  <a:pt x="10000" y="6329"/>
                </a:lnTo>
                <a:lnTo>
                  <a:pt x="10000" y="4613"/>
                </a:lnTo>
                <a:lnTo>
                  <a:pt x="9973" y="4254"/>
                </a:lnTo>
                <a:lnTo>
                  <a:pt x="9921" y="3595"/>
                </a:lnTo>
                <a:lnTo>
                  <a:pt x="9880" y="2996"/>
                </a:lnTo>
                <a:lnTo>
                  <a:pt x="9874" y="2892"/>
                </a:lnTo>
                <a:lnTo>
                  <a:pt x="9750" y="2891"/>
                </a:lnTo>
                <a:lnTo>
                  <a:pt x="9500" y="2888"/>
                </a:lnTo>
                <a:lnTo>
                  <a:pt x="9250" y="2882"/>
                </a:lnTo>
                <a:lnTo>
                  <a:pt x="9000" y="2874"/>
                </a:lnTo>
                <a:lnTo>
                  <a:pt x="8750" y="2862"/>
                </a:lnTo>
                <a:lnTo>
                  <a:pt x="8500" y="2848"/>
                </a:lnTo>
                <a:lnTo>
                  <a:pt x="8250" y="2830"/>
                </a:lnTo>
                <a:lnTo>
                  <a:pt x="8000" y="2808"/>
                </a:lnTo>
                <a:lnTo>
                  <a:pt x="7749" y="2784"/>
                </a:lnTo>
                <a:lnTo>
                  <a:pt x="7500" y="2755"/>
                </a:lnTo>
                <a:lnTo>
                  <a:pt x="7250" y="2723"/>
                </a:lnTo>
                <a:lnTo>
                  <a:pt x="7000" y="2688"/>
                </a:lnTo>
                <a:lnTo>
                  <a:pt x="6750" y="2648"/>
                </a:lnTo>
                <a:lnTo>
                  <a:pt x="6499" y="2605"/>
                </a:lnTo>
                <a:lnTo>
                  <a:pt x="6250" y="2558"/>
                </a:lnTo>
                <a:lnTo>
                  <a:pt x="6000" y="2507"/>
                </a:lnTo>
                <a:lnTo>
                  <a:pt x="5750" y="2452"/>
                </a:lnTo>
                <a:lnTo>
                  <a:pt x="5500" y="2393"/>
                </a:lnTo>
                <a:lnTo>
                  <a:pt x="5249" y="2330"/>
                </a:lnTo>
                <a:lnTo>
                  <a:pt x="5000" y="2263"/>
                </a:lnTo>
                <a:lnTo>
                  <a:pt x="4750" y="2191"/>
                </a:lnTo>
                <a:lnTo>
                  <a:pt x="4500" y="2116"/>
                </a:lnTo>
                <a:lnTo>
                  <a:pt x="4250" y="2036"/>
                </a:lnTo>
                <a:lnTo>
                  <a:pt x="4000" y="1952"/>
                </a:lnTo>
                <a:lnTo>
                  <a:pt x="3750" y="1864"/>
                </a:lnTo>
                <a:lnTo>
                  <a:pt x="3664" y="1832"/>
                </a:lnTo>
                <a:lnTo>
                  <a:pt x="3471" y="1957"/>
                </a:lnTo>
                <a:lnTo>
                  <a:pt x="3463" y="1962"/>
                </a:lnTo>
                <a:lnTo>
                  <a:pt x="3175" y="2164"/>
                </a:lnTo>
                <a:lnTo>
                  <a:pt x="3158" y="2177"/>
                </a:lnTo>
                <a:lnTo>
                  <a:pt x="2899" y="2391"/>
                </a:lnTo>
                <a:lnTo>
                  <a:pt x="2882" y="2407"/>
                </a:lnTo>
                <a:lnTo>
                  <a:pt x="2642" y="2647"/>
                </a:lnTo>
                <a:lnTo>
                  <a:pt x="2633" y="2656"/>
                </a:lnTo>
                <a:lnTo>
                  <a:pt x="2412" y="2903"/>
                </a:lnTo>
                <a:lnTo>
                  <a:pt x="2409" y="2906"/>
                </a:lnTo>
                <a:lnTo>
                  <a:pt x="2210" y="3135"/>
                </a:lnTo>
                <a:lnTo>
                  <a:pt x="2209" y="3136"/>
                </a:lnTo>
                <a:lnTo>
                  <a:pt x="2041" y="3319"/>
                </a:lnTo>
                <a:lnTo>
                  <a:pt x="2037" y="3324"/>
                </a:lnTo>
                <a:lnTo>
                  <a:pt x="1902" y="3444"/>
                </a:lnTo>
                <a:lnTo>
                  <a:pt x="1896" y="3448"/>
                </a:lnTo>
                <a:lnTo>
                  <a:pt x="1856" y="3477"/>
                </a:lnTo>
                <a:lnTo>
                  <a:pt x="1851" y="3480"/>
                </a:lnTo>
                <a:lnTo>
                  <a:pt x="1846" y="3482"/>
                </a:lnTo>
                <a:lnTo>
                  <a:pt x="1841" y="3484"/>
                </a:lnTo>
                <a:lnTo>
                  <a:pt x="1835" y="3486"/>
                </a:lnTo>
                <a:lnTo>
                  <a:pt x="1830" y="3487"/>
                </a:lnTo>
                <a:lnTo>
                  <a:pt x="1824" y="3487"/>
                </a:lnTo>
                <a:lnTo>
                  <a:pt x="1818" y="3487"/>
                </a:lnTo>
                <a:lnTo>
                  <a:pt x="1812" y="3487"/>
                </a:lnTo>
                <a:lnTo>
                  <a:pt x="1807" y="3485"/>
                </a:lnTo>
                <a:lnTo>
                  <a:pt x="1801" y="3484"/>
                </a:lnTo>
                <a:lnTo>
                  <a:pt x="1796" y="3481"/>
                </a:lnTo>
                <a:lnTo>
                  <a:pt x="1791" y="3479"/>
                </a:lnTo>
                <a:lnTo>
                  <a:pt x="1786" y="3475"/>
                </a:lnTo>
                <a:lnTo>
                  <a:pt x="1782" y="3472"/>
                </a:lnTo>
                <a:lnTo>
                  <a:pt x="1778" y="3468"/>
                </a:lnTo>
                <a:lnTo>
                  <a:pt x="1774" y="3463"/>
                </a:lnTo>
                <a:lnTo>
                  <a:pt x="1771" y="3458"/>
                </a:lnTo>
                <a:lnTo>
                  <a:pt x="1768" y="3453"/>
                </a:lnTo>
                <a:lnTo>
                  <a:pt x="1734" y="3382"/>
                </a:lnTo>
                <a:lnTo>
                  <a:pt x="1731" y="3375"/>
                </a:lnTo>
                <a:lnTo>
                  <a:pt x="1671" y="3193"/>
                </a:lnTo>
                <a:lnTo>
                  <a:pt x="1670" y="3189"/>
                </a:lnTo>
                <a:lnTo>
                  <a:pt x="1608" y="2958"/>
                </a:lnTo>
                <a:lnTo>
                  <a:pt x="1608" y="2956"/>
                </a:lnTo>
                <a:lnTo>
                  <a:pt x="1547" y="2693"/>
                </a:lnTo>
                <a:lnTo>
                  <a:pt x="1547" y="2693"/>
                </a:lnTo>
                <a:lnTo>
                  <a:pt x="1487" y="2416"/>
                </a:lnTo>
                <a:lnTo>
                  <a:pt x="1427" y="2140"/>
                </a:lnTo>
                <a:lnTo>
                  <a:pt x="1368" y="1867"/>
                </a:lnTo>
                <a:lnTo>
                  <a:pt x="1368" y="1866"/>
                </a:lnTo>
                <a:lnTo>
                  <a:pt x="1310" y="1583"/>
                </a:lnTo>
                <a:lnTo>
                  <a:pt x="1310" y="1583"/>
                </a:lnTo>
                <a:lnTo>
                  <a:pt x="1253" y="1289"/>
                </a:lnTo>
                <a:lnTo>
                  <a:pt x="1253" y="1288"/>
                </a:lnTo>
                <a:lnTo>
                  <a:pt x="1199" y="983"/>
                </a:lnTo>
                <a:lnTo>
                  <a:pt x="1199" y="983"/>
                </a:lnTo>
                <a:lnTo>
                  <a:pt x="1150" y="681"/>
                </a:lnTo>
                <a:lnTo>
                  <a:pt x="999" y="598"/>
                </a:lnTo>
                <a:lnTo>
                  <a:pt x="749" y="455"/>
                </a:lnTo>
                <a:lnTo>
                  <a:pt x="500" y="308"/>
                </a:lnTo>
                <a:lnTo>
                  <a:pt x="250" y="156"/>
                </a:lnTo>
                <a:lnTo>
                  <a:pt x="0" y="0"/>
                </a:lnTo>
                <a:lnTo>
                  <a:pt x="0" y="1210"/>
                </a:lnTo>
                <a:lnTo>
                  <a:pt x="24" y="1696"/>
                </a:lnTo>
                <a:lnTo>
                  <a:pt x="57" y="218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3469403" y="4132576"/>
            <a:ext cx="1412396" cy="1360682"/>
          </a:xfrm>
          <a:custGeom>
            <a:avLst/>
            <a:gdLst/>
            <a:ahLst/>
            <a:cxnLst/>
            <a:rect l="0" t="0" r="r" b="b"/>
            <a:pathLst>
              <a:path w="10000" h="9805">
                <a:moveTo>
                  <a:pt x="712" y="5626"/>
                </a:moveTo>
                <a:lnTo>
                  <a:pt x="1143" y="5556"/>
                </a:lnTo>
                <a:lnTo>
                  <a:pt x="1551" y="5525"/>
                </a:lnTo>
                <a:lnTo>
                  <a:pt x="1974" y="5521"/>
                </a:lnTo>
                <a:lnTo>
                  <a:pt x="2407" y="5547"/>
                </a:lnTo>
                <a:lnTo>
                  <a:pt x="2846" y="5608"/>
                </a:lnTo>
                <a:lnTo>
                  <a:pt x="3287" y="5709"/>
                </a:lnTo>
                <a:lnTo>
                  <a:pt x="3726" y="5852"/>
                </a:lnTo>
                <a:lnTo>
                  <a:pt x="4176" y="6050"/>
                </a:lnTo>
                <a:lnTo>
                  <a:pt x="4642" y="6303"/>
                </a:lnTo>
                <a:lnTo>
                  <a:pt x="5110" y="6594"/>
                </a:lnTo>
                <a:lnTo>
                  <a:pt x="5566" y="6909"/>
                </a:lnTo>
                <a:lnTo>
                  <a:pt x="5995" y="7233"/>
                </a:lnTo>
                <a:lnTo>
                  <a:pt x="6383" y="7549"/>
                </a:lnTo>
                <a:lnTo>
                  <a:pt x="6733" y="7887"/>
                </a:lnTo>
                <a:lnTo>
                  <a:pt x="7058" y="8265"/>
                </a:lnTo>
                <a:lnTo>
                  <a:pt x="7356" y="8651"/>
                </a:lnTo>
                <a:lnTo>
                  <a:pt x="7627" y="9014"/>
                </a:lnTo>
                <a:lnTo>
                  <a:pt x="7869" y="9321"/>
                </a:lnTo>
                <a:lnTo>
                  <a:pt x="8081" y="9542"/>
                </a:lnTo>
                <a:lnTo>
                  <a:pt x="8253" y="9683"/>
                </a:lnTo>
                <a:lnTo>
                  <a:pt x="8384" y="9771"/>
                </a:lnTo>
                <a:lnTo>
                  <a:pt x="8487" y="9805"/>
                </a:lnTo>
                <a:lnTo>
                  <a:pt x="8573" y="9779"/>
                </a:lnTo>
                <a:lnTo>
                  <a:pt x="8655" y="9693"/>
                </a:lnTo>
                <a:lnTo>
                  <a:pt x="8745" y="9542"/>
                </a:lnTo>
                <a:lnTo>
                  <a:pt x="8840" y="9318"/>
                </a:lnTo>
                <a:lnTo>
                  <a:pt x="8931" y="9024"/>
                </a:lnTo>
                <a:lnTo>
                  <a:pt x="9017" y="8668"/>
                </a:lnTo>
                <a:lnTo>
                  <a:pt x="9100" y="8260"/>
                </a:lnTo>
                <a:lnTo>
                  <a:pt x="9181" y="7810"/>
                </a:lnTo>
                <a:lnTo>
                  <a:pt x="9261" y="7328"/>
                </a:lnTo>
                <a:lnTo>
                  <a:pt x="9341" y="6792"/>
                </a:lnTo>
                <a:lnTo>
                  <a:pt x="9420" y="6189"/>
                </a:lnTo>
                <a:lnTo>
                  <a:pt x="9497" y="5545"/>
                </a:lnTo>
                <a:lnTo>
                  <a:pt x="9570" y="4883"/>
                </a:lnTo>
                <a:lnTo>
                  <a:pt x="9640" y="4227"/>
                </a:lnTo>
                <a:lnTo>
                  <a:pt x="9704" y="3601"/>
                </a:lnTo>
                <a:lnTo>
                  <a:pt x="9765" y="3006"/>
                </a:lnTo>
                <a:lnTo>
                  <a:pt x="9825" y="2423"/>
                </a:lnTo>
                <a:lnTo>
                  <a:pt x="9880" y="1846"/>
                </a:lnTo>
                <a:lnTo>
                  <a:pt x="9928" y="1269"/>
                </a:lnTo>
                <a:lnTo>
                  <a:pt x="9969" y="688"/>
                </a:lnTo>
                <a:lnTo>
                  <a:pt x="10000" y="95"/>
                </a:lnTo>
                <a:lnTo>
                  <a:pt x="10000" y="0"/>
                </a:lnTo>
                <a:lnTo>
                  <a:pt x="9708" y="183"/>
                </a:lnTo>
                <a:lnTo>
                  <a:pt x="9416" y="362"/>
                </a:lnTo>
                <a:lnTo>
                  <a:pt x="9125" y="535"/>
                </a:lnTo>
                <a:lnTo>
                  <a:pt x="8833" y="702"/>
                </a:lnTo>
                <a:lnTo>
                  <a:pt x="8542" y="864"/>
                </a:lnTo>
                <a:lnTo>
                  <a:pt x="8525" y="873"/>
                </a:lnTo>
                <a:lnTo>
                  <a:pt x="8509" y="994"/>
                </a:lnTo>
                <a:lnTo>
                  <a:pt x="8509" y="995"/>
                </a:lnTo>
                <a:lnTo>
                  <a:pt x="8438" y="1514"/>
                </a:lnTo>
                <a:lnTo>
                  <a:pt x="8438" y="1515"/>
                </a:lnTo>
                <a:lnTo>
                  <a:pt x="8366" y="1999"/>
                </a:lnTo>
                <a:lnTo>
                  <a:pt x="8365" y="2000"/>
                </a:lnTo>
                <a:lnTo>
                  <a:pt x="8292" y="2429"/>
                </a:lnTo>
                <a:lnTo>
                  <a:pt x="8292" y="2431"/>
                </a:lnTo>
                <a:lnTo>
                  <a:pt x="8218" y="2817"/>
                </a:lnTo>
                <a:lnTo>
                  <a:pt x="8218" y="2818"/>
                </a:lnTo>
                <a:lnTo>
                  <a:pt x="8144" y="3177"/>
                </a:lnTo>
                <a:lnTo>
                  <a:pt x="8144" y="3179"/>
                </a:lnTo>
                <a:lnTo>
                  <a:pt x="8068" y="3500"/>
                </a:lnTo>
                <a:lnTo>
                  <a:pt x="8068" y="3503"/>
                </a:lnTo>
                <a:lnTo>
                  <a:pt x="7992" y="3777"/>
                </a:lnTo>
                <a:lnTo>
                  <a:pt x="7990" y="3781"/>
                </a:lnTo>
                <a:lnTo>
                  <a:pt x="7915" y="3994"/>
                </a:lnTo>
                <a:lnTo>
                  <a:pt x="7912" y="4002"/>
                </a:lnTo>
                <a:lnTo>
                  <a:pt x="7868" y="4091"/>
                </a:lnTo>
                <a:lnTo>
                  <a:pt x="7865" y="4097"/>
                </a:lnTo>
                <a:lnTo>
                  <a:pt x="7861" y="4103"/>
                </a:lnTo>
                <a:lnTo>
                  <a:pt x="7856" y="4108"/>
                </a:lnTo>
                <a:lnTo>
                  <a:pt x="7851" y="4113"/>
                </a:lnTo>
                <a:lnTo>
                  <a:pt x="7846" y="4118"/>
                </a:lnTo>
                <a:lnTo>
                  <a:pt x="7840" y="4122"/>
                </a:lnTo>
                <a:lnTo>
                  <a:pt x="7834" y="4125"/>
                </a:lnTo>
                <a:lnTo>
                  <a:pt x="7827" y="4128"/>
                </a:lnTo>
                <a:lnTo>
                  <a:pt x="7820" y="4130"/>
                </a:lnTo>
                <a:lnTo>
                  <a:pt x="7813" y="4131"/>
                </a:lnTo>
                <a:lnTo>
                  <a:pt x="7806" y="4132"/>
                </a:lnTo>
                <a:lnTo>
                  <a:pt x="7799" y="4132"/>
                </a:lnTo>
                <a:lnTo>
                  <a:pt x="7792" y="4131"/>
                </a:lnTo>
                <a:lnTo>
                  <a:pt x="7785" y="4130"/>
                </a:lnTo>
                <a:lnTo>
                  <a:pt x="7778" y="4128"/>
                </a:lnTo>
                <a:lnTo>
                  <a:pt x="7772" y="4126"/>
                </a:lnTo>
                <a:lnTo>
                  <a:pt x="7765" y="4122"/>
                </a:lnTo>
                <a:lnTo>
                  <a:pt x="7759" y="4118"/>
                </a:lnTo>
                <a:lnTo>
                  <a:pt x="7708" y="4082"/>
                </a:lnTo>
                <a:lnTo>
                  <a:pt x="7701" y="4076"/>
                </a:lnTo>
                <a:lnTo>
                  <a:pt x="7533" y="3924"/>
                </a:lnTo>
                <a:lnTo>
                  <a:pt x="7527" y="3918"/>
                </a:lnTo>
                <a:lnTo>
                  <a:pt x="7317" y="3685"/>
                </a:lnTo>
                <a:lnTo>
                  <a:pt x="7316" y="3684"/>
                </a:lnTo>
                <a:lnTo>
                  <a:pt x="7067" y="3393"/>
                </a:lnTo>
                <a:lnTo>
                  <a:pt x="7064" y="3389"/>
                </a:lnTo>
                <a:lnTo>
                  <a:pt x="6788" y="3077"/>
                </a:lnTo>
                <a:lnTo>
                  <a:pt x="6777" y="3065"/>
                </a:lnTo>
                <a:lnTo>
                  <a:pt x="6476" y="2761"/>
                </a:lnTo>
                <a:lnTo>
                  <a:pt x="6455" y="2740"/>
                </a:lnTo>
                <a:lnTo>
                  <a:pt x="6131" y="2468"/>
                </a:lnTo>
                <a:lnTo>
                  <a:pt x="6110" y="2452"/>
                </a:lnTo>
                <a:lnTo>
                  <a:pt x="5751" y="2197"/>
                </a:lnTo>
                <a:lnTo>
                  <a:pt x="5741" y="2190"/>
                </a:lnTo>
                <a:lnTo>
                  <a:pt x="5697" y="2161"/>
                </a:lnTo>
                <a:lnTo>
                  <a:pt x="5627" y="2187"/>
                </a:lnTo>
                <a:lnTo>
                  <a:pt x="5335" y="2291"/>
                </a:lnTo>
                <a:lnTo>
                  <a:pt x="5044" y="2389"/>
                </a:lnTo>
                <a:lnTo>
                  <a:pt x="4752" y="2483"/>
                </a:lnTo>
                <a:lnTo>
                  <a:pt x="4460" y="2572"/>
                </a:lnTo>
                <a:lnTo>
                  <a:pt x="4169" y="2655"/>
                </a:lnTo>
                <a:lnTo>
                  <a:pt x="3877" y="2734"/>
                </a:lnTo>
                <a:lnTo>
                  <a:pt x="3586" y="2808"/>
                </a:lnTo>
                <a:lnTo>
                  <a:pt x="3294" y="2877"/>
                </a:lnTo>
                <a:lnTo>
                  <a:pt x="3003" y="2942"/>
                </a:lnTo>
                <a:lnTo>
                  <a:pt x="2711" y="3002"/>
                </a:lnTo>
                <a:lnTo>
                  <a:pt x="2420" y="3057"/>
                </a:lnTo>
                <a:lnTo>
                  <a:pt x="2128" y="3108"/>
                </a:lnTo>
                <a:lnTo>
                  <a:pt x="1837" y="3154"/>
                </a:lnTo>
                <a:lnTo>
                  <a:pt x="1545" y="3196"/>
                </a:lnTo>
                <a:lnTo>
                  <a:pt x="1254" y="3233"/>
                </a:lnTo>
                <a:lnTo>
                  <a:pt x="962" y="3267"/>
                </a:lnTo>
                <a:lnTo>
                  <a:pt x="671" y="3296"/>
                </a:lnTo>
                <a:lnTo>
                  <a:pt x="379" y="3321"/>
                </a:lnTo>
                <a:lnTo>
                  <a:pt x="88" y="3342"/>
                </a:lnTo>
                <a:lnTo>
                  <a:pt x="0" y="3347"/>
                </a:lnTo>
                <a:lnTo>
                  <a:pt x="77" y="4132"/>
                </a:lnTo>
                <a:lnTo>
                  <a:pt x="160" y="5132"/>
                </a:lnTo>
                <a:lnTo>
                  <a:pt x="198" y="5756"/>
                </a:lnTo>
                <a:lnTo>
                  <a:pt x="249" y="5740"/>
                </a:lnTo>
                <a:lnTo>
                  <a:pt x="712" y="5626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1039001" y="1578987"/>
            <a:ext cx="1523931" cy="2948493"/>
            <a:chOff x="1039001" y="1578987"/>
            <a:chExt cx="1523931" cy="2948493"/>
          </a:xfrm>
        </p:grpSpPr>
        <p:sp>
          <p:nvSpPr>
            <p:cNvPr id="18" name="Forma 17"/>
            <p:cNvSpPr/>
            <p:nvPr/>
          </p:nvSpPr>
          <p:spPr>
            <a:xfrm>
              <a:off x="1039001" y="1578987"/>
              <a:ext cx="1523931" cy="2948493"/>
            </a:xfrm>
            <a:custGeom>
              <a:avLst/>
              <a:gdLst/>
              <a:ahLst/>
              <a:cxnLst/>
              <a:rect l="0" t="0" r="r" b="b"/>
              <a:pathLst>
                <a:path w="5077" h="10000">
                  <a:moveTo>
                    <a:pt x="553" y="9983"/>
                  </a:moveTo>
                  <a:lnTo>
                    <a:pt x="632" y="9913"/>
                  </a:lnTo>
                  <a:lnTo>
                    <a:pt x="730" y="9806"/>
                  </a:lnTo>
                  <a:lnTo>
                    <a:pt x="846" y="9672"/>
                  </a:lnTo>
                  <a:lnTo>
                    <a:pt x="848" y="9670"/>
                  </a:lnTo>
                  <a:lnTo>
                    <a:pt x="977" y="9526"/>
                  </a:lnTo>
                  <a:lnTo>
                    <a:pt x="983" y="9520"/>
                  </a:lnTo>
                  <a:lnTo>
                    <a:pt x="1124" y="9379"/>
                  </a:lnTo>
                  <a:lnTo>
                    <a:pt x="1135" y="9368"/>
                  </a:lnTo>
                  <a:lnTo>
                    <a:pt x="1287" y="9242"/>
                  </a:lnTo>
                  <a:lnTo>
                    <a:pt x="1299" y="9234"/>
                  </a:lnTo>
                  <a:lnTo>
                    <a:pt x="1467" y="9116"/>
                  </a:lnTo>
                  <a:lnTo>
                    <a:pt x="1472" y="9112"/>
                  </a:lnTo>
                  <a:lnTo>
                    <a:pt x="1659" y="8992"/>
                  </a:lnTo>
                  <a:lnTo>
                    <a:pt x="1665" y="8988"/>
                  </a:lnTo>
                  <a:lnTo>
                    <a:pt x="1863" y="8870"/>
                  </a:lnTo>
                  <a:lnTo>
                    <a:pt x="1870" y="8866"/>
                  </a:lnTo>
                  <a:lnTo>
                    <a:pt x="2073" y="8758"/>
                  </a:lnTo>
                  <a:lnTo>
                    <a:pt x="2082" y="8753"/>
                  </a:lnTo>
                  <a:lnTo>
                    <a:pt x="2285" y="8659"/>
                  </a:lnTo>
                  <a:lnTo>
                    <a:pt x="2297" y="8653"/>
                  </a:lnTo>
                  <a:lnTo>
                    <a:pt x="2493" y="8579"/>
                  </a:lnTo>
                  <a:lnTo>
                    <a:pt x="2509" y="8574"/>
                  </a:lnTo>
                  <a:lnTo>
                    <a:pt x="2700" y="8520"/>
                  </a:lnTo>
                  <a:lnTo>
                    <a:pt x="2716" y="8517"/>
                  </a:lnTo>
                  <a:lnTo>
                    <a:pt x="2907" y="8479"/>
                  </a:lnTo>
                  <a:lnTo>
                    <a:pt x="2922" y="8477"/>
                  </a:lnTo>
                  <a:lnTo>
                    <a:pt x="3112" y="8454"/>
                  </a:lnTo>
                  <a:lnTo>
                    <a:pt x="3126" y="8453"/>
                  </a:lnTo>
                  <a:lnTo>
                    <a:pt x="3314" y="8443"/>
                  </a:lnTo>
                  <a:lnTo>
                    <a:pt x="3327" y="8443"/>
                  </a:lnTo>
                  <a:lnTo>
                    <a:pt x="3510" y="8445"/>
                  </a:lnTo>
                  <a:lnTo>
                    <a:pt x="3522" y="8445"/>
                  </a:lnTo>
                  <a:lnTo>
                    <a:pt x="3699" y="8457"/>
                  </a:lnTo>
                  <a:lnTo>
                    <a:pt x="3716" y="8458"/>
                  </a:lnTo>
                  <a:lnTo>
                    <a:pt x="3890" y="8484"/>
                  </a:lnTo>
                  <a:lnTo>
                    <a:pt x="3908" y="8488"/>
                  </a:lnTo>
                  <a:lnTo>
                    <a:pt x="4081" y="8530"/>
                  </a:lnTo>
                  <a:lnTo>
                    <a:pt x="4094" y="8534"/>
                  </a:lnTo>
                  <a:lnTo>
                    <a:pt x="4262" y="8588"/>
                  </a:lnTo>
                  <a:lnTo>
                    <a:pt x="4271" y="8591"/>
                  </a:lnTo>
                  <a:lnTo>
                    <a:pt x="4432" y="8651"/>
                  </a:lnTo>
                  <a:lnTo>
                    <a:pt x="4438" y="8654"/>
                  </a:lnTo>
                  <a:lnTo>
                    <a:pt x="4588" y="8716"/>
                  </a:lnTo>
                  <a:lnTo>
                    <a:pt x="4590" y="8717"/>
                  </a:lnTo>
                  <a:lnTo>
                    <a:pt x="4726" y="8775"/>
                  </a:lnTo>
                  <a:lnTo>
                    <a:pt x="4739" y="8781"/>
                  </a:lnTo>
                  <a:lnTo>
                    <a:pt x="4751" y="8788"/>
                  </a:lnTo>
                  <a:lnTo>
                    <a:pt x="4877" y="8866"/>
                  </a:lnTo>
                  <a:lnTo>
                    <a:pt x="4889" y="8875"/>
                  </a:lnTo>
                  <a:lnTo>
                    <a:pt x="4901" y="8885"/>
                  </a:lnTo>
                  <a:lnTo>
                    <a:pt x="5020" y="8992"/>
                  </a:lnTo>
                  <a:lnTo>
                    <a:pt x="5026" y="8998"/>
                  </a:lnTo>
                  <a:lnTo>
                    <a:pt x="5076" y="9048"/>
                  </a:lnTo>
                  <a:lnTo>
                    <a:pt x="5077" y="8898"/>
                  </a:lnTo>
                  <a:lnTo>
                    <a:pt x="5060" y="8624"/>
                  </a:lnTo>
                  <a:lnTo>
                    <a:pt x="5034" y="8320"/>
                  </a:lnTo>
                  <a:lnTo>
                    <a:pt x="5006" y="8016"/>
                  </a:lnTo>
                  <a:lnTo>
                    <a:pt x="5006" y="8014"/>
                  </a:lnTo>
                  <a:lnTo>
                    <a:pt x="4984" y="7737"/>
                  </a:lnTo>
                  <a:lnTo>
                    <a:pt x="4984" y="7736"/>
                  </a:lnTo>
                  <a:lnTo>
                    <a:pt x="4967" y="7482"/>
                  </a:lnTo>
                  <a:lnTo>
                    <a:pt x="4946" y="7231"/>
                  </a:lnTo>
                  <a:lnTo>
                    <a:pt x="4924" y="6979"/>
                  </a:lnTo>
                  <a:lnTo>
                    <a:pt x="4901" y="6728"/>
                  </a:lnTo>
                  <a:lnTo>
                    <a:pt x="4878" y="6476"/>
                  </a:lnTo>
                  <a:lnTo>
                    <a:pt x="4878" y="6476"/>
                  </a:lnTo>
                  <a:lnTo>
                    <a:pt x="4856" y="6224"/>
                  </a:lnTo>
                  <a:lnTo>
                    <a:pt x="4856" y="6223"/>
                  </a:lnTo>
                  <a:lnTo>
                    <a:pt x="4836" y="5970"/>
                  </a:lnTo>
                  <a:lnTo>
                    <a:pt x="4835" y="5970"/>
                  </a:lnTo>
                  <a:lnTo>
                    <a:pt x="4816" y="5718"/>
                  </a:lnTo>
                  <a:lnTo>
                    <a:pt x="4796" y="5465"/>
                  </a:lnTo>
                  <a:lnTo>
                    <a:pt x="4775" y="5214"/>
                  </a:lnTo>
                  <a:lnTo>
                    <a:pt x="4753" y="4962"/>
                  </a:lnTo>
                  <a:lnTo>
                    <a:pt x="4728" y="4711"/>
                  </a:lnTo>
                  <a:lnTo>
                    <a:pt x="4701" y="4459"/>
                  </a:lnTo>
                  <a:lnTo>
                    <a:pt x="4674" y="4207"/>
                  </a:lnTo>
                  <a:lnTo>
                    <a:pt x="4644" y="3955"/>
                  </a:lnTo>
                  <a:lnTo>
                    <a:pt x="4612" y="3704"/>
                  </a:lnTo>
                  <a:lnTo>
                    <a:pt x="4577" y="3454"/>
                  </a:lnTo>
                  <a:lnTo>
                    <a:pt x="4537" y="3205"/>
                  </a:lnTo>
                  <a:lnTo>
                    <a:pt x="4492" y="2953"/>
                  </a:lnTo>
                  <a:lnTo>
                    <a:pt x="4444" y="2697"/>
                  </a:lnTo>
                  <a:lnTo>
                    <a:pt x="4392" y="2442"/>
                  </a:lnTo>
                  <a:lnTo>
                    <a:pt x="4337" y="2192"/>
                  </a:lnTo>
                  <a:lnTo>
                    <a:pt x="4279" y="1954"/>
                  </a:lnTo>
                  <a:lnTo>
                    <a:pt x="4220" y="1733"/>
                  </a:lnTo>
                  <a:lnTo>
                    <a:pt x="4157" y="1525"/>
                  </a:lnTo>
                  <a:lnTo>
                    <a:pt x="4089" y="1326"/>
                  </a:lnTo>
                  <a:lnTo>
                    <a:pt x="4019" y="1137"/>
                  </a:lnTo>
                  <a:lnTo>
                    <a:pt x="3948" y="961"/>
                  </a:lnTo>
                  <a:lnTo>
                    <a:pt x="3878" y="798"/>
                  </a:lnTo>
                  <a:lnTo>
                    <a:pt x="3811" y="653"/>
                  </a:lnTo>
                  <a:lnTo>
                    <a:pt x="3748" y="525"/>
                  </a:lnTo>
                  <a:lnTo>
                    <a:pt x="3690" y="415"/>
                  </a:lnTo>
                  <a:lnTo>
                    <a:pt x="3634" y="322"/>
                  </a:lnTo>
                  <a:lnTo>
                    <a:pt x="3579" y="244"/>
                  </a:lnTo>
                  <a:lnTo>
                    <a:pt x="3524" y="180"/>
                  </a:lnTo>
                  <a:lnTo>
                    <a:pt x="3465" y="125"/>
                  </a:lnTo>
                  <a:lnTo>
                    <a:pt x="3405" y="78"/>
                  </a:lnTo>
                  <a:lnTo>
                    <a:pt x="3349" y="43"/>
                  </a:lnTo>
                  <a:lnTo>
                    <a:pt x="3298" y="20"/>
                  </a:lnTo>
                  <a:lnTo>
                    <a:pt x="3244" y="6"/>
                  </a:lnTo>
                  <a:lnTo>
                    <a:pt x="3180" y="0"/>
                  </a:lnTo>
                  <a:lnTo>
                    <a:pt x="3096" y="3"/>
                  </a:lnTo>
                  <a:lnTo>
                    <a:pt x="2987" y="19"/>
                  </a:lnTo>
                  <a:lnTo>
                    <a:pt x="2855" y="51"/>
                  </a:lnTo>
                  <a:lnTo>
                    <a:pt x="2710" y="95"/>
                  </a:lnTo>
                  <a:lnTo>
                    <a:pt x="2559" y="150"/>
                  </a:lnTo>
                  <a:lnTo>
                    <a:pt x="2412" y="213"/>
                  </a:lnTo>
                  <a:lnTo>
                    <a:pt x="2274" y="283"/>
                  </a:lnTo>
                  <a:lnTo>
                    <a:pt x="2142" y="360"/>
                  </a:lnTo>
                  <a:lnTo>
                    <a:pt x="2011" y="448"/>
                  </a:lnTo>
                  <a:lnTo>
                    <a:pt x="1882" y="545"/>
                  </a:lnTo>
                  <a:lnTo>
                    <a:pt x="1755" y="650"/>
                  </a:lnTo>
                  <a:lnTo>
                    <a:pt x="1633" y="763"/>
                  </a:lnTo>
                  <a:lnTo>
                    <a:pt x="1515" y="883"/>
                  </a:lnTo>
                  <a:lnTo>
                    <a:pt x="1403" y="1010"/>
                  </a:lnTo>
                  <a:lnTo>
                    <a:pt x="1293" y="1145"/>
                  </a:lnTo>
                  <a:lnTo>
                    <a:pt x="1188" y="1289"/>
                  </a:lnTo>
                  <a:lnTo>
                    <a:pt x="1087" y="1440"/>
                  </a:lnTo>
                  <a:lnTo>
                    <a:pt x="990" y="1597"/>
                  </a:lnTo>
                  <a:lnTo>
                    <a:pt x="896" y="1761"/>
                  </a:lnTo>
                  <a:lnTo>
                    <a:pt x="807" y="1932"/>
                  </a:lnTo>
                  <a:lnTo>
                    <a:pt x="721" y="2110"/>
                  </a:lnTo>
                  <a:lnTo>
                    <a:pt x="640" y="2295"/>
                  </a:lnTo>
                  <a:lnTo>
                    <a:pt x="563" y="2485"/>
                  </a:lnTo>
                  <a:lnTo>
                    <a:pt x="492" y="2680"/>
                  </a:lnTo>
                  <a:lnTo>
                    <a:pt x="426" y="2879"/>
                  </a:lnTo>
                  <a:lnTo>
                    <a:pt x="366" y="3082"/>
                  </a:lnTo>
                  <a:lnTo>
                    <a:pt x="312" y="3292"/>
                  </a:lnTo>
                  <a:lnTo>
                    <a:pt x="263" y="3506"/>
                  </a:lnTo>
                  <a:lnTo>
                    <a:pt x="219" y="3725"/>
                  </a:lnTo>
                  <a:lnTo>
                    <a:pt x="178" y="3946"/>
                  </a:lnTo>
                  <a:lnTo>
                    <a:pt x="142" y="4167"/>
                  </a:lnTo>
                  <a:lnTo>
                    <a:pt x="111" y="4390"/>
                  </a:lnTo>
                  <a:lnTo>
                    <a:pt x="84" y="4615"/>
                  </a:lnTo>
                  <a:lnTo>
                    <a:pt x="61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6" y="7340"/>
                  </a:lnTo>
                  <a:lnTo>
                    <a:pt x="67" y="7561"/>
                  </a:lnTo>
                  <a:lnTo>
                    <a:pt x="91" y="7779"/>
                  </a:lnTo>
                  <a:lnTo>
                    <a:pt x="116" y="7989"/>
                  </a:lnTo>
                  <a:lnTo>
                    <a:pt x="143" y="8191"/>
                  </a:lnTo>
                  <a:lnTo>
                    <a:pt x="170" y="8382"/>
                  </a:lnTo>
                  <a:lnTo>
                    <a:pt x="200" y="8567"/>
                  </a:lnTo>
                  <a:lnTo>
                    <a:pt x="232" y="8745"/>
                  </a:lnTo>
                  <a:lnTo>
                    <a:pt x="265" y="8916"/>
                  </a:lnTo>
                  <a:lnTo>
                    <a:pt x="299" y="9081"/>
                  </a:lnTo>
                  <a:lnTo>
                    <a:pt x="333" y="9241"/>
                  </a:lnTo>
                  <a:lnTo>
                    <a:pt x="368" y="9402"/>
                  </a:lnTo>
                  <a:lnTo>
                    <a:pt x="403" y="9563"/>
                  </a:lnTo>
                  <a:lnTo>
                    <a:pt x="438" y="9716"/>
                  </a:lnTo>
                  <a:lnTo>
                    <a:pt x="474" y="9851"/>
                  </a:lnTo>
                  <a:lnTo>
                    <a:pt x="510" y="9958"/>
                  </a:lnTo>
                  <a:lnTo>
                    <a:pt x="529" y="10000"/>
                  </a:lnTo>
                  <a:lnTo>
                    <a:pt x="553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140574" y="1868344"/>
              <a:ext cx="1192518" cy="2110747"/>
            </a:xfrm>
            <a:custGeom>
              <a:avLst/>
              <a:gdLst/>
              <a:ahLst/>
              <a:cxnLst/>
              <a:rect l="0" t="0" r="r" b="b"/>
              <a:pathLst>
                <a:path w="2287" h="4122" fill="none">
                  <a:moveTo>
                    <a:pt x="2287" y="1942"/>
                  </a:moveTo>
                  <a:lnTo>
                    <a:pt x="1688" y="1664"/>
                  </a:lnTo>
                  <a:lnTo>
                    <a:pt x="949" y="1189"/>
                  </a:lnTo>
                  <a:lnTo>
                    <a:pt x="534" y="713"/>
                  </a:lnTo>
                </a:path>
                <a:path w="2287" h="4122" fill="none">
                  <a:moveTo>
                    <a:pt x="1688" y="1664"/>
                  </a:moveTo>
                  <a:lnTo>
                    <a:pt x="1411" y="951"/>
                  </a:lnTo>
                  <a:lnTo>
                    <a:pt x="1272" y="158"/>
                  </a:lnTo>
                </a:path>
                <a:path w="2287" h="4122" fill="none">
                  <a:moveTo>
                    <a:pt x="2287" y="1942"/>
                  </a:moveTo>
                  <a:lnTo>
                    <a:pt x="1411" y="2061"/>
                  </a:lnTo>
                  <a:lnTo>
                    <a:pt x="488" y="2061"/>
                  </a:lnTo>
                  <a:lnTo>
                    <a:pt x="26" y="2140"/>
                  </a:lnTo>
                </a:path>
                <a:path w="2287" h="4122" fill="none">
                  <a:moveTo>
                    <a:pt x="1411" y="2061"/>
                  </a:moveTo>
                  <a:lnTo>
                    <a:pt x="765" y="2615"/>
                  </a:lnTo>
                  <a:lnTo>
                    <a:pt x="257" y="3091"/>
                  </a:lnTo>
                </a:path>
                <a:path w="2287" h="4122" fill="none">
                  <a:moveTo>
                    <a:pt x="2287" y="1942"/>
                  </a:moveTo>
                  <a:lnTo>
                    <a:pt x="1688" y="2615"/>
                  </a:lnTo>
                  <a:lnTo>
                    <a:pt x="1134" y="3408"/>
                  </a:lnTo>
                  <a:lnTo>
                    <a:pt x="626" y="4042"/>
                  </a:lnTo>
                </a:path>
                <a:path w="2287" h="4122" fill="none">
                  <a:moveTo>
                    <a:pt x="1688" y="2615"/>
                  </a:moveTo>
                  <a:lnTo>
                    <a:pt x="1964" y="3408"/>
                  </a:lnTo>
                  <a:lnTo>
                    <a:pt x="1688" y="4122"/>
                  </a:lnTo>
                </a:path>
                <a:path w="2287" h="4122" fill="none">
                  <a:moveTo>
                    <a:pt x="1134" y="3408"/>
                  </a:moveTo>
                  <a:lnTo>
                    <a:pt x="395" y="3804"/>
                  </a:lnTo>
                  <a:lnTo>
                    <a:pt x="26" y="4042"/>
                  </a:lnTo>
                </a:path>
                <a:path w="2287" h="4122" fill="none">
                  <a:moveTo>
                    <a:pt x="949" y="1189"/>
                  </a:moveTo>
                  <a:lnTo>
                    <a:pt x="303" y="1347"/>
                  </a:lnTo>
                  <a:lnTo>
                    <a:pt x="0" y="1543"/>
                  </a:lnTo>
                </a:path>
                <a:path w="2287" h="4122" fill="none">
                  <a:moveTo>
                    <a:pt x="1411" y="951"/>
                  </a:moveTo>
                  <a:lnTo>
                    <a:pt x="857" y="475"/>
                  </a:lnTo>
                </a:path>
                <a:path w="2287" h="4122" fill="none">
                  <a:moveTo>
                    <a:pt x="765" y="2615"/>
                  </a:moveTo>
                  <a:lnTo>
                    <a:pt x="857" y="3170"/>
                  </a:lnTo>
                  <a:lnTo>
                    <a:pt x="580" y="3725"/>
                  </a:lnTo>
                </a:path>
                <a:path w="2287" h="4122" fill="none">
                  <a:moveTo>
                    <a:pt x="2287" y="1942"/>
                  </a:moveTo>
                  <a:lnTo>
                    <a:pt x="2149" y="1347"/>
                  </a:lnTo>
                  <a:lnTo>
                    <a:pt x="1872" y="713"/>
                  </a:lnTo>
                  <a:lnTo>
                    <a:pt x="1688" y="0"/>
                  </a:lnTo>
                </a:path>
                <a:path w="2287" h="4122" fill="none">
                  <a:moveTo>
                    <a:pt x="488" y="2061"/>
                  </a:moveTo>
                  <a:lnTo>
                    <a:pt x="211" y="253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75979" y="2862831"/>
              <a:ext cx="1281166" cy="1235639"/>
            </a:xfrm>
            <a:custGeom>
              <a:avLst/>
              <a:gdLst/>
              <a:ahLst/>
              <a:cxnLst/>
              <a:rect l="0" t="0" r="r" b="b"/>
              <a:pathLst>
                <a:path w="2458" h="2413" fill="none">
                  <a:moveTo>
                    <a:pt x="0" y="130"/>
                  </a:moveTo>
                  <a:lnTo>
                    <a:pt x="173" y="145"/>
                  </a:lnTo>
                  <a:lnTo>
                    <a:pt x="389" y="163"/>
                  </a:lnTo>
                  <a:lnTo>
                    <a:pt x="606" y="176"/>
                  </a:lnTo>
                  <a:lnTo>
                    <a:pt x="796" y="182"/>
                  </a:lnTo>
                  <a:lnTo>
                    <a:pt x="954" y="178"/>
                  </a:lnTo>
                  <a:lnTo>
                    <a:pt x="1097" y="168"/>
                  </a:lnTo>
                  <a:lnTo>
                    <a:pt x="1236" y="154"/>
                  </a:lnTo>
                  <a:lnTo>
                    <a:pt x="1378" y="137"/>
                  </a:lnTo>
                  <a:lnTo>
                    <a:pt x="1535" y="118"/>
                  </a:lnTo>
                  <a:lnTo>
                    <a:pt x="1722" y="96"/>
                  </a:lnTo>
                  <a:lnTo>
                    <a:pt x="1935" y="69"/>
                  </a:lnTo>
                  <a:lnTo>
                    <a:pt x="2146" y="41"/>
                  </a:lnTo>
                  <a:lnTo>
                    <a:pt x="2329" y="17"/>
                  </a:lnTo>
                  <a:lnTo>
                    <a:pt x="2458" y="0"/>
                  </a:lnTo>
                </a:path>
                <a:path w="2458" h="2413" fill="none">
                  <a:moveTo>
                    <a:pt x="62" y="2413"/>
                  </a:moveTo>
                  <a:lnTo>
                    <a:pt x="171" y="2299"/>
                  </a:lnTo>
                  <a:lnTo>
                    <a:pt x="330" y="2131"/>
                  </a:lnTo>
                  <a:lnTo>
                    <a:pt x="516" y="1936"/>
                  </a:lnTo>
                  <a:lnTo>
                    <a:pt x="709" y="1734"/>
                  </a:lnTo>
                  <a:lnTo>
                    <a:pt x="888" y="1545"/>
                  </a:lnTo>
                  <a:lnTo>
                    <a:pt x="1056" y="1366"/>
                  </a:lnTo>
                  <a:lnTo>
                    <a:pt x="1225" y="1181"/>
                  </a:lnTo>
                  <a:lnTo>
                    <a:pt x="1394" y="999"/>
                  </a:lnTo>
                  <a:lnTo>
                    <a:pt x="1559" y="827"/>
                  </a:lnTo>
                  <a:lnTo>
                    <a:pt x="1719" y="673"/>
                  </a:lnTo>
                  <a:lnTo>
                    <a:pt x="1885" y="533"/>
                  </a:lnTo>
                  <a:lnTo>
                    <a:pt x="2057" y="402"/>
                  </a:lnTo>
                  <a:lnTo>
                    <a:pt x="2220" y="285"/>
                  </a:lnTo>
                  <a:lnTo>
                    <a:pt x="2359" y="189"/>
                  </a:lnTo>
                  <a:lnTo>
                    <a:pt x="2458" y="11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1039001" y="1578987"/>
            <a:ext cx="1523931" cy="2948493"/>
          </a:xfrm>
          <a:custGeom>
            <a:avLst/>
            <a:gdLst/>
            <a:ahLst/>
            <a:cxnLst/>
            <a:rect l="0" t="0" r="r" b="b"/>
            <a:pathLst>
              <a:path w="2923" h="5758" fill="none">
                <a:moveTo>
                  <a:pt x="318" y="5748"/>
                </a:moveTo>
                <a:lnTo>
                  <a:pt x="364" y="5708"/>
                </a:lnTo>
                <a:lnTo>
                  <a:pt x="420" y="5646"/>
                </a:lnTo>
                <a:lnTo>
                  <a:pt x="487" y="5569"/>
                </a:lnTo>
                <a:lnTo>
                  <a:pt x="488" y="5568"/>
                </a:lnTo>
                <a:lnTo>
                  <a:pt x="562" y="5485"/>
                </a:lnTo>
                <a:lnTo>
                  <a:pt x="566" y="5481"/>
                </a:lnTo>
                <a:lnTo>
                  <a:pt x="647" y="5400"/>
                </a:lnTo>
                <a:lnTo>
                  <a:pt x="654" y="5394"/>
                </a:lnTo>
                <a:lnTo>
                  <a:pt x="741" y="5321"/>
                </a:lnTo>
                <a:lnTo>
                  <a:pt x="748" y="5317"/>
                </a:lnTo>
                <a:lnTo>
                  <a:pt x="845" y="5249"/>
                </a:lnTo>
                <a:lnTo>
                  <a:pt x="848" y="5247"/>
                </a:lnTo>
                <a:lnTo>
                  <a:pt x="955" y="5177"/>
                </a:lnTo>
                <a:lnTo>
                  <a:pt x="958" y="5175"/>
                </a:lnTo>
                <a:lnTo>
                  <a:pt x="1072" y="5107"/>
                </a:lnTo>
                <a:lnTo>
                  <a:pt x="1076" y="5105"/>
                </a:lnTo>
                <a:lnTo>
                  <a:pt x="1194" y="5042"/>
                </a:lnTo>
                <a:lnTo>
                  <a:pt x="1199" y="5040"/>
                </a:lnTo>
                <a:lnTo>
                  <a:pt x="1315" y="4986"/>
                </a:lnTo>
                <a:lnTo>
                  <a:pt x="1323" y="4982"/>
                </a:lnTo>
                <a:lnTo>
                  <a:pt x="1435" y="4940"/>
                </a:lnTo>
                <a:lnTo>
                  <a:pt x="1445" y="4937"/>
                </a:lnTo>
                <a:lnTo>
                  <a:pt x="1555" y="4906"/>
                </a:lnTo>
                <a:lnTo>
                  <a:pt x="1564" y="4904"/>
                </a:lnTo>
                <a:lnTo>
                  <a:pt x="1674" y="4882"/>
                </a:lnTo>
                <a:lnTo>
                  <a:pt x="1682" y="4881"/>
                </a:lnTo>
                <a:lnTo>
                  <a:pt x="1792" y="4868"/>
                </a:lnTo>
                <a:lnTo>
                  <a:pt x="1800" y="4867"/>
                </a:lnTo>
                <a:lnTo>
                  <a:pt x="1908" y="4861"/>
                </a:lnTo>
                <a:lnTo>
                  <a:pt x="1916" y="4861"/>
                </a:lnTo>
                <a:lnTo>
                  <a:pt x="2021" y="4862"/>
                </a:lnTo>
                <a:lnTo>
                  <a:pt x="2028" y="4863"/>
                </a:lnTo>
                <a:lnTo>
                  <a:pt x="2130" y="4869"/>
                </a:lnTo>
                <a:lnTo>
                  <a:pt x="2140" y="4870"/>
                </a:lnTo>
                <a:lnTo>
                  <a:pt x="2240" y="4885"/>
                </a:lnTo>
                <a:lnTo>
                  <a:pt x="2251" y="4887"/>
                </a:lnTo>
                <a:lnTo>
                  <a:pt x="2350" y="4912"/>
                </a:lnTo>
                <a:lnTo>
                  <a:pt x="2358" y="4914"/>
                </a:lnTo>
                <a:lnTo>
                  <a:pt x="2454" y="4945"/>
                </a:lnTo>
                <a:lnTo>
                  <a:pt x="2460" y="4947"/>
                </a:lnTo>
                <a:lnTo>
                  <a:pt x="2552" y="4981"/>
                </a:lnTo>
                <a:lnTo>
                  <a:pt x="2555" y="4983"/>
                </a:lnTo>
                <a:lnTo>
                  <a:pt x="2642" y="5018"/>
                </a:lnTo>
                <a:lnTo>
                  <a:pt x="2643" y="5019"/>
                </a:lnTo>
                <a:lnTo>
                  <a:pt x="2722" y="5053"/>
                </a:lnTo>
                <a:lnTo>
                  <a:pt x="2729" y="5056"/>
                </a:lnTo>
                <a:lnTo>
                  <a:pt x="2736" y="5060"/>
                </a:lnTo>
                <a:lnTo>
                  <a:pt x="2808" y="5105"/>
                </a:lnTo>
                <a:lnTo>
                  <a:pt x="2816" y="5110"/>
                </a:lnTo>
                <a:lnTo>
                  <a:pt x="2822" y="5116"/>
                </a:lnTo>
                <a:lnTo>
                  <a:pt x="2891" y="5177"/>
                </a:lnTo>
                <a:lnTo>
                  <a:pt x="2894" y="5181"/>
                </a:lnTo>
                <a:lnTo>
                  <a:pt x="2923" y="5210"/>
                </a:lnTo>
                <a:lnTo>
                  <a:pt x="2923" y="5123"/>
                </a:lnTo>
                <a:lnTo>
                  <a:pt x="2914" y="4966"/>
                </a:lnTo>
                <a:lnTo>
                  <a:pt x="2899" y="4791"/>
                </a:lnTo>
                <a:lnTo>
                  <a:pt x="2883" y="4615"/>
                </a:lnTo>
                <a:lnTo>
                  <a:pt x="2883" y="4614"/>
                </a:lnTo>
                <a:lnTo>
                  <a:pt x="2870" y="4455"/>
                </a:lnTo>
                <a:lnTo>
                  <a:pt x="2870" y="4454"/>
                </a:lnTo>
                <a:lnTo>
                  <a:pt x="2860" y="4308"/>
                </a:lnTo>
                <a:lnTo>
                  <a:pt x="2848" y="4163"/>
                </a:lnTo>
                <a:lnTo>
                  <a:pt x="2836" y="4019"/>
                </a:lnTo>
                <a:lnTo>
                  <a:pt x="2822" y="3874"/>
                </a:lnTo>
                <a:lnTo>
                  <a:pt x="2809" y="3729"/>
                </a:lnTo>
                <a:lnTo>
                  <a:pt x="2809" y="3729"/>
                </a:lnTo>
                <a:lnTo>
                  <a:pt x="2796" y="3583"/>
                </a:lnTo>
                <a:lnTo>
                  <a:pt x="2796" y="3583"/>
                </a:lnTo>
                <a:lnTo>
                  <a:pt x="2785" y="3438"/>
                </a:lnTo>
                <a:lnTo>
                  <a:pt x="2785" y="3437"/>
                </a:lnTo>
                <a:lnTo>
                  <a:pt x="2773" y="3292"/>
                </a:lnTo>
                <a:lnTo>
                  <a:pt x="2762" y="3147"/>
                </a:lnTo>
                <a:lnTo>
                  <a:pt x="2750" y="3002"/>
                </a:lnTo>
                <a:lnTo>
                  <a:pt x="2737" y="2857"/>
                </a:lnTo>
                <a:lnTo>
                  <a:pt x="2723" y="2713"/>
                </a:lnTo>
                <a:lnTo>
                  <a:pt x="2707" y="2567"/>
                </a:lnTo>
                <a:lnTo>
                  <a:pt x="2691" y="2422"/>
                </a:lnTo>
                <a:lnTo>
                  <a:pt x="2674" y="2277"/>
                </a:lnTo>
                <a:lnTo>
                  <a:pt x="2656" y="2132"/>
                </a:lnTo>
                <a:lnTo>
                  <a:pt x="2636" y="1989"/>
                </a:lnTo>
                <a:lnTo>
                  <a:pt x="2613" y="1845"/>
                </a:lnTo>
                <a:lnTo>
                  <a:pt x="2587" y="1700"/>
                </a:lnTo>
                <a:lnTo>
                  <a:pt x="2559" y="1553"/>
                </a:lnTo>
                <a:lnTo>
                  <a:pt x="2529" y="1406"/>
                </a:lnTo>
                <a:lnTo>
                  <a:pt x="2497" y="1262"/>
                </a:lnTo>
                <a:lnTo>
                  <a:pt x="2464" y="1125"/>
                </a:lnTo>
                <a:lnTo>
                  <a:pt x="2430" y="998"/>
                </a:lnTo>
                <a:lnTo>
                  <a:pt x="2394" y="878"/>
                </a:lnTo>
                <a:lnTo>
                  <a:pt x="2355" y="763"/>
                </a:lnTo>
                <a:lnTo>
                  <a:pt x="2314" y="654"/>
                </a:lnTo>
                <a:lnTo>
                  <a:pt x="2274" y="553"/>
                </a:lnTo>
                <a:lnTo>
                  <a:pt x="2233" y="460"/>
                </a:lnTo>
                <a:lnTo>
                  <a:pt x="2195" y="376"/>
                </a:lnTo>
                <a:lnTo>
                  <a:pt x="2158" y="302"/>
                </a:lnTo>
                <a:lnTo>
                  <a:pt x="2125" y="239"/>
                </a:lnTo>
                <a:lnTo>
                  <a:pt x="2093" y="185"/>
                </a:lnTo>
                <a:lnTo>
                  <a:pt x="2061" y="140"/>
                </a:lnTo>
                <a:lnTo>
                  <a:pt x="2030" y="103"/>
                </a:lnTo>
                <a:lnTo>
                  <a:pt x="1996" y="72"/>
                </a:lnTo>
                <a:lnTo>
                  <a:pt x="1961" y="45"/>
                </a:lnTo>
                <a:lnTo>
                  <a:pt x="1928" y="25"/>
                </a:lnTo>
                <a:lnTo>
                  <a:pt x="1899" y="11"/>
                </a:lnTo>
                <a:lnTo>
                  <a:pt x="1868" y="3"/>
                </a:lnTo>
                <a:lnTo>
                  <a:pt x="1831" y="0"/>
                </a:lnTo>
                <a:lnTo>
                  <a:pt x="1783" y="1"/>
                </a:lnTo>
                <a:lnTo>
                  <a:pt x="1720" y="11"/>
                </a:lnTo>
                <a:lnTo>
                  <a:pt x="1644" y="29"/>
                </a:lnTo>
                <a:lnTo>
                  <a:pt x="1560" y="54"/>
                </a:lnTo>
                <a:lnTo>
                  <a:pt x="1474" y="86"/>
                </a:lnTo>
                <a:lnTo>
                  <a:pt x="1389" y="122"/>
                </a:lnTo>
                <a:lnTo>
                  <a:pt x="1309" y="163"/>
                </a:lnTo>
                <a:lnTo>
                  <a:pt x="1234" y="207"/>
                </a:lnTo>
                <a:lnTo>
                  <a:pt x="1158" y="258"/>
                </a:lnTo>
                <a:lnTo>
                  <a:pt x="1084" y="314"/>
                </a:lnTo>
                <a:lnTo>
                  <a:pt x="1011" y="374"/>
                </a:lnTo>
                <a:lnTo>
                  <a:pt x="940" y="439"/>
                </a:lnTo>
                <a:lnTo>
                  <a:pt x="872" y="508"/>
                </a:lnTo>
                <a:lnTo>
                  <a:pt x="807" y="581"/>
                </a:lnTo>
                <a:lnTo>
                  <a:pt x="745" y="659"/>
                </a:lnTo>
                <a:lnTo>
                  <a:pt x="684" y="742"/>
                </a:lnTo>
                <a:lnTo>
                  <a:pt x="626" y="829"/>
                </a:lnTo>
                <a:lnTo>
                  <a:pt x="570" y="920"/>
                </a:lnTo>
                <a:lnTo>
                  <a:pt x="516" y="1014"/>
                </a:lnTo>
                <a:lnTo>
                  <a:pt x="465" y="1112"/>
                </a:lnTo>
                <a:lnTo>
                  <a:pt x="415" y="1215"/>
                </a:lnTo>
                <a:lnTo>
                  <a:pt x="368" y="1321"/>
                </a:lnTo>
                <a:lnTo>
                  <a:pt x="324" y="1431"/>
                </a:lnTo>
                <a:lnTo>
                  <a:pt x="283" y="1543"/>
                </a:lnTo>
                <a:lnTo>
                  <a:pt x="245" y="1657"/>
                </a:lnTo>
                <a:lnTo>
                  <a:pt x="211" y="1774"/>
                </a:lnTo>
                <a:lnTo>
                  <a:pt x="180" y="1895"/>
                </a:lnTo>
                <a:lnTo>
                  <a:pt x="151" y="2019"/>
                </a:lnTo>
                <a:lnTo>
                  <a:pt x="126" y="2145"/>
                </a:lnTo>
                <a:lnTo>
                  <a:pt x="103" y="2272"/>
                </a:lnTo>
                <a:lnTo>
                  <a:pt x="82" y="2399"/>
                </a:lnTo>
                <a:lnTo>
                  <a:pt x="63" y="2527"/>
                </a:lnTo>
                <a:lnTo>
                  <a:pt x="48" y="2657"/>
                </a:lnTo>
                <a:lnTo>
                  <a:pt x="35" y="2788"/>
                </a:lnTo>
                <a:lnTo>
                  <a:pt x="24" y="2920"/>
                </a:lnTo>
                <a:lnTo>
                  <a:pt x="16" y="3052"/>
                </a:lnTo>
                <a:lnTo>
                  <a:pt x="9" y="3184"/>
                </a:lnTo>
                <a:lnTo>
                  <a:pt x="4" y="3315"/>
                </a:lnTo>
                <a:lnTo>
                  <a:pt x="1" y="3447"/>
                </a:lnTo>
                <a:lnTo>
                  <a:pt x="0" y="3579"/>
                </a:lnTo>
                <a:lnTo>
                  <a:pt x="1" y="3711"/>
                </a:lnTo>
                <a:lnTo>
                  <a:pt x="4" y="3841"/>
                </a:lnTo>
                <a:lnTo>
                  <a:pt x="9" y="3970"/>
                </a:lnTo>
                <a:lnTo>
                  <a:pt x="16" y="4098"/>
                </a:lnTo>
                <a:lnTo>
                  <a:pt x="26" y="4226"/>
                </a:lnTo>
                <a:lnTo>
                  <a:pt x="38" y="4354"/>
                </a:lnTo>
                <a:lnTo>
                  <a:pt x="52" y="4479"/>
                </a:lnTo>
                <a:lnTo>
                  <a:pt x="67" y="4600"/>
                </a:lnTo>
                <a:lnTo>
                  <a:pt x="82" y="4716"/>
                </a:lnTo>
                <a:lnTo>
                  <a:pt x="98" y="4826"/>
                </a:lnTo>
                <a:lnTo>
                  <a:pt x="115" y="4933"/>
                </a:lnTo>
                <a:lnTo>
                  <a:pt x="133" y="5035"/>
                </a:lnTo>
                <a:lnTo>
                  <a:pt x="152" y="5134"/>
                </a:lnTo>
                <a:lnTo>
                  <a:pt x="172" y="5229"/>
                </a:lnTo>
                <a:lnTo>
                  <a:pt x="192" y="5321"/>
                </a:lnTo>
                <a:lnTo>
                  <a:pt x="212" y="5413"/>
                </a:lnTo>
                <a:lnTo>
                  <a:pt x="232" y="5506"/>
                </a:lnTo>
                <a:lnTo>
                  <a:pt x="252" y="5594"/>
                </a:lnTo>
                <a:lnTo>
                  <a:pt x="273" y="5672"/>
                </a:lnTo>
                <a:lnTo>
                  <a:pt x="293" y="5734"/>
                </a:lnTo>
                <a:lnTo>
                  <a:pt x="305" y="5758"/>
                </a:lnTo>
                <a:lnTo>
                  <a:pt x="318" y="5748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3301314" y="1578987"/>
            <a:ext cx="1430219" cy="3116859"/>
            <a:chOff x="3301314" y="1578987"/>
            <a:chExt cx="1430219" cy="3116859"/>
          </a:xfrm>
        </p:grpSpPr>
        <p:sp>
          <p:nvSpPr>
            <p:cNvPr id="23" name="Forma 22"/>
            <p:cNvSpPr/>
            <p:nvPr/>
          </p:nvSpPr>
          <p:spPr>
            <a:xfrm>
              <a:off x="3301314" y="1578987"/>
              <a:ext cx="1430219" cy="311685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775" y="8535"/>
                  </a:moveTo>
                  <a:lnTo>
                    <a:pt x="788" y="8532"/>
                  </a:lnTo>
                  <a:lnTo>
                    <a:pt x="967" y="8507"/>
                  </a:lnTo>
                  <a:lnTo>
                    <a:pt x="981" y="8506"/>
                  </a:lnTo>
                  <a:lnTo>
                    <a:pt x="1150" y="8494"/>
                  </a:lnTo>
                  <a:lnTo>
                    <a:pt x="1161" y="8494"/>
                  </a:lnTo>
                  <a:lnTo>
                    <a:pt x="1336" y="8492"/>
                  </a:lnTo>
                  <a:lnTo>
                    <a:pt x="1348" y="8493"/>
                  </a:lnTo>
                  <a:lnTo>
                    <a:pt x="1527" y="8502"/>
                  </a:lnTo>
                  <a:lnTo>
                    <a:pt x="1540" y="8503"/>
                  </a:lnTo>
                  <a:lnTo>
                    <a:pt x="1722" y="8525"/>
                  </a:lnTo>
                  <a:lnTo>
                    <a:pt x="1736" y="8528"/>
                  </a:lnTo>
                  <a:lnTo>
                    <a:pt x="1918" y="8564"/>
                  </a:lnTo>
                  <a:lnTo>
                    <a:pt x="1933" y="8567"/>
                  </a:lnTo>
                  <a:lnTo>
                    <a:pt x="2115" y="8619"/>
                  </a:lnTo>
                  <a:lnTo>
                    <a:pt x="2131" y="8624"/>
                  </a:lnTo>
                  <a:lnTo>
                    <a:pt x="2317" y="8696"/>
                  </a:lnTo>
                  <a:lnTo>
                    <a:pt x="2329" y="8701"/>
                  </a:lnTo>
                  <a:lnTo>
                    <a:pt x="2522" y="8792"/>
                  </a:lnTo>
                  <a:lnTo>
                    <a:pt x="2531" y="8797"/>
                  </a:lnTo>
                  <a:lnTo>
                    <a:pt x="2725" y="8902"/>
                  </a:lnTo>
                  <a:lnTo>
                    <a:pt x="2731" y="8906"/>
                  </a:lnTo>
                  <a:lnTo>
                    <a:pt x="2920" y="9020"/>
                  </a:lnTo>
                  <a:lnTo>
                    <a:pt x="2926" y="9023"/>
                  </a:lnTo>
                  <a:lnTo>
                    <a:pt x="3103" y="9140"/>
                  </a:lnTo>
                  <a:lnTo>
                    <a:pt x="3108" y="9144"/>
                  </a:lnTo>
                  <a:lnTo>
                    <a:pt x="3269" y="9258"/>
                  </a:lnTo>
                  <a:lnTo>
                    <a:pt x="3280" y="9266"/>
                  </a:lnTo>
                  <a:lnTo>
                    <a:pt x="3425" y="9388"/>
                  </a:lnTo>
                  <a:lnTo>
                    <a:pt x="3436" y="9398"/>
                  </a:lnTo>
                  <a:lnTo>
                    <a:pt x="3570" y="9535"/>
                  </a:lnTo>
                  <a:lnTo>
                    <a:pt x="3576" y="9541"/>
                  </a:lnTo>
                  <a:lnTo>
                    <a:pt x="3699" y="9680"/>
                  </a:lnTo>
                  <a:lnTo>
                    <a:pt x="3701" y="9682"/>
                  </a:lnTo>
                  <a:lnTo>
                    <a:pt x="3811" y="9811"/>
                  </a:lnTo>
                  <a:lnTo>
                    <a:pt x="3905" y="9915"/>
                  </a:lnTo>
                  <a:lnTo>
                    <a:pt x="3980" y="9983"/>
                  </a:lnTo>
                  <a:lnTo>
                    <a:pt x="4003" y="10000"/>
                  </a:lnTo>
                  <a:lnTo>
                    <a:pt x="4022" y="9960"/>
                  </a:lnTo>
                  <a:lnTo>
                    <a:pt x="4056" y="9865"/>
                  </a:lnTo>
                  <a:lnTo>
                    <a:pt x="4089" y="9743"/>
                  </a:lnTo>
                  <a:lnTo>
                    <a:pt x="4123" y="9600"/>
                  </a:lnTo>
                  <a:lnTo>
                    <a:pt x="4156" y="9441"/>
                  </a:lnTo>
                  <a:lnTo>
                    <a:pt x="4189" y="9269"/>
                  </a:lnTo>
                  <a:lnTo>
                    <a:pt x="4221" y="9078"/>
                  </a:lnTo>
                  <a:lnTo>
                    <a:pt x="4254" y="8862"/>
                  </a:lnTo>
                  <a:lnTo>
                    <a:pt x="4285" y="8631"/>
                  </a:lnTo>
                  <a:lnTo>
                    <a:pt x="4316" y="8393"/>
                  </a:lnTo>
                  <a:lnTo>
                    <a:pt x="4344" y="8156"/>
                  </a:lnTo>
                  <a:lnTo>
                    <a:pt x="4371" y="7931"/>
                  </a:lnTo>
                  <a:lnTo>
                    <a:pt x="4396" y="7716"/>
                  </a:lnTo>
                  <a:lnTo>
                    <a:pt x="4421" y="7506"/>
                  </a:lnTo>
                  <a:lnTo>
                    <a:pt x="4443" y="7299"/>
                  </a:lnTo>
                  <a:lnTo>
                    <a:pt x="4463" y="7092"/>
                  </a:lnTo>
                  <a:lnTo>
                    <a:pt x="4480" y="6885"/>
                  </a:lnTo>
                  <a:lnTo>
                    <a:pt x="4492" y="6673"/>
                  </a:lnTo>
                  <a:lnTo>
                    <a:pt x="4501" y="6457"/>
                  </a:lnTo>
                  <a:lnTo>
                    <a:pt x="4506" y="6238"/>
                  </a:lnTo>
                  <a:lnTo>
                    <a:pt x="4508" y="6017"/>
                  </a:lnTo>
                  <a:lnTo>
                    <a:pt x="4506" y="5796"/>
                  </a:lnTo>
                  <a:lnTo>
                    <a:pt x="4501" y="5574"/>
                  </a:lnTo>
                  <a:lnTo>
                    <a:pt x="4492" y="5353"/>
                  </a:lnTo>
                  <a:lnTo>
                    <a:pt x="4481" y="5132"/>
                  </a:lnTo>
                  <a:lnTo>
                    <a:pt x="4467" y="4910"/>
                  </a:lnTo>
                  <a:lnTo>
                    <a:pt x="4449" y="4688"/>
                  </a:lnTo>
                  <a:lnTo>
                    <a:pt x="4427" y="4467"/>
                  </a:lnTo>
                  <a:lnTo>
                    <a:pt x="4402" y="4249"/>
                  </a:lnTo>
                  <a:lnTo>
                    <a:pt x="4371" y="4034"/>
                  </a:lnTo>
                  <a:lnTo>
                    <a:pt x="4337" y="3819"/>
                  </a:lnTo>
                  <a:lnTo>
                    <a:pt x="4299" y="3605"/>
                  </a:lnTo>
                  <a:lnTo>
                    <a:pt x="4256" y="3394"/>
                  </a:lnTo>
                  <a:lnTo>
                    <a:pt x="4209" y="3186"/>
                  </a:lnTo>
                  <a:lnTo>
                    <a:pt x="4158" y="2983"/>
                  </a:lnTo>
                  <a:lnTo>
                    <a:pt x="4101" y="2786"/>
                  </a:lnTo>
                  <a:lnTo>
                    <a:pt x="4038" y="2594"/>
                  </a:lnTo>
                  <a:lnTo>
                    <a:pt x="3970" y="2405"/>
                  </a:lnTo>
                  <a:lnTo>
                    <a:pt x="3897" y="2221"/>
                  </a:lnTo>
                  <a:lnTo>
                    <a:pt x="3819" y="2042"/>
                  </a:lnTo>
                  <a:lnTo>
                    <a:pt x="3738" y="1870"/>
                  </a:lnTo>
                  <a:lnTo>
                    <a:pt x="3653" y="1705"/>
                  </a:lnTo>
                  <a:lnTo>
                    <a:pt x="3564" y="1546"/>
                  </a:lnTo>
                  <a:lnTo>
                    <a:pt x="3471" y="1394"/>
                  </a:lnTo>
                  <a:lnTo>
                    <a:pt x="3374" y="1248"/>
                  </a:lnTo>
                  <a:lnTo>
                    <a:pt x="3274" y="1109"/>
                  </a:lnTo>
                  <a:lnTo>
                    <a:pt x="3170" y="978"/>
                  </a:lnTo>
                  <a:lnTo>
                    <a:pt x="3062" y="855"/>
                  </a:lnTo>
                  <a:lnTo>
                    <a:pt x="2950" y="739"/>
                  </a:lnTo>
                  <a:lnTo>
                    <a:pt x="2834" y="630"/>
                  </a:lnTo>
                  <a:lnTo>
                    <a:pt x="2713" y="528"/>
                  </a:lnTo>
                  <a:lnTo>
                    <a:pt x="2590" y="434"/>
                  </a:lnTo>
                  <a:lnTo>
                    <a:pt x="2465" y="349"/>
                  </a:lnTo>
                  <a:lnTo>
                    <a:pt x="2339" y="274"/>
                  </a:lnTo>
                  <a:lnTo>
                    <a:pt x="2208" y="206"/>
                  </a:lnTo>
                  <a:lnTo>
                    <a:pt x="2067" y="145"/>
                  </a:lnTo>
                  <a:lnTo>
                    <a:pt x="1924" y="92"/>
                  </a:lnTo>
                  <a:lnTo>
                    <a:pt x="1785" y="49"/>
                  </a:lnTo>
                  <a:lnTo>
                    <a:pt x="1659" y="19"/>
                  </a:lnTo>
                  <a:lnTo>
                    <a:pt x="1555" y="3"/>
                  </a:lnTo>
                  <a:lnTo>
                    <a:pt x="1476" y="0"/>
                  </a:lnTo>
                  <a:lnTo>
                    <a:pt x="1414" y="6"/>
                  </a:lnTo>
                  <a:lnTo>
                    <a:pt x="1363" y="19"/>
                  </a:lnTo>
                  <a:lnTo>
                    <a:pt x="1314" y="42"/>
                  </a:lnTo>
                  <a:lnTo>
                    <a:pt x="1261" y="76"/>
                  </a:lnTo>
                  <a:lnTo>
                    <a:pt x="1203" y="121"/>
                  </a:lnTo>
                  <a:lnTo>
                    <a:pt x="1147" y="174"/>
                  </a:lnTo>
                  <a:lnTo>
                    <a:pt x="1095" y="236"/>
                  </a:lnTo>
                  <a:lnTo>
                    <a:pt x="1043" y="311"/>
                  </a:lnTo>
                  <a:lnTo>
                    <a:pt x="990" y="402"/>
                  </a:lnTo>
                  <a:lnTo>
                    <a:pt x="934" y="508"/>
                  </a:lnTo>
                  <a:lnTo>
                    <a:pt x="874" y="632"/>
                  </a:lnTo>
                  <a:lnTo>
                    <a:pt x="810" y="773"/>
                  </a:lnTo>
                  <a:lnTo>
                    <a:pt x="743" y="930"/>
                  </a:lnTo>
                  <a:lnTo>
                    <a:pt x="676" y="1101"/>
                  </a:lnTo>
                  <a:lnTo>
                    <a:pt x="609" y="1283"/>
                  </a:lnTo>
                  <a:lnTo>
                    <a:pt x="545" y="1476"/>
                  </a:lnTo>
                  <a:lnTo>
                    <a:pt x="484" y="1677"/>
                  </a:lnTo>
                  <a:lnTo>
                    <a:pt x="428" y="1892"/>
                  </a:lnTo>
                  <a:lnTo>
                    <a:pt x="373" y="2122"/>
                  </a:lnTo>
                  <a:lnTo>
                    <a:pt x="320" y="2363"/>
                  </a:lnTo>
                  <a:lnTo>
                    <a:pt x="271" y="2610"/>
                  </a:lnTo>
                  <a:lnTo>
                    <a:pt x="224" y="2859"/>
                  </a:lnTo>
                  <a:lnTo>
                    <a:pt x="182" y="3104"/>
                  </a:lnTo>
                  <a:lnTo>
                    <a:pt x="182" y="3104"/>
                  </a:lnTo>
                  <a:lnTo>
                    <a:pt x="138" y="3347"/>
                  </a:lnTo>
                  <a:lnTo>
                    <a:pt x="138" y="3348"/>
                  </a:lnTo>
                  <a:lnTo>
                    <a:pt x="92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2" y="5008"/>
                  </a:lnTo>
                  <a:lnTo>
                    <a:pt x="133" y="5247"/>
                  </a:lnTo>
                  <a:lnTo>
                    <a:pt x="203" y="5489"/>
                  </a:lnTo>
                  <a:lnTo>
                    <a:pt x="203" y="5490"/>
                  </a:lnTo>
                  <a:lnTo>
                    <a:pt x="271" y="5734"/>
                  </a:lnTo>
                  <a:lnTo>
                    <a:pt x="272" y="5738"/>
                  </a:lnTo>
                  <a:lnTo>
                    <a:pt x="333" y="5982"/>
                  </a:lnTo>
                  <a:lnTo>
                    <a:pt x="333" y="5985"/>
                  </a:lnTo>
                  <a:lnTo>
                    <a:pt x="388" y="6224"/>
                  </a:lnTo>
                  <a:lnTo>
                    <a:pt x="444" y="6459"/>
                  </a:lnTo>
                  <a:lnTo>
                    <a:pt x="444" y="6460"/>
                  </a:lnTo>
                  <a:lnTo>
                    <a:pt x="499" y="6695"/>
                  </a:lnTo>
                  <a:lnTo>
                    <a:pt x="500" y="6697"/>
                  </a:lnTo>
                  <a:lnTo>
                    <a:pt x="552" y="6938"/>
                  </a:lnTo>
                  <a:lnTo>
                    <a:pt x="553" y="6941"/>
                  </a:lnTo>
                  <a:lnTo>
                    <a:pt x="600" y="7191"/>
                  </a:lnTo>
                  <a:lnTo>
                    <a:pt x="601" y="7196"/>
                  </a:lnTo>
                  <a:lnTo>
                    <a:pt x="641" y="7460"/>
                  </a:lnTo>
                  <a:lnTo>
                    <a:pt x="641" y="7463"/>
                  </a:lnTo>
                  <a:lnTo>
                    <a:pt x="680" y="7770"/>
                  </a:lnTo>
                  <a:lnTo>
                    <a:pt x="680" y="7772"/>
                  </a:lnTo>
                  <a:lnTo>
                    <a:pt x="719" y="8123"/>
                  </a:lnTo>
                  <a:lnTo>
                    <a:pt x="720" y="8125"/>
                  </a:lnTo>
                  <a:lnTo>
                    <a:pt x="754" y="8486"/>
                  </a:lnTo>
                  <a:lnTo>
                    <a:pt x="754" y="8490"/>
                  </a:lnTo>
                  <a:lnTo>
                    <a:pt x="758" y="8538"/>
                  </a:lnTo>
                  <a:lnTo>
                    <a:pt x="775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3427628" y="1875072"/>
              <a:ext cx="1201862" cy="2159825"/>
            </a:xfrm>
            <a:custGeom>
              <a:avLst/>
              <a:gdLst/>
              <a:ahLst/>
              <a:cxnLst/>
              <a:rect l="0" t="0" r="r" b="b"/>
              <a:pathLst>
                <a:path w="2305" h="4217" fill="none">
                  <a:moveTo>
                    <a:pt x="0" y="1987"/>
                  </a:moveTo>
                  <a:lnTo>
                    <a:pt x="604" y="1703"/>
                  </a:lnTo>
                  <a:lnTo>
                    <a:pt x="1348" y="1216"/>
                  </a:lnTo>
                  <a:lnTo>
                    <a:pt x="1767" y="730"/>
                  </a:lnTo>
                </a:path>
                <a:path w="2305" h="4217" fill="none">
                  <a:moveTo>
                    <a:pt x="604" y="1703"/>
                  </a:moveTo>
                  <a:lnTo>
                    <a:pt x="883" y="973"/>
                  </a:lnTo>
                  <a:lnTo>
                    <a:pt x="1022" y="162"/>
                  </a:lnTo>
                </a:path>
                <a:path w="2305" h="4217" fill="none">
                  <a:moveTo>
                    <a:pt x="0" y="1987"/>
                  </a:moveTo>
                  <a:lnTo>
                    <a:pt x="883" y="2108"/>
                  </a:lnTo>
                  <a:lnTo>
                    <a:pt x="1813" y="2108"/>
                  </a:lnTo>
                  <a:lnTo>
                    <a:pt x="2278" y="2190"/>
                  </a:lnTo>
                </a:path>
                <a:path w="2305" h="4217" fill="none">
                  <a:moveTo>
                    <a:pt x="883" y="2108"/>
                  </a:moveTo>
                  <a:lnTo>
                    <a:pt x="1534" y="2676"/>
                  </a:lnTo>
                  <a:lnTo>
                    <a:pt x="2046" y="3163"/>
                  </a:lnTo>
                </a:path>
                <a:path w="2305" h="4217" fill="none">
                  <a:moveTo>
                    <a:pt x="0" y="1987"/>
                  </a:moveTo>
                  <a:lnTo>
                    <a:pt x="604" y="2676"/>
                  </a:lnTo>
                  <a:lnTo>
                    <a:pt x="1162" y="3487"/>
                  </a:lnTo>
                  <a:lnTo>
                    <a:pt x="1673" y="4136"/>
                  </a:lnTo>
                </a:path>
                <a:path w="2305" h="4217" fill="none">
                  <a:moveTo>
                    <a:pt x="604" y="2676"/>
                  </a:moveTo>
                  <a:lnTo>
                    <a:pt x="325" y="3487"/>
                  </a:lnTo>
                  <a:lnTo>
                    <a:pt x="604" y="4217"/>
                  </a:lnTo>
                </a:path>
                <a:path w="2305" h="4217" fill="none">
                  <a:moveTo>
                    <a:pt x="1162" y="3487"/>
                  </a:moveTo>
                  <a:lnTo>
                    <a:pt x="1906" y="3893"/>
                  </a:lnTo>
                  <a:lnTo>
                    <a:pt x="2278" y="4136"/>
                  </a:lnTo>
                </a:path>
                <a:path w="2305" h="4217" fill="none">
                  <a:moveTo>
                    <a:pt x="1348" y="1216"/>
                  </a:moveTo>
                  <a:lnTo>
                    <a:pt x="1999" y="1378"/>
                  </a:lnTo>
                  <a:lnTo>
                    <a:pt x="2305" y="1579"/>
                  </a:lnTo>
                </a:path>
                <a:path w="2305" h="4217" fill="none">
                  <a:moveTo>
                    <a:pt x="883" y="973"/>
                  </a:moveTo>
                  <a:lnTo>
                    <a:pt x="1441" y="486"/>
                  </a:lnTo>
                </a:path>
                <a:path w="2305" h="4217" fill="none">
                  <a:moveTo>
                    <a:pt x="1534" y="2676"/>
                  </a:moveTo>
                  <a:lnTo>
                    <a:pt x="1441" y="3244"/>
                  </a:lnTo>
                  <a:lnTo>
                    <a:pt x="1720" y="3812"/>
                  </a:lnTo>
                </a:path>
                <a:path w="2305" h="4217" fill="none">
                  <a:moveTo>
                    <a:pt x="0" y="1987"/>
                  </a:moveTo>
                  <a:lnTo>
                    <a:pt x="139" y="1378"/>
                  </a:lnTo>
                  <a:lnTo>
                    <a:pt x="418" y="730"/>
                  </a:lnTo>
                  <a:lnTo>
                    <a:pt x="604" y="0"/>
                  </a:lnTo>
                </a:path>
                <a:path w="2305" h="4217" fill="none">
                  <a:moveTo>
                    <a:pt x="1813" y="2108"/>
                  </a:moveTo>
                  <a:lnTo>
                    <a:pt x="2092" y="25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3442170" y="2954985"/>
              <a:ext cx="1225660" cy="1177754"/>
            </a:xfrm>
            <a:custGeom>
              <a:avLst/>
              <a:gdLst/>
              <a:ahLst/>
              <a:cxnLst/>
              <a:rect l="0" t="0" r="r" b="b"/>
              <a:pathLst>
                <a:path w="2351" h="2300" fill="none">
                  <a:moveTo>
                    <a:pt x="2351" y="2300"/>
                  </a:moveTo>
                  <a:lnTo>
                    <a:pt x="2277" y="2218"/>
                  </a:lnTo>
                  <a:lnTo>
                    <a:pt x="2103" y="2029"/>
                  </a:lnTo>
                  <a:lnTo>
                    <a:pt x="1902" y="1809"/>
                  </a:lnTo>
                  <a:lnTo>
                    <a:pt x="1695" y="1583"/>
                  </a:lnTo>
                  <a:lnTo>
                    <a:pt x="1506" y="1378"/>
                  </a:lnTo>
                  <a:lnTo>
                    <a:pt x="1332" y="1188"/>
                  </a:lnTo>
                  <a:lnTo>
                    <a:pt x="1159" y="996"/>
                  </a:lnTo>
                  <a:lnTo>
                    <a:pt x="989" y="810"/>
                  </a:lnTo>
                  <a:lnTo>
                    <a:pt x="825" y="637"/>
                  </a:lnTo>
                  <a:lnTo>
                    <a:pt x="669" y="486"/>
                  </a:lnTo>
                  <a:lnTo>
                    <a:pt x="514" y="355"/>
                  </a:lnTo>
                  <a:lnTo>
                    <a:pt x="357" y="239"/>
                  </a:lnTo>
                  <a:lnTo>
                    <a:pt x="211" y="140"/>
                  </a:lnTo>
                  <a:lnTo>
                    <a:pt x="88" y="59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3301314" y="1578987"/>
            <a:ext cx="1430219" cy="3116859"/>
          </a:xfrm>
          <a:custGeom>
            <a:avLst/>
            <a:gdLst/>
            <a:ahLst/>
            <a:cxnLst/>
            <a:rect l="0" t="0" r="r" b="b"/>
            <a:pathLst>
              <a:path w="2744" h="6086" fill="none">
                <a:moveTo>
                  <a:pt x="472" y="5195"/>
                </a:moveTo>
                <a:lnTo>
                  <a:pt x="480" y="5193"/>
                </a:lnTo>
                <a:lnTo>
                  <a:pt x="588" y="5178"/>
                </a:lnTo>
                <a:lnTo>
                  <a:pt x="597" y="5177"/>
                </a:lnTo>
                <a:lnTo>
                  <a:pt x="700" y="5170"/>
                </a:lnTo>
                <a:lnTo>
                  <a:pt x="706" y="5170"/>
                </a:lnTo>
                <a:lnTo>
                  <a:pt x="813" y="5169"/>
                </a:lnTo>
                <a:lnTo>
                  <a:pt x="820" y="5169"/>
                </a:lnTo>
                <a:lnTo>
                  <a:pt x="929" y="5175"/>
                </a:lnTo>
                <a:lnTo>
                  <a:pt x="937" y="5176"/>
                </a:lnTo>
                <a:lnTo>
                  <a:pt x="1048" y="5189"/>
                </a:lnTo>
                <a:lnTo>
                  <a:pt x="1056" y="5190"/>
                </a:lnTo>
                <a:lnTo>
                  <a:pt x="1168" y="5212"/>
                </a:lnTo>
                <a:lnTo>
                  <a:pt x="1177" y="5215"/>
                </a:lnTo>
                <a:lnTo>
                  <a:pt x="1287" y="5246"/>
                </a:lnTo>
                <a:lnTo>
                  <a:pt x="1297" y="5249"/>
                </a:lnTo>
                <a:lnTo>
                  <a:pt x="1410" y="5293"/>
                </a:lnTo>
                <a:lnTo>
                  <a:pt x="1418" y="5296"/>
                </a:lnTo>
                <a:lnTo>
                  <a:pt x="1535" y="5352"/>
                </a:lnTo>
                <a:lnTo>
                  <a:pt x="1540" y="5354"/>
                </a:lnTo>
                <a:lnTo>
                  <a:pt x="1658" y="5418"/>
                </a:lnTo>
                <a:lnTo>
                  <a:pt x="1662" y="5421"/>
                </a:lnTo>
                <a:lnTo>
                  <a:pt x="1777" y="5490"/>
                </a:lnTo>
                <a:lnTo>
                  <a:pt x="1781" y="5492"/>
                </a:lnTo>
                <a:lnTo>
                  <a:pt x="1889" y="5563"/>
                </a:lnTo>
                <a:lnTo>
                  <a:pt x="1892" y="5565"/>
                </a:lnTo>
                <a:lnTo>
                  <a:pt x="1990" y="5635"/>
                </a:lnTo>
                <a:lnTo>
                  <a:pt x="1996" y="5640"/>
                </a:lnTo>
                <a:lnTo>
                  <a:pt x="2084" y="5714"/>
                </a:lnTo>
                <a:lnTo>
                  <a:pt x="2091" y="5720"/>
                </a:lnTo>
                <a:lnTo>
                  <a:pt x="2173" y="5803"/>
                </a:lnTo>
                <a:lnTo>
                  <a:pt x="2176" y="5807"/>
                </a:lnTo>
                <a:lnTo>
                  <a:pt x="2251" y="5892"/>
                </a:lnTo>
                <a:lnTo>
                  <a:pt x="2252" y="5893"/>
                </a:lnTo>
                <a:lnTo>
                  <a:pt x="2320" y="5972"/>
                </a:lnTo>
                <a:lnTo>
                  <a:pt x="2377" y="6035"/>
                </a:lnTo>
                <a:lnTo>
                  <a:pt x="2422" y="6076"/>
                </a:lnTo>
                <a:lnTo>
                  <a:pt x="2436" y="6086"/>
                </a:lnTo>
                <a:lnTo>
                  <a:pt x="2448" y="6062"/>
                </a:lnTo>
                <a:lnTo>
                  <a:pt x="2468" y="6005"/>
                </a:lnTo>
                <a:lnTo>
                  <a:pt x="2489" y="5931"/>
                </a:lnTo>
                <a:lnTo>
                  <a:pt x="2509" y="5843"/>
                </a:lnTo>
                <a:lnTo>
                  <a:pt x="2530" y="5746"/>
                </a:lnTo>
                <a:lnTo>
                  <a:pt x="2549" y="5642"/>
                </a:lnTo>
                <a:lnTo>
                  <a:pt x="2569" y="5525"/>
                </a:lnTo>
                <a:lnTo>
                  <a:pt x="2589" y="5394"/>
                </a:lnTo>
                <a:lnTo>
                  <a:pt x="2608" y="5253"/>
                </a:lnTo>
                <a:lnTo>
                  <a:pt x="2627" y="5108"/>
                </a:lnTo>
                <a:lnTo>
                  <a:pt x="2644" y="4964"/>
                </a:lnTo>
                <a:lnTo>
                  <a:pt x="2660" y="4827"/>
                </a:lnTo>
                <a:lnTo>
                  <a:pt x="2676" y="4696"/>
                </a:lnTo>
                <a:lnTo>
                  <a:pt x="2691" y="4568"/>
                </a:lnTo>
                <a:lnTo>
                  <a:pt x="2704" y="4442"/>
                </a:lnTo>
                <a:lnTo>
                  <a:pt x="2717" y="4317"/>
                </a:lnTo>
                <a:lnTo>
                  <a:pt x="2727" y="4190"/>
                </a:lnTo>
                <a:lnTo>
                  <a:pt x="2734" y="4062"/>
                </a:lnTo>
                <a:lnTo>
                  <a:pt x="2739" y="3930"/>
                </a:lnTo>
                <a:lnTo>
                  <a:pt x="2743" y="3797"/>
                </a:lnTo>
                <a:lnTo>
                  <a:pt x="2744" y="3663"/>
                </a:lnTo>
                <a:lnTo>
                  <a:pt x="2743" y="3528"/>
                </a:lnTo>
                <a:lnTo>
                  <a:pt x="2739" y="3392"/>
                </a:lnTo>
                <a:lnTo>
                  <a:pt x="2734" y="3258"/>
                </a:lnTo>
                <a:lnTo>
                  <a:pt x="2727" y="3123"/>
                </a:lnTo>
                <a:lnTo>
                  <a:pt x="2719" y="2988"/>
                </a:lnTo>
                <a:lnTo>
                  <a:pt x="2708" y="2853"/>
                </a:lnTo>
                <a:lnTo>
                  <a:pt x="2695" y="2719"/>
                </a:lnTo>
                <a:lnTo>
                  <a:pt x="2679" y="2586"/>
                </a:lnTo>
                <a:lnTo>
                  <a:pt x="2661" y="2455"/>
                </a:lnTo>
                <a:lnTo>
                  <a:pt x="2640" y="2325"/>
                </a:lnTo>
                <a:lnTo>
                  <a:pt x="2616" y="2194"/>
                </a:lnTo>
                <a:lnTo>
                  <a:pt x="2591" y="2066"/>
                </a:lnTo>
                <a:lnTo>
                  <a:pt x="2562" y="1939"/>
                </a:lnTo>
                <a:lnTo>
                  <a:pt x="2531" y="1816"/>
                </a:lnTo>
                <a:lnTo>
                  <a:pt x="2496" y="1696"/>
                </a:lnTo>
                <a:lnTo>
                  <a:pt x="2458" y="1579"/>
                </a:lnTo>
                <a:lnTo>
                  <a:pt x="2416" y="1464"/>
                </a:lnTo>
                <a:lnTo>
                  <a:pt x="2372" y="1352"/>
                </a:lnTo>
                <a:lnTo>
                  <a:pt x="2325" y="1243"/>
                </a:lnTo>
                <a:lnTo>
                  <a:pt x="2275" y="1138"/>
                </a:lnTo>
                <a:lnTo>
                  <a:pt x="2223" y="1037"/>
                </a:lnTo>
                <a:lnTo>
                  <a:pt x="2169" y="941"/>
                </a:lnTo>
                <a:lnTo>
                  <a:pt x="2113" y="848"/>
                </a:lnTo>
                <a:lnTo>
                  <a:pt x="2054" y="759"/>
                </a:lnTo>
                <a:lnTo>
                  <a:pt x="1993" y="675"/>
                </a:lnTo>
                <a:lnTo>
                  <a:pt x="1929" y="595"/>
                </a:lnTo>
                <a:lnTo>
                  <a:pt x="1864" y="520"/>
                </a:lnTo>
                <a:lnTo>
                  <a:pt x="1796" y="450"/>
                </a:lnTo>
                <a:lnTo>
                  <a:pt x="1725" y="383"/>
                </a:lnTo>
                <a:lnTo>
                  <a:pt x="1651" y="321"/>
                </a:lnTo>
                <a:lnTo>
                  <a:pt x="1576" y="264"/>
                </a:lnTo>
                <a:lnTo>
                  <a:pt x="1500" y="212"/>
                </a:lnTo>
                <a:lnTo>
                  <a:pt x="1424" y="166"/>
                </a:lnTo>
                <a:lnTo>
                  <a:pt x="1344" y="125"/>
                </a:lnTo>
                <a:lnTo>
                  <a:pt x="1258" y="88"/>
                </a:lnTo>
                <a:lnTo>
                  <a:pt x="1171" y="56"/>
                </a:lnTo>
                <a:lnTo>
                  <a:pt x="1086" y="30"/>
                </a:lnTo>
                <a:lnTo>
                  <a:pt x="1010" y="11"/>
                </a:lnTo>
                <a:lnTo>
                  <a:pt x="947" y="1"/>
                </a:lnTo>
                <a:lnTo>
                  <a:pt x="898" y="0"/>
                </a:lnTo>
                <a:lnTo>
                  <a:pt x="861" y="3"/>
                </a:lnTo>
                <a:lnTo>
                  <a:pt x="830" y="12"/>
                </a:lnTo>
                <a:lnTo>
                  <a:pt x="800" y="25"/>
                </a:lnTo>
                <a:lnTo>
                  <a:pt x="768" y="46"/>
                </a:lnTo>
                <a:lnTo>
                  <a:pt x="732" y="73"/>
                </a:lnTo>
                <a:lnTo>
                  <a:pt x="698" y="106"/>
                </a:lnTo>
                <a:lnTo>
                  <a:pt x="666" y="144"/>
                </a:lnTo>
                <a:lnTo>
                  <a:pt x="635" y="189"/>
                </a:lnTo>
                <a:lnTo>
                  <a:pt x="602" y="244"/>
                </a:lnTo>
                <a:lnTo>
                  <a:pt x="568" y="309"/>
                </a:lnTo>
                <a:lnTo>
                  <a:pt x="532" y="384"/>
                </a:lnTo>
                <a:lnTo>
                  <a:pt x="493" y="470"/>
                </a:lnTo>
                <a:lnTo>
                  <a:pt x="452" y="566"/>
                </a:lnTo>
                <a:lnTo>
                  <a:pt x="411" y="670"/>
                </a:lnTo>
                <a:lnTo>
                  <a:pt x="370" y="781"/>
                </a:lnTo>
                <a:lnTo>
                  <a:pt x="331" y="898"/>
                </a:lnTo>
                <a:lnTo>
                  <a:pt x="295" y="1021"/>
                </a:lnTo>
                <a:lnTo>
                  <a:pt x="260" y="1151"/>
                </a:lnTo>
                <a:lnTo>
                  <a:pt x="227" y="1291"/>
                </a:lnTo>
                <a:lnTo>
                  <a:pt x="195" y="1438"/>
                </a:lnTo>
                <a:lnTo>
                  <a:pt x="165" y="1589"/>
                </a:lnTo>
                <a:lnTo>
                  <a:pt x="136" y="1740"/>
                </a:lnTo>
                <a:lnTo>
                  <a:pt x="110" y="1889"/>
                </a:lnTo>
                <a:lnTo>
                  <a:pt x="110" y="1889"/>
                </a:lnTo>
                <a:lnTo>
                  <a:pt x="84" y="2037"/>
                </a:lnTo>
                <a:lnTo>
                  <a:pt x="84" y="2038"/>
                </a:lnTo>
                <a:lnTo>
                  <a:pt x="56" y="2186"/>
                </a:lnTo>
                <a:lnTo>
                  <a:pt x="31" y="2333"/>
                </a:lnTo>
                <a:lnTo>
                  <a:pt x="11" y="2478"/>
                </a:lnTo>
                <a:lnTo>
                  <a:pt x="0" y="2622"/>
                </a:lnTo>
                <a:lnTo>
                  <a:pt x="0" y="2763"/>
                </a:lnTo>
                <a:lnTo>
                  <a:pt x="15" y="2905"/>
                </a:lnTo>
                <a:lnTo>
                  <a:pt x="44" y="3048"/>
                </a:lnTo>
                <a:lnTo>
                  <a:pt x="81" y="3193"/>
                </a:lnTo>
                <a:lnTo>
                  <a:pt x="123" y="3341"/>
                </a:lnTo>
                <a:lnTo>
                  <a:pt x="123" y="3341"/>
                </a:lnTo>
                <a:lnTo>
                  <a:pt x="165" y="3490"/>
                </a:lnTo>
                <a:lnTo>
                  <a:pt x="166" y="3493"/>
                </a:lnTo>
                <a:lnTo>
                  <a:pt x="202" y="3641"/>
                </a:lnTo>
                <a:lnTo>
                  <a:pt x="203" y="3643"/>
                </a:lnTo>
                <a:lnTo>
                  <a:pt x="236" y="3789"/>
                </a:lnTo>
                <a:lnTo>
                  <a:pt x="270" y="3931"/>
                </a:lnTo>
                <a:lnTo>
                  <a:pt x="270" y="3932"/>
                </a:lnTo>
                <a:lnTo>
                  <a:pt x="304" y="4075"/>
                </a:lnTo>
                <a:lnTo>
                  <a:pt x="304" y="4076"/>
                </a:lnTo>
                <a:lnTo>
                  <a:pt x="336" y="4223"/>
                </a:lnTo>
                <a:lnTo>
                  <a:pt x="336" y="4225"/>
                </a:lnTo>
                <a:lnTo>
                  <a:pt x="365" y="4377"/>
                </a:lnTo>
                <a:lnTo>
                  <a:pt x="365" y="4380"/>
                </a:lnTo>
                <a:lnTo>
                  <a:pt x="390" y="4541"/>
                </a:lnTo>
                <a:lnTo>
                  <a:pt x="390" y="4543"/>
                </a:lnTo>
                <a:lnTo>
                  <a:pt x="413" y="4729"/>
                </a:lnTo>
                <a:lnTo>
                  <a:pt x="414" y="4730"/>
                </a:lnTo>
                <a:lnTo>
                  <a:pt x="438" y="4944"/>
                </a:lnTo>
                <a:lnTo>
                  <a:pt x="438" y="4946"/>
                </a:lnTo>
                <a:lnTo>
                  <a:pt x="459" y="5165"/>
                </a:lnTo>
                <a:lnTo>
                  <a:pt x="459" y="5167"/>
                </a:lnTo>
                <a:lnTo>
                  <a:pt x="461" y="5197"/>
                </a:lnTo>
                <a:lnTo>
                  <a:pt x="472" y="51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599294" y="3568217"/>
            <a:ext cx="1386027" cy="1449603"/>
            <a:chOff x="2599294" y="3568217"/>
            <a:chExt cx="1386027" cy="1449603"/>
          </a:xfrm>
        </p:grpSpPr>
        <p:sp>
          <p:nvSpPr>
            <p:cNvPr id="32" name="Forma 31"/>
            <p:cNvSpPr/>
            <p:nvPr/>
          </p:nvSpPr>
          <p:spPr>
            <a:xfrm>
              <a:off x="2599294" y="3568217"/>
              <a:ext cx="1386027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3323387" y="3674791"/>
              <a:ext cx="338785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34" name="!!Pericardio"/>
          <p:cNvGrpSpPr/>
          <p:nvPr/>
        </p:nvGrpSpPr>
        <p:grpSpPr>
          <a:xfrm>
            <a:off x="2515907" y="3486437"/>
            <a:ext cx="1552791" cy="1613296"/>
            <a:chOff x="2515907" y="3486437"/>
            <a:chExt cx="1552791" cy="1613296"/>
          </a:xfrm>
        </p:grpSpPr>
        <p:sp>
          <p:nvSpPr>
            <p:cNvPr id="35" name="Forma 34"/>
            <p:cNvSpPr/>
            <p:nvPr/>
          </p:nvSpPr>
          <p:spPr>
            <a:xfrm>
              <a:off x="2515907" y="3486437"/>
              <a:ext cx="1552791" cy="1613296"/>
            </a:xfrm>
            <a:custGeom>
              <a:avLst/>
              <a:gdLst/>
              <a:ahLst/>
              <a:cxnLst/>
              <a:rect l="0" t="0" r="r" b="b"/>
              <a:pathLst>
                <a:path w="9456" h="10000">
                  <a:moveTo>
                    <a:pt x="673" y="1530"/>
                  </a:moveTo>
                  <a:lnTo>
                    <a:pt x="640" y="1589"/>
                  </a:lnTo>
                  <a:lnTo>
                    <a:pt x="504" y="1876"/>
                  </a:lnTo>
                  <a:lnTo>
                    <a:pt x="484" y="1925"/>
                  </a:lnTo>
                  <a:lnTo>
                    <a:pt x="375" y="2237"/>
                  </a:lnTo>
                  <a:lnTo>
                    <a:pt x="363" y="2275"/>
                  </a:lnTo>
                  <a:lnTo>
                    <a:pt x="275" y="2607"/>
                  </a:lnTo>
                  <a:lnTo>
                    <a:pt x="269" y="2635"/>
                  </a:lnTo>
                  <a:lnTo>
                    <a:pt x="196" y="2985"/>
                  </a:lnTo>
                  <a:lnTo>
                    <a:pt x="193" y="3003"/>
                  </a:lnTo>
                  <a:lnTo>
                    <a:pt x="131" y="3368"/>
                  </a:lnTo>
                  <a:lnTo>
                    <a:pt x="129" y="3384"/>
                  </a:lnTo>
                  <a:lnTo>
                    <a:pt x="76" y="3773"/>
                  </a:lnTo>
                  <a:lnTo>
                    <a:pt x="73" y="3792"/>
                  </a:lnTo>
                  <a:lnTo>
                    <a:pt x="32" y="4212"/>
                  </a:lnTo>
                  <a:lnTo>
                    <a:pt x="31" y="4232"/>
                  </a:lnTo>
                  <a:lnTo>
                    <a:pt x="6" y="4669"/>
                  </a:lnTo>
                  <a:lnTo>
                    <a:pt x="5" y="4692"/>
                  </a:lnTo>
                  <a:lnTo>
                    <a:pt x="0" y="5134"/>
                  </a:lnTo>
                  <a:lnTo>
                    <a:pt x="0" y="5161"/>
                  </a:lnTo>
                  <a:lnTo>
                    <a:pt x="17" y="5596"/>
                  </a:lnTo>
                  <a:lnTo>
                    <a:pt x="20" y="5629"/>
                  </a:lnTo>
                  <a:lnTo>
                    <a:pt x="63" y="6045"/>
                  </a:lnTo>
                  <a:lnTo>
                    <a:pt x="66" y="6068"/>
                  </a:lnTo>
                  <a:lnTo>
                    <a:pt x="129" y="6480"/>
                  </a:lnTo>
                  <a:lnTo>
                    <a:pt x="132" y="6496"/>
                  </a:lnTo>
                  <a:lnTo>
                    <a:pt x="210" y="6916"/>
                  </a:lnTo>
                  <a:lnTo>
                    <a:pt x="216" y="6944"/>
                  </a:lnTo>
                  <a:lnTo>
                    <a:pt x="317" y="7358"/>
                  </a:lnTo>
                  <a:lnTo>
                    <a:pt x="329" y="7400"/>
                  </a:lnTo>
                  <a:lnTo>
                    <a:pt x="461" y="7790"/>
                  </a:lnTo>
                  <a:lnTo>
                    <a:pt x="485" y="7850"/>
                  </a:lnTo>
                  <a:lnTo>
                    <a:pt x="656" y="8201"/>
                  </a:lnTo>
                  <a:lnTo>
                    <a:pt x="678" y="8241"/>
                  </a:lnTo>
                  <a:lnTo>
                    <a:pt x="703" y="8280"/>
                  </a:lnTo>
                  <a:lnTo>
                    <a:pt x="920" y="8577"/>
                  </a:lnTo>
                  <a:lnTo>
                    <a:pt x="957" y="8621"/>
                  </a:lnTo>
                  <a:lnTo>
                    <a:pt x="998" y="8661"/>
                  </a:lnTo>
                  <a:lnTo>
                    <a:pt x="1271" y="8897"/>
                  </a:lnTo>
                  <a:lnTo>
                    <a:pt x="1309" y="8927"/>
                  </a:lnTo>
                  <a:lnTo>
                    <a:pt x="1350" y="8953"/>
                  </a:lnTo>
                  <a:lnTo>
                    <a:pt x="1674" y="9138"/>
                  </a:lnTo>
                  <a:lnTo>
                    <a:pt x="1736" y="9168"/>
                  </a:lnTo>
                  <a:lnTo>
                    <a:pt x="2098" y="9315"/>
                  </a:lnTo>
                  <a:lnTo>
                    <a:pt x="2140" y="9330"/>
                  </a:lnTo>
                  <a:lnTo>
                    <a:pt x="2529" y="9449"/>
                  </a:lnTo>
                  <a:lnTo>
                    <a:pt x="2552" y="9455"/>
                  </a:lnTo>
                  <a:lnTo>
                    <a:pt x="2956" y="9559"/>
                  </a:lnTo>
                  <a:lnTo>
                    <a:pt x="2962" y="9560"/>
                  </a:lnTo>
                  <a:lnTo>
                    <a:pt x="3369" y="9659"/>
                  </a:lnTo>
                  <a:lnTo>
                    <a:pt x="3376" y="9661"/>
                  </a:lnTo>
                  <a:lnTo>
                    <a:pt x="3801" y="9758"/>
                  </a:lnTo>
                  <a:lnTo>
                    <a:pt x="3820" y="9762"/>
                  </a:lnTo>
                  <a:lnTo>
                    <a:pt x="4277" y="9848"/>
                  </a:lnTo>
                  <a:lnTo>
                    <a:pt x="4296" y="9851"/>
                  </a:lnTo>
                  <a:lnTo>
                    <a:pt x="4768" y="9922"/>
                  </a:lnTo>
                  <a:lnTo>
                    <a:pt x="4790" y="9925"/>
                  </a:lnTo>
                  <a:lnTo>
                    <a:pt x="5261" y="9974"/>
                  </a:lnTo>
                  <a:lnTo>
                    <a:pt x="5288" y="9976"/>
                  </a:lnTo>
                  <a:lnTo>
                    <a:pt x="5742" y="9999"/>
                  </a:lnTo>
                  <a:lnTo>
                    <a:pt x="5778" y="10000"/>
                  </a:lnTo>
                  <a:lnTo>
                    <a:pt x="6197" y="9991"/>
                  </a:lnTo>
                  <a:lnTo>
                    <a:pt x="6228" y="9989"/>
                  </a:lnTo>
                  <a:lnTo>
                    <a:pt x="6624" y="9957"/>
                  </a:lnTo>
                  <a:lnTo>
                    <a:pt x="6647" y="9954"/>
                  </a:lnTo>
                  <a:lnTo>
                    <a:pt x="7036" y="9904"/>
                  </a:lnTo>
                  <a:lnTo>
                    <a:pt x="7074" y="9898"/>
                  </a:lnTo>
                  <a:lnTo>
                    <a:pt x="7445" y="9822"/>
                  </a:lnTo>
                  <a:lnTo>
                    <a:pt x="7500" y="9807"/>
                  </a:lnTo>
                  <a:lnTo>
                    <a:pt x="7843" y="9696"/>
                  </a:lnTo>
                  <a:lnTo>
                    <a:pt x="7881" y="9682"/>
                  </a:lnTo>
                  <a:lnTo>
                    <a:pt x="7917" y="9665"/>
                  </a:lnTo>
                  <a:lnTo>
                    <a:pt x="8223" y="9509"/>
                  </a:lnTo>
                  <a:lnTo>
                    <a:pt x="8269" y="9483"/>
                  </a:lnTo>
                  <a:lnTo>
                    <a:pt x="8312" y="9451"/>
                  </a:lnTo>
                  <a:lnTo>
                    <a:pt x="8569" y="9243"/>
                  </a:lnTo>
                  <a:lnTo>
                    <a:pt x="8614" y="9202"/>
                  </a:lnTo>
                  <a:lnTo>
                    <a:pt x="8653" y="9156"/>
                  </a:lnTo>
                  <a:lnTo>
                    <a:pt x="8863" y="8881"/>
                  </a:lnTo>
                  <a:lnTo>
                    <a:pt x="8889" y="8843"/>
                  </a:lnTo>
                  <a:lnTo>
                    <a:pt x="8912" y="8802"/>
                  </a:lnTo>
                  <a:lnTo>
                    <a:pt x="9082" y="8466"/>
                  </a:lnTo>
                  <a:lnTo>
                    <a:pt x="9109" y="8403"/>
                  </a:lnTo>
                  <a:lnTo>
                    <a:pt x="9241" y="8023"/>
                  </a:lnTo>
                  <a:lnTo>
                    <a:pt x="9256" y="7973"/>
                  </a:lnTo>
                  <a:lnTo>
                    <a:pt x="9352" y="7566"/>
                  </a:lnTo>
                  <a:lnTo>
                    <a:pt x="9360" y="7524"/>
                  </a:lnTo>
                  <a:lnTo>
                    <a:pt x="9421" y="7108"/>
                  </a:lnTo>
                  <a:lnTo>
                    <a:pt x="9425" y="7069"/>
                  </a:lnTo>
                  <a:lnTo>
                    <a:pt x="9454" y="6662"/>
                  </a:lnTo>
                  <a:lnTo>
                    <a:pt x="9456" y="6616"/>
                  </a:lnTo>
                  <a:lnTo>
                    <a:pt x="9447" y="6206"/>
                  </a:lnTo>
                  <a:lnTo>
                    <a:pt x="9445" y="6161"/>
                  </a:lnTo>
                  <a:lnTo>
                    <a:pt x="9397" y="5730"/>
                  </a:lnTo>
                  <a:lnTo>
                    <a:pt x="9392" y="5693"/>
                  </a:lnTo>
                  <a:lnTo>
                    <a:pt x="9310" y="5254"/>
                  </a:lnTo>
                  <a:lnTo>
                    <a:pt x="9303" y="5222"/>
                  </a:lnTo>
                  <a:lnTo>
                    <a:pt x="9192" y="4785"/>
                  </a:lnTo>
                  <a:lnTo>
                    <a:pt x="9183" y="4755"/>
                  </a:lnTo>
                  <a:lnTo>
                    <a:pt x="9047" y="4331"/>
                  </a:lnTo>
                  <a:lnTo>
                    <a:pt x="9037" y="4302"/>
                  </a:lnTo>
                  <a:lnTo>
                    <a:pt x="8881" y="3903"/>
                  </a:lnTo>
                  <a:lnTo>
                    <a:pt x="8867" y="3870"/>
                  </a:lnTo>
                  <a:lnTo>
                    <a:pt x="8686" y="3487"/>
                  </a:lnTo>
                  <a:lnTo>
                    <a:pt x="8670" y="3456"/>
                  </a:lnTo>
                  <a:lnTo>
                    <a:pt x="8458" y="3080"/>
                  </a:lnTo>
                  <a:lnTo>
                    <a:pt x="8441" y="3052"/>
                  </a:lnTo>
                  <a:lnTo>
                    <a:pt x="8205" y="2689"/>
                  </a:lnTo>
                  <a:lnTo>
                    <a:pt x="8187" y="2663"/>
                  </a:lnTo>
                  <a:lnTo>
                    <a:pt x="7932" y="2320"/>
                  </a:lnTo>
                  <a:lnTo>
                    <a:pt x="7911" y="2295"/>
                  </a:lnTo>
                  <a:lnTo>
                    <a:pt x="7643" y="1979"/>
                  </a:lnTo>
                  <a:lnTo>
                    <a:pt x="7620" y="1953"/>
                  </a:lnTo>
                  <a:lnTo>
                    <a:pt x="7344" y="1670"/>
                  </a:lnTo>
                  <a:lnTo>
                    <a:pt x="7313" y="1641"/>
                  </a:lnTo>
                  <a:lnTo>
                    <a:pt x="7027" y="1392"/>
                  </a:lnTo>
                  <a:lnTo>
                    <a:pt x="6992" y="1364"/>
                  </a:lnTo>
                  <a:lnTo>
                    <a:pt x="6691" y="1145"/>
                  </a:lnTo>
                  <a:lnTo>
                    <a:pt x="6657" y="1123"/>
                  </a:lnTo>
                  <a:lnTo>
                    <a:pt x="6342" y="930"/>
                  </a:lnTo>
                  <a:lnTo>
                    <a:pt x="6311" y="913"/>
                  </a:lnTo>
                  <a:lnTo>
                    <a:pt x="5986" y="743"/>
                  </a:lnTo>
                  <a:lnTo>
                    <a:pt x="5958" y="730"/>
                  </a:lnTo>
                  <a:lnTo>
                    <a:pt x="5623" y="581"/>
                  </a:lnTo>
                  <a:lnTo>
                    <a:pt x="5600" y="571"/>
                  </a:lnTo>
                  <a:lnTo>
                    <a:pt x="5259" y="439"/>
                  </a:lnTo>
                  <a:lnTo>
                    <a:pt x="5239" y="432"/>
                  </a:lnTo>
                  <a:lnTo>
                    <a:pt x="4879" y="310"/>
                  </a:lnTo>
                  <a:lnTo>
                    <a:pt x="4858" y="304"/>
                  </a:lnTo>
                  <a:lnTo>
                    <a:pt x="4477" y="193"/>
                  </a:lnTo>
                  <a:lnTo>
                    <a:pt x="4450" y="186"/>
                  </a:lnTo>
                  <a:lnTo>
                    <a:pt x="4060" y="95"/>
                  </a:lnTo>
                  <a:lnTo>
                    <a:pt x="4024" y="88"/>
                  </a:lnTo>
                  <a:lnTo>
                    <a:pt x="3638" y="27"/>
                  </a:lnTo>
                  <a:lnTo>
                    <a:pt x="3590" y="22"/>
                  </a:lnTo>
                  <a:lnTo>
                    <a:pt x="3222" y="0"/>
                  </a:lnTo>
                  <a:lnTo>
                    <a:pt x="3152" y="0"/>
                  </a:lnTo>
                  <a:lnTo>
                    <a:pt x="2815" y="26"/>
                  </a:lnTo>
                  <a:lnTo>
                    <a:pt x="2772" y="31"/>
                  </a:lnTo>
                  <a:lnTo>
                    <a:pt x="2730" y="40"/>
                  </a:lnTo>
                  <a:lnTo>
                    <a:pt x="2418" y="118"/>
                  </a:lnTo>
                  <a:lnTo>
                    <a:pt x="2382" y="128"/>
                  </a:lnTo>
                  <a:lnTo>
                    <a:pt x="2347" y="141"/>
                  </a:lnTo>
                  <a:lnTo>
                    <a:pt x="2048" y="265"/>
                  </a:lnTo>
                  <a:lnTo>
                    <a:pt x="1988" y="295"/>
                  </a:lnTo>
                  <a:lnTo>
                    <a:pt x="1707" y="458"/>
                  </a:lnTo>
                  <a:lnTo>
                    <a:pt x="1656" y="491"/>
                  </a:lnTo>
                  <a:lnTo>
                    <a:pt x="1397" y="686"/>
                  </a:lnTo>
                  <a:lnTo>
                    <a:pt x="1354" y="722"/>
                  </a:lnTo>
                  <a:lnTo>
                    <a:pt x="1121" y="941"/>
                  </a:lnTo>
                  <a:lnTo>
                    <a:pt x="1082" y="981"/>
                  </a:lnTo>
                  <a:lnTo>
                    <a:pt x="880" y="1218"/>
                  </a:lnTo>
                  <a:lnTo>
                    <a:pt x="840" y="1272"/>
                  </a:lnTo>
                  <a:lnTo>
                    <a:pt x="673" y="1530"/>
                  </a:lnTo>
                  <a:close/>
                  <a:moveTo>
                    <a:pt x="1218" y="1507"/>
                  </a:moveTo>
                  <a:lnTo>
                    <a:pt x="1420" y="1270"/>
                  </a:lnTo>
                  <a:lnTo>
                    <a:pt x="1425" y="1265"/>
                  </a:lnTo>
                  <a:lnTo>
                    <a:pt x="1658" y="1046"/>
                  </a:lnTo>
                  <a:lnTo>
                    <a:pt x="1664" y="1041"/>
                  </a:lnTo>
                  <a:lnTo>
                    <a:pt x="1923" y="846"/>
                  </a:lnTo>
                  <a:lnTo>
                    <a:pt x="1929" y="842"/>
                  </a:lnTo>
                  <a:lnTo>
                    <a:pt x="2211" y="679"/>
                  </a:lnTo>
                  <a:lnTo>
                    <a:pt x="2218" y="676"/>
                  </a:lnTo>
                  <a:lnTo>
                    <a:pt x="2517" y="552"/>
                  </a:lnTo>
                  <a:lnTo>
                    <a:pt x="2522" y="550"/>
                  </a:lnTo>
                  <a:lnTo>
                    <a:pt x="2526" y="549"/>
                  </a:lnTo>
                  <a:lnTo>
                    <a:pt x="2838" y="471"/>
                  </a:lnTo>
                  <a:lnTo>
                    <a:pt x="2844" y="470"/>
                  </a:lnTo>
                  <a:lnTo>
                    <a:pt x="2849" y="469"/>
                  </a:lnTo>
                  <a:lnTo>
                    <a:pt x="3186" y="443"/>
                  </a:lnTo>
                  <a:lnTo>
                    <a:pt x="3195" y="443"/>
                  </a:lnTo>
                  <a:lnTo>
                    <a:pt x="3563" y="465"/>
                  </a:lnTo>
                  <a:lnTo>
                    <a:pt x="3569" y="466"/>
                  </a:lnTo>
                  <a:lnTo>
                    <a:pt x="3955" y="527"/>
                  </a:lnTo>
                  <a:lnTo>
                    <a:pt x="3959" y="528"/>
                  </a:lnTo>
                  <a:lnTo>
                    <a:pt x="4349" y="618"/>
                  </a:lnTo>
                  <a:lnTo>
                    <a:pt x="4353" y="619"/>
                  </a:lnTo>
                  <a:lnTo>
                    <a:pt x="4734" y="730"/>
                  </a:lnTo>
                  <a:lnTo>
                    <a:pt x="4737" y="731"/>
                  </a:lnTo>
                  <a:lnTo>
                    <a:pt x="5096" y="853"/>
                  </a:lnTo>
                  <a:lnTo>
                    <a:pt x="5098" y="854"/>
                  </a:lnTo>
                  <a:lnTo>
                    <a:pt x="5440" y="986"/>
                  </a:lnTo>
                  <a:lnTo>
                    <a:pt x="5443" y="987"/>
                  </a:lnTo>
                  <a:lnTo>
                    <a:pt x="5777" y="1136"/>
                  </a:lnTo>
                  <a:lnTo>
                    <a:pt x="5781" y="1138"/>
                  </a:lnTo>
                  <a:lnTo>
                    <a:pt x="6107" y="1307"/>
                  </a:lnTo>
                  <a:lnTo>
                    <a:pt x="6110" y="1309"/>
                  </a:lnTo>
                  <a:lnTo>
                    <a:pt x="6425" y="1502"/>
                  </a:lnTo>
                  <a:lnTo>
                    <a:pt x="6429" y="1505"/>
                  </a:lnTo>
                  <a:lnTo>
                    <a:pt x="6731" y="1724"/>
                  </a:lnTo>
                  <a:lnTo>
                    <a:pt x="6735" y="1727"/>
                  </a:lnTo>
                  <a:lnTo>
                    <a:pt x="7022" y="1976"/>
                  </a:lnTo>
                  <a:lnTo>
                    <a:pt x="7025" y="1980"/>
                  </a:lnTo>
                  <a:lnTo>
                    <a:pt x="7301" y="2263"/>
                  </a:lnTo>
                  <a:lnTo>
                    <a:pt x="7304" y="2266"/>
                  </a:lnTo>
                  <a:lnTo>
                    <a:pt x="7573" y="2582"/>
                  </a:lnTo>
                  <a:lnTo>
                    <a:pt x="7575" y="2586"/>
                  </a:lnTo>
                  <a:lnTo>
                    <a:pt x="7830" y="2928"/>
                  </a:lnTo>
                  <a:lnTo>
                    <a:pt x="7833" y="2932"/>
                  </a:lnTo>
                  <a:lnTo>
                    <a:pt x="8069" y="3294"/>
                  </a:lnTo>
                  <a:lnTo>
                    <a:pt x="8071" y="3298"/>
                  </a:lnTo>
                  <a:lnTo>
                    <a:pt x="8282" y="3674"/>
                  </a:lnTo>
                  <a:lnTo>
                    <a:pt x="8284" y="3678"/>
                  </a:lnTo>
                  <a:lnTo>
                    <a:pt x="8466" y="4060"/>
                  </a:lnTo>
                  <a:lnTo>
                    <a:pt x="8467" y="4064"/>
                  </a:lnTo>
                  <a:lnTo>
                    <a:pt x="8623" y="4463"/>
                  </a:lnTo>
                  <a:lnTo>
                    <a:pt x="8624" y="4467"/>
                  </a:lnTo>
                  <a:lnTo>
                    <a:pt x="8760" y="4891"/>
                  </a:lnTo>
                  <a:lnTo>
                    <a:pt x="8761" y="4894"/>
                  </a:lnTo>
                  <a:lnTo>
                    <a:pt x="8872" y="5331"/>
                  </a:lnTo>
                  <a:lnTo>
                    <a:pt x="8873" y="5335"/>
                  </a:lnTo>
                  <a:lnTo>
                    <a:pt x="8955" y="5774"/>
                  </a:lnTo>
                  <a:lnTo>
                    <a:pt x="8956" y="5779"/>
                  </a:lnTo>
                  <a:lnTo>
                    <a:pt x="9003" y="6209"/>
                  </a:lnTo>
                  <a:lnTo>
                    <a:pt x="9003" y="6215"/>
                  </a:lnTo>
                  <a:lnTo>
                    <a:pt x="9011" y="6625"/>
                  </a:lnTo>
                  <a:lnTo>
                    <a:pt x="9011" y="6631"/>
                  </a:lnTo>
                  <a:lnTo>
                    <a:pt x="8982" y="7038"/>
                  </a:lnTo>
                  <a:lnTo>
                    <a:pt x="8982" y="7043"/>
                  </a:lnTo>
                  <a:lnTo>
                    <a:pt x="8920" y="7459"/>
                  </a:lnTo>
                  <a:lnTo>
                    <a:pt x="8919" y="7464"/>
                  </a:lnTo>
                  <a:lnTo>
                    <a:pt x="8823" y="7871"/>
                  </a:lnTo>
                  <a:lnTo>
                    <a:pt x="8821" y="7877"/>
                  </a:lnTo>
                  <a:lnTo>
                    <a:pt x="8689" y="8258"/>
                  </a:lnTo>
                  <a:lnTo>
                    <a:pt x="8686" y="8265"/>
                  </a:lnTo>
                  <a:lnTo>
                    <a:pt x="8516" y="8602"/>
                  </a:lnTo>
                  <a:lnTo>
                    <a:pt x="8513" y="8607"/>
                  </a:lnTo>
                  <a:lnTo>
                    <a:pt x="8510" y="8612"/>
                  </a:lnTo>
                  <a:lnTo>
                    <a:pt x="8300" y="8887"/>
                  </a:lnTo>
                  <a:lnTo>
                    <a:pt x="8295" y="8892"/>
                  </a:lnTo>
                  <a:lnTo>
                    <a:pt x="8289" y="8897"/>
                  </a:lnTo>
                  <a:lnTo>
                    <a:pt x="8032" y="9106"/>
                  </a:lnTo>
                  <a:lnTo>
                    <a:pt x="8027" y="9110"/>
                  </a:lnTo>
                  <a:lnTo>
                    <a:pt x="8021" y="9113"/>
                  </a:lnTo>
                  <a:lnTo>
                    <a:pt x="7715" y="9269"/>
                  </a:lnTo>
                  <a:lnTo>
                    <a:pt x="7711" y="9271"/>
                  </a:lnTo>
                  <a:lnTo>
                    <a:pt x="7706" y="9273"/>
                  </a:lnTo>
                  <a:lnTo>
                    <a:pt x="7363" y="9385"/>
                  </a:lnTo>
                  <a:lnTo>
                    <a:pt x="7356" y="9386"/>
                  </a:lnTo>
                  <a:lnTo>
                    <a:pt x="6984" y="9463"/>
                  </a:lnTo>
                  <a:lnTo>
                    <a:pt x="6980" y="9464"/>
                  </a:lnTo>
                  <a:lnTo>
                    <a:pt x="6591" y="9514"/>
                  </a:lnTo>
                  <a:lnTo>
                    <a:pt x="6588" y="9514"/>
                  </a:lnTo>
                  <a:lnTo>
                    <a:pt x="6192" y="9546"/>
                  </a:lnTo>
                  <a:lnTo>
                    <a:pt x="6188" y="9546"/>
                  </a:lnTo>
                  <a:lnTo>
                    <a:pt x="5769" y="9555"/>
                  </a:lnTo>
                  <a:lnTo>
                    <a:pt x="5764" y="9555"/>
                  </a:lnTo>
                  <a:lnTo>
                    <a:pt x="5311" y="9532"/>
                  </a:lnTo>
                  <a:lnTo>
                    <a:pt x="5308" y="9532"/>
                  </a:lnTo>
                  <a:lnTo>
                    <a:pt x="4837" y="9483"/>
                  </a:lnTo>
                  <a:lnTo>
                    <a:pt x="4834" y="9482"/>
                  </a:lnTo>
                  <a:lnTo>
                    <a:pt x="4362" y="9412"/>
                  </a:lnTo>
                  <a:lnTo>
                    <a:pt x="4360" y="9411"/>
                  </a:lnTo>
                  <a:lnTo>
                    <a:pt x="3902" y="9325"/>
                  </a:lnTo>
                  <a:lnTo>
                    <a:pt x="3900" y="9324"/>
                  </a:lnTo>
                  <a:lnTo>
                    <a:pt x="3474" y="9227"/>
                  </a:lnTo>
                  <a:lnTo>
                    <a:pt x="3474" y="9227"/>
                  </a:lnTo>
                  <a:lnTo>
                    <a:pt x="3066" y="9128"/>
                  </a:lnTo>
                  <a:lnTo>
                    <a:pt x="3066" y="9128"/>
                  </a:lnTo>
                  <a:lnTo>
                    <a:pt x="2662" y="9025"/>
                  </a:lnTo>
                  <a:lnTo>
                    <a:pt x="2659" y="9024"/>
                  </a:lnTo>
                  <a:lnTo>
                    <a:pt x="2270" y="8905"/>
                  </a:lnTo>
                  <a:lnTo>
                    <a:pt x="2265" y="8903"/>
                  </a:lnTo>
                  <a:lnTo>
                    <a:pt x="1902" y="8757"/>
                  </a:lnTo>
                  <a:lnTo>
                    <a:pt x="1895" y="8753"/>
                  </a:lnTo>
                  <a:lnTo>
                    <a:pt x="1571" y="8567"/>
                  </a:lnTo>
                  <a:lnTo>
                    <a:pt x="1566" y="8564"/>
                  </a:lnTo>
                  <a:lnTo>
                    <a:pt x="1561" y="8560"/>
                  </a:lnTo>
                  <a:lnTo>
                    <a:pt x="1289" y="8325"/>
                  </a:lnTo>
                  <a:lnTo>
                    <a:pt x="1284" y="8320"/>
                  </a:lnTo>
                  <a:lnTo>
                    <a:pt x="1279" y="8314"/>
                  </a:lnTo>
                  <a:lnTo>
                    <a:pt x="1062" y="8017"/>
                  </a:lnTo>
                  <a:lnTo>
                    <a:pt x="1058" y="8012"/>
                  </a:lnTo>
                  <a:lnTo>
                    <a:pt x="1056" y="8007"/>
                  </a:lnTo>
                  <a:lnTo>
                    <a:pt x="885" y="7656"/>
                  </a:lnTo>
                  <a:lnTo>
                    <a:pt x="882" y="7648"/>
                  </a:lnTo>
                  <a:lnTo>
                    <a:pt x="750" y="7258"/>
                  </a:lnTo>
                  <a:lnTo>
                    <a:pt x="749" y="7252"/>
                  </a:lnTo>
                  <a:lnTo>
                    <a:pt x="648" y="6839"/>
                  </a:lnTo>
                  <a:lnTo>
                    <a:pt x="647" y="6835"/>
                  </a:lnTo>
                  <a:lnTo>
                    <a:pt x="569" y="6415"/>
                  </a:lnTo>
                  <a:lnTo>
                    <a:pt x="569" y="6413"/>
                  </a:lnTo>
                  <a:lnTo>
                    <a:pt x="506" y="6001"/>
                  </a:lnTo>
                  <a:lnTo>
                    <a:pt x="505" y="5998"/>
                  </a:lnTo>
                  <a:lnTo>
                    <a:pt x="462" y="5582"/>
                  </a:lnTo>
                  <a:lnTo>
                    <a:pt x="461" y="5578"/>
                  </a:lnTo>
                  <a:lnTo>
                    <a:pt x="444" y="5143"/>
                  </a:lnTo>
                  <a:lnTo>
                    <a:pt x="444" y="5140"/>
                  </a:lnTo>
                  <a:lnTo>
                    <a:pt x="449" y="4697"/>
                  </a:lnTo>
                  <a:lnTo>
                    <a:pt x="450" y="4694"/>
                  </a:lnTo>
                  <a:lnTo>
                    <a:pt x="474" y="4257"/>
                  </a:lnTo>
                  <a:lnTo>
                    <a:pt x="475" y="4255"/>
                  </a:lnTo>
                  <a:lnTo>
                    <a:pt x="516" y="3836"/>
                  </a:lnTo>
                  <a:lnTo>
                    <a:pt x="516" y="3833"/>
                  </a:lnTo>
                  <a:lnTo>
                    <a:pt x="569" y="3444"/>
                  </a:lnTo>
                  <a:lnTo>
                    <a:pt x="569" y="3442"/>
                  </a:lnTo>
                  <a:lnTo>
                    <a:pt x="631" y="3077"/>
                  </a:lnTo>
                  <a:lnTo>
                    <a:pt x="631" y="3075"/>
                  </a:lnTo>
                  <a:lnTo>
                    <a:pt x="704" y="2725"/>
                  </a:lnTo>
                  <a:lnTo>
                    <a:pt x="705" y="2721"/>
                  </a:lnTo>
                  <a:lnTo>
                    <a:pt x="793" y="2389"/>
                  </a:lnTo>
                  <a:lnTo>
                    <a:pt x="794" y="2384"/>
                  </a:lnTo>
                  <a:lnTo>
                    <a:pt x="904" y="2072"/>
                  </a:lnTo>
                  <a:lnTo>
                    <a:pt x="906" y="2066"/>
                  </a:lnTo>
                  <a:lnTo>
                    <a:pt x="1042" y="1779"/>
                  </a:lnTo>
                  <a:lnTo>
                    <a:pt x="1046" y="1772"/>
                  </a:lnTo>
                  <a:lnTo>
                    <a:pt x="1213" y="1513"/>
                  </a:lnTo>
                  <a:lnTo>
                    <a:pt x="1218" y="1507"/>
                  </a:lnTo>
                  <a:close/>
                </a:path>
              </a:pathLst>
            </a:custGeom>
            <a:gradFill rotWithShape="1">
              <a:gsLst>
                <a:gs pos="0">
                  <a:srgbClr val="E5E7E9"/>
                </a:gs>
                <a:gs pos="100000">
                  <a:srgbClr val="AAB7B8"/>
                </a:gs>
              </a:gsLst>
              <a:lin ang="2700000" scaled="0"/>
            </a:gradFill>
            <a:ln w="19050" cap="rnd">
              <a:solidFill>
                <a:srgbClr val="56657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2516821" y="3526584"/>
              <a:ext cx="1551775" cy="1549322"/>
            </a:xfrm>
            <a:custGeom>
              <a:avLst/>
              <a:gdLst/>
              <a:ahLst/>
              <a:cxnLst/>
              <a:rect l="0" t="0" r="r" b="b"/>
              <a:pathLst>
                <a:path w="2977" h="3025">
                  <a:moveTo>
                    <a:pt x="391" y="360"/>
                  </a:moveTo>
                  <a:cubicBezTo>
                    <a:pt x="391" y="399"/>
                    <a:pt x="360" y="430"/>
                    <a:pt x="321" y="430"/>
                  </a:cubicBezTo>
                  <a:cubicBezTo>
                    <a:pt x="283" y="430"/>
                    <a:pt x="251" y="399"/>
                    <a:pt x="251" y="360"/>
                  </a:cubicBezTo>
                  <a:cubicBezTo>
                    <a:pt x="251" y="321"/>
                    <a:pt x="283" y="290"/>
                    <a:pt x="321" y="290"/>
                  </a:cubicBezTo>
                  <a:cubicBezTo>
                    <a:pt x="360" y="290"/>
                    <a:pt x="391" y="321"/>
                    <a:pt x="391" y="360"/>
                  </a:cubicBezTo>
                  <a:close/>
                  <a:moveTo>
                    <a:pt x="140" y="1400"/>
                  </a:moveTo>
                  <a:cubicBezTo>
                    <a:pt x="140" y="1439"/>
                    <a:pt x="108" y="1470"/>
                    <a:pt x="70" y="1470"/>
                  </a:cubicBezTo>
                  <a:cubicBezTo>
                    <a:pt x="31" y="1470"/>
                    <a:pt x="0" y="1439"/>
                    <a:pt x="0" y="1400"/>
                  </a:cubicBezTo>
                  <a:cubicBezTo>
                    <a:pt x="0" y="1362"/>
                    <a:pt x="31" y="1330"/>
                    <a:pt x="70" y="1330"/>
                  </a:cubicBezTo>
                  <a:cubicBezTo>
                    <a:pt x="108" y="1330"/>
                    <a:pt x="140" y="1362"/>
                    <a:pt x="140" y="1400"/>
                  </a:cubicBezTo>
                  <a:close/>
                  <a:moveTo>
                    <a:pt x="414" y="2582"/>
                  </a:moveTo>
                  <a:cubicBezTo>
                    <a:pt x="414" y="2621"/>
                    <a:pt x="383" y="2652"/>
                    <a:pt x="344" y="2652"/>
                  </a:cubicBezTo>
                  <a:cubicBezTo>
                    <a:pt x="306" y="2652"/>
                    <a:pt x="274" y="2621"/>
                    <a:pt x="274" y="2582"/>
                  </a:cubicBezTo>
                  <a:cubicBezTo>
                    <a:pt x="274" y="2543"/>
                    <a:pt x="306" y="2512"/>
                    <a:pt x="344" y="2512"/>
                  </a:cubicBezTo>
                  <a:cubicBezTo>
                    <a:pt x="383" y="2512"/>
                    <a:pt x="414" y="2543"/>
                    <a:pt x="414" y="2582"/>
                  </a:cubicBezTo>
                  <a:close/>
                  <a:moveTo>
                    <a:pt x="1428" y="2955"/>
                  </a:moveTo>
                  <a:cubicBezTo>
                    <a:pt x="1428" y="2994"/>
                    <a:pt x="1397" y="3025"/>
                    <a:pt x="1358" y="3025"/>
                  </a:cubicBezTo>
                  <a:cubicBezTo>
                    <a:pt x="1320" y="3025"/>
                    <a:pt x="1288" y="2994"/>
                    <a:pt x="1288" y="2955"/>
                  </a:cubicBezTo>
                  <a:cubicBezTo>
                    <a:pt x="1288" y="2916"/>
                    <a:pt x="1320" y="2885"/>
                    <a:pt x="1358" y="2885"/>
                  </a:cubicBezTo>
                  <a:cubicBezTo>
                    <a:pt x="1397" y="2885"/>
                    <a:pt x="1428" y="2916"/>
                    <a:pt x="1428" y="2955"/>
                  </a:cubicBezTo>
                  <a:close/>
                  <a:moveTo>
                    <a:pt x="2530" y="2904"/>
                  </a:moveTo>
                  <a:cubicBezTo>
                    <a:pt x="2530" y="2943"/>
                    <a:pt x="2499" y="2974"/>
                    <a:pt x="2460" y="2974"/>
                  </a:cubicBezTo>
                  <a:cubicBezTo>
                    <a:pt x="2422" y="2974"/>
                    <a:pt x="2390" y="2943"/>
                    <a:pt x="2390" y="2904"/>
                  </a:cubicBezTo>
                  <a:cubicBezTo>
                    <a:pt x="2390" y="2865"/>
                    <a:pt x="2422" y="2834"/>
                    <a:pt x="2460" y="2834"/>
                  </a:cubicBezTo>
                  <a:cubicBezTo>
                    <a:pt x="2499" y="2834"/>
                    <a:pt x="2530" y="2865"/>
                    <a:pt x="2530" y="2904"/>
                  </a:cubicBezTo>
                  <a:close/>
                  <a:moveTo>
                    <a:pt x="2977" y="2015"/>
                  </a:moveTo>
                  <a:cubicBezTo>
                    <a:pt x="2977" y="2054"/>
                    <a:pt x="2945" y="2085"/>
                    <a:pt x="2907" y="2085"/>
                  </a:cubicBezTo>
                  <a:cubicBezTo>
                    <a:pt x="2868" y="2085"/>
                    <a:pt x="2837" y="2054"/>
                    <a:pt x="2837" y="2015"/>
                  </a:cubicBezTo>
                  <a:cubicBezTo>
                    <a:pt x="2837" y="1977"/>
                    <a:pt x="2868" y="1945"/>
                    <a:pt x="2907" y="1945"/>
                  </a:cubicBezTo>
                  <a:cubicBezTo>
                    <a:pt x="2945" y="1945"/>
                    <a:pt x="2977" y="1977"/>
                    <a:pt x="2977" y="2015"/>
                  </a:cubicBezTo>
                  <a:close/>
                  <a:moveTo>
                    <a:pt x="2594" y="807"/>
                  </a:moveTo>
                  <a:cubicBezTo>
                    <a:pt x="2594" y="845"/>
                    <a:pt x="2563" y="877"/>
                    <a:pt x="2524" y="877"/>
                  </a:cubicBezTo>
                  <a:cubicBezTo>
                    <a:pt x="2486" y="877"/>
                    <a:pt x="2454" y="845"/>
                    <a:pt x="2454" y="807"/>
                  </a:cubicBezTo>
                  <a:cubicBezTo>
                    <a:pt x="2454" y="768"/>
                    <a:pt x="2486" y="737"/>
                    <a:pt x="2524" y="737"/>
                  </a:cubicBezTo>
                  <a:cubicBezTo>
                    <a:pt x="2563" y="737"/>
                    <a:pt x="2594" y="768"/>
                    <a:pt x="2594" y="807"/>
                  </a:cubicBezTo>
                  <a:close/>
                  <a:moveTo>
                    <a:pt x="1699" y="125"/>
                  </a:moveTo>
                  <a:cubicBezTo>
                    <a:pt x="1699" y="164"/>
                    <a:pt x="1668" y="195"/>
                    <a:pt x="1629" y="195"/>
                  </a:cubicBezTo>
                  <a:cubicBezTo>
                    <a:pt x="1591" y="195"/>
                    <a:pt x="1559" y="164"/>
                    <a:pt x="1559" y="125"/>
                  </a:cubicBezTo>
                  <a:cubicBezTo>
                    <a:pt x="1559" y="86"/>
                    <a:pt x="1591" y="55"/>
                    <a:pt x="1629" y="55"/>
                  </a:cubicBezTo>
                  <a:cubicBezTo>
                    <a:pt x="1668" y="55"/>
                    <a:pt x="1699" y="86"/>
                    <a:pt x="1699" y="125"/>
                  </a:cubicBezTo>
                  <a:close/>
                  <a:moveTo>
                    <a:pt x="740" y="70"/>
                  </a:moveTo>
                  <a:cubicBezTo>
                    <a:pt x="740" y="108"/>
                    <a:pt x="709" y="140"/>
                    <a:pt x="670" y="140"/>
                  </a:cubicBezTo>
                  <a:cubicBezTo>
                    <a:pt x="631" y="140"/>
                    <a:pt x="600" y="108"/>
                    <a:pt x="600" y="70"/>
                  </a:cubicBezTo>
                  <a:cubicBezTo>
                    <a:pt x="600" y="31"/>
                    <a:pt x="631" y="0"/>
                    <a:pt x="670" y="0"/>
                  </a:cubicBezTo>
                  <a:cubicBezTo>
                    <a:pt x="709" y="0"/>
                    <a:pt x="740" y="31"/>
                    <a:pt x="740" y="70"/>
                  </a:cubicBezTo>
                  <a:close/>
                </a:path>
              </a:pathLst>
            </a:custGeom>
            <a:solidFill>
              <a:srgbClr val="FDFEFE"/>
            </a:solidFill>
            <a:ln w="9525" cap="rnd">
              <a:solidFill>
                <a:srgbClr val="7B7D7D"/>
              </a:solidFill>
              <a:round/>
            </a:ln>
          </p:spPr>
        </p:sp>
      </p:grpSp>
      <p:sp>
        <p:nvSpPr>
          <p:cNvPr id="37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8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9" name="Forma 38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41" name="Rótulo Pericardio engrosado y"/>
          <p:cNvGrpSpPr/>
          <p:nvPr/>
        </p:nvGrpSpPr>
        <p:grpSpPr>
          <a:xfrm>
            <a:off x="3114904" y="914400"/>
            <a:ext cx="6029096" cy="3333902"/>
            <a:chOff x="3114904" y="914400"/>
            <a:chExt cx="6029096" cy="3333902"/>
          </a:xfrm>
        </p:grpSpPr>
        <p:sp>
          <p:nvSpPr>
            <p:cNvPr id="42" name="Flecha 41_2"/>
            <p:cNvSpPr/>
            <p:nvPr/>
          </p:nvSpPr>
          <p:spPr>
            <a:xfrm>
              <a:off x="3114904" y="1188720"/>
              <a:ext cx="2737256" cy="3059582"/>
            </a:xfrm>
            <a:custGeom>
              <a:avLst/>
              <a:gdLst/>
              <a:ahLst/>
              <a:cxnLst/>
              <a:rect l="0" t="0" r="r" b="b"/>
              <a:pathLst>
                <a:path w="2993" h="3346" fill="none">
                  <a:moveTo>
                    <a:pt x="0" y="3346"/>
                  </a:moveTo>
                  <a:lnTo>
                    <a:pt x="2993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3" name="Forma 43"/>
            <p:cNvSpPr/>
            <p:nvPr/>
          </p:nvSpPr>
          <p:spPr>
            <a:xfrm>
              <a:off x="5852160" y="914400"/>
              <a:ext cx="3291840" cy="548640"/>
            </a:xfrm>
            <a:prstGeom prst="rect">
              <a:avLst/>
            </a:prstGeom>
            <a:solidFill>
              <a:srgbClr val="D5D8DC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Pericardio engrosado y calcificado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4" name="Recuadro Mecanismo"/>
          <p:cNvGrpSpPr/>
          <p:nvPr/>
        </p:nvGrpSpPr>
        <p:grpSpPr>
          <a:xfrm>
            <a:off x="5852160" y="1645920"/>
            <a:ext cx="6035040" cy="1074420"/>
            <a:chOff x="5852160" y="1645920"/>
            <a:chExt cx="6035040" cy="1074420"/>
          </a:xfrm>
        </p:grpSpPr>
        <p:sp>
          <p:nvSpPr>
            <p:cNvPr id="45" name="Forma 45"/>
            <p:cNvSpPr/>
            <p:nvPr/>
          </p:nvSpPr>
          <p:spPr>
            <a:xfrm>
              <a:off x="5852160" y="2011680"/>
              <a:ext cx="6035040" cy="70866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pericardio rígido impide el llenado → </a:t>
              </a:r>
              <a:r>
                <a:rPr lang="es-AR" sz="16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congestión sistémica</a:t>
              </a:r>
              <a:r>
                <a:rPr lang="es-AR" sz="16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↑ presión hidrostática.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46" name="Forma 46"/>
            <p:cNvSpPr/>
            <p:nvPr/>
          </p:nvSpPr>
          <p:spPr>
            <a:xfrm>
              <a:off x="5852160" y="164592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ecuadro Líquido"/>
          <p:cNvGrpSpPr/>
          <p:nvPr/>
        </p:nvGrpSpPr>
        <p:grpSpPr>
          <a:xfrm>
            <a:off x="5852160" y="2857500"/>
            <a:ext cx="6035040" cy="1074420"/>
            <a:chOff x="5852160" y="2857500"/>
            <a:chExt cx="6035040" cy="1074420"/>
          </a:xfrm>
        </p:grpSpPr>
        <p:sp>
          <p:nvSpPr>
            <p:cNvPr id="48" name="Forma 48"/>
            <p:cNvSpPr/>
            <p:nvPr/>
          </p:nvSpPr>
          <p:spPr>
            <a:xfrm>
              <a:off x="5852160" y="3223260"/>
              <a:ext cx="6035040" cy="70866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Produce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9" name="Forma 49"/>
            <p:cNvSpPr/>
            <p:nvPr/>
          </p:nvSpPr>
          <p:spPr>
            <a:xfrm>
              <a:off x="5852160" y="285750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0" name="Recuadro Examen físico"/>
          <p:cNvGrpSpPr/>
          <p:nvPr/>
        </p:nvGrpSpPr>
        <p:grpSpPr>
          <a:xfrm>
            <a:off x="5852160" y="4069080"/>
            <a:ext cx="6035040" cy="1074420"/>
            <a:chOff x="5852160" y="4069080"/>
            <a:chExt cx="6035040" cy="1074420"/>
          </a:xfrm>
        </p:grpSpPr>
        <p:sp>
          <p:nvSpPr>
            <p:cNvPr id="51" name="Forma 51"/>
            <p:cNvSpPr/>
            <p:nvPr/>
          </p:nvSpPr>
          <p:spPr>
            <a:xfrm>
              <a:off x="5852160" y="4434840"/>
              <a:ext cx="6035040" cy="70866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Dato específico: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golpe (knock) pericárdico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2" name="Forma 52"/>
            <p:cNvSpPr/>
            <p:nvPr/>
          </p:nvSpPr>
          <p:spPr>
            <a:xfrm>
              <a:off x="5852160" y="406908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EXAMEN FÍSICO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Imágenes"/>
          <p:cNvGrpSpPr/>
          <p:nvPr/>
        </p:nvGrpSpPr>
        <p:grpSpPr>
          <a:xfrm>
            <a:off x="5852160" y="5280660"/>
            <a:ext cx="6035040" cy="1074420"/>
            <a:chOff x="5852160" y="5280660"/>
            <a:chExt cx="6035040" cy="1074420"/>
          </a:xfrm>
        </p:grpSpPr>
        <p:sp>
          <p:nvSpPr>
            <p:cNvPr id="54" name="Forma 54"/>
            <p:cNvSpPr/>
            <p:nvPr/>
          </p:nvSpPr>
          <p:spPr>
            <a:xfrm>
              <a:off x="5852160" y="5646420"/>
              <a:ext cx="6035040" cy="70866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Calcificaciones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pericárdicas y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engrosamiento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pericardio.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55" name="Forma 55"/>
            <p:cNvSpPr/>
            <p:nvPr/>
          </p:nvSpPr>
          <p:spPr>
            <a:xfrm>
              <a:off x="5852160" y="528066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IMÁGENES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277065" y="91440"/>
            <a:ext cx="575003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PERICARDITIS CONSTRICTIVA</a:t>
            </a:r>
            <a:endParaRPr lang="es-AR" sz="2400" dirty="0">
              <a:latin typeface="Mali"/>
            </a:endParaRPr>
          </a:p>
        </p:txBody>
      </p:sp>
      <p:sp>
        <p:nvSpPr>
          <p:cNvPr id="5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1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3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Hígado cirrótico bajo la cúpula diafragmática derecha.</a:t>
            </a:r>
            <a:endParaRPr lang="es-AR" sz="2100" dirty="0">
              <a:latin typeface="Mali"/>
            </a:endParaRPr>
          </a:p>
        </p:txBody>
      </p:sp>
      <p:grpSp>
        <p:nvGrpSpPr>
          <p:cNvPr id="14" name="Recuadro Origen"/>
          <p:cNvGrpSpPr/>
          <p:nvPr/>
        </p:nvGrpSpPr>
        <p:grpSpPr>
          <a:xfrm>
            <a:off x="7315200" y="2560320"/>
            <a:ext cx="4572000" cy="1264920"/>
            <a:chOff x="7315200" y="2560320"/>
            <a:chExt cx="4572000" cy="1264920"/>
          </a:xfrm>
        </p:grpSpPr>
        <p:sp>
          <p:nvSpPr>
            <p:cNvPr id="15" name="Forma 14"/>
            <p:cNvSpPr/>
            <p:nvPr/>
          </p:nvSpPr>
          <p:spPr>
            <a:xfrm>
              <a:off x="7315200" y="2926080"/>
              <a:ext cx="4572000" cy="8991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HÍGADO</a:t>
            </a:r>
            <a:endParaRPr lang="es-AR" sz="2400" dirty="0">
              <a:latin typeface="Mali"/>
            </a:endParaRPr>
          </a:p>
        </p:txBody>
      </p:sp>
      <p:sp>
        <p:nvSpPr>
          <p:cNvPr id="1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1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13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Cavidad peritoneal con asas intestinales.</a:t>
            </a:r>
            <a:endParaRPr lang="es-AR" sz="2100" dirty="0">
              <a:latin typeface="Mali"/>
            </a:endParaRPr>
          </a:p>
        </p:txBody>
      </p:sp>
      <p:grpSp>
        <p:nvGrpSpPr>
          <p:cNvPr id="14" name="Recuadro Origen"/>
          <p:cNvGrpSpPr/>
          <p:nvPr/>
        </p:nvGrpSpPr>
        <p:grpSpPr>
          <a:xfrm>
            <a:off x="7315200" y="2560320"/>
            <a:ext cx="4572000" cy="1264920"/>
            <a:chOff x="7315200" y="2560320"/>
            <a:chExt cx="4572000" cy="1264920"/>
          </a:xfrm>
        </p:grpSpPr>
        <p:sp>
          <p:nvSpPr>
            <p:cNvPr id="15" name="Forma 14"/>
            <p:cNvSpPr/>
            <p:nvPr/>
          </p:nvSpPr>
          <p:spPr>
            <a:xfrm>
              <a:off x="7315200" y="2926080"/>
              <a:ext cx="4572000" cy="8991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18430" y="91440"/>
            <a:ext cx="430867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CAVIDAD ABDOMINAL</a:t>
            </a:r>
            <a:endParaRPr lang="es-AR" sz="2400" dirty="0">
              <a:latin typeface="Mali"/>
            </a:endParaRPr>
          </a:p>
        </p:txBody>
      </p:sp>
      <p:sp>
        <p:nvSpPr>
          <p:cNvPr id="1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Ascitis"/>
          <p:cNvSpPr/>
          <p:nvPr/>
        </p:nvSpPr>
        <p:spPr>
          <a:xfrm>
            <a:off x="690171" y="4711812"/>
            <a:ext cx="5934858" cy="1628381"/>
          </a:xfrm>
          <a:custGeom>
            <a:avLst/>
            <a:gdLst/>
            <a:ahLst/>
            <a:cxnLst/>
            <a:rect l="0" t="0" r="r" b="b"/>
            <a:pathLst>
              <a:path w="10000" h="3328">
                <a:moveTo>
                  <a:pt x="45" y="324"/>
                </a:moveTo>
                <a:lnTo>
                  <a:pt x="97" y="809"/>
                </a:lnTo>
                <a:lnTo>
                  <a:pt x="99" y="1253"/>
                </a:lnTo>
                <a:lnTo>
                  <a:pt x="84" y="1698"/>
                </a:lnTo>
                <a:lnTo>
                  <a:pt x="93" y="2123"/>
                </a:lnTo>
                <a:lnTo>
                  <a:pt x="167" y="2510"/>
                </a:lnTo>
                <a:lnTo>
                  <a:pt x="344" y="2839"/>
                </a:lnTo>
                <a:lnTo>
                  <a:pt x="667" y="3089"/>
                </a:lnTo>
                <a:lnTo>
                  <a:pt x="1171" y="3243"/>
                </a:lnTo>
                <a:lnTo>
                  <a:pt x="1832" y="3315"/>
                </a:lnTo>
                <a:lnTo>
                  <a:pt x="2598" y="3328"/>
                </a:lnTo>
                <a:lnTo>
                  <a:pt x="3416" y="3306"/>
                </a:lnTo>
                <a:lnTo>
                  <a:pt x="4234" y="3276"/>
                </a:lnTo>
                <a:lnTo>
                  <a:pt x="4999" y="3260"/>
                </a:lnTo>
                <a:lnTo>
                  <a:pt x="5765" y="3276"/>
                </a:lnTo>
                <a:lnTo>
                  <a:pt x="6583" y="3306"/>
                </a:lnTo>
                <a:lnTo>
                  <a:pt x="7401" y="3328"/>
                </a:lnTo>
                <a:lnTo>
                  <a:pt x="8167" y="3315"/>
                </a:lnTo>
                <a:lnTo>
                  <a:pt x="8828" y="3243"/>
                </a:lnTo>
                <a:lnTo>
                  <a:pt x="9332" y="3089"/>
                </a:lnTo>
                <a:lnTo>
                  <a:pt x="9655" y="2839"/>
                </a:lnTo>
                <a:lnTo>
                  <a:pt x="9832" y="2510"/>
                </a:lnTo>
                <a:lnTo>
                  <a:pt x="9906" y="2123"/>
                </a:lnTo>
                <a:lnTo>
                  <a:pt x="9915" y="1698"/>
                </a:lnTo>
                <a:lnTo>
                  <a:pt x="9900" y="1253"/>
                </a:lnTo>
                <a:lnTo>
                  <a:pt x="9902" y="809"/>
                </a:lnTo>
                <a:lnTo>
                  <a:pt x="9954" y="324"/>
                </a:lnTo>
                <a:lnTo>
                  <a:pt x="10000" y="0"/>
                </a:lnTo>
                <a:lnTo>
                  <a:pt x="0" y="0"/>
                </a:lnTo>
                <a:lnTo>
                  <a:pt x="45" y="324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11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2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4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cirrosis genera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ascitis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líquido en la cavidad peritoneal.</a:t>
            </a:r>
            <a:endParaRPr lang="es-AR" sz="2100" dirty="0">
              <a:latin typeface="Mali"/>
            </a:endParaRPr>
          </a:p>
        </p:txBody>
      </p:sp>
      <p:grpSp>
        <p:nvGrpSpPr>
          <p:cNvPr id="15" name="Recuadro Origen"/>
          <p:cNvGrpSpPr/>
          <p:nvPr/>
        </p:nvGrpSpPr>
        <p:grpSpPr>
          <a:xfrm>
            <a:off x="7315200" y="2560320"/>
            <a:ext cx="4572000" cy="1196340"/>
            <a:chOff x="7315200" y="2560320"/>
            <a:chExt cx="4572000" cy="1196340"/>
          </a:xfrm>
        </p:grpSpPr>
        <p:sp>
          <p:nvSpPr>
            <p:cNvPr id="16" name="Forma 15"/>
            <p:cNvSpPr/>
            <p:nvPr/>
          </p:nvSpPr>
          <p:spPr>
            <a:xfrm>
              <a:off x="7315200" y="2926080"/>
              <a:ext cx="4572000" cy="8305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8" name="Recuadro Paso"/>
          <p:cNvGrpSpPr/>
          <p:nvPr/>
        </p:nvGrpSpPr>
        <p:grpSpPr>
          <a:xfrm>
            <a:off x="7315200" y="3893820"/>
            <a:ext cx="4572000" cy="1196340"/>
            <a:chOff x="7315200" y="3893820"/>
            <a:chExt cx="4572000" cy="1196340"/>
          </a:xfrm>
        </p:grpSpPr>
        <p:sp>
          <p:nvSpPr>
            <p:cNvPr id="19" name="Forma 18"/>
            <p:cNvSpPr/>
            <p:nvPr/>
          </p:nvSpPr>
          <p:spPr>
            <a:xfrm>
              <a:off x="7315200" y="4259580"/>
              <a:ext cx="4572000" cy="8305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7315200" y="38938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ASCITIS</a:t>
            </a:r>
            <a:endParaRPr lang="es-AR" sz="2400" dirty="0">
              <a:latin typeface="Mali"/>
            </a:endParaRPr>
          </a:p>
        </p:txBody>
      </p:sp>
      <p:sp>
        <p:nvSpPr>
          <p:cNvPr id="1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2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10" name="!!Ascitis"/>
          <p:cNvSpPr/>
          <p:nvPr/>
        </p:nvSpPr>
        <p:spPr>
          <a:xfrm>
            <a:off x="690171" y="4711812"/>
            <a:ext cx="5934858" cy="1628381"/>
          </a:xfrm>
          <a:custGeom>
            <a:avLst/>
            <a:gdLst/>
            <a:ahLst/>
            <a:cxnLst/>
            <a:rect l="0" t="0" r="r" b="b"/>
            <a:pathLst>
              <a:path w="10000" h="3328">
                <a:moveTo>
                  <a:pt x="45" y="324"/>
                </a:moveTo>
                <a:lnTo>
                  <a:pt x="97" y="809"/>
                </a:lnTo>
                <a:lnTo>
                  <a:pt x="99" y="1253"/>
                </a:lnTo>
                <a:lnTo>
                  <a:pt x="84" y="1698"/>
                </a:lnTo>
                <a:lnTo>
                  <a:pt x="93" y="2123"/>
                </a:lnTo>
                <a:lnTo>
                  <a:pt x="167" y="2510"/>
                </a:lnTo>
                <a:lnTo>
                  <a:pt x="344" y="2839"/>
                </a:lnTo>
                <a:lnTo>
                  <a:pt x="667" y="3089"/>
                </a:lnTo>
                <a:lnTo>
                  <a:pt x="1171" y="3243"/>
                </a:lnTo>
                <a:lnTo>
                  <a:pt x="1832" y="3315"/>
                </a:lnTo>
                <a:lnTo>
                  <a:pt x="2598" y="3328"/>
                </a:lnTo>
                <a:lnTo>
                  <a:pt x="3416" y="3306"/>
                </a:lnTo>
                <a:lnTo>
                  <a:pt x="4234" y="3276"/>
                </a:lnTo>
                <a:lnTo>
                  <a:pt x="4999" y="3260"/>
                </a:lnTo>
                <a:lnTo>
                  <a:pt x="5765" y="3276"/>
                </a:lnTo>
                <a:lnTo>
                  <a:pt x="6583" y="3306"/>
                </a:lnTo>
                <a:lnTo>
                  <a:pt x="7401" y="3328"/>
                </a:lnTo>
                <a:lnTo>
                  <a:pt x="8167" y="3315"/>
                </a:lnTo>
                <a:lnTo>
                  <a:pt x="8828" y="3243"/>
                </a:lnTo>
                <a:lnTo>
                  <a:pt x="9332" y="3089"/>
                </a:lnTo>
                <a:lnTo>
                  <a:pt x="9655" y="2839"/>
                </a:lnTo>
                <a:lnTo>
                  <a:pt x="9832" y="2510"/>
                </a:lnTo>
                <a:lnTo>
                  <a:pt x="9906" y="2123"/>
                </a:lnTo>
                <a:lnTo>
                  <a:pt x="9915" y="1698"/>
                </a:lnTo>
                <a:lnTo>
                  <a:pt x="9900" y="1253"/>
                </a:lnTo>
                <a:lnTo>
                  <a:pt x="9902" y="809"/>
                </a:lnTo>
                <a:lnTo>
                  <a:pt x="9954" y="324"/>
                </a:lnTo>
                <a:lnTo>
                  <a:pt x="10000" y="0"/>
                </a:lnTo>
                <a:lnTo>
                  <a:pt x="0" y="0"/>
                </a:lnTo>
                <a:lnTo>
                  <a:pt x="45" y="324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1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2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4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ascítico busca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derivación ascendente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hacia el diafragma.</a:t>
            </a:r>
            <a:endParaRPr lang="es-AR" sz="2100" dirty="0">
              <a:latin typeface="Mali"/>
            </a:endParaRPr>
          </a:p>
        </p:txBody>
      </p:sp>
      <p:grpSp>
        <p:nvGrpSpPr>
          <p:cNvPr id="15" name="Recuadro Origen"/>
          <p:cNvGrpSpPr/>
          <p:nvPr/>
        </p:nvGrpSpPr>
        <p:grpSpPr>
          <a:xfrm>
            <a:off x="7315200" y="2560320"/>
            <a:ext cx="4572000" cy="1196340"/>
            <a:chOff x="7315200" y="2560320"/>
            <a:chExt cx="4572000" cy="1196340"/>
          </a:xfrm>
        </p:grpSpPr>
        <p:sp>
          <p:nvSpPr>
            <p:cNvPr id="16" name="Forma 15"/>
            <p:cNvSpPr/>
            <p:nvPr/>
          </p:nvSpPr>
          <p:spPr>
            <a:xfrm>
              <a:off x="7315200" y="2926080"/>
              <a:ext cx="4572000" cy="8305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8" name="Recuadro Paso"/>
          <p:cNvGrpSpPr/>
          <p:nvPr/>
        </p:nvGrpSpPr>
        <p:grpSpPr>
          <a:xfrm>
            <a:off x="7315200" y="3893820"/>
            <a:ext cx="4572000" cy="1196340"/>
            <a:chOff x="7315200" y="3893820"/>
            <a:chExt cx="4572000" cy="1196340"/>
          </a:xfrm>
        </p:grpSpPr>
        <p:sp>
          <p:nvSpPr>
            <p:cNvPr id="19" name="Forma 18"/>
            <p:cNvSpPr/>
            <p:nvPr/>
          </p:nvSpPr>
          <p:spPr>
            <a:xfrm>
              <a:off x="7315200" y="4259580"/>
              <a:ext cx="4572000" cy="8305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7315200" y="38938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DIAFRAGMA</a:t>
            </a:r>
            <a:endParaRPr lang="es-AR" sz="2400" dirty="0">
              <a:latin typeface="Mali"/>
            </a:endParaRPr>
          </a:p>
        </p:txBody>
      </p:sp>
      <p:sp>
        <p:nvSpPr>
          <p:cNvPr id="1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2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Ascitis"/>
          <p:cNvSpPr/>
          <p:nvPr/>
        </p:nvSpPr>
        <p:spPr>
          <a:xfrm>
            <a:off x="690171" y="4711812"/>
            <a:ext cx="5934858" cy="1628381"/>
          </a:xfrm>
          <a:custGeom>
            <a:avLst/>
            <a:gdLst/>
            <a:ahLst/>
            <a:cxnLst/>
            <a:rect l="0" t="0" r="r" b="b"/>
            <a:pathLst>
              <a:path w="10000" h="3328">
                <a:moveTo>
                  <a:pt x="45" y="324"/>
                </a:moveTo>
                <a:lnTo>
                  <a:pt x="97" y="809"/>
                </a:lnTo>
                <a:lnTo>
                  <a:pt x="99" y="1253"/>
                </a:lnTo>
                <a:lnTo>
                  <a:pt x="84" y="1698"/>
                </a:lnTo>
                <a:lnTo>
                  <a:pt x="93" y="2123"/>
                </a:lnTo>
                <a:lnTo>
                  <a:pt x="167" y="2510"/>
                </a:lnTo>
                <a:lnTo>
                  <a:pt x="344" y="2839"/>
                </a:lnTo>
                <a:lnTo>
                  <a:pt x="667" y="3089"/>
                </a:lnTo>
                <a:lnTo>
                  <a:pt x="1171" y="3243"/>
                </a:lnTo>
                <a:lnTo>
                  <a:pt x="1832" y="3315"/>
                </a:lnTo>
                <a:lnTo>
                  <a:pt x="2598" y="3328"/>
                </a:lnTo>
                <a:lnTo>
                  <a:pt x="3416" y="3306"/>
                </a:lnTo>
                <a:lnTo>
                  <a:pt x="4234" y="3276"/>
                </a:lnTo>
                <a:lnTo>
                  <a:pt x="4999" y="3260"/>
                </a:lnTo>
                <a:lnTo>
                  <a:pt x="5765" y="3276"/>
                </a:lnTo>
                <a:lnTo>
                  <a:pt x="6583" y="3306"/>
                </a:lnTo>
                <a:lnTo>
                  <a:pt x="7401" y="3328"/>
                </a:lnTo>
                <a:lnTo>
                  <a:pt x="8167" y="3315"/>
                </a:lnTo>
                <a:lnTo>
                  <a:pt x="8828" y="3243"/>
                </a:lnTo>
                <a:lnTo>
                  <a:pt x="9332" y="3089"/>
                </a:lnTo>
                <a:lnTo>
                  <a:pt x="9655" y="2839"/>
                </a:lnTo>
                <a:lnTo>
                  <a:pt x="9832" y="2510"/>
                </a:lnTo>
                <a:lnTo>
                  <a:pt x="9906" y="2123"/>
                </a:lnTo>
                <a:lnTo>
                  <a:pt x="9915" y="1698"/>
                </a:lnTo>
                <a:lnTo>
                  <a:pt x="9900" y="1253"/>
                </a:lnTo>
                <a:lnTo>
                  <a:pt x="9902" y="809"/>
                </a:lnTo>
                <a:lnTo>
                  <a:pt x="9954" y="324"/>
                </a:lnTo>
                <a:lnTo>
                  <a:pt x="10000" y="0"/>
                </a:lnTo>
                <a:lnTo>
                  <a:pt x="0" y="0"/>
                </a:lnTo>
                <a:lnTo>
                  <a:pt x="45" y="324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1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2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4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defecto diafragmático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«abre paso» al líquido.</a:t>
            </a:r>
            <a:endParaRPr lang="es-AR" sz="2100" dirty="0">
              <a:latin typeface="Mali"/>
            </a:endParaRPr>
          </a:p>
        </p:txBody>
      </p:sp>
      <p:grpSp>
        <p:nvGrpSpPr>
          <p:cNvPr id="15" name="Recuadro Origen"/>
          <p:cNvGrpSpPr/>
          <p:nvPr/>
        </p:nvGrpSpPr>
        <p:grpSpPr>
          <a:xfrm>
            <a:off x="7315200" y="2560320"/>
            <a:ext cx="4572000" cy="1173480"/>
            <a:chOff x="7315200" y="2560320"/>
            <a:chExt cx="4572000" cy="1173480"/>
          </a:xfrm>
        </p:grpSpPr>
        <p:sp>
          <p:nvSpPr>
            <p:cNvPr id="16" name="Forma 15"/>
            <p:cNvSpPr/>
            <p:nvPr/>
          </p:nvSpPr>
          <p:spPr>
            <a:xfrm>
              <a:off x="7315200" y="2926080"/>
              <a:ext cx="4572000" cy="8077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8" name="Recuadro Paso"/>
          <p:cNvGrpSpPr/>
          <p:nvPr/>
        </p:nvGrpSpPr>
        <p:grpSpPr>
          <a:xfrm>
            <a:off x="7315200" y="3870960"/>
            <a:ext cx="4572000" cy="1173480"/>
            <a:chOff x="7315200" y="3870960"/>
            <a:chExt cx="4572000" cy="1173480"/>
          </a:xfrm>
        </p:grpSpPr>
        <p:sp>
          <p:nvSpPr>
            <p:cNvPr id="19" name="Forma 18"/>
            <p:cNvSpPr/>
            <p:nvPr/>
          </p:nvSpPr>
          <p:spPr>
            <a:xfrm>
              <a:off x="7315200" y="4236720"/>
              <a:ext cx="4572000" cy="8077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7315200" y="387096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Nombre exacto"/>
          <p:cNvGrpSpPr/>
          <p:nvPr/>
        </p:nvGrpSpPr>
        <p:grpSpPr>
          <a:xfrm>
            <a:off x="7315200" y="5181600"/>
            <a:ext cx="4572000" cy="1173480"/>
            <a:chOff x="7315200" y="5181600"/>
            <a:chExt cx="4572000" cy="1173480"/>
          </a:xfrm>
        </p:grpSpPr>
        <p:sp>
          <p:nvSpPr>
            <p:cNvPr id="22" name="Forma 21"/>
            <p:cNvSpPr/>
            <p:nvPr/>
          </p:nvSpPr>
          <p:spPr>
            <a:xfrm>
              <a:off x="7315200" y="5547360"/>
              <a:ext cx="4572000" cy="8077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defecto diafragmático secundario a ascitis crónica.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7315200" y="518160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13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NOMBRE EXACTO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24" name="Flecha paso"/>
          <p:cNvSpPr/>
          <p:nvPr/>
        </p:nvSpPr>
        <p:spPr>
          <a:xfrm>
            <a:off x="2236622" y="2988259"/>
            <a:ext cx="270662" cy="1004011"/>
          </a:xfrm>
          <a:custGeom>
            <a:avLst/>
            <a:gdLst/>
            <a:ahLst/>
            <a:cxnLst/>
            <a:rect l="0" t="0" r="r" b="b"/>
            <a:pathLst>
              <a:path w="296" h="1097" fill="none">
                <a:moveTo>
                  <a:pt x="296" y="1097"/>
                </a:moveTo>
                <a:quadBezTo>
                  <a:pt x="111" y="548"/>
                  <a:pt x="0" y="0"/>
                </a:quadBezTo>
              </a:path>
            </a:pathLst>
          </a:custGeom>
          <a:noFill/>
          <a:ln w="76200" cap="rnd">
            <a:solidFill>
              <a:srgbClr val="2563B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COMUNICACIÓN</a:t>
            </a:r>
            <a:endParaRPr lang="es-AR" sz="2400" dirty="0">
              <a:latin typeface="Mali"/>
            </a:endParaRPr>
          </a:p>
        </p:txBody>
      </p:sp>
      <p:sp>
        <p:nvSpPr>
          <p:cNvPr id="1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sp>
        <p:nvSpPr>
          <p:cNvPr id="6" name="!!LiquidoPleuralD"/>
          <p:cNvSpPr/>
          <p:nvPr/>
        </p:nvSpPr>
        <p:spPr>
          <a:xfrm>
            <a:off x="1143511" y="2988259"/>
            <a:ext cx="3465790" cy="349131"/>
          </a:xfrm>
          <a:custGeom>
            <a:avLst/>
            <a:gdLst/>
            <a:ahLst/>
            <a:cxnLst/>
            <a:rect l="0" t="0" r="r" b="b"/>
            <a:pathLst>
              <a:path w="10000" h="1222">
                <a:moveTo>
                  <a:pt x="225" y="780"/>
                </a:moveTo>
                <a:lnTo>
                  <a:pt x="405" y="1016"/>
                </a:lnTo>
                <a:lnTo>
                  <a:pt x="623" y="1153"/>
                </a:lnTo>
                <a:lnTo>
                  <a:pt x="884" y="1214"/>
                </a:lnTo>
                <a:lnTo>
                  <a:pt x="1194" y="1222"/>
                </a:lnTo>
                <a:lnTo>
                  <a:pt x="1558" y="1200"/>
                </a:lnTo>
                <a:lnTo>
                  <a:pt x="1982" y="1171"/>
                </a:lnTo>
                <a:lnTo>
                  <a:pt x="2490" y="1108"/>
                </a:lnTo>
                <a:lnTo>
                  <a:pt x="3081" y="987"/>
                </a:lnTo>
                <a:lnTo>
                  <a:pt x="3727" y="835"/>
                </a:lnTo>
                <a:lnTo>
                  <a:pt x="4397" y="683"/>
                </a:lnTo>
                <a:lnTo>
                  <a:pt x="5062" y="557"/>
                </a:lnTo>
                <a:lnTo>
                  <a:pt x="5692" y="488"/>
                </a:lnTo>
                <a:lnTo>
                  <a:pt x="6318" y="504"/>
                </a:lnTo>
                <a:lnTo>
                  <a:pt x="6972" y="589"/>
                </a:lnTo>
                <a:lnTo>
                  <a:pt x="7620" y="701"/>
                </a:lnTo>
                <a:lnTo>
                  <a:pt x="8230" y="798"/>
                </a:lnTo>
                <a:lnTo>
                  <a:pt x="8769" y="839"/>
                </a:lnTo>
                <a:lnTo>
                  <a:pt x="9206" y="780"/>
                </a:lnTo>
                <a:lnTo>
                  <a:pt x="9536" y="620"/>
                </a:lnTo>
                <a:lnTo>
                  <a:pt x="9784" y="390"/>
                </a:lnTo>
                <a:lnTo>
                  <a:pt x="9962" y="103"/>
                </a:lnTo>
                <a:lnTo>
                  <a:pt x="10000" y="0"/>
                </a:lnTo>
                <a:lnTo>
                  <a:pt x="1338" y="0"/>
                </a:lnTo>
                <a:lnTo>
                  <a:pt x="1321" y="0"/>
                </a:lnTo>
                <a:lnTo>
                  <a:pt x="1262" y="0"/>
                </a:lnTo>
                <a:lnTo>
                  <a:pt x="0" y="0"/>
                </a:lnTo>
                <a:lnTo>
                  <a:pt x="84" y="416"/>
                </a:lnTo>
                <a:lnTo>
                  <a:pt x="225" y="78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19050" cap="rnd">
            <a:solidFill>
              <a:srgbClr val="4A7890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7" name="!!PulmonDerecho"/>
          <p:cNvGrpSpPr/>
          <p:nvPr/>
        </p:nvGrpSpPr>
        <p:grpSpPr>
          <a:xfrm>
            <a:off x="1263111" y="1258823"/>
            <a:ext cx="3233448" cy="1729701"/>
            <a:chOff x="1263111" y="1258823"/>
            <a:chExt cx="3233448" cy="1729701"/>
          </a:xfrm>
        </p:grpSpPr>
        <p:sp>
          <p:nvSpPr>
            <p:cNvPr id="8" name="Forma 7"/>
            <p:cNvSpPr/>
            <p:nvPr/>
          </p:nvSpPr>
          <p:spPr>
            <a:xfrm>
              <a:off x="1263111" y="1258823"/>
              <a:ext cx="3233448" cy="1729701"/>
            </a:xfrm>
            <a:custGeom>
              <a:avLst/>
              <a:gdLst/>
              <a:ahLst/>
              <a:cxnLst/>
              <a:rect l="0" t="0" r="r" b="b"/>
              <a:pathLst>
                <a:path w="10000" h="6489">
                  <a:moveTo>
                    <a:pt x="3868" y="34"/>
                  </a:moveTo>
                  <a:lnTo>
                    <a:pt x="3381" y="110"/>
                  </a:lnTo>
                  <a:lnTo>
                    <a:pt x="2931" y="227"/>
                  </a:lnTo>
                  <a:lnTo>
                    <a:pt x="2517" y="385"/>
                  </a:lnTo>
                  <a:lnTo>
                    <a:pt x="2135" y="583"/>
                  </a:lnTo>
                  <a:lnTo>
                    <a:pt x="1783" y="823"/>
                  </a:lnTo>
                  <a:lnTo>
                    <a:pt x="1461" y="1103"/>
                  </a:lnTo>
                  <a:lnTo>
                    <a:pt x="1164" y="1443"/>
                  </a:lnTo>
                  <a:lnTo>
                    <a:pt x="891" y="1850"/>
                  </a:lnTo>
                  <a:lnTo>
                    <a:pt x="646" y="2302"/>
                  </a:lnTo>
                  <a:lnTo>
                    <a:pt x="436" y="2776"/>
                  </a:lnTo>
                  <a:lnTo>
                    <a:pt x="266" y="3249"/>
                  </a:lnTo>
                  <a:lnTo>
                    <a:pt x="140" y="3697"/>
                  </a:lnTo>
                  <a:lnTo>
                    <a:pt x="55" y="4150"/>
                  </a:lnTo>
                  <a:lnTo>
                    <a:pt x="8" y="4633"/>
                  </a:lnTo>
                  <a:lnTo>
                    <a:pt x="0" y="5113"/>
                  </a:lnTo>
                  <a:lnTo>
                    <a:pt x="34" y="5558"/>
                  </a:lnTo>
                  <a:lnTo>
                    <a:pt x="111" y="5932"/>
                  </a:lnTo>
                  <a:lnTo>
                    <a:pt x="227" y="6199"/>
                  </a:lnTo>
                  <a:lnTo>
                    <a:pt x="367" y="6356"/>
                  </a:lnTo>
                  <a:lnTo>
                    <a:pt x="533" y="6442"/>
                  </a:lnTo>
                  <a:lnTo>
                    <a:pt x="753" y="6484"/>
                  </a:lnTo>
                  <a:lnTo>
                    <a:pt x="1046" y="6489"/>
                  </a:lnTo>
                  <a:lnTo>
                    <a:pt x="1412" y="6469"/>
                  </a:lnTo>
                  <a:lnTo>
                    <a:pt x="1844" y="6442"/>
                  </a:lnTo>
                  <a:lnTo>
                    <a:pt x="2362" y="6387"/>
                  </a:lnTo>
                  <a:lnTo>
                    <a:pt x="2977" y="6281"/>
                  </a:lnTo>
                  <a:lnTo>
                    <a:pt x="3655" y="6149"/>
                  </a:lnTo>
                  <a:lnTo>
                    <a:pt x="3656" y="6149"/>
                  </a:lnTo>
                  <a:lnTo>
                    <a:pt x="4359" y="6017"/>
                  </a:lnTo>
                  <a:lnTo>
                    <a:pt x="4365" y="6016"/>
                  </a:lnTo>
                  <a:lnTo>
                    <a:pt x="5056" y="5907"/>
                  </a:lnTo>
                  <a:lnTo>
                    <a:pt x="5068" y="5906"/>
                  </a:lnTo>
                  <a:lnTo>
                    <a:pt x="5714" y="5847"/>
                  </a:lnTo>
                  <a:lnTo>
                    <a:pt x="5735" y="5846"/>
                  </a:lnTo>
                  <a:lnTo>
                    <a:pt x="6364" y="5861"/>
                  </a:lnTo>
                  <a:lnTo>
                    <a:pt x="6381" y="5862"/>
                  </a:lnTo>
                  <a:lnTo>
                    <a:pt x="7026" y="5937"/>
                  </a:lnTo>
                  <a:lnTo>
                    <a:pt x="7033" y="5938"/>
                  </a:lnTo>
                  <a:lnTo>
                    <a:pt x="7666" y="6038"/>
                  </a:lnTo>
                  <a:lnTo>
                    <a:pt x="8252" y="6125"/>
                  </a:lnTo>
                  <a:lnTo>
                    <a:pt x="8755" y="6165"/>
                  </a:lnTo>
                  <a:lnTo>
                    <a:pt x="9142" y="6128"/>
                  </a:lnTo>
                  <a:lnTo>
                    <a:pt x="9425" y="6023"/>
                  </a:lnTo>
                  <a:lnTo>
                    <a:pt x="9638" y="5873"/>
                  </a:lnTo>
                  <a:lnTo>
                    <a:pt x="9792" y="5683"/>
                  </a:lnTo>
                  <a:lnTo>
                    <a:pt x="9901" y="5450"/>
                  </a:lnTo>
                  <a:lnTo>
                    <a:pt x="9968" y="5177"/>
                  </a:lnTo>
                  <a:lnTo>
                    <a:pt x="10000" y="4873"/>
                  </a:lnTo>
                  <a:lnTo>
                    <a:pt x="9985" y="4519"/>
                  </a:lnTo>
                  <a:lnTo>
                    <a:pt x="9912" y="4102"/>
                  </a:lnTo>
                  <a:lnTo>
                    <a:pt x="9791" y="3648"/>
                  </a:lnTo>
                  <a:lnTo>
                    <a:pt x="9632" y="3183"/>
                  </a:lnTo>
                  <a:lnTo>
                    <a:pt x="9445" y="2737"/>
                  </a:lnTo>
                  <a:lnTo>
                    <a:pt x="9242" y="2334"/>
                  </a:lnTo>
                  <a:lnTo>
                    <a:pt x="9029" y="1958"/>
                  </a:lnTo>
                  <a:lnTo>
                    <a:pt x="8804" y="1589"/>
                  </a:lnTo>
                  <a:lnTo>
                    <a:pt x="8555" y="1244"/>
                  </a:lnTo>
                  <a:lnTo>
                    <a:pt x="8270" y="932"/>
                  </a:lnTo>
                  <a:lnTo>
                    <a:pt x="7937" y="664"/>
                  </a:lnTo>
                  <a:lnTo>
                    <a:pt x="7540" y="449"/>
                  </a:lnTo>
                  <a:lnTo>
                    <a:pt x="7037" y="279"/>
                  </a:lnTo>
                  <a:lnTo>
                    <a:pt x="6427" y="148"/>
                  </a:lnTo>
                  <a:lnTo>
                    <a:pt x="5757" y="56"/>
                  </a:lnTo>
                  <a:lnTo>
                    <a:pt x="5076" y="7"/>
                  </a:lnTo>
                  <a:lnTo>
                    <a:pt x="4430" y="0"/>
                  </a:lnTo>
                  <a:lnTo>
                    <a:pt x="3868" y="34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9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1" name="!!Ascitis"/>
          <p:cNvSpPr/>
          <p:nvPr/>
        </p:nvSpPr>
        <p:spPr>
          <a:xfrm>
            <a:off x="734157" y="5001859"/>
            <a:ext cx="5846886" cy="1338333"/>
          </a:xfrm>
          <a:custGeom>
            <a:avLst/>
            <a:gdLst/>
            <a:ahLst/>
            <a:cxnLst/>
            <a:rect l="0" t="0" r="r" b="b"/>
            <a:pathLst>
              <a:path w="10000" h="2776">
                <a:moveTo>
                  <a:pt x="23" y="219"/>
                </a:moveTo>
                <a:lnTo>
                  <a:pt x="25" y="670"/>
                </a:lnTo>
                <a:lnTo>
                  <a:pt x="10" y="1121"/>
                </a:lnTo>
                <a:lnTo>
                  <a:pt x="20" y="1553"/>
                </a:lnTo>
                <a:lnTo>
                  <a:pt x="94" y="1946"/>
                </a:lnTo>
                <a:lnTo>
                  <a:pt x="274" y="2280"/>
                </a:lnTo>
                <a:lnTo>
                  <a:pt x="602" y="2533"/>
                </a:lnTo>
                <a:lnTo>
                  <a:pt x="1114" y="2690"/>
                </a:lnTo>
                <a:lnTo>
                  <a:pt x="1785" y="2763"/>
                </a:lnTo>
                <a:lnTo>
                  <a:pt x="2562" y="2776"/>
                </a:lnTo>
                <a:lnTo>
                  <a:pt x="3392" y="2754"/>
                </a:lnTo>
                <a:lnTo>
                  <a:pt x="4222" y="2723"/>
                </a:lnTo>
                <a:lnTo>
                  <a:pt x="4999" y="2707"/>
                </a:lnTo>
                <a:lnTo>
                  <a:pt x="5777" y="2723"/>
                </a:lnTo>
                <a:lnTo>
                  <a:pt x="6607" y="2754"/>
                </a:lnTo>
                <a:lnTo>
                  <a:pt x="7437" y="2776"/>
                </a:lnTo>
                <a:lnTo>
                  <a:pt x="8214" y="2763"/>
                </a:lnTo>
                <a:lnTo>
                  <a:pt x="8885" y="2690"/>
                </a:lnTo>
                <a:lnTo>
                  <a:pt x="9397" y="2533"/>
                </a:lnTo>
                <a:lnTo>
                  <a:pt x="9725" y="2280"/>
                </a:lnTo>
                <a:lnTo>
                  <a:pt x="9905" y="1946"/>
                </a:lnTo>
                <a:lnTo>
                  <a:pt x="9979" y="1553"/>
                </a:lnTo>
                <a:lnTo>
                  <a:pt x="9989" y="1121"/>
                </a:lnTo>
                <a:lnTo>
                  <a:pt x="9974" y="670"/>
                </a:lnTo>
                <a:lnTo>
                  <a:pt x="9976" y="219"/>
                </a:lnTo>
                <a:lnTo>
                  <a:pt x="10000" y="0"/>
                </a:lnTo>
                <a:lnTo>
                  <a:pt x="0" y="0"/>
                </a:lnTo>
                <a:lnTo>
                  <a:pt x="23" y="219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2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3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5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invade la cavidad pleural.</a:t>
            </a:r>
            <a:endParaRPr lang="es-AR" sz="2100" dirty="0">
              <a:latin typeface="Mali"/>
            </a:endParaRPr>
          </a:p>
        </p:txBody>
      </p:sp>
      <p:grpSp>
        <p:nvGrpSpPr>
          <p:cNvPr id="16" name="Recuadro Origen"/>
          <p:cNvGrpSpPr/>
          <p:nvPr/>
        </p:nvGrpSpPr>
        <p:grpSpPr>
          <a:xfrm>
            <a:off x="7315200" y="2560320"/>
            <a:ext cx="4572000" cy="1173480"/>
            <a:chOff x="7315200" y="2560320"/>
            <a:chExt cx="4572000" cy="1173480"/>
          </a:xfrm>
        </p:grpSpPr>
        <p:sp>
          <p:nvSpPr>
            <p:cNvPr id="17" name="Forma 16"/>
            <p:cNvSpPr/>
            <p:nvPr/>
          </p:nvSpPr>
          <p:spPr>
            <a:xfrm>
              <a:off x="7315200" y="2926080"/>
              <a:ext cx="4572000" cy="8077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Recuadro Paso"/>
          <p:cNvGrpSpPr/>
          <p:nvPr/>
        </p:nvGrpSpPr>
        <p:grpSpPr>
          <a:xfrm>
            <a:off x="7315200" y="3870960"/>
            <a:ext cx="4572000" cy="1173480"/>
            <a:chOff x="7315200" y="3870960"/>
            <a:chExt cx="4572000" cy="1173480"/>
          </a:xfrm>
        </p:grpSpPr>
        <p:sp>
          <p:nvSpPr>
            <p:cNvPr id="20" name="Forma 19"/>
            <p:cNvSpPr/>
            <p:nvPr/>
          </p:nvSpPr>
          <p:spPr>
            <a:xfrm>
              <a:off x="7315200" y="4236720"/>
              <a:ext cx="4572000" cy="8077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15200" y="387096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Recuadro Nombre exacto"/>
          <p:cNvGrpSpPr/>
          <p:nvPr/>
        </p:nvGrpSpPr>
        <p:grpSpPr>
          <a:xfrm>
            <a:off x="7315200" y="5181600"/>
            <a:ext cx="4572000" cy="1173480"/>
            <a:chOff x="7315200" y="5181600"/>
            <a:chExt cx="4572000" cy="1173480"/>
          </a:xfrm>
        </p:grpSpPr>
        <p:sp>
          <p:nvSpPr>
            <p:cNvPr id="23" name="Forma 22"/>
            <p:cNvSpPr/>
            <p:nvPr/>
          </p:nvSpPr>
          <p:spPr>
            <a:xfrm>
              <a:off x="7315200" y="5547360"/>
              <a:ext cx="4572000" cy="8077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defecto diafragmático secundario a ascitis crónica.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7315200" y="518160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13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NOMBRE EXACTO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ESPACIO PLEURAL</a:t>
            </a:r>
            <a:endParaRPr lang="es-AR" sz="2400" dirty="0">
              <a:latin typeface="Mali"/>
            </a:endParaRPr>
          </a:p>
        </p:txBody>
      </p:sp>
      <p:sp>
        <p:nvSpPr>
          <p:cNvPr id="1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sp>
        <p:nvSpPr>
          <p:cNvPr id="6" name="!!LiquidoPleuralD"/>
          <p:cNvSpPr/>
          <p:nvPr/>
        </p:nvSpPr>
        <p:spPr>
          <a:xfrm>
            <a:off x="1116381" y="2402586"/>
            <a:ext cx="3556203" cy="934805"/>
          </a:xfrm>
          <a:custGeom>
            <a:avLst/>
            <a:gdLst/>
            <a:ahLst/>
            <a:cxnLst/>
            <a:rect l="0" t="0" r="r" b="b"/>
            <a:pathLst>
              <a:path w="10000" h="3188">
                <a:moveTo>
                  <a:pt x="0" y="813"/>
                </a:moveTo>
                <a:lnTo>
                  <a:pt x="10" y="1391"/>
                </a:lnTo>
                <a:lnTo>
                  <a:pt x="63" y="1933"/>
                </a:lnTo>
                <a:lnTo>
                  <a:pt x="158" y="2402"/>
                </a:lnTo>
                <a:lnTo>
                  <a:pt x="295" y="2758"/>
                </a:lnTo>
                <a:lnTo>
                  <a:pt x="471" y="2987"/>
                </a:lnTo>
                <a:lnTo>
                  <a:pt x="683" y="3121"/>
                </a:lnTo>
                <a:lnTo>
                  <a:pt x="938" y="3180"/>
                </a:lnTo>
                <a:lnTo>
                  <a:pt x="1240" y="3188"/>
                </a:lnTo>
                <a:lnTo>
                  <a:pt x="1595" y="3166"/>
                </a:lnTo>
                <a:lnTo>
                  <a:pt x="2008" y="3138"/>
                </a:lnTo>
                <a:lnTo>
                  <a:pt x="2503" y="3077"/>
                </a:lnTo>
                <a:lnTo>
                  <a:pt x="3079" y="2959"/>
                </a:lnTo>
                <a:lnTo>
                  <a:pt x="3709" y="2811"/>
                </a:lnTo>
                <a:lnTo>
                  <a:pt x="4362" y="2663"/>
                </a:lnTo>
                <a:lnTo>
                  <a:pt x="5010" y="2540"/>
                </a:lnTo>
                <a:lnTo>
                  <a:pt x="5623" y="2472"/>
                </a:lnTo>
                <a:lnTo>
                  <a:pt x="6234" y="2488"/>
                </a:lnTo>
                <a:lnTo>
                  <a:pt x="6871" y="2571"/>
                </a:lnTo>
                <a:lnTo>
                  <a:pt x="7502" y="2680"/>
                </a:lnTo>
                <a:lnTo>
                  <a:pt x="8097" y="2775"/>
                </a:lnTo>
                <a:lnTo>
                  <a:pt x="8623" y="2815"/>
                </a:lnTo>
                <a:lnTo>
                  <a:pt x="9048" y="2758"/>
                </a:lnTo>
                <a:lnTo>
                  <a:pt x="9370" y="2601"/>
                </a:lnTo>
                <a:lnTo>
                  <a:pt x="9612" y="2377"/>
                </a:lnTo>
                <a:lnTo>
                  <a:pt x="9785" y="2098"/>
                </a:lnTo>
                <a:lnTo>
                  <a:pt x="9901" y="1775"/>
                </a:lnTo>
                <a:lnTo>
                  <a:pt x="9969" y="1420"/>
                </a:lnTo>
                <a:lnTo>
                  <a:pt x="10000" y="1046"/>
                </a:lnTo>
                <a:lnTo>
                  <a:pt x="9983" y="627"/>
                </a:lnTo>
                <a:lnTo>
                  <a:pt x="9908" y="151"/>
                </a:lnTo>
                <a:lnTo>
                  <a:pt x="9871" y="0"/>
                </a:lnTo>
                <a:lnTo>
                  <a:pt x="9429" y="0"/>
                </a:lnTo>
                <a:lnTo>
                  <a:pt x="9415" y="44"/>
                </a:lnTo>
                <a:lnTo>
                  <a:pt x="9316" y="210"/>
                </a:lnTo>
                <a:lnTo>
                  <a:pt x="9175" y="346"/>
                </a:lnTo>
                <a:lnTo>
                  <a:pt x="8982" y="452"/>
                </a:lnTo>
                <a:lnTo>
                  <a:pt x="8725" y="527"/>
                </a:lnTo>
                <a:lnTo>
                  <a:pt x="8373" y="553"/>
                </a:lnTo>
                <a:lnTo>
                  <a:pt x="7916" y="525"/>
                </a:lnTo>
                <a:lnTo>
                  <a:pt x="7383" y="463"/>
                </a:lnTo>
                <a:lnTo>
                  <a:pt x="6807" y="392"/>
                </a:lnTo>
                <a:lnTo>
                  <a:pt x="6801" y="391"/>
                </a:lnTo>
                <a:lnTo>
                  <a:pt x="6214" y="338"/>
                </a:lnTo>
                <a:lnTo>
                  <a:pt x="6199" y="337"/>
                </a:lnTo>
                <a:lnTo>
                  <a:pt x="5627" y="326"/>
                </a:lnTo>
                <a:lnTo>
                  <a:pt x="5608" y="326"/>
                </a:lnTo>
                <a:lnTo>
                  <a:pt x="5021" y="369"/>
                </a:lnTo>
                <a:lnTo>
                  <a:pt x="5010" y="370"/>
                </a:lnTo>
                <a:lnTo>
                  <a:pt x="4381" y="447"/>
                </a:lnTo>
                <a:lnTo>
                  <a:pt x="4376" y="448"/>
                </a:lnTo>
                <a:lnTo>
                  <a:pt x="3736" y="542"/>
                </a:lnTo>
                <a:lnTo>
                  <a:pt x="3736" y="542"/>
                </a:lnTo>
                <a:lnTo>
                  <a:pt x="3119" y="636"/>
                </a:lnTo>
                <a:lnTo>
                  <a:pt x="2561" y="711"/>
                </a:lnTo>
                <a:lnTo>
                  <a:pt x="2089" y="751"/>
                </a:lnTo>
                <a:lnTo>
                  <a:pt x="1696" y="770"/>
                </a:lnTo>
                <a:lnTo>
                  <a:pt x="1363" y="784"/>
                </a:lnTo>
                <a:lnTo>
                  <a:pt x="1098" y="781"/>
                </a:lnTo>
                <a:lnTo>
                  <a:pt x="897" y="751"/>
                </a:lnTo>
                <a:lnTo>
                  <a:pt x="747" y="689"/>
                </a:lnTo>
                <a:lnTo>
                  <a:pt x="619" y="578"/>
                </a:lnTo>
                <a:lnTo>
                  <a:pt x="514" y="387"/>
                </a:lnTo>
                <a:lnTo>
                  <a:pt x="443" y="121"/>
                </a:lnTo>
                <a:lnTo>
                  <a:pt x="431" y="0"/>
                </a:lnTo>
                <a:lnTo>
                  <a:pt x="65" y="0"/>
                </a:lnTo>
                <a:lnTo>
                  <a:pt x="31" y="241"/>
                </a:lnTo>
                <a:lnTo>
                  <a:pt x="0" y="81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19050" cap="rnd">
            <a:solidFill>
              <a:srgbClr val="4A7890"/>
            </a:solidFill>
            <a:round/>
          </a:ln>
        </p:spPr>
      </p:sp>
      <p:grpSp>
        <p:nvGrpSpPr>
          <p:cNvPr id="7" name="!!PulmonDerecho"/>
          <p:cNvGrpSpPr/>
          <p:nvPr/>
        </p:nvGrpSpPr>
        <p:grpSpPr>
          <a:xfrm>
            <a:off x="1263111" y="1276986"/>
            <a:ext cx="3233448" cy="1355580"/>
            <a:chOff x="1263111" y="1276986"/>
            <a:chExt cx="3233448" cy="1355580"/>
          </a:xfrm>
        </p:grpSpPr>
        <p:sp>
          <p:nvSpPr>
            <p:cNvPr id="8" name="Forma 7"/>
            <p:cNvSpPr/>
            <p:nvPr/>
          </p:nvSpPr>
          <p:spPr>
            <a:xfrm>
              <a:off x="1263111" y="1276986"/>
              <a:ext cx="3233448" cy="1355580"/>
            </a:xfrm>
            <a:custGeom>
              <a:avLst/>
              <a:gdLst/>
              <a:ahLst/>
              <a:cxnLst/>
              <a:rect l="0" t="0" r="r" b="b"/>
              <a:pathLst>
                <a:path w="10000" h="5085">
                  <a:moveTo>
                    <a:pt x="3868" y="27"/>
                  </a:moveTo>
                  <a:lnTo>
                    <a:pt x="3381" y="86"/>
                  </a:lnTo>
                  <a:lnTo>
                    <a:pt x="2931" y="178"/>
                  </a:lnTo>
                  <a:lnTo>
                    <a:pt x="2517" y="302"/>
                  </a:lnTo>
                  <a:lnTo>
                    <a:pt x="2135" y="457"/>
                  </a:lnTo>
                  <a:lnTo>
                    <a:pt x="1783" y="645"/>
                  </a:lnTo>
                  <a:lnTo>
                    <a:pt x="1461" y="864"/>
                  </a:lnTo>
                  <a:lnTo>
                    <a:pt x="1164" y="1131"/>
                  </a:lnTo>
                  <a:lnTo>
                    <a:pt x="891" y="1449"/>
                  </a:lnTo>
                  <a:lnTo>
                    <a:pt x="646" y="1804"/>
                  </a:lnTo>
                  <a:lnTo>
                    <a:pt x="436" y="2175"/>
                  </a:lnTo>
                  <a:lnTo>
                    <a:pt x="266" y="2546"/>
                  </a:lnTo>
                  <a:lnTo>
                    <a:pt x="140" y="2897"/>
                  </a:lnTo>
                  <a:lnTo>
                    <a:pt x="55" y="3252"/>
                  </a:lnTo>
                  <a:lnTo>
                    <a:pt x="8" y="3630"/>
                  </a:lnTo>
                  <a:lnTo>
                    <a:pt x="0" y="4007"/>
                  </a:lnTo>
                  <a:lnTo>
                    <a:pt x="34" y="4355"/>
                  </a:lnTo>
                  <a:lnTo>
                    <a:pt x="111" y="4648"/>
                  </a:lnTo>
                  <a:lnTo>
                    <a:pt x="227" y="4858"/>
                  </a:lnTo>
                  <a:lnTo>
                    <a:pt x="367" y="4980"/>
                  </a:lnTo>
                  <a:lnTo>
                    <a:pt x="533" y="5048"/>
                  </a:lnTo>
                  <a:lnTo>
                    <a:pt x="753" y="5081"/>
                  </a:lnTo>
                  <a:lnTo>
                    <a:pt x="1046" y="5085"/>
                  </a:lnTo>
                  <a:lnTo>
                    <a:pt x="1412" y="5069"/>
                  </a:lnTo>
                  <a:lnTo>
                    <a:pt x="1844" y="5048"/>
                  </a:lnTo>
                  <a:lnTo>
                    <a:pt x="2362" y="5005"/>
                  </a:lnTo>
                  <a:lnTo>
                    <a:pt x="2977" y="4922"/>
                  </a:lnTo>
                  <a:lnTo>
                    <a:pt x="3655" y="4819"/>
                  </a:lnTo>
                  <a:lnTo>
                    <a:pt x="3656" y="4819"/>
                  </a:lnTo>
                  <a:lnTo>
                    <a:pt x="4359" y="4715"/>
                  </a:lnTo>
                  <a:lnTo>
                    <a:pt x="4365" y="4714"/>
                  </a:lnTo>
                  <a:lnTo>
                    <a:pt x="5056" y="4629"/>
                  </a:lnTo>
                  <a:lnTo>
                    <a:pt x="5068" y="4628"/>
                  </a:lnTo>
                  <a:lnTo>
                    <a:pt x="5714" y="4581"/>
                  </a:lnTo>
                  <a:lnTo>
                    <a:pt x="5735" y="4581"/>
                  </a:lnTo>
                  <a:lnTo>
                    <a:pt x="6364" y="4593"/>
                  </a:lnTo>
                  <a:lnTo>
                    <a:pt x="6381" y="4594"/>
                  </a:lnTo>
                  <a:lnTo>
                    <a:pt x="7026" y="4653"/>
                  </a:lnTo>
                  <a:lnTo>
                    <a:pt x="7033" y="4653"/>
                  </a:lnTo>
                  <a:lnTo>
                    <a:pt x="7666" y="4731"/>
                  </a:lnTo>
                  <a:lnTo>
                    <a:pt x="8252" y="4799"/>
                  </a:lnTo>
                  <a:lnTo>
                    <a:pt x="8755" y="4831"/>
                  </a:lnTo>
                  <a:lnTo>
                    <a:pt x="9142" y="4802"/>
                  </a:lnTo>
                  <a:lnTo>
                    <a:pt x="9425" y="4719"/>
                  </a:lnTo>
                  <a:lnTo>
                    <a:pt x="9638" y="4602"/>
                  </a:lnTo>
                  <a:lnTo>
                    <a:pt x="9792" y="4453"/>
                  </a:lnTo>
                  <a:lnTo>
                    <a:pt x="9901" y="4271"/>
                  </a:lnTo>
                  <a:lnTo>
                    <a:pt x="9968" y="4056"/>
                  </a:lnTo>
                  <a:lnTo>
                    <a:pt x="10000" y="3819"/>
                  </a:lnTo>
                  <a:lnTo>
                    <a:pt x="9985" y="3542"/>
                  </a:lnTo>
                  <a:lnTo>
                    <a:pt x="9912" y="3215"/>
                  </a:lnTo>
                  <a:lnTo>
                    <a:pt x="9791" y="2858"/>
                  </a:lnTo>
                  <a:lnTo>
                    <a:pt x="9632" y="2495"/>
                  </a:lnTo>
                  <a:lnTo>
                    <a:pt x="9445" y="2145"/>
                  </a:lnTo>
                  <a:lnTo>
                    <a:pt x="9242" y="1829"/>
                  </a:lnTo>
                  <a:lnTo>
                    <a:pt x="9029" y="1534"/>
                  </a:lnTo>
                  <a:lnTo>
                    <a:pt x="8804" y="1245"/>
                  </a:lnTo>
                  <a:lnTo>
                    <a:pt x="8555" y="974"/>
                  </a:lnTo>
                  <a:lnTo>
                    <a:pt x="8270" y="730"/>
                  </a:lnTo>
                  <a:lnTo>
                    <a:pt x="7937" y="521"/>
                  </a:lnTo>
                  <a:lnTo>
                    <a:pt x="7540" y="352"/>
                  </a:lnTo>
                  <a:lnTo>
                    <a:pt x="7037" y="219"/>
                  </a:lnTo>
                  <a:lnTo>
                    <a:pt x="6427" y="116"/>
                  </a:lnTo>
                  <a:lnTo>
                    <a:pt x="5757" y="44"/>
                  </a:lnTo>
                  <a:lnTo>
                    <a:pt x="5076" y="5"/>
                  </a:lnTo>
                  <a:lnTo>
                    <a:pt x="4430" y="0"/>
                  </a:lnTo>
                  <a:lnTo>
                    <a:pt x="3868" y="27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9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1" name="!!Ascitis"/>
          <p:cNvSpPr/>
          <p:nvPr/>
        </p:nvSpPr>
        <p:spPr>
          <a:xfrm>
            <a:off x="740461" y="5146883"/>
            <a:ext cx="5834278" cy="1193309"/>
          </a:xfrm>
          <a:custGeom>
            <a:avLst/>
            <a:gdLst/>
            <a:ahLst/>
            <a:cxnLst/>
            <a:rect l="0" t="0" r="r" b="b"/>
            <a:pathLst>
              <a:path w="10000" h="2481">
                <a:moveTo>
                  <a:pt x="14" y="370"/>
                </a:moveTo>
                <a:lnTo>
                  <a:pt x="0" y="822"/>
                </a:lnTo>
                <a:lnTo>
                  <a:pt x="9" y="1256"/>
                </a:lnTo>
                <a:lnTo>
                  <a:pt x="83" y="1649"/>
                </a:lnTo>
                <a:lnTo>
                  <a:pt x="264" y="1983"/>
                </a:lnTo>
                <a:lnTo>
                  <a:pt x="592" y="2238"/>
                </a:lnTo>
                <a:lnTo>
                  <a:pt x="1105" y="2395"/>
                </a:lnTo>
                <a:lnTo>
                  <a:pt x="1778" y="2467"/>
                </a:lnTo>
                <a:lnTo>
                  <a:pt x="2557" y="2481"/>
                </a:lnTo>
                <a:lnTo>
                  <a:pt x="3389" y="2459"/>
                </a:lnTo>
                <a:lnTo>
                  <a:pt x="4221" y="2428"/>
                </a:lnTo>
                <a:lnTo>
                  <a:pt x="4999" y="2412"/>
                </a:lnTo>
                <a:lnTo>
                  <a:pt x="5778" y="2428"/>
                </a:lnTo>
                <a:lnTo>
                  <a:pt x="6610" y="2459"/>
                </a:lnTo>
                <a:lnTo>
                  <a:pt x="7442" y="2481"/>
                </a:lnTo>
                <a:lnTo>
                  <a:pt x="8221" y="2467"/>
                </a:lnTo>
                <a:lnTo>
                  <a:pt x="8894" y="2395"/>
                </a:lnTo>
                <a:lnTo>
                  <a:pt x="9407" y="2238"/>
                </a:lnTo>
                <a:lnTo>
                  <a:pt x="9735" y="1983"/>
                </a:lnTo>
                <a:lnTo>
                  <a:pt x="9916" y="1649"/>
                </a:lnTo>
                <a:lnTo>
                  <a:pt x="9990" y="1256"/>
                </a:lnTo>
                <a:lnTo>
                  <a:pt x="10000" y="822"/>
                </a:lnTo>
                <a:lnTo>
                  <a:pt x="9985" y="370"/>
                </a:lnTo>
                <a:lnTo>
                  <a:pt x="9986" y="0"/>
                </a:lnTo>
                <a:lnTo>
                  <a:pt x="13" y="0"/>
                </a:lnTo>
                <a:lnTo>
                  <a:pt x="14" y="370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2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3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5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habitualmente derecho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grpSp>
        <p:nvGrpSpPr>
          <p:cNvPr id="16" name="Recuadro Origen"/>
          <p:cNvGrpSpPr/>
          <p:nvPr/>
        </p:nvGrpSpPr>
        <p:grpSpPr>
          <a:xfrm>
            <a:off x="7315200" y="2560320"/>
            <a:ext cx="4572000" cy="1173480"/>
            <a:chOff x="7315200" y="2560320"/>
            <a:chExt cx="4572000" cy="1173480"/>
          </a:xfrm>
        </p:grpSpPr>
        <p:sp>
          <p:nvSpPr>
            <p:cNvPr id="17" name="Forma 16"/>
            <p:cNvSpPr/>
            <p:nvPr/>
          </p:nvSpPr>
          <p:spPr>
            <a:xfrm>
              <a:off x="7315200" y="2926080"/>
              <a:ext cx="4572000" cy="8077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Recuadro Paso"/>
          <p:cNvGrpSpPr/>
          <p:nvPr/>
        </p:nvGrpSpPr>
        <p:grpSpPr>
          <a:xfrm>
            <a:off x="7315200" y="3870960"/>
            <a:ext cx="4572000" cy="1173480"/>
            <a:chOff x="7315200" y="3870960"/>
            <a:chExt cx="4572000" cy="1173480"/>
          </a:xfrm>
        </p:grpSpPr>
        <p:sp>
          <p:nvSpPr>
            <p:cNvPr id="20" name="Forma 19"/>
            <p:cNvSpPr/>
            <p:nvPr/>
          </p:nvSpPr>
          <p:spPr>
            <a:xfrm>
              <a:off x="7315200" y="4236720"/>
              <a:ext cx="4572000" cy="8077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15200" y="387096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Recuadro Nombre exacto"/>
          <p:cNvGrpSpPr/>
          <p:nvPr/>
        </p:nvGrpSpPr>
        <p:grpSpPr>
          <a:xfrm>
            <a:off x="7315200" y="5181600"/>
            <a:ext cx="4572000" cy="1173480"/>
            <a:chOff x="7315200" y="5181600"/>
            <a:chExt cx="4572000" cy="1173480"/>
          </a:xfrm>
        </p:grpSpPr>
        <p:sp>
          <p:nvSpPr>
            <p:cNvPr id="23" name="Forma 22"/>
            <p:cNvSpPr/>
            <p:nvPr/>
          </p:nvSpPr>
          <p:spPr>
            <a:xfrm>
              <a:off x="7315200" y="5547360"/>
              <a:ext cx="4572000" cy="8077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defecto diafragmático secundario a ascitis crónica.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7315200" y="518160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13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NOMBRE EXACTO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</a:t>
            </a:r>
            <a:endParaRPr lang="es-AR" sz="2400" dirty="0">
              <a:latin typeface="Mali"/>
            </a:endParaRPr>
          </a:p>
        </p:txBody>
      </p:sp>
      <p:sp>
        <p:nvSpPr>
          <p:cNvPr id="1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1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2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3" name="Forma 12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5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6" name="Forma 15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8" name="!!Albumina"/>
          <p:cNvSpPr/>
          <p:nvPr/>
        </p:nvSpPr>
        <p:spPr>
          <a:xfrm>
            <a:off x="4056278" y="1194206"/>
            <a:ext cx="3564697" cy="651784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9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0" name="Forma 5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3" name="!!GotasFiltrado"/>
          <p:cNvSpPr/>
          <p:nvPr/>
        </p:nvSpPr>
        <p:spPr>
          <a:xfrm>
            <a:off x="5062118" y="2471440"/>
            <a:ext cx="1842699" cy="1168603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4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5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6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67" name="Forma 6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8" name="Forma 6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69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0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1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2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3" name="Forma 7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4" name="Forma 7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75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76" name="Forma 75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Forma 76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9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0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1" name="Forma 80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1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8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0" name="Forma 89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0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94" name="Forma 93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97" name="Forma 96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98" name="Forma 97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99" name="Forma 98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0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glomérulo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filtra el plasma y normalmente retiene las proteínas.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RIÑÓN</a:t>
            </a:r>
            <a:endParaRPr lang="es-AR" sz="2400" dirty="0">
              <a:latin typeface="Mali"/>
            </a:endParaRPr>
          </a:p>
        </p:txBody>
      </p:sp>
      <p:sp>
        <p:nvSpPr>
          <p:cNvPr id="9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10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6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7" name="Forma 16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4056278" y="1194206"/>
            <a:ext cx="3564697" cy="651784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1" name="Forma 60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4" name="!!GotasFiltrado"/>
          <p:cNvSpPr/>
          <p:nvPr/>
        </p:nvSpPr>
        <p:spPr>
          <a:xfrm>
            <a:off x="5062118" y="2471440"/>
            <a:ext cx="1842699" cy="1168603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5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6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7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68" name="Forma 6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0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1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2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3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4" name="Forma 73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76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77" name="Forma 76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8" name="Forma 77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9" name="Forma 78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0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1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2" name="Forma 81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Forma 82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4" name="Forma 83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5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6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7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8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9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0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1" name="Forma 90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1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3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4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95" name="Forma 94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6" name="Forma 95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98" name="Forma 97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99" name="Forma 98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0" name="Forma 99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1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Proteinuria masiva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las proteínas pasan a la orina.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449729" y="91440"/>
            <a:ext cx="65773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PÉRDIDA URINARIA DE PROTEÍNAS</a:t>
            </a:r>
            <a:endParaRPr lang="es-AR" sz="2400" dirty="0">
              <a:latin typeface="Mali"/>
            </a:endParaRPr>
          </a:p>
        </p:txBody>
      </p:sp>
      <p:sp>
        <p:nvSpPr>
          <p:cNvPr id="9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10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6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7" name="Forma 16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60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1" name="Forma 60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4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5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6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67" name="Forma 6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8" name="Forma 6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69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0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1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2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3" name="Forma 7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4" name="Forma 7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75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76" name="Forma 75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Forma 76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9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0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1" name="Forma 80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1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8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0" name="Forma 89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0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94" name="Forma 93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97" name="Forma 96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98" name="Forma 97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99" name="Forma 98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0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Hipoalbuminemia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08262" y="91440"/>
            <a:ext cx="601884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ALBÚMINA</a:t>
            </a:r>
            <a:endParaRPr lang="es-AR" sz="2400" dirty="0">
              <a:latin typeface="Mali"/>
            </a:endParaRPr>
          </a:p>
        </p:txBody>
      </p:sp>
      <p:sp>
        <p:nvSpPr>
          <p:cNvPr id="9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10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6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7" name="Forma 16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0" name="!!FlechaPc"/>
          <p:cNvGrpSpPr/>
          <p:nvPr/>
        </p:nvGrpSpPr>
        <p:grpSpPr>
          <a:xfrm>
            <a:off x="5001768" y="1572768"/>
            <a:ext cx="786384" cy="1053389"/>
            <a:chOff x="5001768" y="1572768"/>
            <a:chExt cx="786384" cy="1053389"/>
          </a:xfrm>
        </p:grpSpPr>
        <p:sp>
          <p:nvSpPr>
            <p:cNvPr id="61" name="Flecha 60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2" name="Forma 62"/>
            <p:cNvSpPr/>
            <p:nvPr/>
          </p:nvSpPr>
          <p:spPr>
            <a:xfrm>
              <a:off x="5102352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5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FlechaOnc"/>
          <p:cNvGrpSpPr/>
          <p:nvPr/>
        </p:nvGrpSpPr>
        <p:grpSpPr>
          <a:xfrm>
            <a:off x="5886907" y="1572768"/>
            <a:ext cx="786384" cy="1073140"/>
            <a:chOff x="5886907" y="1572768"/>
            <a:chExt cx="786384" cy="1073140"/>
          </a:xfrm>
        </p:grpSpPr>
        <p:sp>
          <p:nvSpPr>
            <p:cNvPr id="64" name="Flecha 64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5" name="Forma 66"/>
            <p:cNvSpPr/>
            <p:nvPr/>
          </p:nvSpPr>
          <p:spPr>
            <a:xfrm>
              <a:off x="5987491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5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6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7" name="Forma 68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8" name="Forma 69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0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1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2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3" name="Forma 74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4" name="Forma 75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5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7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8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9" name="Forma 80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0" name="Forma 81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1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82" name="Forma 83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Forma 84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4" name="Forma 85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5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6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7" name="Forma 88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89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0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1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3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4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5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6" name="Forma 97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7" name="Forma 98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8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9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0" name="Forma 101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1" name="Forma 102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3" name="Forma 104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04" name="Forma 105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5" name="Forma 106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6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π</a:t>
            </a:r>
            <a:r>
              <a:rPr lang="es-AR" sz="21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menos fuerza de retención.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64275" y="91440"/>
            <a:ext cx="416282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ONCÓTICA</a:t>
            </a:r>
            <a:endParaRPr lang="es-AR" sz="2400" dirty="0">
              <a:latin typeface="Mali"/>
            </a:endParaRPr>
          </a:p>
        </p:txBody>
      </p:sp>
      <p:sp>
        <p:nvSpPr>
          <p:cNvPr id="10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10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!!LiquidoAcumulado"/>
          <p:cNvSpPr/>
          <p:nvPr/>
        </p:nvSpPr>
        <p:spPr>
          <a:xfrm>
            <a:off x="3794760" y="3521537"/>
            <a:ext cx="4023360" cy="68470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7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8" name="Forma 17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5001768" y="1572768"/>
            <a:ext cx="786384" cy="1053389"/>
            <a:chOff x="5001768" y="1572768"/>
            <a:chExt cx="786384" cy="1053389"/>
          </a:xfrm>
        </p:grpSpPr>
        <p:sp>
          <p:nvSpPr>
            <p:cNvPr id="62" name="Flecha 61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5102352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5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5886907" y="1572768"/>
            <a:ext cx="786384" cy="1073140"/>
            <a:chOff x="5886907" y="1572768"/>
            <a:chExt cx="786384" cy="1073140"/>
          </a:xfrm>
        </p:grpSpPr>
        <p:sp>
          <p:nvSpPr>
            <p:cNvPr id="65" name="Flecha 65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5987491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5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7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8" name="Forma 6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0" name="Forma 7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1" name="!!GotasFiltrado"/>
          <p:cNvSpPr/>
          <p:nvPr/>
        </p:nvSpPr>
        <p:spPr>
          <a:xfrm>
            <a:off x="4160886" y="2241012"/>
            <a:ext cx="2466320" cy="1362822"/>
          </a:xfrm>
          <a:custGeom>
            <a:avLst/>
            <a:gdLst/>
            <a:ahLst/>
            <a:cxnLst/>
            <a:rect l="0" t="0" r="r" b="b"/>
            <a:pathLst>
              <a:path w="6130" h="4140">
                <a:moveTo>
                  <a:pt x="6070" y="390"/>
                </a:moveTo>
                <a:cubicBezTo>
                  <a:pt x="6070" y="456"/>
                  <a:pt x="6029" y="510"/>
                  <a:pt x="5980" y="510"/>
                </a:cubicBezTo>
                <a:cubicBezTo>
                  <a:pt x="5930" y="510"/>
                  <a:pt x="5890" y="456"/>
                  <a:pt x="5890" y="390"/>
                </a:cubicBezTo>
                <a:cubicBezTo>
                  <a:pt x="5890" y="323"/>
                  <a:pt x="5930" y="270"/>
                  <a:pt x="5980" y="270"/>
                </a:cubicBezTo>
                <a:cubicBezTo>
                  <a:pt x="6029" y="270"/>
                  <a:pt x="6070" y="323"/>
                  <a:pt x="6070" y="390"/>
                </a:cubicBezTo>
                <a:close/>
                <a:moveTo>
                  <a:pt x="5670" y="4020"/>
                </a:moveTo>
                <a:cubicBezTo>
                  <a:pt x="5670" y="4086"/>
                  <a:pt x="5629" y="4140"/>
                  <a:pt x="5580" y="4140"/>
                </a:cubicBezTo>
                <a:cubicBezTo>
                  <a:pt x="5530" y="4140"/>
                  <a:pt x="5490" y="4086"/>
                  <a:pt x="5490" y="4020"/>
                </a:cubicBezTo>
                <a:cubicBezTo>
                  <a:pt x="5490" y="3953"/>
                  <a:pt x="5530" y="3900"/>
                  <a:pt x="5580" y="3900"/>
                </a:cubicBezTo>
                <a:cubicBezTo>
                  <a:pt x="5629" y="3900"/>
                  <a:pt x="5670" y="3953"/>
                  <a:pt x="5670" y="4020"/>
                </a:cubicBezTo>
                <a:close/>
                <a:moveTo>
                  <a:pt x="4210" y="1580"/>
                </a:moveTo>
                <a:cubicBezTo>
                  <a:pt x="4210" y="1646"/>
                  <a:pt x="4169" y="1700"/>
                  <a:pt x="4120" y="1700"/>
                </a:cubicBezTo>
                <a:cubicBezTo>
                  <a:pt x="4070" y="1700"/>
                  <a:pt x="4030" y="1646"/>
                  <a:pt x="4030" y="1580"/>
                </a:cubicBezTo>
                <a:cubicBezTo>
                  <a:pt x="4030" y="1513"/>
                  <a:pt x="4070" y="1460"/>
                  <a:pt x="4120" y="1460"/>
                </a:cubicBezTo>
                <a:cubicBezTo>
                  <a:pt x="4169" y="1460"/>
                  <a:pt x="4210" y="1513"/>
                  <a:pt x="4210" y="1580"/>
                </a:cubicBezTo>
                <a:close/>
                <a:moveTo>
                  <a:pt x="5960" y="120"/>
                </a:moveTo>
                <a:cubicBezTo>
                  <a:pt x="5960" y="186"/>
                  <a:pt x="5919" y="240"/>
                  <a:pt x="5870" y="240"/>
                </a:cubicBezTo>
                <a:cubicBezTo>
                  <a:pt x="5820" y="240"/>
                  <a:pt x="5780" y="186"/>
                  <a:pt x="5780" y="120"/>
                </a:cubicBezTo>
                <a:cubicBezTo>
                  <a:pt x="5780" y="53"/>
                  <a:pt x="5820" y="0"/>
                  <a:pt x="5870" y="0"/>
                </a:cubicBezTo>
                <a:cubicBezTo>
                  <a:pt x="5919" y="0"/>
                  <a:pt x="5960" y="53"/>
                  <a:pt x="5960" y="120"/>
                </a:cubicBezTo>
                <a:close/>
                <a:moveTo>
                  <a:pt x="4990" y="610"/>
                </a:moveTo>
                <a:cubicBezTo>
                  <a:pt x="4990" y="676"/>
                  <a:pt x="4949" y="730"/>
                  <a:pt x="4900" y="730"/>
                </a:cubicBezTo>
                <a:cubicBezTo>
                  <a:pt x="4850" y="730"/>
                  <a:pt x="4810" y="676"/>
                  <a:pt x="4810" y="610"/>
                </a:cubicBezTo>
                <a:cubicBezTo>
                  <a:pt x="4810" y="543"/>
                  <a:pt x="4850" y="490"/>
                  <a:pt x="4900" y="490"/>
                </a:cubicBezTo>
                <a:cubicBezTo>
                  <a:pt x="4949" y="490"/>
                  <a:pt x="4990" y="543"/>
                  <a:pt x="4990" y="610"/>
                </a:cubicBezTo>
                <a:close/>
                <a:moveTo>
                  <a:pt x="180" y="330"/>
                </a:moveTo>
                <a:cubicBezTo>
                  <a:pt x="180" y="396"/>
                  <a:pt x="139" y="450"/>
                  <a:pt x="90" y="450"/>
                </a:cubicBezTo>
                <a:cubicBezTo>
                  <a:pt x="40" y="450"/>
                  <a:pt x="0" y="396"/>
                  <a:pt x="0" y="330"/>
                </a:cubicBezTo>
                <a:cubicBezTo>
                  <a:pt x="0" y="263"/>
                  <a:pt x="40" y="210"/>
                  <a:pt x="90" y="210"/>
                </a:cubicBezTo>
                <a:cubicBezTo>
                  <a:pt x="139" y="210"/>
                  <a:pt x="180" y="263"/>
                  <a:pt x="180" y="330"/>
                </a:cubicBezTo>
                <a:close/>
                <a:moveTo>
                  <a:pt x="1520" y="2440"/>
                </a:moveTo>
                <a:cubicBezTo>
                  <a:pt x="1520" y="2506"/>
                  <a:pt x="1479" y="2560"/>
                  <a:pt x="1430" y="2560"/>
                </a:cubicBezTo>
                <a:cubicBezTo>
                  <a:pt x="1380" y="2560"/>
                  <a:pt x="1340" y="2506"/>
                  <a:pt x="1340" y="2440"/>
                </a:cubicBezTo>
                <a:cubicBezTo>
                  <a:pt x="1340" y="2373"/>
                  <a:pt x="1380" y="2320"/>
                  <a:pt x="1430" y="2320"/>
                </a:cubicBezTo>
                <a:cubicBezTo>
                  <a:pt x="1479" y="2320"/>
                  <a:pt x="1520" y="2373"/>
                  <a:pt x="1520" y="2440"/>
                </a:cubicBezTo>
                <a:close/>
                <a:moveTo>
                  <a:pt x="5720" y="270"/>
                </a:moveTo>
                <a:cubicBezTo>
                  <a:pt x="5720" y="336"/>
                  <a:pt x="5679" y="390"/>
                  <a:pt x="5630" y="390"/>
                </a:cubicBezTo>
                <a:cubicBezTo>
                  <a:pt x="5580" y="390"/>
                  <a:pt x="5540" y="336"/>
                  <a:pt x="5540" y="270"/>
                </a:cubicBezTo>
                <a:cubicBezTo>
                  <a:pt x="5540" y="203"/>
                  <a:pt x="5580" y="150"/>
                  <a:pt x="5630" y="150"/>
                </a:cubicBezTo>
                <a:cubicBezTo>
                  <a:pt x="5679" y="150"/>
                  <a:pt x="5720" y="203"/>
                  <a:pt x="5720" y="270"/>
                </a:cubicBezTo>
                <a:close/>
                <a:moveTo>
                  <a:pt x="4330" y="3310"/>
                </a:moveTo>
                <a:cubicBezTo>
                  <a:pt x="4330" y="3376"/>
                  <a:pt x="4289" y="3430"/>
                  <a:pt x="4240" y="3430"/>
                </a:cubicBezTo>
                <a:cubicBezTo>
                  <a:pt x="4190" y="3430"/>
                  <a:pt x="4150" y="3376"/>
                  <a:pt x="4150" y="3310"/>
                </a:cubicBezTo>
                <a:cubicBezTo>
                  <a:pt x="4150" y="3243"/>
                  <a:pt x="4190" y="3190"/>
                  <a:pt x="4240" y="3190"/>
                </a:cubicBezTo>
                <a:cubicBezTo>
                  <a:pt x="4289" y="3190"/>
                  <a:pt x="4330" y="3243"/>
                  <a:pt x="4330" y="3310"/>
                </a:cubicBezTo>
                <a:close/>
                <a:moveTo>
                  <a:pt x="4090" y="1970"/>
                </a:moveTo>
                <a:cubicBezTo>
                  <a:pt x="4090" y="2036"/>
                  <a:pt x="4049" y="2090"/>
                  <a:pt x="4000" y="2090"/>
                </a:cubicBezTo>
                <a:cubicBezTo>
                  <a:pt x="3950" y="2090"/>
                  <a:pt x="3910" y="2036"/>
                  <a:pt x="3910" y="1970"/>
                </a:cubicBezTo>
                <a:cubicBezTo>
                  <a:pt x="3910" y="1903"/>
                  <a:pt x="3950" y="1850"/>
                  <a:pt x="4000" y="1850"/>
                </a:cubicBezTo>
                <a:cubicBezTo>
                  <a:pt x="4049" y="1850"/>
                  <a:pt x="4090" y="1903"/>
                  <a:pt x="4090" y="1970"/>
                </a:cubicBezTo>
                <a:close/>
                <a:moveTo>
                  <a:pt x="4890" y="2360"/>
                </a:moveTo>
                <a:cubicBezTo>
                  <a:pt x="4890" y="2426"/>
                  <a:pt x="4849" y="2480"/>
                  <a:pt x="4800" y="2480"/>
                </a:cubicBezTo>
                <a:cubicBezTo>
                  <a:pt x="4750" y="2480"/>
                  <a:pt x="4710" y="2426"/>
                  <a:pt x="4710" y="2360"/>
                </a:cubicBezTo>
                <a:cubicBezTo>
                  <a:pt x="4710" y="2293"/>
                  <a:pt x="4750" y="2240"/>
                  <a:pt x="4800" y="2240"/>
                </a:cubicBezTo>
                <a:cubicBezTo>
                  <a:pt x="4849" y="2240"/>
                  <a:pt x="4890" y="2293"/>
                  <a:pt x="4890" y="2360"/>
                </a:cubicBezTo>
                <a:close/>
                <a:moveTo>
                  <a:pt x="6130" y="2980"/>
                </a:moveTo>
                <a:cubicBezTo>
                  <a:pt x="6130" y="3046"/>
                  <a:pt x="6089" y="3100"/>
                  <a:pt x="6040" y="3100"/>
                </a:cubicBezTo>
                <a:cubicBezTo>
                  <a:pt x="5990" y="3100"/>
                  <a:pt x="5950" y="3046"/>
                  <a:pt x="5950" y="2980"/>
                </a:cubicBezTo>
                <a:cubicBezTo>
                  <a:pt x="5950" y="2913"/>
                  <a:pt x="5990" y="2860"/>
                  <a:pt x="6040" y="2860"/>
                </a:cubicBezTo>
                <a:cubicBezTo>
                  <a:pt x="6089" y="2860"/>
                  <a:pt x="6130" y="2913"/>
                  <a:pt x="6130" y="298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2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5" name="Forma 7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81" name="Forma 8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8492216" y="3011565"/>
            <a:ext cx="1290401" cy="796773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4" name="!!LiquidoPleuralI"/>
          <p:cNvSpPr/>
          <p:nvPr/>
        </p:nvSpPr>
        <p:spPr>
          <a:xfrm>
            <a:off x="10406346" y="3078135"/>
            <a:ext cx="1031858" cy="80920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5" name="!!PulmonDerecho"/>
          <p:cNvGrpSpPr/>
          <p:nvPr/>
        </p:nvGrpSpPr>
        <p:grpSpPr>
          <a:xfrm>
            <a:off x="8595706" y="1371026"/>
            <a:ext cx="1139928" cy="1985524"/>
            <a:chOff x="8595706" y="1371026"/>
            <a:chExt cx="1139928" cy="1985524"/>
          </a:xfrm>
        </p:grpSpPr>
        <p:sp>
          <p:nvSpPr>
            <p:cNvPr id="86" name="Forma 87"/>
            <p:cNvSpPr/>
            <p:nvPr/>
          </p:nvSpPr>
          <p:spPr>
            <a:xfrm>
              <a:off x="8595706" y="1371026"/>
              <a:ext cx="1139928" cy="1985524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8"/>
            <p:cNvSpPr/>
            <p:nvPr/>
          </p:nvSpPr>
          <p:spPr>
            <a:xfrm>
              <a:off x="8671241" y="1565880"/>
              <a:ext cx="892468" cy="1421384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89"/>
            <p:cNvSpPr/>
            <p:nvPr/>
          </p:nvSpPr>
          <p:spPr>
            <a:xfrm>
              <a:off x="8623247" y="2235570"/>
              <a:ext cx="958455" cy="832182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D"/>
          <p:cNvSpPr/>
          <p:nvPr/>
        </p:nvSpPr>
        <p:spPr>
          <a:xfrm>
            <a:off x="8595706" y="1371026"/>
            <a:ext cx="1139928" cy="1985524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0" name="!!PulmonIzquierdo"/>
          <p:cNvGrpSpPr/>
          <p:nvPr/>
        </p:nvGrpSpPr>
        <p:grpSpPr>
          <a:xfrm>
            <a:off x="10276436" y="1371026"/>
            <a:ext cx="1061778" cy="2050308"/>
            <a:chOff x="10276436" y="1371026"/>
            <a:chExt cx="1061778" cy="2050308"/>
          </a:xfrm>
        </p:grpSpPr>
        <p:sp>
          <p:nvSpPr>
            <p:cNvPr id="91" name="Forma 92"/>
            <p:cNvSpPr/>
            <p:nvPr/>
          </p:nvSpPr>
          <p:spPr>
            <a:xfrm>
              <a:off x="10276436" y="1371026"/>
              <a:ext cx="1061778" cy="205030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3"/>
            <p:cNvSpPr/>
            <p:nvPr/>
          </p:nvSpPr>
          <p:spPr>
            <a:xfrm>
              <a:off x="10370210" y="1565794"/>
              <a:ext cx="892468" cy="1420759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10381006" y="2276174"/>
              <a:ext cx="909968" cy="77479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!!PleuraVisceralI"/>
          <p:cNvSpPr/>
          <p:nvPr/>
        </p:nvSpPr>
        <p:spPr>
          <a:xfrm>
            <a:off x="10276436" y="1371026"/>
            <a:ext cx="1061778" cy="205030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100" name="Forma 101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1" name="Forma 102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4" name="Forma 105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5" name="Forma 106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7" name="Forma 108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08" name="Forma 109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9" name="Forma 110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10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pequeño, bilateral, a menudo asintomático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trasudado.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22485" y="91440"/>
            <a:ext cx="530461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DE LÍQUIDO</a:t>
            </a:r>
            <a:endParaRPr lang="es-AR" sz="2400" dirty="0">
              <a:latin typeface="Mali"/>
            </a:endParaRPr>
          </a:p>
        </p:txBody>
      </p:sp>
      <p:sp>
        <p:nvSpPr>
          <p:cNvPr id="10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!!LiquidoAcumulado"/>
          <p:cNvSpPr/>
          <p:nvPr/>
        </p:nvSpPr>
        <p:spPr>
          <a:xfrm>
            <a:off x="3794760" y="3521537"/>
            <a:ext cx="4023360" cy="68470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7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8" name="Forma 17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5001768" y="1572768"/>
            <a:ext cx="786384" cy="1053389"/>
            <a:chOff x="5001768" y="1572768"/>
            <a:chExt cx="786384" cy="1053389"/>
          </a:xfrm>
        </p:grpSpPr>
        <p:sp>
          <p:nvSpPr>
            <p:cNvPr id="62" name="Flecha 61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5102352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5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5886907" y="1572768"/>
            <a:ext cx="786384" cy="1073140"/>
            <a:chOff x="5886907" y="1572768"/>
            <a:chExt cx="786384" cy="1073140"/>
          </a:xfrm>
        </p:grpSpPr>
        <p:sp>
          <p:nvSpPr>
            <p:cNvPr id="65" name="Flecha 65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5987491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5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7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8" name="Forma 6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0" name="Forma 7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1" name="!!GotasFiltrado"/>
          <p:cNvSpPr/>
          <p:nvPr/>
        </p:nvSpPr>
        <p:spPr>
          <a:xfrm>
            <a:off x="4160886" y="2241012"/>
            <a:ext cx="2466320" cy="1362822"/>
          </a:xfrm>
          <a:custGeom>
            <a:avLst/>
            <a:gdLst/>
            <a:ahLst/>
            <a:cxnLst/>
            <a:rect l="0" t="0" r="r" b="b"/>
            <a:pathLst>
              <a:path w="6130" h="4140">
                <a:moveTo>
                  <a:pt x="6070" y="390"/>
                </a:moveTo>
                <a:cubicBezTo>
                  <a:pt x="6070" y="456"/>
                  <a:pt x="6029" y="510"/>
                  <a:pt x="5980" y="510"/>
                </a:cubicBezTo>
                <a:cubicBezTo>
                  <a:pt x="5930" y="510"/>
                  <a:pt x="5890" y="456"/>
                  <a:pt x="5890" y="390"/>
                </a:cubicBezTo>
                <a:cubicBezTo>
                  <a:pt x="5890" y="323"/>
                  <a:pt x="5930" y="270"/>
                  <a:pt x="5980" y="270"/>
                </a:cubicBezTo>
                <a:cubicBezTo>
                  <a:pt x="6029" y="270"/>
                  <a:pt x="6070" y="323"/>
                  <a:pt x="6070" y="390"/>
                </a:cubicBezTo>
                <a:close/>
                <a:moveTo>
                  <a:pt x="5670" y="4020"/>
                </a:moveTo>
                <a:cubicBezTo>
                  <a:pt x="5670" y="4086"/>
                  <a:pt x="5629" y="4140"/>
                  <a:pt x="5580" y="4140"/>
                </a:cubicBezTo>
                <a:cubicBezTo>
                  <a:pt x="5530" y="4140"/>
                  <a:pt x="5490" y="4086"/>
                  <a:pt x="5490" y="4020"/>
                </a:cubicBezTo>
                <a:cubicBezTo>
                  <a:pt x="5490" y="3953"/>
                  <a:pt x="5530" y="3900"/>
                  <a:pt x="5580" y="3900"/>
                </a:cubicBezTo>
                <a:cubicBezTo>
                  <a:pt x="5629" y="3900"/>
                  <a:pt x="5670" y="3953"/>
                  <a:pt x="5670" y="4020"/>
                </a:cubicBezTo>
                <a:close/>
                <a:moveTo>
                  <a:pt x="4210" y="1580"/>
                </a:moveTo>
                <a:cubicBezTo>
                  <a:pt x="4210" y="1646"/>
                  <a:pt x="4169" y="1700"/>
                  <a:pt x="4120" y="1700"/>
                </a:cubicBezTo>
                <a:cubicBezTo>
                  <a:pt x="4070" y="1700"/>
                  <a:pt x="4030" y="1646"/>
                  <a:pt x="4030" y="1580"/>
                </a:cubicBezTo>
                <a:cubicBezTo>
                  <a:pt x="4030" y="1513"/>
                  <a:pt x="4070" y="1460"/>
                  <a:pt x="4120" y="1460"/>
                </a:cubicBezTo>
                <a:cubicBezTo>
                  <a:pt x="4169" y="1460"/>
                  <a:pt x="4210" y="1513"/>
                  <a:pt x="4210" y="1580"/>
                </a:cubicBezTo>
                <a:close/>
                <a:moveTo>
                  <a:pt x="5960" y="120"/>
                </a:moveTo>
                <a:cubicBezTo>
                  <a:pt x="5960" y="186"/>
                  <a:pt x="5919" y="240"/>
                  <a:pt x="5870" y="240"/>
                </a:cubicBezTo>
                <a:cubicBezTo>
                  <a:pt x="5820" y="240"/>
                  <a:pt x="5780" y="186"/>
                  <a:pt x="5780" y="120"/>
                </a:cubicBezTo>
                <a:cubicBezTo>
                  <a:pt x="5780" y="53"/>
                  <a:pt x="5820" y="0"/>
                  <a:pt x="5870" y="0"/>
                </a:cubicBezTo>
                <a:cubicBezTo>
                  <a:pt x="5919" y="0"/>
                  <a:pt x="5960" y="53"/>
                  <a:pt x="5960" y="120"/>
                </a:cubicBezTo>
                <a:close/>
                <a:moveTo>
                  <a:pt x="4990" y="610"/>
                </a:moveTo>
                <a:cubicBezTo>
                  <a:pt x="4990" y="676"/>
                  <a:pt x="4949" y="730"/>
                  <a:pt x="4900" y="730"/>
                </a:cubicBezTo>
                <a:cubicBezTo>
                  <a:pt x="4850" y="730"/>
                  <a:pt x="4810" y="676"/>
                  <a:pt x="4810" y="610"/>
                </a:cubicBezTo>
                <a:cubicBezTo>
                  <a:pt x="4810" y="543"/>
                  <a:pt x="4850" y="490"/>
                  <a:pt x="4900" y="490"/>
                </a:cubicBezTo>
                <a:cubicBezTo>
                  <a:pt x="4949" y="490"/>
                  <a:pt x="4990" y="543"/>
                  <a:pt x="4990" y="610"/>
                </a:cubicBezTo>
                <a:close/>
                <a:moveTo>
                  <a:pt x="180" y="330"/>
                </a:moveTo>
                <a:cubicBezTo>
                  <a:pt x="180" y="396"/>
                  <a:pt x="139" y="450"/>
                  <a:pt x="90" y="450"/>
                </a:cubicBezTo>
                <a:cubicBezTo>
                  <a:pt x="40" y="450"/>
                  <a:pt x="0" y="396"/>
                  <a:pt x="0" y="330"/>
                </a:cubicBezTo>
                <a:cubicBezTo>
                  <a:pt x="0" y="263"/>
                  <a:pt x="40" y="210"/>
                  <a:pt x="90" y="210"/>
                </a:cubicBezTo>
                <a:cubicBezTo>
                  <a:pt x="139" y="210"/>
                  <a:pt x="180" y="263"/>
                  <a:pt x="180" y="330"/>
                </a:cubicBezTo>
                <a:close/>
                <a:moveTo>
                  <a:pt x="1520" y="2440"/>
                </a:moveTo>
                <a:cubicBezTo>
                  <a:pt x="1520" y="2506"/>
                  <a:pt x="1479" y="2560"/>
                  <a:pt x="1430" y="2560"/>
                </a:cubicBezTo>
                <a:cubicBezTo>
                  <a:pt x="1380" y="2560"/>
                  <a:pt x="1340" y="2506"/>
                  <a:pt x="1340" y="2440"/>
                </a:cubicBezTo>
                <a:cubicBezTo>
                  <a:pt x="1340" y="2373"/>
                  <a:pt x="1380" y="2320"/>
                  <a:pt x="1430" y="2320"/>
                </a:cubicBezTo>
                <a:cubicBezTo>
                  <a:pt x="1479" y="2320"/>
                  <a:pt x="1520" y="2373"/>
                  <a:pt x="1520" y="2440"/>
                </a:cubicBezTo>
                <a:close/>
                <a:moveTo>
                  <a:pt x="5720" y="270"/>
                </a:moveTo>
                <a:cubicBezTo>
                  <a:pt x="5720" y="336"/>
                  <a:pt x="5679" y="390"/>
                  <a:pt x="5630" y="390"/>
                </a:cubicBezTo>
                <a:cubicBezTo>
                  <a:pt x="5580" y="390"/>
                  <a:pt x="5540" y="336"/>
                  <a:pt x="5540" y="270"/>
                </a:cubicBezTo>
                <a:cubicBezTo>
                  <a:pt x="5540" y="203"/>
                  <a:pt x="5580" y="150"/>
                  <a:pt x="5630" y="150"/>
                </a:cubicBezTo>
                <a:cubicBezTo>
                  <a:pt x="5679" y="150"/>
                  <a:pt x="5720" y="203"/>
                  <a:pt x="5720" y="270"/>
                </a:cubicBezTo>
                <a:close/>
                <a:moveTo>
                  <a:pt x="4330" y="3310"/>
                </a:moveTo>
                <a:cubicBezTo>
                  <a:pt x="4330" y="3376"/>
                  <a:pt x="4289" y="3430"/>
                  <a:pt x="4240" y="3430"/>
                </a:cubicBezTo>
                <a:cubicBezTo>
                  <a:pt x="4190" y="3430"/>
                  <a:pt x="4150" y="3376"/>
                  <a:pt x="4150" y="3310"/>
                </a:cubicBezTo>
                <a:cubicBezTo>
                  <a:pt x="4150" y="3243"/>
                  <a:pt x="4190" y="3190"/>
                  <a:pt x="4240" y="3190"/>
                </a:cubicBezTo>
                <a:cubicBezTo>
                  <a:pt x="4289" y="3190"/>
                  <a:pt x="4330" y="3243"/>
                  <a:pt x="4330" y="3310"/>
                </a:cubicBezTo>
                <a:close/>
                <a:moveTo>
                  <a:pt x="4090" y="1970"/>
                </a:moveTo>
                <a:cubicBezTo>
                  <a:pt x="4090" y="2036"/>
                  <a:pt x="4049" y="2090"/>
                  <a:pt x="4000" y="2090"/>
                </a:cubicBezTo>
                <a:cubicBezTo>
                  <a:pt x="3950" y="2090"/>
                  <a:pt x="3910" y="2036"/>
                  <a:pt x="3910" y="1970"/>
                </a:cubicBezTo>
                <a:cubicBezTo>
                  <a:pt x="3910" y="1903"/>
                  <a:pt x="3950" y="1850"/>
                  <a:pt x="4000" y="1850"/>
                </a:cubicBezTo>
                <a:cubicBezTo>
                  <a:pt x="4049" y="1850"/>
                  <a:pt x="4090" y="1903"/>
                  <a:pt x="4090" y="1970"/>
                </a:cubicBezTo>
                <a:close/>
                <a:moveTo>
                  <a:pt x="4890" y="2360"/>
                </a:moveTo>
                <a:cubicBezTo>
                  <a:pt x="4890" y="2426"/>
                  <a:pt x="4849" y="2480"/>
                  <a:pt x="4800" y="2480"/>
                </a:cubicBezTo>
                <a:cubicBezTo>
                  <a:pt x="4750" y="2480"/>
                  <a:pt x="4710" y="2426"/>
                  <a:pt x="4710" y="2360"/>
                </a:cubicBezTo>
                <a:cubicBezTo>
                  <a:pt x="4710" y="2293"/>
                  <a:pt x="4750" y="2240"/>
                  <a:pt x="4800" y="2240"/>
                </a:cubicBezTo>
                <a:cubicBezTo>
                  <a:pt x="4849" y="2240"/>
                  <a:pt x="4890" y="2293"/>
                  <a:pt x="4890" y="2360"/>
                </a:cubicBezTo>
                <a:close/>
                <a:moveTo>
                  <a:pt x="6130" y="2980"/>
                </a:moveTo>
                <a:cubicBezTo>
                  <a:pt x="6130" y="3046"/>
                  <a:pt x="6089" y="3100"/>
                  <a:pt x="6040" y="3100"/>
                </a:cubicBezTo>
                <a:cubicBezTo>
                  <a:pt x="5990" y="3100"/>
                  <a:pt x="5950" y="3046"/>
                  <a:pt x="5950" y="2980"/>
                </a:cubicBezTo>
                <a:cubicBezTo>
                  <a:pt x="5950" y="2913"/>
                  <a:pt x="5990" y="2860"/>
                  <a:pt x="6040" y="2860"/>
                </a:cubicBezTo>
                <a:cubicBezTo>
                  <a:pt x="6089" y="2860"/>
                  <a:pt x="6130" y="2913"/>
                  <a:pt x="6130" y="298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2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5" name="Forma 7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81" name="Forma 8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8492216" y="3011565"/>
            <a:ext cx="1290401" cy="796773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4" name="!!LiquidoPleuralI"/>
          <p:cNvSpPr/>
          <p:nvPr/>
        </p:nvSpPr>
        <p:spPr>
          <a:xfrm>
            <a:off x="10406346" y="3078135"/>
            <a:ext cx="1031858" cy="80920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5" name="!!PulmonDerecho"/>
          <p:cNvGrpSpPr/>
          <p:nvPr/>
        </p:nvGrpSpPr>
        <p:grpSpPr>
          <a:xfrm>
            <a:off x="8595706" y="1371026"/>
            <a:ext cx="1139928" cy="1985524"/>
            <a:chOff x="8595706" y="1371026"/>
            <a:chExt cx="1139928" cy="1985524"/>
          </a:xfrm>
        </p:grpSpPr>
        <p:sp>
          <p:nvSpPr>
            <p:cNvPr id="86" name="Forma 87"/>
            <p:cNvSpPr/>
            <p:nvPr/>
          </p:nvSpPr>
          <p:spPr>
            <a:xfrm>
              <a:off x="8595706" y="1371026"/>
              <a:ext cx="1139928" cy="1985524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8"/>
            <p:cNvSpPr/>
            <p:nvPr/>
          </p:nvSpPr>
          <p:spPr>
            <a:xfrm>
              <a:off x="8671241" y="1565880"/>
              <a:ext cx="892468" cy="1421384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89"/>
            <p:cNvSpPr/>
            <p:nvPr/>
          </p:nvSpPr>
          <p:spPr>
            <a:xfrm>
              <a:off x="8623247" y="2235570"/>
              <a:ext cx="958455" cy="832182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D"/>
          <p:cNvSpPr/>
          <p:nvPr/>
        </p:nvSpPr>
        <p:spPr>
          <a:xfrm>
            <a:off x="8595706" y="1371026"/>
            <a:ext cx="1139928" cy="1985524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0" name="!!PulmonIzquierdo"/>
          <p:cNvGrpSpPr/>
          <p:nvPr/>
        </p:nvGrpSpPr>
        <p:grpSpPr>
          <a:xfrm>
            <a:off x="10276436" y="1371026"/>
            <a:ext cx="1061778" cy="2050308"/>
            <a:chOff x="10276436" y="1371026"/>
            <a:chExt cx="1061778" cy="2050308"/>
          </a:xfrm>
        </p:grpSpPr>
        <p:sp>
          <p:nvSpPr>
            <p:cNvPr id="91" name="Forma 92"/>
            <p:cNvSpPr/>
            <p:nvPr/>
          </p:nvSpPr>
          <p:spPr>
            <a:xfrm>
              <a:off x="10276436" y="1371026"/>
              <a:ext cx="1061778" cy="205030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3"/>
            <p:cNvSpPr/>
            <p:nvPr/>
          </p:nvSpPr>
          <p:spPr>
            <a:xfrm>
              <a:off x="10370210" y="1565794"/>
              <a:ext cx="892468" cy="1420759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10381006" y="2276174"/>
              <a:ext cx="909968" cy="77479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!!PleuraVisceralI"/>
          <p:cNvSpPr/>
          <p:nvPr/>
        </p:nvSpPr>
        <p:spPr>
          <a:xfrm>
            <a:off x="10276436" y="1371026"/>
            <a:ext cx="1061778" cy="205030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100" name="Forma 101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1" name="Forma 102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4" name="Forma 105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5" name="Forma 106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7" name="Forma 108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08" name="Forma 109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9" name="Forma 110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10" name="!!Leyenda"/>
          <p:cNvSpPr/>
          <p:nvPr/>
        </p:nvSpPr>
        <p:spPr>
          <a:xfrm>
            <a:off x="274320" y="4754880"/>
            <a:ext cx="754380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También se pierden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anticoagulantes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naturales (antitrombina III, proteínas C y S) → estado procoagulante.</a:t>
            </a:r>
            <a:endParaRPr lang="es-AR" sz="2100" dirty="0">
              <a:latin typeface="Mali"/>
            </a:endParaRPr>
          </a:p>
        </p:txBody>
      </p:sp>
      <p:sp>
        <p:nvSpPr>
          <p:cNvPr id="111" name="!!Pierna"/>
          <p:cNvSpPr/>
          <p:nvPr/>
        </p:nvSpPr>
        <p:spPr>
          <a:xfrm>
            <a:off x="8461417" y="4589145"/>
            <a:ext cx="467529" cy="2160270"/>
          </a:xfrm>
          <a:custGeom>
            <a:avLst/>
            <a:gdLst/>
            <a:ahLst/>
            <a:cxnLst/>
            <a:rect l="0" t="0" r="r" b="b"/>
            <a:pathLst>
              <a:path w="4131" h="10000">
                <a:moveTo>
                  <a:pt x="213" y="555"/>
                </a:moveTo>
                <a:lnTo>
                  <a:pt x="651" y="246"/>
                </a:lnTo>
                <a:lnTo>
                  <a:pt x="1313" y="61"/>
                </a:lnTo>
                <a:lnTo>
                  <a:pt x="2085" y="0"/>
                </a:lnTo>
                <a:lnTo>
                  <a:pt x="2857" y="61"/>
                </a:lnTo>
                <a:lnTo>
                  <a:pt x="3514" y="246"/>
                </a:lnTo>
                <a:lnTo>
                  <a:pt x="3946" y="555"/>
                </a:lnTo>
                <a:lnTo>
                  <a:pt x="4124" y="1039"/>
                </a:lnTo>
                <a:lnTo>
                  <a:pt x="4131" y="1707"/>
                </a:lnTo>
                <a:lnTo>
                  <a:pt x="4024" y="2500"/>
                </a:lnTo>
                <a:lnTo>
                  <a:pt x="3861" y="3353"/>
                </a:lnTo>
                <a:lnTo>
                  <a:pt x="3697" y="4207"/>
                </a:lnTo>
                <a:lnTo>
                  <a:pt x="3591" y="5000"/>
                </a:lnTo>
                <a:lnTo>
                  <a:pt x="3554" y="5792"/>
                </a:lnTo>
                <a:lnTo>
                  <a:pt x="3545" y="6646"/>
                </a:lnTo>
                <a:lnTo>
                  <a:pt x="3535" y="7500"/>
                </a:lnTo>
                <a:lnTo>
                  <a:pt x="3499" y="8292"/>
                </a:lnTo>
                <a:lnTo>
                  <a:pt x="3408" y="8960"/>
                </a:lnTo>
                <a:lnTo>
                  <a:pt x="3235" y="9444"/>
                </a:lnTo>
                <a:lnTo>
                  <a:pt x="2942" y="9753"/>
                </a:lnTo>
                <a:lnTo>
                  <a:pt x="2541" y="9938"/>
                </a:lnTo>
                <a:lnTo>
                  <a:pt x="2085" y="10000"/>
                </a:lnTo>
                <a:lnTo>
                  <a:pt x="1629" y="9938"/>
                </a:lnTo>
                <a:lnTo>
                  <a:pt x="1224" y="9753"/>
                </a:lnTo>
                <a:lnTo>
                  <a:pt x="924" y="9444"/>
                </a:lnTo>
                <a:lnTo>
                  <a:pt x="740" y="8960"/>
                </a:lnTo>
                <a:lnTo>
                  <a:pt x="631" y="8292"/>
                </a:lnTo>
                <a:lnTo>
                  <a:pt x="575" y="7500"/>
                </a:lnTo>
                <a:lnTo>
                  <a:pt x="546" y="6646"/>
                </a:lnTo>
                <a:lnTo>
                  <a:pt x="522" y="5792"/>
                </a:lnTo>
                <a:lnTo>
                  <a:pt x="480" y="5000"/>
                </a:lnTo>
                <a:lnTo>
                  <a:pt x="379" y="4207"/>
                </a:lnTo>
                <a:lnTo>
                  <a:pt x="230" y="3353"/>
                </a:lnTo>
                <a:lnTo>
                  <a:pt x="86" y="2500"/>
                </a:lnTo>
                <a:lnTo>
                  <a:pt x="0" y="1707"/>
                </a:lnTo>
                <a:lnTo>
                  <a:pt x="24" y="1039"/>
                </a:lnTo>
                <a:lnTo>
                  <a:pt x="213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C4A285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12" name="!!VenaProfunda"/>
          <p:cNvSpPr/>
          <p:nvPr/>
        </p:nvSpPr>
        <p:spPr>
          <a:xfrm>
            <a:off x="8631490" y="4707048"/>
            <a:ext cx="130737" cy="1924464"/>
          </a:xfrm>
          <a:custGeom>
            <a:avLst/>
            <a:gdLst/>
            <a:ahLst/>
            <a:cxnLst/>
            <a:rect l="0" t="0" r="r" b="b"/>
            <a:pathLst>
              <a:path w="1296" h="10000">
                <a:moveTo>
                  <a:pt x="0" y="9978"/>
                </a:moveTo>
                <a:lnTo>
                  <a:pt x="1096" y="10000"/>
                </a:lnTo>
                <a:lnTo>
                  <a:pt x="1296" y="21"/>
                </a:lnTo>
                <a:lnTo>
                  <a:pt x="199" y="0"/>
                </a:lnTo>
                <a:lnTo>
                  <a:pt x="0" y="997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9050" cap="rnd">
            <a:solidFill>
              <a:srgbClr val="17365A"/>
            </a:solidFill>
            <a:round/>
          </a:ln>
        </p:spPr>
      </p:sp>
      <p:sp>
        <p:nvSpPr>
          <p:cNvPr id="113" name="!!Trombo"/>
          <p:cNvSpPr/>
          <p:nvPr/>
        </p:nvSpPr>
        <p:spPr>
          <a:xfrm>
            <a:off x="8651596" y="5630875"/>
            <a:ext cx="90526" cy="537667"/>
          </a:xfrm>
          <a:custGeom>
            <a:avLst/>
            <a:gdLst/>
            <a:ahLst/>
            <a:cxnLst/>
            <a:rect l="0" t="0" r="r" b="b"/>
            <a:pathLst>
              <a:path w="900" h="2800">
                <a:moveTo>
                  <a:pt x="900" y="1400"/>
                </a:moveTo>
                <a:cubicBezTo>
                  <a:pt x="900" y="2173"/>
                  <a:pt x="698" y="2800"/>
                  <a:pt x="450" y="2800"/>
                </a:cubicBezTo>
                <a:cubicBezTo>
                  <a:pt x="201" y="2800"/>
                  <a:pt x="0" y="2173"/>
                  <a:pt x="0" y="1400"/>
                </a:cubicBezTo>
                <a:cubicBezTo>
                  <a:pt x="0" y="626"/>
                  <a:pt x="201" y="0"/>
                  <a:pt x="450" y="0"/>
                </a:cubicBezTo>
                <a:cubicBezTo>
                  <a:pt x="698" y="0"/>
                  <a:pt x="900" y="626"/>
                  <a:pt x="900" y="1400"/>
                </a:cubicBezTo>
                <a:close/>
              </a:path>
            </a:pathLst>
          </a:custGeom>
          <a:gradFill rotWithShape="1">
            <a:gsLst>
              <a:gs pos="0">
                <a:srgbClr val="995E59"/>
              </a:gs>
              <a:gs pos="55000">
                <a:srgbClr val="6E1A12"/>
              </a:gs>
              <a:gs pos="100000">
                <a:srgbClr val="4D120C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3B0D08"/>
            </a:solidFill>
            <a:round/>
          </a:ln>
        </p:spPr>
      </p:sp>
      <p:sp>
        <p:nvSpPr>
          <p:cNvPr id="114" name="Rama trombótica"/>
          <p:cNvSpPr/>
          <p:nvPr/>
        </p:nvSpPr>
        <p:spPr>
          <a:xfrm>
            <a:off x="9326880" y="4754880"/>
            <a:ext cx="2560320" cy="16002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Cadena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distinta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del derrame: hipercoagulabilidad → TVP → TEP.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233428" y="91440"/>
            <a:ext cx="479367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HIPERCOAGULABILIDAD</a:t>
            </a:r>
            <a:endParaRPr lang="es-AR" sz="2400" dirty="0">
              <a:latin typeface="Mali"/>
            </a:endParaRPr>
          </a:p>
        </p:txBody>
      </p:sp>
      <p:sp>
        <p:nvSpPr>
          <p:cNvPr id="10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11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animBg="1"/>
      <p:bldP spid="114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!!LiquidoAcumulado"/>
          <p:cNvSpPr/>
          <p:nvPr/>
        </p:nvSpPr>
        <p:spPr>
          <a:xfrm>
            <a:off x="3794760" y="3521537"/>
            <a:ext cx="4023360" cy="68470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7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8" name="Forma 17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5001768" y="1572768"/>
            <a:ext cx="786384" cy="1053389"/>
            <a:chOff x="5001768" y="1572768"/>
            <a:chExt cx="786384" cy="1053389"/>
          </a:xfrm>
        </p:grpSpPr>
        <p:sp>
          <p:nvSpPr>
            <p:cNvPr id="62" name="Flecha 61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5102352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5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5886907" y="1572768"/>
            <a:ext cx="786384" cy="1073140"/>
            <a:chOff x="5886907" y="1572768"/>
            <a:chExt cx="786384" cy="1073140"/>
          </a:xfrm>
        </p:grpSpPr>
        <p:sp>
          <p:nvSpPr>
            <p:cNvPr id="65" name="Flecha 65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5987491" y="2329891"/>
              <a:ext cx="685800" cy="2834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15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7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8" name="Forma 6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0" name="Forma 7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1" name="!!GotasFiltrado"/>
          <p:cNvSpPr/>
          <p:nvPr/>
        </p:nvSpPr>
        <p:spPr>
          <a:xfrm>
            <a:off x="4160886" y="2241012"/>
            <a:ext cx="2466320" cy="1362822"/>
          </a:xfrm>
          <a:custGeom>
            <a:avLst/>
            <a:gdLst/>
            <a:ahLst/>
            <a:cxnLst/>
            <a:rect l="0" t="0" r="r" b="b"/>
            <a:pathLst>
              <a:path w="6130" h="4140">
                <a:moveTo>
                  <a:pt x="6070" y="390"/>
                </a:moveTo>
                <a:cubicBezTo>
                  <a:pt x="6070" y="456"/>
                  <a:pt x="6029" y="510"/>
                  <a:pt x="5980" y="510"/>
                </a:cubicBezTo>
                <a:cubicBezTo>
                  <a:pt x="5930" y="510"/>
                  <a:pt x="5890" y="456"/>
                  <a:pt x="5890" y="390"/>
                </a:cubicBezTo>
                <a:cubicBezTo>
                  <a:pt x="5890" y="323"/>
                  <a:pt x="5930" y="270"/>
                  <a:pt x="5980" y="270"/>
                </a:cubicBezTo>
                <a:cubicBezTo>
                  <a:pt x="6029" y="270"/>
                  <a:pt x="6070" y="323"/>
                  <a:pt x="6070" y="390"/>
                </a:cubicBezTo>
                <a:close/>
                <a:moveTo>
                  <a:pt x="5670" y="4020"/>
                </a:moveTo>
                <a:cubicBezTo>
                  <a:pt x="5670" y="4086"/>
                  <a:pt x="5629" y="4140"/>
                  <a:pt x="5580" y="4140"/>
                </a:cubicBezTo>
                <a:cubicBezTo>
                  <a:pt x="5530" y="4140"/>
                  <a:pt x="5490" y="4086"/>
                  <a:pt x="5490" y="4020"/>
                </a:cubicBezTo>
                <a:cubicBezTo>
                  <a:pt x="5490" y="3953"/>
                  <a:pt x="5530" y="3900"/>
                  <a:pt x="5580" y="3900"/>
                </a:cubicBezTo>
                <a:cubicBezTo>
                  <a:pt x="5629" y="3900"/>
                  <a:pt x="5670" y="3953"/>
                  <a:pt x="5670" y="4020"/>
                </a:cubicBezTo>
                <a:close/>
                <a:moveTo>
                  <a:pt x="4210" y="1580"/>
                </a:moveTo>
                <a:cubicBezTo>
                  <a:pt x="4210" y="1646"/>
                  <a:pt x="4169" y="1700"/>
                  <a:pt x="4120" y="1700"/>
                </a:cubicBezTo>
                <a:cubicBezTo>
                  <a:pt x="4070" y="1700"/>
                  <a:pt x="4030" y="1646"/>
                  <a:pt x="4030" y="1580"/>
                </a:cubicBezTo>
                <a:cubicBezTo>
                  <a:pt x="4030" y="1513"/>
                  <a:pt x="4070" y="1460"/>
                  <a:pt x="4120" y="1460"/>
                </a:cubicBezTo>
                <a:cubicBezTo>
                  <a:pt x="4169" y="1460"/>
                  <a:pt x="4210" y="1513"/>
                  <a:pt x="4210" y="1580"/>
                </a:cubicBezTo>
                <a:close/>
                <a:moveTo>
                  <a:pt x="5960" y="120"/>
                </a:moveTo>
                <a:cubicBezTo>
                  <a:pt x="5960" y="186"/>
                  <a:pt x="5919" y="240"/>
                  <a:pt x="5870" y="240"/>
                </a:cubicBezTo>
                <a:cubicBezTo>
                  <a:pt x="5820" y="240"/>
                  <a:pt x="5780" y="186"/>
                  <a:pt x="5780" y="120"/>
                </a:cubicBezTo>
                <a:cubicBezTo>
                  <a:pt x="5780" y="53"/>
                  <a:pt x="5820" y="0"/>
                  <a:pt x="5870" y="0"/>
                </a:cubicBezTo>
                <a:cubicBezTo>
                  <a:pt x="5919" y="0"/>
                  <a:pt x="5960" y="53"/>
                  <a:pt x="5960" y="120"/>
                </a:cubicBezTo>
                <a:close/>
                <a:moveTo>
                  <a:pt x="4990" y="610"/>
                </a:moveTo>
                <a:cubicBezTo>
                  <a:pt x="4990" y="676"/>
                  <a:pt x="4949" y="730"/>
                  <a:pt x="4900" y="730"/>
                </a:cubicBezTo>
                <a:cubicBezTo>
                  <a:pt x="4850" y="730"/>
                  <a:pt x="4810" y="676"/>
                  <a:pt x="4810" y="610"/>
                </a:cubicBezTo>
                <a:cubicBezTo>
                  <a:pt x="4810" y="543"/>
                  <a:pt x="4850" y="490"/>
                  <a:pt x="4900" y="490"/>
                </a:cubicBezTo>
                <a:cubicBezTo>
                  <a:pt x="4949" y="490"/>
                  <a:pt x="4990" y="543"/>
                  <a:pt x="4990" y="610"/>
                </a:cubicBezTo>
                <a:close/>
                <a:moveTo>
                  <a:pt x="180" y="330"/>
                </a:moveTo>
                <a:cubicBezTo>
                  <a:pt x="180" y="396"/>
                  <a:pt x="139" y="450"/>
                  <a:pt x="90" y="450"/>
                </a:cubicBezTo>
                <a:cubicBezTo>
                  <a:pt x="40" y="450"/>
                  <a:pt x="0" y="396"/>
                  <a:pt x="0" y="330"/>
                </a:cubicBezTo>
                <a:cubicBezTo>
                  <a:pt x="0" y="263"/>
                  <a:pt x="40" y="210"/>
                  <a:pt x="90" y="210"/>
                </a:cubicBezTo>
                <a:cubicBezTo>
                  <a:pt x="139" y="210"/>
                  <a:pt x="180" y="263"/>
                  <a:pt x="180" y="330"/>
                </a:cubicBezTo>
                <a:close/>
                <a:moveTo>
                  <a:pt x="1520" y="2440"/>
                </a:moveTo>
                <a:cubicBezTo>
                  <a:pt x="1520" y="2506"/>
                  <a:pt x="1479" y="2560"/>
                  <a:pt x="1430" y="2560"/>
                </a:cubicBezTo>
                <a:cubicBezTo>
                  <a:pt x="1380" y="2560"/>
                  <a:pt x="1340" y="2506"/>
                  <a:pt x="1340" y="2440"/>
                </a:cubicBezTo>
                <a:cubicBezTo>
                  <a:pt x="1340" y="2373"/>
                  <a:pt x="1380" y="2320"/>
                  <a:pt x="1430" y="2320"/>
                </a:cubicBezTo>
                <a:cubicBezTo>
                  <a:pt x="1479" y="2320"/>
                  <a:pt x="1520" y="2373"/>
                  <a:pt x="1520" y="2440"/>
                </a:cubicBezTo>
                <a:close/>
                <a:moveTo>
                  <a:pt x="5720" y="270"/>
                </a:moveTo>
                <a:cubicBezTo>
                  <a:pt x="5720" y="336"/>
                  <a:pt x="5679" y="390"/>
                  <a:pt x="5630" y="390"/>
                </a:cubicBezTo>
                <a:cubicBezTo>
                  <a:pt x="5580" y="390"/>
                  <a:pt x="5540" y="336"/>
                  <a:pt x="5540" y="270"/>
                </a:cubicBezTo>
                <a:cubicBezTo>
                  <a:pt x="5540" y="203"/>
                  <a:pt x="5580" y="150"/>
                  <a:pt x="5630" y="150"/>
                </a:cubicBezTo>
                <a:cubicBezTo>
                  <a:pt x="5679" y="150"/>
                  <a:pt x="5720" y="203"/>
                  <a:pt x="5720" y="270"/>
                </a:cubicBezTo>
                <a:close/>
                <a:moveTo>
                  <a:pt x="4330" y="3310"/>
                </a:moveTo>
                <a:cubicBezTo>
                  <a:pt x="4330" y="3376"/>
                  <a:pt x="4289" y="3430"/>
                  <a:pt x="4240" y="3430"/>
                </a:cubicBezTo>
                <a:cubicBezTo>
                  <a:pt x="4190" y="3430"/>
                  <a:pt x="4150" y="3376"/>
                  <a:pt x="4150" y="3310"/>
                </a:cubicBezTo>
                <a:cubicBezTo>
                  <a:pt x="4150" y="3243"/>
                  <a:pt x="4190" y="3190"/>
                  <a:pt x="4240" y="3190"/>
                </a:cubicBezTo>
                <a:cubicBezTo>
                  <a:pt x="4289" y="3190"/>
                  <a:pt x="4330" y="3243"/>
                  <a:pt x="4330" y="3310"/>
                </a:cubicBezTo>
                <a:close/>
                <a:moveTo>
                  <a:pt x="4090" y="1970"/>
                </a:moveTo>
                <a:cubicBezTo>
                  <a:pt x="4090" y="2036"/>
                  <a:pt x="4049" y="2090"/>
                  <a:pt x="4000" y="2090"/>
                </a:cubicBezTo>
                <a:cubicBezTo>
                  <a:pt x="3950" y="2090"/>
                  <a:pt x="3910" y="2036"/>
                  <a:pt x="3910" y="1970"/>
                </a:cubicBezTo>
                <a:cubicBezTo>
                  <a:pt x="3910" y="1903"/>
                  <a:pt x="3950" y="1850"/>
                  <a:pt x="4000" y="1850"/>
                </a:cubicBezTo>
                <a:cubicBezTo>
                  <a:pt x="4049" y="1850"/>
                  <a:pt x="4090" y="1903"/>
                  <a:pt x="4090" y="1970"/>
                </a:cubicBezTo>
                <a:close/>
                <a:moveTo>
                  <a:pt x="4890" y="2360"/>
                </a:moveTo>
                <a:cubicBezTo>
                  <a:pt x="4890" y="2426"/>
                  <a:pt x="4849" y="2480"/>
                  <a:pt x="4800" y="2480"/>
                </a:cubicBezTo>
                <a:cubicBezTo>
                  <a:pt x="4750" y="2480"/>
                  <a:pt x="4710" y="2426"/>
                  <a:pt x="4710" y="2360"/>
                </a:cubicBezTo>
                <a:cubicBezTo>
                  <a:pt x="4710" y="2293"/>
                  <a:pt x="4750" y="2240"/>
                  <a:pt x="4800" y="2240"/>
                </a:cubicBezTo>
                <a:cubicBezTo>
                  <a:pt x="4849" y="2240"/>
                  <a:pt x="4890" y="2293"/>
                  <a:pt x="4890" y="2360"/>
                </a:cubicBezTo>
                <a:close/>
                <a:moveTo>
                  <a:pt x="6130" y="2980"/>
                </a:moveTo>
                <a:cubicBezTo>
                  <a:pt x="6130" y="3046"/>
                  <a:pt x="6089" y="3100"/>
                  <a:pt x="6040" y="3100"/>
                </a:cubicBezTo>
                <a:cubicBezTo>
                  <a:pt x="5990" y="3100"/>
                  <a:pt x="5950" y="3046"/>
                  <a:pt x="5950" y="2980"/>
                </a:cubicBezTo>
                <a:cubicBezTo>
                  <a:pt x="5950" y="2913"/>
                  <a:pt x="5990" y="2860"/>
                  <a:pt x="6040" y="2860"/>
                </a:cubicBezTo>
                <a:cubicBezTo>
                  <a:pt x="6089" y="2860"/>
                  <a:pt x="6130" y="2913"/>
                  <a:pt x="6130" y="298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2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5" name="Forma 7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81" name="Forma 8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8492216" y="3011565"/>
            <a:ext cx="1290401" cy="796773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4" name="!!LiquidoPleuralI"/>
          <p:cNvSpPr/>
          <p:nvPr/>
        </p:nvSpPr>
        <p:spPr>
          <a:xfrm>
            <a:off x="10406346" y="3078135"/>
            <a:ext cx="1031858" cy="80920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5" name="!!PulmonDerecho"/>
          <p:cNvGrpSpPr/>
          <p:nvPr/>
        </p:nvGrpSpPr>
        <p:grpSpPr>
          <a:xfrm>
            <a:off x="8595706" y="1371026"/>
            <a:ext cx="1139928" cy="1985524"/>
            <a:chOff x="8595706" y="1371026"/>
            <a:chExt cx="1139928" cy="1985524"/>
          </a:xfrm>
        </p:grpSpPr>
        <p:sp>
          <p:nvSpPr>
            <p:cNvPr id="86" name="Forma 87"/>
            <p:cNvSpPr/>
            <p:nvPr/>
          </p:nvSpPr>
          <p:spPr>
            <a:xfrm>
              <a:off x="8595706" y="1371026"/>
              <a:ext cx="1139928" cy="1985524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8"/>
            <p:cNvSpPr/>
            <p:nvPr/>
          </p:nvSpPr>
          <p:spPr>
            <a:xfrm>
              <a:off x="8671241" y="1565880"/>
              <a:ext cx="892468" cy="1421384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89"/>
            <p:cNvSpPr/>
            <p:nvPr/>
          </p:nvSpPr>
          <p:spPr>
            <a:xfrm>
              <a:off x="8623247" y="2235570"/>
              <a:ext cx="958455" cy="832182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D"/>
          <p:cNvSpPr/>
          <p:nvPr/>
        </p:nvSpPr>
        <p:spPr>
          <a:xfrm>
            <a:off x="8595706" y="1371026"/>
            <a:ext cx="1139928" cy="1985524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0" name="!!PulmonIzquierdo"/>
          <p:cNvGrpSpPr/>
          <p:nvPr/>
        </p:nvGrpSpPr>
        <p:grpSpPr>
          <a:xfrm>
            <a:off x="10276436" y="1371026"/>
            <a:ext cx="1061778" cy="2050308"/>
            <a:chOff x="10276436" y="1371026"/>
            <a:chExt cx="1061778" cy="2050308"/>
          </a:xfrm>
        </p:grpSpPr>
        <p:sp>
          <p:nvSpPr>
            <p:cNvPr id="91" name="Forma 92"/>
            <p:cNvSpPr/>
            <p:nvPr/>
          </p:nvSpPr>
          <p:spPr>
            <a:xfrm>
              <a:off x="10276436" y="1371026"/>
              <a:ext cx="1061778" cy="205030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3"/>
            <p:cNvSpPr/>
            <p:nvPr/>
          </p:nvSpPr>
          <p:spPr>
            <a:xfrm>
              <a:off x="10370210" y="1565794"/>
              <a:ext cx="892468" cy="1420759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10381006" y="2276174"/>
              <a:ext cx="909968" cy="77479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!!PleuraVisceralI"/>
          <p:cNvSpPr/>
          <p:nvPr/>
        </p:nvSpPr>
        <p:spPr>
          <a:xfrm>
            <a:off x="10276436" y="1371026"/>
            <a:ext cx="1061778" cy="205030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100" name="Forma 101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1" name="Forma 102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102" name="!!Embolo"/>
          <p:cNvGrpSpPr/>
          <p:nvPr/>
        </p:nvGrpSpPr>
        <p:grpSpPr>
          <a:xfrm>
            <a:off x="9348643" y="2375977"/>
            <a:ext cx="199705" cy="105339"/>
            <a:chOff x="9348643" y="2375977"/>
            <a:chExt cx="199705" cy="105339"/>
          </a:xfrm>
        </p:grpSpPr>
        <p:sp>
          <p:nvSpPr>
            <p:cNvPr id="103" name="Forma 104"/>
            <p:cNvSpPr/>
            <p:nvPr/>
          </p:nvSpPr>
          <p:spPr>
            <a:xfrm>
              <a:off x="9348643" y="2375977"/>
              <a:ext cx="199705" cy="105339"/>
            </a:xfrm>
            <a:custGeom>
              <a:avLst/>
              <a:gdLst/>
              <a:ahLst/>
              <a:cxnLst/>
              <a:rect l="0" t="0" r="r" b="b"/>
              <a:pathLst>
                <a:path w="520" h="320">
                  <a:moveTo>
                    <a:pt x="520" y="160"/>
                  </a:moveTo>
                  <a:cubicBezTo>
                    <a:pt x="520" y="248"/>
                    <a:pt x="403" y="320"/>
                    <a:pt x="260" y="320"/>
                  </a:cubicBezTo>
                  <a:cubicBezTo>
                    <a:pt x="116" y="320"/>
                    <a:pt x="0" y="248"/>
                    <a:pt x="0" y="160"/>
                  </a:cubicBezTo>
                  <a:cubicBezTo>
                    <a:pt x="0" y="71"/>
                    <a:pt x="116" y="0"/>
                    <a:pt x="260" y="0"/>
                  </a:cubicBezTo>
                  <a:cubicBezTo>
                    <a:pt x="403" y="0"/>
                    <a:pt x="520" y="71"/>
                    <a:pt x="520" y="160"/>
                  </a:cubicBezTo>
                  <a:close/>
                </a:path>
              </a:pathLst>
            </a:custGeom>
            <a:gradFill rotWithShape="1">
              <a:gsLst>
                <a:gs pos="0">
                  <a:srgbClr val="995E59"/>
                </a:gs>
                <a:gs pos="55000">
                  <a:srgbClr val="6E1A12"/>
                </a:gs>
                <a:gs pos="100000">
                  <a:srgbClr val="4D120C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3B0D08"/>
              </a:solidFill>
              <a:round/>
            </a:ln>
          </p:spPr>
        </p:sp>
      </p:grpSp>
      <p:sp>
        <p:nvSpPr>
          <p:cNvPr id="104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5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6" name="Forma 107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7" name="Forma 108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9" name="Forma 110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10" name="Forma 111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11" name="Forma 112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12" name="!!Leyenda"/>
          <p:cNvSpPr/>
          <p:nvPr/>
        </p:nvSpPr>
        <p:spPr>
          <a:xfrm>
            <a:off x="274320" y="4754880"/>
            <a:ext cx="754380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TVP → TEP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descartarlo siempre en el síndrome nefrótico.</a:t>
            </a:r>
            <a:endParaRPr lang="es-AR" sz="2100" dirty="0">
              <a:latin typeface="Mali"/>
            </a:endParaRPr>
          </a:p>
        </p:txBody>
      </p:sp>
      <p:sp>
        <p:nvSpPr>
          <p:cNvPr id="113" name="!!Pierna"/>
          <p:cNvSpPr/>
          <p:nvPr/>
        </p:nvSpPr>
        <p:spPr>
          <a:xfrm>
            <a:off x="8461417" y="4589145"/>
            <a:ext cx="467529" cy="2160270"/>
          </a:xfrm>
          <a:custGeom>
            <a:avLst/>
            <a:gdLst/>
            <a:ahLst/>
            <a:cxnLst/>
            <a:rect l="0" t="0" r="r" b="b"/>
            <a:pathLst>
              <a:path w="4131" h="10000">
                <a:moveTo>
                  <a:pt x="213" y="555"/>
                </a:moveTo>
                <a:lnTo>
                  <a:pt x="651" y="246"/>
                </a:lnTo>
                <a:lnTo>
                  <a:pt x="1313" y="61"/>
                </a:lnTo>
                <a:lnTo>
                  <a:pt x="2085" y="0"/>
                </a:lnTo>
                <a:lnTo>
                  <a:pt x="2857" y="61"/>
                </a:lnTo>
                <a:lnTo>
                  <a:pt x="3514" y="246"/>
                </a:lnTo>
                <a:lnTo>
                  <a:pt x="3946" y="555"/>
                </a:lnTo>
                <a:lnTo>
                  <a:pt x="4124" y="1039"/>
                </a:lnTo>
                <a:lnTo>
                  <a:pt x="4131" y="1707"/>
                </a:lnTo>
                <a:lnTo>
                  <a:pt x="4024" y="2500"/>
                </a:lnTo>
                <a:lnTo>
                  <a:pt x="3861" y="3353"/>
                </a:lnTo>
                <a:lnTo>
                  <a:pt x="3697" y="4207"/>
                </a:lnTo>
                <a:lnTo>
                  <a:pt x="3591" y="5000"/>
                </a:lnTo>
                <a:lnTo>
                  <a:pt x="3554" y="5792"/>
                </a:lnTo>
                <a:lnTo>
                  <a:pt x="3545" y="6646"/>
                </a:lnTo>
                <a:lnTo>
                  <a:pt x="3535" y="7500"/>
                </a:lnTo>
                <a:lnTo>
                  <a:pt x="3499" y="8292"/>
                </a:lnTo>
                <a:lnTo>
                  <a:pt x="3408" y="8960"/>
                </a:lnTo>
                <a:lnTo>
                  <a:pt x="3235" y="9444"/>
                </a:lnTo>
                <a:lnTo>
                  <a:pt x="2942" y="9753"/>
                </a:lnTo>
                <a:lnTo>
                  <a:pt x="2541" y="9938"/>
                </a:lnTo>
                <a:lnTo>
                  <a:pt x="2085" y="10000"/>
                </a:lnTo>
                <a:lnTo>
                  <a:pt x="1629" y="9938"/>
                </a:lnTo>
                <a:lnTo>
                  <a:pt x="1224" y="9753"/>
                </a:lnTo>
                <a:lnTo>
                  <a:pt x="924" y="9444"/>
                </a:lnTo>
                <a:lnTo>
                  <a:pt x="740" y="8960"/>
                </a:lnTo>
                <a:lnTo>
                  <a:pt x="631" y="8292"/>
                </a:lnTo>
                <a:lnTo>
                  <a:pt x="575" y="7500"/>
                </a:lnTo>
                <a:lnTo>
                  <a:pt x="546" y="6646"/>
                </a:lnTo>
                <a:lnTo>
                  <a:pt x="522" y="5792"/>
                </a:lnTo>
                <a:lnTo>
                  <a:pt x="480" y="5000"/>
                </a:lnTo>
                <a:lnTo>
                  <a:pt x="379" y="4207"/>
                </a:lnTo>
                <a:lnTo>
                  <a:pt x="230" y="3353"/>
                </a:lnTo>
                <a:lnTo>
                  <a:pt x="86" y="2500"/>
                </a:lnTo>
                <a:lnTo>
                  <a:pt x="0" y="1707"/>
                </a:lnTo>
                <a:lnTo>
                  <a:pt x="24" y="1039"/>
                </a:lnTo>
                <a:lnTo>
                  <a:pt x="213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C4A285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14" name="!!VenaProfunda"/>
          <p:cNvSpPr/>
          <p:nvPr/>
        </p:nvSpPr>
        <p:spPr>
          <a:xfrm>
            <a:off x="8631490" y="4707048"/>
            <a:ext cx="130737" cy="1924464"/>
          </a:xfrm>
          <a:custGeom>
            <a:avLst/>
            <a:gdLst/>
            <a:ahLst/>
            <a:cxnLst/>
            <a:rect l="0" t="0" r="r" b="b"/>
            <a:pathLst>
              <a:path w="1296" h="10000">
                <a:moveTo>
                  <a:pt x="0" y="9978"/>
                </a:moveTo>
                <a:lnTo>
                  <a:pt x="1096" y="10000"/>
                </a:lnTo>
                <a:lnTo>
                  <a:pt x="1296" y="21"/>
                </a:lnTo>
                <a:lnTo>
                  <a:pt x="199" y="0"/>
                </a:lnTo>
                <a:lnTo>
                  <a:pt x="0" y="997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9050" cap="rnd">
            <a:solidFill>
              <a:srgbClr val="17365A"/>
            </a:solidFill>
            <a:round/>
          </a:ln>
        </p:spPr>
      </p:sp>
      <p:sp>
        <p:nvSpPr>
          <p:cNvPr id="115" name="!!Trombo"/>
          <p:cNvSpPr/>
          <p:nvPr/>
        </p:nvSpPr>
        <p:spPr>
          <a:xfrm>
            <a:off x="8651596" y="5630875"/>
            <a:ext cx="90526" cy="537667"/>
          </a:xfrm>
          <a:custGeom>
            <a:avLst/>
            <a:gdLst/>
            <a:ahLst/>
            <a:cxnLst/>
            <a:rect l="0" t="0" r="r" b="b"/>
            <a:pathLst>
              <a:path w="900" h="2800">
                <a:moveTo>
                  <a:pt x="900" y="1400"/>
                </a:moveTo>
                <a:cubicBezTo>
                  <a:pt x="900" y="2173"/>
                  <a:pt x="698" y="2800"/>
                  <a:pt x="450" y="2800"/>
                </a:cubicBezTo>
                <a:cubicBezTo>
                  <a:pt x="201" y="2800"/>
                  <a:pt x="0" y="2173"/>
                  <a:pt x="0" y="1400"/>
                </a:cubicBezTo>
                <a:cubicBezTo>
                  <a:pt x="0" y="626"/>
                  <a:pt x="201" y="0"/>
                  <a:pt x="450" y="0"/>
                </a:cubicBezTo>
                <a:cubicBezTo>
                  <a:pt x="698" y="0"/>
                  <a:pt x="900" y="626"/>
                  <a:pt x="900" y="1400"/>
                </a:cubicBezTo>
                <a:close/>
              </a:path>
            </a:pathLst>
          </a:custGeom>
          <a:gradFill rotWithShape="1">
            <a:gsLst>
              <a:gs pos="0">
                <a:srgbClr val="995E59"/>
              </a:gs>
              <a:gs pos="55000">
                <a:srgbClr val="6E1A12"/>
              </a:gs>
              <a:gs pos="100000">
                <a:srgbClr val="4D120C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3B0D08"/>
            </a:solidFill>
            <a:round/>
          </a:ln>
        </p:spPr>
      </p:sp>
      <p:sp>
        <p:nvSpPr>
          <p:cNvPr id="116" name="!!Embolo_2"/>
          <p:cNvSpPr/>
          <p:nvPr/>
        </p:nvSpPr>
        <p:spPr>
          <a:xfrm>
            <a:off x="8666683" y="5083607"/>
            <a:ext cx="70409" cy="211226"/>
          </a:xfrm>
          <a:custGeom>
            <a:avLst/>
            <a:gdLst/>
            <a:ahLst/>
            <a:cxnLst/>
            <a:rect l="0" t="0" r="r" b="b"/>
            <a:pathLst>
              <a:path w="700" h="1100">
                <a:moveTo>
                  <a:pt x="700" y="550"/>
                </a:moveTo>
                <a:cubicBezTo>
                  <a:pt x="700" y="853"/>
                  <a:pt x="543" y="1100"/>
                  <a:pt x="350" y="1100"/>
                </a:cubicBezTo>
                <a:cubicBezTo>
                  <a:pt x="156" y="1100"/>
                  <a:pt x="0" y="853"/>
                  <a:pt x="0" y="550"/>
                </a:cubicBezTo>
                <a:cubicBezTo>
                  <a:pt x="0" y="246"/>
                  <a:pt x="156" y="0"/>
                  <a:pt x="350" y="0"/>
                </a:cubicBezTo>
                <a:cubicBezTo>
                  <a:pt x="543" y="0"/>
                  <a:pt x="700" y="246"/>
                  <a:pt x="700" y="550"/>
                </a:cubicBezTo>
                <a:close/>
              </a:path>
            </a:pathLst>
          </a:custGeom>
          <a:gradFill rotWithShape="1">
            <a:gsLst>
              <a:gs pos="0">
                <a:srgbClr val="995E59"/>
              </a:gs>
              <a:gs pos="55000">
                <a:srgbClr val="6E1A12"/>
              </a:gs>
              <a:gs pos="100000">
                <a:srgbClr val="4D120C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3B0D08"/>
            </a:solidFill>
            <a:round/>
          </a:ln>
        </p:spPr>
      </p:sp>
      <p:sp>
        <p:nvSpPr>
          <p:cNvPr id="117" name="Rama trombótica"/>
          <p:cNvSpPr/>
          <p:nvPr/>
        </p:nvSpPr>
        <p:spPr>
          <a:xfrm>
            <a:off x="9326880" y="4754880"/>
            <a:ext cx="2560320" cy="16002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Cadena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distinta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del derrame: hipercoagulabilidad → TVP → TEP.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12971" y="91440"/>
            <a:ext cx="531413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RIESGO TROMBOEMBÓLICO</a:t>
            </a:r>
            <a:endParaRPr lang="es-AR" sz="2400" dirty="0">
              <a:latin typeface="Mali"/>
            </a:endParaRPr>
          </a:p>
        </p:txBody>
      </p:sp>
      <p:sp>
        <p:nvSpPr>
          <p:cNvPr id="10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11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533 E" pathEditMode="relative" ptsTypes="">
                                      <p:cBhvr>
                                        <p:cTn id="13" dur="9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117" grpId="0" animBg="1"/>
      <p:bldP spid="116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14400"/>
            <a:ext cx="5486400" cy="9829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Proteinuria masiva</a:t>
            </a:r>
            <a:endParaRPr lang="es-AR" sz="21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3108960" y="19248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365760" y="2171700"/>
            <a:ext cx="5486400" cy="9829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Hipoalbuminemia</a:t>
            </a:r>
            <a:endParaRPr lang="es-AR" sz="21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3108960" y="31821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365760" y="3429000"/>
            <a:ext cx="5486400" cy="9829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presión oncótica</a:t>
            </a:r>
            <a:endParaRPr lang="es-AR" sz="2100" dirty="0">
              <a:latin typeface="Mali"/>
            </a:endParaRPr>
          </a:p>
        </p:txBody>
      </p:sp>
      <p:sp>
        <p:nvSpPr>
          <p:cNvPr id="9" name="Flecha 10_2"/>
          <p:cNvSpPr/>
          <p:nvPr/>
        </p:nvSpPr>
        <p:spPr>
          <a:xfrm>
            <a:off x="3108960" y="44394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39" fill="none">
                <a:moveTo>
                  <a:pt x="0" y="0"/>
                </a:moveTo>
                <a:lnTo>
                  <a:pt x="0" y="2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0" name="Forma 12"/>
          <p:cNvSpPr/>
          <p:nvPr/>
        </p:nvSpPr>
        <p:spPr>
          <a:xfrm>
            <a:off x="365760" y="4686300"/>
            <a:ext cx="5486400" cy="98298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 (trasudado)</a:t>
            </a:r>
            <a:endParaRPr lang="es-AR" sz="2100" dirty="0">
              <a:latin typeface="Mali"/>
            </a:endParaRPr>
          </a:p>
        </p:txBody>
      </p:sp>
      <p:sp>
        <p:nvSpPr>
          <p:cNvPr id="11" name="Forma 13"/>
          <p:cNvSpPr/>
          <p:nvPr/>
        </p:nvSpPr>
        <p:spPr>
          <a:xfrm>
            <a:off x="6309360" y="914400"/>
            <a:ext cx="5486400" cy="9829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Pérdida de anticoagulantes</a:t>
            </a:r>
            <a:endParaRPr lang="es-AR" sz="2100" dirty="0">
              <a:latin typeface="Mali"/>
            </a:endParaRPr>
          </a:p>
        </p:txBody>
      </p:sp>
      <p:sp>
        <p:nvSpPr>
          <p:cNvPr id="12" name="Flecha 14_2"/>
          <p:cNvSpPr/>
          <p:nvPr/>
        </p:nvSpPr>
        <p:spPr>
          <a:xfrm>
            <a:off x="9052560" y="19248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3" name="Forma 16"/>
          <p:cNvSpPr/>
          <p:nvPr/>
        </p:nvSpPr>
        <p:spPr>
          <a:xfrm>
            <a:off x="6309360" y="2171700"/>
            <a:ext cx="5486400" cy="98298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Estado hipercoagulable</a:t>
            </a:r>
            <a:endParaRPr lang="es-AR" sz="2100" dirty="0">
              <a:latin typeface="Mali"/>
            </a:endParaRPr>
          </a:p>
        </p:txBody>
      </p:sp>
      <p:sp>
        <p:nvSpPr>
          <p:cNvPr id="14" name="Flecha 17_2"/>
          <p:cNvSpPr/>
          <p:nvPr/>
        </p:nvSpPr>
        <p:spPr>
          <a:xfrm>
            <a:off x="9052560" y="31821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5" name="Forma 19"/>
          <p:cNvSpPr/>
          <p:nvPr/>
        </p:nvSpPr>
        <p:spPr>
          <a:xfrm>
            <a:off x="6309360" y="3429000"/>
            <a:ext cx="5486400" cy="9829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Trombosis venosa profunda</a:t>
            </a:r>
            <a:endParaRPr lang="es-AR" sz="2100" dirty="0">
              <a:latin typeface="Mali"/>
            </a:endParaRPr>
          </a:p>
        </p:txBody>
      </p:sp>
      <p:sp>
        <p:nvSpPr>
          <p:cNvPr id="16" name="Flecha 20_2"/>
          <p:cNvSpPr/>
          <p:nvPr/>
        </p:nvSpPr>
        <p:spPr>
          <a:xfrm>
            <a:off x="9052560" y="44394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39" fill="none">
                <a:moveTo>
                  <a:pt x="0" y="0"/>
                </a:moveTo>
                <a:lnTo>
                  <a:pt x="0" y="2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7" name="Forma 22"/>
          <p:cNvSpPr/>
          <p:nvPr/>
        </p:nvSpPr>
        <p:spPr>
          <a:xfrm>
            <a:off x="6309360" y="4686300"/>
            <a:ext cx="5486400" cy="9829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Tromboembolismo pulmonar</a:t>
            </a:r>
            <a:endParaRPr lang="es-AR" sz="2100" dirty="0">
              <a:latin typeface="Mali"/>
            </a:endParaRPr>
          </a:p>
        </p:txBody>
      </p:sp>
      <p:sp>
        <p:nvSpPr>
          <p:cNvPr id="18" name="Forma 23"/>
          <p:cNvSpPr/>
          <p:nvPr/>
        </p:nvSpPr>
        <p:spPr>
          <a:xfrm>
            <a:off x="365760" y="5806440"/>
            <a:ext cx="5486400" cy="333375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RAMA ONCÓTICA</a:t>
            </a:r>
            <a:endParaRPr lang="es-AR" sz="1500" dirty="0">
              <a:latin typeface="Mali"/>
            </a:endParaRPr>
          </a:p>
        </p:txBody>
      </p:sp>
      <p:sp>
        <p:nvSpPr>
          <p:cNvPr id="19" name="Forma 24"/>
          <p:cNvSpPr/>
          <p:nvPr/>
        </p:nvSpPr>
        <p:spPr>
          <a:xfrm>
            <a:off x="6309360" y="5806440"/>
            <a:ext cx="5486400" cy="333375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RAMA TROMBÓTICA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32227" y="91440"/>
            <a:ext cx="8394876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DIFERENCIAR EL MECANISMO DEL DERRAME DEL MECANISMO DEL TEP</a:t>
            </a:r>
            <a:endParaRPr lang="es-AR" sz="1900" dirty="0">
              <a:latin typeface="Mali"/>
            </a:endParaRPr>
          </a:p>
        </p:txBody>
      </p:sp>
      <p:sp>
        <p:nvSpPr>
          <p:cNvPr id="2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1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4034260"/>
            <a:ext cx="1751259" cy="1336103"/>
          </a:xfrm>
          <a:custGeom>
            <a:avLst/>
            <a:gdLst/>
            <a:ahLst/>
            <a:cxnLst/>
            <a:rect l="0" t="0" r="r" b="b"/>
            <a:pathLst>
              <a:path w="10000" h="7765">
                <a:moveTo>
                  <a:pt x="57" y="1622"/>
                </a:moveTo>
                <a:lnTo>
                  <a:pt x="96" y="2105"/>
                </a:lnTo>
                <a:lnTo>
                  <a:pt x="141" y="2578"/>
                </a:lnTo>
                <a:lnTo>
                  <a:pt x="188" y="3037"/>
                </a:lnTo>
                <a:lnTo>
                  <a:pt x="238" y="3475"/>
                </a:lnTo>
                <a:lnTo>
                  <a:pt x="290" y="3894"/>
                </a:lnTo>
                <a:lnTo>
                  <a:pt x="346" y="4298"/>
                </a:lnTo>
                <a:lnTo>
                  <a:pt x="405" y="4686"/>
                </a:lnTo>
                <a:lnTo>
                  <a:pt x="467" y="5060"/>
                </a:lnTo>
                <a:lnTo>
                  <a:pt x="530" y="5420"/>
                </a:lnTo>
                <a:lnTo>
                  <a:pt x="595" y="5767"/>
                </a:lnTo>
                <a:lnTo>
                  <a:pt x="659" y="6114"/>
                </a:lnTo>
                <a:lnTo>
                  <a:pt x="725" y="6466"/>
                </a:lnTo>
                <a:lnTo>
                  <a:pt x="792" y="6803"/>
                </a:lnTo>
                <a:lnTo>
                  <a:pt x="861" y="7108"/>
                </a:lnTo>
                <a:lnTo>
                  <a:pt x="934" y="7364"/>
                </a:lnTo>
                <a:lnTo>
                  <a:pt x="1011" y="7552"/>
                </a:lnTo>
                <a:lnTo>
                  <a:pt x="1084" y="7674"/>
                </a:lnTo>
                <a:lnTo>
                  <a:pt x="1150" y="7744"/>
                </a:lnTo>
                <a:lnTo>
                  <a:pt x="1220" y="7765"/>
                </a:lnTo>
                <a:lnTo>
                  <a:pt x="1302" y="7738"/>
                </a:lnTo>
                <a:lnTo>
                  <a:pt x="1408" y="7666"/>
                </a:lnTo>
                <a:lnTo>
                  <a:pt x="1547" y="7552"/>
                </a:lnTo>
                <a:lnTo>
                  <a:pt x="1718" y="7375"/>
                </a:lnTo>
                <a:lnTo>
                  <a:pt x="1913" y="7127"/>
                </a:lnTo>
                <a:lnTo>
                  <a:pt x="2131" y="6835"/>
                </a:lnTo>
                <a:lnTo>
                  <a:pt x="2372" y="6523"/>
                </a:lnTo>
                <a:lnTo>
                  <a:pt x="2634" y="6218"/>
                </a:lnTo>
                <a:lnTo>
                  <a:pt x="2916" y="5945"/>
                </a:lnTo>
                <a:lnTo>
                  <a:pt x="3229" y="5690"/>
                </a:lnTo>
                <a:lnTo>
                  <a:pt x="3575" y="5430"/>
                </a:lnTo>
                <a:lnTo>
                  <a:pt x="3943" y="5175"/>
                </a:lnTo>
                <a:lnTo>
                  <a:pt x="4320" y="4940"/>
                </a:lnTo>
                <a:lnTo>
                  <a:pt x="4696" y="4736"/>
                </a:lnTo>
                <a:lnTo>
                  <a:pt x="5059" y="4577"/>
                </a:lnTo>
                <a:lnTo>
                  <a:pt x="5413" y="4461"/>
                </a:lnTo>
                <a:lnTo>
                  <a:pt x="5769" y="4380"/>
                </a:lnTo>
                <a:lnTo>
                  <a:pt x="6123" y="4331"/>
                </a:lnTo>
                <a:lnTo>
                  <a:pt x="6472" y="4310"/>
                </a:lnTo>
                <a:lnTo>
                  <a:pt x="6813" y="4313"/>
                </a:lnTo>
                <a:lnTo>
                  <a:pt x="7142" y="4338"/>
                </a:lnTo>
                <a:lnTo>
                  <a:pt x="7465" y="4395"/>
                </a:lnTo>
                <a:lnTo>
                  <a:pt x="7786" y="4486"/>
                </a:lnTo>
                <a:lnTo>
                  <a:pt x="8098" y="4603"/>
                </a:lnTo>
                <a:lnTo>
                  <a:pt x="8397" y="4733"/>
                </a:lnTo>
                <a:lnTo>
                  <a:pt x="8675" y="4867"/>
                </a:lnTo>
                <a:lnTo>
                  <a:pt x="8928" y="4993"/>
                </a:lnTo>
                <a:lnTo>
                  <a:pt x="9162" y="5163"/>
                </a:lnTo>
                <a:lnTo>
                  <a:pt x="9382" y="5394"/>
                </a:lnTo>
                <a:lnTo>
                  <a:pt x="9583" y="5629"/>
                </a:lnTo>
                <a:lnTo>
                  <a:pt x="9757" y="5809"/>
                </a:lnTo>
                <a:lnTo>
                  <a:pt x="9898" y="5874"/>
                </a:lnTo>
                <a:lnTo>
                  <a:pt x="10000" y="5767"/>
                </a:lnTo>
                <a:lnTo>
                  <a:pt x="10000" y="4051"/>
                </a:lnTo>
                <a:lnTo>
                  <a:pt x="9973" y="3693"/>
                </a:lnTo>
                <a:lnTo>
                  <a:pt x="9921" y="3033"/>
                </a:lnTo>
                <a:lnTo>
                  <a:pt x="9901" y="2737"/>
                </a:lnTo>
                <a:lnTo>
                  <a:pt x="9750" y="2737"/>
                </a:lnTo>
                <a:lnTo>
                  <a:pt x="9500" y="2734"/>
                </a:lnTo>
                <a:lnTo>
                  <a:pt x="9250" y="2728"/>
                </a:lnTo>
                <a:lnTo>
                  <a:pt x="9000" y="2720"/>
                </a:lnTo>
                <a:lnTo>
                  <a:pt x="8750" y="2709"/>
                </a:lnTo>
                <a:lnTo>
                  <a:pt x="8500" y="2695"/>
                </a:lnTo>
                <a:lnTo>
                  <a:pt x="8250" y="2678"/>
                </a:lnTo>
                <a:lnTo>
                  <a:pt x="8000" y="2658"/>
                </a:lnTo>
                <a:lnTo>
                  <a:pt x="7749" y="2635"/>
                </a:lnTo>
                <a:lnTo>
                  <a:pt x="7500" y="2608"/>
                </a:lnTo>
                <a:lnTo>
                  <a:pt x="7250" y="2577"/>
                </a:lnTo>
                <a:lnTo>
                  <a:pt x="7000" y="2544"/>
                </a:lnTo>
                <a:lnTo>
                  <a:pt x="6750" y="2506"/>
                </a:lnTo>
                <a:lnTo>
                  <a:pt x="6499" y="2466"/>
                </a:lnTo>
                <a:lnTo>
                  <a:pt x="6250" y="2421"/>
                </a:lnTo>
                <a:lnTo>
                  <a:pt x="6000" y="2373"/>
                </a:lnTo>
                <a:lnTo>
                  <a:pt x="5750" y="2321"/>
                </a:lnTo>
                <a:lnTo>
                  <a:pt x="5500" y="2265"/>
                </a:lnTo>
                <a:lnTo>
                  <a:pt x="5249" y="2205"/>
                </a:lnTo>
                <a:lnTo>
                  <a:pt x="5000" y="2142"/>
                </a:lnTo>
                <a:lnTo>
                  <a:pt x="4750" y="2074"/>
                </a:lnTo>
                <a:lnTo>
                  <a:pt x="4500" y="2003"/>
                </a:lnTo>
                <a:lnTo>
                  <a:pt x="4250" y="1927"/>
                </a:lnTo>
                <a:lnTo>
                  <a:pt x="4000" y="1847"/>
                </a:lnTo>
                <a:lnTo>
                  <a:pt x="3750" y="1764"/>
                </a:lnTo>
                <a:lnTo>
                  <a:pt x="3546" y="1692"/>
                </a:lnTo>
                <a:lnTo>
                  <a:pt x="3434" y="1766"/>
                </a:lnTo>
                <a:lnTo>
                  <a:pt x="3426" y="1771"/>
                </a:lnTo>
                <a:lnTo>
                  <a:pt x="3136" y="1977"/>
                </a:lnTo>
                <a:lnTo>
                  <a:pt x="3119" y="1991"/>
                </a:lnTo>
                <a:lnTo>
                  <a:pt x="2858" y="2210"/>
                </a:lnTo>
                <a:lnTo>
                  <a:pt x="2841" y="2226"/>
                </a:lnTo>
                <a:lnTo>
                  <a:pt x="2599" y="2472"/>
                </a:lnTo>
                <a:lnTo>
                  <a:pt x="2590" y="2482"/>
                </a:lnTo>
                <a:lnTo>
                  <a:pt x="2367" y="2734"/>
                </a:lnTo>
                <a:lnTo>
                  <a:pt x="2364" y="2737"/>
                </a:lnTo>
                <a:lnTo>
                  <a:pt x="2164" y="2972"/>
                </a:lnTo>
                <a:lnTo>
                  <a:pt x="2163" y="2973"/>
                </a:lnTo>
                <a:lnTo>
                  <a:pt x="1993" y="3161"/>
                </a:lnTo>
                <a:lnTo>
                  <a:pt x="1989" y="3165"/>
                </a:lnTo>
                <a:lnTo>
                  <a:pt x="1853" y="3288"/>
                </a:lnTo>
                <a:lnTo>
                  <a:pt x="1848" y="3293"/>
                </a:lnTo>
                <a:lnTo>
                  <a:pt x="1807" y="3321"/>
                </a:lnTo>
                <a:lnTo>
                  <a:pt x="1802" y="3325"/>
                </a:lnTo>
                <a:lnTo>
                  <a:pt x="1797" y="3327"/>
                </a:lnTo>
                <a:lnTo>
                  <a:pt x="1792" y="3329"/>
                </a:lnTo>
                <a:lnTo>
                  <a:pt x="1786" y="3331"/>
                </a:lnTo>
                <a:lnTo>
                  <a:pt x="1781" y="3332"/>
                </a:lnTo>
                <a:lnTo>
                  <a:pt x="1775" y="3333"/>
                </a:lnTo>
                <a:lnTo>
                  <a:pt x="1769" y="3332"/>
                </a:lnTo>
                <a:lnTo>
                  <a:pt x="1763" y="3332"/>
                </a:lnTo>
                <a:lnTo>
                  <a:pt x="1758" y="3331"/>
                </a:lnTo>
                <a:lnTo>
                  <a:pt x="1752" y="3329"/>
                </a:lnTo>
                <a:lnTo>
                  <a:pt x="1747" y="3327"/>
                </a:lnTo>
                <a:lnTo>
                  <a:pt x="1742" y="3324"/>
                </a:lnTo>
                <a:lnTo>
                  <a:pt x="1737" y="3321"/>
                </a:lnTo>
                <a:lnTo>
                  <a:pt x="1732" y="3317"/>
                </a:lnTo>
                <a:lnTo>
                  <a:pt x="1728" y="3313"/>
                </a:lnTo>
                <a:lnTo>
                  <a:pt x="1725" y="3308"/>
                </a:lnTo>
                <a:lnTo>
                  <a:pt x="1721" y="3303"/>
                </a:lnTo>
                <a:lnTo>
                  <a:pt x="1719" y="3298"/>
                </a:lnTo>
                <a:lnTo>
                  <a:pt x="1684" y="3225"/>
                </a:lnTo>
                <a:lnTo>
                  <a:pt x="1682" y="3218"/>
                </a:lnTo>
                <a:lnTo>
                  <a:pt x="1621" y="3032"/>
                </a:lnTo>
                <a:lnTo>
                  <a:pt x="1620" y="3028"/>
                </a:lnTo>
                <a:lnTo>
                  <a:pt x="1558" y="2791"/>
                </a:lnTo>
                <a:lnTo>
                  <a:pt x="1557" y="2789"/>
                </a:lnTo>
                <a:lnTo>
                  <a:pt x="1496" y="2521"/>
                </a:lnTo>
                <a:lnTo>
                  <a:pt x="1496" y="2520"/>
                </a:lnTo>
                <a:lnTo>
                  <a:pt x="1436" y="2236"/>
                </a:lnTo>
                <a:lnTo>
                  <a:pt x="1375" y="1954"/>
                </a:lnTo>
                <a:lnTo>
                  <a:pt x="1316" y="1675"/>
                </a:lnTo>
                <a:lnTo>
                  <a:pt x="1316" y="1674"/>
                </a:lnTo>
                <a:lnTo>
                  <a:pt x="1257" y="1384"/>
                </a:lnTo>
                <a:lnTo>
                  <a:pt x="1257" y="1384"/>
                </a:lnTo>
                <a:lnTo>
                  <a:pt x="1200" y="1083"/>
                </a:lnTo>
                <a:lnTo>
                  <a:pt x="1200" y="1082"/>
                </a:lnTo>
                <a:lnTo>
                  <a:pt x="1145" y="770"/>
                </a:lnTo>
                <a:lnTo>
                  <a:pt x="1145" y="769"/>
                </a:lnTo>
                <a:lnTo>
                  <a:pt x="1123" y="630"/>
                </a:lnTo>
                <a:lnTo>
                  <a:pt x="999" y="566"/>
                </a:lnTo>
                <a:lnTo>
                  <a:pt x="749" y="431"/>
                </a:lnTo>
                <a:lnTo>
                  <a:pt x="500" y="292"/>
                </a:lnTo>
                <a:lnTo>
                  <a:pt x="250" y="148"/>
                </a:lnTo>
                <a:lnTo>
                  <a:pt x="0" y="0"/>
                </a:lnTo>
                <a:lnTo>
                  <a:pt x="0" y="648"/>
                </a:lnTo>
                <a:lnTo>
                  <a:pt x="24" y="1134"/>
                </a:lnTo>
                <a:lnTo>
                  <a:pt x="57" y="162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29187" y="1578987"/>
            <a:ext cx="1535488" cy="3018543"/>
            <a:chOff x="1029187" y="1578987"/>
            <a:chExt cx="1535488" cy="3018543"/>
          </a:xfrm>
        </p:grpSpPr>
        <p:sp>
          <p:nvSpPr>
            <p:cNvPr id="17" name="Forma 16"/>
            <p:cNvSpPr/>
            <p:nvPr/>
          </p:nvSpPr>
          <p:spPr>
            <a:xfrm>
              <a:off x="1029187" y="1578987"/>
              <a:ext cx="1535488" cy="3018543"/>
            </a:xfrm>
            <a:custGeom>
              <a:avLst/>
              <a:gdLst/>
              <a:ahLst/>
              <a:cxnLst/>
              <a:rect l="0" t="0" r="r" b="b"/>
              <a:pathLst>
                <a:path w="4997" h="10000">
                  <a:moveTo>
                    <a:pt x="544" y="9983"/>
                  </a:moveTo>
                  <a:lnTo>
                    <a:pt x="622" y="9913"/>
                  </a:lnTo>
                  <a:lnTo>
                    <a:pt x="718" y="9806"/>
                  </a:lnTo>
                  <a:lnTo>
                    <a:pt x="832" y="9672"/>
                  </a:lnTo>
                  <a:lnTo>
                    <a:pt x="834" y="9670"/>
                  </a:lnTo>
                  <a:lnTo>
                    <a:pt x="962" y="9526"/>
                  </a:lnTo>
                  <a:lnTo>
                    <a:pt x="967" y="9520"/>
                  </a:lnTo>
                  <a:lnTo>
                    <a:pt x="1106" y="9379"/>
                  </a:lnTo>
                  <a:lnTo>
                    <a:pt x="1117" y="9368"/>
                  </a:lnTo>
                  <a:lnTo>
                    <a:pt x="1267" y="9242"/>
                  </a:lnTo>
                  <a:lnTo>
                    <a:pt x="1278" y="9234"/>
                  </a:lnTo>
                  <a:lnTo>
                    <a:pt x="1444" y="9116"/>
                  </a:lnTo>
                  <a:lnTo>
                    <a:pt x="1449" y="9112"/>
                  </a:lnTo>
                  <a:lnTo>
                    <a:pt x="1633" y="8992"/>
                  </a:lnTo>
                  <a:lnTo>
                    <a:pt x="1638" y="8988"/>
                  </a:lnTo>
                  <a:lnTo>
                    <a:pt x="1833" y="8870"/>
                  </a:lnTo>
                  <a:lnTo>
                    <a:pt x="1840" y="8866"/>
                  </a:lnTo>
                  <a:lnTo>
                    <a:pt x="2040" y="8758"/>
                  </a:lnTo>
                  <a:lnTo>
                    <a:pt x="2049" y="8753"/>
                  </a:lnTo>
                  <a:lnTo>
                    <a:pt x="2249" y="8659"/>
                  </a:lnTo>
                  <a:lnTo>
                    <a:pt x="2261" y="8653"/>
                  </a:lnTo>
                  <a:lnTo>
                    <a:pt x="2453" y="8579"/>
                  </a:lnTo>
                  <a:lnTo>
                    <a:pt x="2470" y="8574"/>
                  </a:lnTo>
                  <a:lnTo>
                    <a:pt x="2657" y="8520"/>
                  </a:lnTo>
                  <a:lnTo>
                    <a:pt x="2673" y="8517"/>
                  </a:lnTo>
                  <a:lnTo>
                    <a:pt x="2861" y="8479"/>
                  </a:lnTo>
                  <a:lnTo>
                    <a:pt x="2876" y="8477"/>
                  </a:lnTo>
                  <a:lnTo>
                    <a:pt x="3063" y="8454"/>
                  </a:lnTo>
                  <a:lnTo>
                    <a:pt x="3077" y="8453"/>
                  </a:lnTo>
                  <a:lnTo>
                    <a:pt x="3262" y="8443"/>
                  </a:lnTo>
                  <a:lnTo>
                    <a:pt x="3274" y="8443"/>
                  </a:lnTo>
                  <a:lnTo>
                    <a:pt x="3455" y="8445"/>
                  </a:lnTo>
                  <a:lnTo>
                    <a:pt x="3466" y="8445"/>
                  </a:lnTo>
                  <a:lnTo>
                    <a:pt x="3641" y="8457"/>
                  </a:lnTo>
                  <a:lnTo>
                    <a:pt x="3657" y="8458"/>
                  </a:lnTo>
                  <a:lnTo>
                    <a:pt x="3829" y="8484"/>
                  </a:lnTo>
                  <a:lnTo>
                    <a:pt x="3847" y="8488"/>
                  </a:lnTo>
                  <a:lnTo>
                    <a:pt x="4017" y="8530"/>
                  </a:lnTo>
                  <a:lnTo>
                    <a:pt x="4029" y="8534"/>
                  </a:lnTo>
                  <a:lnTo>
                    <a:pt x="4195" y="8588"/>
                  </a:lnTo>
                  <a:lnTo>
                    <a:pt x="4204" y="8591"/>
                  </a:lnTo>
                  <a:lnTo>
                    <a:pt x="4362" y="8651"/>
                  </a:lnTo>
                  <a:lnTo>
                    <a:pt x="4368" y="8654"/>
                  </a:lnTo>
                  <a:lnTo>
                    <a:pt x="4515" y="8716"/>
                  </a:lnTo>
                  <a:lnTo>
                    <a:pt x="4518" y="8717"/>
                  </a:lnTo>
                  <a:lnTo>
                    <a:pt x="4652" y="8775"/>
                  </a:lnTo>
                  <a:lnTo>
                    <a:pt x="4664" y="8781"/>
                  </a:lnTo>
                  <a:lnTo>
                    <a:pt x="4676" y="8788"/>
                  </a:lnTo>
                  <a:lnTo>
                    <a:pt x="4800" y="8866"/>
                  </a:lnTo>
                  <a:lnTo>
                    <a:pt x="4812" y="8875"/>
                  </a:lnTo>
                  <a:lnTo>
                    <a:pt x="4824" y="8885"/>
                  </a:lnTo>
                  <a:lnTo>
                    <a:pt x="4941" y="8992"/>
                  </a:lnTo>
                  <a:lnTo>
                    <a:pt x="4947" y="8998"/>
                  </a:lnTo>
                  <a:lnTo>
                    <a:pt x="4996" y="9048"/>
                  </a:lnTo>
                  <a:lnTo>
                    <a:pt x="4997" y="8898"/>
                  </a:lnTo>
                  <a:lnTo>
                    <a:pt x="4981" y="8624"/>
                  </a:lnTo>
                  <a:lnTo>
                    <a:pt x="4955" y="8320"/>
                  </a:lnTo>
                  <a:lnTo>
                    <a:pt x="4927" y="8016"/>
                  </a:lnTo>
                  <a:lnTo>
                    <a:pt x="4927" y="8014"/>
                  </a:lnTo>
                  <a:lnTo>
                    <a:pt x="4906" y="7737"/>
                  </a:lnTo>
                  <a:lnTo>
                    <a:pt x="4906" y="7736"/>
                  </a:lnTo>
                  <a:lnTo>
                    <a:pt x="4888" y="7482"/>
                  </a:lnTo>
                  <a:lnTo>
                    <a:pt x="4868" y="7231"/>
                  </a:lnTo>
                  <a:lnTo>
                    <a:pt x="4847" y="6979"/>
                  </a:lnTo>
                  <a:lnTo>
                    <a:pt x="4824" y="6728"/>
                  </a:lnTo>
                  <a:lnTo>
                    <a:pt x="4801" y="6476"/>
                  </a:lnTo>
                  <a:lnTo>
                    <a:pt x="4801" y="6476"/>
                  </a:lnTo>
                  <a:lnTo>
                    <a:pt x="4780" y="6224"/>
                  </a:lnTo>
                  <a:lnTo>
                    <a:pt x="4780" y="6223"/>
                  </a:lnTo>
                  <a:lnTo>
                    <a:pt x="4759" y="5970"/>
                  </a:lnTo>
                  <a:lnTo>
                    <a:pt x="4759" y="5970"/>
                  </a:lnTo>
                  <a:lnTo>
                    <a:pt x="4740" y="5718"/>
                  </a:lnTo>
                  <a:lnTo>
                    <a:pt x="4720" y="5465"/>
                  </a:lnTo>
                  <a:lnTo>
                    <a:pt x="4700" y="5214"/>
                  </a:lnTo>
                  <a:lnTo>
                    <a:pt x="4678" y="4962"/>
                  </a:lnTo>
                  <a:lnTo>
                    <a:pt x="4654" y="4711"/>
                  </a:lnTo>
                  <a:lnTo>
                    <a:pt x="4627" y="4459"/>
                  </a:lnTo>
                  <a:lnTo>
                    <a:pt x="4600" y="4207"/>
                  </a:lnTo>
                  <a:lnTo>
                    <a:pt x="4571" y="3955"/>
                  </a:lnTo>
                  <a:lnTo>
                    <a:pt x="4540" y="3704"/>
                  </a:lnTo>
                  <a:lnTo>
                    <a:pt x="4505" y="3454"/>
                  </a:lnTo>
                  <a:lnTo>
                    <a:pt x="4465" y="3205"/>
                  </a:lnTo>
                  <a:lnTo>
                    <a:pt x="4422" y="2953"/>
                  </a:lnTo>
                  <a:lnTo>
                    <a:pt x="4374" y="2697"/>
                  </a:lnTo>
                  <a:lnTo>
                    <a:pt x="4323" y="2442"/>
                  </a:lnTo>
                  <a:lnTo>
                    <a:pt x="4268" y="2192"/>
                  </a:lnTo>
                  <a:lnTo>
                    <a:pt x="4212" y="1954"/>
                  </a:lnTo>
                  <a:lnTo>
                    <a:pt x="4153" y="1733"/>
                  </a:lnTo>
                  <a:lnTo>
                    <a:pt x="4091" y="1525"/>
                  </a:lnTo>
                  <a:lnTo>
                    <a:pt x="4025" y="1326"/>
                  </a:lnTo>
                  <a:lnTo>
                    <a:pt x="3956" y="1137"/>
                  </a:lnTo>
                  <a:lnTo>
                    <a:pt x="3886" y="961"/>
                  </a:lnTo>
                  <a:lnTo>
                    <a:pt x="3817" y="798"/>
                  </a:lnTo>
                  <a:lnTo>
                    <a:pt x="3751" y="653"/>
                  </a:lnTo>
                  <a:lnTo>
                    <a:pt x="3689" y="525"/>
                  </a:lnTo>
                  <a:lnTo>
                    <a:pt x="3632" y="415"/>
                  </a:lnTo>
                  <a:lnTo>
                    <a:pt x="3577" y="322"/>
                  </a:lnTo>
                  <a:lnTo>
                    <a:pt x="3523" y="244"/>
                  </a:lnTo>
                  <a:lnTo>
                    <a:pt x="3469" y="180"/>
                  </a:lnTo>
                  <a:lnTo>
                    <a:pt x="3411" y="125"/>
                  </a:lnTo>
                  <a:lnTo>
                    <a:pt x="3351" y="78"/>
                  </a:lnTo>
                  <a:lnTo>
                    <a:pt x="3296" y="43"/>
                  </a:lnTo>
                  <a:lnTo>
                    <a:pt x="3246" y="20"/>
                  </a:lnTo>
                  <a:lnTo>
                    <a:pt x="3193" y="6"/>
                  </a:lnTo>
                  <a:lnTo>
                    <a:pt x="3130" y="0"/>
                  </a:lnTo>
                  <a:lnTo>
                    <a:pt x="3047" y="3"/>
                  </a:lnTo>
                  <a:lnTo>
                    <a:pt x="2940" y="19"/>
                  </a:lnTo>
                  <a:lnTo>
                    <a:pt x="2810" y="51"/>
                  </a:lnTo>
                  <a:lnTo>
                    <a:pt x="2667" y="95"/>
                  </a:lnTo>
                  <a:lnTo>
                    <a:pt x="2519" y="150"/>
                  </a:lnTo>
                  <a:lnTo>
                    <a:pt x="2374" y="213"/>
                  </a:lnTo>
                  <a:lnTo>
                    <a:pt x="2238" y="283"/>
                  </a:lnTo>
                  <a:lnTo>
                    <a:pt x="2109" y="360"/>
                  </a:lnTo>
                  <a:lnTo>
                    <a:pt x="1980" y="448"/>
                  </a:lnTo>
                  <a:lnTo>
                    <a:pt x="1852" y="545"/>
                  </a:lnTo>
                  <a:lnTo>
                    <a:pt x="1728" y="650"/>
                  </a:lnTo>
                  <a:lnTo>
                    <a:pt x="1607" y="763"/>
                  </a:lnTo>
                  <a:lnTo>
                    <a:pt x="1491" y="883"/>
                  </a:lnTo>
                  <a:lnTo>
                    <a:pt x="1380" y="1010"/>
                  </a:lnTo>
                  <a:lnTo>
                    <a:pt x="1273" y="1145"/>
                  </a:lnTo>
                  <a:lnTo>
                    <a:pt x="1170" y="1289"/>
                  </a:lnTo>
                  <a:lnTo>
                    <a:pt x="1070" y="1440"/>
                  </a:lnTo>
                  <a:lnTo>
                    <a:pt x="974" y="1597"/>
                  </a:lnTo>
                  <a:lnTo>
                    <a:pt x="882" y="1761"/>
                  </a:lnTo>
                  <a:lnTo>
                    <a:pt x="794" y="1932"/>
                  </a:lnTo>
                  <a:lnTo>
                    <a:pt x="710" y="2110"/>
                  </a:lnTo>
                  <a:lnTo>
                    <a:pt x="630" y="2295"/>
                  </a:lnTo>
                  <a:lnTo>
                    <a:pt x="555" y="2485"/>
                  </a:lnTo>
                  <a:lnTo>
                    <a:pt x="484" y="2680"/>
                  </a:lnTo>
                  <a:lnTo>
                    <a:pt x="419" y="2879"/>
                  </a:lnTo>
                  <a:lnTo>
                    <a:pt x="361" y="3082"/>
                  </a:lnTo>
                  <a:lnTo>
                    <a:pt x="307" y="3292"/>
                  </a:lnTo>
                  <a:lnTo>
                    <a:pt x="259" y="3506"/>
                  </a:lnTo>
                  <a:lnTo>
                    <a:pt x="215" y="3725"/>
                  </a:lnTo>
                  <a:lnTo>
                    <a:pt x="176" y="3946"/>
                  </a:lnTo>
                  <a:lnTo>
                    <a:pt x="140" y="4167"/>
                  </a:lnTo>
                  <a:lnTo>
                    <a:pt x="109" y="4390"/>
                  </a:lnTo>
                  <a:lnTo>
                    <a:pt x="82" y="4615"/>
                  </a:lnTo>
                  <a:lnTo>
                    <a:pt x="60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5" y="7340"/>
                  </a:lnTo>
                  <a:lnTo>
                    <a:pt x="66" y="7561"/>
                  </a:lnTo>
                  <a:lnTo>
                    <a:pt x="89" y="7779"/>
                  </a:lnTo>
                  <a:lnTo>
                    <a:pt x="114" y="7989"/>
                  </a:lnTo>
                  <a:lnTo>
                    <a:pt x="140" y="8191"/>
                  </a:lnTo>
                  <a:lnTo>
                    <a:pt x="168" y="8382"/>
                  </a:lnTo>
                  <a:lnTo>
                    <a:pt x="197" y="8567"/>
                  </a:lnTo>
                  <a:lnTo>
                    <a:pt x="228" y="8745"/>
                  </a:lnTo>
                  <a:lnTo>
                    <a:pt x="261" y="8916"/>
                  </a:lnTo>
                  <a:lnTo>
                    <a:pt x="294" y="9081"/>
                  </a:lnTo>
                  <a:lnTo>
                    <a:pt x="328" y="9241"/>
                  </a:lnTo>
                  <a:lnTo>
                    <a:pt x="362" y="9402"/>
                  </a:lnTo>
                  <a:lnTo>
                    <a:pt x="397" y="9563"/>
                  </a:lnTo>
                  <a:lnTo>
                    <a:pt x="431" y="9716"/>
                  </a:lnTo>
                  <a:lnTo>
                    <a:pt x="467" y="9851"/>
                  </a:lnTo>
                  <a:lnTo>
                    <a:pt x="502" y="9958"/>
                  </a:lnTo>
                  <a:lnTo>
                    <a:pt x="521" y="10000"/>
                  </a:lnTo>
                  <a:lnTo>
                    <a:pt x="54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31229" y="1875219"/>
              <a:ext cx="1201863" cy="2160895"/>
            </a:xfrm>
            <a:custGeom>
              <a:avLst/>
              <a:gdLst/>
              <a:ahLst/>
              <a:cxnLst/>
              <a:rect l="0" t="0" r="r" b="b"/>
              <a:pathLst>
                <a:path w="2305" h="4219" fill="none">
                  <a:moveTo>
                    <a:pt x="2305" y="1988"/>
                  </a:moveTo>
                  <a:lnTo>
                    <a:pt x="1701" y="1704"/>
                  </a:lnTo>
                  <a:lnTo>
                    <a:pt x="957" y="1217"/>
                  </a:lnTo>
                  <a:lnTo>
                    <a:pt x="538" y="730"/>
                  </a:lnTo>
                </a:path>
                <a:path w="2305" h="4219" fill="none">
                  <a:moveTo>
                    <a:pt x="1701" y="1704"/>
                  </a:moveTo>
                  <a:lnTo>
                    <a:pt x="1422" y="973"/>
                  </a:lnTo>
                  <a:lnTo>
                    <a:pt x="1282" y="162"/>
                  </a:lnTo>
                </a:path>
                <a:path w="2305" h="4219" fill="none">
                  <a:moveTo>
                    <a:pt x="2305" y="1988"/>
                  </a:moveTo>
                  <a:lnTo>
                    <a:pt x="1422" y="2109"/>
                  </a:lnTo>
                  <a:lnTo>
                    <a:pt x="492" y="2109"/>
                  </a:lnTo>
                  <a:lnTo>
                    <a:pt x="27" y="2191"/>
                  </a:lnTo>
                </a:path>
                <a:path w="2305" h="4219" fill="none">
                  <a:moveTo>
                    <a:pt x="1422" y="2109"/>
                  </a:moveTo>
                  <a:lnTo>
                    <a:pt x="771" y="2678"/>
                  </a:lnTo>
                  <a:lnTo>
                    <a:pt x="259" y="3164"/>
                  </a:lnTo>
                </a:path>
                <a:path w="2305" h="4219" fill="none">
                  <a:moveTo>
                    <a:pt x="2305" y="1988"/>
                  </a:moveTo>
                  <a:lnTo>
                    <a:pt x="1701" y="2678"/>
                  </a:lnTo>
                  <a:lnTo>
                    <a:pt x="1143" y="3489"/>
                  </a:lnTo>
                  <a:lnTo>
                    <a:pt x="631" y="4138"/>
                  </a:lnTo>
                </a:path>
                <a:path w="2305" h="4219" fill="none">
                  <a:moveTo>
                    <a:pt x="1701" y="2678"/>
                  </a:moveTo>
                  <a:lnTo>
                    <a:pt x="1980" y="3489"/>
                  </a:lnTo>
                  <a:lnTo>
                    <a:pt x="1701" y="4219"/>
                  </a:lnTo>
                </a:path>
                <a:path w="2305" h="4219" fill="none">
                  <a:moveTo>
                    <a:pt x="1143" y="3489"/>
                  </a:moveTo>
                  <a:lnTo>
                    <a:pt x="399" y="3895"/>
                  </a:lnTo>
                  <a:lnTo>
                    <a:pt x="27" y="4138"/>
                  </a:lnTo>
                </a:path>
                <a:path w="2305" h="4219" fill="none">
                  <a:moveTo>
                    <a:pt x="957" y="1217"/>
                  </a:moveTo>
                  <a:lnTo>
                    <a:pt x="306" y="1379"/>
                  </a:lnTo>
                  <a:lnTo>
                    <a:pt x="0" y="1580"/>
                  </a:lnTo>
                </a:path>
                <a:path w="2305" h="4219" fill="none">
                  <a:moveTo>
                    <a:pt x="1422" y="973"/>
                  </a:moveTo>
                  <a:lnTo>
                    <a:pt x="864" y="486"/>
                  </a:lnTo>
                </a:path>
                <a:path w="2305" h="4219" fill="none">
                  <a:moveTo>
                    <a:pt x="771" y="2678"/>
                  </a:moveTo>
                  <a:lnTo>
                    <a:pt x="864" y="3246"/>
                  </a:lnTo>
                  <a:lnTo>
                    <a:pt x="585" y="3814"/>
                  </a:lnTo>
                </a:path>
                <a:path w="2305" h="4219" fill="none">
                  <a:moveTo>
                    <a:pt x="2305" y="1988"/>
                  </a:moveTo>
                  <a:lnTo>
                    <a:pt x="2166" y="1379"/>
                  </a:lnTo>
                  <a:lnTo>
                    <a:pt x="1887" y="730"/>
                  </a:lnTo>
                  <a:lnTo>
                    <a:pt x="1701" y="0"/>
                  </a:lnTo>
                </a:path>
                <a:path w="2305" h="4219" fill="none">
                  <a:moveTo>
                    <a:pt x="492" y="2109"/>
                  </a:moveTo>
                  <a:lnTo>
                    <a:pt x="213" y="25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66364" y="2893332"/>
              <a:ext cx="1290964" cy="1265071"/>
            </a:xfrm>
            <a:custGeom>
              <a:avLst/>
              <a:gdLst/>
              <a:ahLst/>
              <a:cxnLst/>
              <a:rect l="0" t="0" r="r" b="b"/>
              <a:pathLst>
                <a:path w="2476" h="2470" fill="none">
                  <a:moveTo>
                    <a:pt x="0" y="133"/>
                  </a:moveTo>
                  <a:lnTo>
                    <a:pt x="175" y="149"/>
                  </a:lnTo>
                  <a:lnTo>
                    <a:pt x="392" y="166"/>
                  </a:lnTo>
                  <a:lnTo>
                    <a:pt x="611" y="180"/>
                  </a:lnTo>
                  <a:lnTo>
                    <a:pt x="802" y="186"/>
                  </a:lnTo>
                  <a:lnTo>
                    <a:pt x="961" y="182"/>
                  </a:lnTo>
                  <a:lnTo>
                    <a:pt x="1106" y="172"/>
                  </a:lnTo>
                  <a:lnTo>
                    <a:pt x="1245" y="158"/>
                  </a:lnTo>
                  <a:lnTo>
                    <a:pt x="1389" y="140"/>
                  </a:lnTo>
                  <a:lnTo>
                    <a:pt x="1546" y="121"/>
                  </a:lnTo>
                  <a:lnTo>
                    <a:pt x="1735" y="99"/>
                  </a:lnTo>
                  <a:lnTo>
                    <a:pt x="1950" y="71"/>
                  </a:lnTo>
                  <a:lnTo>
                    <a:pt x="2162" y="42"/>
                  </a:lnTo>
                  <a:lnTo>
                    <a:pt x="2347" y="17"/>
                  </a:lnTo>
                  <a:lnTo>
                    <a:pt x="2476" y="0"/>
                  </a:lnTo>
                </a:path>
                <a:path w="2476" h="2470" fill="none">
                  <a:moveTo>
                    <a:pt x="63" y="2470"/>
                  </a:moveTo>
                  <a:lnTo>
                    <a:pt x="172" y="2353"/>
                  </a:lnTo>
                  <a:lnTo>
                    <a:pt x="333" y="2182"/>
                  </a:lnTo>
                  <a:lnTo>
                    <a:pt x="520" y="1982"/>
                  </a:lnTo>
                  <a:lnTo>
                    <a:pt x="715" y="1775"/>
                  </a:lnTo>
                  <a:lnTo>
                    <a:pt x="895" y="1582"/>
                  </a:lnTo>
                  <a:lnTo>
                    <a:pt x="1064" y="1398"/>
                  </a:lnTo>
                  <a:lnTo>
                    <a:pt x="1235" y="1209"/>
                  </a:lnTo>
                  <a:lnTo>
                    <a:pt x="1404" y="1023"/>
                  </a:lnTo>
                  <a:lnTo>
                    <a:pt x="1571" y="847"/>
                  </a:lnTo>
                  <a:lnTo>
                    <a:pt x="1732" y="689"/>
                  </a:lnTo>
                  <a:lnTo>
                    <a:pt x="1899" y="546"/>
                  </a:lnTo>
                  <a:lnTo>
                    <a:pt x="2072" y="411"/>
                  </a:lnTo>
                  <a:lnTo>
                    <a:pt x="2237" y="292"/>
                  </a:lnTo>
                  <a:lnTo>
                    <a:pt x="2377" y="193"/>
                  </a:lnTo>
                  <a:lnTo>
                    <a:pt x="2476" y="12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29187" y="1578987"/>
            <a:ext cx="1535488" cy="3018543"/>
          </a:xfrm>
          <a:custGeom>
            <a:avLst/>
            <a:gdLst/>
            <a:ahLst/>
            <a:cxnLst/>
            <a:rect l="0" t="0" r="r" b="b"/>
            <a:pathLst>
              <a:path w="2946" h="5894" fill="none">
                <a:moveTo>
                  <a:pt x="321" y="5885"/>
                </a:moveTo>
                <a:lnTo>
                  <a:pt x="366" y="5843"/>
                </a:lnTo>
                <a:lnTo>
                  <a:pt x="423" y="5780"/>
                </a:lnTo>
                <a:lnTo>
                  <a:pt x="491" y="5701"/>
                </a:lnTo>
                <a:lnTo>
                  <a:pt x="492" y="5700"/>
                </a:lnTo>
                <a:lnTo>
                  <a:pt x="567" y="5615"/>
                </a:lnTo>
                <a:lnTo>
                  <a:pt x="570" y="5611"/>
                </a:lnTo>
                <a:lnTo>
                  <a:pt x="652" y="5528"/>
                </a:lnTo>
                <a:lnTo>
                  <a:pt x="659" y="5522"/>
                </a:lnTo>
                <a:lnTo>
                  <a:pt x="747" y="5448"/>
                </a:lnTo>
                <a:lnTo>
                  <a:pt x="753" y="5443"/>
                </a:lnTo>
                <a:lnTo>
                  <a:pt x="851" y="5373"/>
                </a:lnTo>
                <a:lnTo>
                  <a:pt x="854" y="5371"/>
                </a:lnTo>
                <a:lnTo>
                  <a:pt x="962" y="5300"/>
                </a:lnTo>
                <a:lnTo>
                  <a:pt x="966" y="5298"/>
                </a:lnTo>
                <a:lnTo>
                  <a:pt x="1081" y="5229"/>
                </a:lnTo>
                <a:lnTo>
                  <a:pt x="1085" y="5226"/>
                </a:lnTo>
                <a:lnTo>
                  <a:pt x="1203" y="5162"/>
                </a:lnTo>
                <a:lnTo>
                  <a:pt x="1208" y="5160"/>
                </a:lnTo>
                <a:lnTo>
                  <a:pt x="1325" y="5104"/>
                </a:lnTo>
                <a:lnTo>
                  <a:pt x="1333" y="5101"/>
                </a:lnTo>
                <a:lnTo>
                  <a:pt x="1446" y="5057"/>
                </a:lnTo>
                <a:lnTo>
                  <a:pt x="1456" y="5054"/>
                </a:lnTo>
                <a:lnTo>
                  <a:pt x="1566" y="5022"/>
                </a:lnTo>
                <a:lnTo>
                  <a:pt x="1576" y="5020"/>
                </a:lnTo>
                <a:lnTo>
                  <a:pt x="1687" y="4998"/>
                </a:lnTo>
                <a:lnTo>
                  <a:pt x="1695" y="4997"/>
                </a:lnTo>
                <a:lnTo>
                  <a:pt x="1806" y="4983"/>
                </a:lnTo>
                <a:lnTo>
                  <a:pt x="1814" y="4983"/>
                </a:lnTo>
                <a:lnTo>
                  <a:pt x="1923" y="4977"/>
                </a:lnTo>
                <a:lnTo>
                  <a:pt x="1930" y="4977"/>
                </a:lnTo>
                <a:lnTo>
                  <a:pt x="2037" y="4978"/>
                </a:lnTo>
                <a:lnTo>
                  <a:pt x="2043" y="4978"/>
                </a:lnTo>
                <a:lnTo>
                  <a:pt x="2146" y="4985"/>
                </a:lnTo>
                <a:lnTo>
                  <a:pt x="2156" y="4986"/>
                </a:lnTo>
                <a:lnTo>
                  <a:pt x="2257" y="5001"/>
                </a:lnTo>
                <a:lnTo>
                  <a:pt x="2268" y="5003"/>
                </a:lnTo>
                <a:lnTo>
                  <a:pt x="2368" y="5028"/>
                </a:lnTo>
                <a:lnTo>
                  <a:pt x="2375" y="5031"/>
                </a:lnTo>
                <a:lnTo>
                  <a:pt x="2473" y="5062"/>
                </a:lnTo>
                <a:lnTo>
                  <a:pt x="2478" y="5064"/>
                </a:lnTo>
                <a:lnTo>
                  <a:pt x="2571" y="5100"/>
                </a:lnTo>
                <a:lnTo>
                  <a:pt x="2575" y="5101"/>
                </a:lnTo>
                <a:lnTo>
                  <a:pt x="2662" y="5138"/>
                </a:lnTo>
                <a:lnTo>
                  <a:pt x="2663" y="5138"/>
                </a:lnTo>
                <a:lnTo>
                  <a:pt x="2742" y="5173"/>
                </a:lnTo>
                <a:lnTo>
                  <a:pt x="2750" y="5176"/>
                </a:lnTo>
                <a:lnTo>
                  <a:pt x="2757" y="5180"/>
                </a:lnTo>
                <a:lnTo>
                  <a:pt x="2830" y="5226"/>
                </a:lnTo>
                <a:lnTo>
                  <a:pt x="2837" y="5232"/>
                </a:lnTo>
                <a:lnTo>
                  <a:pt x="2844" y="5237"/>
                </a:lnTo>
                <a:lnTo>
                  <a:pt x="2913" y="5300"/>
                </a:lnTo>
                <a:lnTo>
                  <a:pt x="2916" y="5304"/>
                </a:lnTo>
                <a:lnTo>
                  <a:pt x="2945" y="5333"/>
                </a:lnTo>
                <a:lnTo>
                  <a:pt x="2946" y="5245"/>
                </a:lnTo>
                <a:lnTo>
                  <a:pt x="2936" y="5083"/>
                </a:lnTo>
                <a:lnTo>
                  <a:pt x="2921" y="4905"/>
                </a:lnTo>
                <a:lnTo>
                  <a:pt x="2905" y="4725"/>
                </a:lnTo>
                <a:lnTo>
                  <a:pt x="2905" y="4724"/>
                </a:lnTo>
                <a:lnTo>
                  <a:pt x="2892" y="4561"/>
                </a:lnTo>
                <a:lnTo>
                  <a:pt x="2892" y="4560"/>
                </a:lnTo>
                <a:lnTo>
                  <a:pt x="2882" y="4411"/>
                </a:lnTo>
                <a:lnTo>
                  <a:pt x="2870" y="4262"/>
                </a:lnTo>
                <a:lnTo>
                  <a:pt x="2857" y="4114"/>
                </a:lnTo>
                <a:lnTo>
                  <a:pt x="2844" y="3966"/>
                </a:lnTo>
                <a:lnTo>
                  <a:pt x="2831" y="3817"/>
                </a:lnTo>
                <a:lnTo>
                  <a:pt x="2831" y="3817"/>
                </a:lnTo>
                <a:lnTo>
                  <a:pt x="2818" y="3669"/>
                </a:lnTo>
                <a:lnTo>
                  <a:pt x="2818" y="3668"/>
                </a:lnTo>
                <a:lnTo>
                  <a:pt x="2806" y="3519"/>
                </a:lnTo>
                <a:lnTo>
                  <a:pt x="2806" y="3519"/>
                </a:lnTo>
                <a:lnTo>
                  <a:pt x="2794" y="3370"/>
                </a:lnTo>
                <a:lnTo>
                  <a:pt x="2783" y="3222"/>
                </a:lnTo>
                <a:lnTo>
                  <a:pt x="2771" y="3073"/>
                </a:lnTo>
                <a:lnTo>
                  <a:pt x="2758" y="2925"/>
                </a:lnTo>
                <a:lnTo>
                  <a:pt x="2743" y="2777"/>
                </a:lnTo>
                <a:lnTo>
                  <a:pt x="2728" y="2628"/>
                </a:lnTo>
                <a:lnTo>
                  <a:pt x="2712" y="2480"/>
                </a:lnTo>
                <a:lnTo>
                  <a:pt x="2695" y="2331"/>
                </a:lnTo>
                <a:lnTo>
                  <a:pt x="2676" y="2183"/>
                </a:lnTo>
                <a:lnTo>
                  <a:pt x="2656" y="2036"/>
                </a:lnTo>
                <a:lnTo>
                  <a:pt x="2632" y="1889"/>
                </a:lnTo>
                <a:lnTo>
                  <a:pt x="2607" y="1741"/>
                </a:lnTo>
                <a:lnTo>
                  <a:pt x="2578" y="1590"/>
                </a:lnTo>
                <a:lnTo>
                  <a:pt x="2548" y="1439"/>
                </a:lnTo>
                <a:lnTo>
                  <a:pt x="2516" y="1292"/>
                </a:lnTo>
                <a:lnTo>
                  <a:pt x="2483" y="1152"/>
                </a:lnTo>
                <a:lnTo>
                  <a:pt x="2448" y="1021"/>
                </a:lnTo>
                <a:lnTo>
                  <a:pt x="2412" y="899"/>
                </a:lnTo>
                <a:lnTo>
                  <a:pt x="2373" y="781"/>
                </a:lnTo>
                <a:lnTo>
                  <a:pt x="2332" y="670"/>
                </a:lnTo>
                <a:lnTo>
                  <a:pt x="2291" y="566"/>
                </a:lnTo>
                <a:lnTo>
                  <a:pt x="2250" y="470"/>
                </a:lnTo>
                <a:lnTo>
                  <a:pt x="2211" y="385"/>
                </a:lnTo>
                <a:lnTo>
                  <a:pt x="2175" y="309"/>
                </a:lnTo>
                <a:lnTo>
                  <a:pt x="2141" y="244"/>
                </a:lnTo>
                <a:lnTo>
                  <a:pt x="2108" y="189"/>
                </a:lnTo>
                <a:lnTo>
                  <a:pt x="2077" y="144"/>
                </a:lnTo>
                <a:lnTo>
                  <a:pt x="2045" y="106"/>
                </a:lnTo>
                <a:lnTo>
                  <a:pt x="2011" y="73"/>
                </a:lnTo>
                <a:lnTo>
                  <a:pt x="1975" y="46"/>
                </a:lnTo>
                <a:lnTo>
                  <a:pt x="1943" y="25"/>
                </a:lnTo>
                <a:lnTo>
                  <a:pt x="1913" y="12"/>
                </a:lnTo>
                <a:lnTo>
                  <a:pt x="1882" y="3"/>
                </a:lnTo>
                <a:lnTo>
                  <a:pt x="1845" y="0"/>
                </a:lnTo>
                <a:lnTo>
                  <a:pt x="1796" y="1"/>
                </a:lnTo>
                <a:lnTo>
                  <a:pt x="1733" y="11"/>
                </a:lnTo>
                <a:lnTo>
                  <a:pt x="1657" y="30"/>
                </a:lnTo>
                <a:lnTo>
                  <a:pt x="1572" y="56"/>
                </a:lnTo>
                <a:lnTo>
                  <a:pt x="1485" y="88"/>
                </a:lnTo>
                <a:lnTo>
                  <a:pt x="1399" y="125"/>
                </a:lnTo>
                <a:lnTo>
                  <a:pt x="1319" y="166"/>
                </a:lnTo>
                <a:lnTo>
                  <a:pt x="1243" y="212"/>
                </a:lnTo>
                <a:lnTo>
                  <a:pt x="1167" y="264"/>
                </a:lnTo>
                <a:lnTo>
                  <a:pt x="1092" y="321"/>
                </a:lnTo>
                <a:lnTo>
                  <a:pt x="1018" y="383"/>
                </a:lnTo>
                <a:lnTo>
                  <a:pt x="947" y="450"/>
                </a:lnTo>
                <a:lnTo>
                  <a:pt x="879" y="520"/>
                </a:lnTo>
                <a:lnTo>
                  <a:pt x="814" y="595"/>
                </a:lnTo>
                <a:lnTo>
                  <a:pt x="750" y="675"/>
                </a:lnTo>
                <a:lnTo>
                  <a:pt x="689" y="760"/>
                </a:lnTo>
                <a:lnTo>
                  <a:pt x="630" y="848"/>
                </a:lnTo>
                <a:lnTo>
                  <a:pt x="574" y="941"/>
                </a:lnTo>
                <a:lnTo>
                  <a:pt x="520" y="1038"/>
                </a:lnTo>
                <a:lnTo>
                  <a:pt x="468" y="1138"/>
                </a:lnTo>
                <a:lnTo>
                  <a:pt x="418" y="1244"/>
                </a:lnTo>
                <a:lnTo>
                  <a:pt x="371" y="1352"/>
                </a:lnTo>
                <a:lnTo>
                  <a:pt x="327" y="1465"/>
                </a:lnTo>
                <a:lnTo>
                  <a:pt x="285" y="1580"/>
                </a:lnTo>
                <a:lnTo>
                  <a:pt x="247" y="1697"/>
                </a:lnTo>
                <a:lnTo>
                  <a:pt x="212" y="1817"/>
                </a:lnTo>
                <a:lnTo>
                  <a:pt x="181" y="1940"/>
                </a:lnTo>
                <a:lnTo>
                  <a:pt x="152" y="2067"/>
                </a:lnTo>
                <a:lnTo>
                  <a:pt x="127" y="2196"/>
                </a:lnTo>
                <a:lnTo>
                  <a:pt x="103" y="2326"/>
                </a:lnTo>
                <a:lnTo>
                  <a:pt x="82" y="2456"/>
                </a:lnTo>
                <a:lnTo>
                  <a:pt x="64" y="2587"/>
                </a:lnTo>
                <a:lnTo>
                  <a:pt x="48" y="2720"/>
                </a:lnTo>
                <a:lnTo>
                  <a:pt x="35" y="2855"/>
                </a:lnTo>
                <a:lnTo>
                  <a:pt x="24" y="2990"/>
                </a:lnTo>
                <a:lnTo>
                  <a:pt x="16" y="3125"/>
                </a:lnTo>
                <a:lnTo>
                  <a:pt x="9" y="3260"/>
                </a:lnTo>
                <a:lnTo>
                  <a:pt x="4" y="3394"/>
                </a:lnTo>
                <a:lnTo>
                  <a:pt x="1" y="3529"/>
                </a:lnTo>
                <a:lnTo>
                  <a:pt x="0" y="3664"/>
                </a:lnTo>
                <a:lnTo>
                  <a:pt x="1" y="3799"/>
                </a:lnTo>
                <a:lnTo>
                  <a:pt x="4" y="3932"/>
                </a:lnTo>
                <a:lnTo>
                  <a:pt x="9" y="4064"/>
                </a:lnTo>
                <a:lnTo>
                  <a:pt x="16" y="4195"/>
                </a:lnTo>
                <a:lnTo>
                  <a:pt x="26" y="4326"/>
                </a:lnTo>
                <a:lnTo>
                  <a:pt x="39" y="4457"/>
                </a:lnTo>
                <a:lnTo>
                  <a:pt x="52" y="4585"/>
                </a:lnTo>
                <a:lnTo>
                  <a:pt x="67" y="4709"/>
                </a:lnTo>
                <a:lnTo>
                  <a:pt x="82" y="4828"/>
                </a:lnTo>
                <a:lnTo>
                  <a:pt x="99" y="4941"/>
                </a:lnTo>
                <a:lnTo>
                  <a:pt x="116" y="5050"/>
                </a:lnTo>
                <a:lnTo>
                  <a:pt x="134" y="5155"/>
                </a:lnTo>
                <a:lnTo>
                  <a:pt x="153" y="5256"/>
                </a:lnTo>
                <a:lnTo>
                  <a:pt x="173" y="5353"/>
                </a:lnTo>
                <a:lnTo>
                  <a:pt x="193" y="5447"/>
                </a:lnTo>
                <a:lnTo>
                  <a:pt x="213" y="5542"/>
                </a:lnTo>
                <a:lnTo>
                  <a:pt x="234" y="5637"/>
                </a:lnTo>
                <a:lnTo>
                  <a:pt x="254" y="5727"/>
                </a:lnTo>
                <a:lnTo>
                  <a:pt x="275" y="5807"/>
                </a:lnTo>
                <a:lnTo>
                  <a:pt x="295" y="5870"/>
                </a:lnTo>
                <a:lnTo>
                  <a:pt x="307" y="5894"/>
                </a:lnTo>
                <a:lnTo>
                  <a:pt x="321" y="588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91807" y="1578987"/>
            <a:ext cx="1537870" cy="3842609"/>
            <a:chOff x="3291807" y="1578987"/>
            <a:chExt cx="1537870" cy="3842609"/>
          </a:xfrm>
        </p:grpSpPr>
        <p:sp>
          <p:nvSpPr>
            <p:cNvPr id="22" name="Forma 21"/>
            <p:cNvSpPr/>
            <p:nvPr/>
          </p:nvSpPr>
          <p:spPr>
            <a:xfrm>
              <a:off x="3291807" y="1578987"/>
              <a:ext cx="1537870" cy="384260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427628" y="1944014"/>
              <a:ext cx="1295258" cy="266273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443265" y="3275381"/>
              <a:ext cx="1318628" cy="1452869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91807" y="1578987"/>
            <a:ext cx="1537870" cy="384260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99294" y="3568217"/>
            <a:ext cx="1386027" cy="1449603"/>
            <a:chOff x="2599294" y="3568217"/>
            <a:chExt cx="1386027" cy="1449603"/>
          </a:xfrm>
        </p:grpSpPr>
        <p:sp>
          <p:nvSpPr>
            <p:cNvPr id="31" name="Forma 30"/>
            <p:cNvSpPr/>
            <p:nvPr/>
          </p:nvSpPr>
          <p:spPr>
            <a:xfrm>
              <a:off x="2599294" y="3568217"/>
              <a:ext cx="1386027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323387" y="3674791"/>
              <a:ext cx="338785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33" name="!!Embolo"/>
          <p:cNvGrpSpPr/>
          <p:nvPr/>
        </p:nvGrpSpPr>
        <p:grpSpPr>
          <a:xfrm>
            <a:off x="2041215" y="3142244"/>
            <a:ext cx="271028" cy="163860"/>
            <a:chOff x="2041215" y="3142244"/>
            <a:chExt cx="271028" cy="163860"/>
          </a:xfrm>
        </p:grpSpPr>
        <p:sp>
          <p:nvSpPr>
            <p:cNvPr id="34" name="Forma 33"/>
            <p:cNvSpPr/>
            <p:nvPr/>
          </p:nvSpPr>
          <p:spPr>
            <a:xfrm>
              <a:off x="2041215" y="3142244"/>
              <a:ext cx="271028" cy="163860"/>
            </a:xfrm>
            <a:custGeom>
              <a:avLst/>
              <a:gdLst/>
              <a:ahLst/>
              <a:cxnLst/>
              <a:rect l="0" t="0" r="r" b="b"/>
              <a:pathLst>
                <a:path w="520" h="320">
                  <a:moveTo>
                    <a:pt x="520" y="160"/>
                  </a:moveTo>
                  <a:cubicBezTo>
                    <a:pt x="520" y="248"/>
                    <a:pt x="403" y="320"/>
                    <a:pt x="260" y="320"/>
                  </a:cubicBezTo>
                  <a:cubicBezTo>
                    <a:pt x="116" y="320"/>
                    <a:pt x="0" y="248"/>
                    <a:pt x="0" y="160"/>
                  </a:cubicBezTo>
                  <a:cubicBezTo>
                    <a:pt x="0" y="71"/>
                    <a:pt x="116" y="0"/>
                    <a:pt x="260" y="0"/>
                  </a:cubicBezTo>
                  <a:cubicBezTo>
                    <a:pt x="403" y="0"/>
                    <a:pt x="520" y="71"/>
                    <a:pt x="520" y="160"/>
                  </a:cubicBezTo>
                  <a:close/>
                </a:path>
              </a:pathLst>
            </a:custGeom>
            <a:gradFill rotWithShape="1">
              <a:gsLst>
                <a:gs pos="0">
                  <a:srgbClr val="995E59"/>
                </a:gs>
                <a:gs pos="55000">
                  <a:srgbClr val="6E1A12"/>
                </a:gs>
                <a:gs pos="100000">
                  <a:srgbClr val="4D120C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3B0D08"/>
              </a:solidFill>
              <a:round/>
            </a:ln>
          </p:spPr>
        </p:sp>
      </p:grpSp>
      <p:sp>
        <p:nvSpPr>
          <p:cNvPr id="35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7" name="Forma 36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Rótulo Émbolo en la arteria p"/>
          <p:cNvGrpSpPr/>
          <p:nvPr/>
        </p:nvGrpSpPr>
        <p:grpSpPr>
          <a:xfrm>
            <a:off x="2333092" y="914400"/>
            <a:ext cx="6810908" cy="2284171"/>
            <a:chOff x="2333092" y="914400"/>
            <a:chExt cx="6810908" cy="2284171"/>
          </a:xfrm>
        </p:grpSpPr>
        <p:sp>
          <p:nvSpPr>
            <p:cNvPr id="40" name="Flecha 39_2"/>
            <p:cNvSpPr/>
            <p:nvPr/>
          </p:nvSpPr>
          <p:spPr>
            <a:xfrm>
              <a:off x="2333092" y="1188720"/>
              <a:ext cx="3519068" cy="2009851"/>
            </a:xfrm>
            <a:custGeom>
              <a:avLst/>
              <a:gdLst/>
              <a:ahLst/>
              <a:cxnLst/>
              <a:rect l="0" t="0" r="r" b="b"/>
              <a:pathLst>
                <a:path w="3848" h="2198" fill="none">
                  <a:moveTo>
                    <a:pt x="0" y="2198"/>
                  </a:moveTo>
                  <a:lnTo>
                    <a:pt x="3848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1" name="Forma 41"/>
            <p:cNvSpPr/>
            <p:nvPr/>
          </p:nvSpPr>
          <p:spPr>
            <a:xfrm>
              <a:off x="5852160" y="914400"/>
              <a:ext cx="3291840" cy="54864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Émbolo en la arteria pulmonar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42" name="Recuadro Líquido"/>
          <p:cNvGrpSpPr/>
          <p:nvPr/>
        </p:nvGrpSpPr>
        <p:grpSpPr>
          <a:xfrm>
            <a:off x="5852160" y="1645920"/>
            <a:ext cx="6035040" cy="1074420"/>
            <a:chOff x="5852160" y="1645920"/>
            <a:chExt cx="6035040" cy="1074420"/>
          </a:xfrm>
        </p:grpSpPr>
        <p:sp>
          <p:nvSpPr>
            <p:cNvPr id="43" name="Forma 43"/>
            <p:cNvSpPr/>
            <p:nvPr/>
          </p:nvSpPr>
          <p:spPr>
            <a:xfrm>
              <a:off x="5852160" y="2011680"/>
              <a:ext cx="6035040" cy="70866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TEP puede producir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o exudado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4" name="Forma 44"/>
            <p:cNvSpPr/>
            <p:nvPr/>
          </p:nvSpPr>
          <p:spPr>
            <a:xfrm>
              <a:off x="5852160" y="164592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5" name="Recuadro Exudado"/>
          <p:cNvGrpSpPr/>
          <p:nvPr/>
        </p:nvGrpSpPr>
        <p:grpSpPr>
          <a:xfrm>
            <a:off x="5852160" y="2857500"/>
            <a:ext cx="6035040" cy="1074420"/>
            <a:chOff x="5852160" y="2857500"/>
            <a:chExt cx="6035040" cy="1074420"/>
          </a:xfrm>
        </p:grpSpPr>
        <p:sp>
          <p:nvSpPr>
            <p:cNvPr id="46" name="Forma 46"/>
            <p:cNvSpPr/>
            <p:nvPr/>
          </p:nvSpPr>
          <p:spPr>
            <a:xfrm>
              <a:off x="5852160" y="3223260"/>
              <a:ext cx="6035040" cy="70866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Cuando provoca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infarto pulmonar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inflamación pleural.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47" name="Forma 47"/>
            <p:cNvSpPr/>
            <p:nvPr/>
          </p:nvSpPr>
          <p:spPr>
            <a:xfrm>
              <a:off x="5852160" y="285750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Contexto"/>
          <p:cNvGrpSpPr/>
          <p:nvPr/>
        </p:nvGrpSpPr>
        <p:grpSpPr>
          <a:xfrm>
            <a:off x="5852160" y="4069080"/>
            <a:ext cx="6035040" cy="1074420"/>
            <a:chOff x="5852160" y="4069080"/>
            <a:chExt cx="6035040" cy="1074420"/>
          </a:xfrm>
        </p:grpSpPr>
        <p:sp>
          <p:nvSpPr>
            <p:cNvPr id="49" name="Forma 49"/>
            <p:cNvSpPr/>
            <p:nvPr/>
          </p:nvSpPr>
          <p:spPr>
            <a:xfrm>
              <a:off x="5852160" y="4434840"/>
              <a:ext cx="6035040" cy="70866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Buscarlo en estados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hipercoagulables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(síndrome nefrótico).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50" name="Forma 50"/>
            <p:cNvSpPr/>
            <p:nvPr/>
          </p:nvSpPr>
          <p:spPr>
            <a:xfrm>
              <a:off x="5852160" y="406908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CONTEXTO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Citología"/>
          <p:cNvGrpSpPr/>
          <p:nvPr/>
        </p:nvGrpSpPr>
        <p:grpSpPr>
          <a:xfrm>
            <a:off x="5852160" y="5280660"/>
            <a:ext cx="6035040" cy="1074420"/>
            <a:chOff x="5852160" y="5280660"/>
            <a:chExt cx="6035040" cy="1074420"/>
          </a:xfrm>
        </p:grpSpPr>
        <p:sp>
          <p:nvSpPr>
            <p:cNvPr id="52" name="Forma 52"/>
            <p:cNvSpPr/>
            <p:nvPr/>
          </p:nvSpPr>
          <p:spPr>
            <a:xfrm>
              <a:off x="5852160" y="5646420"/>
              <a:ext cx="6035040" cy="70866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Leucocitos con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neutrófilos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pleuritis aguda (infección bacteriana, TEP, infarto).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53" name="Forma 53"/>
            <p:cNvSpPr/>
            <p:nvPr/>
          </p:nvSpPr>
          <p:spPr>
            <a:xfrm>
              <a:off x="5852160" y="528066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958856" y="91440"/>
            <a:ext cx="606824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TROMBOEMBOLISMO PULMONAR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3259453"/>
            <a:ext cx="1751259" cy="2110910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27330" y="1578987"/>
            <a:ext cx="1409150" cy="2318040"/>
            <a:chOff x="1127330" y="1578987"/>
            <a:chExt cx="1409150" cy="2318040"/>
          </a:xfrm>
        </p:grpSpPr>
        <p:sp>
          <p:nvSpPr>
            <p:cNvPr id="17" name="Forma 16"/>
            <p:cNvSpPr/>
            <p:nvPr/>
          </p:nvSpPr>
          <p:spPr>
            <a:xfrm>
              <a:off x="1127330" y="1578987"/>
              <a:ext cx="1409150" cy="2318040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24771" y="1806473"/>
              <a:ext cx="1108320" cy="1659423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62523" y="2588317"/>
              <a:ext cx="1192981" cy="970855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27330" y="1578987"/>
            <a:ext cx="1409150" cy="2318040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91807" y="1578987"/>
            <a:ext cx="1537870" cy="3842609"/>
            <a:chOff x="3291807" y="1578987"/>
            <a:chExt cx="1537870" cy="3842609"/>
          </a:xfrm>
        </p:grpSpPr>
        <p:sp>
          <p:nvSpPr>
            <p:cNvPr id="22" name="Forma 21"/>
            <p:cNvSpPr/>
            <p:nvPr/>
          </p:nvSpPr>
          <p:spPr>
            <a:xfrm>
              <a:off x="3291807" y="1578987"/>
              <a:ext cx="1537870" cy="384260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427628" y="1944014"/>
              <a:ext cx="1295258" cy="266273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443265" y="3275381"/>
              <a:ext cx="1318628" cy="1452869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91807" y="1578987"/>
            <a:ext cx="1537870" cy="384260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99294" y="3568217"/>
            <a:ext cx="1386027" cy="1449603"/>
            <a:chOff x="2599294" y="3568217"/>
            <a:chExt cx="1386027" cy="1449603"/>
          </a:xfrm>
        </p:grpSpPr>
        <p:sp>
          <p:nvSpPr>
            <p:cNvPr id="31" name="Forma 30"/>
            <p:cNvSpPr/>
            <p:nvPr/>
          </p:nvSpPr>
          <p:spPr>
            <a:xfrm>
              <a:off x="2599294" y="3568217"/>
              <a:ext cx="1386027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323387" y="3674791"/>
              <a:ext cx="338785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Tumor"/>
          <p:cNvSpPr/>
          <p:nvPr/>
        </p:nvSpPr>
        <p:spPr>
          <a:xfrm>
            <a:off x="1108253" y="2253813"/>
            <a:ext cx="729691" cy="609356"/>
          </a:xfrm>
          <a:custGeom>
            <a:avLst/>
            <a:gdLst/>
            <a:ahLst/>
            <a:cxnLst/>
            <a:rect l="0" t="0" r="r" b="b"/>
            <a:pathLst>
              <a:path w="1400" h="1190">
                <a:moveTo>
                  <a:pt x="1400" y="595"/>
                </a:moveTo>
                <a:cubicBezTo>
                  <a:pt x="1400" y="923"/>
                  <a:pt x="1086" y="1190"/>
                  <a:pt x="700" y="1190"/>
                </a:cubicBezTo>
                <a:cubicBezTo>
                  <a:pt x="313" y="1190"/>
                  <a:pt x="0" y="923"/>
                  <a:pt x="0" y="595"/>
                </a:cubicBezTo>
                <a:cubicBezTo>
                  <a:pt x="0" y="266"/>
                  <a:pt x="313" y="0"/>
                  <a:pt x="700" y="0"/>
                </a:cubicBezTo>
                <a:cubicBezTo>
                  <a:pt x="1086" y="0"/>
                  <a:pt x="1400" y="266"/>
                  <a:pt x="1400" y="595"/>
                </a:cubicBezTo>
                <a:close/>
              </a:path>
            </a:pathLst>
          </a:custGeom>
          <a:gradFill rotWithShape="1">
            <a:gsLst>
              <a:gs pos="0">
                <a:srgbClr val="C49DD4"/>
              </a:gs>
              <a:gs pos="55000">
                <a:srgbClr val="A569BD"/>
              </a:gs>
              <a:gs pos="100000">
                <a:srgbClr val="734984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4A235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34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6" name="Forma 35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Forma 37"/>
          <p:cNvSpPr/>
          <p:nvPr/>
        </p:nvSpPr>
        <p:spPr>
          <a:xfrm>
            <a:off x="5852160" y="914400"/>
            <a:ext cx="6035040" cy="713232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Ocupa espacio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modifica la estructura</a:t>
            </a:r>
            <a:endParaRPr lang="es-AR" sz="1950" dirty="0">
              <a:latin typeface="Mali"/>
            </a:endParaRPr>
          </a:p>
        </p:txBody>
      </p:sp>
      <p:sp>
        <p:nvSpPr>
          <p:cNvPr id="39" name="Flecha 38_2"/>
          <p:cNvSpPr/>
          <p:nvPr/>
        </p:nvSpPr>
        <p:spPr>
          <a:xfrm>
            <a:off x="8869680" y="1655064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39" fill="none">
                <a:moveTo>
                  <a:pt x="0" y="0"/>
                </a:moveTo>
                <a:lnTo>
                  <a:pt x="0" y="1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0" name="Forma 40"/>
          <p:cNvSpPr/>
          <p:nvPr/>
        </p:nvSpPr>
        <p:spPr>
          <a:xfrm>
            <a:off x="5852160" y="1810512"/>
            <a:ext cx="6035040" cy="713232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presión sobre capilares vecinos</a:t>
            </a:r>
            <a:endParaRPr lang="es-AR" sz="1950" dirty="0">
              <a:latin typeface="Mali"/>
            </a:endParaRPr>
          </a:p>
        </p:txBody>
      </p:sp>
      <p:sp>
        <p:nvSpPr>
          <p:cNvPr id="41" name="Flecha 41_2"/>
          <p:cNvSpPr/>
          <p:nvPr/>
        </p:nvSpPr>
        <p:spPr>
          <a:xfrm>
            <a:off x="8869680" y="2551176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40" fill="none">
                <a:moveTo>
                  <a:pt x="0" y="0"/>
                </a:moveTo>
                <a:lnTo>
                  <a:pt x="0" y="1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2" name="Forma 43"/>
          <p:cNvSpPr/>
          <p:nvPr/>
        </p:nvSpPr>
        <p:spPr>
          <a:xfrm>
            <a:off x="5852160" y="2706624"/>
            <a:ext cx="6035040" cy="713232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permeabilidad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capilar</a:t>
            </a:r>
            <a:endParaRPr lang="es-AR" sz="1950" dirty="0">
              <a:latin typeface="Mali"/>
            </a:endParaRPr>
          </a:p>
        </p:txBody>
      </p:sp>
      <p:sp>
        <p:nvSpPr>
          <p:cNvPr id="43" name="Flecha 44_2"/>
          <p:cNvSpPr/>
          <p:nvPr/>
        </p:nvSpPr>
        <p:spPr>
          <a:xfrm>
            <a:off x="8869680" y="3447288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40" fill="none">
                <a:moveTo>
                  <a:pt x="0" y="0"/>
                </a:moveTo>
                <a:lnTo>
                  <a:pt x="0" y="1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4" name="Forma 46"/>
          <p:cNvSpPr/>
          <p:nvPr/>
        </p:nvSpPr>
        <p:spPr>
          <a:xfrm>
            <a:off x="5852160" y="3602736"/>
            <a:ext cx="6035040" cy="713232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12"/>
              </a:lnSpc>
              <a:spcAft>
                <a:spcPts val="300"/>
              </a:spcAft>
              <a:buNone/>
            </a:pPr>
            <a:r>
              <a:rPr lang="es-AR" sz="16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Requiere </a:t>
            </a:r>
            <a:r>
              <a:rPr lang="es-AR" sz="16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vascularización propia</a:t>
            </a:r>
            <a:r>
              <a:rPr lang="es-AR" sz="16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altera los vasos adyacentes</a:t>
            </a:r>
            <a:endParaRPr lang="es-AR" sz="1650" dirty="0">
              <a:latin typeface="Mali"/>
            </a:endParaRPr>
          </a:p>
        </p:txBody>
      </p:sp>
      <p:sp>
        <p:nvSpPr>
          <p:cNvPr id="45" name="Flecha 47_2"/>
          <p:cNvSpPr/>
          <p:nvPr/>
        </p:nvSpPr>
        <p:spPr>
          <a:xfrm>
            <a:off x="8869680" y="4343400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39" fill="none">
                <a:moveTo>
                  <a:pt x="0" y="0"/>
                </a:moveTo>
                <a:lnTo>
                  <a:pt x="0" y="1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6" name="Forma 49"/>
          <p:cNvSpPr/>
          <p:nvPr/>
        </p:nvSpPr>
        <p:spPr>
          <a:xfrm>
            <a:off x="5852160" y="4498848"/>
            <a:ext cx="6035040" cy="713232"/>
          </a:xfrm>
          <a:prstGeom prst="rect">
            <a:avLst/>
          </a:prstGeom>
          <a:solidFill>
            <a:srgbClr val="92D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Puede bloquear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linfáticos</a:t>
            </a:r>
            <a:endParaRPr lang="es-AR" sz="1950" dirty="0">
              <a:latin typeface="Mali"/>
            </a:endParaRPr>
          </a:p>
        </p:txBody>
      </p:sp>
      <p:sp>
        <p:nvSpPr>
          <p:cNvPr id="47" name="Trasudado o exudado"/>
          <p:cNvSpPr/>
          <p:nvPr/>
        </p:nvSpPr>
        <p:spPr>
          <a:xfrm>
            <a:off x="5852160" y="5394960"/>
            <a:ext cx="6035040" cy="9601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Según el mecanismo dominante puede dar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o exudado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779463" y="91440"/>
            <a:ext cx="924764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NEOPLASIAS: CÓMO UNA MASA PRODUCE DERRAME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6634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8308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48640" y="1406347"/>
            <a:ext cx="4023360" cy="3691981"/>
            <a:chOff x="54864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4864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4864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0010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7094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6840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016273" y="1047902"/>
            <a:ext cx="1088094" cy="1922140"/>
            <a:chOff x="201627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201627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7802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04672" y="3105243"/>
            <a:ext cx="1536192" cy="1702409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01052" y="1490199"/>
            <a:ext cx="1267556" cy="2181520"/>
            <a:chOff x="1001052" y="1490199"/>
            <a:chExt cx="1267556" cy="2181520"/>
          </a:xfrm>
        </p:grpSpPr>
        <p:sp>
          <p:nvSpPr>
            <p:cNvPr id="17" name="Forma 16"/>
            <p:cNvSpPr/>
            <p:nvPr/>
          </p:nvSpPr>
          <p:spPr>
            <a:xfrm>
              <a:off x="1001052" y="1490199"/>
              <a:ext cx="1267556" cy="2181520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E1A2A7"/>
                </a:gs>
                <a:gs pos="55000">
                  <a:srgbClr val="C9575F"/>
                </a:gs>
                <a:gs pos="100000">
                  <a:srgbClr val="9C434A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87516" y="1704287"/>
              <a:ext cx="992744" cy="1561692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82383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32356" y="2440084"/>
              <a:ext cx="1067964" cy="913838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642B2F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01052" y="1490199"/>
            <a:ext cx="1267556" cy="2181520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921238" y="1490199"/>
            <a:ext cx="1349008" cy="3362283"/>
            <a:chOff x="292123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92123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04038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5409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92123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0010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7094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9059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33175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313771" y="3230775"/>
            <a:ext cx="1215813" cy="1268403"/>
            <a:chOff x="231377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31377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4894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9154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88720" y="1227125"/>
            <a:ext cx="2743200" cy="179222"/>
            <a:chOff x="118872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aneumónico"/>
          <p:cNvSpPr/>
          <p:nvPr/>
        </p:nvSpPr>
        <p:spPr>
          <a:xfrm>
            <a:off x="274320" y="5486400"/>
            <a:ext cx="4572000" cy="914400"/>
          </a:xfrm>
          <a:prstGeom prst="rect">
            <a:avLst/>
          </a:prstGeom>
          <a:solidFill>
            <a:srgbClr val="E9C46A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Neumonía →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paraneumónico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(Unidad XI).</a:t>
            </a:r>
            <a:endParaRPr lang="es-AR" sz="1900" dirty="0">
              <a:latin typeface="Mali"/>
            </a:endParaRPr>
          </a:p>
        </p:txBody>
      </p:sp>
      <p:grpSp>
        <p:nvGrpSpPr>
          <p:cNvPr id="38" name="Tabla encabezado"/>
          <p:cNvGrpSpPr/>
          <p:nvPr/>
        </p:nvGrpSpPr>
        <p:grpSpPr>
          <a:xfrm>
            <a:off x="5120640" y="914400"/>
            <a:ext cx="6766560" cy="609600"/>
            <a:chOff x="5120640" y="914400"/>
            <a:chExt cx="6766560" cy="609600"/>
          </a:xfrm>
        </p:grpSpPr>
        <p:sp>
          <p:nvSpPr>
            <p:cNvPr id="39" name="Forma 38"/>
            <p:cNvSpPr/>
            <p:nvPr/>
          </p:nvSpPr>
          <p:spPr>
            <a:xfrm>
              <a:off x="5120640" y="914400"/>
              <a:ext cx="6766560" cy="60960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AGENTES DE EXUDADOS INFECCIOSOS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40" name="Tabla fila 1"/>
          <p:cNvGrpSpPr/>
          <p:nvPr/>
        </p:nvGrpSpPr>
        <p:grpSpPr>
          <a:xfrm>
            <a:off x="5120640" y="1524000"/>
            <a:ext cx="6766560" cy="609600"/>
            <a:chOff x="5120640" y="1524000"/>
            <a:chExt cx="6766560" cy="609600"/>
          </a:xfrm>
        </p:grpSpPr>
        <p:sp>
          <p:nvSpPr>
            <p:cNvPr id="41" name="Forma 40"/>
            <p:cNvSpPr/>
            <p:nvPr/>
          </p:nvSpPr>
          <p:spPr>
            <a:xfrm>
              <a:off x="5120640" y="1524000"/>
              <a:ext cx="6766560" cy="6096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Streptococcus sp. · Staphylococcus aureus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2" name="Tabla fila 2"/>
          <p:cNvGrpSpPr/>
          <p:nvPr/>
        </p:nvGrpSpPr>
        <p:grpSpPr>
          <a:xfrm>
            <a:off x="5120640" y="2133600"/>
            <a:ext cx="6766560" cy="609600"/>
            <a:chOff x="5120640" y="2133600"/>
            <a:chExt cx="6766560" cy="609600"/>
          </a:xfrm>
        </p:grpSpPr>
        <p:sp>
          <p:nvSpPr>
            <p:cNvPr id="43" name="Forma 42"/>
            <p:cNvSpPr/>
            <p:nvPr/>
          </p:nvSpPr>
          <p:spPr>
            <a:xfrm>
              <a:off x="5120640" y="2133600"/>
              <a:ext cx="6766560" cy="60960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Pseudomonas aeruginosa · Haemophilus influenzae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4" name="Tabla fila 3"/>
          <p:cNvGrpSpPr/>
          <p:nvPr/>
        </p:nvGrpSpPr>
        <p:grpSpPr>
          <a:xfrm>
            <a:off x="5120640" y="2743200"/>
            <a:ext cx="6766560" cy="609600"/>
            <a:chOff x="5120640" y="2743200"/>
            <a:chExt cx="6766560" cy="609600"/>
          </a:xfrm>
        </p:grpSpPr>
        <p:sp>
          <p:nvSpPr>
            <p:cNvPr id="45" name="Forma 44"/>
            <p:cNvSpPr/>
            <p:nvPr/>
          </p:nvSpPr>
          <p:spPr>
            <a:xfrm>
              <a:off x="5120640" y="2743200"/>
              <a:ext cx="6766560" cy="6096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Bacteroides sp. (anaerobios)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6" name="Tabla fila 4"/>
          <p:cNvGrpSpPr/>
          <p:nvPr/>
        </p:nvGrpSpPr>
        <p:grpSpPr>
          <a:xfrm>
            <a:off x="5120640" y="3352800"/>
            <a:ext cx="6766560" cy="609600"/>
            <a:chOff x="5120640" y="3352800"/>
            <a:chExt cx="6766560" cy="609600"/>
          </a:xfrm>
        </p:grpSpPr>
        <p:sp>
          <p:nvSpPr>
            <p:cNvPr id="47" name="Forma 46"/>
            <p:cNvSpPr/>
            <p:nvPr/>
          </p:nvSpPr>
          <p:spPr>
            <a:xfrm>
              <a:off x="5120640" y="3352800"/>
              <a:ext cx="6766560" cy="60960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Mycobacterium tuberculosis (bacilo de Koch)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8" name="Tabla fila 5"/>
          <p:cNvGrpSpPr/>
          <p:nvPr/>
        </p:nvGrpSpPr>
        <p:grpSpPr>
          <a:xfrm>
            <a:off x="5120640" y="3962400"/>
            <a:ext cx="6766560" cy="609600"/>
            <a:chOff x="5120640" y="3962400"/>
            <a:chExt cx="6766560" cy="609600"/>
          </a:xfrm>
        </p:grpSpPr>
        <p:sp>
          <p:nvSpPr>
            <p:cNvPr id="49" name="Forma 48"/>
            <p:cNvSpPr/>
            <p:nvPr/>
          </p:nvSpPr>
          <p:spPr>
            <a:xfrm>
              <a:off x="5120640" y="3962400"/>
              <a:ext cx="6766560" cy="6096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Hongos · virus (Mycoplasma, Pneumocystis)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50" name="TBC"/>
          <p:cNvSpPr/>
          <p:nvPr/>
        </p:nvSpPr>
        <p:spPr>
          <a:xfrm>
            <a:off x="5120640" y="4754880"/>
            <a:ext cx="6766560" cy="16002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TBC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exudado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linfocítico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ADA elevada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(criterios en Unidad X).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69664" y="91440"/>
            <a:ext cx="965743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301"/>
              </a:lnSpc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INFECCIONES: BACTERIAS, MICOBACTERIAS, HONGOS Y VIRUS</a:t>
            </a:r>
            <a:endParaRPr lang="es-AR" sz="205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50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Recuadro Colagenopatías"/>
          <p:cNvGrpSpPr/>
          <p:nvPr/>
        </p:nvGrpSpPr>
        <p:grpSpPr>
          <a:xfrm>
            <a:off x="365760" y="914400"/>
            <a:ext cx="3703320" cy="2651760"/>
            <a:chOff x="365760" y="914400"/>
            <a:chExt cx="3703320" cy="265176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3703320" cy="2286000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Artritis reumatoidea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vasculitis (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Churg-Strauss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).</a:t>
              </a:r>
              <a:endParaRPr lang="es-AR" sz="1950" dirty="0">
                <a:latin typeface="Mali"/>
              </a:endParaRPr>
            </a:p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ANA/FR en pleura &gt; sangre.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COLAGENOPATÍAS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Recuadro Intraabdominales"/>
          <p:cNvGrpSpPr/>
          <p:nvPr/>
        </p:nvGrpSpPr>
        <p:grpSpPr>
          <a:xfrm>
            <a:off x="4251960" y="914400"/>
            <a:ext cx="3703320" cy="2651760"/>
            <a:chOff x="4251960" y="914400"/>
            <a:chExt cx="3703320" cy="2651760"/>
          </a:xfrm>
        </p:grpSpPr>
        <p:sp>
          <p:nvSpPr>
            <p:cNvPr id="8" name="Forma 7"/>
            <p:cNvSpPr/>
            <p:nvPr/>
          </p:nvSpPr>
          <p:spPr>
            <a:xfrm>
              <a:off x="4251960" y="1280160"/>
              <a:ext cx="3703320" cy="22860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Pancreatitis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→ derrame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izquierdo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amilasa pleural &gt; sangre.</a:t>
              </a:r>
              <a:endParaRPr lang="es-AR" sz="1950" dirty="0">
                <a:latin typeface="Mali"/>
              </a:endParaRPr>
            </a:p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Absceso subfrénico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perforación esofágica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425196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INTRAABDOMINALES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Recuadro Linfa en la pleura"/>
          <p:cNvGrpSpPr/>
          <p:nvPr/>
        </p:nvGrpSpPr>
        <p:grpSpPr>
          <a:xfrm>
            <a:off x="8138160" y="914400"/>
            <a:ext cx="3703320" cy="2651760"/>
            <a:chOff x="8138160" y="914400"/>
            <a:chExt cx="3703320" cy="2651760"/>
          </a:xfrm>
        </p:grpSpPr>
        <p:sp>
          <p:nvSpPr>
            <p:cNvPr id="11" name="Forma 10"/>
            <p:cNvSpPr/>
            <p:nvPr/>
          </p:nvSpPr>
          <p:spPr>
            <a:xfrm>
              <a:off x="8138160" y="1280160"/>
              <a:ext cx="3703320" cy="2286000"/>
            </a:xfrm>
            <a:prstGeom prst="rect">
              <a:avLst/>
            </a:prstGeom>
            <a:solidFill>
              <a:srgbClr val="F4F1E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Quilotórax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rotura del conducto torácico (triglicéridos &gt; 110 mg/dl).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813816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LINFA EN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Recuadro Orina en la pleura"/>
          <p:cNvGrpSpPr/>
          <p:nvPr/>
        </p:nvGrpSpPr>
        <p:grpSpPr>
          <a:xfrm>
            <a:off x="365760" y="3749040"/>
            <a:ext cx="3703320" cy="2606040"/>
            <a:chOff x="365760" y="3749040"/>
            <a:chExt cx="3703320" cy="2606040"/>
          </a:xfrm>
        </p:grpSpPr>
        <p:sp>
          <p:nvSpPr>
            <p:cNvPr id="14" name="Forma 13"/>
            <p:cNvSpPr/>
            <p:nvPr/>
          </p:nvSpPr>
          <p:spPr>
            <a:xfrm>
              <a:off x="365760" y="4114800"/>
              <a:ext cx="3703320" cy="2240280"/>
            </a:xfrm>
            <a:prstGeom prst="rect">
              <a:avLst/>
            </a:prstGeom>
            <a:solidFill>
              <a:srgbClr val="FCF3C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Urinotórax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creatinina pleural &gt; plasmática.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365760" y="374904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ORINA EN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ecuadro LCR en la pleura"/>
          <p:cNvGrpSpPr/>
          <p:nvPr/>
        </p:nvGrpSpPr>
        <p:grpSpPr>
          <a:xfrm>
            <a:off x="4251960" y="3749040"/>
            <a:ext cx="3703320" cy="2606040"/>
            <a:chOff x="4251960" y="3749040"/>
            <a:chExt cx="3703320" cy="2606040"/>
          </a:xfrm>
        </p:grpSpPr>
        <p:sp>
          <p:nvSpPr>
            <p:cNvPr id="17" name="Forma 16"/>
            <p:cNvSpPr/>
            <p:nvPr/>
          </p:nvSpPr>
          <p:spPr>
            <a:xfrm>
              <a:off x="4251960" y="4114800"/>
              <a:ext cx="3703320" cy="2240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Fístula duro-pleural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</a:t>
              </a:r>
              <a:r>
                <a:rPr lang="es-AR" sz="1950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β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-2 transferrina (LCR en la pleura).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4251960" y="374904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LCR EN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Recuadro Otras"/>
          <p:cNvGrpSpPr/>
          <p:nvPr/>
        </p:nvGrpSpPr>
        <p:grpSpPr>
          <a:xfrm>
            <a:off x="8138160" y="3749040"/>
            <a:ext cx="3703320" cy="2606040"/>
            <a:chOff x="8138160" y="3749040"/>
            <a:chExt cx="3703320" cy="2606040"/>
          </a:xfrm>
        </p:grpSpPr>
        <p:sp>
          <p:nvSpPr>
            <p:cNvPr id="20" name="Forma 19"/>
            <p:cNvSpPr/>
            <p:nvPr/>
          </p:nvSpPr>
          <p:spPr>
            <a:xfrm>
              <a:off x="8138160" y="4114800"/>
              <a:ext cx="3703320" cy="22402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Postraumático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lesiones torácicas abiertas ·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idiopático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(sin causa tras el estudio).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8138160" y="374904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OTRAS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332259" y="91440"/>
            <a:ext cx="869484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AUTOINMUNES, ABDOMINALES Y OTRAS CAUSAS</a:t>
            </a:r>
            <a:endParaRPr lang="es-AR" sz="2400" dirty="0">
              <a:latin typeface="Mali"/>
            </a:endParaRPr>
          </a:p>
        </p:txBody>
      </p:sp>
      <p:sp>
        <p:nvSpPr>
          <p:cNvPr id="2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Cada signo, explicado por la anatomía que lo produce</a:t>
            </a:r>
            <a:endParaRPr lang="es-AR" sz="155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Síntomas según el volumen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Dificultad respiratoria: nivel anatómico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Inspección y palpación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Vibraciones vocales (frémito)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Percusión: matidez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Auscultación e integración de hallazgos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29984" y="1196035"/>
            <a:ext cx="4828032" cy="4445447"/>
            <a:chOff x="6729984" y="1196035"/>
            <a:chExt cx="4828032" cy="4445447"/>
          </a:xfrm>
        </p:grpSpPr>
        <p:sp>
          <p:nvSpPr>
            <p:cNvPr id="14" name="Forma 13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153696" y="188597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491144" y="764438"/>
            <a:ext cx="1305713" cy="2314413"/>
            <a:chOff x="8491144" y="764438"/>
            <a:chExt cx="1305713" cy="2314413"/>
          </a:xfrm>
        </p:grpSpPr>
        <p:sp>
          <p:nvSpPr>
            <p:cNvPr id="20" name="Forma 19"/>
            <p:cNvSpPr/>
            <p:nvPr/>
          </p:nvSpPr>
          <p:spPr>
            <a:xfrm>
              <a:off x="8491144" y="76443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045245" y="92628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LiquidoPleuralD"/>
          <p:cNvSpPr/>
          <p:nvPr/>
        </p:nvSpPr>
        <p:spPr>
          <a:xfrm>
            <a:off x="7037222" y="2730225"/>
            <a:ext cx="1843430" cy="2561260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3" name="!!PulmonDerecho"/>
          <p:cNvGrpSpPr/>
          <p:nvPr/>
        </p:nvGrpSpPr>
        <p:grpSpPr>
          <a:xfrm>
            <a:off x="7350360" y="1296999"/>
            <a:ext cx="1405333" cy="2073205"/>
            <a:chOff x="7350360" y="1296999"/>
            <a:chExt cx="1405333" cy="2073205"/>
          </a:xfrm>
        </p:grpSpPr>
        <p:sp>
          <p:nvSpPr>
            <p:cNvPr id="24" name="Forma 23"/>
            <p:cNvSpPr/>
            <p:nvPr/>
          </p:nvSpPr>
          <p:spPr>
            <a:xfrm>
              <a:off x="7350360" y="1296999"/>
              <a:ext cx="1405333" cy="2073205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7450637" y="1500458"/>
              <a:ext cx="1117291" cy="1484152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7386373" y="2199722"/>
              <a:ext cx="1204186" cy="867976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!!PleuraVisceralD"/>
          <p:cNvSpPr/>
          <p:nvPr/>
        </p:nvSpPr>
        <p:spPr>
          <a:xfrm>
            <a:off x="7350360" y="1296999"/>
            <a:ext cx="1405333" cy="2073205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!!PulmonIzquierdo"/>
          <p:cNvGrpSpPr/>
          <p:nvPr/>
        </p:nvGrpSpPr>
        <p:grpSpPr>
          <a:xfrm>
            <a:off x="9577102" y="1296999"/>
            <a:ext cx="1618810" cy="4048463"/>
            <a:chOff x="9577102" y="1296999"/>
            <a:chExt cx="1618810" cy="4048463"/>
          </a:xfrm>
        </p:grpSpPr>
        <p:sp>
          <p:nvSpPr>
            <p:cNvPr id="29" name="Forma 28"/>
            <p:cNvSpPr/>
            <p:nvPr/>
          </p:nvSpPr>
          <p:spPr>
            <a:xfrm>
              <a:off x="9577102" y="129699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9720072" y="168158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9736531" y="308427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!!PleuraVisceralI"/>
          <p:cNvSpPr/>
          <p:nvPr/>
        </p:nvSpPr>
        <p:spPr>
          <a:xfrm>
            <a:off x="9577102" y="129699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!!PleuraPariet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PleuraPariet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VenaCavaSup"/>
          <p:cNvSpPr/>
          <p:nvPr/>
        </p:nvSpPr>
        <p:spPr>
          <a:xfrm>
            <a:off x="8820324" y="170657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!!VenaCavaInf"/>
          <p:cNvSpPr/>
          <p:nvPr/>
        </p:nvSpPr>
        <p:spPr>
          <a:xfrm>
            <a:off x="8869725" y="470036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!!Corazon"/>
          <p:cNvGrpSpPr/>
          <p:nvPr/>
        </p:nvGrpSpPr>
        <p:grpSpPr>
          <a:xfrm>
            <a:off x="8848141" y="3392795"/>
            <a:ext cx="1458976" cy="1527261"/>
            <a:chOff x="8848141" y="3392795"/>
            <a:chExt cx="1458976" cy="1527261"/>
          </a:xfrm>
        </p:grpSpPr>
        <p:sp>
          <p:nvSpPr>
            <p:cNvPr id="38" name="Forma 37"/>
            <p:cNvSpPr/>
            <p:nvPr/>
          </p:nvSpPr>
          <p:spPr>
            <a:xfrm>
              <a:off x="8848141" y="339279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9610344" y="350507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!!Diafragma"/>
          <p:cNvSpPr/>
          <p:nvPr/>
        </p:nvSpPr>
        <p:spPr>
          <a:xfrm>
            <a:off x="7141473" y="465999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2" name="Forma 41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4" name="Arte mano"/>
          <p:cNvSpPr/>
          <p:nvPr/>
        </p:nvSpPr>
        <p:spPr>
          <a:xfrm>
            <a:off x="6035040" y="3566160"/>
            <a:ext cx="1371600" cy="85039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grpSp>
        <p:nvGrpSpPr>
          <p:cNvPr id="45" name="Arte estetoscopio"/>
          <p:cNvGrpSpPr/>
          <p:nvPr/>
        </p:nvGrpSpPr>
        <p:grpSpPr>
          <a:xfrm>
            <a:off x="10607040" y="969264"/>
            <a:ext cx="768096" cy="1042416"/>
            <a:chOff x="10607040" y="969264"/>
            <a:chExt cx="768096" cy="1042416"/>
          </a:xfrm>
        </p:grpSpPr>
        <p:sp>
          <p:nvSpPr>
            <p:cNvPr id="46" name="Flecha 45_2"/>
            <p:cNvSpPr/>
            <p:nvPr/>
          </p:nvSpPr>
          <p:spPr>
            <a:xfrm>
              <a:off x="10881360" y="969264"/>
              <a:ext cx="493776" cy="548640"/>
            </a:xfrm>
            <a:custGeom>
              <a:avLst/>
              <a:gdLst/>
              <a:ahLst/>
              <a:cxnLst/>
              <a:rect l="0" t="0" r="r" b="b"/>
              <a:pathLst>
                <a:path w="539" h="600" fill="none">
                  <a:moveTo>
                    <a:pt x="0" y="600"/>
                  </a:moveTo>
                  <a:quadBezTo>
                    <a:pt x="240" y="180"/>
                    <a:pt x="539" y="0"/>
                  </a:quadBezTo>
                </a:path>
              </a:pathLst>
            </a:custGeom>
            <a:noFill/>
            <a:ln w="57150" cap="rnd">
              <a:solidFill>
                <a:srgbClr val="2C3E50"/>
              </a:solidFill>
              <a:round/>
            </a:ln>
          </p:spPr>
        </p:sp>
        <p:sp>
          <p:nvSpPr>
            <p:cNvPr id="47" name="Forma 47"/>
            <p:cNvSpPr/>
            <p:nvPr/>
          </p:nvSpPr>
          <p:spPr>
            <a:xfrm>
              <a:off x="10607040" y="146304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84888B"/>
                </a:gs>
                <a:gs pos="30000">
                  <a:srgbClr val="D7DBDD"/>
                </a:gs>
                <a:gs pos="55000">
                  <a:srgbClr val="BDC3C7"/>
                </a:gs>
                <a:gs pos="100000">
                  <a:srgbClr val="84888B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8" name="Forma 48"/>
            <p:cNvSpPr/>
            <p:nvPr/>
          </p:nvSpPr>
          <p:spPr>
            <a:xfrm>
              <a:off x="10705795" y="1561795"/>
              <a:ext cx="351130" cy="351130"/>
            </a:xfrm>
            <a:prstGeom prst="ellipse">
              <a:avLst/>
            </a:prstGeom>
            <a:solidFill>
              <a:srgbClr val="ECF0F1"/>
            </a:solidFill>
            <a:ln w="19050" cap="rnd">
              <a:solidFill>
                <a:srgbClr val="7F8C8D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198048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DEL DERRAME PLEURAL</a:t>
            </a:r>
            <a:endParaRPr lang="es-AR" sz="40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258" y="1049731"/>
            <a:ext cx="3182844" cy="324794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420978" y="1235812"/>
            <a:ext cx="1181405" cy="248671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2803" y="1320394"/>
            <a:ext cx="3057754" cy="2787823"/>
            <a:chOff x="482803" y="1320394"/>
            <a:chExt cx="3057754" cy="2787823"/>
          </a:xfrm>
        </p:grpSpPr>
        <p:sp>
          <p:nvSpPr>
            <p:cNvPr id="7" name="Forma 6"/>
            <p:cNvSpPr/>
            <p:nvPr/>
          </p:nvSpPr>
          <p:spPr>
            <a:xfrm>
              <a:off x="482803" y="1320394"/>
              <a:ext cx="3057754" cy="278782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2803" y="1320394"/>
              <a:ext cx="3057754" cy="278782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673913" y="1346395"/>
            <a:ext cx="1177158" cy="254233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247752" y="1346395"/>
            <a:ext cx="1101695" cy="2623530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017821" y="1753070"/>
            <a:ext cx="457234" cy="216906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598204" y="1049731"/>
            <a:ext cx="826951" cy="1451412"/>
            <a:chOff x="1598204" y="1049731"/>
            <a:chExt cx="826951" cy="1451412"/>
          </a:xfrm>
        </p:grpSpPr>
        <p:sp>
          <p:nvSpPr>
            <p:cNvPr id="13" name="Forma 12"/>
            <p:cNvSpPr/>
            <p:nvPr/>
          </p:nvSpPr>
          <p:spPr>
            <a:xfrm>
              <a:off x="1598204" y="1049731"/>
              <a:ext cx="826951" cy="145141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949135" y="1151230"/>
              <a:ext cx="125090" cy="74009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687763" y="3234319"/>
            <a:ext cx="1157130" cy="654407"/>
          </a:xfrm>
          <a:custGeom>
            <a:avLst/>
            <a:gdLst/>
            <a:ahLst/>
            <a:cxnLst/>
            <a:rect l="0" t="0" r="r" b="b"/>
            <a:pathLst>
              <a:path w="10000" h="5808">
                <a:moveTo>
                  <a:pt x="52" y="575"/>
                </a:moveTo>
                <a:lnTo>
                  <a:pt x="100" y="1037"/>
                </a:lnTo>
                <a:lnTo>
                  <a:pt x="150" y="1480"/>
                </a:lnTo>
                <a:lnTo>
                  <a:pt x="202" y="1902"/>
                </a:lnTo>
                <a:lnTo>
                  <a:pt x="259" y="2309"/>
                </a:lnTo>
                <a:lnTo>
                  <a:pt x="319" y="2702"/>
                </a:lnTo>
                <a:lnTo>
                  <a:pt x="381" y="3079"/>
                </a:lnTo>
                <a:lnTo>
                  <a:pt x="445" y="3442"/>
                </a:lnTo>
                <a:lnTo>
                  <a:pt x="510" y="3792"/>
                </a:lnTo>
                <a:lnTo>
                  <a:pt x="576" y="4143"/>
                </a:lnTo>
                <a:lnTo>
                  <a:pt x="642" y="4497"/>
                </a:lnTo>
                <a:lnTo>
                  <a:pt x="709" y="4837"/>
                </a:lnTo>
                <a:lnTo>
                  <a:pt x="780" y="5145"/>
                </a:lnTo>
                <a:lnTo>
                  <a:pt x="853" y="5403"/>
                </a:lnTo>
                <a:lnTo>
                  <a:pt x="931" y="5594"/>
                </a:lnTo>
                <a:lnTo>
                  <a:pt x="1004" y="5717"/>
                </a:lnTo>
                <a:lnTo>
                  <a:pt x="1071" y="5787"/>
                </a:lnTo>
                <a:lnTo>
                  <a:pt x="1141" y="5808"/>
                </a:lnTo>
                <a:lnTo>
                  <a:pt x="1224" y="5780"/>
                </a:lnTo>
                <a:lnTo>
                  <a:pt x="1331" y="5708"/>
                </a:lnTo>
                <a:lnTo>
                  <a:pt x="1471" y="5594"/>
                </a:lnTo>
                <a:lnTo>
                  <a:pt x="1644" y="5414"/>
                </a:lnTo>
                <a:lnTo>
                  <a:pt x="1841" y="5164"/>
                </a:lnTo>
                <a:lnTo>
                  <a:pt x="2061" y="4869"/>
                </a:lnTo>
                <a:lnTo>
                  <a:pt x="2303" y="4555"/>
                </a:lnTo>
                <a:lnTo>
                  <a:pt x="2568" y="4247"/>
                </a:lnTo>
                <a:lnTo>
                  <a:pt x="2853" y="3972"/>
                </a:lnTo>
                <a:lnTo>
                  <a:pt x="3169" y="3715"/>
                </a:lnTo>
                <a:lnTo>
                  <a:pt x="3518" y="3452"/>
                </a:lnTo>
                <a:lnTo>
                  <a:pt x="3889" y="3195"/>
                </a:lnTo>
                <a:lnTo>
                  <a:pt x="4270" y="2958"/>
                </a:lnTo>
                <a:lnTo>
                  <a:pt x="4649" y="2752"/>
                </a:lnTo>
                <a:lnTo>
                  <a:pt x="5015" y="2591"/>
                </a:lnTo>
                <a:lnTo>
                  <a:pt x="5372" y="2474"/>
                </a:lnTo>
                <a:lnTo>
                  <a:pt x="5731" y="2393"/>
                </a:lnTo>
                <a:lnTo>
                  <a:pt x="6088" y="2343"/>
                </a:lnTo>
                <a:lnTo>
                  <a:pt x="6441" y="2322"/>
                </a:lnTo>
                <a:lnTo>
                  <a:pt x="6784" y="2325"/>
                </a:lnTo>
                <a:lnTo>
                  <a:pt x="7117" y="2351"/>
                </a:lnTo>
                <a:lnTo>
                  <a:pt x="7443" y="2407"/>
                </a:lnTo>
                <a:lnTo>
                  <a:pt x="7766" y="2500"/>
                </a:lnTo>
                <a:lnTo>
                  <a:pt x="8081" y="2617"/>
                </a:lnTo>
                <a:lnTo>
                  <a:pt x="8382" y="2749"/>
                </a:lnTo>
                <a:lnTo>
                  <a:pt x="8663" y="2884"/>
                </a:lnTo>
                <a:lnTo>
                  <a:pt x="8918" y="3011"/>
                </a:lnTo>
                <a:lnTo>
                  <a:pt x="9154" y="3182"/>
                </a:lnTo>
                <a:lnTo>
                  <a:pt x="9377" y="3416"/>
                </a:lnTo>
                <a:lnTo>
                  <a:pt x="9579" y="3653"/>
                </a:lnTo>
                <a:lnTo>
                  <a:pt x="9755" y="3834"/>
                </a:lnTo>
                <a:lnTo>
                  <a:pt x="9897" y="3900"/>
                </a:lnTo>
                <a:lnTo>
                  <a:pt x="10000" y="3792"/>
                </a:lnTo>
                <a:lnTo>
                  <a:pt x="10000" y="2173"/>
                </a:lnTo>
                <a:lnTo>
                  <a:pt x="9747" y="2172"/>
                </a:lnTo>
                <a:lnTo>
                  <a:pt x="9495" y="2170"/>
                </a:lnTo>
                <a:lnTo>
                  <a:pt x="9243" y="2165"/>
                </a:lnTo>
                <a:lnTo>
                  <a:pt x="8991" y="2159"/>
                </a:lnTo>
                <a:lnTo>
                  <a:pt x="8738" y="2150"/>
                </a:lnTo>
                <a:lnTo>
                  <a:pt x="8486" y="2139"/>
                </a:lnTo>
                <a:lnTo>
                  <a:pt x="8234" y="2125"/>
                </a:lnTo>
                <a:lnTo>
                  <a:pt x="7982" y="2109"/>
                </a:lnTo>
                <a:lnTo>
                  <a:pt x="7729" y="2090"/>
                </a:lnTo>
                <a:lnTo>
                  <a:pt x="7477" y="2068"/>
                </a:lnTo>
                <a:lnTo>
                  <a:pt x="7225" y="2043"/>
                </a:lnTo>
                <a:lnTo>
                  <a:pt x="6973" y="2016"/>
                </a:lnTo>
                <a:lnTo>
                  <a:pt x="6720" y="1986"/>
                </a:lnTo>
                <a:lnTo>
                  <a:pt x="6468" y="1953"/>
                </a:lnTo>
                <a:lnTo>
                  <a:pt x="6216" y="1917"/>
                </a:lnTo>
                <a:lnTo>
                  <a:pt x="5964" y="1878"/>
                </a:lnTo>
                <a:lnTo>
                  <a:pt x="5711" y="1836"/>
                </a:lnTo>
                <a:lnTo>
                  <a:pt x="5459" y="1790"/>
                </a:lnTo>
                <a:lnTo>
                  <a:pt x="5207" y="1742"/>
                </a:lnTo>
                <a:lnTo>
                  <a:pt x="4955" y="1691"/>
                </a:lnTo>
                <a:lnTo>
                  <a:pt x="4702" y="1636"/>
                </a:lnTo>
                <a:lnTo>
                  <a:pt x="4450" y="1578"/>
                </a:lnTo>
                <a:lnTo>
                  <a:pt x="4198" y="1517"/>
                </a:lnTo>
                <a:lnTo>
                  <a:pt x="3946" y="1453"/>
                </a:lnTo>
                <a:lnTo>
                  <a:pt x="3693" y="1385"/>
                </a:lnTo>
                <a:lnTo>
                  <a:pt x="3441" y="1314"/>
                </a:lnTo>
                <a:lnTo>
                  <a:pt x="3189" y="1239"/>
                </a:lnTo>
                <a:lnTo>
                  <a:pt x="3064" y="1201"/>
                </a:lnTo>
                <a:lnTo>
                  <a:pt x="2938" y="1295"/>
                </a:lnTo>
                <a:lnTo>
                  <a:pt x="2920" y="1310"/>
                </a:lnTo>
                <a:lnTo>
                  <a:pt x="2650" y="1549"/>
                </a:lnTo>
                <a:lnTo>
                  <a:pt x="2632" y="1567"/>
                </a:lnTo>
                <a:lnTo>
                  <a:pt x="2381" y="1835"/>
                </a:lnTo>
                <a:lnTo>
                  <a:pt x="2371" y="1846"/>
                </a:lnTo>
                <a:lnTo>
                  <a:pt x="2141" y="2121"/>
                </a:lnTo>
                <a:lnTo>
                  <a:pt x="2138" y="2124"/>
                </a:lnTo>
                <a:lnTo>
                  <a:pt x="1930" y="2380"/>
                </a:lnTo>
                <a:lnTo>
                  <a:pt x="1929" y="2381"/>
                </a:lnTo>
                <a:lnTo>
                  <a:pt x="1754" y="2586"/>
                </a:lnTo>
                <a:lnTo>
                  <a:pt x="1750" y="2591"/>
                </a:lnTo>
                <a:lnTo>
                  <a:pt x="1609" y="2725"/>
                </a:lnTo>
                <a:lnTo>
                  <a:pt x="1603" y="2730"/>
                </a:lnTo>
                <a:lnTo>
                  <a:pt x="1561" y="2761"/>
                </a:lnTo>
                <a:lnTo>
                  <a:pt x="1556" y="2765"/>
                </a:lnTo>
                <a:lnTo>
                  <a:pt x="1551" y="2768"/>
                </a:lnTo>
                <a:lnTo>
                  <a:pt x="1546" y="2770"/>
                </a:lnTo>
                <a:lnTo>
                  <a:pt x="1540" y="2772"/>
                </a:lnTo>
                <a:lnTo>
                  <a:pt x="1534" y="2773"/>
                </a:lnTo>
                <a:lnTo>
                  <a:pt x="1528" y="2773"/>
                </a:lnTo>
                <a:lnTo>
                  <a:pt x="1522" y="2773"/>
                </a:lnTo>
                <a:lnTo>
                  <a:pt x="1516" y="2773"/>
                </a:lnTo>
                <a:lnTo>
                  <a:pt x="1510" y="2771"/>
                </a:lnTo>
                <a:lnTo>
                  <a:pt x="1505" y="2770"/>
                </a:lnTo>
                <a:lnTo>
                  <a:pt x="1499" y="2767"/>
                </a:lnTo>
                <a:lnTo>
                  <a:pt x="1494" y="2764"/>
                </a:lnTo>
                <a:lnTo>
                  <a:pt x="1489" y="2761"/>
                </a:lnTo>
                <a:lnTo>
                  <a:pt x="1484" y="2757"/>
                </a:lnTo>
                <a:lnTo>
                  <a:pt x="1480" y="2753"/>
                </a:lnTo>
                <a:lnTo>
                  <a:pt x="1476" y="2748"/>
                </a:lnTo>
                <a:lnTo>
                  <a:pt x="1473" y="2743"/>
                </a:lnTo>
                <a:lnTo>
                  <a:pt x="1470" y="2738"/>
                </a:lnTo>
                <a:lnTo>
                  <a:pt x="1435" y="2658"/>
                </a:lnTo>
                <a:lnTo>
                  <a:pt x="1432" y="2651"/>
                </a:lnTo>
                <a:lnTo>
                  <a:pt x="1369" y="2448"/>
                </a:lnTo>
                <a:lnTo>
                  <a:pt x="1368" y="2444"/>
                </a:lnTo>
                <a:lnTo>
                  <a:pt x="1304" y="2185"/>
                </a:lnTo>
                <a:lnTo>
                  <a:pt x="1304" y="2184"/>
                </a:lnTo>
                <a:lnTo>
                  <a:pt x="1240" y="1891"/>
                </a:lnTo>
                <a:lnTo>
                  <a:pt x="1240" y="1890"/>
                </a:lnTo>
                <a:lnTo>
                  <a:pt x="1178" y="1581"/>
                </a:lnTo>
                <a:lnTo>
                  <a:pt x="1115" y="1273"/>
                </a:lnTo>
                <a:lnTo>
                  <a:pt x="1054" y="968"/>
                </a:lnTo>
                <a:lnTo>
                  <a:pt x="1054" y="967"/>
                </a:lnTo>
                <a:lnTo>
                  <a:pt x="993" y="651"/>
                </a:lnTo>
                <a:lnTo>
                  <a:pt x="993" y="651"/>
                </a:lnTo>
                <a:lnTo>
                  <a:pt x="953" y="430"/>
                </a:lnTo>
                <a:lnTo>
                  <a:pt x="919" y="415"/>
                </a:lnTo>
                <a:lnTo>
                  <a:pt x="667" y="306"/>
                </a:lnTo>
                <a:lnTo>
                  <a:pt x="414" y="193"/>
                </a:lnTo>
                <a:lnTo>
                  <a:pt x="162" y="77"/>
                </a:lnTo>
                <a:lnTo>
                  <a:pt x="0" y="0"/>
                </a:lnTo>
                <a:lnTo>
                  <a:pt x="7" y="97"/>
                </a:lnTo>
                <a:lnTo>
                  <a:pt x="52" y="57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754664" y="1383710"/>
            <a:ext cx="1050626" cy="2156386"/>
            <a:chOff x="754664" y="1383710"/>
            <a:chExt cx="1050626" cy="2156386"/>
          </a:xfrm>
        </p:grpSpPr>
        <p:sp>
          <p:nvSpPr>
            <p:cNvPr id="17" name="Forma 16"/>
            <p:cNvSpPr/>
            <p:nvPr/>
          </p:nvSpPr>
          <p:spPr>
            <a:xfrm>
              <a:off x="754664" y="1383710"/>
              <a:ext cx="1050626" cy="2156386"/>
            </a:xfrm>
            <a:custGeom>
              <a:avLst/>
              <a:gdLst/>
              <a:ahLst/>
              <a:cxnLst/>
              <a:rect l="0" t="0" r="r" b="b"/>
              <a:pathLst>
                <a:path w="4743" h="10000">
                  <a:moveTo>
                    <a:pt x="516" y="9983"/>
                  </a:moveTo>
                  <a:lnTo>
                    <a:pt x="590" y="9913"/>
                  </a:lnTo>
                  <a:lnTo>
                    <a:pt x="682" y="9806"/>
                  </a:lnTo>
                  <a:lnTo>
                    <a:pt x="790" y="9672"/>
                  </a:lnTo>
                  <a:lnTo>
                    <a:pt x="792" y="9670"/>
                  </a:lnTo>
                  <a:lnTo>
                    <a:pt x="913" y="9526"/>
                  </a:lnTo>
                  <a:lnTo>
                    <a:pt x="918" y="9520"/>
                  </a:lnTo>
                  <a:lnTo>
                    <a:pt x="1050" y="9379"/>
                  </a:lnTo>
                  <a:lnTo>
                    <a:pt x="1061" y="9368"/>
                  </a:lnTo>
                  <a:lnTo>
                    <a:pt x="1203" y="9242"/>
                  </a:lnTo>
                  <a:lnTo>
                    <a:pt x="1213" y="9234"/>
                  </a:lnTo>
                  <a:lnTo>
                    <a:pt x="1371" y="9116"/>
                  </a:lnTo>
                  <a:lnTo>
                    <a:pt x="1375" y="9112"/>
                  </a:lnTo>
                  <a:lnTo>
                    <a:pt x="1550" y="8992"/>
                  </a:lnTo>
                  <a:lnTo>
                    <a:pt x="1555" y="8988"/>
                  </a:lnTo>
                  <a:lnTo>
                    <a:pt x="1740" y="8870"/>
                  </a:lnTo>
                  <a:lnTo>
                    <a:pt x="1747" y="8866"/>
                  </a:lnTo>
                  <a:lnTo>
                    <a:pt x="1936" y="8758"/>
                  </a:lnTo>
                  <a:lnTo>
                    <a:pt x="1945" y="8753"/>
                  </a:lnTo>
                  <a:lnTo>
                    <a:pt x="2134" y="8659"/>
                  </a:lnTo>
                  <a:lnTo>
                    <a:pt x="2146" y="8653"/>
                  </a:lnTo>
                  <a:lnTo>
                    <a:pt x="2329" y="8579"/>
                  </a:lnTo>
                  <a:lnTo>
                    <a:pt x="2344" y="8574"/>
                  </a:lnTo>
                  <a:lnTo>
                    <a:pt x="2522" y="8520"/>
                  </a:lnTo>
                  <a:lnTo>
                    <a:pt x="2537" y="8517"/>
                  </a:lnTo>
                  <a:lnTo>
                    <a:pt x="2716" y="8479"/>
                  </a:lnTo>
                  <a:lnTo>
                    <a:pt x="2730" y="8477"/>
                  </a:lnTo>
                  <a:lnTo>
                    <a:pt x="2908" y="8454"/>
                  </a:lnTo>
                  <a:lnTo>
                    <a:pt x="2920" y="8453"/>
                  </a:lnTo>
                  <a:lnTo>
                    <a:pt x="3096" y="8443"/>
                  </a:lnTo>
                  <a:lnTo>
                    <a:pt x="3108" y="8443"/>
                  </a:lnTo>
                  <a:lnTo>
                    <a:pt x="3279" y="8445"/>
                  </a:lnTo>
                  <a:lnTo>
                    <a:pt x="3290" y="8445"/>
                  </a:lnTo>
                  <a:lnTo>
                    <a:pt x="3456" y="8457"/>
                  </a:lnTo>
                  <a:lnTo>
                    <a:pt x="3471" y="8458"/>
                  </a:lnTo>
                  <a:lnTo>
                    <a:pt x="3634" y="8484"/>
                  </a:lnTo>
                  <a:lnTo>
                    <a:pt x="3651" y="8488"/>
                  </a:lnTo>
                  <a:lnTo>
                    <a:pt x="3812" y="8530"/>
                  </a:lnTo>
                  <a:lnTo>
                    <a:pt x="3825" y="8534"/>
                  </a:lnTo>
                  <a:lnTo>
                    <a:pt x="3982" y="8588"/>
                  </a:lnTo>
                  <a:lnTo>
                    <a:pt x="3990" y="8591"/>
                  </a:lnTo>
                  <a:lnTo>
                    <a:pt x="4140" y="8651"/>
                  </a:lnTo>
                  <a:lnTo>
                    <a:pt x="4146" y="8654"/>
                  </a:lnTo>
                  <a:lnTo>
                    <a:pt x="4286" y="8716"/>
                  </a:lnTo>
                  <a:lnTo>
                    <a:pt x="4288" y="8717"/>
                  </a:lnTo>
                  <a:lnTo>
                    <a:pt x="4415" y="8775"/>
                  </a:lnTo>
                  <a:lnTo>
                    <a:pt x="4427" y="8781"/>
                  </a:lnTo>
                  <a:lnTo>
                    <a:pt x="4438" y="8788"/>
                  </a:lnTo>
                  <a:lnTo>
                    <a:pt x="4556" y="8866"/>
                  </a:lnTo>
                  <a:lnTo>
                    <a:pt x="4568" y="8875"/>
                  </a:lnTo>
                  <a:lnTo>
                    <a:pt x="4578" y="8885"/>
                  </a:lnTo>
                  <a:lnTo>
                    <a:pt x="4689" y="8992"/>
                  </a:lnTo>
                  <a:lnTo>
                    <a:pt x="4695" y="8998"/>
                  </a:lnTo>
                  <a:lnTo>
                    <a:pt x="4742" y="9048"/>
                  </a:lnTo>
                  <a:lnTo>
                    <a:pt x="4743" y="8898"/>
                  </a:lnTo>
                  <a:lnTo>
                    <a:pt x="4727" y="8624"/>
                  </a:lnTo>
                  <a:lnTo>
                    <a:pt x="4703" y="8320"/>
                  </a:lnTo>
                  <a:lnTo>
                    <a:pt x="4677" y="8016"/>
                  </a:lnTo>
                  <a:lnTo>
                    <a:pt x="4677" y="8014"/>
                  </a:lnTo>
                  <a:lnTo>
                    <a:pt x="4656" y="7737"/>
                  </a:lnTo>
                  <a:lnTo>
                    <a:pt x="4656" y="7736"/>
                  </a:lnTo>
                  <a:lnTo>
                    <a:pt x="4640" y="7482"/>
                  </a:lnTo>
                  <a:lnTo>
                    <a:pt x="4621" y="7231"/>
                  </a:lnTo>
                  <a:lnTo>
                    <a:pt x="4600" y="6979"/>
                  </a:lnTo>
                  <a:lnTo>
                    <a:pt x="4579" y="6728"/>
                  </a:lnTo>
                  <a:lnTo>
                    <a:pt x="4557" y="6476"/>
                  </a:lnTo>
                  <a:lnTo>
                    <a:pt x="4557" y="6476"/>
                  </a:lnTo>
                  <a:lnTo>
                    <a:pt x="4537" y="6224"/>
                  </a:lnTo>
                  <a:lnTo>
                    <a:pt x="4537" y="6223"/>
                  </a:lnTo>
                  <a:lnTo>
                    <a:pt x="4517" y="5970"/>
                  </a:lnTo>
                  <a:lnTo>
                    <a:pt x="4517" y="5970"/>
                  </a:lnTo>
                  <a:lnTo>
                    <a:pt x="4499" y="5718"/>
                  </a:lnTo>
                  <a:lnTo>
                    <a:pt x="4480" y="5465"/>
                  </a:lnTo>
                  <a:lnTo>
                    <a:pt x="4461" y="5214"/>
                  </a:lnTo>
                  <a:lnTo>
                    <a:pt x="4440" y="4962"/>
                  </a:lnTo>
                  <a:lnTo>
                    <a:pt x="4417" y="4711"/>
                  </a:lnTo>
                  <a:lnTo>
                    <a:pt x="4392" y="4459"/>
                  </a:lnTo>
                  <a:lnTo>
                    <a:pt x="4366" y="4207"/>
                  </a:lnTo>
                  <a:lnTo>
                    <a:pt x="4339" y="3955"/>
                  </a:lnTo>
                  <a:lnTo>
                    <a:pt x="4309" y="3704"/>
                  </a:lnTo>
                  <a:lnTo>
                    <a:pt x="4276" y="3454"/>
                  </a:lnTo>
                  <a:lnTo>
                    <a:pt x="4238" y="3205"/>
                  </a:lnTo>
                  <a:lnTo>
                    <a:pt x="4197" y="2953"/>
                  </a:lnTo>
                  <a:lnTo>
                    <a:pt x="4151" y="2697"/>
                  </a:lnTo>
                  <a:lnTo>
                    <a:pt x="4103" y="2442"/>
                  </a:lnTo>
                  <a:lnTo>
                    <a:pt x="4051" y="2192"/>
                  </a:lnTo>
                  <a:lnTo>
                    <a:pt x="3998" y="1954"/>
                  </a:lnTo>
                  <a:lnTo>
                    <a:pt x="3942" y="1733"/>
                  </a:lnTo>
                  <a:lnTo>
                    <a:pt x="3883" y="1525"/>
                  </a:lnTo>
                  <a:lnTo>
                    <a:pt x="3820" y="1326"/>
                  </a:lnTo>
                  <a:lnTo>
                    <a:pt x="3755" y="1137"/>
                  </a:lnTo>
                  <a:lnTo>
                    <a:pt x="3689" y="961"/>
                  </a:lnTo>
                  <a:lnTo>
                    <a:pt x="3623" y="798"/>
                  </a:lnTo>
                  <a:lnTo>
                    <a:pt x="3560" y="653"/>
                  </a:lnTo>
                  <a:lnTo>
                    <a:pt x="3502" y="525"/>
                  </a:lnTo>
                  <a:lnTo>
                    <a:pt x="3447" y="415"/>
                  </a:lnTo>
                  <a:lnTo>
                    <a:pt x="3395" y="322"/>
                  </a:lnTo>
                  <a:lnTo>
                    <a:pt x="3344" y="244"/>
                  </a:lnTo>
                  <a:lnTo>
                    <a:pt x="3293" y="180"/>
                  </a:lnTo>
                  <a:lnTo>
                    <a:pt x="3237" y="125"/>
                  </a:lnTo>
                  <a:lnTo>
                    <a:pt x="3181" y="78"/>
                  </a:lnTo>
                  <a:lnTo>
                    <a:pt x="3129" y="43"/>
                  </a:lnTo>
                  <a:lnTo>
                    <a:pt x="3081" y="20"/>
                  </a:lnTo>
                  <a:lnTo>
                    <a:pt x="3031" y="6"/>
                  </a:lnTo>
                  <a:lnTo>
                    <a:pt x="2971" y="0"/>
                  </a:lnTo>
                  <a:lnTo>
                    <a:pt x="2893" y="3"/>
                  </a:lnTo>
                  <a:lnTo>
                    <a:pt x="2791" y="19"/>
                  </a:lnTo>
                  <a:lnTo>
                    <a:pt x="2667" y="51"/>
                  </a:lnTo>
                  <a:lnTo>
                    <a:pt x="2532" y="95"/>
                  </a:lnTo>
                  <a:lnTo>
                    <a:pt x="2391" y="150"/>
                  </a:lnTo>
                  <a:lnTo>
                    <a:pt x="2253" y="213"/>
                  </a:lnTo>
                  <a:lnTo>
                    <a:pt x="2124" y="283"/>
                  </a:lnTo>
                  <a:lnTo>
                    <a:pt x="2001" y="360"/>
                  </a:lnTo>
                  <a:lnTo>
                    <a:pt x="1879" y="448"/>
                  </a:lnTo>
                  <a:lnTo>
                    <a:pt x="1758" y="545"/>
                  </a:lnTo>
                  <a:lnTo>
                    <a:pt x="1640" y="650"/>
                  </a:lnTo>
                  <a:lnTo>
                    <a:pt x="1525" y="763"/>
                  </a:lnTo>
                  <a:lnTo>
                    <a:pt x="1416" y="883"/>
                  </a:lnTo>
                  <a:lnTo>
                    <a:pt x="1310" y="1010"/>
                  </a:lnTo>
                  <a:lnTo>
                    <a:pt x="1208" y="1145"/>
                  </a:lnTo>
                  <a:lnTo>
                    <a:pt x="1110" y="1289"/>
                  </a:lnTo>
                  <a:lnTo>
                    <a:pt x="1015" y="1440"/>
                  </a:lnTo>
                  <a:lnTo>
                    <a:pt x="924" y="1597"/>
                  </a:lnTo>
                  <a:lnTo>
                    <a:pt x="837" y="1761"/>
                  </a:lnTo>
                  <a:lnTo>
                    <a:pt x="754" y="1932"/>
                  </a:lnTo>
                  <a:lnTo>
                    <a:pt x="674" y="2110"/>
                  </a:lnTo>
                  <a:lnTo>
                    <a:pt x="598" y="2295"/>
                  </a:lnTo>
                  <a:lnTo>
                    <a:pt x="526" y="2485"/>
                  </a:lnTo>
                  <a:lnTo>
                    <a:pt x="460" y="2680"/>
                  </a:lnTo>
                  <a:lnTo>
                    <a:pt x="398" y="2879"/>
                  </a:lnTo>
                  <a:lnTo>
                    <a:pt x="342" y="3082"/>
                  </a:lnTo>
                  <a:lnTo>
                    <a:pt x="292" y="3292"/>
                  </a:lnTo>
                  <a:lnTo>
                    <a:pt x="246" y="3506"/>
                  </a:lnTo>
                  <a:lnTo>
                    <a:pt x="204" y="3725"/>
                  </a:lnTo>
                  <a:lnTo>
                    <a:pt x="167" y="3946"/>
                  </a:lnTo>
                  <a:lnTo>
                    <a:pt x="133" y="4167"/>
                  </a:lnTo>
                  <a:lnTo>
                    <a:pt x="103" y="4390"/>
                  </a:lnTo>
                  <a:lnTo>
                    <a:pt x="78" y="4615"/>
                  </a:lnTo>
                  <a:lnTo>
                    <a:pt x="57" y="4843"/>
                  </a:lnTo>
                  <a:lnTo>
                    <a:pt x="40" y="5072"/>
                  </a:lnTo>
                  <a:lnTo>
                    <a:pt x="26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7" y="7117"/>
                  </a:lnTo>
                  <a:lnTo>
                    <a:pt x="43" y="7340"/>
                  </a:lnTo>
                  <a:lnTo>
                    <a:pt x="63" y="7561"/>
                  </a:lnTo>
                  <a:lnTo>
                    <a:pt x="85" y="7779"/>
                  </a:lnTo>
                  <a:lnTo>
                    <a:pt x="108" y="7989"/>
                  </a:lnTo>
                  <a:lnTo>
                    <a:pt x="133" y="8191"/>
                  </a:lnTo>
                  <a:lnTo>
                    <a:pt x="159" y="8382"/>
                  </a:lnTo>
                  <a:lnTo>
                    <a:pt x="187" y="8567"/>
                  </a:lnTo>
                  <a:lnTo>
                    <a:pt x="216" y="8745"/>
                  </a:lnTo>
                  <a:lnTo>
                    <a:pt x="247" y="8916"/>
                  </a:lnTo>
                  <a:lnTo>
                    <a:pt x="279" y="9081"/>
                  </a:lnTo>
                  <a:lnTo>
                    <a:pt x="311" y="9241"/>
                  </a:lnTo>
                  <a:lnTo>
                    <a:pt x="344" y="9402"/>
                  </a:lnTo>
                  <a:lnTo>
                    <a:pt x="376" y="9563"/>
                  </a:lnTo>
                  <a:lnTo>
                    <a:pt x="410" y="9716"/>
                  </a:lnTo>
                  <a:lnTo>
                    <a:pt x="443" y="9851"/>
                  </a:lnTo>
                  <a:lnTo>
                    <a:pt x="476" y="9958"/>
                  </a:lnTo>
                  <a:lnTo>
                    <a:pt x="495" y="10000"/>
                  </a:lnTo>
                  <a:lnTo>
                    <a:pt x="51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823793" y="1595332"/>
              <a:ext cx="823041" cy="1543699"/>
            </a:xfrm>
            <a:custGeom>
              <a:avLst/>
              <a:gdLst/>
              <a:ahLst/>
              <a:cxnLst/>
              <a:rect l="0" t="0" r="r" b="b"/>
              <a:pathLst>
                <a:path w="2368" h="4562" fill="none">
                  <a:moveTo>
                    <a:pt x="2368" y="2149"/>
                  </a:moveTo>
                  <a:lnTo>
                    <a:pt x="1748" y="1842"/>
                  </a:lnTo>
                  <a:lnTo>
                    <a:pt x="984" y="1316"/>
                  </a:lnTo>
                  <a:lnTo>
                    <a:pt x="555" y="789"/>
                  </a:lnTo>
                </a:path>
                <a:path w="2368" h="4562" fill="none">
                  <a:moveTo>
                    <a:pt x="1748" y="1842"/>
                  </a:moveTo>
                  <a:lnTo>
                    <a:pt x="1461" y="1052"/>
                  </a:lnTo>
                  <a:lnTo>
                    <a:pt x="1318" y="175"/>
                  </a:lnTo>
                </a:path>
                <a:path w="2368" h="4562" fill="none">
                  <a:moveTo>
                    <a:pt x="2368" y="2149"/>
                  </a:moveTo>
                  <a:lnTo>
                    <a:pt x="1461" y="2281"/>
                  </a:lnTo>
                  <a:lnTo>
                    <a:pt x="507" y="2281"/>
                  </a:lnTo>
                  <a:lnTo>
                    <a:pt x="30" y="2369"/>
                  </a:lnTo>
                </a:path>
                <a:path w="2368" h="4562" fill="none">
                  <a:moveTo>
                    <a:pt x="1461" y="2281"/>
                  </a:moveTo>
                  <a:lnTo>
                    <a:pt x="793" y="2895"/>
                  </a:lnTo>
                  <a:lnTo>
                    <a:pt x="268" y="3422"/>
                  </a:lnTo>
                </a:path>
                <a:path w="2368" h="4562" fill="none">
                  <a:moveTo>
                    <a:pt x="2368" y="2149"/>
                  </a:moveTo>
                  <a:lnTo>
                    <a:pt x="1748" y="2895"/>
                  </a:lnTo>
                  <a:lnTo>
                    <a:pt x="1175" y="3773"/>
                  </a:lnTo>
                  <a:lnTo>
                    <a:pt x="650" y="4474"/>
                  </a:lnTo>
                </a:path>
                <a:path w="2368" h="4562" fill="none">
                  <a:moveTo>
                    <a:pt x="1748" y="2895"/>
                  </a:moveTo>
                  <a:lnTo>
                    <a:pt x="2034" y="3773"/>
                  </a:lnTo>
                  <a:lnTo>
                    <a:pt x="1748" y="4562"/>
                  </a:lnTo>
                </a:path>
                <a:path w="2368" h="4562" fill="none">
                  <a:moveTo>
                    <a:pt x="1175" y="3773"/>
                  </a:moveTo>
                  <a:lnTo>
                    <a:pt x="411" y="4211"/>
                  </a:lnTo>
                  <a:lnTo>
                    <a:pt x="30" y="4474"/>
                  </a:lnTo>
                </a:path>
                <a:path w="2368" h="4562" fill="none">
                  <a:moveTo>
                    <a:pt x="984" y="1316"/>
                  </a:moveTo>
                  <a:lnTo>
                    <a:pt x="316" y="1491"/>
                  </a:lnTo>
                  <a:lnTo>
                    <a:pt x="0" y="1709"/>
                  </a:lnTo>
                </a:path>
                <a:path w="2368" h="4562" fill="none">
                  <a:moveTo>
                    <a:pt x="1461" y="1052"/>
                  </a:moveTo>
                  <a:lnTo>
                    <a:pt x="889" y="526"/>
                  </a:lnTo>
                </a:path>
                <a:path w="2368" h="4562" fill="none">
                  <a:moveTo>
                    <a:pt x="793" y="2895"/>
                  </a:moveTo>
                  <a:lnTo>
                    <a:pt x="889" y="3509"/>
                  </a:lnTo>
                  <a:lnTo>
                    <a:pt x="602" y="4124"/>
                  </a:lnTo>
                </a:path>
                <a:path w="2368" h="4562" fill="none">
                  <a:moveTo>
                    <a:pt x="2368" y="2149"/>
                  </a:moveTo>
                  <a:lnTo>
                    <a:pt x="2225" y="1491"/>
                  </a:lnTo>
                  <a:lnTo>
                    <a:pt x="1939" y="789"/>
                  </a:lnTo>
                  <a:lnTo>
                    <a:pt x="1748" y="0"/>
                  </a:lnTo>
                </a:path>
                <a:path w="2368" h="4562" fill="none">
                  <a:moveTo>
                    <a:pt x="507" y="2281"/>
                  </a:moveTo>
                  <a:lnTo>
                    <a:pt x="221" y="280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779915" y="2322652"/>
              <a:ext cx="883502" cy="903922"/>
            </a:xfrm>
            <a:custGeom>
              <a:avLst/>
              <a:gdLst/>
              <a:ahLst/>
              <a:cxnLst/>
              <a:rect l="0" t="0" r="r" b="b"/>
              <a:pathLst>
                <a:path w="2542" h="2671" fill="none">
                  <a:moveTo>
                    <a:pt x="0" y="144"/>
                  </a:moveTo>
                  <a:lnTo>
                    <a:pt x="180" y="161"/>
                  </a:lnTo>
                  <a:lnTo>
                    <a:pt x="403" y="180"/>
                  </a:lnTo>
                  <a:lnTo>
                    <a:pt x="627" y="195"/>
                  </a:lnTo>
                  <a:lnTo>
                    <a:pt x="824" y="201"/>
                  </a:lnTo>
                  <a:lnTo>
                    <a:pt x="987" y="197"/>
                  </a:lnTo>
                  <a:lnTo>
                    <a:pt x="1135" y="186"/>
                  </a:lnTo>
                  <a:lnTo>
                    <a:pt x="1279" y="170"/>
                  </a:lnTo>
                  <a:lnTo>
                    <a:pt x="1426" y="151"/>
                  </a:lnTo>
                  <a:lnTo>
                    <a:pt x="1588" y="131"/>
                  </a:lnTo>
                  <a:lnTo>
                    <a:pt x="1782" y="107"/>
                  </a:lnTo>
                  <a:lnTo>
                    <a:pt x="2002" y="77"/>
                  </a:lnTo>
                  <a:lnTo>
                    <a:pt x="2220" y="46"/>
                  </a:lnTo>
                  <a:lnTo>
                    <a:pt x="2409" y="18"/>
                  </a:lnTo>
                  <a:lnTo>
                    <a:pt x="2542" y="0"/>
                  </a:lnTo>
                </a:path>
                <a:path w="2542" h="2671" fill="none">
                  <a:moveTo>
                    <a:pt x="64" y="2671"/>
                  </a:moveTo>
                  <a:lnTo>
                    <a:pt x="177" y="2544"/>
                  </a:lnTo>
                  <a:lnTo>
                    <a:pt x="342" y="2359"/>
                  </a:lnTo>
                  <a:lnTo>
                    <a:pt x="535" y="2143"/>
                  </a:lnTo>
                  <a:lnTo>
                    <a:pt x="734" y="1919"/>
                  </a:lnTo>
                  <a:lnTo>
                    <a:pt x="920" y="1711"/>
                  </a:lnTo>
                  <a:lnTo>
                    <a:pt x="1093" y="1512"/>
                  </a:lnTo>
                  <a:lnTo>
                    <a:pt x="1268" y="1308"/>
                  </a:lnTo>
                  <a:lnTo>
                    <a:pt x="1442" y="1106"/>
                  </a:lnTo>
                  <a:lnTo>
                    <a:pt x="1613" y="916"/>
                  </a:lnTo>
                  <a:lnTo>
                    <a:pt x="1779" y="745"/>
                  </a:lnTo>
                  <a:lnTo>
                    <a:pt x="1950" y="590"/>
                  </a:lnTo>
                  <a:lnTo>
                    <a:pt x="2128" y="445"/>
                  </a:lnTo>
                  <a:lnTo>
                    <a:pt x="2296" y="316"/>
                  </a:lnTo>
                  <a:lnTo>
                    <a:pt x="2440" y="209"/>
                  </a:lnTo>
                  <a:lnTo>
                    <a:pt x="2542" y="13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754664" y="1383710"/>
            <a:ext cx="1050626" cy="2156386"/>
          </a:xfrm>
          <a:custGeom>
            <a:avLst/>
            <a:gdLst/>
            <a:ahLst/>
            <a:cxnLst/>
            <a:rect l="0" t="0" r="r" b="b"/>
            <a:pathLst>
              <a:path w="3023" h="6373" fill="none">
                <a:moveTo>
                  <a:pt x="329" y="6363"/>
                </a:moveTo>
                <a:lnTo>
                  <a:pt x="376" y="6318"/>
                </a:lnTo>
                <a:lnTo>
                  <a:pt x="434" y="6250"/>
                </a:lnTo>
                <a:lnTo>
                  <a:pt x="504" y="6164"/>
                </a:lnTo>
                <a:lnTo>
                  <a:pt x="505" y="6163"/>
                </a:lnTo>
                <a:lnTo>
                  <a:pt x="582" y="6071"/>
                </a:lnTo>
                <a:lnTo>
                  <a:pt x="585" y="6067"/>
                </a:lnTo>
                <a:lnTo>
                  <a:pt x="669" y="5977"/>
                </a:lnTo>
                <a:lnTo>
                  <a:pt x="676" y="5971"/>
                </a:lnTo>
                <a:lnTo>
                  <a:pt x="767" y="5890"/>
                </a:lnTo>
                <a:lnTo>
                  <a:pt x="773" y="5885"/>
                </a:lnTo>
                <a:lnTo>
                  <a:pt x="874" y="5810"/>
                </a:lnTo>
                <a:lnTo>
                  <a:pt x="877" y="5808"/>
                </a:lnTo>
                <a:lnTo>
                  <a:pt x="988" y="5731"/>
                </a:lnTo>
                <a:lnTo>
                  <a:pt x="991" y="5728"/>
                </a:lnTo>
                <a:lnTo>
                  <a:pt x="1109" y="5653"/>
                </a:lnTo>
                <a:lnTo>
                  <a:pt x="1113" y="5651"/>
                </a:lnTo>
                <a:lnTo>
                  <a:pt x="1234" y="5582"/>
                </a:lnTo>
                <a:lnTo>
                  <a:pt x="1240" y="5579"/>
                </a:lnTo>
                <a:lnTo>
                  <a:pt x="1360" y="5519"/>
                </a:lnTo>
                <a:lnTo>
                  <a:pt x="1368" y="5515"/>
                </a:lnTo>
                <a:lnTo>
                  <a:pt x="1484" y="5468"/>
                </a:lnTo>
                <a:lnTo>
                  <a:pt x="1494" y="5464"/>
                </a:lnTo>
                <a:lnTo>
                  <a:pt x="1608" y="5430"/>
                </a:lnTo>
                <a:lnTo>
                  <a:pt x="1617" y="5428"/>
                </a:lnTo>
                <a:lnTo>
                  <a:pt x="1731" y="5404"/>
                </a:lnTo>
                <a:lnTo>
                  <a:pt x="1740" y="5403"/>
                </a:lnTo>
                <a:lnTo>
                  <a:pt x="1853" y="5388"/>
                </a:lnTo>
                <a:lnTo>
                  <a:pt x="1862" y="5388"/>
                </a:lnTo>
                <a:lnTo>
                  <a:pt x="1974" y="5381"/>
                </a:lnTo>
                <a:lnTo>
                  <a:pt x="1981" y="5381"/>
                </a:lnTo>
                <a:lnTo>
                  <a:pt x="2090" y="5382"/>
                </a:lnTo>
                <a:lnTo>
                  <a:pt x="2097" y="5382"/>
                </a:lnTo>
                <a:lnTo>
                  <a:pt x="2203" y="5390"/>
                </a:lnTo>
                <a:lnTo>
                  <a:pt x="2213" y="5391"/>
                </a:lnTo>
                <a:lnTo>
                  <a:pt x="2316" y="5407"/>
                </a:lnTo>
                <a:lnTo>
                  <a:pt x="2327" y="5410"/>
                </a:lnTo>
                <a:lnTo>
                  <a:pt x="2430" y="5437"/>
                </a:lnTo>
                <a:lnTo>
                  <a:pt x="2438" y="5439"/>
                </a:lnTo>
                <a:lnTo>
                  <a:pt x="2538" y="5473"/>
                </a:lnTo>
                <a:lnTo>
                  <a:pt x="2544" y="5475"/>
                </a:lnTo>
                <a:lnTo>
                  <a:pt x="2639" y="5514"/>
                </a:lnTo>
                <a:lnTo>
                  <a:pt x="2643" y="5515"/>
                </a:lnTo>
                <a:lnTo>
                  <a:pt x="2732" y="5555"/>
                </a:lnTo>
                <a:lnTo>
                  <a:pt x="2733" y="5556"/>
                </a:lnTo>
                <a:lnTo>
                  <a:pt x="2814" y="5593"/>
                </a:lnTo>
                <a:lnTo>
                  <a:pt x="2822" y="5597"/>
                </a:lnTo>
                <a:lnTo>
                  <a:pt x="2829" y="5601"/>
                </a:lnTo>
                <a:lnTo>
                  <a:pt x="2904" y="5651"/>
                </a:lnTo>
                <a:lnTo>
                  <a:pt x="2912" y="5656"/>
                </a:lnTo>
                <a:lnTo>
                  <a:pt x="2919" y="5663"/>
                </a:lnTo>
                <a:lnTo>
                  <a:pt x="2989" y="5731"/>
                </a:lnTo>
                <a:lnTo>
                  <a:pt x="2993" y="5735"/>
                </a:lnTo>
                <a:lnTo>
                  <a:pt x="3023" y="5767"/>
                </a:lnTo>
                <a:lnTo>
                  <a:pt x="3023" y="5671"/>
                </a:lnTo>
                <a:lnTo>
                  <a:pt x="3014" y="5496"/>
                </a:lnTo>
                <a:lnTo>
                  <a:pt x="2998" y="5303"/>
                </a:lnTo>
                <a:lnTo>
                  <a:pt x="2981" y="5109"/>
                </a:lnTo>
                <a:lnTo>
                  <a:pt x="2981" y="5108"/>
                </a:lnTo>
                <a:lnTo>
                  <a:pt x="2968" y="4931"/>
                </a:lnTo>
                <a:lnTo>
                  <a:pt x="2968" y="4930"/>
                </a:lnTo>
                <a:lnTo>
                  <a:pt x="2958" y="4769"/>
                </a:lnTo>
                <a:lnTo>
                  <a:pt x="2946" y="4608"/>
                </a:lnTo>
                <a:lnTo>
                  <a:pt x="2933" y="4448"/>
                </a:lnTo>
                <a:lnTo>
                  <a:pt x="2919" y="4288"/>
                </a:lnTo>
                <a:lnTo>
                  <a:pt x="2905" y="4128"/>
                </a:lnTo>
                <a:lnTo>
                  <a:pt x="2905" y="4127"/>
                </a:lnTo>
                <a:lnTo>
                  <a:pt x="2892" y="3967"/>
                </a:lnTo>
                <a:lnTo>
                  <a:pt x="2892" y="3966"/>
                </a:lnTo>
                <a:lnTo>
                  <a:pt x="2880" y="3805"/>
                </a:lnTo>
                <a:lnTo>
                  <a:pt x="2880" y="3805"/>
                </a:lnTo>
                <a:lnTo>
                  <a:pt x="2868" y="3644"/>
                </a:lnTo>
                <a:lnTo>
                  <a:pt x="2856" y="3483"/>
                </a:lnTo>
                <a:lnTo>
                  <a:pt x="2844" y="3323"/>
                </a:lnTo>
                <a:lnTo>
                  <a:pt x="2831" y="3163"/>
                </a:lnTo>
                <a:lnTo>
                  <a:pt x="2816" y="3003"/>
                </a:lnTo>
                <a:lnTo>
                  <a:pt x="2800" y="2842"/>
                </a:lnTo>
                <a:lnTo>
                  <a:pt x="2783" y="2681"/>
                </a:lnTo>
                <a:lnTo>
                  <a:pt x="2766" y="2520"/>
                </a:lnTo>
                <a:lnTo>
                  <a:pt x="2747" y="2360"/>
                </a:lnTo>
                <a:lnTo>
                  <a:pt x="2726" y="2201"/>
                </a:lnTo>
                <a:lnTo>
                  <a:pt x="2702" y="2043"/>
                </a:lnTo>
                <a:lnTo>
                  <a:pt x="2675" y="1882"/>
                </a:lnTo>
                <a:lnTo>
                  <a:pt x="2646" y="1719"/>
                </a:lnTo>
                <a:lnTo>
                  <a:pt x="2615" y="1556"/>
                </a:lnTo>
                <a:lnTo>
                  <a:pt x="2583" y="1397"/>
                </a:lnTo>
                <a:lnTo>
                  <a:pt x="2548" y="1245"/>
                </a:lnTo>
                <a:lnTo>
                  <a:pt x="2513" y="1104"/>
                </a:lnTo>
                <a:lnTo>
                  <a:pt x="2475" y="972"/>
                </a:lnTo>
                <a:lnTo>
                  <a:pt x="2435" y="845"/>
                </a:lnTo>
                <a:lnTo>
                  <a:pt x="2393" y="724"/>
                </a:lnTo>
                <a:lnTo>
                  <a:pt x="2351" y="612"/>
                </a:lnTo>
                <a:lnTo>
                  <a:pt x="2310" y="509"/>
                </a:lnTo>
                <a:lnTo>
                  <a:pt x="2269" y="416"/>
                </a:lnTo>
                <a:lnTo>
                  <a:pt x="2232" y="334"/>
                </a:lnTo>
                <a:lnTo>
                  <a:pt x="2197" y="264"/>
                </a:lnTo>
                <a:lnTo>
                  <a:pt x="2164" y="205"/>
                </a:lnTo>
                <a:lnTo>
                  <a:pt x="2131" y="155"/>
                </a:lnTo>
                <a:lnTo>
                  <a:pt x="2099" y="115"/>
                </a:lnTo>
                <a:lnTo>
                  <a:pt x="2064" y="79"/>
                </a:lnTo>
                <a:lnTo>
                  <a:pt x="2028" y="50"/>
                </a:lnTo>
                <a:lnTo>
                  <a:pt x="1994" y="27"/>
                </a:lnTo>
                <a:lnTo>
                  <a:pt x="1964" y="13"/>
                </a:lnTo>
                <a:lnTo>
                  <a:pt x="1932" y="4"/>
                </a:lnTo>
                <a:lnTo>
                  <a:pt x="1894" y="0"/>
                </a:lnTo>
                <a:lnTo>
                  <a:pt x="1844" y="2"/>
                </a:lnTo>
                <a:lnTo>
                  <a:pt x="1779" y="12"/>
                </a:lnTo>
                <a:lnTo>
                  <a:pt x="1700" y="32"/>
                </a:lnTo>
                <a:lnTo>
                  <a:pt x="1614" y="60"/>
                </a:lnTo>
                <a:lnTo>
                  <a:pt x="1524" y="95"/>
                </a:lnTo>
                <a:lnTo>
                  <a:pt x="1436" y="136"/>
                </a:lnTo>
                <a:lnTo>
                  <a:pt x="1354" y="180"/>
                </a:lnTo>
                <a:lnTo>
                  <a:pt x="1276" y="229"/>
                </a:lnTo>
                <a:lnTo>
                  <a:pt x="1198" y="285"/>
                </a:lnTo>
                <a:lnTo>
                  <a:pt x="1121" y="347"/>
                </a:lnTo>
                <a:lnTo>
                  <a:pt x="1045" y="414"/>
                </a:lnTo>
                <a:lnTo>
                  <a:pt x="972" y="486"/>
                </a:lnTo>
                <a:lnTo>
                  <a:pt x="902" y="563"/>
                </a:lnTo>
                <a:lnTo>
                  <a:pt x="835" y="644"/>
                </a:lnTo>
                <a:lnTo>
                  <a:pt x="770" y="730"/>
                </a:lnTo>
                <a:lnTo>
                  <a:pt x="707" y="821"/>
                </a:lnTo>
                <a:lnTo>
                  <a:pt x="647" y="917"/>
                </a:lnTo>
                <a:lnTo>
                  <a:pt x="589" y="1018"/>
                </a:lnTo>
                <a:lnTo>
                  <a:pt x="534" y="1122"/>
                </a:lnTo>
                <a:lnTo>
                  <a:pt x="480" y="1231"/>
                </a:lnTo>
                <a:lnTo>
                  <a:pt x="429" y="1345"/>
                </a:lnTo>
                <a:lnTo>
                  <a:pt x="381" y="1462"/>
                </a:lnTo>
                <a:lnTo>
                  <a:pt x="335" y="1584"/>
                </a:lnTo>
                <a:lnTo>
                  <a:pt x="293" y="1708"/>
                </a:lnTo>
                <a:lnTo>
                  <a:pt x="254" y="1835"/>
                </a:lnTo>
                <a:lnTo>
                  <a:pt x="218" y="1964"/>
                </a:lnTo>
                <a:lnTo>
                  <a:pt x="186" y="2098"/>
                </a:lnTo>
                <a:lnTo>
                  <a:pt x="156" y="2235"/>
                </a:lnTo>
                <a:lnTo>
                  <a:pt x="130" y="2374"/>
                </a:lnTo>
                <a:lnTo>
                  <a:pt x="106" y="2515"/>
                </a:lnTo>
                <a:lnTo>
                  <a:pt x="85" y="2656"/>
                </a:lnTo>
                <a:lnTo>
                  <a:pt x="66" y="2798"/>
                </a:lnTo>
                <a:lnTo>
                  <a:pt x="50" y="2941"/>
                </a:lnTo>
                <a:lnTo>
                  <a:pt x="36" y="3087"/>
                </a:lnTo>
                <a:lnTo>
                  <a:pt x="25" y="3233"/>
                </a:lnTo>
                <a:lnTo>
                  <a:pt x="16" y="3379"/>
                </a:lnTo>
                <a:lnTo>
                  <a:pt x="9" y="3524"/>
                </a:lnTo>
                <a:lnTo>
                  <a:pt x="4" y="3670"/>
                </a:lnTo>
                <a:lnTo>
                  <a:pt x="1" y="3816"/>
                </a:lnTo>
                <a:lnTo>
                  <a:pt x="0" y="3962"/>
                </a:lnTo>
                <a:lnTo>
                  <a:pt x="1" y="4107"/>
                </a:lnTo>
                <a:lnTo>
                  <a:pt x="4" y="4252"/>
                </a:lnTo>
                <a:lnTo>
                  <a:pt x="9" y="4394"/>
                </a:lnTo>
                <a:lnTo>
                  <a:pt x="17" y="4536"/>
                </a:lnTo>
                <a:lnTo>
                  <a:pt x="27" y="4678"/>
                </a:lnTo>
                <a:lnTo>
                  <a:pt x="40" y="4819"/>
                </a:lnTo>
                <a:lnTo>
                  <a:pt x="54" y="4958"/>
                </a:lnTo>
                <a:lnTo>
                  <a:pt x="69" y="5092"/>
                </a:lnTo>
                <a:lnTo>
                  <a:pt x="85" y="5220"/>
                </a:lnTo>
                <a:lnTo>
                  <a:pt x="101" y="5342"/>
                </a:lnTo>
                <a:lnTo>
                  <a:pt x="119" y="5460"/>
                </a:lnTo>
                <a:lnTo>
                  <a:pt x="138" y="5573"/>
                </a:lnTo>
                <a:lnTo>
                  <a:pt x="157" y="5683"/>
                </a:lnTo>
                <a:lnTo>
                  <a:pt x="178" y="5788"/>
                </a:lnTo>
                <a:lnTo>
                  <a:pt x="198" y="5890"/>
                </a:lnTo>
                <a:lnTo>
                  <a:pt x="219" y="5992"/>
                </a:lnTo>
                <a:lnTo>
                  <a:pt x="240" y="6095"/>
                </a:lnTo>
                <a:lnTo>
                  <a:pt x="261" y="6193"/>
                </a:lnTo>
                <a:lnTo>
                  <a:pt x="282" y="6279"/>
                </a:lnTo>
                <a:lnTo>
                  <a:pt x="303" y="6347"/>
                </a:lnTo>
                <a:lnTo>
                  <a:pt x="315" y="6373"/>
                </a:lnTo>
                <a:lnTo>
                  <a:pt x="329" y="636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285978" y="1383710"/>
            <a:ext cx="1025246" cy="2538866"/>
            <a:chOff x="2285978" y="1383710"/>
            <a:chExt cx="1025246" cy="2538866"/>
          </a:xfrm>
        </p:grpSpPr>
        <p:sp>
          <p:nvSpPr>
            <p:cNvPr id="22" name="Forma 21"/>
            <p:cNvSpPr/>
            <p:nvPr/>
          </p:nvSpPr>
          <p:spPr>
            <a:xfrm>
              <a:off x="2285978" y="1383710"/>
              <a:ext cx="1025246" cy="253886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376526" y="1624889"/>
              <a:ext cx="863505" cy="175930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386950" y="2504542"/>
              <a:ext cx="879085" cy="95993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285978" y="1383710"/>
            <a:ext cx="1025246" cy="253886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673913" y="1346395"/>
            <a:ext cx="1177158" cy="254233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247752" y="1346395"/>
            <a:ext cx="1101695" cy="2623530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1806685" y="1640562"/>
            <a:ext cx="152832" cy="117063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1837972" y="3518022"/>
            <a:ext cx="152842" cy="54476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1824303" y="2698023"/>
            <a:ext cx="924018" cy="957774"/>
            <a:chOff x="1824303" y="2698023"/>
            <a:chExt cx="924018" cy="957774"/>
          </a:xfrm>
        </p:grpSpPr>
        <p:sp>
          <p:nvSpPr>
            <p:cNvPr id="31" name="Forma 30"/>
            <p:cNvSpPr/>
            <p:nvPr/>
          </p:nvSpPr>
          <p:spPr>
            <a:xfrm>
              <a:off x="1824303" y="2698023"/>
              <a:ext cx="924018" cy="95777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307031" y="2768437"/>
              <a:ext cx="225857" cy="85258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743413" y="3492706"/>
            <a:ext cx="2536534" cy="564382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969264" y="1185062"/>
            <a:ext cx="2084832" cy="135331"/>
            <a:chOff x="969264" y="1185062"/>
            <a:chExt cx="2084832" cy="135331"/>
          </a:xfrm>
        </p:grpSpPr>
        <p:sp>
          <p:nvSpPr>
            <p:cNvPr id="35" name="Forma 34"/>
            <p:cNvSpPr/>
            <p:nvPr/>
          </p:nvSpPr>
          <p:spPr>
            <a:xfrm>
              <a:off x="969264" y="1185062"/>
              <a:ext cx="2084832" cy="13533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969264" y="1185062"/>
              <a:ext cx="2084832" cy="13533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"/>
          <p:cNvSpPr/>
          <p:nvPr/>
        </p:nvSpPr>
        <p:spPr>
          <a:xfrm>
            <a:off x="372252" y="4433011"/>
            <a:ext cx="2135856" cy="215066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"/>
          <p:cNvSpPr/>
          <p:nvPr/>
        </p:nvSpPr>
        <p:spPr>
          <a:xfrm>
            <a:off x="1043788" y="4556227"/>
            <a:ext cx="792785" cy="164660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"/>
          <p:cNvGrpSpPr/>
          <p:nvPr/>
        </p:nvGrpSpPr>
        <p:grpSpPr>
          <a:xfrm>
            <a:off x="414223" y="4612234"/>
            <a:ext cx="2051914" cy="1845991"/>
            <a:chOff x="414223" y="4612234"/>
            <a:chExt cx="2051914" cy="1845991"/>
          </a:xfrm>
        </p:grpSpPr>
        <p:sp>
          <p:nvSpPr>
            <p:cNvPr id="40" name="Forma 39"/>
            <p:cNvSpPr/>
            <p:nvPr/>
          </p:nvSpPr>
          <p:spPr>
            <a:xfrm>
              <a:off x="414223" y="4612234"/>
              <a:ext cx="2051914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14223" y="4612234"/>
              <a:ext cx="2051914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"/>
          <p:cNvSpPr/>
          <p:nvPr/>
        </p:nvSpPr>
        <p:spPr>
          <a:xfrm>
            <a:off x="542468" y="4629451"/>
            <a:ext cx="789935" cy="1683436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"/>
          <p:cNvSpPr/>
          <p:nvPr/>
        </p:nvSpPr>
        <p:spPr>
          <a:xfrm>
            <a:off x="1598597" y="4629451"/>
            <a:ext cx="739296" cy="173720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"/>
          <p:cNvSpPr/>
          <p:nvPr/>
        </p:nvSpPr>
        <p:spPr>
          <a:xfrm>
            <a:off x="1444301" y="4898736"/>
            <a:ext cx="306828" cy="143627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"/>
          <p:cNvGrpSpPr/>
          <p:nvPr/>
        </p:nvGrpSpPr>
        <p:grpSpPr>
          <a:xfrm>
            <a:off x="1162716" y="4433011"/>
            <a:ext cx="554928" cy="961070"/>
            <a:chOff x="1162716" y="4433011"/>
            <a:chExt cx="554928" cy="961070"/>
          </a:xfrm>
        </p:grpSpPr>
        <p:sp>
          <p:nvSpPr>
            <p:cNvPr id="46" name="Forma 45"/>
            <p:cNvSpPr/>
            <p:nvPr/>
          </p:nvSpPr>
          <p:spPr>
            <a:xfrm>
              <a:off x="1162716" y="4433011"/>
              <a:ext cx="554928" cy="96107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398209" y="4500220"/>
              <a:ext cx="83942" cy="49006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8" name="LiquidoPleuralD"/>
          <p:cNvSpPr/>
          <p:nvPr/>
        </p:nvSpPr>
        <p:spPr>
          <a:xfrm>
            <a:off x="544800" y="5181397"/>
            <a:ext cx="783458" cy="1131489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49" name="PulmonDerecho"/>
          <p:cNvGrpSpPr/>
          <p:nvPr/>
        </p:nvGrpSpPr>
        <p:grpSpPr>
          <a:xfrm>
            <a:off x="688859" y="4654159"/>
            <a:ext cx="579436" cy="784290"/>
            <a:chOff x="688859" y="4654159"/>
            <a:chExt cx="579436" cy="784290"/>
          </a:xfrm>
        </p:grpSpPr>
        <p:sp>
          <p:nvSpPr>
            <p:cNvPr id="50" name="Forma 49"/>
            <p:cNvSpPr/>
            <p:nvPr/>
          </p:nvSpPr>
          <p:spPr>
            <a:xfrm>
              <a:off x="688859" y="4654159"/>
              <a:ext cx="579436" cy="784290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1" name="Forma 50"/>
            <p:cNvSpPr/>
            <p:nvPr/>
          </p:nvSpPr>
          <p:spPr>
            <a:xfrm>
              <a:off x="731016" y="4731127"/>
              <a:ext cx="464334" cy="561452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03949" y="4995658"/>
              <a:ext cx="500815" cy="328283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3" name="PleuraVisceralD"/>
          <p:cNvSpPr/>
          <p:nvPr/>
        </p:nvSpPr>
        <p:spPr>
          <a:xfrm>
            <a:off x="688859" y="4654159"/>
            <a:ext cx="579436" cy="784290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4" name="PulmonIzquierdo"/>
          <p:cNvGrpSpPr/>
          <p:nvPr/>
        </p:nvGrpSpPr>
        <p:grpSpPr>
          <a:xfrm>
            <a:off x="1624248" y="4654159"/>
            <a:ext cx="687994" cy="1681141"/>
            <a:chOff x="1624248" y="4654159"/>
            <a:chExt cx="687994" cy="1681141"/>
          </a:xfrm>
        </p:grpSpPr>
        <p:sp>
          <p:nvSpPr>
            <p:cNvPr id="55" name="Forma 54"/>
            <p:cNvSpPr/>
            <p:nvPr/>
          </p:nvSpPr>
          <p:spPr>
            <a:xfrm>
              <a:off x="1624248" y="4654159"/>
              <a:ext cx="687994" cy="168114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6" name="Forma 55"/>
            <p:cNvSpPr/>
            <p:nvPr/>
          </p:nvSpPr>
          <p:spPr>
            <a:xfrm>
              <a:off x="1685011" y="4813859"/>
              <a:ext cx="579457" cy="116494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1692006" y="5396332"/>
              <a:ext cx="589912" cy="63563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8" name="PleuraVisceralI"/>
          <p:cNvSpPr/>
          <p:nvPr/>
        </p:nvSpPr>
        <p:spPr>
          <a:xfrm>
            <a:off x="1624248" y="4654159"/>
            <a:ext cx="687994" cy="168114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9" name="PleuraParietalD"/>
          <p:cNvSpPr/>
          <p:nvPr/>
        </p:nvSpPr>
        <p:spPr>
          <a:xfrm>
            <a:off x="542468" y="4629451"/>
            <a:ext cx="789935" cy="1683436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PleuraParietalI"/>
          <p:cNvSpPr/>
          <p:nvPr/>
        </p:nvSpPr>
        <p:spPr>
          <a:xfrm>
            <a:off x="1598597" y="4629451"/>
            <a:ext cx="739296" cy="173720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VenaCavaSup"/>
          <p:cNvSpPr/>
          <p:nvPr/>
        </p:nvSpPr>
        <p:spPr>
          <a:xfrm>
            <a:off x="1302618" y="4824237"/>
            <a:ext cx="102559" cy="77514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2" name="VenaCavaInf"/>
          <p:cNvSpPr/>
          <p:nvPr/>
        </p:nvSpPr>
        <p:spPr>
          <a:xfrm>
            <a:off x="1323613" y="6067420"/>
            <a:ext cx="102565" cy="36072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3" name="Corazon"/>
          <p:cNvGrpSpPr/>
          <p:nvPr/>
        </p:nvGrpSpPr>
        <p:grpSpPr>
          <a:xfrm>
            <a:off x="1314440" y="5524448"/>
            <a:ext cx="620065" cy="634201"/>
            <a:chOff x="1314440" y="5524448"/>
            <a:chExt cx="620065" cy="634201"/>
          </a:xfrm>
        </p:grpSpPr>
        <p:sp>
          <p:nvSpPr>
            <p:cNvPr id="64" name="Forma 63"/>
            <p:cNvSpPr/>
            <p:nvPr/>
          </p:nvSpPr>
          <p:spPr>
            <a:xfrm>
              <a:off x="1314440" y="5524448"/>
              <a:ext cx="620065" cy="63420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5" name="Forma 64"/>
            <p:cNvSpPr/>
            <p:nvPr/>
          </p:nvSpPr>
          <p:spPr>
            <a:xfrm>
              <a:off x="1638376" y="5571073"/>
              <a:ext cx="151562" cy="56455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6" name="Diafragma"/>
          <p:cNvSpPr/>
          <p:nvPr/>
        </p:nvSpPr>
        <p:spPr>
          <a:xfrm>
            <a:off x="589106" y="6050656"/>
            <a:ext cx="1702148" cy="373712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7" name="Clavículas"/>
          <p:cNvGrpSpPr/>
          <p:nvPr/>
        </p:nvGrpSpPr>
        <p:grpSpPr>
          <a:xfrm>
            <a:off x="740664" y="4522622"/>
            <a:ext cx="1399032" cy="89611"/>
            <a:chOff x="740664" y="4522622"/>
            <a:chExt cx="1399032" cy="89611"/>
          </a:xfrm>
        </p:grpSpPr>
        <p:sp>
          <p:nvSpPr>
            <p:cNvPr id="68" name="Forma 67"/>
            <p:cNvSpPr/>
            <p:nvPr/>
          </p:nvSpPr>
          <p:spPr>
            <a:xfrm>
              <a:off x="740664" y="4522622"/>
              <a:ext cx="1399032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740664" y="4522622"/>
              <a:ext cx="1399032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0" name="Recuadro Grado leve (pequeño)"/>
          <p:cNvGrpSpPr/>
          <p:nvPr/>
        </p:nvGrpSpPr>
        <p:grpSpPr>
          <a:xfrm>
            <a:off x="3931920" y="914400"/>
            <a:ext cx="3383280" cy="2194560"/>
            <a:chOff x="3931920" y="914400"/>
            <a:chExt cx="3383280" cy="2194560"/>
          </a:xfrm>
        </p:grpSpPr>
        <p:sp>
          <p:nvSpPr>
            <p:cNvPr id="71" name="Forma 70"/>
            <p:cNvSpPr/>
            <p:nvPr/>
          </p:nvSpPr>
          <p:spPr>
            <a:xfrm>
              <a:off x="3931920" y="1280160"/>
              <a:ext cx="3383280" cy="18288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Asintomático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No comprime el pulmón de forma significativa: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 incidental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la radiografía.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72" name="Forma 71"/>
            <p:cNvSpPr/>
            <p:nvPr/>
          </p:nvSpPr>
          <p:spPr>
            <a:xfrm>
              <a:off x="3931920" y="914400"/>
              <a:ext cx="3383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LEVE (PEQUEÑO)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3" name="Recuadro Disnea"/>
          <p:cNvGrpSpPr/>
          <p:nvPr/>
        </p:nvGrpSpPr>
        <p:grpSpPr>
          <a:xfrm>
            <a:off x="7543800" y="914400"/>
            <a:ext cx="2148840" cy="1737360"/>
            <a:chOff x="7543800" y="914400"/>
            <a:chExt cx="2148840" cy="1737360"/>
          </a:xfrm>
        </p:grpSpPr>
        <p:sp>
          <p:nvSpPr>
            <p:cNvPr id="74" name="Forma 73"/>
            <p:cNvSpPr/>
            <p:nvPr/>
          </p:nvSpPr>
          <p:spPr>
            <a:xfrm>
              <a:off x="7543800" y="1280160"/>
              <a:ext cx="2148840" cy="137160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3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Cuando el derrame ocupa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de 1/3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hemitórax: menos pulmón disponible para ventilar.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7543800" y="9144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76" name="Recuadro Dolor pleurítico"/>
          <p:cNvGrpSpPr/>
          <p:nvPr/>
        </p:nvGrpSpPr>
        <p:grpSpPr>
          <a:xfrm>
            <a:off x="9784080" y="914400"/>
            <a:ext cx="2148840" cy="1737360"/>
            <a:chOff x="9784080" y="914400"/>
            <a:chExt cx="2148840" cy="1737360"/>
          </a:xfrm>
        </p:grpSpPr>
        <p:sp>
          <p:nvSpPr>
            <p:cNvPr id="77" name="Forma 76"/>
            <p:cNvSpPr/>
            <p:nvPr/>
          </p:nvSpPr>
          <p:spPr>
            <a:xfrm>
              <a:off x="9784080" y="1280160"/>
              <a:ext cx="2148840" cy="13716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Puntada de costado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que aumenta con la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inspiración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la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inflamación de la hoja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parietal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(inervada).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8" name="Forma 77"/>
            <p:cNvSpPr/>
            <p:nvPr/>
          </p:nvSpPr>
          <p:spPr>
            <a:xfrm>
              <a:off x="9784080" y="9144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769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PLEURÍTICO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79" name="Recuadro Tos seca"/>
          <p:cNvGrpSpPr/>
          <p:nvPr/>
        </p:nvGrpSpPr>
        <p:grpSpPr>
          <a:xfrm>
            <a:off x="7543800" y="2743200"/>
            <a:ext cx="2148840" cy="1737360"/>
            <a:chOff x="7543800" y="2743200"/>
            <a:chExt cx="2148840" cy="1737360"/>
          </a:xfrm>
        </p:grpSpPr>
        <p:sp>
          <p:nvSpPr>
            <p:cNvPr id="80" name="Forma 79"/>
            <p:cNvSpPr/>
            <p:nvPr/>
          </p:nvSpPr>
          <p:spPr>
            <a:xfrm>
              <a:off x="7543800" y="3108960"/>
              <a:ext cx="2148840" cy="137160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3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Irritativa, sin expectoración: irritación de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receptores pleurales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7543800" y="27432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 SECA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2" name="Recuadro Trepopnea"/>
          <p:cNvGrpSpPr/>
          <p:nvPr/>
        </p:nvGrpSpPr>
        <p:grpSpPr>
          <a:xfrm>
            <a:off x="9784080" y="2743200"/>
            <a:ext cx="2148840" cy="1737360"/>
            <a:chOff x="9784080" y="2743200"/>
            <a:chExt cx="2148840" cy="1737360"/>
          </a:xfrm>
        </p:grpSpPr>
        <p:sp>
          <p:nvSpPr>
            <p:cNvPr id="83" name="Forma 82"/>
            <p:cNvSpPr/>
            <p:nvPr/>
          </p:nvSpPr>
          <p:spPr>
            <a:xfrm>
              <a:off x="9784080" y="3108960"/>
              <a:ext cx="2148840" cy="13716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854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que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mejora en decúbito lateral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sobre 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lado del derrame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84" name="Forma 83"/>
            <p:cNvSpPr/>
            <p:nvPr/>
          </p:nvSpPr>
          <p:spPr>
            <a:xfrm>
              <a:off x="9784080" y="27432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TREPOPNEA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85" name="Moderado grave"/>
          <p:cNvSpPr/>
          <p:nvPr/>
        </p:nvSpPr>
        <p:spPr>
          <a:xfrm>
            <a:off x="3931920" y="3291840"/>
            <a:ext cx="3383280" cy="9144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GRADO MODERADO – GRAVE →</a:t>
            </a:r>
            <a:endParaRPr lang="es-AR" sz="2100" dirty="0">
              <a:latin typeface="Mali"/>
            </a:endParaRPr>
          </a:p>
        </p:txBody>
      </p:sp>
      <p:sp>
        <p:nvSpPr>
          <p:cNvPr id="86" name="Revisión síntomas"/>
          <p:cNvSpPr/>
          <p:nvPr/>
        </p:nvSpPr>
        <p:spPr>
          <a:xfrm>
            <a:off x="2743200" y="4572000"/>
            <a:ext cx="9144000" cy="17830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origen de la tos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(hoja visceral o receptores de la parietal) y el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mecanismo de la trepopnea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están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(Auditoría científica).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8254" y="91440"/>
            <a:ext cx="950884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LOS SÍNTOMAS DEPENDEN DEL GRADO DEL DERRAME</a:t>
            </a:r>
            <a:endParaRPr lang="es-AR" sz="2400" dirty="0">
              <a:latin typeface="Mali"/>
            </a:endParaRPr>
          </a:p>
        </p:txBody>
      </p:sp>
      <p:sp>
        <p:nvSpPr>
          <p:cNvPr id="8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6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89387" y="1069848"/>
            <a:ext cx="4690506" cy="482803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64131" y="1346454"/>
            <a:ext cx="1741018" cy="369646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1558" y="1472184"/>
            <a:ext cx="4506163" cy="4144061"/>
            <a:chOff x="581558" y="1472184"/>
            <a:chExt cx="4506163" cy="4144061"/>
          </a:xfrm>
        </p:grpSpPr>
        <p:sp>
          <p:nvSpPr>
            <p:cNvPr id="7" name="Forma 6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43690" y="2115352"/>
            <a:ext cx="673819" cy="322428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25307" y="1069848"/>
            <a:ext cx="1218665" cy="2157504"/>
            <a:chOff x="2225307" y="1069848"/>
            <a:chExt cx="1218665" cy="2157504"/>
          </a:xfrm>
        </p:grpSpPr>
        <p:sp>
          <p:nvSpPr>
            <p:cNvPr id="13" name="Forma 12"/>
            <p:cNvSpPr/>
            <p:nvPr/>
          </p:nvSpPr>
          <p:spPr>
            <a:xfrm>
              <a:off x="2225307" y="1069848"/>
              <a:ext cx="1218665" cy="215750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42468" y="1220724"/>
              <a:ext cx="184343" cy="110013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919522" y="1566303"/>
            <a:ext cx="1622097" cy="3653138"/>
            <a:chOff x="919522" y="1566303"/>
            <a:chExt cx="1622097" cy="3653138"/>
          </a:xfrm>
        </p:grpSpPr>
        <p:sp>
          <p:nvSpPr>
            <p:cNvPr id="16" name="Forma 15"/>
            <p:cNvSpPr/>
            <p:nvPr/>
          </p:nvSpPr>
          <p:spPr>
            <a:xfrm>
              <a:off x="919522" y="1566303"/>
              <a:ext cx="1622097" cy="365313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024439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958012" y="3156966"/>
              <a:ext cx="1364564" cy="1531861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919522" y="1566303"/>
            <a:ext cx="1622097" cy="3653138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238869" y="1566303"/>
            <a:ext cx="1510890" cy="3773991"/>
            <a:chOff x="3238869" y="1566303"/>
            <a:chExt cx="1510890" cy="3773991"/>
          </a:xfrm>
        </p:grpSpPr>
        <p:sp>
          <p:nvSpPr>
            <p:cNvPr id="21" name="Forma 20"/>
            <p:cNvSpPr/>
            <p:nvPr/>
          </p:nvSpPr>
          <p:spPr>
            <a:xfrm>
              <a:off x="3238869" y="1566303"/>
              <a:ext cx="1510890" cy="377399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372307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387669" y="3232404"/>
              <a:ext cx="1295494" cy="142692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238869" y="1566303"/>
            <a:ext cx="1510890" cy="377399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532543" y="1948110"/>
            <a:ext cx="225227" cy="174012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578650" y="4738929"/>
            <a:ext cx="225241" cy="80977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558505" y="3520011"/>
            <a:ext cx="1361711" cy="1423718"/>
            <a:chOff x="2558505" y="3520011"/>
            <a:chExt cx="1361711" cy="1423718"/>
          </a:xfrm>
        </p:grpSpPr>
        <p:sp>
          <p:nvSpPr>
            <p:cNvPr id="30" name="Forma 29"/>
            <p:cNvSpPr/>
            <p:nvPr/>
          </p:nvSpPr>
          <p:spPr>
            <a:xfrm>
              <a:off x="2558505" y="3520011"/>
              <a:ext cx="1361711" cy="14237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269894" y="3624682"/>
              <a:ext cx="332842" cy="12673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965615" y="4701297"/>
            <a:ext cx="3738050" cy="83894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298448" y="1271016"/>
            <a:ext cx="3072384" cy="201168"/>
            <a:chOff x="1298448" y="1271016"/>
            <a:chExt cx="3072384" cy="201168"/>
          </a:xfrm>
        </p:grpSpPr>
        <p:sp>
          <p:nvSpPr>
            <p:cNvPr id="34" name="Forma 33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5577840" y="3931920"/>
            <a:ext cx="2417856" cy="308610"/>
            <a:chOff x="5577840" y="3931920"/>
            <a:chExt cx="2417856" cy="308610"/>
          </a:xfrm>
        </p:grpSpPr>
        <p:sp>
          <p:nvSpPr>
            <p:cNvPr id="37" name="Forma 36"/>
            <p:cNvSpPr/>
            <p:nvPr/>
          </p:nvSpPr>
          <p:spPr>
            <a:xfrm>
              <a:off x="5577840" y="3931920"/>
              <a:ext cx="2377440" cy="11110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5577840" y="4043020"/>
              <a:ext cx="2377440" cy="197510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5584972" y="4097335"/>
              <a:ext cx="2410724" cy="88880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5482742" y="4240530"/>
            <a:ext cx="2567635" cy="518465"/>
            <a:chOff x="5482742" y="4240530"/>
            <a:chExt cx="2567635" cy="518465"/>
          </a:xfrm>
        </p:grpSpPr>
        <p:sp>
          <p:nvSpPr>
            <p:cNvPr id="41" name="Forma 40"/>
            <p:cNvSpPr/>
            <p:nvPr/>
          </p:nvSpPr>
          <p:spPr>
            <a:xfrm>
              <a:off x="5577840" y="4240530"/>
              <a:ext cx="2377440" cy="518465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482742" y="4252874"/>
              <a:ext cx="2567635" cy="49377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839358" y="4262750"/>
            <a:ext cx="1854403" cy="434523"/>
            <a:chOff x="5839358" y="4262750"/>
            <a:chExt cx="1854403" cy="434523"/>
          </a:xfrm>
        </p:grpSpPr>
        <p:sp>
          <p:nvSpPr>
            <p:cNvPr id="44" name="Forma 43"/>
            <p:cNvSpPr/>
            <p:nvPr/>
          </p:nvSpPr>
          <p:spPr>
            <a:xfrm>
              <a:off x="5839358" y="4262750"/>
              <a:ext cx="570586" cy="43452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929701" y="4346692"/>
              <a:ext cx="389900" cy="26663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123176" y="4262750"/>
              <a:ext cx="570586" cy="43452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213519" y="4346692"/>
              <a:ext cx="389900" cy="26663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360018" y="4546671"/>
            <a:ext cx="1364651" cy="187635"/>
            <a:chOff x="6360018" y="4546671"/>
            <a:chExt cx="1364651" cy="187635"/>
          </a:xfrm>
        </p:grpSpPr>
        <p:sp>
          <p:nvSpPr>
            <p:cNvPr id="49" name="Forma 48"/>
            <p:cNvSpPr/>
            <p:nvPr/>
          </p:nvSpPr>
          <p:spPr>
            <a:xfrm>
              <a:off x="6360018" y="4546671"/>
              <a:ext cx="61813" cy="6419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83792" y="4620738"/>
              <a:ext cx="52304" cy="54315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398057" y="4689866"/>
              <a:ext cx="42794" cy="44440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643835" y="4546671"/>
              <a:ext cx="61813" cy="6419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667610" y="4620738"/>
              <a:ext cx="52304" cy="54315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681874" y="4689866"/>
              <a:ext cx="42794" cy="44440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5575463" y="4783684"/>
            <a:ext cx="2382195" cy="180228"/>
            <a:chOff x="5575463" y="4783684"/>
            <a:chExt cx="2382195" cy="180228"/>
          </a:xfrm>
        </p:grpSpPr>
        <p:sp>
          <p:nvSpPr>
            <p:cNvPr id="56" name="Forma 55"/>
            <p:cNvSpPr/>
            <p:nvPr/>
          </p:nvSpPr>
          <p:spPr>
            <a:xfrm>
              <a:off x="5577840" y="4783684"/>
              <a:ext cx="2377440" cy="16788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5575463" y="4919472"/>
              <a:ext cx="2382195" cy="44440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5620634" y="4931816"/>
              <a:ext cx="2291852" cy="1975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5577840" y="4828123"/>
            <a:ext cx="2377440" cy="6912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814109" y="4793559"/>
            <a:ext cx="1141171" cy="167884"/>
            <a:chOff x="6814109" y="4793559"/>
            <a:chExt cx="1141171" cy="167884"/>
          </a:xfrm>
        </p:grpSpPr>
        <p:sp>
          <p:nvSpPr>
            <p:cNvPr id="61" name="Forma 60"/>
            <p:cNvSpPr/>
            <p:nvPr/>
          </p:nvSpPr>
          <p:spPr>
            <a:xfrm>
              <a:off x="6814109" y="4793559"/>
              <a:ext cx="1141171" cy="7406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6982907" y="4857750"/>
              <a:ext cx="42794" cy="10369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363297" y="4857750"/>
              <a:ext cx="42794" cy="10369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96139" y="4857750"/>
              <a:ext cx="42794" cy="10369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5577840" y="4963912"/>
            <a:ext cx="2377440" cy="9505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5435194" y="5056495"/>
            <a:ext cx="2662733" cy="130851"/>
            <a:chOff x="5435194" y="5056495"/>
            <a:chExt cx="2662733" cy="130851"/>
          </a:xfrm>
        </p:grpSpPr>
        <p:sp>
          <p:nvSpPr>
            <p:cNvPr id="67" name="Forma 66"/>
            <p:cNvSpPr/>
            <p:nvPr/>
          </p:nvSpPr>
          <p:spPr>
            <a:xfrm>
              <a:off x="5435194" y="5058964"/>
              <a:ext cx="2662733" cy="128382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5456591" y="5056495"/>
              <a:ext cx="2619939" cy="44440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5501762" y="5068839"/>
              <a:ext cx="2529596" cy="1975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5435194" y="5128092"/>
            <a:ext cx="2662733" cy="444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5435194" y="5207097"/>
            <a:ext cx="2684130" cy="1193703"/>
            <a:chOff x="5435194" y="5207097"/>
            <a:chExt cx="2684130" cy="1193703"/>
          </a:xfrm>
        </p:grpSpPr>
        <p:sp>
          <p:nvSpPr>
            <p:cNvPr id="72" name="Forma 71"/>
            <p:cNvSpPr/>
            <p:nvPr/>
          </p:nvSpPr>
          <p:spPr>
            <a:xfrm>
              <a:off x="5435194" y="5207097"/>
              <a:ext cx="2662733" cy="119370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5527914" y="5234254"/>
              <a:ext cx="2591410" cy="95792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74" name="Nivel 1"/>
          <p:cNvGrpSpPr/>
          <p:nvPr/>
        </p:nvGrpSpPr>
        <p:grpSpPr>
          <a:xfrm>
            <a:off x="2834640" y="914400"/>
            <a:ext cx="9052560" cy="530352"/>
            <a:chOff x="2834640" y="914400"/>
            <a:chExt cx="9052560" cy="530352"/>
          </a:xfrm>
        </p:grpSpPr>
        <p:sp>
          <p:nvSpPr>
            <p:cNvPr id="75" name="Paso 1"/>
            <p:cNvSpPr/>
            <p:nvPr/>
          </p:nvSpPr>
          <p:spPr>
            <a:xfrm>
              <a:off x="5623560" y="960120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76" name="Forma 75"/>
            <p:cNvSpPr/>
            <p:nvPr/>
          </p:nvSpPr>
          <p:spPr>
            <a:xfrm>
              <a:off x="6172200" y="914400"/>
              <a:ext cx="5715000" cy="53035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Vía aérea alta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laringe, tráquea, cuerdas vocales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77" name="Flecha 76_2"/>
            <p:cNvSpPr/>
            <p:nvPr/>
          </p:nvSpPr>
          <p:spPr>
            <a:xfrm>
              <a:off x="2834640" y="1179576"/>
              <a:ext cx="2788920" cy="141732"/>
            </a:xfrm>
            <a:custGeom>
              <a:avLst/>
              <a:gdLst/>
              <a:ahLst/>
              <a:cxnLst/>
              <a:rect l="0" t="0" r="r" b="b"/>
              <a:pathLst>
                <a:path w="3050" h="154" fill="none">
                  <a:moveTo>
                    <a:pt x="3050" y="0"/>
                  </a:moveTo>
                  <a:lnTo>
                    <a:pt x="0" y="154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78" name="Nivel 2"/>
          <p:cNvGrpSpPr/>
          <p:nvPr/>
        </p:nvGrpSpPr>
        <p:grpSpPr>
          <a:xfrm>
            <a:off x="2553005" y="1517904"/>
            <a:ext cx="9334195" cy="1337310"/>
            <a:chOff x="2553005" y="1517904"/>
            <a:chExt cx="9334195" cy="1337310"/>
          </a:xfrm>
        </p:grpSpPr>
        <p:sp>
          <p:nvSpPr>
            <p:cNvPr id="79" name="Paso 2"/>
            <p:cNvSpPr/>
            <p:nvPr/>
          </p:nvSpPr>
          <p:spPr>
            <a:xfrm>
              <a:off x="5623560" y="1563624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0" name="Forma 80"/>
            <p:cNvSpPr/>
            <p:nvPr/>
          </p:nvSpPr>
          <p:spPr>
            <a:xfrm>
              <a:off x="6172200" y="1517904"/>
              <a:ext cx="5715000" cy="53035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Bronquios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principales o secundarios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1" name="Flecha 81_2"/>
            <p:cNvSpPr/>
            <p:nvPr/>
          </p:nvSpPr>
          <p:spPr>
            <a:xfrm>
              <a:off x="2553005" y="1783080"/>
              <a:ext cx="3070555" cy="1072134"/>
            </a:xfrm>
            <a:custGeom>
              <a:avLst/>
              <a:gdLst/>
              <a:ahLst/>
              <a:cxnLst/>
              <a:rect l="0" t="0" r="r" b="b"/>
              <a:pathLst>
                <a:path w="3358" h="1172" fill="none">
                  <a:moveTo>
                    <a:pt x="3358" y="0"/>
                  </a:moveTo>
                  <a:lnTo>
                    <a:pt x="0" y="1172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82" name="Nivel 3"/>
          <p:cNvGrpSpPr/>
          <p:nvPr/>
        </p:nvGrpSpPr>
        <p:grpSpPr>
          <a:xfrm>
            <a:off x="1605686" y="2121408"/>
            <a:ext cx="10281514" cy="658368"/>
            <a:chOff x="1605686" y="2121408"/>
            <a:chExt cx="10281514" cy="658368"/>
          </a:xfrm>
        </p:grpSpPr>
        <p:sp>
          <p:nvSpPr>
            <p:cNvPr id="83" name="Paso 3"/>
            <p:cNvSpPr/>
            <p:nvPr/>
          </p:nvSpPr>
          <p:spPr>
            <a:xfrm>
              <a:off x="5623560" y="2167128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4" name="Forma 85"/>
            <p:cNvSpPr/>
            <p:nvPr/>
          </p:nvSpPr>
          <p:spPr>
            <a:xfrm>
              <a:off x="6172200" y="2121408"/>
              <a:ext cx="5715000" cy="53035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Bronquiolo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dificultad de ingreso de aire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5" name="Flecha 86_2"/>
            <p:cNvSpPr/>
            <p:nvPr/>
          </p:nvSpPr>
          <p:spPr>
            <a:xfrm>
              <a:off x="1605686" y="2386584"/>
              <a:ext cx="4017874" cy="393192"/>
            </a:xfrm>
            <a:custGeom>
              <a:avLst/>
              <a:gdLst/>
              <a:ahLst/>
              <a:cxnLst/>
              <a:rect l="0" t="0" r="r" b="b"/>
              <a:pathLst>
                <a:path w="4394" h="429" fill="none">
                  <a:moveTo>
                    <a:pt x="4394" y="0"/>
                  </a:moveTo>
                  <a:lnTo>
                    <a:pt x="0" y="429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86" name="Nivel 4"/>
          <p:cNvGrpSpPr/>
          <p:nvPr/>
        </p:nvGrpSpPr>
        <p:grpSpPr>
          <a:xfrm>
            <a:off x="1452067" y="2724912"/>
            <a:ext cx="10435133" cy="960120"/>
            <a:chOff x="1452067" y="2724912"/>
            <a:chExt cx="10435133" cy="960120"/>
          </a:xfrm>
        </p:grpSpPr>
        <p:sp>
          <p:nvSpPr>
            <p:cNvPr id="87" name="Paso 4"/>
            <p:cNvSpPr/>
            <p:nvPr/>
          </p:nvSpPr>
          <p:spPr>
            <a:xfrm>
              <a:off x="5623560" y="2770632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0"/>
            <p:cNvSpPr/>
            <p:nvPr/>
          </p:nvSpPr>
          <p:spPr>
            <a:xfrm>
              <a:off x="6172200" y="2724912"/>
              <a:ext cx="5715000" cy="53035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Membrana alvéolo-capilar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intercambio gaseoso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9" name="Flecha 91_2"/>
            <p:cNvSpPr/>
            <p:nvPr/>
          </p:nvSpPr>
          <p:spPr>
            <a:xfrm>
              <a:off x="1452067" y="2990088"/>
              <a:ext cx="4171493" cy="694944"/>
            </a:xfrm>
            <a:custGeom>
              <a:avLst/>
              <a:gdLst/>
              <a:ahLst/>
              <a:cxnLst/>
              <a:rect l="0" t="0" r="r" b="b"/>
              <a:pathLst>
                <a:path w="4562" h="760" fill="none">
                  <a:moveTo>
                    <a:pt x="4562" y="0"/>
                  </a:moveTo>
                  <a:lnTo>
                    <a:pt x="0" y="760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90" name="Nivel 5"/>
          <p:cNvGrpSpPr/>
          <p:nvPr/>
        </p:nvGrpSpPr>
        <p:grpSpPr>
          <a:xfrm>
            <a:off x="1298448" y="3328416"/>
            <a:ext cx="10588752" cy="809244"/>
            <a:chOff x="1298448" y="3328416"/>
            <a:chExt cx="10588752" cy="809244"/>
          </a:xfrm>
        </p:grpSpPr>
        <p:sp>
          <p:nvSpPr>
            <p:cNvPr id="91" name="Paso 5"/>
            <p:cNvSpPr/>
            <p:nvPr/>
          </p:nvSpPr>
          <p:spPr>
            <a:xfrm>
              <a:off x="5623560" y="3374136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92" name="Forma 95"/>
            <p:cNvSpPr/>
            <p:nvPr/>
          </p:nvSpPr>
          <p:spPr>
            <a:xfrm>
              <a:off x="6172200" y="3328416"/>
              <a:ext cx="5715000" cy="53035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Alvéolo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el espacio aéreo propiamente dicho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93" name="Flecha 96_2"/>
            <p:cNvSpPr/>
            <p:nvPr/>
          </p:nvSpPr>
          <p:spPr>
            <a:xfrm>
              <a:off x="1298448" y="3593592"/>
              <a:ext cx="4325112" cy="544068"/>
            </a:xfrm>
            <a:custGeom>
              <a:avLst/>
              <a:gdLst/>
              <a:ahLst/>
              <a:cxnLst/>
              <a:rect l="0" t="0" r="r" b="b"/>
              <a:pathLst>
                <a:path w="4730" h="595" fill="none">
                  <a:moveTo>
                    <a:pt x="4730" y="0"/>
                  </a:moveTo>
                  <a:lnTo>
                    <a:pt x="0" y="595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sp>
        <p:nvSpPr>
          <p:cNvPr id="94" name="Ubicar"/>
          <p:cNvSpPr/>
          <p:nvPr/>
        </p:nvSpPr>
        <p:spPr>
          <a:xfrm>
            <a:off x="8183880" y="4023360"/>
            <a:ext cx="3703320" cy="23317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«Dificultad respiratoria» sin nivel anatómico es una descripción incompleta: hay que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ubicarla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406606" y="91440"/>
            <a:ext cx="962049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DIFICULTAD RESPIRATORIA: ¿EN QUÉ NIVEL ANATÓMICO?</a:t>
            </a:r>
            <a:endParaRPr lang="es-AR" sz="2200" dirty="0">
              <a:latin typeface="Mali"/>
            </a:endParaRPr>
          </a:p>
        </p:txBody>
      </p:sp>
      <p:sp>
        <p:nvSpPr>
          <p:cNvPr id="9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23215" y="1667775"/>
            <a:ext cx="1882791" cy="4184503"/>
            <a:chOff x="1023215" y="1667775"/>
            <a:chExt cx="1882791" cy="4184503"/>
          </a:xfrm>
        </p:grpSpPr>
        <p:sp>
          <p:nvSpPr>
            <p:cNvPr id="16" name="Forma 15"/>
            <p:cNvSpPr/>
            <p:nvPr/>
          </p:nvSpPr>
          <p:spPr>
            <a:xfrm>
              <a:off x="1023215" y="1667775"/>
              <a:ext cx="1882791" cy="41845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44994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67891" y="3489808"/>
              <a:ext cx="1583869" cy="175467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23215" y="1667775"/>
            <a:ext cx="1882791" cy="418450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1" name="Forma 20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0" name="Forma 29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4" name="Forma 33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ecuadro Expansión"/>
          <p:cNvGrpSpPr/>
          <p:nvPr/>
        </p:nvGrpSpPr>
        <p:grpSpPr>
          <a:xfrm>
            <a:off x="6492240" y="914400"/>
            <a:ext cx="5394960" cy="1245870"/>
            <a:chOff x="6492240" y="914400"/>
            <a:chExt cx="5394960" cy="1245870"/>
          </a:xfrm>
        </p:grpSpPr>
        <p:sp>
          <p:nvSpPr>
            <p:cNvPr id="38" name="Forma 37"/>
            <p:cNvSpPr/>
            <p:nvPr/>
          </p:nvSpPr>
          <p:spPr>
            <a:xfrm>
              <a:off x="6492240" y="1280160"/>
              <a:ext cx="5394960" cy="88011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Simétrica en ambos hemitórax.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0" name="Recuadro Vibraciones"/>
          <p:cNvGrpSpPr/>
          <p:nvPr/>
        </p:nvGrpSpPr>
        <p:grpSpPr>
          <a:xfrm>
            <a:off x="6492240" y="2297430"/>
            <a:ext cx="5394960" cy="1245870"/>
            <a:chOff x="6492240" y="2297430"/>
            <a:chExt cx="5394960" cy="1245870"/>
          </a:xfrm>
        </p:grpSpPr>
        <p:sp>
          <p:nvSpPr>
            <p:cNvPr id="41" name="Forma 40"/>
            <p:cNvSpPr/>
            <p:nvPr/>
          </p:nvSpPr>
          <p:spPr>
            <a:xfrm>
              <a:off x="6492240" y="2663190"/>
              <a:ext cx="5394960" cy="88011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transmiten por el parénquima aireado.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6492240" y="229743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VIBRACIONES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3" name="Recuadro Percusión"/>
          <p:cNvGrpSpPr/>
          <p:nvPr/>
        </p:nvGrpSpPr>
        <p:grpSpPr>
          <a:xfrm>
            <a:off x="6492240" y="3680460"/>
            <a:ext cx="5394960" cy="1245870"/>
            <a:chOff x="6492240" y="3680460"/>
            <a:chExt cx="5394960" cy="1245870"/>
          </a:xfrm>
        </p:grpSpPr>
        <p:sp>
          <p:nvSpPr>
            <p:cNvPr id="44" name="Forma 43"/>
            <p:cNvSpPr/>
            <p:nvPr/>
          </p:nvSpPr>
          <p:spPr>
            <a:xfrm>
              <a:off x="6492240" y="4046220"/>
              <a:ext cx="5394960" cy="88011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Sonoridad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pulmonar.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5" name="Forma 44"/>
            <p:cNvSpPr/>
            <p:nvPr/>
          </p:nvSpPr>
          <p:spPr>
            <a:xfrm>
              <a:off x="6492240" y="368046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6" name="Recuadro Auscultación"/>
          <p:cNvGrpSpPr/>
          <p:nvPr/>
        </p:nvGrpSpPr>
        <p:grpSpPr>
          <a:xfrm>
            <a:off x="6492240" y="5063490"/>
            <a:ext cx="5394960" cy="1245870"/>
            <a:chOff x="6492240" y="5063490"/>
            <a:chExt cx="5394960" cy="1245870"/>
          </a:xfrm>
        </p:grpSpPr>
        <p:sp>
          <p:nvSpPr>
            <p:cNvPr id="47" name="Forma 46"/>
            <p:cNvSpPr/>
            <p:nvPr/>
          </p:nvSpPr>
          <p:spPr>
            <a:xfrm>
              <a:off x="6492240" y="5429250"/>
              <a:ext cx="5394960" cy="88011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Murmullo vesicular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conservado.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6492240" y="506349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748859" y="91440"/>
            <a:ext cx="727824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TÓRAX NORMAL: EL PUNTO DE PARTIDA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72606" y="4706223"/>
            <a:ext cx="1988221" cy="1226850"/>
          </a:xfrm>
          <a:custGeom>
            <a:avLst/>
            <a:gdLst/>
            <a:ahLst/>
            <a:cxnLst/>
            <a:rect l="0" t="0" r="r" b="b"/>
            <a:pathLst>
              <a:path w="10000" h="6366">
                <a:moveTo>
                  <a:pt x="52" y="680"/>
                </a:moveTo>
                <a:lnTo>
                  <a:pt x="97" y="1156"/>
                </a:lnTo>
                <a:lnTo>
                  <a:pt x="145" y="1617"/>
                </a:lnTo>
                <a:lnTo>
                  <a:pt x="194" y="2057"/>
                </a:lnTo>
                <a:lnTo>
                  <a:pt x="246" y="2478"/>
                </a:lnTo>
                <a:lnTo>
                  <a:pt x="303" y="2883"/>
                </a:lnTo>
                <a:lnTo>
                  <a:pt x="362" y="3274"/>
                </a:lnTo>
                <a:lnTo>
                  <a:pt x="425" y="3649"/>
                </a:lnTo>
                <a:lnTo>
                  <a:pt x="488" y="4011"/>
                </a:lnTo>
                <a:lnTo>
                  <a:pt x="553" y="4359"/>
                </a:lnTo>
                <a:lnTo>
                  <a:pt x="618" y="4708"/>
                </a:lnTo>
                <a:lnTo>
                  <a:pt x="684" y="5061"/>
                </a:lnTo>
                <a:lnTo>
                  <a:pt x="751" y="5400"/>
                </a:lnTo>
                <a:lnTo>
                  <a:pt x="821" y="5706"/>
                </a:lnTo>
                <a:lnTo>
                  <a:pt x="894" y="5963"/>
                </a:lnTo>
                <a:lnTo>
                  <a:pt x="971" y="6153"/>
                </a:lnTo>
                <a:lnTo>
                  <a:pt x="1045" y="6275"/>
                </a:lnTo>
                <a:lnTo>
                  <a:pt x="1111" y="6345"/>
                </a:lnTo>
                <a:lnTo>
                  <a:pt x="1181" y="6366"/>
                </a:lnTo>
                <a:lnTo>
                  <a:pt x="1264" y="6339"/>
                </a:lnTo>
                <a:lnTo>
                  <a:pt x="1370" y="6267"/>
                </a:lnTo>
                <a:lnTo>
                  <a:pt x="1510" y="6153"/>
                </a:lnTo>
                <a:lnTo>
                  <a:pt x="1681" y="5974"/>
                </a:lnTo>
                <a:lnTo>
                  <a:pt x="1877" y="5725"/>
                </a:lnTo>
                <a:lnTo>
                  <a:pt x="2096" y="5431"/>
                </a:lnTo>
                <a:lnTo>
                  <a:pt x="2338" y="5118"/>
                </a:lnTo>
                <a:lnTo>
                  <a:pt x="2601" y="4812"/>
                </a:lnTo>
                <a:lnTo>
                  <a:pt x="2885" y="4538"/>
                </a:lnTo>
                <a:lnTo>
                  <a:pt x="3199" y="4282"/>
                </a:lnTo>
                <a:lnTo>
                  <a:pt x="3547" y="4020"/>
                </a:lnTo>
                <a:lnTo>
                  <a:pt x="3916" y="3765"/>
                </a:lnTo>
                <a:lnTo>
                  <a:pt x="4295" y="3529"/>
                </a:lnTo>
                <a:lnTo>
                  <a:pt x="4673" y="3324"/>
                </a:lnTo>
                <a:lnTo>
                  <a:pt x="5037" y="3163"/>
                </a:lnTo>
                <a:lnTo>
                  <a:pt x="5393" y="3047"/>
                </a:lnTo>
                <a:lnTo>
                  <a:pt x="5750" y="2966"/>
                </a:lnTo>
                <a:lnTo>
                  <a:pt x="6106" y="2917"/>
                </a:lnTo>
                <a:lnTo>
                  <a:pt x="6457" y="2895"/>
                </a:lnTo>
                <a:lnTo>
                  <a:pt x="6799" y="2899"/>
                </a:lnTo>
                <a:lnTo>
                  <a:pt x="7130" y="2924"/>
                </a:lnTo>
                <a:lnTo>
                  <a:pt x="7454" y="2981"/>
                </a:lnTo>
                <a:lnTo>
                  <a:pt x="7776" y="3073"/>
                </a:lnTo>
                <a:lnTo>
                  <a:pt x="8090" y="3189"/>
                </a:lnTo>
                <a:lnTo>
                  <a:pt x="8390" y="3321"/>
                </a:lnTo>
                <a:lnTo>
                  <a:pt x="8669" y="3455"/>
                </a:lnTo>
                <a:lnTo>
                  <a:pt x="8923" y="3582"/>
                </a:lnTo>
                <a:lnTo>
                  <a:pt x="9158" y="3752"/>
                </a:lnTo>
                <a:lnTo>
                  <a:pt x="9379" y="3985"/>
                </a:lnTo>
                <a:lnTo>
                  <a:pt x="9581" y="4221"/>
                </a:lnTo>
                <a:lnTo>
                  <a:pt x="9756" y="4401"/>
                </a:lnTo>
                <a:lnTo>
                  <a:pt x="9898" y="4467"/>
                </a:lnTo>
                <a:lnTo>
                  <a:pt x="10000" y="4359"/>
                </a:lnTo>
                <a:lnTo>
                  <a:pt x="10000" y="2635"/>
                </a:lnTo>
                <a:lnTo>
                  <a:pt x="9978" y="2338"/>
                </a:lnTo>
                <a:lnTo>
                  <a:pt x="9748" y="2338"/>
                </a:lnTo>
                <a:lnTo>
                  <a:pt x="9497" y="2335"/>
                </a:lnTo>
                <a:lnTo>
                  <a:pt x="9246" y="2330"/>
                </a:lnTo>
                <a:lnTo>
                  <a:pt x="8995" y="2323"/>
                </a:lnTo>
                <a:lnTo>
                  <a:pt x="8744" y="2314"/>
                </a:lnTo>
                <a:lnTo>
                  <a:pt x="8493" y="2302"/>
                </a:lnTo>
                <a:lnTo>
                  <a:pt x="8242" y="2287"/>
                </a:lnTo>
                <a:lnTo>
                  <a:pt x="7991" y="2270"/>
                </a:lnTo>
                <a:lnTo>
                  <a:pt x="7740" y="2250"/>
                </a:lnTo>
                <a:lnTo>
                  <a:pt x="7488" y="2226"/>
                </a:lnTo>
                <a:lnTo>
                  <a:pt x="7237" y="2200"/>
                </a:lnTo>
                <a:lnTo>
                  <a:pt x="6986" y="2171"/>
                </a:lnTo>
                <a:lnTo>
                  <a:pt x="6735" y="2139"/>
                </a:lnTo>
                <a:lnTo>
                  <a:pt x="6484" y="2104"/>
                </a:lnTo>
                <a:lnTo>
                  <a:pt x="6233" y="2065"/>
                </a:lnTo>
                <a:lnTo>
                  <a:pt x="5982" y="2024"/>
                </a:lnTo>
                <a:lnTo>
                  <a:pt x="5731" y="1979"/>
                </a:lnTo>
                <a:lnTo>
                  <a:pt x="5480" y="1931"/>
                </a:lnTo>
                <a:lnTo>
                  <a:pt x="5228" y="1879"/>
                </a:lnTo>
                <a:lnTo>
                  <a:pt x="4977" y="1824"/>
                </a:lnTo>
                <a:lnTo>
                  <a:pt x="4726" y="1766"/>
                </a:lnTo>
                <a:lnTo>
                  <a:pt x="4475" y="1704"/>
                </a:lnTo>
                <a:lnTo>
                  <a:pt x="4224" y="1639"/>
                </a:lnTo>
                <a:lnTo>
                  <a:pt x="3973" y="1571"/>
                </a:lnTo>
                <a:lnTo>
                  <a:pt x="3722" y="1499"/>
                </a:lnTo>
                <a:lnTo>
                  <a:pt x="3471" y="1423"/>
                </a:lnTo>
                <a:lnTo>
                  <a:pt x="3220" y="1344"/>
                </a:lnTo>
                <a:lnTo>
                  <a:pt x="3216" y="1343"/>
                </a:lnTo>
                <a:lnTo>
                  <a:pt x="3008" y="1496"/>
                </a:lnTo>
                <a:lnTo>
                  <a:pt x="2991" y="1510"/>
                </a:lnTo>
                <a:lnTo>
                  <a:pt x="2724" y="1744"/>
                </a:lnTo>
                <a:lnTo>
                  <a:pt x="2706" y="1761"/>
                </a:lnTo>
                <a:lnTo>
                  <a:pt x="2458" y="2022"/>
                </a:lnTo>
                <a:lnTo>
                  <a:pt x="2449" y="2033"/>
                </a:lnTo>
                <a:lnTo>
                  <a:pt x="2221" y="2300"/>
                </a:lnTo>
                <a:lnTo>
                  <a:pt x="2218" y="2304"/>
                </a:lnTo>
                <a:lnTo>
                  <a:pt x="2013" y="2553"/>
                </a:lnTo>
                <a:lnTo>
                  <a:pt x="2012" y="2554"/>
                </a:lnTo>
                <a:lnTo>
                  <a:pt x="1838" y="2754"/>
                </a:lnTo>
                <a:lnTo>
                  <a:pt x="1834" y="2758"/>
                </a:lnTo>
                <a:lnTo>
                  <a:pt x="1695" y="2889"/>
                </a:lnTo>
                <a:lnTo>
                  <a:pt x="1690" y="2894"/>
                </a:lnTo>
                <a:lnTo>
                  <a:pt x="1648" y="2924"/>
                </a:lnTo>
                <a:lnTo>
                  <a:pt x="1643" y="2928"/>
                </a:lnTo>
                <a:lnTo>
                  <a:pt x="1638" y="2930"/>
                </a:lnTo>
                <a:lnTo>
                  <a:pt x="1633" y="2933"/>
                </a:lnTo>
                <a:lnTo>
                  <a:pt x="1627" y="2934"/>
                </a:lnTo>
                <a:lnTo>
                  <a:pt x="1621" y="2936"/>
                </a:lnTo>
                <a:lnTo>
                  <a:pt x="1615" y="2936"/>
                </a:lnTo>
                <a:lnTo>
                  <a:pt x="1609" y="2936"/>
                </a:lnTo>
                <a:lnTo>
                  <a:pt x="1603" y="2935"/>
                </a:lnTo>
                <a:lnTo>
                  <a:pt x="1598" y="2934"/>
                </a:lnTo>
                <a:lnTo>
                  <a:pt x="1592" y="2932"/>
                </a:lnTo>
                <a:lnTo>
                  <a:pt x="1587" y="2930"/>
                </a:lnTo>
                <a:lnTo>
                  <a:pt x="1581" y="2927"/>
                </a:lnTo>
                <a:lnTo>
                  <a:pt x="1576" y="2924"/>
                </a:lnTo>
                <a:lnTo>
                  <a:pt x="1572" y="2920"/>
                </a:lnTo>
                <a:lnTo>
                  <a:pt x="1568" y="2916"/>
                </a:lnTo>
                <a:lnTo>
                  <a:pt x="1564" y="2911"/>
                </a:lnTo>
                <a:lnTo>
                  <a:pt x="1561" y="2906"/>
                </a:lnTo>
                <a:lnTo>
                  <a:pt x="1558" y="2901"/>
                </a:lnTo>
                <a:lnTo>
                  <a:pt x="1523" y="2823"/>
                </a:lnTo>
                <a:lnTo>
                  <a:pt x="1521" y="2817"/>
                </a:lnTo>
                <a:lnTo>
                  <a:pt x="1458" y="2618"/>
                </a:lnTo>
                <a:lnTo>
                  <a:pt x="1457" y="2615"/>
                </a:lnTo>
                <a:lnTo>
                  <a:pt x="1394" y="2363"/>
                </a:lnTo>
                <a:lnTo>
                  <a:pt x="1393" y="2361"/>
                </a:lnTo>
                <a:lnTo>
                  <a:pt x="1331" y="2076"/>
                </a:lnTo>
                <a:lnTo>
                  <a:pt x="1331" y="2075"/>
                </a:lnTo>
                <a:lnTo>
                  <a:pt x="1269" y="1774"/>
                </a:lnTo>
                <a:lnTo>
                  <a:pt x="1207" y="1474"/>
                </a:lnTo>
                <a:lnTo>
                  <a:pt x="1146" y="1176"/>
                </a:lnTo>
                <a:lnTo>
                  <a:pt x="1146" y="1176"/>
                </a:lnTo>
                <a:lnTo>
                  <a:pt x="1086" y="868"/>
                </a:lnTo>
                <a:lnTo>
                  <a:pt x="1086" y="867"/>
                </a:lnTo>
                <a:lnTo>
                  <a:pt x="1028" y="548"/>
                </a:lnTo>
                <a:lnTo>
                  <a:pt x="1028" y="547"/>
                </a:lnTo>
                <a:lnTo>
                  <a:pt x="1018" y="492"/>
                </a:lnTo>
                <a:lnTo>
                  <a:pt x="960" y="465"/>
                </a:lnTo>
                <a:lnTo>
                  <a:pt x="708" y="349"/>
                </a:lnTo>
                <a:lnTo>
                  <a:pt x="457" y="229"/>
                </a:lnTo>
                <a:lnTo>
                  <a:pt x="206" y="105"/>
                </a:lnTo>
                <a:lnTo>
                  <a:pt x="0" y="0"/>
                </a:lnTo>
                <a:lnTo>
                  <a:pt x="13" y="195"/>
                </a:lnTo>
                <a:lnTo>
                  <a:pt x="52" y="68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107153" y="1667775"/>
            <a:ext cx="1783944" cy="3592878"/>
            <a:chOff x="1107153" y="1667775"/>
            <a:chExt cx="1783944" cy="3592878"/>
          </a:xfrm>
        </p:grpSpPr>
        <p:sp>
          <p:nvSpPr>
            <p:cNvPr id="17" name="Forma 16"/>
            <p:cNvSpPr/>
            <p:nvPr/>
          </p:nvSpPr>
          <p:spPr>
            <a:xfrm>
              <a:off x="1107153" y="1667775"/>
              <a:ext cx="1783944" cy="3592878"/>
            </a:xfrm>
            <a:custGeom>
              <a:avLst/>
              <a:gdLst/>
              <a:ahLst/>
              <a:cxnLst/>
              <a:rect l="0" t="0" r="r" b="b"/>
              <a:pathLst>
                <a:path w="4812" h="10000">
                  <a:moveTo>
                    <a:pt x="524" y="9983"/>
                  </a:moveTo>
                  <a:lnTo>
                    <a:pt x="599" y="9913"/>
                  </a:lnTo>
                  <a:lnTo>
                    <a:pt x="692" y="9806"/>
                  </a:lnTo>
                  <a:lnTo>
                    <a:pt x="802" y="9672"/>
                  </a:lnTo>
                  <a:lnTo>
                    <a:pt x="803" y="9670"/>
                  </a:lnTo>
                  <a:lnTo>
                    <a:pt x="926" y="9526"/>
                  </a:lnTo>
                  <a:lnTo>
                    <a:pt x="932" y="9520"/>
                  </a:lnTo>
                  <a:lnTo>
                    <a:pt x="1065" y="9379"/>
                  </a:lnTo>
                  <a:lnTo>
                    <a:pt x="1076" y="9368"/>
                  </a:lnTo>
                  <a:lnTo>
                    <a:pt x="1220" y="9242"/>
                  </a:lnTo>
                  <a:lnTo>
                    <a:pt x="1231" y="9234"/>
                  </a:lnTo>
                  <a:lnTo>
                    <a:pt x="1391" y="9116"/>
                  </a:lnTo>
                  <a:lnTo>
                    <a:pt x="1395" y="9112"/>
                  </a:lnTo>
                  <a:lnTo>
                    <a:pt x="1572" y="8992"/>
                  </a:lnTo>
                  <a:lnTo>
                    <a:pt x="1578" y="8988"/>
                  </a:lnTo>
                  <a:lnTo>
                    <a:pt x="1765" y="8870"/>
                  </a:lnTo>
                  <a:lnTo>
                    <a:pt x="1772" y="8866"/>
                  </a:lnTo>
                  <a:lnTo>
                    <a:pt x="1965" y="8758"/>
                  </a:lnTo>
                  <a:lnTo>
                    <a:pt x="1973" y="8753"/>
                  </a:lnTo>
                  <a:lnTo>
                    <a:pt x="2165" y="8659"/>
                  </a:lnTo>
                  <a:lnTo>
                    <a:pt x="2177" y="8653"/>
                  </a:lnTo>
                  <a:lnTo>
                    <a:pt x="2363" y="8579"/>
                  </a:lnTo>
                  <a:lnTo>
                    <a:pt x="2378" y="8574"/>
                  </a:lnTo>
                  <a:lnTo>
                    <a:pt x="2559" y="8520"/>
                  </a:lnTo>
                  <a:lnTo>
                    <a:pt x="2574" y="8517"/>
                  </a:lnTo>
                  <a:lnTo>
                    <a:pt x="2755" y="8479"/>
                  </a:lnTo>
                  <a:lnTo>
                    <a:pt x="2769" y="8477"/>
                  </a:lnTo>
                  <a:lnTo>
                    <a:pt x="2950" y="8454"/>
                  </a:lnTo>
                  <a:lnTo>
                    <a:pt x="2963" y="8453"/>
                  </a:lnTo>
                  <a:lnTo>
                    <a:pt x="3141" y="8443"/>
                  </a:lnTo>
                  <a:lnTo>
                    <a:pt x="3153" y="8443"/>
                  </a:lnTo>
                  <a:lnTo>
                    <a:pt x="3327" y="8445"/>
                  </a:lnTo>
                  <a:lnTo>
                    <a:pt x="3338" y="8445"/>
                  </a:lnTo>
                  <a:lnTo>
                    <a:pt x="3506" y="8457"/>
                  </a:lnTo>
                  <a:lnTo>
                    <a:pt x="3522" y="8458"/>
                  </a:lnTo>
                  <a:lnTo>
                    <a:pt x="3687" y="8484"/>
                  </a:lnTo>
                  <a:lnTo>
                    <a:pt x="3704" y="8488"/>
                  </a:lnTo>
                  <a:lnTo>
                    <a:pt x="3868" y="8530"/>
                  </a:lnTo>
                  <a:lnTo>
                    <a:pt x="3880" y="8534"/>
                  </a:lnTo>
                  <a:lnTo>
                    <a:pt x="4040" y="8588"/>
                  </a:lnTo>
                  <a:lnTo>
                    <a:pt x="4048" y="8591"/>
                  </a:lnTo>
                  <a:lnTo>
                    <a:pt x="4201" y="8651"/>
                  </a:lnTo>
                  <a:lnTo>
                    <a:pt x="4206" y="8654"/>
                  </a:lnTo>
                  <a:lnTo>
                    <a:pt x="4348" y="8716"/>
                  </a:lnTo>
                  <a:lnTo>
                    <a:pt x="4350" y="8717"/>
                  </a:lnTo>
                  <a:lnTo>
                    <a:pt x="4479" y="8775"/>
                  </a:lnTo>
                  <a:lnTo>
                    <a:pt x="4491" y="8781"/>
                  </a:lnTo>
                  <a:lnTo>
                    <a:pt x="4503" y="8788"/>
                  </a:lnTo>
                  <a:lnTo>
                    <a:pt x="4622" y="8866"/>
                  </a:lnTo>
                  <a:lnTo>
                    <a:pt x="4634" y="8875"/>
                  </a:lnTo>
                  <a:lnTo>
                    <a:pt x="4645" y="8885"/>
                  </a:lnTo>
                  <a:lnTo>
                    <a:pt x="4758" y="8992"/>
                  </a:lnTo>
                  <a:lnTo>
                    <a:pt x="4764" y="8998"/>
                  </a:lnTo>
                  <a:lnTo>
                    <a:pt x="4811" y="9048"/>
                  </a:lnTo>
                  <a:lnTo>
                    <a:pt x="4812" y="8898"/>
                  </a:lnTo>
                  <a:lnTo>
                    <a:pt x="4796" y="8624"/>
                  </a:lnTo>
                  <a:lnTo>
                    <a:pt x="4771" y="8320"/>
                  </a:lnTo>
                  <a:lnTo>
                    <a:pt x="4745" y="8016"/>
                  </a:lnTo>
                  <a:lnTo>
                    <a:pt x="4745" y="8014"/>
                  </a:lnTo>
                  <a:lnTo>
                    <a:pt x="4724" y="7737"/>
                  </a:lnTo>
                  <a:lnTo>
                    <a:pt x="4724" y="7736"/>
                  </a:lnTo>
                  <a:lnTo>
                    <a:pt x="4707" y="7482"/>
                  </a:lnTo>
                  <a:lnTo>
                    <a:pt x="4688" y="7231"/>
                  </a:lnTo>
                  <a:lnTo>
                    <a:pt x="4667" y="6979"/>
                  </a:lnTo>
                  <a:lnTo>
                    <a:pt x="4646" y="6728"/>
                  </a:lnTo>
                  <a:lnTo>
                    <a:pt x="4624" y="6476"/>
                  </a:lnTo>
                  <a:lnTo>
                    <a:pt x="4624" y="6476"/>
                  </a:lnTo>
                  <a:lnTo>
                    <a:pt x="4603" y="6224"/>
                  </a:lnTo>
                  <a:lnTo>
                    <a:pt x="4603" y="6223"/>
                  </a:lnTo>
                  <a:lnTo>
                    <a:pt x="4583" y="5970"/>
                  </a:lnTo>
                  <a:lnTo>
                    <a:pt x="4583" y="5970"/>
                  </a:lnTo>
                  <a:lnTo>
                    <a:pt x="4564" y="5718"/>
                  </a:lnTo>
                  <a:lnTo>
                    <a:pt x="4546" y="5465"/>
                  </a:lnTo>
                  <a:lnTo>
                    <a:pt x="4526" y="5214"/>
                  </a:lnTo>
                  <a:lnTo>
                    <a:pt x="4505" y="4962"/>
                  </a:lnTo>
                  <a:lnTo>
                    <a:pt x="4481" y="4711"/>
                  </a:lnTo>
                  <a:lnTo>
                    <a:pt x="4456" y="4459"/>
                  </a:lnTo>
                  <a:lnTo>
                    <a:pt x="4430" y="4207"/>
                  </a:lnTo>
                  <a:lnTo>
                    <a:pt x="4402" y="3955"/>
                  </a:lnTo>
                  <a:lnTo>
                    <a:pt x="4372" y="3704"/>
                  </a:lnTo>
                  <a:lnTo>
                    <a:pt x="4338" y="3454"/>
                  </a:lnTo>
                  <a:lnTo>
                    <a:pt x="4300" y="3205"/>
                  </a:lnTo>
                  <a:lnTo>
                    <a:pt x="4258" y="2953"/>
                  </a:lnTo>
                  <a:lnTo>
                    <a:pt x="4212" y="2697"/>
                  </a:lnTo>
                  <a:lnTo>
                    <a:pt x="4163" y="2442"/>
                  </a:lnTo>
                  <a:lnTo>
                    <a:pt x="4110" y="2192"/>
                  </a:lnTo>
                  <a:lnTo>
                    <a:pt x="4056" y="1954"/>
                  </a:lnTo>
                  <a:lnTo>
                    <a:pt x="3999" y="1733"/>
                  </a:lnTo>
                  <a:lnTo>
                    <a:pt x="3940" y="1525"/>
                  </a:lnTo>
                  <a:lnTo>
                    <a:pt x="3876" y="1326"/>
                  </a:lnTo>
                  <a:lnTo>
                    <a:pt x="3809" y="1137"/>
                  </a:lnTo>
                  <a:lnTo>
                    <a:pt x="3742" y="961"/>
                  </a:lnTo>
                  <a:lnTo>
                    <a:pt x="3676" y="798"/>
                  </a:lnTo>
                  <a:lnTo>
                    <a:pt x="3612" y="653"/>
                  </a:lnTo>
                  <a:lnTo>
                    <a:pt x="3553" y="525"/>
                  </a:lnTo>
                  <a:lnTo>
                    <a:pt x="3497" y="415"/>
                  </a:lnTo>
                  <a:lnTo>
                    <a:pt x="3444" y="322"/>
                  </a:lnTo>
                  <a:lnTo>
                    <a:pt x="3392" y="244"/>
                  </a:lnTo>
                  <a:lnTo>
                    <a:pt x="3340" y="180"/>
                  </a:lnTo>
                  <a:lnTo>
                    <a:pt x="3285" y="125"/>
                  </a:lnTo>
                  <a:lnTo>
                    <a:pt x="3227" y="78"/>
                  </a:lnTo>
                  <a:lnTo>
                    <a:pt x="3174" y="43"/>
                  </a:lnTo>
                  <a:lnTo>
                    <a:pt x="3126" y="20"/>
                  </a:lnTo>
                  <a:lnTo>
                    <a:pt x="3075" y="6"/>
                  </a:lnTo>
                  <a:lnTo>
                    <a:pt x="3014" y="0"/>
                  </a:lnTo>
                  <a:lnTo>
                    <a:pt x="2935" y="3"/>
                  </a:lnTo>
                  <a:lnTo>
                    <a:pt x="2831" y="19"/>
                  </a:lnTo>
                  <a:lnTo>
                    <a:pt x="2706" y="51"/>
                  </a:lnTo>
                  <a:lnTo>
                    <a:pt x="2568" y="95"/>
                  </a:lnTo>
                  <a:lnTo>
                    <a:pt x="2426" y="150"/>
                  </a:lnTo>
                  <a:lnTo>
                    <a:pt x="2286" y="213"/>
                  </a:lnTo>
                  <a:lnTo>
                    <a:pt x="2155" y="283"/>
                  </a:lnTo>
                  <a:lnTo>
                    <a:pt x="2031" y="360"/>
                  </a:lnTo>
                  <a:lnTo>
                    <a:pt x="1906" y="448"/>
                  </a:lnTo>
                  <a:lnTo>
                    <a:pt x="1784" y="545"/>
                  </a:lnTo>
                  <a:lnTo>
                    <a:pt x="1664" y="650"/>
                  </a:lnTo>
                  <a:lnTo>
                    <a:pt x="1548" y="763"/>
                  </a:lnTo>
                  <a:lnTo>
                    <a:pt x="1436" y="883"/>
                  </a:lnTo>
                  <a:lnTo>
                    <a:pt x="1329" y="1010"/>
                  </a:lnTo>
                  <a:lnTo>
                    <a:pt x="1226" y="1145"/>
                  </a:lnTo>
                  <a:lnTo>
                    <a:pt x="1126" y="1289"/>
                  </a:lnTo>
                  <a:lnTo>
                    <a:pt x="1030" y="1440"/>
                  </a:lnTo>
                  <a:lnTo>
                    <a:pt x="938" y="1597"/>
                  </a:lnTo>
                  <a:lnTo>
                    <a:pt x="850" y="1761"/>
                  </a:lnTo>
                  <a:lnTo>
                    <a:pt x="765" y="1932"/>
                  </a:lnTo>
                  <a:lnTo>
                    <a:pt x="684" y="2110"/>
                  </a:lnTo>
                  <a:lnTo>
                    <a:pt x="607" y="2295"/>
                  </a:lnTo>
                  <a:lnTo>
                    <a:pt x="534" y="2485"/>
                  </a:lnTo>
                  <a:lnTo>
                    <a:pt x="466" y="2680"/>
                  </a:lnTo>
                  <a:lnTo>
                    <a:pt x="404" y="2879"/>
                  </a:lnTo>
                  <a:lnTo>
                    <a:pt x="347" y="3082"/>
                  </a:lnTo>
                  <a:lnTo>
                    <a:pt x="296" y="3292"/>
                  </a:lnTo>
                  <a:lnTo>
                    <a:pt x="249" y="3506"/>
                  </a:lnTo>
                  <a:lnTo>
                    <a:pt x="207" y="3725"/>
                  </a:lnTo>
                  <a:lnTo>
                    <a:pt x="169" y="3946"/>
                  </a:lnTo>
                  <a:lnTo>
                    <a:pt x="135" y="4167"/>
                  </a:lnTo>
                  <a:lnTo>
                    <a:pt x="105" y="4390"/>
                  </a:lnTo>
                  <a:lnTo>
                    <a:pt x="79" y="4615"/>
                  </a:lnTo>
                  <a:lnTo>
                    <a:pt x="58" y="4843"/>
                  </a:lnTo>
                  <a:lnTo>
                    <a:pt x="40" y="5072"/>
                  </a:lnTo>
                  <a:lnTo>
                    <a:pt x="26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7" y="7117"/>
                  </a:lnTo>
                  <a:lnTo>
                    <a:pt x="43" y="7340"/>
                  </a:lnTo>
                  <a:lnTo>
                    <a:pt x="63" y="7561"/>
                  </a:lnTo>
                  <a:lnTo>
                    <a:pt x="86" y="7779"/>
                  </a:lnTo>
                  <a:lnTo>
                    <a:pt x="110" y="7989"/>
                  </a:lnTo>
                  <a:lnTo>
                    <a:pt x="135" y="8191"/>
                  </a:lnTo>
                  <a:lnTo>
                    <a:pt x="161" y="8382"/>
                  </a:lnTo>
                  <a:lnTo>
                    <a:pt x="190" y="8567"/>
                  </a:lnTo>
                  <a:lnTo>
                    <a:pt x="220" y="8745"/>
                  </a:lnTo>
                  <a:lnTo>
                    <a:pt x="251" y="8916"/>
                  </a:lnTo>
                  <a:lnTo>
                    <a:pt x="283" y="9081"/>
                  </a:lnTo>
                  <a:lnTo>
                    <a:pt x="316" y="9241"/>
                  </a:lnTo>
                  <a:lnTo>
                    <a:pt x="349" y="9402"/>
                  </a:lnTo>
                  <a:lnTo>
                    <a:pt x="382" y="9563"/>
                  </a:lnTo>
                  <a:lnTo>
                    <a:pt x="415" y="9716"/>
                  </a:lnTo>
                  <a:lnTo>
                    <a:pt x="449" y="9851"/>
                  </a:lnTo>
                  <a:lnTo>
                    <a:pt x="483" y="9958"/>
                  </a:lnTo>
                  <a:lnTo>
                    <a:pt x="502" y="10000"/>
                  </a:lnTo>
                  <a:lnTo>
                    <a:pt x="52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24860" y="2020371"/>
              <a:ext cx="1397182" cy="2572045"/>
            </a:xfrm>
            <a:custGeom>
              <a:avLst/>
              <a:gdLst/>
              <a:ahLst/>
              <a:cxnLst/>
              <a:rect l="0" t="0" r="r" b="b"/>
              <a:pathLst>
                <a:path w="2350" h="4464" fill="none">
                  <a:moveTo>
                    <a:pt x="2350" y="2103"/>
                  </a:moveTo>
                  <a:lnTo>
                    <a:pt x="1734" y="1803"/>
                  </a:lnTo>
                  <a:lnTo>
                    <a:pt x="976" y="1287"/>
                  </a:lnTo>
                  <a:lnTo>
                    <a:pt x="550" y="772"/>
                  </a:lnTo>
                </a:path>
                <a:path w="2350" h="4464" fill="none">
                  <a:moveTo>
                    <a:pt x="1734" y="1803"/>
                  </a:moveTo>
                  <a:lnTo>
                    <a:pt x="1450" y="1030"/>
                  </a:lnTo>
                  <a:lnTo>
                    <a:pt x="1308" y="171"/>
                  </a:lnTo>
                </a:path>
                <a:path w="2350" h="4464" fill="none">
                  <a:moveTo>
                    <a:pt x="2350" y="2103"/>
                  </a:moveTo>
                  <a:lnTo>
                    <a:pt x="1450" y="2232"/>
                  </a:lnTo>
                  <a:lnTo>
                    <a:pt x="503" y="2232"/>
                  </a:lnTo>
                  <a:lnTo>
                    <a:pt x="29" y="2318"/>
                  </a:lnTo>
                </a:path>
                <a:path w="2350" h="4464" fill="none">
                  <a:moveTo>
                    <a:pt x="1450" y="2232"/>
                  </a:moveTo>
                  <a:lnTo>
                    <a:pt x="787" y="2833"/>
                  </a:lnTo>
                  <a:lnTo>
                    <a:pt x="266" y="3348"/>
                  </a:lnTo>
                </a:path>
                <a:path w="2350" h="4464" fill="none">
                  <a:moveTo>
                    <a:pt x="2350" y="2103"/>
                  </a:moveTo>
                  <a:lnTo>
                    <a:pt x="1734" y="2833"/>
                  </a:lnTo>
                  <a:lnTo>
                    <a:pt x="1166" y="3692"/>
                  </a:lnTo>
                  <a:lnTo>
                    <a:pt x="645" y="4378"/>
                  </a:lnTo>
                </a:path>
                <a:path w="2350" h="4464" fill="none">
                  <a:moveTo>
                    <a:pt x="1734" y="2833"/>
                  </a:moveTo>
                  <a:lnTo>
                    <a:pt x="2019" y="3692"/>
                  </a:lnTo>
                  <a:lnTo>
                    <a:pt x="1734" y="4464"/>
                  </a:lnTo>
                </a:path>
                <a:path w="2350" h="4464" fill="none">
                  <a:moveTo>
                    <a:pt x="1166" y="3692"/>
                  </a:moveTo>
                  <a:lnTo>
                    <a:pt x="408" y="4121"/>
                  </a:lnTo>
                  <a:lnTo>
                    <a:pt x="29" y="4378"/>
                  </a:lnTo>
                </a:path>
                <a:path w="2350" h="4464" fill="none">
                  <a:moveTo>
                    <a:pt x="976" y="1287"/>
                  </a:moveTo>
                  <a:lnTo>
                    <a:pt x="313" y="1459"/>
                  </a:lnTo>
                  <a:lnTo>
                    <a:pt x="0" y="1672"/>
                  </a:lnTo>
                </a:path>
                <a:path w="2350" h="4464" fill="none">
                  <a:moveTo>
                    <a:pt x="1450" y="1030"/>
                  </a:moveTo>
                  <a:lnTo>
                    <a:pt x="882" y="515"/>
                  </a:lnTo>
                </a:path>
                <a:path w="2350" h="4464" fill="none">
                  <a:moveTo>
                    <a:pt x="787" y="2833"/>
                  </a:moveTo>
                  <a:lnTo>
                    <a:pt x="882" y="3434"/>
                  </a:lnTo>
                  <a:lnTo>
                    <a:pt x="597" y="4035"/>
                  </a:lnTo>
                </a:path>
                <a:path w="2350" h="4464" fill="none">
                  <a:moveTo>
                    <a:pt x="2350" y="2103"/>
                  </a:moveTo>
                  <a:lnTo>
                    <a:pt x="2208" y="1459"/>
                  </a:lnTo>
                  <a:lnTo>
                    <a:pt x="1924" y="772"/>
                  </a:lnTo>
                  <a:lnTo>
                    <a:pt x="1734" y="0"/>
                  </a:lnTo>
                </a:path>
                <a:path w="2350" h="4464" fill="none">
                  <a:moveTo>
                    <a:pt x="503" y="2232"/>
                  </a:moveTo>
                  <a:lnTo>
                    <a:pt x="218" y="27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50118" y="3232200"/>
              <a:ext cx="1500082" cy="1505992"/>
            </a:xfrm>
            <a:custGeom>
              <a:avLst/>
              <a:gdLst/>
              <a:ahLst/>
              <a:cxnLst/>
              <a:rect l="0" t="0" r="r" b="b"/>
              <a:pathLst>
                <a:path w="2523" h="2614" fill="none">
                  <a:moveTo>
                    <a:pt x="0" y="141"/>
                  </a:moveTo>
                  <a:lnTo>
                    <a:pt x="178" y="157"/>
                  </a:lnTo>
                  <a:lnTo>
                    <a:pt x="400" y="176"/>
                  </a:lnTo>
                  <a:lnTo>
                    <a:pt x="622" y="191"/>
                  </a:lnTo>
                  <a:lnTo>
                    <a:pt x="818" y="197"/>
                  </a:lnTo>
                  <a:lnTo>
                    <a:pt x="980" y="193"/>
                  </a:lnTo>
                  <a:lnTo>
                    <a:pt x="1127" y="182"/>
                  </a:lnTo>
                  <a:lnTo>
                    <a:pt x="1269" y="167"/>
                  </a:lnTo>
                  <a:lnTo>
                    <a:pt x="1415" y="148"/>
                  </a:lnTo>
                  <a:lnTo>
                    <a:pt x="1576" y="128"/>
                  </a:lnTo>
                  <a:lnTo>
                    <a:pt x="1768" y="104"/>
                  </a:lnTo>
                  <a:lnTo>
                    <a:pt x="1987" y="75"/>
                  </a:lnTo>
                  <a:lnTo>
                    <a:pt x="2203" y="45"/>
                  </a:lnTo>
                  <a:lnTo>
                    <a:pt x="2391" y="18"/>
                  </a:lnTo>
                  <a:lnTo>
                    <a:pt x="2523" y="0"/>
                  </a:lnTo>
                </a:path>
                <a:path w="2523" h="2614" fill="none">
                  <a:moveTo>
                    <a:pt x="64" y="2614"/>
                  </a:moveTo>
                  <a:lnTo>
                    <a:pt x="176" y="2490"/>
                  </a:lnTo>
                  <a:lnTo>
                    <a:pt x="340" y="2308"/>
                  </a:lnTo>
                  <a:lnTo>
                    <a:pt x="531" y="2097"/>
                  </a:lnTo>
                  <a:lnTo>
                    <a:pt x="728" y="1878"/>
                  </a:lnTo>
                  <a:lnTo>
                    <a:pt x="913" y="1674"/>
                  </a:lnTo>
                  <a:lnTo>
                    <a:pt x="1085" y="1479"/>
                  </a:lnTo>
                  <a:lnTo>
                    <a:pt x="1258" y="1280"/>
                  </a:lnTo>
                  <a:lnTo>
                    <a:pt x="1431" y="1082"/>
                  </a:lnTo>
                  <a:lnTo>
                    <a:pt x="1601" y="896"/>
                  </a:lnTo>
                  <a:lnTo>
                    <a:pt x="1765" y="729"/>
                  </a:lnTo>
                  <a:lnTo>
                    <a:pt x="1935" y="578"/>
                  </a:lnTo>
                  <a:lnTo>
                    <a:pt x="2112" y="435"/>
                  </a:lnTo>
                  <a:lnTo>
                    <a:pt x="2279" y="309"/>
                  </a:lnTo>
                  <a:lnTo>
                    <a:pt x="2422" y="205"/>
                  </a:lnTo>
                  <a:lnTo>
                    <a:pt x="2523" y="12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07153" y="1667775"/>
            <a:ext cx="1783944" cy="3592878"/>
          </a:xfrm>
          <a:custGeom>
            <a:avLst/>
            <a:gdLst/>
            <a:ahLst/>
            <a:cxnLst/>
            <a:rect l="0" t="0" r="r" b="b"/>
            <a:pathLst>
              <a:path w="3001" h="6236" fill="none">
                <a:moveTo>
                  <a:pt x="327" y="6226"/>
                </a:moveTo>
                <a:lnTo>
                  <a:pt x="373" y="6182"/>
                </a:lnTo>
                <a:lnTo>
                  <a:pt x="431" y="6115"/>
                </a:lnTo>
                <a:lnTo>
                  <a:pt x="500" y="6032"/>
                </a:lnTo>
                <a:lnTo>
                  <a:pt x="501" y="6031"/>
                </a:lnTo>
                <a:lnTo>
                  <a:pt x="577" y="5941"/>
                </a:lnTo>
                <a:lnTo>
                  <a:pt x="581" y="5937"/>
                </a:lnTo>
                <a:lnTo>
                  <a:pt x="664" y="5849"/>
                </a:lnTo>
                <a:lnTo>
                  <a:pt x="671" y="5843"/>
                </a:lnTo>
                <a:lnTo>
                  <a:pt x="761" y="5764"/>
                </a:lnTo>
                <a:lnTo>
                  <a:pt x="767" y="5759"/>
                </a:lnTo>
                <a:lnTo>
                  <a:pt x="867" y="5685"/>
                </a:lnTo>
                <a:lnTo>
                  <a:pt x="870" y="5683"/>
                </a:lnTo>
                <a:lnTo>
                  <a:pt x="980" y="5608"/>
                </a:lnTo>
                <a:lnTo>
                  <a:pt x="984" y="5605"/>
                </a:lnTo>
                <a:lnTo>
                  <a:pt x="1101" y="5532"/>
                </a:lnTo>
                <a:lnTo>
                  <a:pt x="1105" y="5530"/>
                </a:lnTo>
                <a:lnTo>
                  <a:pt x="1225" y="5462"/>
                </a:lnTo>
                <a:lnTo>
                  <a:pt x="1231" y="5459"/>
                </a:lnTo>
                <a:lnTo>
                  <a:pt x="1350" y="5400"/>
                </a:lnTo>
                <a:lnTo>
                  <a:pt x="1358" y="5397"/>
                </a:lnTo>
                <a:lnTo>
                  <a:pt x="1473" y="5351"/>
                </a:lnTo>
                <a:lnTo>
                  <a:pt x="1483" y="5347"/>
                </a:lnTo>
                <a:lnTo>
                  <a:pt x="1596" y="5314"/>
                </a:lnTo>
                <a:lnTo>
                  <a:pt x="1605" y="5312"/>
                </a:lnTo>
                <a:lnTo>
                  <a:pt x="1718" y="5288"/>
                </a:lnTo>
                <a:lnTo>
                  <a:pt x="1727" y="5287"/>
                </a:lnTo>
                <a:lnTo>
                  <a:pt x="1840" y="5273"/>
                </a:lnTo>
                <a:lnTo>
                  <a:pt x="1848" y="5272"/>
                </a:lnTo>
                <a:lnTo>
                  <a:pt x="1959" y="5266"/>
                </a:lnTo>
                <a:lnTo>
                  <a:pt x="1966" y="5266"/>
                </a:lnTo>
                <a:lnTo>
                  <a:pt x="2075" y="5267"/>
                </a:lnTo>
                <a:lnTo>
                  <a:pt x="2082" y="5267"/>
                </a:lnTo>
                <a:lnTo>
                  <a:pt x="2187" y="5274"/>
                </a:lnTo>
                <a:lnTo>
                  <a:pt x="2197" y="5275"/>
                </a:lnTo>
                <a:lnTo>
                  <a:pt x="2299" y="5291"/>
                </a:lnTo>
                <a:lnTo>
                  <a:pt x="2310" y="5294"/>
                </a:lnTo>
                <a:lnTo>
                  <a:pt x="2412" y="5320"/>
                </a:lnTo>
                <a:lnTo>
                  <a:pt x="2420" y="5322"/>
                </a:lnTo>
                <a:lnTo>
                  <a:pt x="2520" y="5356"/>
                </a:lnTo>
                <a:lnTo>
                  <a:pt x="2525" y="5358"/>
                </a:lnTo>
                <a:lnTo>
                  <a:pt x="2620" y="5396"/>
                </a:lnTo>
                <a:lnTo>
                  <a:pt x="2623" y="5397"/>
                </a:lnTo>
                <a:lnTo>
                  <a:pt x="2712" y="5436"/>
                </a:lnTo>
                <a:lnTo>
                  <a:pt x="2713" y="5436"/>
                </a:lnTo>
                <a:lnTo>
                  <a:pt x="2794" y="5473"/>
                </a:lnTo>
                <a:lnTo>
                  <a:pt x="2801" y="5476"/>
                </a:lnTo>
                <a:lnTo>
                  <a:pt x="2808" y="5481"/>
                </a:lnTo>
                <a:lnTo>
                  <a:pt x="2883" y="5530"/>
                </a:lnTo>
                <a:lnTo>
                  <a:pt x="2890" y="5535"/>
                </a:lnTo>
                <a:lnTo>
                  <a:pt x="2897" y="5541"/>
                </a:lnTo>
                <a:lnTo>
                  <a:pt x="2967" y="5608"/>
                </a:lnTo>
                <a:lnTo>
                  <a:pt x="2971" y="5612"/>
                </a:lnTo>
                <a:lnTo>
                  <a:pt x="3000" y="5643"/>
                </a:lnTo>
                <a:lnTo>
                  <a:pt x="3001" y="5549"/>
                </a:lnTo>
                <a:lnTo>
                  <a:pt x="2991" y="5378"/>
                </a:lnTo>
                <a:lnTo>
                  <a:pt x="2976" y="5189"/>
                </a:lnTo>
                <a:lnTo>
                  <a:pt x="2959" y="4999"/>
                </a:lnTo>
                <a:lnTo>
                  <a:pt x="2959" y="4998"/>
                </a:lnTo>
                <a:lnTo>
                  <a:pt x="2946" y="4825"/>
                </a:lnTo>
                <a:lnTo>
                  <a:pt x="2946" y="4824"/>
                </a:lnTo>
                <a:lnTo>
                  <a:pt x="2936" y="4666"/>
                </a:lnTo>
                <a:lnTo>
                  <a:pt x="2924" y="4509"/>
                </a:lnTo>
                <a:lnTo>
                  <a:pt x="2911" y="4353"/>
                </a:lnTo>
                <a:lnTo>
                  <a:pt x="2897" y="4196"/>
                </a:lnTo>
                <a:lnTo>
                  <a:pt x="2884" y="4039"/>
                </a:lnTo>
                <a:lnTo>
                  <a:pt x="2884" y="4039"/>
                </a:lnTo>
                <a:lnTo>
                  <a:pt x="2871" y="3881"/>
                </a:lnTo>
                <a:lnTo>
                  <a:pt x="2871" y="3881"/>
                </a:lnTo>
                <a:lnTo>
                  <a:pt x="2858" y="3724"/>
                </a:lnTo>
                <a:lnTo>
                  <a:pt x="2858" y="3723"/>
                </a:lnTo>
                <a:lnTo>
                  <a:pt x="2847" y="3566"/>
                </a:lnTo>
                <a:lnTo>
                  <a:pt x="2835" y="3409"/>
                </a:lnTo>
                <a:lnTo>
                  <a:pt x="2823" y="3252"/>
                </a:lnTo>
                <a:lnTo>
                  <a:pt x="2810" y="3095"/>
                </a:lnTo>
                <a:lnTo>
                  <a:pt x="2795" y="2938"/>
                </a:lnTo>
                <a:lnTo>
                  <a:pt x="2779" y="2781"/>
                </a:lnTo>
                <a:lnTo>
                  <a:pt x="2763" y="2624"/>
                </a:lnTo>
                <a:lnTo>
                  <a:pt x="2745" y="2466"/>
                </a:lnTo>
                <a:lnTo>
                  <a:pt x="2727" y="2310"/>
                </a:lnTo>
                <a:lnTo>
                  <a:pt x="2706" y="2154"/>
                </a:lnTo>
                <a:lnTo>
                  <a:pt x="2682" y="1999"/>
                </a:lnTo>
                <a:lnTo>
                  <a:pt x="2656" y="1842"/>
                </a:lnTo>
                <a:lnTo>
                  <a:pt x="2627" y="1682"/>
                </a:lnTo>
                <a:lnTo>
                  <a:pt x="2596" y="1523"/>
                </a:lnTo>
                <a:lnTo>
                  <a:pt x="2564" y="1367"/>
                </a:lnTo>
                <a:lnTo>
                  <a:pt x="2530" y="1219"/>
                </a:lnTo>
                <a:lnTo>
                  <a:pt x="2494" y="1081"/>
                </a:lnTo>
                <a:lnTo>
                  <a:pt x="2457" y="951"/>
                </a:lnTo>
                <a:lnTo>
                  <a:pt x="2417" y="827"/>
                </a:lnTo>
                <a:lnTo>
                  <a:pt x="2376" y="709"/>
                </a:lnTo>
                <a:lnTo>
                  <a:pt x="2334" y="599"/>
                </a:lnTo>
                <a:lnTo>
                  <a:pt x="2293" y="498"/>
                </a:lnTo>
                <a:lnTo>
                  <a:pt x="2253" y="407"/>
                </a:lnTo>
                <a:lnTo>
                  <a:pt x="2216" y="327"/>
                </a:lnTo>
                <a:lnTo>
                  <a:pt x="2181" y="259"/>
                </a:lnTo>
                <a:lnTo>
                  <a:pt x="2148" y="200"/>
                </a:lnTo>
                <a:lnTo>
                  <a:pt x="2116" y="152"/>
                </a:lnTo>
                <a:lnTo>
                  <a:pt x="2083" y="112"/>
                </a:lnTo>
                <a:lnTo>
                  <a:pt x="2049" y="78"/>
                </a:lnTo>
                <a:lnTo>
                  <a:pt x="2013" y="49"/>
                </a:lnTo>
                <a:lnTo>
                  <a:pt x="1980" y="27"/>
                </a:lnTo>
                <a:lnTo>
                  <a:pt x="1949" y="12"/>
                </a:lnTo>
                <a:lnTo>
                  <a:pt x="1918" y="3"/>
                </a:lnTo>
                <a:lnTo>
                  <a:pt x="1880" y="0"/>
                </a:lnTo>
                <a:lnTo>
                  <a:pt x="1830" y="2"/>
                </a:lnTo>
                <a:lnTo>
                  <a:pt x="1766" y="12"/>
                </a:lnTo>
                <a:lnTo>
                  <a:pt x="1688" y="31"/>
                </a:lnTo>
                <a:lnTo>
                  <a:pt x="1602" y="59"/>
                </a:lnTo>
                <a:lnTo>
                  <a:pt x="1513" y="93"/>
                </a:lnTo>
                <a:lnTo>
                  <a:pt x="1426" y="133"/>
                </a:lnTo>
                <a:lnTo>
                  <a:pt x="1344" y="176"/>
                </a:lnTo>
                <a:lnTo>
                  <a:pt x="1266" y="225"/>
                </a:lnTo>
                <a:lnTo>
                  <a:pt x="1189" y="279"/>
                </a:lnTo>
                <a:lnTo>
                  <a:pt x="1112" y="340"/>
                </a:lnTo>
                <a:lnTo>
                  <a:pt x="1038" y="405"/>
                </a:lnTo>
                <a:lnTo>
                  <a:pt x="965" y="476"/>
                </a:lnTo>
                <a:lnTo>
                  <a:pt x="896" y="551"/>
                </a:lnTo>
                <a:lnTo>
                  <a:pt x="829" y="630"/>
                </a:lnTo>
                <a:lnTo>
                  <a:pt x="764" y="714"/>
                </a:lnTo>
                <a:lnTo>
                  <a:pt x="702" y="804"/>
                </a:lnTo>
                <a:lnTo>
                  <a:pt x="642" y="898"/>
                </a:lnTo>
                <a:lnTo>
                  <a:pt x="585" y="996"/>
                </a:lnTo>
                <a:lnTo>
                  <a:pt x="530" y="1098"/>
                </a:lnTo>
                <a:lnTo>
                  <a:pt x="477" y="1205"/>
                </a:lnTo>
                <a:lnTo>
                  <a:pt x="426" y="1316"/>
                </a:lnTo>
                <a:lnTo>
                  <a:pt x="378" y="1431"/>
                </a:lnTo>
                <a:lnTo>
                  <a:pt x="333" y="1550"/>
                </a:lnTo>
                <a:lnTo>
                  <a:pt x="291" y="1671"/>
                </a:lnTo>
                <a:lnTo>
                  <a:pt x="252" y="1795"/>
                </a:lnTo>
                <a:lnTo>
                  <a:pt x="216" y="1922"/>
                </a:lnTo>
                <a:lnTo>
                  <a:pt x="184" y="2053"/>
                </a:lnTo>
                <a:lnTo>
                  <a:pt x="155" y="2187"/>
                </a:lnTo>
                <a:lnTo>
                  <a:pt x="129" y="2323"/>
                </a:lnTo>
                <a:lnTo>
                  <a:pt x="105" y="2461"/>
                </a:lnTo>
                <a:lnTo>
                  <a:pt x="84" y="2599"/>
                </a:lnTo>
                <a:lnTo>
                  <a:pt x="65" y="2738"/>
                </a:lnTo>
                <a:lnTo>
                  <a:pt x="49" y="2878"/>
                </a:lnTo>
                <a:lnTo>
                  <a:pt x="36" y="3020"/>
                </a:lnTo>
                <a:lnTo>
                  <a:pt x="25" y="3163"/>
                </a:lnTo>
                <a:lnTo>
                  <a:pt x="16" y="3306"/>
                </a:lnTo>
                <a:lnTo>
                  <a:pt x="9" y="3449"/>
                </a:lnTo>
                <a:lnTo>
                  <a:pt x="4" y="3591"/>
                </a:lnTo>
                <a:lnTo>
                  <a:pt x="1" y="3734"/>
                </a:lnTo>
                <a:lnTo>
                  <a:pt x="0" y="3877"/>
                </a:lnTo>
                <a:lnTo>
                  <a:pt x="1" y="4019"/>
                </a:lnTo>
                <a:lnTo>
                  <a:pt x="4" y="4160"/>
                </a:lnTo>
                <a:lnTo>
                  <a:pt x="9" y="4300"/>
                </a:lnTo>
                <a:lnTo>
                  <a:pt x="17" y="4438"/>
                </a:lnTo>
                <a:lnTo>
                  <a:pt x="27" y="4577"/>
                </a:lnTo>
                <a:lnTo>
                  <a:pt x="39" y="4716"/>
                </a:lnTo>
                <a:lnTo>
                  <a:pt x="53" y="4851"/>
                </a:lnTo>
                <a:lnTo>
                  <a:pt x="68" y="4983"/>
                </a:lnTo>
                <a:lnTo>
                  <a:pt x="84" y="5108"/>
                </a:lnTo>
                <a:lnTo>
                  <a:pt x="100" y="5228"/>
                </a:lnTo>
                <a:lnTo>
                  <a:pt x="118" y="5343"/>
                </a:lnTo>
                <a:lnTo>
                  <a:pt x="137" y="5454"/>
                </a:lnTo>
                <a:lnTo>
                  <a:pt x="156" y="5561"/>
                </a:lnTo>
                <a:lnTo>
                  <a:pt x="176" y="5664"/>
                </a:lnTo>
                <a:lnTo>
                  <a:pt x="197" y="5763"/>
                </a:lnTo>
                <a:lnTo>
                  <a:pt x="217" y="5863"/>
                </a:lnTo>
                <a:lnTo>
                  <a:pt x="238" y="5964"/>
                </a:lnTo>
                <a:lnTo>
                  <a:pt x="259" y="6060"/>
                </a:lnTo>
                <a:lnTo>
                  <a:pt x="280" y="6144"/>
                </a:lnTo>
                <a:lnTo>
                  <a:pt x="301" y="6210"/>
                </a:lnTo>
                <a:lnTo>
                  <a:pt x="313" y="6236"/>
                </a:lnTo>
                <a:lnTo>
                  <a:pt x="327" y="622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Declive"/>
          <p:cNvSpPr/>
          <p:nvPr/>
        </p:nvSpPr>
        <p:spPr>
          <a:xfrm>
            <a:off x="6492240" y="914400"/>
            <a:ext cx="5394960" cy="237744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se deposita primero en las zonas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declives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seno costofrénico.</a:t>
            </a:r>
            <a:endParaRPr lang="es-AR" sz="2100" dirty="0">
              <a:latin typeface="Mali"/>
            </a:endParaRPr>
          </a:p>
        </p:txBody>
      </p:sp>
      <p:sp>
        <p:nvSpPr>
          <p:cNvPr id="39" name="!!Leyenda"/>
          <p:cNvSpPr/>
          <p:nvPr/>
        </p:nvSpPr>
        <p:spPr>
          <a:xfrm>
            <a:off x="6492240" y="3474720"/>
            <a:ext cx="539496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volumen pequeño puede no dar síntomas ni signos.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08076" y="91440"/>
            <a:ext cx="801902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APARECE LÍQUIDO EN EL ESPACIO PLEURAL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4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8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198169"/>
            <a:ext cx="1997050" cy="273490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03010" y="1667775"/>
            <a:ext cx="1522444" cy="2213761"/>
            <a:chOff x="1303010" y="1667775"/>
            <a:chExt cx="1522444" cy="2213761"/>
          </a:xfrm>
        </p:grpSpPr>
        <p:sp>
          <p:nvSpPr>
            <p:cNvPr id="17" name="Forma 16"/>
            <p:cNvSpPr/>
            <p:nvPr/>
          </p:nvSpPr>
          <p:spPr>
            <a:xfrm>
              <a:off x="1303010" y="1667775"/>
              <a:ext cx="1522444" cy="2213761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11643" y="1885028"/>
              <a:ext cx="1210399" cy="1584773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42024" y="2631700"/>
              <a:ext cx="1304535" cy="926822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03010" y="1667775"/>
            <a:ext cx="1522444" cy="2213761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Compresión"/>
          <p:cNvSpPr/>
          <p:nvPr/>
        </p:nvSpPr>
        <p:spPr>
          <a:xfrm>
            <a:off x="6492240" y="914400"/>
            <a:ext cx="5394960" cy="237744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subyacente queda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comprimido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desplazado hacia el hilio; su parte superior conserva aire.</a:t>
            </a:r>
            <a:endParaRPr lang="es-AR" sz="2100" dirty="0">
              <a:latin typeface="Mali"/>
            </a:endParaRPr>
          </a:p>
        </p:txBody>
      </p:sp>
      <p:sp>
        <p:nvSpPr>
          <p:cNvPr id="39" name="!!Leyenda"/>
          <p:cNvSpPr/>
          <p:nvPr/>
        </p:nvSpPr>
        <p:spPr>
          <a:xfrm>
            <a:off x="6492240" y="347472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borde superior del derrame el parénquima comprimido se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condensa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387610" y="91440"/>
            <a:ext cx="663949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LÍQUIDO COMPRIME EL PULMÓN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sp>
        <p:nvSpPr>
          <p:cNvPr id="4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198169"/>
            <a:ext cx="1997050" cy="273490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03010" y="1667775"/>
            <a:ext cx="1522444" cy="2213761"/>
            <a:chOff x="1303010" y="1667775"/>
            <a:chExt cx="1522444" cy="2213761"/>
          </a:xfrm>
        </p:grpSpPr>
        <p:sp>
          <p:nvSpPr>
            <p:cNvPr id="17" name="Forma 16"/>
            <p:cNvSpPr/>
            <p:nvPr/>
          </p:nvSpPr>
          <p:spPr>
            <a:xfrm>
              <a:off x="1303010" y="1667775"/>
              <a:ext cx="1522444" cy="2213761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11643" y="1885028"/>
              <a:ext cx="1210399" cy="1584773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42024" y="2631700"/>
              <a:ext cx="1304535" cy="926822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03010" y="1667775"/>
            <a:ext cx="1522444" cy="2213761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Expansión derecha"/>
          <p:cNvGrpSpPr/>
          <p:nvPr/>
        </p:nvGrpSpPr>
        <p:grpSpPr>
          <a:xfrm>
            <a:off x="374904" y="3783787"/>
            <a:ext cx="1463040" cy="320040"/>
            <a:chOff x="374904" y="3783787"/>
            <a:chExt cx="1463040" cy="320040"/>
          </a:xfrm>
        </p:grpSpPr>
        <p:sp>
          <p:nvSpPr>
            <p:cNvPr id="39" name="Flecha 38_2"/>
            <p:cNvSpPr/>
            <p:nvPr/>
          </p:nvSpPr>
          <p:spPr>
            <a:xfrm>
              <a:off x="928116" y="4094683"/>
              <a:ext cx="356616" cy="9144"/>
            </a:xfrm>
            <a:custGeom>
              <a:avLst/>
              <a:gdLst/>
              <a:ahLst/>
              <a:cxnLst/>
              <a:rect l="0" t="0" r="r" b="b"/>
              <a:pathLst>
                <a:path w="390" h="10" fill="none">
                  <a:moveTo>
                    <a:pt x="390" y="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FF0000"/>
              </a:solidFill>
              <a:round/>
              <a:tailEnd type="triangle" w="med" len="med"/>
            </a:ln>
          </p:spPr>
        </p:sp>
        <p:sp>
          <p:nvSpPr>
            <p:cNvPr id="40" name="Forma 40"/>
            <p:cNvSpPr/>
            <p:nvPr/>
          </p:nvSpPr>
          <p:spPr>
            <a:xfrm>
              <a:off x="374904" y="3783787"/>
              <a:ext cx="1463040" cy="2682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FF0000"/>
                  </a:solidFill>
                  <a:latin typeface="Mali"/>
                  <a:ea typeface="Mali"/>
                  <a:cs typeface="Mali"/>
                  <a:sym typeface="Mali"/>
                </a:rPr>
                <a:t>poca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1" name="Expansión izquierda"/>
          <p:cNvGrpSpPr/>
          <p:nvPr/>
        </p:nvGrpSpPr>
        <p:grpSpPr>
          <a:xfrm>
            <a:off x="4802886" y="3783787"/>
            <a:ext cx="1463040" cy="320040"/>
            <a:chOff x="4802886" y="3783787"/>
            <a:chExt cx="1463040" cy="320040"/>
          </a:xfrm>
        </p:grpSpPr>
        <p:sp>
          <p:nvSpPr>
            <p:cNvPr id="42" name="Flecha 42_2"/>
            <p:cNvSpPr/>
            <p:nvPr/>
          </p:nvSpPr>
          <p:spPr>
            <a:xfrm>
              <a:off x="4910328" y="4094683"/>
              <a:ext cx="1248156" cy="9144"/>
            </a:xfrm>
            <a:custGeom>
              <a:avLst/>
              <a:gdLst/>
              <a:ahLst/>
              <a:cxnLst/>
              <a:rect l="0" t="0" r="r" b="b"/>
              <a:pathLst>
                <a:path w="1364" h="10" fill="none">
                  <a:moveTo>
                    <a:pt x="0" y="0"/>
                  </a:moveTo>
                  <a:lnTo>
                    <a:pt x="1364" y="0"/>
                  </a:lnTo>
                </a:path>
              </a:pathLst>
            </a:custGeom>
            <a:noFill/>
            <a:ln w="114300" cap="rnd">
              <a:solidFill>
                <a:srgbClr val="1E8449"/>
              </a:solidFill>
              <a:round/>
              <a:tailEnd type="triangle" w="med" len="med"/>
            </a:ln>
          </p:spPr>
        </p:sp>
        <p:sp>
          <p:nvSpPr>
            <p:cNvPr id="43" name="Forma 44"/>
            <p:cNvSpPr/>
            <p:nvPr/>
          </p:nvSpPr>
          <p:spPr>
            <a:xfrm>
              <a:off x="4802886" y="3783787"/>
              <a:ext cx="1463040" cy="2682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1E8449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4" name="Menos movimiento"/>
          <p:cNvSpPr/>
          <p:nvPr/>
        </p:nvSpPr>
        <p:spPr>
          <a:xfrm>
            <a:off x="6492240" y="914400"/>
            <a:ext cx="5394960" cy="23774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lado afectado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mueve menos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líquido limita la expansión pulmonar.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78801" y="91440"/>
            <a:ext cx="904830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EXPANSIÓN DEL HEMITÓRAX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5"/>
                </a:lnTo>
                <a:lnTo>
                  <a:pt x="34" y="399"/>
                </a:lnTo>
                <a:lnTo>
                  <a:pt x="39" y="400"/>
                </a:lnTo>
                <a:lnTo>
                  <a:pt x="44" y="402"/>
                </a:lnTo>
                <a:lnTo>
                  <a:pt x="111" y="424"/>
                </a:lnTo>
                <a:lnTo>
                  <a:pt x="116" y="426"/>
                </a:lnTo>
                <a:lnTo>
                  <a:pt x="121" y="428"/>
                </a:lnTo>
                <a:lnTo>
                  <a:pt x="181" y="463"/>
                </a:lnTo>
                <a:lnTo>
                  <a:pt x="185" y="465"/>
                </a:lnTo>
                <a:lnTo>
                  <a:pt x="188" y="467"/>
                </a:lnTo>
                <a:lnTo>
                  <a:pt x="246" y="513"/>
                </a:lnTo>
                <a:lnTo>
                  <a:pt x="249" y="516"/>
                </a:lnTo>
                <a:lnTo>
                  <a:pt x="309" y="572"/>
                </a:lnTo>
                <a:lnTo>
                  <a:pt x="312" y="575"/>
                </a:lnTo>
                <a:lnTo>
                  <a:pt x="371" y="641"/>
                </a:lnTo>
                <a:lnTo>
                  <a:pt x="375" y="645"/>
                </a:lnTo>
                <a:lnTo>
                  <a:pt x="430" y="721"/>
                </a:lnTo>
                <a:lnTo>
                  <a:pt x="432" y="725"/>
                </a:lnTo>
                <a:lnTo>
                  <a:pt x="485" y="811"/>
                </a:lnTo>
                <a:lnTo>
                  <a:pt x="487" y="815"/>
                </a:lnTo>
                <a:lnTo>
                  <a:pt x="539" y="914"/>
                </a:lnTo>
                <a:lnTo>
                  <a:pt x="540" y="916"/>
                </a:lnTo>
                <a:lnTo>
                  <a:pt x="592" y="1030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698" y="8802"/>
                </a:lnTo>
                <a:lnTo>
                  <a:pt x="1698" y="8803"/>
                </a:lnTo>
                <a:lnTo>
                  <a:pt x="1719" y="9105"/>
                </a:lnTo>
                <a:lnTo>
                  <a:pt x="1719" y="9106"/>
                </a:lnTo>
                <a:lnTo>
                  <a:pt x="1732" y="9382"/>
                </a:lnTo>
                <a:lnTo>
                  <a:pt x="1732" y="9385"/>
                </a:lnTo>
                <a:lnTo>
                  <a:pt x="1732" y="9609"/>
                </a:lnTo>
                <a:lnTo>
                  <a:pt x="1732" y="9616"/>
                </a:lnTo>
                <a:lnTo>
                  <a:pt x="1713" y="9761"/>
                </a:lnTo>
                <a:lnTo>
                  <a:pt x="1712" y="9767"/>
                </a:lnTo>
                <a:lnTo>
                  <a:pt x="1710" y="9772"/>
                </a:lnTo>
                <a:lnTo>
                  <a:pt x="1708" y="9778"/>
                </a:lnTo>
                <a:lnTo>
                  <a:pt x="1706" y="9782"/>
                </a:lnTo>
                <a:lnTo>
                  <a:pt x="1703" y="9787"/>
                </a:lnTo>
                <a:lnTo>
                  <a:pt x="1666" y="9836"/>
                </a:lnTo>
                <a:lnTo>
                  <a:pt x="1663" y="9840"/>
                </a:lnTo>
                <a:lnTo>
                  <a:pt x="1659" y="9844"/>
                </a:lnTo>
                <a:lnTo>
                  <a:pt x="1655" y="9847"/>
                </a:lnTo>
                <a:lnTo>
                  <a:pt x="1650" y="9850"/>
                </a:lnTo>
                <a:lnTo>
                  <a:pt x="1646" y="9853"/>
                </a:lnTo>
                <a:lnTo>
                  <a:pt x="1641" y="9855"/>
                </a:lnTo>
                <a:lnTo>
                  <a:pt x="1636" y="9856"/>
                </a:lnTo>
                <a:lnTo>
                  <a:pt x="1630" y="9858"/>
                </a:lnTo>
                <a:lnTo>
                  <a:pt x="1625" y="9858"/>
                </a:lnTo>
                <a:lnTo>
                  <a:pt x="1620" y="9858"/>
                </a:lnTo>
                <a:lnTo>
                  <a:pt x="1614" y="9857"/>
                </a:lnTo>
                <a:lnTo>
                  <a:pt x="1609" y="9856"/>
                </a:lnTo>
                <a:lnTo>
                  <a:pt x="1604" y="9855"/>
                </a:lnTo>
                <a:lnTo>
                  <a:pt x="1599" y="9853"/>
                </a:lnTo>
                <a:lnTo>
                  <a:pt x="1594" y="9850"/>
                </a:lnTo>
                <a:lnTo>
                  <a:pt x="1545" y="9820"/>
                </a:lnTo>
                <a:lnTo>
                  <a:pt x="1540" y="9818"/>
                </a:lnTo>
                <a:lnTo>
                  <a:pt x="1536" y="9814"/>
                </a:lnTo>
                <a:lnTo>
                  <a:pt x="1533" y="9811"/>
                </a:lnTo>
                <a:lnTo>
                  <a:pt x="1529" y="9807"/>
                </a:lnTo>
                <a:lnTo>
                  <a:pt x="1466" y="9725"/>
                </a:lnTo>
                <a:lnTo>
                  <a:pt x="1465" y="9723"/>
                </a:lnTo>
                <a:lnTo>
                  <a:pt x="1391" y="9617"/>
                </a:lnTo>
                <a:lnTo>
                  <a:pt x="1308" y="9518"/>
                </a:lnTo>
                <a:lnTo>
                  <a:pt x="1218" y="9447"/>
                </a:lnTo>
                <a:lnTo>
                  <a:pt x="1109" y="9392"/>
                </a:lnTo>
                <a:lnTo>
                  <a:pt x="979" y="9332"/>
                </a:lnTo>
                <a:lnTo>
                  <a:pt x="839" y="9273"/>
                </a:lnTo>
                <a:lnTo>
                  <a:pt x="691" y="9221"/>
                </a:lnTo>
                <a:lnTo>
                  <a:pt x="540" y="9180"/>
                </a:lnTo>
                <a:lnTo>
                  <a:pt x="390" y="9156"/>
                </a:lnTo>
                <a:lnTo>
                  <a:pt x="238" y="9144"/>
                </a:lnTo>
                <a:lnTo>
                  <a:pt x="79" y="9143"/>
                </a:lnTo>
                <a:lnTo>
                  <a:pt x="0" y="9147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16645" y="1604239"/>
            <a:ext cx="2052289" cy="4328834"/>
          </a:xfrm>
          <a:custGeom>
            <a:avLst/>
            <a:gdLst/>
            <a:ahLst/>
            <a:cxnLst/>
            <a:rect l="0" t="0" r="r" b="b"/>
            <a:pathLst>
              <a:path w="4595" h="10000">
                <a:moveTo>
                  <a:pt x="2814" y="4"/>
                </a:moveTo>
                <a:lnTo>
                  <a:pt x="2706" y="23"/>
                </a:lnTo>
                <a:lnTo>
                  <a:pt x="2580" y="56"/>
                </a:lnTo>
                <a:lnTo>
                  <a:pt x="2444" y="102"/>
                </a:lnTo>
                <a:lnTo>
                  <a:pt x="2304" y="158"/>
                </a:lnTo>
                <a:lnTo>
                  <a:pt x="2167" y="224"/>
                </a:lnTo>
                <a:lnTo>
                  <a:pt x="2038" y="296"/>
                </a:lnTo>
                <a:lnTo>
                  <a:pt x="1916" y="377"/>
                </a:lnTo>
                <a:lnTo>
                  <a:pt x="1795" y="467"/>
                </a:lnTo>
                <a:lnTo>
                  <a:pt x="1677" y="566"/>
                </a:lnTo>
                <a:lnTo>
                  <a:pt x="1562" y="673"/>
                </a:lnTo>
                <a:lnTo>
                  <a:pt x="1451" y="787"/>
                </a:lnTo>
                <a:lnTo>
                  <a:pt x="1345" y="909"/>
                </a:lnTo>
                <a:lnTo>
                  <a:pt x="1242" y="1037"/>
                </a:lnTo>
                <a:lnTo>
                  <a:pt x="1144" y="1173"/>
                </a:lnTo>
                <a:lnTo>
                  <a:pt x="1050" y="1317"/>
                </a:lnTo>
                <a:lnTo>
                  <a:pt x="959" y="1468"/>
                </a:lnTo>
                <a:lnTo>
                  <a:pt x="873" y="1624"/>
                </a:lnTo>
                <a:lnTo>
                  <a:pt x="790" y="1787"/>
                </a:lnTo>
                <a:lnTo>
                  <a:pt x="711" y="1956"/>
                </a:lnTo>
                <a:lnTo>
                  <a:pt x="635" y="2132"/>
                </a:lnTo>
                <a:lnTo>
                  <a:pt x="563" y="2315"/>
                </a:lnTo>
                <a:lnTo>
                  <a:pt x="495" y="2503"/>
                </a:lnTo>
                <a:lnTo>
                  <a:pt x="432" y="2696"/>
                </a:lnTo>
                <a:lnTo>
                  <a:pt x="374" y="2891"/>
                </a:lnTo>
                <a:lnTo>
                  <a:pt x="321" y="3092"/>
                </a:lnTo>
                <a:lnTo>
                  <a:pt x="273" y="3299"/>
                </a:lnTo>
                <a:lnTo>
                  <a:pt x="230" y="3509"/>
                </a:lnTo>
                <a:lnTo>
                  <a:pt x="191" y="3723"/>
                </a:lnTo>
                <a:lnTo>
                  <a:pt x="156" y="3939"/>
                </a:lnTo>
                <a:lnTo>
                  <a:pt x="124" y="4156"/>
                </a:lnTo>
                <a:lnTo>
                  <a:pt x="97" y="4374"/>
                </a:lnTo>
                <a:lnTo>
                  <a:pt x="73" y="4594"/>
                </a:lnTo>
                <a:lnTo>
                  <a:pt x="53" y="4817"/>
                </a:lnTo>
                <a:lnTo>
                  <a:pt x="37" y="5040"/>
                </a:lnTo>
                <a:lnTo>
                  <a:pt x="24" y="5264"/>
                </a:lnTo>
                <a:lnTo>
                  <a:pt x="13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3" y="6817"/>
                </a:lnTo>
                <a:lnTo>
                  <a:pt x="25" y="7035"/>
                </a:lnTo>
                <a:lnTo>
                  <a:pt x="40" y="7252"/>
                </a:lnTo>
                <a:lnTo>
                  <a:pt x="58" y="7469"/>
                </a:lnTo>
                <a:lnTo>
                  <a:pt x="79" y="7680"/>
                </a:lnTo>
                <a:lnTo>
                  <a:pt x="101" y="7885"/>
                </a:lnTo>
                <a:lnTo>
                  <a:pt x="124" y="8082"/>
                </a:lnTo>
                <a:lnTo>
                  <a:pt x="148" y="8269"/>
                </a:lnTo>
                <a:lnTo>
                  <a:pt x="175" y="8449"/>
                </a:lnTo>
                <a:lnTo>
                  <a:pt x="202" y="8623"/>
                </a:lnTo>
                <a:lnTo>
                  <a:pt x="231" y="8790"/>
                </a:lnTo>
                <a:lnTo>
                  <a:pt x="261" y="8951"/>
                </a:lnTo>
                <a:lnTo>
                  <a:pt x="291" y="9106"/>
                </a:lnTo>
                <a:lnTo>
                  <a:pt x="321" y="9262"/>
                </a:lnTo>
                <a:lnTo>
                  <a:pt x="351" y="9419"/>
                </a:lnTo>
                <a:lnTo>
                  <a:pt x="383" y="9569"/>
                </a:lnTo>
                <a:lnTo>
                  <a:pt x="415" y="9706"/>
                </a:lnTo>
                <a:lnTo>
                  <a:pt x="449" y="9820"/>
                </a:lnTo>
                <a:lnTo>
                  <a:pt x="485" y="9905"/>
                </a:lnTo>
                <a:lnTo>
                  <a:pt x="519" y="9959"/>
                </a:lnTo>
                <a:lnTo>
                  <a:pt x="550" y="9990"/>
                </a:lnTo>
                <a:lnTo>
                  <a:pt x="582" y="10000"/>
                </a:lnTo>
                <a:lnTo>
                  <a:pt x="620" y="9987"/>
                </a:lnTo>
                <a:lnTo>
                  <a:pt x="670" y="9956"/>
                </a:lnTo>
                <a:lnTo>
                  <a:pt x="734" y="9905"/>
                </a:lnTo>
                <a:lnTo>
                  <a:pt x="814" y="9825"/>
                </a:lnTo>
                <a:lnTo>
                  <a:pt x="905" y="9714"/>
                </a:lnTo>
                <a:lnTo>
                  <a:pt x="1007" y="9584"/>
                </a:lnTo>
                <a:lnTo>
                  <a:pt x="1119" y="9444"/>
                </a:lnTo>
                <a:lnTo>
                  <a:pt x="1241" y="9308"/>
                </a:lnTo>
                <a:lnTo>
                  <a:pt x="1372" y="9186"/>
                </a:lnTo>
                <a:lnTo>
                  <a:pt x="1518" y="9072"/>
                </a:lnTo>
                <a:lnTo>
                  <a:pt x="1679" y="8955"/>
                </a:lnTo>
                <a:lnTo>
                  <a:pt x="1851" y="8842"/>
                </a:lnTo>
                <a:lnTo>
                  <a:pt x="2027" y="8737"/>
                </a:lnTo>
                <a:lnTo>
                  <a:pt x="2202" y="8645"/>
                </a:lnTo>
                <a:lnTo>
                  <a:pt x="2371" y="8574"/>
                </a:lnTo>
                <a:lnTo>
                  <a:pt x="2536" y="8522"/>
                </a:lnTo>
                <a:lnTo>
                  <a:pt x="2701" y="8486"/>
                </a:lnTo>
                <a:lnTo>
                  <a:pt x="2866" y="8464"/>
                </a:lnTo>
                <a:lnTo>
                  <a:pt x="3029" y="8455"/>
                </a:lnTo>
                <a:lnTo>
                  <a:pt x="3188" y="8456"/>
                </a:lnTo>
                <a:lnTo>
                  <a:pt x="3341" y="8467"/>
                </a:lnTo>
                <a:lnTo>
                  <a:pt x="3493" y="8493"/>
                </a:lnTo>
                <a:lnTo>
                  <a:pt x="3645" y="8533"/>
                </a:lnTo>
                <a:lnTo>
                  <a:pt x="3793" y="8586"/>
                </a:lnTo>
                <a:lnTo>
                  <a:pt x="3933" y="8644"/>
                </a:lnTo>
                <a:lnTo>
                  <a:pt x="4061" y="8704"/>
                </a:lnTo>
                <a:lnTo>
                  <a:pt x="4173" y="8760"/>
                </a:lnTo>
                <a:lnTo>
                  <a:pt x="4271" y="8836"/>
                </a:lnTo>
                <a:lnTo>
                  <a:pt x="4356" y="8940"/>
                </a:lnTo>
                <a:lnTo>
                  <a:pt x="4430" y="9045"/>
                </a:lnTo>
                <a:lnTo>
                  <a:pt x="4492" y="9125"/>
                </a:lnTo>
                <a:lnTo>
                  <a:pt x="4541" y="9154"/>
                </a:lnTo>
                <a:lnTo>
                  <a:pt x="4576" y="9106"/>
                </a:lnTo>
                <a:lnTo>
                  <a:pt x="4595" y="8964"/>
                </a:lnTo>
                <a:lnTo>
                  <a:pt x="4594" y="8744"/>
                </a:lnTo>
                <a:lnTo>
                  <a:pt x="4582" y="8474"/>
                </a:lnTo>
                <a:lnTo>
                  <a:pt x="4562" y="8179"/>
                </a:lnTo>
                <a:lnTo>
                  <a:pt x="4540" y="7884"/>
                </a:lnTo>
                <a:lnTo>
                  <a:pt x="4523" y="7616"/>
                </a:lnTo>
                <a:lnTo>
                  <a:pt x="4508" y="7370"/>
                </a:lnTo>
                <a:lnTo>
                  <a:pt x="4492" y="7126"/>
                </a:lnTo>
                <a:lnTo>
                  <a:pt x="4473" y="6882"/>
                </a:lnTo>
                <a:lnTo>
                  <a:pt x="4454" y="6639"/>
                </a:lnTo>
                <a:lnTo>
                  <a:pt x="4435" y="6396"/>
                </a:lnTo>
                <a:lnTo>
                  <a:pt x="4417" y="6152"/>
                </a:lnTo>
                <a:lnTo>
                  <a:pt x="4400" y="5908"/>
                </a:lnTo>
                <a:lnTo>
                  <a:pt x="4383" y="5664"/>
                </a:lnTo>
                <a:lnTo>
                  <a:pt x="4367" y="5420"/>
                </a:lnTo>
                <a:lnTo>
                  <a:pt x="4350" y="5176"/>
                </a:lnTo>
                <a:lnTo>
                  <a:pt x="4331" y="4932"/>
                </a:lnTo>
                <a:lnTo>
                  <a:pt x="4310" y="4688"/>
                </a:lnTo>
                <a:lnTo>
                  <a:pt x="4288" y="4444"/>
                </a:lnTo>
                <a:lnTo>
                  <a:pt x="4265" y="4199"/>
                </a:lnTo>
                <a:lnTo>
                  <a:pt x="4240" y="3954"/>
                </a:lnTo>
                <a:lnTo>
                  <a:pt x="4214" y="3710"/>
                </a:lnTo>
                <a:lnTo>
                  <a:pt x="4184" y="3467"/>
                </a:lnTo>
                <a:lnTo>
                  <a:pt x="4151" y="3224"/>
                </a:lnTo>
                <a:lnTo>
                  <a:pt x="4113" y="2979"/>
                </a:lnTo>
                <a:lnTo>
                  <a:pt x="4073" y="2729"/>
                </a:lnTo>
                <a:lnTo>
                  <a:pt x="4029" y="2481"/>
                </a:lnTo>
                <a:lnTo>
                  <a:pt x="3983" y="2237"/>
                </a:lnTo>
                <a:lnTo>
                  <a:pt x="3935" y="2005"/>
                </a:lnTo>
                <a:lnTo>
                  <a:pt x="3884" y="1787"/>
                </a:lnTo>
                <a:lnTo>
                  <a:pt x="3831" y="1582"/>
                </a:lnTo>
                <a:lnTo>
                  <a:pt x="3774" y="1386"/>
                </a:lnTo>
                <a:lnTo>
                  <a:pt x="3715" y="1200"/>
                </a:lnTo>
                <a:lnTo>
                  <a:pt x="3655" y="1026"/>
                </a:lnTo>
                <a:lnTo>
                  <a:pt x="3595" y="866"/>
                </a:lnTo>
                <a:lnTo>
                  <a:pt x="3538" y="722"/>
                </a:lnTo>
                <a:lnTo>
                  <a:pt x="3485" y="595"/>
                </a:lnTo>
                <a:lnTo>
                  <a:pt x="3433" y="484"/>
                </a:lnTo>
                <a:lnTo>
                  <a:pt x="3382" y="386"/>
                </a:lnTo>
                <a:lnTo>
                  <a:pt x="3331" y="301"/>
                </a:lnTo>
                <a:lnTo>
                  <a:pt x="3277" y="228"/>
                </a:lnTo>
                <a:lnTo>
                  <a:pt x="3219" y="163"/>
                </a:lnTo>
                <a:lnTo>
                  <a:pt x="3161" y="108"/>
                </a:lnTo>
                <a:lnTo>
                  <a:pt x="3104" y="64"/>
                </a:lnTo>
                <a:lnTo>
                  <a:pt x="3045" y="30"/>
                </a:lnTo>
                <a:lnTo>
                  <a:pt x="2980" y="9"/>
                </a:lnTo>
                <a:lnTo>
                  <a:pt x="2904" y="0"/>
                </a:lnTo>
                <a:lnTo>
                  <a:pt x="2814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22838" y="3024871"/>
            <a:ext cx="2037989" cy="2908202"/>
          </a:xfrm>
          <a:custGeom>
            <a:avLst/>
            <a:gdLst/>
            <a:ahLst/>
            <a:cxnLst/>
            <a:rect l="0" t="0" r="r" b="b"/>
            <a:pathLst>
              <a:path w="6792" h="10000">
                <a:moveTo>
                  <a:pt x="322" y="339"/>
                </a:moveTo>
                <a:lnTo>
                  <a:pt x="264" y="658"/>
                </a:lnTo>
                <a:lnTo>
                  <a:pt x="212" y="979"/>
                </a:lnTo>
                <a:lnTo>
                  <a:pt x="165" y="1301"/>
                </a:lnTo>
                <a:lnTo>
                  <a:pt x="123" y="1625"/>
                </a:lnTo>
                <a:lnTo>
                  <a:pt x="88" y="1954"/>
                </a:lnTo>
                <a:lnTo>
                  <a:pt x="59" y="2285"/>
                </a:lnTo>
                <a:lnTo>
                  <a:pt x="35" y="2618"/>
                </a:lnTo>
                <a:lnTo>
                  <a:pt x="15" y="2951"/>
                </a:lnTo>
                <a:lnTo>
                  <a:pt x="0" y="3282"/>
                </a:lnTo>
                <a:lnTo>
                  <a:pt x="0" y="5263"/>
                </a:lnTo>
                <a:lnTo>
                  <a:pt x="17" y="5586"/>
                </a:lnTo>
                <a:lnTo>
                  <a:pt x="39" y="5911"/>
                </a:lnTo>
                <a:lnTo>
                  <a:pt x="67" y="6232"/>
                </a:lnTo>
                <a:lnTo>
                  <a:pt x="97" y="6547"/>
                </a:lnTo>
                <a:lnTo>
                  <a:pt x="130" y="6853"/>
                </a:lnTo>
                <a:lnTo>
                  <a:pt x="165" y="7145"/>
                </a:lnTo>
                <a:lnTo>
                  <a:pt x="201" y="7423"/>
                </a:lnTo>
                <a:lnTo>
                  <a:pt x="240" y="7692"/>
                </a:lnTo>
                <a:lnTo>
                  <a:pt x="281" y="7951"/>
                </a:lnTo>
                <a:lnTo>
                  <a:pt x="324" y="8200"/>
                </a:lnTo>
                <a:lnTo>
                  <a:pt x="368" y="8439"/>
                </a:lnTo>
                <a:lnTo>
                  <a:pt x="412" y="8670"/>
                </a:lnTo>
                <a:lnTo>
                  <a:pt x="457" y="8901"/>
                </a:lnTo>
                <a:lnTo>
                  <a:pt x="503" y="9135"/>
                </a:lnTo>
                <a:lnTo>
                  <a:pt x="549" y="9359"/>
                </a:lnTo>
                <a:lnTo>
                  <a:pt x="597" y="9563"/>
                </a:lnTo>
                <a:lnTo>
                  <a:pt x="648" y="9733"/>
                </a:lnTo>
                <a:lnTo>
                  <a:pt x="701" y="9858"/>
                </a:lnTo>
                <a:lnTo>
                  <a:pt x="752" y="9940"/>
                </a:lnTo>
                <a:lnTo>
                  <a:pt x="798" y="9986"/>
                </a:lnTo>
                <a:lnTo>
                  <a:pt x="846" y="10000"/>
                </a:lnTo>
                <a:lnTo>
                  <a:pt x="903" y="9982"/>
                </a:lnTo>
                <a:lnTo>
                  <a:pt x="976" y="9934"/>
                </a:lnTo>
                <a:lnTo>
                  <a:pt x="1073" y="9858"/>
                </a:lnTo>
                <a:lnTo>
                  <a:pt x="1191" y="9740"/>
                </a:lnTo>
                <a:lnTo>
                  <a:pt x="1327" y="9575"/>
                </a:lnTo>
                <a:lnTo>
                  <a:pt x="1478" y="9380"/>
                </a:lnTo>
                <a:lnTo>
                  <a:pt x="1645" y="9173"/>
                </a:lnTo>
                <a:lnTo>
                  <a:pt x="1826" y="8970"/>
                </a:lnTo>
                <a:lnTo>
                  <a:pt x="2022" y="8789"/>
                </a:lnTo>
                <a:lnTo>
                  <a:pt x="2239" y="8619"/>
                </a:lnTo>
                <a:lnTo>
                  <a:pt x="2479" y="8445"/>
                </a:lnTo>
                <a:lnTo>
                  <a:pt x="2734" y="8276"/>
                </a:lnTo>
                <a:lnTo>
                  <a:pt x="2996" y="8120"/>
                </a:lnTo>
                <a:lnTo>
                  <a:pt x="3257" y="7984"/>
                </a:lnTo>
                <a:lnTo>
                  <a:pt x="3508" y="7878"/>
                </a:lnTo>
                <a:lnTo>
                  <a:pt x="3754" y="7801"/>
                </a:lnTo>
                <a:lnTo>
                  <a:pt x="4001" y="7747"/>
                </a:lnTo>
                <a:lnTo>
                  <a:pt x="4246" y="7714"/>
                </a:lnTo>
                <a:lnTo>
                  <a:pt x="4488" y="7700"/>
                </a:lnTo>
                <a:lnTo>
                  <a:pt x="4725" y="7702"/>
                </a:lnTo>
                <a:lnTo>
                  <a:pt x="4953" y="7719"/>
                </a:lnTo>
                <a:lnTo>
                  <a:pt x="5179" y="7756"/>
                </a:lnTo>
                <a:lnTo>
                  <a:pt x="5405" y="7817"/>
                </a:lnTo>
                <a:lnTo>
                  <a:pt x="5625" y="7895"/>
                </a:lnTo>
                <a:lnTo>
                  <a:pt x="5834" y="7982"/>
                </a:lnTo>
                <a:lnTo>
                  <a:pt x="6024" y="8071"/>
                </a:lnTo>
                <a:lnTo>
                  <a:pt x="6192" y="8155"/>
                </a:lnTo>
                <a:lnTo>
                  <a:pt x="6336" y="8268"/>
                </a:lnTo>
                <a:lnTo>
                  <a:pt x="6464" y="8422"/>
                </a:lnTo>
                <a:lnTo>
                  <a:pt x="6574" y="8578"/>
                </a:lnTo>
                <a:lnTo>
                  <a:pt x="6665" y="8698"/>
                </a:lnTo>
                <a:lnTo>
                  <a:pt x="6738" y="8741"/>
                </a:lnTo>
                <a:lnTo>
                  <a:pt x="6792" y="8670"/>
                </a:lnTo>
                <a:lnTo>
                  <a:pt x="6792" y="7613"/>
                </a:lnTo>
                <a:lnTo>
                  <a:pt x="6770" y="7289"/>
                </a:lnTo>
                <a:lnTo>
                  <a:pt x="6738" y="6850"/>
                </a:lnTo>
                <a:lnTo>
                  <a:pt x="6712" y="6451"/>
                </a:lnTo>
                <a:lnTo>
                  <a:pt x="6690" y="6086"/>
                </a:lnTo>
                <a:lnTo>
                  <a:pt x="6665" y="5722"/>
                </a:lnTo>
                <a:lnTo>
                  <a:pt x="6638" y="5359"/>
                </a:lnTo>
                <a:lnTo>
                  <a:pt x="6610" y="4997"/>
                </a:lnTo>
                <a:lnTo>
                  <a:pt x="6581" y="4635"/>
                </a:lnTo>
                <a:lnTo>
                  <a:pt x="6554" y="4272"/>
                </a:lnTo>
                <a:lnTo>
                  <a:pt x="6528" y="3909"/>
                </a:lnTo>
                <a:lnTo>
                  <a:pt x="6504" y="3546"/>
                </a:lnTo>
                <a:lnTo>
                  <a:pt x="6480" y="3183"/>
                </a:lnTo>
                <a:lnTo>
                  <a:pt x="6454" y="2820"/>
                </a:lnTo>
                <a:lnTo>
                  <a:pt x="6426" y="2457"/>
                </a:lnTo>
                <a:lnTo>
                  <a:pt x="6395" y="2093"/>
                </a:lnTo>
                <a:lnTo>
                  <a:pt x="6378" y="1906"/>
                </a:lnTo>
                <a:lnTo>
                  <a:pt x="6282" y="1904"/>
                </a:lnTo>
                <a:lnTo>
                  <a:pt x="6112" y="1897"/>
                </a:lnTo>
                <a:lnTo>
                  <a:pt x="5943" y="1889"/>
                </a:lnTo>
                <a:lnTo>
                  <a:pt x="5773" y="1878"/>
                </a:lnTo>
                <a:lnTo>
                  <a:pt x="5603" y="1864"/>
                </a:lnTo>
                <a:lnTo>
                  <a:pt x="5433" y="1848"/>
                </a:lnTo>
                <a:lnTo>
                  <a:pt x="5263" y="1829"/>
                </a:lnTo>
                <a:lnTo>
                  <a:pt x="5094" y="1808"/>
                </a:lnTo>
                <a:lnTo>
                  <a:pt x="4924" y="1784"/>
                </a:lnTo>
                <a:lnTo>
                  <a:pt x="4754" y="1757"/>
                </a:lnTo>
                <a:lnTo>
                  <a:pt x="4584" y="1727"/>
                </a:lnTo>
                <a:lnTo>
                  <a:pt x="4414" y="1695"/>
                </a:lnTo>
                <a:lnTo>
                  <a:pt x="4245" y="1659"/>
                </a:lnTo>
                <a:lnTo>
                  <a:pt x="4075" y="1621"/>
                </a:lnTo>
                <a:lnTo>
                  <a:pt x="3905" y="1580"/>
                </a:lnTo>
                <a:lnTo>
                  <a:pt x="3735" y="1535"/>
                </a:lnTo>
                <a:lnTo>
                  <a:pt x="3565" y="1488"/>
                </a:lnTo>
                <a:lnTo>
                  <a:pt x="3419" y="1444"/>
                </a:lnTo>
                <a:lnTo>
                  <a:pt x="3221" y="1515"/>
                </a:lnTo>
                <a:lnTo>
                  <a:pt x="3215" y="1517"/>
                </a:lnTo>
                <a:lnTo>
                  <a:pt x="3010" y="1598"/>
                </a:lnTo>
                <a:lnTo>
                  <a:pt x="3004" y="1600"/>
                </a:lnTo>
                <a:lnTo>
                  <a:pt x="2811" y="1684"/>
                </a:lnTo>
                <a:lnTo>
                  <a:pt x="2806" y="1686"/>
                </a:lnTo>
                <a:lnTo>
                  <a:pt x="2632" y="1767"/>
                </a:lnTo>
                <a:lnTo>
                  <a:pt x="2622" y="1772"/>
                </a:lnTo>
                <a:lnTo>
                  <a:pt x="2465" y="1859"/>
                </a:lnTo>
                <a:lnTo>
                  <a:pt x="2455" y="1865"/>
                </a:lnTo>
                <a:lnTo>
                  <a:pt x="2309" y="1962"/>
                </a:lnTo>
                <a:lnTo>
                  <a:pt x="2304" y="1966"/>
                </a:lnTo>
                <a:lnTo>
                  <a:pt x="2170" y="2065"/>
                </a:lnTo>
                <a:lnTo>
                  <a:pt x="2168" y="2067"/>
                </a:lnTo>
                <a:lnTo>
                  <a:pt x="2048" y="2159"/>
                </a:lnTo>
                <a:lnTo>
                  <a:pt x="2047" y="2160"/>
                </a:lnTo>
                <a:lnTo>
                  <a:pt x="1945" y="2234"/>
                </a:lnTo>
                <a:lnTo>
                  <a:pt x="1942" y="2236"/>
                </a:lnTo>
                <a:lnTo>
                  <a:pt x="1860" y="2285"/>
                </a:lnTo>
                <a:lnTo>
                  <a:pt x="1856" y="2287"/>
                </a:lnTo>
                <a:lnTo>
                  <a:pt x="1820" y="2304"/>
                </a:lnTo>
                <a:lnTo>
                  <a:pt x="1817" y="2305"/>
                </a:lnTo>
                <a:lnTo>
                  <a:pt x="1813" y="2306"/>
                </a:lnTo>
                <a:lnTo>
                  <a:pt x="1809" y="2307"/>
                </a:lnTo>
                <a:lnTo>
                  <a:pt x="1805" y="2307"/>
                </a:lnTo>
                <a:lnTo>
                  <a:pt x="1801" y="2307"/>
                </a:lnTo>
                <a:lnTo>
                  <a:pt x="1797" y="2307"/>
                </a:lnTo>
                <a:lnTo>
                  <a:pt x="1793" y="2306"/>
                </a:lnTo>
                <a:lnTo>
                  <a:pt x="1790" y="2305"/>
                </a:lnTo>
                <a:lnTo>
                  <a:pt x="1786" y="2303"/>
                </a:lnTo>
                <a:lnTo>
                  <a:pt x="1783" y="2301"/>
                </a:lnTo>
                <a:lnTo>
                  <a:pt x="1779" y="2299"/>
                </a:lnTo>
                <a:lnTo>
                  <a:pt x="1776" y="2297"/>
                </a:lnTo>
                <a:lnTo>
                  <a:pt x="1774" y="2294"/>
                </a:lnTo>
                <a:lnTo>
                  <a:pt x="1771" y="2291"/>
                </a:lnTo>
                <a:lnTo>
                  <a:pt x="1747" y="2257"/>
                </a:lnTo>
                <a:lnTo>
                  <a:pt x="1745" y="2254"/>
                </a:lnTo>
                <a:lnTo>
                  <a:pt x="1744" y="2251"/>
                </a:lnTo>
                <a:lnTo>
                  <a:pt x="1707" y="2178"/>
                </a:lnTo>
                <a:lnTo>
                  <a:pt x="1706" y="2175"/>
                </a:lnTo>
                <a:lnTo>
                  <a:pt x="1668" y="2081"/>
                </a:lnTo>
                <a:lnTo>
                  <a:pt x="1668" y="2079"/>
                </a:lnTo>
                <a:lnTo>
                  <a:pt x="1631" y="1973"/>
                </a:lnTo>
                <a:lnTo>
                  <a:pt x="1631" y="1973"/>
                </a:lnTo>
                <a:lnTo>
                  <a:pt x="1594" y="1861"/>
                </a:lnTo>
                <a:lnTo>
                  <a:pt x="1558" y="1749"/>
                </a:lnTo>
                <a:lnTo>
                  <a:pt x="1522" y="1639"/>
                </a:lnTo>
                <a:lnTo>
                  <a:pt x="1522" y="1638"/>
                </a:lnTo>
                <a:lnTo>
                  <a:pt x="1487" y="1524"/>
                </a:lnTo>
                <a:lnTo>
                  <a:pt x="1487" y="1523"/>
                </a:lnTo>
                <a:lnTo>
                  <a:pt x="1452" y="1404"/>
                </a:lnTo>
                <a:lnTo>
                  <a:pt x="1452" y="1404"/>
                </a:lnTo>
                <a:lnTo>
                  <a:pt x="1419" y="1280"/>
                </a:lnTo>
                <a:lnTo>
                  <a:pt x="1419" y="1280"/>
                </a:lnTo>
                <a:lnTo>
                  <a:pt x="1388" y="1152"/>
                </a:lnTo>
                <a:lnTo>
                  <a:pt x="1388" y="1151"/>
                </a:lnTo>
                <a:lnTo>
                  <a:pt x="1359" y="1018"/>
                </a:lnTo>
                <a:lnTo>
                  <a:pt x="1359" y="1017"/>
                </a:lnTo>
                <a:lnTo>
                  <a:pt x="1331" y="878"/>
                </a:lnTo>
                <a:lnTo>
                  <a:pt x="1331" y="877"/>
                </a:lnTo>
                <a:lnTo>
                  <a:pt x="1305" y="731"/>
                </a:lnTo>
                <a:lnTo>
                  <a:pt x="1305" y="730"/>
                </a:lnTo>
                <a:lnTo>
                  <a:pt x="1280" y="580"/>
                </a:lnTo>
                <a:lnTo>
                  <a:pt x="1280" y="579"/>
                </a:lnTo>
                <a:lnTo>
                  <a:pt x="1273" y="531"/>
                </a:lnTo>
                <a:lnTo>
                  <a:pt x="1188" y="484"/>
                </a:lnTo>
                <a:lnTo>
                  <a:pt x="1018" y="387"/>
                </a:lnTo>
                <a:lnTo>
                  <a:pt x="849" y="287"/>
                </a:lnTo>
                <a:lnTo>
                  <a:pt x="679" y="183"/>
                </a:lnTo>
                <a:lnTo>
                  <a:pt x="509" y="76"/>
                </a:lnTo>
                <a:lnTo>
                  <a:pt x="392" y="0"/>
                </a:lnTo>
                <a:lnTo>
                  <a:pt x="386" y="25"/>
                </a:lnTo>
                <a:lnTo>
                  <a:pt x="322" y="339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97729" y="1667784"/>
            <a:ext cx="1508821" cy="2016736"/>
            <a:chOff x="1297729" y="1667784"/>
            <a:chExt cx="1508821" cy="2016736"/>
          </a:xfrm>
        </p:grpSpPr>
        <p:sp>
          <p:nvSpPr>
            <p:cNvPr id="17" name="Forma 16"/>
            <p:cNvSpPr/>
            <p:nvPr/>
          </p:nvSpPr>
          <p:spPr>
            <a:xfrm>
              <a:off x="1297729" y="1667784"/>
              <a:ext cx="1508821" cy="2016736"/>
            </a:xfrm>
            <a:custGeom>
              <a:avLst/>
              <a:gdLst/>
              <a:ahLst/>
              <a:cxnLst/>
              <a:rect l="0" t="0" r="r" b="b"/>
              <a:pathLst>
                <a:path w="7251" h="10000">
                  <a:moveTo>
                    <a:pt x="851" y="9975"/>
                  </a:moveTo>
                  <a:lnTo>
                    <a:pt x="969" y="9905"/>
                  </a:lnTo>
                  <a:lnTo>
                    <a:pt x="1117" y="9798"/>
                  </a:lnTo>
                  <a:lnTo>
                    <a:pt x="1291" y="9664"/>
                  </a:lnTo>
                  <a:lnTo>
                    <a:pt x="1294" y="9662"/>
                  </a:lnTo>
                  <a:lnTo>
                    <a:pt x="1488" y="9518"/>
                  </a:lnTo>
                  <a:lnTo>
                    <a:pt x="1496" y="9512"/>
                  </a:lnTo>
                  <a:lnTo>
                    <a:pt x="1708" y="9371"/>
                  </a:lnTo>
                  <a:lnTo>
                    <a:pt x="1725" y="9361"/>
                  </a:lnTo>
                  <a:lnTo>
                    <a:pt x="1953" y="9235"/>
                  </a:lnTo>
                  <a:lnTo>
                    <a:pt x="1969" y="9226"/>
                  </a:lnTo>
                  <a:lnTo>
                    <a:pt x="2222" y="9109"/>
                  </a:lnTo>
                  <a:lnTo>
                    <a:pt x="2229" y="9105"/>
                  </a:lnTo>
                  <a:lnTo>
                    <a:pt x="2509" y="8985"/>
                  </a:lnTo>
                  <a:lnTo>
                    <a:pt x="2517" y="8981"/>
                  </a:lnTo>
                  <a:lnTo>
                    <a:pt x="2814" y="8864"/>
                  </a:lnTo>
                  <a:lnTo>
                    <a:pt x="2824" y="8860"/>
                  </a:lnTo>
                  <a:lnTo>
                    <a:pt x="3129" y="8751"/>
                  </a:lnTo>
                  <a:lnTo>
                    <a:pt x="3142" y="8747"/>
                  </a:lnTo>
                  <a:lnTo>
                    <a:pt x="3446" y="8652"/>
                  </a:lnTo>
                  <a:lnTo>
                    <a:pt x="3464" y="8647"/>
                  </a:lnTo>
                  <a:lnTo>
                    <a:pt x="3757" y="8573"/>
                  </a:lnTo>
                  <a:lnTo>
                    <a:pt x="3780" y="8568"/>
                  </a:lnTo>
                  <a:lnTo>
                    <a:pt x="4066" y="8515"/>
                  </a:lnTo>
                  <a:lnTo>
                    <a:pt x="4087" y="8511"/>
                  </a:lnTo>
                  <a:lnTo>
                    <a:pt x="4375" y="8474"/>
                  </a:lnTo>
                  <a:lnTo>
                    <a:pt x="4395" y="8472"/>
                  </a:lnTo>
                  <a:lnTo>
                    <a:pt x="4681" y="8449"/>
                  </a:lnTo>
                  <a:lnTo>
                    <a:pt x="4700" y="8448"/>
                  </a:lnTo>
                  <a:lnTo>
                    <a:pt x="4982" y="8438"/>
                  </a:lnTo>
                  <a:lnTo>
                    <a:pt x="4999" y="8438"/>
                  </a:lnTo>
                  <a:lnTo>
                    <a:pt x="5275" y="8440"/>
                  </a:lnTo>
                  <a:lnTo>
                    <a:pt x="5290" y="8440"/>
                  </a:lnTo>
                  <a:lnTo>
                    <a:pt x="5556" y="8452"/>
                  </a:lnTo>
                  <a:lnTo>
                    <a:pt x="5579" y="8453"/>
                  </a:lnTo>
                  <a:lnTo>
                    <a:pt x="5842" y="8479"/>
                  </a:lnTo>
                  <a:lnTo>
                    <a:pt x="5867" y="8482"/>
                  </a:lnTo>
                  <a:lnTo>
                    <a:pt x="6130" y="8525"/>
                  </a:lnTo>
                  <a:lnTo>
                    <a:pt x="6148" y="8528"/>
                  </a:lnTo>
                  <a:lnTo>
                    <a:pt x="6405" y="8582"/>
                  </a:lnTo>
                  <a:lnTo>
                    <a:pt x="6418" y="8585"/>
                  </a:lnTo>
                  <a:lnTo>
                    <a:pt x="6661" y="8645"/>
                  </a:lnTo>
                  <a:lnTo>
                    <a:pt x="6671" y="8648"/>
                  </a:lnTo>
                  <a:lnTo>
                    <a:pt x="6893" y="8710"/>
                  </a:lnTo>
                  <a:lnTo>
                    <a:pt x="6899" y="8712"/>
                  </a:lnTo>
                  <a:lnTo>
                    <a:pt x="7094" y="8770"/>
                  </a:lnTo>
                  <a:lnTo>
                    <a:pt x="7116" y="8777"/>
                  </a:lnTo>
                  <a:lnTo>
                    <a:pt x="7136" y="8786"/>
                  </a:lnTo>
                  <a:lnTo>
                    <a:pt x="7251" y="8839"/>
                  </a:lnTo>
                  <a:lnTo>
                    <a:pt x="7238" y="8707"/>
                  </a:lnTo>
                  <a:lnTo>
                    <a:pt x="7185" y="8182"/>
                  </a:lnTo>
                  <a:lnTo>
                    <a:pt x="7128" y="7659"/>
                  </a:lnTo>
                  <a:lnTo>
                    <a:pt x="7065" y="7137"/>
                  </a:lnTo>
                  <a:lnTo>
                    <a:pt x="6993" y="6618"/>
                  </a:lnTo>
                  <a:lnTo>
                    <a:pt x="6913" y="6093"/>
                  </a:lnTo>
                  <a:lnTo>
                    <a:pt x="6826" y="5558"/>
                  </a:lnTo>
                  <a:lnTo>
                    <a:pt x="6733" y="5025"/>
                  </a:lnTo>
                  <a:lnTo>
                    <a:pt x="6634" y="4505"/>
                  </a:lnTo>
                  <a:lnTo>
                    <a:pt x="6531" y="4007"/>
                  </a:lnTo>
                  <a:lnTo>
                    <a:pt x="6423" y="3541"/>
                  </a:lnTo>
                  <a:lnTo>
                    <a:pt x="6309" y="3104"/>
                  </a:lnTo>
                  <a:lnTo>
                    <a:pt x="6188" y="2685"/>
                  </a:lnTo>
                  <a:lnTo>
                    <a:pt x="6061" y="2288"/>
                  </a:lnTo>
                  <a:lnTo>
                    <a:pt x="5933" y="1916"/>
                  </a:lnTo>
                  <a:lnTo>
                    <a:pt x="5806" y="1575"/>
                  </a:lnTo>
                  <a:lnTo>
                    <a:pt x="5685" y="1268"/>
                  </a:lnTo>
                  <a:lnTo>
                    <a:pt x="5570" y="998"/>
                  </a:lnTo>
                  <a:lnTo>
                    <a:pt x="5461" y="762"/>
                  </a:lnTo>
                  <a:lnTo>
                    <a:pt x="5354" y="557"/>
                  </a:lnTo>
                  <a:lnTo>
                    <a:pt x="5247" y="380"/>
                  </a:lnTo>
                  <a:lnTo>
                    <a:pt x="5136" y="228"/>
                  </a:lnTo>
                  <a:lnTo>
                    <a:pt x="5017" y="96"/>
                  </a:lnTo>
                  <a:lnTo>
                    <a:pt x="4943" y="26"/>
                  </a:lnTo>
                  <a:lnTo>
                    <a:pt x="4921" y="19"/>
                  </a:lnTo>
                  <a:lnTo>
                    <a:pt x="4856" y="6"/>
                  </a:lnTo>
                  <a:lnTo>
                    <a:pt x="4771" y="0"/>
                  </a:lnTo>
                  <a:lnTo>
                    <a:pt x="4652" y="3"/>
                  </a:lnTo>
                  <a:lnTo>
                    <a:pt x="4490" y="20"/>
                  </a:lnTo>
                  <a:lnTo>
                    <a:pt x="4292" y="51"/>
                  </a:lnTo>
                  <a:lnTo>
                    <a:pt x="4071" y="95"/>
                  </a:lnTo>
                  <a:lnTo>
                    <a:pt x="3843" y="151"/>
                  </a:lnTo>
                  <a:lnTo>
                    <a:pt x="3619" y="214"/>
                  </a:lnTo>
                  <a:lnTo>
                    <a:pt x="3411" y="284"/>
                  </a:lnTo>
                  <a:lnTo>
                    <a:pt x="3213" y="362"/>
                  </a:lnTo>
                  <a:lnTo>
                    <a:pt x="3016" y="450"/>
                  </a:lnTo>
                  <a:lnTo>
                    <a:pt x="2822" y="547"/>
                  </a:lnTo>
                  <a:lnTo>
                    <a:pt x="2632" y="652"/>
                  </a:lnTo>
                  <a:lnTo>
                    <a:pt x="2448" y="765"/>
                  </a:lnTo>
                  <a:lnTo>
                    <a:pt x="2272" y="885"/>
                  </a:lnTo>
                  <a:lnTo>
                    <a:pt x="2102" y="1012"/>
                  </a:lnTo>
                  <a:lnTo>
                    <a:pt x="1939" y="1147"/>
                  </a:lnTo>
                  <a:lnTo>
                    <a:pt x="1781" y="1290"/>
                  </a:lnTo>
                  <a:lnTo>
                    <a:pt x="1629" y="1441"/>
                  </a:lnTo>
                  <a:lnTo>
                    <a:pt x="1483" y="1599"/>
                  </a:lnTo>
                  <a:lnTo>
                    <a:pt x="1344" y="1762"/>
                  </a:lnTo>
                  <a:lnTo>
                    <a:pt x="1210" y="1933"/>
                  </a:lnTo>
                  <a:lnTo>
                    <a:pt x="1082" y="2111"/>
                  </a:lnTo>
                  <a:lnTo>
                    <a:pt x="960" y="2295"/>
                  </a:lnTo>
                  <a:lnTo>
                    <a:pt x="845" y="2485"/>
                  </a:lnTo>
                  <a:lnTo>
                    <a:pt x="738" y="2680"/>
                  </a:lnTo>
                  <a:lnTo>
                    <a:pt x="639" y="2879"/>
                  </a:lnTo>
                  <a:lnTo>
                    <a:pt x="549" y="3082"/>
                  </a:lnTo>
                  <a:lnTo>
                    <a:pt x="468" y="3291"/>
                  </a:lnTo>
                  <a:lnTo>
                    <a:pt x="394" y="3505"/>
                  </a:lnTo>
                  <a:lnTo>
                    <a:pt x="328" y="3724"/>
                  </a:lnTo>
                  <a:lnTo>
                    <a:pt x="268" y="3944"/>
                  </a:lnTo>
                  <a:lnTo>
                    <a:pt x="213" y="4165"/>
                  </a:lnTo>
                  <a:lnTo>
                    <a:pt x="166" y="4388"/>
                  </a:lnTo>
                  <a:lnTo>
                    <a:pt x="126" y="4613"/>
                  </a:lnTo>
                  <a:lnTo>
                    <a:pt x="92" y="4841"/>
                  </a:lnTo>
                  <a:lnTo>
                    <a:pt x="64" y="5069"/>
                  </a:lnTo>
                  <a:lnTo>
                    <a:pt x="41" y="5299"/>
                  </a:lnTo>
                  <a:lnTo>
                    <a:pt x="23" y="5527"/>
                  </a:lnTo>
                  <a:lnTo>
                    <a:pt x="10" y="5755"/>
                  </a:lnTo>
                  <a:lnTo>
                    <a:pt x="2" y="5984"/>
                  </a:lnTo>
                  <a:lnTo>
                    <a:pt x="0" y="6213"/>
                  </a:lnTo>
                  <a:lnTo>
                    <a:pt x="2" y="6441"/>
                  </a:lnTo>
                  <a:lnTo>
                    <a:pt x="10" y="6667"/>
                  </a:lnTo>
                  <a:lnTo>
                    <a:pt x="23" y="6890"/>
                  </a:lnTo>
                  <a:lnTo>
                    <a:pt x="43" y="7112"/>
                  </a:lnTo>
                  <a:lnTo>
                    <a:pt x="69" y="7335"/>
                  </a:lnTo>
                  <a:lnTo>
                    <a:pt x="101" y="7556"/>
                  </a:lnTo>
                  <a:lnTo>
                    <a:pt x="136" y="7773"/>
                  </a:lnTo>
                  <a:lnTo>
                    <a:pt x="174" y="7984"/>
                  </a:lnTo>
                  <a:lnTo>
                    <a:pt x="214" y="8185"/>
                  </a:lnTo>
                  <a:lnTo>
                    <a:pt x="255" y="8377"/>
                  </a:lnTo>
                  <a:lnTo>
                    <a:pt x="300" y="8561"/>
                  </a:lnTo>
                  <a:lnTo>
                    <a:pt x="348" y="8739"/>
                  </a:lnTo>
                  <a:lnTo>
                    <a:pt x="397" y="8910"/>
                  </a:lnTo>
                  <a:lnTo>
                    <a:pt x="448" y="9075"/>
                  </a:lnTo>
                  <a:lnTo>
                    <a:pt x="500" y="9234"/>
                  </a:lnTo>
                  <a:lnTo>
                    <a:pt x="552" y="9395"/>
                  </a:lnTo>
                  <a:lnTo>
                    <a:pt x="604" y="9556"/>
                  </a:lnTo>
                  <a:lnTo>
                    <a:pt x="657" y="9709"/>
                  </a:lnTo>
                  <a:lnTo>
                    <a:pt x="711" y="9844"/>
                  </a:lnTo>
                  <a:lnTo>
                    <a:pt x="764" y="9950"/>
                  </a:lnTo>
                  <a:lnTo>
                    <a:pt x="799" y="10000"/>
                  </a:lnTo>
                  <a:lnTo>
                    <a:pt x="851" y="997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03533" y="1865583"/>
              <a:ext cx="1218509" cy="1442894"/>
            </a:xfrm>
            <a:custGeom>
              <a:avLst/>
              <a:gdLst/>
              <a:ahLst/>
              <a:cxnLst/>
              <a:rect l="0" t="0" r="r" b="b"/>
              <a:pathLst>
                <a:path w="2050" h="2504" fill="none">
                  <a:moveTo>
                    <a:pt x="2050" y="1180"/>
                  </a:moveTo>
                  <a:lnTo>
                    <a:pt x="1525" y="1011"/>
                  </a:lnTo>
                  <a:lnTo>
                    <a:pt x="879" y="722"/>
                  </a:lnTo>
                  <a:lnTo>
                    <a:pt x="515" y="433"/>
                  </a:lnTo>
                </a:path>
                <a:path w="2050" h="2504" fill="none">
                  <a:moveTo>
                    <a:pt x="1525" y="1011"/>
                  </a:moveTo>
                  <a:lnTo>
                    <a:pt x="1282" y="578"/>
                  </a:lnTo>
                  <a:lnTo>
                    <a:pt x="1161" y="96"/>
                  </a:lnTo>
                </a:path>
                <a:path w="2050" h="2504" fill="none">
                  <a:moveTo>
                    <a:pt x="2050" y="1180"/>
                  </a:moveTo>
                  <a:lnTo>
                    <a:pt x="1282" y="1252"/>
                  </a:lnTo>
                  <a:lnTo>
                    <a:pt x="475" y="1252"/>
                  </a:lnTo>
                  <a:lnTo>
                    <a:pt x="71" y="1300"/>
                  </a:lnTo>
                </a:path>
                <a:path w="2050" h="2504" fill="none">
                  <a:moveTo>
                    <a:pt x="1282" y="1252"/>
                  </a:moveTo>
                  <a:lnTo>
                    <a:pt x="717" y="1589"/>
                  </a:lnTo>
                  <a:lnTo>
                    <a:pt x="273" y="1878"/>
                  </a:lnTo>
                </a:path>
                <a:path w="2050" h="2504" fill="none">
                  <a:moveTo>
                    <a:pt x="2050" y="1180"/>
                  </a:moveTo>
                  <a:lnTo>
                    <a:pt x="1525" y="1589"/>
                  </a:lnTo>
                  <a:lnTo>
                    <a:pt x="1040" y="2071"/>
                  </a:lnTo>
                  <a:lnTo>
                    <a:pt x="596" y="2456"/>
                  </a:lnTo>
                </a:path>
                <a:path w="2050" h="2504" fill="none">
                  <a:moveTo>
                    <a:pt x="1525" y="1589"/>
                  </a:moveTo>
                  <a:lnTo>
                    <a:pt x="1767" y="2071"/>
                  </a:lnTo>
                  <a:lnTo>
                    <a:pt x="1525" y="2504"/>
                  </a:lnTo>
                </a:path>
                <a:path w="2050" h="2504" fill="none">
                  <a:moveTo>
                    <a:pt x="1040" y="2071"/>
                  </a:moveTo>
                  <a:lnTo>
                    <a:pt x="394" y="2312"/>
                  </a:lnTo>
                  <a:lnTo>
                    <a:pt x="71" y="2456"/>
                  </a:lnTo>
                </a:path>
                <a:path w="2050" h="2504" fill="none">
                  <a:moveTo>
                    <a:pt x="879" y="722"/>
                  </a:moveTo>
                  <a:lnTo>
                    <a:pt x="313" y="818"/>
                  </a:lnTo>
                  <a:lnTo>
                    <a:pt x="0" y="959"/>
                  </a:lnTo>
                </a:path>
                <a:path w="2050" h="2504" fill="none">
                  <a:moveTo>
                    <a:pt x="1282" y="578"/>
                  </a:moveTo>
                  <a:lnTo>
                    <a:pt x="798" y="289"/>
                  </a:lnTo>
                </a:path>
                <a:path w="2050" h="2504" fill="none">
                  <a:moveTo>
                    <a:pt x="717" y="1589"/>
                  </a:moveTo>
                  <a:lnTo>
                    <a:pt x="798" y="1926"/>
                  </a:lnTo>
                  <a:lnTo>
                    <a:pt x="556" y="2263"/>
                  </a:lnTo>
                </a:path>
                <a:path w="2050" h="2504" fill="none">
                  <a:moveTo>
                    <a:pt x="2050" y="1180"/>
                  </a:moveTo>
                  <a:lnTo>
                    <a:pt x="1928" y="818"/>
                  </a:lnTo>
                  <a:lnTo>
                    <a:pt x="1686" y="433"/>
                  </a:lnTo>
                  <a:lnTo>
                    <a:pt x="1525" y="0"/>
                  </a:lnTo>
                </a:path>
                <a:path w="2050" h="2504" fill="none">
                  <a:moveTo>
                    <a:pt x="475" y="1252"/>
                  </a:moveTo>
                  <a:lnTo>
                    <a:pt x="233" y="1541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37654" y="2545408"/>
              <a:ext cx="1308385" cy="846313"/>
            </a:xfrm>
            <a:custGeom>
              <a:avLst/>
              <a:gdLst/>
              <a:ahLst/>
              <a:cxnLst/>
              <a:rect l="0" t="0" r="r" b="b"/>
              <a:pathLst>
                <a:path w="2201" h="1469" fill="none">
                  <a:moveTo>
                    <a:pt x="0" y="76"/>
                  </a:moveTo>
                  <a:lnTo>
                    <a:pt x="39" y="78"/>
                  </a:lnTo>
                  <a:lnTo>
                    <a:pt x="202" y="88"/>
                  </a:lnTo>
                  <a:lnTo>
                    <a:pt x="391" y="99"/>
                  </a:lnTo>
                  <a:lnTo>
                    <a:pt x="581" y="107"/>
                  </a:lnTo>
                  <a:lnTo>
                    <a:pt x="747" y="110"/>
                  </a:lnTo>
                  <a:lnTo>
                    <a:pt x="885" y="108"/>
                  </a:lnTo>
                  <a:lnTo>
                    <a:pt x="1011" y="102"/>
                  </a:lnTo>
                  <a:lnTo>
                    <a:pt x="1132" y="93"/>
                  </a:lnTo>
                  <a:lnTo>
                    <a:pt x="1257" y="83"/>
                  </a:lnTo>
                  <a:lnTo>
                    <a:pt x="1393" y="72"/>
                  </a:lnTo>
                  <a:lnTo>
                    <a:pt x="1557" y="58"/>
                  </a:lnTo>
                  <a:lnTo>
                    <a:pt x="1743" y="42"/>
                  </a:lnTo>
                  <a:lnTo>
                    <a:pt x="1928" y="25"/>
                  </a:lnTo>
                  <a:lnTo>
                    <a:pt x="2088" y="10"/>
                  </a:lnTo>
                  <a:lnTo>
                    <a:pt x="2201" y="0"/>
                  </a:lnTo>
                </a:path>
                <a:path w="2201" h="1469" fill="none">
                  <a:moveTo>
                    <a:pt x="101" y="1469"/>
                  </a:moveTo>
                  <a:lnTo>
                    <a:pt x="200" y="1397"/>
                  </a:lnTo>
                  <a:lnTo>
                    <a:pt x="340" y="1295"/>
                  </a:lnTo>
                  <a:lnTo>
                    <a:pt x="503" y="1176"/>
                  </a:lnTo>
                  <a:lnTo>
                    <a:pt x="671" y="1053"/>
                  </a:lnTo>
                  <a:lnTo>
                    <a:pt x="828" y="939"/>
                  </a:lnTo>
                  <a:lnTo>
                    <a:pt x="975" y="830"/>
                  </a:lnTo>
                  <a:lnTo>
                    <a:pt x="1123" y="718"/>
                  </a:lnTo>
                  <a:lnTo>
                    <a:pt x="1270" y="607"/>
                  </a:lnTo>
                  <a:lnTo>
                    <a:pt x="1415" y="503"/>
                  </a:lnTo>
                  <a:lnTo>
                    <a:pt x="1555" y="409"/>
                  </a:lnTo>
                  <a:lnTo>
                    <a:pt x="1700" y="324"/>
                  </a:lnTo>
                  <a:lnTo>
                    <a:pt x="1850" y="244"/>
                  </a:lnTo>
                  <a:lnTo>
                    <a:pt x="1993" y="173"/>
                  </a:lnTo>
                  <a:lnTo>
                    <a:pt x="2114" y="115"/>
                  </a:lnTo>
                  <a:lnTo>
                    <a:pt x="2201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97729" y="1667784"/>
            <a:ext cx="1508821" cy="2016736"/>
          </a:xfrm>
          <a:custGeom>
            <a:avLst/>
            <a:gdLst/>
            <a:ahLst/>
            <a:cxnLst/>
            <a:rect l="0" t="0" r="r" b="b"/>
            <a:pathLst>
              <a:path w="2538" h="3500" fill="none">
                <a:moveTo>
                  <a:pt x="298" y="3492"/>
                </a:moveTo>
                <a:lnTo>
                  <a:pt x="339" y="3467"/>
                </a:lnTo>
                <a:lnTo>
                  <a:pt x="391" y="3430"/>
                </a:lnTo>
                <a:lnTo>
                  <a:pt x="452" y="3383"/>
                </a:lnTo>
                <a:lnTo>
                  <a:pt x="453" y="3382"/>
                </a:lnTo>
                <a:lnTo>
                  <a:pt x="521" y="3332"/>
                </a:lnTo>
                <a:lnTo>
                  <a:pt x="524" y="3330"/>
                </a:lnTo>
                <a:lnTo>
                  <a:pt x="598" y="3280"/>
                </a:lnTo>
                <a:lnTo>
                  <a:pt x="603" y="3277"/>
                </a:lnTo>
                <a:lnTo>
                  <a:pt x="683" y="3233"/>
                </a:lnTo>
                <a:lnTo>
                  <a:pt x="689" y="3230"/>
                </a:lnTo>
                <a:lnTo>
                  <a:pt x="777" y="3188"/>
                </a:lnTo>
                <a:lnTo>
                  <a:pt x="780" y="3187"/>
                </a:lnTo>
                <a:lnTo>
                  <a:pt x="878" y="3145"/>
                </a:lnTo>
                <a:lnTo>
                  <a:pt x="881" y="3144"/>
                </a:lnTo>
                <a:lnTo>
                  <a:pt x="985" y="3103"/>
                </a:lnTo>
                <a:lnTo>
                  <a:pt x="988" y="3101"/>
                </a:lnTo>
                <a:lnTo>
                  <a:pt x="1095" y="3063"/>
                </a:lnTo>
                <a:lnTo>
                  <a:pt x="1100" y="3062"/>
                </a:lnTo>
                <a:lnTo>
                  <a:pt x="1206" y="3029"/>
                </a:lnTo>
                <a:lnTo>
                  <a:pt x="1212" y="3027"/>
                </a:lnTo>
                <a:lnTo>
                  <a:pt x="1315" y="3001"/>
                </a:lnTo>
                <a:lnTo>
                  <a:pt x="1323" y="2999"/>
                </a:lnTo>
                <a:lnTo>
                  <a:pt x="1423" y="2981"/>
                </a:lnTo>
                <a:lnTo>
                  <a:pt x="1431" y="2979"/>
                </a:lnTo>
                <a:lnTo>
                  <a:pt x="1531" y="2966"/>
                </a:lnTo>
                <a:lnTo>
                  <a:pt x="1538" y="2966"/>
                </a:lnTo>
                <a:lnTo>
                  <a:pt x="1639" y="2958"/>
                </a:lnTo>
                <a:lnTo>
                  <a:pt x="1645" y="2957"/>
                </a:lnTo>
                <a:lnTo>
                  <a:pt x="1744" y="2954"/>
                </a:lnTo>
                <a:lnTo>
                  <a:pt x="1750" y="2954"/>
                </a:lnTo>
                <a:lnTo>
                  <a:pt x="1846" y="2954"/>
                </a:lnTo>
                <a:lnTo>
                  <a:pt x="1852" y="2954"/>
                </a:lnTo>
                <a:lnTo>
                  <a:pt x="1945" y="2958"/>
                </a:lnTo>
                <a:lnTo>
                  <a:pt x="1953" y="2959"/>
                </a:lnTo>
                <a:lnTo>
                  <a:pt x="2045" y="2968"/>
                </a:lnTo>
                <a:lnTo>
                  <a:pt x="2054" y="2969"/>
                </a:lnTo>
                <a:lnTo>
                  <a:pt x="2146" y="2984"/>
                </a:lnTo>
                <a:lnTo>
                  <a:pt x="2152" y="2985"/>
                </a:lnTo>
                <a:lnTo>
                  <a:pt x="2242" y="3004"/>
                </a:lnTo>
                <a:lnTo>
                  <a:pt x="2247" y="3005"/>
                </a:lnTo>
                <a:lnTo>
                  <a:pt x="2332" y="3026"/>
                </a:lnTo>
                <a:lnTo>
                  <a:pt x="2335" y="3027"/>
                </a:lnTo>
                <a:lnTo>
                  <a:pt x="2413" y="3049"/>
                </a:lnTo>
                <a:lnTo>
                  <a:pt x="2415" y="3050"/>
                </a:lnTo>
                <a:lnTo>
                  <a:pt x="2483" y="3070"/>
                </a:lnTo>
                <a:lnTo>
                  <a:pt x="2491" y="3073"/>
                </a:lnTo>
                <a:lnTo>
                  <a:pt x="2498" y="3076"/>
                </a:lnTo>
                <a:lnTo>
                  <a:pt x="2538" y="3094"/>
                </a:lnTo>
                <a:lnTo>
                  <a:pt x="2534" y="3048"/>
                </a:lnTo>
                <a:lnTo>
                  <a:pt x="2515" y="2864"/>
                </a:lnTo>
                <a:lnTo>
                  <a:pt x="2495" y="2681"/>
                </a:lnTo>
                <a:lnTo>
                  <a:pt x="2473" y="2498"/>
                </a:lnTo>
                <a:lnTo>
                  <a:pt x="2448" y="2317"/>
                </a:lnTo>
                <a:lnTo>
                  <a:pt x="2420" y="2133"/>
                </a:lnTo>
                <a:lnTo>
                  <a:pt x="2390" y="1945"/>
                </a:lnTo>
                <a:lnTo>
                  <a:pt x="2357" y="1759"/>
                </a:lnTo>
                <a:lnTo>
                  <a:pt x="2322" y="1577"/>
                </a:lnTo>
                <a:lnTo>
                  <a:pt x="2286" y="1402"/>
                </a:lnTo>
                <a:lnTo>
                  <a:pt x="2248" y="1239"/>
                </a:lnTo>
                <a:lnTo>
                  <a:pt x="2209" y="1086"/>
                </a:lnTo>
                <a:lnTo>
                  <a:pt x="2166" y="940"/>
                </a:lnTo>
                <a:lnTo>
                  <a:pt x="2122" y="801"/>
                </a:lnTo>
                <a:lnTo>
                  <a:pt x="2077" y="671"/>
                </a:lnTo>
                <a:lnTo>
                  <a:pt x="2032" y="551"/>
                </a:lnTo>
                <a:lnTo>
                  <a:pt x="1990" y="444"/>
                </a:lnTo>
                <a:lnTo>
                  <a:pt x="1950" y="349"/>
                </a:lnTo>
                <a:lnTo>
                  <a:pt x="1912" y="266"/>
                </a:lnTo>
                <a:lnTo>
                  <a:pt x="1874" y="195"/>
                </a:lnTo>
                <a:lnTo>
                  <a:pt x="1837" y="133"/>
                </a:lnTo>
                <a:lnTo>
                  <a:pt x="1798" y="80"/>
                </a:lnTo>
                <a:lnTo>
                  <a:pt x="1756" y="33"/>
                </a:lnTo>
                <a:lnTo>
                  <a:pt x="1730" y="9"/>
                </a:lnTo>
                <a:lnTo>
                  <a:pt x="1723" y="6"/>
                </a:lnTo>
                <a:lnTo>
                  <a:pt x="1700" y="2"/>
                </a:lnTo>
                <a:lnTo>
                  <a:pt x="1670" y="0"/>
                </a:lnTo>
                <a:lnTo>
                  <a:pt x="1628" y="1"/>
                </a:lnTo>
                <a:lnTo>
                  <a:pt x="1572" y="7"/>
                </a:lnTo>
                <a:lnTo>
                  <a:pt x="1502" y="18"/>
                </a:lnTo>
                <a:lnTo>
                  <a:pt x="1425" y="33"/>
                </a:lnTo>
                <a:lnTo>
                  <a:pt x="1345" y="52"/>
                </a:lnTo>
                <a:lnTo>
                  <a:pt x="1267" y="75"/>
                </a:lnTo>
                <a:lnTo>
                  <a:pt x="1194" y="99"/>
                </a:lnTo>
                <a:lnTo>
                  <a:pt x="1125" y="126"/>
                </a:lnTo>
                <a:lnTo>
                  <a:pt x="1056" y="157"/>
                </a:lnTo>
                <a:lnTo>
                  <a:pt x="988" y="191"/>
                </a:lnTo>
                <a:lnTo>
                  <a:pt x="921" y="228"/>
                </a:lnTo>
                <a:lnTo>
                  <a:pt x="857" y="268"/>
                </a:lnTo>
                <a:lnTo>
                  <a:pt x="795" y="309"/>
                </a:lnTo>
                <a:lnTo>
                  <a:pt x="736" y="354"/>
                </a:lnTo>
                <a:lnTo>
                  <a:pt x="678" y="401"/>
                </a:lnTo>
                <a:lnTo>
                  <a:pt x="623" y="451"/>
                </a:lnTo>
                <a:lnTo>
                  <a:pt x="570" y="504"/>
                </a:lnTo>
                <a:lnTo>
                  <a:pt x="519" y="559"/>
                </a:lnTo>
                <a:lnTo>
                  <a:pt x="470" y="617"/>
                </a:lnTo>
                <a:lnTo>
                  <a:pt x="423" y="676"/>
                </a:lnTo>
                <a:lnTo>
                  <a:pt x="378" y="739"/>
                </a:lnTo>
                <a:lnTo>
                  <a:pt x="336" y="803"/>
                </a:lnTo>
                <a:lnTo>
                  <a:pt x="295" y="870"/>
                </a:lnTo>
                <a:lnTo>
                  <a:pt x="258" y="938"/>
                </a:lnTo>
                <a:lnTo>
                  <a:pt x="223" y="1007"/>
                </a:lnTo>
                <a:lnTo>
                  <a:pt x="192" y="1078"/>
                </a:lnTo>
                <a:lnTo>
                  <a:pt x="164" y="1152"/>
                </a:lnTo>
                <a:lnTo>
                  <a:pt x="138" y="1227"/>
                </a:lnTo>
                <a:lnTo>
                  <a:pt x="114" y="1303"/>
                </a:lnTo>
                <a:lnTo>
                  <a:pt x="93" y="1380"/>
                </a:lnTo>
                <a:lnTo>
                  <a:pt x="74" y="1458"/>
                </a:lnTo>
                <a:lnTo>
                  <a:pt x="58" y="1536"/>
                </a:lnTo>
                <a:lnTo>
                  <a:pt x="44" y="1615"/>
                </a:lnTo>
                <a:lnTo>
                  <a:pt x="32" y="1694"/>
                </a:lnTo>
                <a:lnTo>
                  <a:pt x="22" y="1774"/>
                </a:lnTo>
                <a:lnTo>
                  <a:pt x="14" y="1855"/>
                </a:lnTo>
                <a:lnTo>
                  <a:pt x="8" y="1935"/>
                </a:lnTo>
                <a:lnTo>
                  <a:pt x="3" y="2014"/>
                </a:lnTo>
                <a:lnTo>
                  <a:pt x="0" y="2095"/>
                </a:lnTo>
                <a:lnTo>
                  <a:pt x="0" y="2175"/>
                </a:lnTo>
                <a:lnTo>
                  <a:pt x="0" y="2255"/>
                </a:lnTo>
                <a:lnTo>
                  <a:pt x="3" y="2334"/>
                </a:lnTo>
                <a:lnTo>
                  <a:pt x="8" y="2412"/>
                </a:lnTo>
                <a:lnTo>
                  <a:pt x="15" y="2489"/>
                </a:lnTo>
                <a:lnTo>
                  <a:pt x="24" y="2567"/>
                </a:lnTo>
                <a:lnTo>
                  <a:pt x="35" y="2645"/>
                </a:lnTo>
                <a:lnTo>
                  <a:pt x="47" y="2721"/>
                </a:lnTo>
                <a:lnTo>
                  <a:pt x="61" y="2795"/>
                </a:lnTo>
                <a:lnTo>
                  <a:pt x="75" y="2865"/>
                </a:lnTo>
                <a:lnTo>
                  <a:pt x="89" y="2932"/>
                </a:lnTo>
                <a:lnTo>
                  <a:pt x="105" y="2997"/>
                </a:lnTo>
                <a:lnTo>
                  <a:pt x="121" y="3059"/>
                </a:lnTo>
                <a:lnTo>
                  <a:pt x="139" y="3119"/>
                </a:lnTo>
                <a:lnTo>
                  <a:pt x="156" y="3177"/>
                </a:lnTo>
                <a:lnTo>
                  <a:pt x="175" y="3232"/>
                </a:lnTo>
                <a:lnTo>
                  <a:pt x="193" y="3289"/>
                </a:lnTo>
                <a:lnTo>
                  <a:pt x="211" y="3345"/>
                </a:lnTo>
                <a:lnTo>
                  <a:pt x="230" y="3399"/>
                </a:lnTo>
                <a:lnTo>
                  <a:pt x="249" y="3446"/>
                </a:lnTo>
                <a:lnTo>
                  <a:pt x="267" y="3483"/>
                </a:lnTo>
                <a:lnTo>
                  <a:pt x="279" y="3500"/>
                </a:lnTo>
                <a:lnTo>
                  <a:pt x="298" y="349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16645" y="1604239"/>
            <a:ext cx="2052289" cy="4328834"/>
          </a:xfrm>
          <a:custGeom>
            <a:avLst/>
            <a:gdLst/>
            <a:ahLst/>
            <a:cxnLst/>
            <a:rect l="0" t="0" r="r" b="b"/>
            <a:pathLst>
              <a:path w="3452" h="7514" fill="none">
                <a:moveTo>
                  <a:pt x="2115" y="3"/>
                </a:moveTo>
                <a:lnTo>
                  <a:pt x="2033" y="17"/>
                </a:lnTo>
                <a:lnTo>
                  <a:pt x="1939" y="42"/>
                </a:lnTo>
                <a:lnTo>
                  <a:pt x="1837" y="76"/>
                </a:lnTo>
                <a:lnTo>
                  <a:pt x="1731" y="119"/>
                </a:lnTo>
                <a:lnTo>
                  <a:pt x="1628" y="168"/>
                </a:lnTo>
                <a:lnTo>
                  <a:pt x="1531" y="223"/>
                </a:lnTo>
                <a:lnTo>
                  <a:pt x="1440" y="283"/>
                </a:lnTo>
                <a:lnTo>
                  <a:pt x="1349" y="351"/>
                </a:lnTo>
                <a:lnTo>
                  <a:pt x="1260" y="425"/>
                </a:lnTo>
                <a:lnTo>
                  <a:pt x="1174" y="506"/>
                </a:lnTo>
                <a:lnTo>
                  <a:pt x="1090" y="592"/>
                </a:lnTo>
                <a:lnTo>
                  <a:pt x="1010" y="683"/>
                </a:lnTo>
                <a:lnTo>
                  <a:pt x="934" y="779"/>
                </a:lnTo>
                <a:lnTo>
                  <a:pt x="860" y="882"/>
                </a:lnTo>
                <a:lnTo>
                  <a:pt x="789" y="990"/>
                </a:lnTo>
                <a:lnTo>
                  <a:pt x="721" y="1103"/>
                </a:lnTo>
                <a:lnTo>
                  <a:pt x="656" y="1220"/>
                </a:lnTo>
                <a:lnTo>
                  <a:pt x="593" y="1343"/>
                </a:lnTo>
                <a:lnTo>
                  <a:pt x="534" y="1470"/>
                </a:lnTo>
                <a:lnTo>
                  <a:pt x="477" y="1602"/>
                </a:lnTo>
                <a:lnTo>
                  <a:pt x="423" y="1740"/>
                </a:lnTo>
                <a:lnTo>
                  <a:pt x="372" y="1881"/>
                </a:lnTo>
                <a:lnTo>
                  <a:pt x="324" y="2025"/>
                </a:lnTo>
                <a:lnTo>
                  <a:pt x="281" y="2173"/>
                </a:lnTo>
                <a:lnTo>
                  <a:pt x="241" y="2323"/>
                </a:lnTo>
                <a:lnTo>
                  <a:pt x="205" y="2479"/>
                </a:lnTo>
                <a:lnTo>
                  <a:pt x="173" y="2637"/>
                </a:lnTo>
                <a:lnTo>
                  <a:pt x="143" y="2798"/>
                </a:lnTo>
                <a:lnTo>
                  <a:pt x="117" y="2960"/>
                </a:lnTo>
                <a:lnTo>
                  <a:pt x="93" y="3123"/>
                </a:lnTo>
                <a:lnTo>
                  <a:pt x="72" y="3286"/>
                </a:lnTo>
                <a:lnTo>
                  <a:pt x="55" y="3452"/>
                </a:lnTo>
                <a:lnTo>
                  <a:pt x="40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0" y="5450"/>
                </a:lnTo>
                <a:lnTo>
                  <a:pt x="44" y="5612"/>
                </a:lnTo>
                <a:lnTo>
                  <a:pt x="59" y="5771"/>
                </a:lnTo>
                <a:lnTo>
                  <a:pt x="76" y="5925"/>
                </a:lnTo>
                <a:lnTo>
                  <a:pt x="93" y="6073"/>
                </a:lnTo>
                <a:lnTo>
                  <a:pt x="111" y="6213"/>
                </a:lnTo>
                <a:lnTo>
                  <a:pt x="131" y="6349"/>
                </a:lnTo>
                <a:lnTo>
                  <a:pt x="152" y="6480"/>
                </a:lnTo>
                <a:lnTo>
                  <a:pt x="174" y="6605"/>
                </a:lnTo>
                <a:lnTo>
                  <a:pt x="196" y="6726"/>
                </a:lnTo>
                <a:lnTo>
                  <a:pt x="218" y="6843"/>
                </a:lnTo>
                <a:lnTo>
                  <a:pt x="241" y="6959"/>
                </a:lnTo>
                <a:lnTo>
                  <a:pt x="264" y="7077"/>
                </a:lnTo>
                <a:lnTo>
                  <a:pt x="287" y="7191"/>
                </a:lnTo>
                <a:lnTo>
                  <a:pt x="312" y="7293"/>
                </a:lnTo>
                <a:lnTo>
                  <a:pt x="337" y="7379"/>
                </a:lnTo>
                <a:lnTo>
                  <a:pt x="364" y="7443"/>
                </a:lnTo>
                <a:lnTo>
                  <a:pt x="390" y="7484"/>
                </a:lnTo>
                <a:lnTo>
                  <a:pt x="413" y="7507"/>
                </a:lnTo>
                <a:lnTo>
                  <a:pt x="437" y="7514"/>
                </a:lnTo>
                <a:lnTo>
                  <a:pt x="466" y="7505"/>
                </a:lnTo>
                <a:lnTo>
                  <a:pt x="503" y="7481"/>
                </a:lnTo>
                <a:lnTo>
                  <a:pt x="552" y="7443"/>
                </a:lnTo>
                <a:lnTo>
                  <a:pt x="612" y="7383"/>
                </a:lnTo>
                <a:lnTo>
                  <a:pt x="680" y="7300"/>
                </a:lnTo>
                <a:lnTo>
                  <a:pt x="756" y="7201"/>
                </a:lnTo>
                <a:lnTo>
                  <a:pt x="840" y="7097"/>
                </a:lnTo>
                <a:lnTo>
                  <a:pt x="932" y="6994"/>
                </a:lnTo>
                <a:lnTo>
                  <a:pt x="1031" y="6903"/>
                </a:lnTo>
                <a:lnTo>
                  <a:pt x="1141" y="6817"/>
                </a:lnTo>
                <a:lnTo>
                  <a:pt x="1262" y="6729"/>
                </a:lnTo>
                <a:lnTo>
                  <a:pt x="1391" y="6644"/>
                </a:lnTo>
                <a:lnTo>
                  <a:pt x="1523" y="6565"/>
                </a:lnTo>
                <a:lnTo>
                  <a:pt x="1654" y="6496"/>
                </a:lnTo>
                <a:lnTo>
                  <a:pt x="1781" y="6443"/>
                </a:lnTo>
                <a:lnTo>
                  <a:pt x="1905" y="6404"/>
                </a:lnTo>
                <a:lnTo>
                  <a:pt x="2030" y="6377"/>
                </a:lnTo>
                <a:lnTo>
                  <a:pt x="2154" y="6360"/>
                </a:lnTo>
                <a:lnTo>
                  <a:pt x="2276" y="6353"/>
                </a:lnTo>
                <a:lnTo>
                  <a:pt x="2395" y="6354"/>
                </a:lnTo>
                <a:lnTo>
                  <a:pt x="2511" y="6363"/>
                </a:lnTo>
                <a:lnTo>
                  <a:pt x="2625" y="6381"/>
                </a:lnTo>
                <a:lnTo>
                  <a:pt x="2739" y="6412"/>
                </a:lnTo>
                <a:lnTo>
                  <a:pt x="2850" y="6451"/>
                </a:lnTo>
                <a:lnTo>
                  <a:pt x="2955" y="6495"/>
                </a:lnTo>
                <a:lnTo>
                  <a:pt x="3052" y="6540"/>
                </a:lnTo>
                <a:lnTo>
                  <a:pt x="3136" y="6583"/>
                </a:lnTo>
                <a:lnTo>
                  <a:pt x="3209" y="6640"/>
                </a:lnTo>
                <a:lnTo>
                  <a:pt x="3273" y="6717"/>
                </a:lnTo>
                <a:lnTo>
                  <a:pt x="3329" y="6796"/>
                </a:lnTo>
                <a:lnTo>
                  <a:pt x="3375" y="6857"/>
                </a:lnTo>
                <a:lnTo>
                  <a:pt x="3412" y="6879"/>
                </a:lnTo>
                <a:lnTo>
                  <a:pt x="3439" y="6843"/>
                </a:lnTo>
                <a:lnTo>
                  <a:pt x="3452" y="6736"/>
                </a:lnTo>
                <a:lnTo>
                  <a:pt x="3452" y="6571"/>
                </a:lnTo>
                <a:lnTo>
                  <a:pt x="3443" y="6368"/>
                </a:lnTo>
                <a:lnTo>
                  <a:pt x="3428" y="6146"/>
                </a:lnTo>
                <a:lnTo>
                  <a:pt x="3412" y="5924"/>
                </a:lnTo>
                <a:lnTo>
                  <a:pt x="3399" y="5723"/>
                </a:lnTo>
                <a:lnTo>
                  <a:pt x="3388" y="5538"/>
                </a:lnTo>
                <a:lnTo>
                  <a:pt x="3375" y="5354"/>
                </a:lnTo>
                <a:lnTo>
                  <a:pt x="3361" y="5171"/>
                </a:lnTo>
                <a:lnTo>
                  <a:pt x="3347" y="4989"/>
                </a:lnTo>
                <a:lnTo>
                  <a:pt x="3333" y="4806"/>
                </a:lnTo>
                <a:lnTo>
                  <a:pt x="3319" y="4623"/>
                </a:lnTo>
                <a:lnTo>
                  <a:pt x="3306" y="4439"/>
                </a:lnTo>
                <a:lnTo>
                  <a:pt x="3294" y="4256"/>
                </a:lnTo>
                <a:lnTo>
                  <a:pt x="3281" y="4073"/>
                </a:lnTo>
                <a:lnTo>
                  <a:pt x="3268" y="3889"/>
                </a:lnTo>
                <a:lnTo>
                  <a:pt x="3254" y="3706"/>
                </a:lnTo>
                <a:lnTo>
                  <a:pt x="3239" y="3523"/>
                </a:lnTo>
                <a:lnTo>
                  <a:pt x="3222" y="3339"/>
                </a:lnTo>
                <a:lnTo>
                  <a:pt x="3205" y="3155"/>
                </a:lnTo>
                <a:lnTo>
                  <a:pt x="3186" y="2971"/>
                </a:lnTo>
                <a:lnTo>
                  <a:pt x="3166" y="2788"/>
                </a:lnTo>
                <a:lnTo>
                  <a:pt x="3144" y="2605"/>
                </a:lnTo>
                <a:lnTo>
                  <a:pt x="3119" y="2423"/>
                </a:lnTo>
                <a:lnTo>
                  <a:pt x="3091" y="2238"/>
                </a:lnTo>
                <a:lnTo>
                  <a:pt x="3060" y="2051"/>
                </a:lnTo>
                <a:lnTo>
                  <a:pt x="3028" y="1864"/>
                </a:lnTo>
                <a:lnTo>
                  <a:pt x="2993" y="1681"/>
                </a:lnTo>
                <a:lnTo>
                  <a:pt x="2957" y="1506"/>
                </a:lnTo>
                <a:lnTo>
                  <a:pt x="2919" y="1343"/>
                </a:lnTo>
                <a:lnTo>
                  <a:pt x="2879" y="1189"/>
                </a:lnTo>
                <a:lnTo>
                  <a:pt x="2836" y="1041"/>
                </a:lnTo>
                <a:lnTo>
                  <a:pt x="2791" y="901"/>
                </a:lnTo>
                <a:lnTo>
                  <a:pt x="2746" y="771"/>
                </a:lnTo>
                <a:lnTo>
                  <a:pt x="2702" y="651"/>
                </a:lnTo>
                <a:lnTo>
                  <a:pt x="2659" y="543"/>
                </a:lnTo>
                <a:lnTo>
                  <a:pt x="2618" y="447"/>
                </a:lnTo>
                <a:lnTo>
                  <a:pt x="2580" y="363"/>
                </a:lnTo>
                <a:lnTo>
                  <a:pt x="2542" y="290"/>
                </a:lnTo>
                <a:lnTo>
                  <a:pt x="2503" y="226"/>
                </a:lnTo>
                <a:lnTo>
                  <a:pt x="2462" y="171"/>
                </a:lnTo>
                <a:lnTo>
                  <a:pt x="2419" y="123"/>
                </a:lnTo>
                <a:lnTo>
                  <a:pt x="2375" y="81"/>
                </a:lnTo>
                <a:lnTo>
                  <a:pt x="2333" y="48"/>
                </a:lnTo>
                <a:lnTo>
                  <a:pt x="2288" y="23"/>
                </a:lnTo>
                <a:lnTo>
                  <a:pt x="2239" y="6"/>
                </a:lnTo>
                <a:lnTo>
                  <a:pt x="2182" y="0"/>
                </a:lnTo>
                <a:lnTo>
                  <a:pt x="2115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44254" y="5258768"/>
            <a:ext cx="4371270" cy="960975"/>
          </a:xfrm>
          <a:custGeom>
            <a:avLst/>
            <a:gdLst/>
            <a:ahLst/>
            <a:cxnLst/>
            <a:rect l="0" t="0" r="r" b="b"/>
            <a:pathLst>
              <a:path w="10000" h="2268">
                <a:moveTo>
                  <a:pt x="137" y="1877"/>
                </a:moveTo>
                <a:lnTo>
                  <a:pt x="157" y="1891"/>
                </a:lnTo>
                <a:lnTo>
                  <a:pt x="177" y="1902"/>
                </a:lnTo>
                <a:lnTo>
                  <a:pt x="197" y="1911"/>
                </a:lnTo>
                <a:lnTo>
                  <a:pt x="245" y="1929"/>
                </a:lnTo>
                <a:lnTo>
                  <a:pt x="262" y="1934"/>
                </a:lnTo>
                <a:lnTo>
                  <a:pt x="280" y="1938"/>
                </a:lnTo>
                <a:lnTo>
                  <a:pt x="298" y="1940"/>
                </a:lnTo>
                <a:lnTo>
                  <a:pt x="317" y="1941"/>
                </a:lnTo>
                <a:lnTo>
                  <a:pt x="335" y="1940"/>
                </a:lnTo>
                <a:lnTo>
                  <a:pt x="397" y="1934"/>
                </a:lnTo>
                <a:lnTo>
                  <a:pt x="419" y="1931"/>
                </a:lnTo>
                <a:lnTo>
                  <a:pt x="440" y="1926"/>
                </a:lnTo>
                <a:lnTo>
                  <a:pt x="461" y="1918"/>
                </a:lnTo>
                <a:lnTo>
                  <a:pt x="481" y="1908"/>
                </a:lnTo>
                <a:lnTo>
                  <a:pt x="561" y="1861"/>
                </a:lnTo>
                <a:lnTo>
                  <a:pt x="577" y="1851"/>
                </a:lnTo>
                <a:lnTo>
                  <a:pt x="591" y="1839"/>
                </a:lnTo>
                <a:lnTo>
                  <a:pt x="605" y="1827"/>
                </a:lnTo>
                <a:lnTo>
                  <a:pt x="704" y="1725"/>
                </a:lnTo>
                <a:lnTo>
                  <a:pt x="717" y="1710"/>
                </a:lnTo>
                <a:lnTo>
                  <a:pt x="832" y="1566"/>
                </a:lnTo>
                <a:lnTo>
                  <a:pt x="833" y="1564"/>
                </a:lnTo>
                <a:lnTo>
                  <a:pt x="962" y="1401"/>
                </a:lnTo>
                <a:lnTo>
                  <a:pt x="1098" y="1243"/>
                </a:lnTo>
                <a:lnTo>
                  <a:pt x="1243" y="1105"/>
                </a:lnTo>
                <a:lnTo>
                  <a:pt x="1412" y="974"/>
                </a:lnTo>
                <a:lnTo>
                  <a:pt x="1606" y="837"/>
                </a:lnTo>
                <a:lnTo>
                  <a:pt x="1810" y="708"/>
                </a:lnTo>
                <a:lnTo>
                  <a:pt x="2012" y="599"/>
                </a:lnTo>
                <a:lnTo>
                  <a:pt x="2201" y="517"/>
                </a:lnTo>
                <a:lnTo>
                  <a:pt x="2382" y="462"/>
                </a:lnTo>
                <a:lnTo>
                  <a:pt x="2565" y="427"/>
                </a:lnTo>
                <a:lnTo>
                  <a:pt x="2748" y="409"/>
                </a:lnTo>
                <a:lnTo>
                  <a:pt x="2927" y="407"/>
                </a:lnTo>
                <a:lnTo>
                  <a:pt x="3097" y="419"/>
                </a:lnTo>
                <a:lnTo>
                  <a:pt x="3261" y="448"/>
                </a:lnTo>
                <a:lnTo>
                  <a:pt x="3428" y="497"/>
                </a:lnTo>
                <a:lnTo>
                  <a:pt x="3592" y="560"/>
                </a:lnTo>
                <a:lnTo>
                  <a:pt x="3745" y="629"/>
                </a:lnTo>
                <a:lnTo>
                  <a:pt x="3869" y="692"/>
                </a:lnTo>
                <a:lnTo>
                  <a:pt x="3947" y="745"/>
                </a:lnTo>
                <a:lnTo>
                  <a:pt x="4005" y="804"/>
                </a:lnTo>
                <a:lnTo>
                  <a:pt x="4066" y="877"/>
                </a:lnTo>
                <a:lnTo>
                  <a:pt x="4079" y="892"/>
                </a:lnTo>
                <a:lnTo>
                  <a:pt x="4149" y="962"/>
                </a:lnTo>
                <a:lnTo>
                  <a:pt x="4163" y="974"/>
                </a:lnTo>
                <a:lnTo>
                  <a:pt x="4177" y="985"/>
                </a:lnTo>
                <a:lnTo>
                  <a:pt x="4192" y="994"/>
                </a:lnTo>
                <a:lnTo>
                  <a:pt x="4283" y="1046"/>
                </a:lnTo>
                <a:lnTo>
                  <a:pt x="4300" y="1055"/>
                </a:lnTo>
                <a:lnTo>
                  <a:pt x="4318" y="1062"/>
                </a:lnTo>
                <a:lnTo>
                  <a:pt x="4336" y="1067"/>
                </a:lnTo>
                <a:lnTo>
                  <a:pt x="4436" y="1091"/>
                </a:lnTo>
                <a:lnTo>
                  <a:pt x="4457" y="1095"/>
                </a:lnTo>
                <a:lnTo>
                  <a:pt x="4478" y="1097"/>
                </a:lnTo>
                <a:lnTo>
                  <a:pt x="4576" y="1100"/>
                </a:lnTo>
                <a:lnTo>
                  <a:pt x="4591" y="1099"/>
                </a:lnTo>
                <a:lnTo>
                  <a:pt x="4700" y="1094"/>
                </a:lnTo>
                <a:lnTo>
                  <a:pt x="4831" y="1095"/>
                </a:lnTo>
                <a:lnTo>
                  <a:pt x="5009" y="1112"/>
                </a:lnTo>
                <a:lnTo>
                  <a:pt x="5292" y="1162"/>
                </a:lnTo>
                <a:lnTo>
                  <a:pt x="5669" y="1237"/>
                </a:lnTo>
                <a:lnTo>
                  <a:pt x="6063" y="1315"/>
                </a:lnTo>
                <a:lnTo>
                  <a:pt x="6067" y="1316"/>
                </a:lnTo>
                <a:lnTo>
                  <a:pt x="6401" y="1376"/>
                </a:lnTo>
                <a:lnTo>
                  <a:pt x="6417" y="1378"/>
                </a:lnTo>
                <a:lnTo>
                  <a:pt x="6621" y="1398"/>
                </a:lnTo>
                <a:lnTo>
                  <a:pt x="6642" y="1399"/>
                </a:lnTo>
                <a:lnTo>
                  <a:pt x="6662" y="1398"/>
                </a:lnTo>
                <a:lnTo>
                  <a:pt x="6682" y="1395"/>
                </a:lnTo>
                <a:lnTo>
                  <a:pt x="6702" y="1390"/>
                </a:lnTo>
                <a:lnTo>
                  <a:pt x="6721" y="1382"/>
                </a:lnTo>
                <a:lnTo>
                  <a:pt x="6740" y="1373"/>
                </a:lnTo>
                <a:lnTo>
                  <a:pt x="6757" y="1363"/>
                </a:lnTo>
                <a:lnTo>
                  <a:pt x="6773" y="1350"/>
                </a:lnTo>
                <a:lnTo>
                  <a:pt x="6788" y="1336"/>
                </a:lnTo>
                <a:lnTo>
                  <a:pt x="6802" y="1321"/>
                </a:lnTo>
                <a:lnTo>
                  <a:pt x="6814" y="1304"/>
                </a:lnTo>
                <a:lnTo>
                  <a:pt x="6833" y="1273"/>
                </a:lnTo>
                <a:lnTo>
                  <a:pt x="6843" y="1255"/>
                </a:lnTo>
                <a:lnTo>
                  <a:pt x="6851" y="1236"/>
                </a:lnTo>
                <a:lnTo>
                  <a:pt x="6857" y="1217"/>
                </a:lnTo>
                <a:lnTo>
                  <a:pt x="6862" y="1197"/>
                </a:lnTo>
                <a:lnTo>
                  <a:pt x="6864" y="1176"/>
                </a:lnTo>
                <a:lnTo>
                  <a:pt x="6864" y="1156"/>
                </a:lnTo>
                <a:lnTo>
                  <a:pt x="6862" y="1135"/>
                </a:lnTo>
                <a:lnTo>
                  <a:pt x="6858" y="1115"/>
                </a:lnTo>
                <a:lnTo>
                  <a:pt x="6852" y="1096"/>
                </a:lnTo>
                <a:lnTo>
                  <a:pt x="6845" y="1077"/>
                </a:lnTo>
                <a:lnTo>
                  <a:pt x="6835" y="1059"/>
                </a:lnTo>
                <a:lnTo>
                  <a:pt x="6823" y="1042"/>
                </a:lnTo>
                <a:lnTo>
                  <a:pt x="6810" y="1026"/>
                </a:lnTo>
                <a:lnTo>
                  <a:pt x="6796" y="1012"/>
                </a:lnTo>
                <a:lnTo>
                  <a:pt x="6780" y="999"/>
                </a:lnTo>
                <a:lnTo>
                  <a:pt x="6762" y="988"/>
                </a:lnTo>
                <a:lnTo>
                  <a:pt x="6645" y="920"/>
                </a:lnTo>
                <a:lnTo>
                  <a:pt x="6636" y="915"/>
                </a:lnTo>
                <a:lnTo>
                  <a:pt x="6541" y="867"/>
                </a:lnTo>
                <a:lnTo>
                  <a:pt x="6658" y="825"/>
                </a:lnTo>
                <a:lnTo>
                  <a:pt x="6846" y="775"/>
                </a:lnTo>
                <a:lnTo>
                  <a:pt x="7019" y="745"/>
                </a:lnTo>
                <a:lnTo>
                  <a:pt x="7182" y="734"/>
                </a:lnTo>
                <a:lnTo>
                  <a:pt x="7353" y="736"/>
                </a:lnTo>
                <a:lnTo>
                  <a:pt x="7527" y="753"/>
                </a:lnTo>
                <a:lnTo>
                  <a:pt x="7701" y="788"/>
                </a:lnTo>
                <a:lnTo>
                  <a:pt x="7873" y="842"/>
                </a:lnTo>
                <a:lnTo>
                  <a:pt x="8054" y="923"/>
                </a:lnTo>
                <a:lnTo>
                  <a:pt x="8246" y="1033"/>
                </a:lnTo>
                <a:lnTo>
                  <a:pt x="8441" y="1161"/>
                </a:lnTo>
                <a:lnTo>
                  <a:pt x="8627" y="1298"/>
                </a:lnTo>
                <a:lnTo>
                  <a:pt x="8789" y="1429"/>
                </a:lnTo>
                <a:lnTo>
                  <a:pt x="8929" y="1566"/>
                </a:lnTo>
                <a:lnTo>
                  <a:pt x="9059" y="1724"/>
                </a:lnTo>
                <a:lnTo>
                  <a:pt x="9182" y="1887"/>
                </a:lnTo>
                <a:lnTo>
                  <a:pt x="9183" y="1889"/>
                </a:lnTo>
                <a:lnTo>
                  <a:pt x="9294" y="2033"/>
                </a:lnTo>
                <a:lnTo>
                  <a:pt x="9307" y="2048"/>
                </a:lnTo>
                <a:lnTo>
                  <a:pt x="9402" y="2150"/>
                </a:lnTo>
                <a:lnTo>
                  <a:pt x="9415" y="2163"/>
                </a:lnTo>
                <a:lnTo>
                  <a:pt x="9429" y="2175"/>
                </a:lnTo>
                <a:lnTo>
                  <a:pt x="9445" y="2185"/>
                </a:lnTo>
                <a:lnTo>
                  <a:pt x="9522" y="2232"/>
                </a:lnTo>
                <a:lnTo>
                  <a:pt x="9538" y="2241"/>
                </a:lnTo>
                <a:lnTo>
                  <a:pt x="9555" y="2248"/>
                </a:lnTo>
                <a:lnTo>
                  <a:pt x="9572" y="2254"/>
                </a:lnTo>
                <a:lnTo>
                  <a:pt x="9590" y="2258"/>
                </a:lnTo>
                <a:lnTo>
                  <a:pt x="9608" y="2261"/>
                </a:lnTo>
                <a:lnTo>
                  <a:pt x="9668" y="2267"/>
                </a:lnTo>
                <a:lnTo>
                  <a:pt x="9687" y="2268"/>
                </a:lnTo>
                <a:lnTo>
                  <a:pt x="9706" y="2267"/>
                </a:lnTo>
                <a:lnTo>
                  <a:pt x="9725" y="2264"/>
                </a:lnTo>
                <a:lnTo>
                  <a:pt x="9743" y="2260"/>
                </a:lnTo>
                <a:lnTo>
                  <a:pt x="9761" y="2254"/>
                </a:lnTo>
                <a:lnTo>
                  <a:pt x="9807" y="2236"/>
                </a:lnTo>
                <a:lnTo>
                  <a:pt x="9828" y="2227"/>
                </a:lnTo>
                <a:lnTo>
                  <a:pt x="9848" y="2215"/>
                </a:lnTo>
                <a:lnTo>
                  <a:pt x="9867" y="2202"/>
                </a:lnTo>
                <a:lnTo>
                  <a:pt x="9876" y="2198"/>
                </a:lnTo>
                <a:lnTo>
                  <a:pt x="9894" y="2189"/>
                </a:lnTo>
                <a:lnTo>
                  <a:pt x="9911" y="2179"/>
                </a:lnTo>
                <a:lnTo>
                  <a:pt x="9927" y="2166"/>
                </a:lnTo>
                <a:lnTo>
                  <a:pt x="9942" y="2153"/>
                </a:lnTo>
                <a:lnTo>
                  <a:pt x="9955" y="2138"/>
                </a:lnTo>
                <a:lnTo>
                  <a:pt x="9967" y="2121"/>
                </a:lnTo>
                <a:lnTo>
                  <a:pt x="9977" y="2104"/>
                </a:lnTo>
                <a:lnTo>
                  <a:pt x="9985" y="2086"/>
                </a:lnTo>
                <a:lnTo>
                  <a:pt x="9992" y="2067"/>
                </a:lnTo>
                <a:lnTo>
                  <a:pt x="9996" y="2047"/>
                </a:lnTo>
                <a:lnTo>
                  <a:pt x="9999" y="2028"/>
                </a:lnTo>
                <a:lnTo>
                  <a:pt x="10000" y="2008"/>
                </a:lnTo>
                <a:lnTo>
                  <a:pt x="9998" y="1988"/>
                </a:lnTo>
                <a:lnTo>
                  <a:pt x="9995" y="1968"/>
                </a:lnTo>
                <a:lnTo>
                  <a:pt x="9990" y="1949"/>
                </a:lnTo>
                <a:lnTo>
                  <a:pt x="9983" y="1930"/>
                </a:lnTo>
                <a:lnTo>
                  <a:pt x="9974" y="1912"/>
                </a:lnTo>
                <a:lnTo>
                  <a:pt x="9963" y="1895"/>
                </a:lnTo>
                <a:lnTo>
                  <a:pt x="9951" y="1879"/>
                </a:lnTo>
                <a:lnTo>
                  <a:pt x="9938" y="1864"/>
                </a:lnTo>
                <a:lnTo>
                  <a:pt x="9923" y="1851"/>
                </a:lnTo>
                <a:lnTo>
                  <a:pt x="9906" y="1839"/>
                </a:lnTo>
                <a:lnTo>
                  <a:pt x="9889" y="1829"/>
                </a:lnTo>
                <a:lnTo>
                  <a:pt x="9871" y="1821"/>
                </a:lnTo>
                <a:lnTo>
                  <a:pt x="9852" y="1815"/>
                </a:lnTo>
                <a:lnTo>
                  <a:pt x="9832" y="1810"/>
                </a:lnTo>
                <a:lnTo>
                  <a:pt x="9812" y="1807"/>
                </a:lnTo>
                <a:lnTo>
                  <a:pt x="9792" y="1807"/>
                </a:lnTo>
                <a:lnTo>
                  <a:pt x="9773" y="1808"/>
                </a:lnTo>
                <a:lnTo>
                  <a:pt x="9753" y="1811"/>
                </a:lnTo>
                <a:lnTo>
                  <a:pt x="9733" y="1816"/>
                </a:lnTo>
                <a:lnTo>
                  <a:pt x="9715" y="1823"/>
                </a:lnTo>
                <a:lnTo>
                  <a:pt x="9687" y="1835"/>
                </a:lnTo>
                <a:lnTo>
                  <a:pt x="9673" y="1842"/>
                </a:lnTo>
                <a:lnTo>
                  <a:pt x="9612" y="1777"/>
                </a:lnTo>
                <a:lnTo>
                  <a:pt x="9507" y="1641"/>
                </a:lnTo>
                <a:lnTo>
                  <a:pt x="9382" y="1475"/>
                </a:lnTo>
                <a:lnTo>
                  <a:pt x="9376" y="1468"/>
                </a:lnTo>
                <a:lnTo>
                  <a:pt x="9236" y="1298"/>
                </a:lnTo>
                <a:lnTo>
                  <a:pt x="9222" y="1283"/>
                </a:lnTo>
                <a:lnTo>
                  <a:pt x="9069" y="1131"/>
                </a:lnTo>
                <a:lnTo>
                  <a:pt x="9054" y="1118"/>
                </a:lnTo>
                <a:lnTo>
                  <a:pt x="8880" y="978"/>
                </a:lnTo>
                <a:lnTo>
                  <a:pt x="8873" y="972"/>
                </a:lnTo>
                <a:lnTo>
                  <a:pt x="8679" y="829"/>
                </a:lnTo>
                <a:lnTo>
                  <a:pt x="8670" y="823"/>
                </a:lnTo>
                <a:lnTo>
                  <a:pt x="8465" y="689"/>
                </a:lnTo>
                <a:lnTo>
                  <a:pt x="8454" y="682"/>
                </a:lnTo>
                <a:lnTo>
                  <a:pt x="8247" y="564"/>
                </a:lnTo>
                <a:lnTo>
                  <a:pt x="8230" y="556"/>
                </a:lnTo>
                <a:lnTo>
                  <a:pt x="8030" y="465"/>
                </a:lnTo>
                <a:lnTo>
                  <a:pt x="8008" y="457"/>
                </a:lnTo>
                <a:lnTo>
                  <a:pt x="7814" y="395"/>
                </a:lnTo>
                <a:lnTo>
                  <a:pt x="7792" y="390"/>
                </a:lnTo>
                <a:lnTo>
                  <a:pt x="7597" y="351"/>
                </a:lnTo>
                <a:lnTo>
                  <a:pt x="7577" y="348"/>
                </a:lnTo>
                <a:lnTo>
                  <a:pt x="7384" y="329"/>
                </a:lnTo>
                <a:lnTo>
                  <a:pt x="7366" y="328"/>
                </a:lnTo>
                <a:lnTo>
                  <a:pt x="7178" y="326"/>
                </a:lnTo>
                <a:lnTo>
                  <a:pt x="7162" y="326"/>
                </a:lnTo>
                <a:lnTo>
                  <a:pt x="6980" y="339"/>
                </a:lnTo>
                <a:lnTo>
                  <a:pt x="6960" y="341"/>
                </a:lnTo>
                <a:lnTo>
                  <a:pt x="6768" y="374"/>
                </a:lnTo>
                <a:lnTo>
                  <a:pt x="6750" y="378"/>
                </a:lnTo>
                <a:lnTo>
                  <a:pt x="6544" y="433"/>
                </a:lnTo>
                <a:lnTo>
                  <a:pt x="6528" y="438"/>
                </a:lnTo>
                <a:lnTo>
                  <a:pt x="6338" y="506"/>
                </a:lnTo>
                <a:lnTo>
                  <a:pt x="6316" y="515"/>
                </a:lnTo>
                <a:lnTo>
                  <a:pt x="6168" y="589"/>
                </a:lnTo>
                <a:lnTo>
                  <a:pt x="6152" y="597"/>
                </a:lnTo>
                <a:lnTo>
                  <a:pt x="6137" y="607"/>
                </a:lnTo>
                <a:lnTo>
                  <a:pt x="6123" y="619"/>
                </a:lnTo>
                <a:lnTo>
                  <a:pt x="6044" y="688"/>
                </a:lnTo>
                <a:lnTo>
                  <a:pt x="6030" y="702"/>
                </a:lnTo>
                <a:lnTo>
                  <a:pt x="6017" y="717"/>
                </a:lnTo>
                <a:lnTo>
                  <a:pt x="6006" y="734"/>
                </a:lnTo>
                <a:lnTo>
                  <a:pt x="5996" y="751"/>
                </a:lnTo>
                <a:lnTo>
                  <a:pt x="5988" y="769"/>
                </a:lnTo>
                <a:lnTo>
                  <a:pt x="5982" y="788"/>
                </a:lnTo>
                <a:lnTo>
                  <a:pt x="5978" y="808"/>
                </a:lnTo>
                <a:lnTo>
                  <a:pt x="5975" y="827"/>
                </a:lnTo>
                <a:lnTo>
                  <a:pt x="5975" y="847"/>
                </a:lnTo>
                <a:lnTo>
                  <a:pt x="5976" y="867"/>
                </a:lnTo>
                <a:lnTo>
                  <a:pt x="5979" y="883"/>
                </a:lnTo>
                <a:lnTo>
                  <a:pt x="5749" y="837"/>
                </a:lnTo>
                <a:lnTo>
                  <a:pt x="5370" y="761"/>
                </a:lnTo>
                <a:lnTo>
                  <a:pt x="5365" y="760"/>
                </a:lnTo>
                <a:lnTo>
                  <a:pt x="5072" y="709"/>
                </a:lnTo>
                <a:lnTo>
                  <a:pt x="5056" y="706"/>
                </a:lnTo>
                <a:lnTo>
                  <a:pt x="4861" y="688"/>
                </a:lnTo>
                <a:lnTo>
                  <a:pt x="4841" y="687"/>
                </a:lnTo>
                <a:lnTo>
                  <a:pt x="4696" y="687"/>
                </a:lnTo>
                <a:lnTo>
                  <a:pt x="4686" y="687"/>
                </a:lnTo>
                <a:lnTo>
                  <a:pt x="4580" y="692"/>
                </a:lnTo>
                <a:lnTo>
                  <a:pt x="4511" y="690"/>
                </a:lnTo>
                <a:lnTo>
                  <a:pt x="4460" y="677"/>
                </a:lnTo>
                <a:lnTo>
                  <a:pt x="4418" y="653"/>
                </a:lnTo>
                <a:lnTo>
                  <a:pt x="4374" y="609"/>
                </a:lnTo>
                <a:lnTo>
                  <a:pt x="4314" y="537"/>
                </a:lnTo>
                <a:lnTo>
                  <a:pt x="4303" y="525"/>
                </a:lnTo>
                <a:lnTo>
                  <a:pt x="4225" y="445"/>
                </a:lnTo>
                <a:lnTo>
                  <a:pt x="4210" y="431"/>
                </a:lnTo>
                <a:lnTo>
                  <a:pt x="4193" y="419"/>
                </a:lnTo>
                <a:lnTo>
                  <a:pt x="4087" y="346"/>
                </a:lnTo>
                <a:lnTo>
                  <a:pt x="4063" y="333"/>
                </a:lnTo>
                <a:lnTo>
                  <a:pt x="3924" y="263"/>
                </a:lnTo>
                <a:lnTo>
                  <a:pt x="3917" y="260"/>
                </a:lnTo>
                <a:lnTo>
                  <a:pt x="3755" y="186"/>
                </a:lnTo>
                <a:lnTo>
                  <a:pt x="3744" y="182"/>
                </a:lnTo>
                <a:lnTo>
                  <a:pt x="3567" y="113"/>
                </a:lnTo>
                <a:lnTo>
                  <a:pt x="3551" y="108"/>
                </a:lnTo>
                <a:lnTo>
                  <a:pt x="3366" y="53"/>
                </a:lnTo>
                <a:lnTo>
                  <a:pt x="3344" y="48"/>
                </a:lnTo>
                <a:lnTo>
                  <a:pt x="3158" y="15"/>
                </a:lnTo>
                <a:lnTo>
                  <a:pt x="3136" y="13"/>
                </a:lnTo>
                <a:lnTo>
                  <a:pt x="2947" y="0"/>
                </a:lnTo>
                <a:lnTo>
                  <a:pt x="2931" y="0"/>
                </a:lnTo>
                <a:lnTo>
                  <a:pt x="2735" y="1"/>
                </a:lnTo>
                <a:lnTo>
                  <a:pt x="2718" y="2"/>
                </a:lnTo>
                <a:lnTo>
                  <a:pt x="2517" y="22"/>
                </a:lnTo>
                <a:lnTo>
                  <a:pt x="2497" y="24"/>
                </a:lnTo>
                <a:lnTo>
                  <a:pt x="2294" y="63"/>
                </a:lnTo>
                <a:lnTo>
                  <a:pt x="2274" y="68"/>
                </a:lnTo>
                <a:lnTo>
                  <a:pt x="2071" y="130"/>
                </a:lnTo>
                <a:lnTo>
                  <a:pt x="2049" y="138"/>
                </a:lnTo>
                <a:lnTo>
                  <a:pt x="1841" y="228"/>
                </a:lnTo>
                <a:lnTo>
                  <a:pt x="1825" y="236"/>
                </a:lnTo>
                <a:lnTo>
                  <a:pt x="1609" y="353"/>
                </a:lnTo>
                <a:lnTo>
                  <a:pt x="1598" y="360"/>
                </a:lnTo>
                <a:lnTo>
                  <a:pt x="1384" y="495"/>
                </a:lnTo>
                <a:lnTo>
                  <a:pt x="1376" y="501"/>
                </a:lnTo>
                <a:lnTo>
                  <a:pt x="1174" y="643"/>
                </a:lnTo>
                <a:lnTo>
                  <a:pt x="1166" y="649"/>
                </a:lnTo>
                <a:lnTo>
                  <a:pt x="985" y="789"/>
                </a:lnTo>
                <a:lnTo>
                  <a:pt x="970" y="802"/>
                </a:lnTo>
                <a:lnTo>
                  <a:pt x="810" y="954"/>
                </a:lnTo>
                <a:lnTo>
                  <a:pt x="795" y="969"/>
                </a:lnTo>
                <a:lnTo>
                  <a:pt x="649" y="1138"/>
                </a:lnTo>
                <a:lnTo>
                  <a:pt x="643" y="1145"/>
                </a:lnTo>
                <a:lnTo>
                  <a:pt x="513" y="1312"/>
                </a:lnTo>
                <a:lnTo>
                  <a:pt x="404" y="1448"/>
                </a:lnTo>
                <a:lnTo>
                  <a:pt x="334" y="1520"/>
                </a:lnTo>
                <a:lnTo>
                  <a:pt x="327" y="1516"/>
                </a:lnTo>
                <a:lnTo>
                  <a:pt x="310" y="1508"/>
                </a:lnTo>
                <a:lnTo>
                  <a:pt x="282" y="1496"/>
                </a:lnTo>
                <a:lnTo>
                  <a:pt x="263" y="1489"/>
                </a:lnTo>
                <a:lnTo>
                  <a:pt x="243" y="1484"/>
                </a:lnTo>
                <a:lnTo>
                  <a:pt x="224" y="1481"/>
                </a:lnTo>
                <a:lnTo>
                  <a:pt x="204" y="1480"/>
                </a:lnTo>
                <a:lnTo>
                  <a:pt x="184" y="1481"/>
                </a:lnTo>
                <a:lnTo>
                  <a:pt x="164" y="1484"/>
                </a:lnTo>
                <a:lnTo>
                  <a:pt x="144" y="1489"/>
                </a:lnTo>
                <a:lnTo>
                  <a:pt x="125" y="1496"/>
                </a:lnTo>
                <a:lnTo>
                  <a:pt x="107" y="1505"/>
                </a:lnTo>
                <a:lnTo>
                  <a:pt x="90" y="1515"/>
                </a:lnTo>
                <a:lnTo>
                  <a:pt x="74" y="1527"/>
                </a:lnTo>
                <a:lnTo>
                  <a:pt x="59" y="1540"/>
                </a:lnTo>
                <a:lnTo>
                  <a:pt x="46" y="1555"/>
                </a:lnTo>
                <a:lnTo>
                  <a:pt x="34" y="1571"/>
                </a:lnTo>
                <a:lnTo>
                  <a:pt x="24" y="1588"/>
                </a:lnTo>
                <a:lnTo>
                  <a:pt x="15" y="1606"/>
                </a:lnTo>
                <a:lnTo>
                  <a:pt x="8" y="1625"/>
                </a:lnTo>
                <a:lnTo>
                  <a:pt x="3" y="1645"/>
                </a:lnTo>
                <a:lnTo>
                  <a:pt x="0" y="1664"/>
                </a:lnTo>
                <a:lnTo>
                  <a:pt x="0" y="1684"/>
                </a:lnTo>
                <a:lnTo>
                  <a:pt x="0" y="1704"/>
                </a:lnTo>
                <a:lnTo>
                  <a:pt x="3" y="1724"/>
                </a:lnTo>
                <a:lnTo>
                  <a:pt x="8" y="1744"/>
                </a:lnTo>
                <a:lnTo>
                  <a:pt x="15" y="1762"/>
                </a:lnTo>
                <a:lnTo>
                  <a:pt x="24" y="1780"/>
                </a:lnTo>
                <a:lnTo>
                  <a:pt x="34" y="1798"/>
                </a:lnTo>
                <a:lnTo>
                  <a:pt x="46" y="1814"/>
                </a:lnTo>
                <a:lnTo>
                  <a:pt x="59" y="1829"/>
                </a:lnTo>
                <a:lnTo>
                  <a:pt x="74" y="1842"/>
                </a:lnTo>
                <a:lnTo>
                  <a:pt x="90" y="1854"/>
                </a:lnTo>
                <a:lnTo>
                  <a:pt x="107" y="1864"/>
                </a:lnTo>
                <a:lnTo>
                  <a:pt x="125" y="1873"/>
                </a:lnTo>
                <a:lnTo>
                  <a:pt x="137" y="187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Tabla encabezado"/>
          <p:cNvGrpSpPr/>
          <p:nvPr/>
        </p:nvGrpSpPr>
        <p:grpSpPr>
          <a:xfrm>
            <a:off x="6492240" y="914400"/>
            <a:ext cx="5394960" cy="747583"/>
            <a:chOff x="6492240" y="914400"/>
            <a:chExt cx="5394960" cy="747583"/>
          </a:xfrm>
        </p:grpSpPr>
        <p:sp>
          <p:nvSpPr>
            <p:cNvPr id="39" name="Forma 38"/>
            <p:cNvSpPr/>
            <p:nvPr/>
          </p:nvSpPr>
          <p:spPr>
            <a:xfrm>
              <a:off x="6492240" y="914400"/>
              <a:ext cx="2942705" cy="747583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INSPECCIÓN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9434945" y="914400"/>
              <a:ext cx="2452255" cy="747583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41" name="Tabla fila 1"/>
          <p:cNvGrpSpPr/>
          <p:nvPr/>
        </p:nvGrpSpPr>
        <p:grpSpPr>
          <a:xfrm>
            <a:off x="6492240" y="1661983"/>
            <a:ext cx="5394960" cy="903691"/>
            <a:chOff x="6492240" y="1661983"/>
            <a:chExt cx="5394960" cy="903691"/>
          </a:xfrm>
        </p:grpSpPr>
        <p:sp>
          <p:nvSpPr>
            <p:cNvPr id="42" name="Forma 41"/>
            <p:cNvSpPr/>
            <p:nvPr/>
          </p:nvSpPr>
          <p:spPr>
            <a:xfrm>
              <a:off x="6492240" y="1661983"/>
              <a:ext cx="2942705" cy="90369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Taquipnea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respiración superficial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9434945" y="1661983"/>
              <a:ext cx="2452255" cy="90369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Menor volumen ventilable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4" name="Tabla fila 2"/>
          <p:cNvGrpSpPr/>
          <p:nvPr/>
        </p:nvGrpSpPr>
        <p:grpSpPr>
          <a:xfrm>
            <a:off x="6492240" y="2565674"/>
            <a:ext cx="5394960" cy="903691"/>
            <a:chOff x="6492240" y="2565674"/>
            <a:chExt cx="5394960" cy="903691"/>
          </a:xfrm>
        </p:grpSpPr>
        <p:sp>
          <p:nvSpPr>
            <p:cNvPr id="45" name="Forma 44"/>
            <p:cNvSpPr/>
            <p:nvPr/>
          </p:nvSpPr>
          <p:spPr>
            <a:xfrm>
              <a:off x="6492240" y="2565674"/>
              <a:ext cx="2942705" cy="90369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Abombamiento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hemitórax afectado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9434945" y="2565674"/>
              <a:ext cx="2452255" cy="90369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ocupa volumen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7" name="Tabla fila 3"/>
          <p:cNvGrpSpPr/>
          <p:nvPr/>
        </p:nvGrpSpPr>
        <p:grpSpPr>
          <a:xfrm>
            <a:off x="6492240" y="3469366"/>
            <a:ext cx="5394960" cy="903691"/>
            <a:chOff x="6492240" y="3469366"/>
            <a:chExt cx="5394960" cy="903691"/>
          </a:xfrm>
        </p:grpSpPr>
        <p:sp>
          <p:nvSpPr>
            <p:cNvPr id="48" name="Forma 47"/>
            <p:cNvSpPr/>
            <p:nvPr/>
          </p:nvSpPr>
          <p:spPr>
            <a:xfrm>
              <a:off x="6492240" y="3469366"/>
              <a:ext cx="2942705" cy="90369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movimientos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respiratorios del lado afectado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9434945" y="3469366"/>
              <a:ext cx="2452255" cy="90369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Expansión limitada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50" name="Tabla fila 4"/>
          <p:cNvGrpSpPr/>
          <p:nvPr/>
        </p:nvGrpSpPr>
        <p:grpSpPr>
          <a:xfrm>
            <a:off x="6492240" y="4373057"/>
            <a:ext cx="5394960" cy="747583"/>
            <a:chOff x="6492240" y="4373057"/>
            <a:chExt cx="5394960" cy="747583"/>
          </a:xfrm>
        </p:grpSpPr>
        <p:sp>
          <p:nvSpPr>
            <p:cNvPr id="51" name="Forma 50"/>
            <p:cNvSpPr/>
            <p:nvPr/>
          </p:nvSpPr>
          <p:spPr>
            <a:xfrm>
              <a:off x="6492240" y="4373057"/>
              <a:ext cx="2942705" cy="74758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Facie ansiosa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9434945" y="4373057"/>
              <a:ext cx="2452255" cy="74758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53" name="Batipnea"/>
          <p:cNvSpPr/>
          <p:nvPr/>
        </p:nvSpPr>
        <p:spPr>
          <a:xfrm>
            <a:off x="6492240" y="5257800"/>
            <a:ext cx="5394960" cy="10972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término «batipnea» para la respiración superficial está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INSPECCIÓN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ManoDerecha"/>
          <p:cNvSpPr/>
          <p:nvPr/>
        </p:nvSpPr>
        <p:spPr>
          <a:xfrm>
            <a:off x="630936" y="4094683"/>
            <a:ext cx="1737360" cy="10771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!!ManoIzquierda"/>
          <p:cNvSpPr/>
          <p:nvPr/>
        </p:nvSpPr>
        <p:spPr>
          <a:xfrm>
            <a:off x="4123944" y="4094683"/>
            <a:ext cx="1737360" cy="10771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20" y="420"/>
                </a:moveTo>
                <a:cubicBezTo>
                  <a:pt x="900" y="388"/>
                  <a:pt x="856" y="350"/>
                  <a:pt x="820" y="330"/>
                </a:cubicBezTo>
                <a:cubicBezTo>
                  <a:pt x="783" y="310"/>
                  <a:pt x="740" y="311"/>
                  <a:pt x="700" y="300"/>
                </a:cubicBezTo>
                <a:cubicBezTo>
                  <a:pt x="660" y="288"/>
                  <a:pt x="623" y="268"/>
                  <a:pt x="580" y="260"/>
                </a:cubicBezTo>
                <a:cubicBezTo>
                  <a:pt x="536" y="251"/>
                  <a:pt x="486" y="250"/>
                  <a:pt x="440" y="250"/>
                </a:cubicBezTo>
                <a:cubicBezTo>
                  <a:pt x="393" y="250"/>
                  <a:pt x="348" y="255"/>
                  <a:pt x="300" y="260"/>
                </a:cubicBezTo>
                <a:cubicBezTo>
                  <a:pt x="251" y="265"/>
                  <a:pt x="192" y="270"/>
                  <a:pt x="150" y="280"/>
                </a:cubicBezTo>
                <a:cubicBezTo>
                  <a:pt x="107" y="290"/>
                  <a:pt x="63" y="303"/>
                  <a:pt x="45" y="320"/>
                </a:cubicBezTo>
                <a:cubicBezTo>
                  <a:pt x="26" y="336"/>
                  <a:pt x="24" y="366"/>
                  <a:pt x="40" y="380"/>
                </a:cubicBezTo>
                <a:cubicBezTo>
                  <a:pt x="55" y="393"/>
                  <a:pt x="96" y="395"/>
                  <a:pt x="140" y="400"/>
                </a:cubicBezTo>
                <a:cubicBezTo>
                  <a:pt x="183" y="405"/>
                  <a:pt x="271" y="398"/>
                  <a:pt x="300" y="410"/>
                </a:cubicBezTo>
                <a:cubicBezTo>
                  <a:pt x="328" y="421"/>
                  <a:pt x="331" y="455"/>
                  <a:pt x="310" y="470"/>
                </a:cubicBezTo>
                <a:cubicBezTo>
                  <a:pt x="288" y="485"/>
                  <a:pt x="205" y="485"/>
                  <a:pt x="170" y="500"/>
                </a:cubicBezTo>
                <a:cubicBezTo>
                  <a:pt x="135" y="515"/>
                  <a:pt x="108" y="541"/>
                  <a:pt x="100" y="560"/>
                </a:cubicBezTo>
                <a:cubicBezTo>
                  <a:pt x="91" y="578"/>
                  <a:pt x="86" y="601"/>
                  <a:pt x="120" y="610"/>
                </a:cubicBezTo>
                <a:cubicBezTo>
                  <a:pt x="153" y="618"/>
                  <a:pt x="261" y="598"/>
                  <a:pt x="300" y="610"/>
                </a:cubicBezTo>
                <a:cubicBezTo>
                  <a:pt x="338" y="621"/>
                  <a:pt x="360" y="661"/>
                  <a:pt x="350" y="680"/>
                </a:cubicBezTo>
                <a:cubicBezTo>
                  <a:pt x="340" y="698"/>
                  <a:pt x="260" y="703"/>
                  <a:pt x="240" y="720"/>
                </a:cubicBezTo>
                <a:cubicBezTo>
                  <a:pt x="220" y="736"/>
                  <a:pt x="206" y="768"/>
                  <a:pt x="230" y="780"/>
                </a:cubicBezTo>
                <a:cubicBezTo>
                  <a:pt x="253" y="791"/>
                  <a:pt x="338" y="793"/>
                  <a:pt x="380" y="790"/>
                </a:cubicBezTo>
                <a:cubicBezTo>
                  <a:pt x="421" y="786"/>
                  <a:pt x="456" y="751"/>
                  <a:pt x="480" y="760"/>
                </a:cubicBezTo>
                <a:cubicBezTo>
                  <a:pt x="503" y="768"/>
                  <a:pt x="493" y="825"/>
                  <a:pt x="520" y="840"/>
                </a:cubicBezTo>
                <a:cubicBezTo>
                  <a:pt x="546" y="855"/>
                  <a:pt x="596" y="863"/>
                  <a:pt x="640" y="850"/>
                </a:cubicBezTo>
                <a:cubicBezTo>
                  <a:pt x="683" y="836"/>
                  <a:pt x="740" y="795"/>
                  <a:pt x="780" y="760"/>
                </a:cubicBezTo>
                <a:cubicBezTo>
                  <a:pt x="820" y="725"/>
                  <a:pt x="853" y="680"/>
                  <a:pt x="880" y="640"/>
                </a:cubicBezTo>
                <a:cubicBezTo>
                  <a:pt x="906" y="600"/>
                  <a:pt x="933" y="556"/>
                  <a:pt x="940" y="520"/>
                </a:cubicBezTo>
                <a:cubicBezTo>
                  <a:pt x="946" y="483"/>
                  <a:pt x="940" y="451"/>
                  <a:pt x="92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0" name="Palpación técnica"/>
          <p:cNvSpPr/>
          <p:nvPr/>
        </p:nvSpPr>
        <p:spPr>
          <a:xfrm>
            <a:off x="6492240" y="914400"/>
            <a:ext cx="5394960" cy="2194560"/>
          </a:xfrm>
          <a:prstGeom prst="rect">
            <a:avLst/>
          </a:prstGeom>
          <a:solidFill>
            <a:srgbClr val="33CCCC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Manos apoyadas simétricamente: el pulgar del lado afectado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separa menos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 línea media.</a:t>
            </a:r>
            <a:endParaRPr lang="es-AR" sz="2000" dirty="0">
              <a:latin typeface="Mali"/>
            </a:endParaRPr>
          </a:p>
        </p:txBody>
      </p:sp>
      <p:sp>
        <p:nvSpPr>
          <p:cNvPr id="41" name="!!Leyenda"/>
          <p:cNvSpPr/>
          <p:nvPr/>
        </p:nvSpPr>
        <p:spPr>
          <a:xfrm>
            <a:off x="6492240" y="3291840"/>
            <a:ext cx="539496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 continuación: se pide al paciente que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vocalice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(«treinta y tres»).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03541" y="91440"/>
            <a:ext cx="752356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PALPACIÓN: EXPANSIÓN Y VIBRACIONES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45 0.0000 E" pathEditMode="relative" ptsTypes="">
                                      <p:cBhvr>
                                        <p:cTn id="12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5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25 0.0000 E" pathEditMode="relative" ptsTypes="">
                                      <p:cBhvr>
                                        <p:cTn id="1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OndasLaringe"/>
          <p:cNvGrpSpPr/>
          <p:nvPr/>
        </p:nvGrpSpPr>
        <p:grpSpPr>
          <a:xfrm>
            <a:off x="3031084" y="1326678"/>
            <a:ext cx="430072" cy="262549"/>
            <a:chOff x="3031084" y="1326678"/>
            <a:chExt cx="430072" cy="262549"/>
          </a:xfrm>
        </p:grpSpPr>
        <p:sp>
          <p:nvSpPr>
            <p:cNvPr id="39" name="Flecha 38_2"/>
            <p:cNvSpPr/>
            <p:nvPr/>
          </p:nvSpPr>
          <p:spPr>
            <a:xfrm>
              <a:off x="3167448" y="1326678"/>
              <a:ext cx="157343" cy="24805"/>
            </a:xfrm>
            <a:custGeom>
              <a:avLst/>
              <a:gdLst/>
              <a:ahLst/>
              <a:cxnLst/>
              <a:rect l="0" t="0" r="r" b="b"/>
              <a:pathLst>
                <a:path w="172" h="27" fill="none">
                  <a:moveTo>
                    <a:pt x="172" y="0"/>
                  </a:moveTo>
                  <a:lnTo>
                    <a:pt x="159" y="8"/>
                  </a:lnTo>
                  <a:lnTo>
                    <a:pt x="145" y="14"/>
                  </a:lnTo>
                  <a:lnTo>
                    <a:pt x="131" y="20"/>
                  </a:lnTo>
                  <a:lnTo>
                    <a:pt x="116" y="24"/>
                  </a:lnTo>
                  <a:lnTo>
                    <a:pt x="101" y="26"/>
                  </a:lnTo>
                  <a:lnTo>
                    <a:pt x="86" y="27"/>
                  </a:lnTo>
                  <a:lnTo>
                    <a:pt x="70" y="26"/>
                  </a:lnTo>
                  <a:lnTo>
                    <a:pt x="55" y="24"/>
                  </a:lnTo>
                  <a:lnTo>
                    <a:pt x="40" y="20"/>
                  </a:lnTo>
                  <a:lnTo>
                    <a:pt x="26" y="14"/>
                  </a:lnTo>
                  <a:lnTo>
                    <a:pt x="12" y="8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0" name="Flecha 40_2"/>
            <p:cNvSpPr/>
            <p:nvPr/>
          </p:nvSpPr>
          <p:spPr>
            <a:xfrm>
              <a:off x="3099266" y="1424052"/>
              <a:ext cx="293708" cy="46303"/>
            </a:xfrm>
            <a:custGeom>
              <a:avLst/>
              <a:gdLst/>
              <a:ahLst/>
              <a:cxnLst/>
              <a:rect l="0" t="0" r="r" b="b"/>
              <a:pathLst>
                <a:path w="321" h="50" fill="none">
                  <a:moveTo>
                    <a:pt x="321" y="0"/>
                  </a:moveTo>
                  <a:lnTo>
                    <a:pt x="297" y="15"/>
                  </a:lnTo>
                  <a:lnTo>
                    <a:pt x="271" y="27"/>
                  </a:lnTo>
                  <a:lnTo>
                    <a:pt x="244" y="37"/>
                  </a:lnTo>
                  <a:lnTo>
                    <a:pt x="217" y="44"/>
                  </a:lnTo>
                  <a:lnTo>
                    <a:pt x="189" y="49"/>
                  </a:lnTo>
                  <a:lnTo>
                    <a:pt x="160" y="50"/>
                  </a:lnTo>
                  <a:lnTo>
                    <a:pt x="132" y="49"/>
                  </a:lnTo>
                  <a:lnTo>
                    <a:pt x="103" y="44"/>
                  </a:lnTo>
                  <a:lnTo>
                    <a:pt x="76" y="37"/>
                  </a:lnTo>
                  <a:lnTo>
                    <a:pt x="49" y="27"/>
                  </a:lnTo>
                  <a:lnTo>
                    <a:pt x="24" y="15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1" name="Flecha 42_2"/>
            <p:cNvSpPr/>
            <p:nvPr/>
          </p:nvSpPr>
          <p:spPr>
            <a:xfrm>
              <a:off x="3031084" y="1521427"/>
              <a:ext cx="430072" cy="67801"/>
            </a:xfrm>
            <a:custGeom>
              <a:avLst/>
              <a:gdLst/>
              <a:ahLst/>
              <a:cxnLst/>
              <a:rect l="0" t="0" r="r" b="b"/>
              <a:pathLst>
                <a:path w="470" h="74" fill="none">
                  <a:moveTo>
                    <a:pt x="470" y="0"/>
                  </a:moveTo>
                  <a:lnTo>
                    <a:pt x="434" y="22"/>
                  </a:lnTo>
                  <a:lnTo>
                    <a:pt x="397" y="40"/>
                  </a:lnTo>
                  <a:lnTo>
                    <a:pt x="358" y="55"/>
                  </a:lnTo>
                  <a:lnTo>
                    <a:pt x="318" y="65"/>
                  </a:lnTo>
                  <a:lnTo>
                    <a:pt x="276" y="72"/>
                  </a:lnTo>
                  <a:lnTo>
                    <a:pt x="235" y="74"/>
                  </a:lnTo>
                  <a:lnTo>
                    <a:pt x="193" y="72"/>
                  </a:lnTo>
                  <a:lnTo>
                    <a:pt x="152" y="65"/>
                  </a:lnTo>
                  <a:lnTo>
                    <a:pt x="111" y="55"/>
                  </a:lnTo>
                  <a:lnTo>
                    <a:pt x="72" y="40"/>
                  </a:lnTo>
                  <a:lnTo>
                    <a:pt x="35" y="22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</p:grpSp>
      <p:grpSp>
        <p:nvGrpSpPr>
          <p:cNvPr id="42" name="!!OndasBronquio"/>
          <p:cNvGrpSpPr/>
          <p:nvPr/>
        </p:nvGrpSpPr>
        <p:grpSpPr>
          <a:xfrm>
            <a:off x="2377927" y="2695903"/>
            <a:ext cx="406681" cy="713166"/>
            <a:chOff x="2377927" y="2695903"/>
            <a:chExt cx="406681" cy="713166"/>
          </a:xfrm>
        </p:grpSpPr>
        <p:sp>
          <p:nvSpPr>
            <p:cNvPr id="43" name="Flecha 45_2"/>
            <p:cNvSpPr/>
            <p:nvPr/>
          </p:nvSpPr>
          <p:spPr>
            <a:xfrm>
              <a:off x="2706798" y="2965554"/>
              <a:ext cx="77810" cy="254702"/>
            </a:xfrm>
            <a:custGeom>
              <a:avLst/>
              <a:gdLst/>
              <a:ahLst/>
              <a:cxnLst/>
              <a:rect l="0" t="0" r="r" b="b"/>
              <a:pathLst>
                <a:path w="85" h="278" fill="none">
                  <a:moveTo>
                    <a:pt x="35" y="278"/>
                  </a:moveTo>
                  <a:lnTo>
                    <a:pt x="22" y="256"/>
                  </a:lnTo>
                  <a:lnTo>
                    <a:pt x="11" y="232"/>
                  </a:lnTo>
                  <a:lnTo>
                    <a:pt x="4" y="207"/>
                  </a:lnTo>
                  <a:lnTo>
                    <a:pt x="0" y="181"/>
                  </a:lnTo>
                  <a:lnTo>
                    <a:pt x="0" y="155"/>
                  </a:lnTo>
                  <a:lnTo>
                    <a:pt x="2" y="129"/>
                  </a:lnTo>
                  <a:lnTo>
                    <a:pt x="9" y="103"/>
                  </a:lnTo>
                  <a:lnTo>
                    <a:pt x="18" y="79"/>
                  </a:lnTo>
                  <a:lnTo>
                    <a:pt x="31" y="56"/>
                  </a:lnTo>
                  <a:lnTo>
                    <a:pt x="46" y="35"/>
                  </a:lnTo>
                  <a:lnTo>
                    <a:pt x="64" y="16"/>
                  </a:lnTo>
                  <a:lnTo>
                    <a:pt x="85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4" name="Flecha 47_2"/>
            <p:cNvSpPr/>
            <p:nvPr/>
          </p:nvSpPr>
          <p:spPr>
            <a:xfrm>
              <a:off x="2542363" y="2830728"/>
              <a:ext cx="147840" cy="483934"/>
            </a:xfrm>
            <a:custGeom>
              <a:avLst/>
              <a:gdLst/>
              <a:ahLst/>
              <a:cxnLst/>
              <a:rect l="0" t="0" r="r" b="b"/>
              <a:pathLst>
                <a:path w="161" h="529" fill="none">
                  <a:moveTo>
                    <a:pt x="68" y="529"/>
                  </a:moveTo>
                  <a:lnTo>
                    <a:pt x="42" y="486"/>
                  </a:lnTo>
                  <a:lnTo>
                    <a:pt x="22" y="441"/>
                  </a:lnTo>
                  <a:lnTo>
                    <a:pt x="8" y="393"/>
                  </a:lnTo>
                  <a:lnTo>
                    <a:pt x="1" y="344"/>
                  </a:lnTo>
                  <a:lnTo>
                    <a:pt x="0" y="294"/>
                  </a:lnTo>
                  <a:lnTo>
                    <a:pt x="5" y="245"/>
                  </a:lnTo>
                  <a:lnTo>
                    <a:pt x="17" y="197"/>
                  </a:lnTo>
                  <a:lnTo>
                    <a:pt x="35" y="150"/>
                  </a:lnTo>
                  <a:lnTo>
                    <a:pt x="59" y="107"/>
                  </a:lnTo>
                  <a:lnTo>
                    <a:pt x="88" y="67"/>
                  </a:lnTo>
                  <a:lnTo>
                    <a:pt x="122" y="31"/>
                  </a:lnTo>
                  <a:lnTo>
                    <a:pt x="161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5" name="Flecha 49_2"/>
            <p:cNvSpPr/>
            <p:nvPr/>
          </p:nvSpPr>
          <p:spPr>
            <a:xfrm>
              <a:off x="2377927" y="2695903"/>
              <a:ext cx="217869" cy="713166"/>
            </a:xfrm>
            <a:custGeom>
              <a:avLst/>
              <a:gdLst/>
              <a:ahLst/>
              <a:cxnLst/>
              <a:rect l="0" t="0" r="r" b="b"/>
              <a:pathLst>
                <a:path w="238" h="779" fill="none">
                  <a:moveTo>
                    <a:pt x="100" y="779"/>
                  </a:moveTo>
                  <a:lnTo>
                    <a:pt x="62" y="717"/>
                  </a:lnTo>
                  <a:lnTo>
                    <a:pt x="33" y="650"/>
                  </a:lnTo>
                  <a:lnTo>
                    <a:pt x="12" y="579"/>
                  </a:lnTo>
                  <a:lnTo>
                    <a:pt x="1" y="507"/>
                  </a:lnTo>
                  <a:lnTo>
                    <a:pt x="0" y="434"/>
                  </a:lnTo>
                  <a:lnTo>
                    <a:pt x="7" y="361"/>
                  </a:lnTo>
                  <a:lnTo>
                    <a:pt x="25" y="290"/>
                  </a:lnTo>
                  <a:lnTo>
                    <a:pt x="51" y="222"/>
                  </a:lnTo>
                  <a:lnTo>
                    <a:pt x="87" y="157"/>
                  </a:lnTo>
                  <a:lnTo>
                    <a:pt x="130" y="98"/>
                  </a:lnTo>
                  <a:lnTo>
                    <a:pt x="181" y="45"/>
                  </a:lnTo>
                  <a:lnTo>
                    <a:pt x="238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</p:grpSp>
      <p:grpSp>
        <p:nvGrpSpPr>
          <p:cNvPr id="46" name="!!OndasAumentadas"/>
          <p:cNvGrpSpPr/>
          <p:nvPr/>
        </p:nvGrpSpPr>
        <p:grpSpPr>
          <a:xfrm>
            <a:off x="1367028" y="2271463"/>
            <a:ext cx="606519" cy="865374"/>
            <a:chOff x="1367028" y="2271463"/>
            <a:chExt cx="606519" cy="865374"/>
          </a:xfrm>
        </p:grpSpPr>
        <p:sp>
          <p:nvSpPr>
            <p:cNvPr id="47" name="Flecha 52_2"/>
            <p:cNvSpPr/>
            <p:nvPr/>
          </p:nvSpPr>
          <p:spPr>
            <a:xfrm>
              <a:off x="1915668" y="2586150"/>
              <a:ext cx="57879" cy="318822"/>
            </a:xfrm>
            <a:custGeom>
              <a:avLst/>
              <a:gdLst/>
              <a:ahLst/>
              <a:cxnLst/>
              <a:rect l="0" t="0" r="r" b="b"/>
              <a:pathLst>
                <a:path w="63" h="348" fill="none">
                  <a:moveTo>
                    <a:pt x="32" y="348"/>
                  </a:moveTo>
                  <a:lnTo>
                    <a:pt x="21" y="320"/>
                  </a:lnTo>
                  <a:lnTo>
                    <a:pt x="11" y="291"/>
                  </a:lnTo>
                  <a:lnTo>
                    <a:pt x="5" y="261"/>
                  </a:lnTo>
                  <a:lnTo>
                    <a:pt x="1" y="231"/>
                  </a:lnTo>
                  <a:lnTo>
                    <a:pt x="0" y="200"/>
                  </a:lnTo>
                  <a:lnTo>
                    <a:pt x="1" y="170"/>
                  </a:lnTo>
                  <a:lnTo>
                    <a:pt x="5" y="139"/>
                  </a:lnTo>
                  <a:lnTo>
                    <a:pt x="11" y="110"/>
                  </a:lnTo>
                  <a:lnTo>
                    <a:pt x="21" y="81"/>
                  </a:lnTo>
                  <a:lnTo>
                    <a:pt x="32" y="52"/>
                  </a:lnTo>
                  <a:lnTo>
                    <a:pt x="46" y="25"/>
                  </a:lnTo>
                  <a:lnTo>
                    <a:pt x="63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8" name="Flecha 54_2"/>
            <p:cNvSpPr/>
            <p:nvPr/>
          </p:nvSpPr>
          <p:spPr>
            <a:xfrm>
              <a:off x="1732788" y="2481255"/>
              <a:ext cx="90952" cy="501006"/>
            </a:xfrm>
            <a:custGeom>
              <a:avLst/>
              <a:gdLst/>
              <a:ahLst/>
              <a:cxnLst/>
              <a:rect l="0" t="0" r="r" b="b"/>
              <a:pathLst>
                <a:path w="99" h="547" fill="none">
                  <a:moveTo>
                    <a:pt x="51" y="547"/>
                  </a:moveTo>
                  <a:lnTo>
                    <a:pt x="33" y="503"/>
                  </a:lnTo>
                  <a:lnTo>
                    <a:pt x="18" y="457"/>
                  </a:lnTo>
                  <a:lnTo>
                    <a:pt x="8" y="410"/>
                  </a:lnTo>
                  <a:lnTo>
                    <a:pt x="2" y="363"/>
                  </a:lnTo>
                  <a:lnTo>
                    <a:pt x="0" y="315"/>
                  </a:lnTo>
                  <a:lnTo>
                    <a:pt x="2" y="267"/>
                  </a:lnTo>
                  <a:lnTo>
                    <a:pt x="8" y="219"/>
                  </a:lnTo>
                  <a:lnTo>
                    <a:pt x="18" y="173"/>
                  </a:lnTo>
                  <a:lnTo>
                    <a:pt x="33" y="127"/>
                  </a:lnTo>
                  <a:lnTo>
                    <a:pt x="51" y="83"/>
                  </a:lnTo>
                  <a:lnTo>
                    <a:pt x="73" y="40"/>
                  </a:lnTo>
                  <a:lnTo>
                    <a:pt x="99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9" name="Flecha 56_2"/>
            <p:cNvSpPr/>
            <p:nvPr/>
          </p:nvSpPr>
          <p:spPr>
            <a:xfrm>
              <a:off x="1549908" y="2376359"/>
              <a:ext cx="124026" cy="683190"/>
            </a:xfrm>
            <a:custGeom>
              <a:avLst/>
              <a:gdLst/>
              <a:ahLst/>
              <a:cxnLst/>
              <a:rect l="0" t="0" r="r" b="b"/>
              <a:pathLst>
                <a:path w="135" h="747" fill="none">
                  <a:moveTo>
                    <a:pt x="70" y="747"/>
                  </a:moveTo>
                  <a:lnTo>
                    <a:pt x="45" y="686"/>
                  </a:lnTo>
                  <a:lnTo>
                    <a:pt x="25" y="624"/>
                  </a:lnTo>
                  <a:lnTo>
                    <a:pt x="11" y="560"/>
                  </a:lnTo>
                  <a:lnTo>
                    <a:pt x="2" y="495"/>
                  </a:lnTo>
                  <a:lnTo>
                    <a:pt x="0" y="430"/>
                  </a:lnTo>
                  <a:lnTo>
                    <a:pt x="2" y="364"/>
                  </a:lnTo>
                  <a:lnTo>
                    <a:pt x="11" y="299"/>
                  </a:lnTo>
                  <a:lnTo>
                    <a:pt x="25" y="236"/>
                  </a:lnTo>
                  <a:lnTo>
                    <a:pt x="45" y="173"/>
                  </a:lnTo>
                  <a:lnTo>
                    <a:pt x="70" y="113"/>
                  </a:lnTo>
                  <a:lnTo>
                    <a:pt x="100" y="55"/>
                  </a:lnTo>
                  <a:lnTo>
                    <a:pt x="135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50" name="Flecha 58_2"/>
            <p:cNvSpPr/>
            <p:nvPr/>
          </p:nvSpPr>
          <p:spPr>
            <a:xfrm>
              <a:off x="1367028" y="2271463"/>
              <a:ext cx="157099" cy="865374"/>
            </a:xfrm>
            <a:custGeom>
              <a:avLst/>
              <a:gdLst/>
              <a:ahLst/>
              <a:cxnLst/>
              <a:rect l="0" t="0" r="r" b="b"/>
              <a:pathLst>
                <a:path w="171" h="946" fill="none">
                  <a:moveTo>
                    <a:pt x="89" y="946"/>
                  </a:moveTo>
                  <a:lnTo>
                    <a:pt x="57" y="869"/>
                  </a:lnTo>
                  <a:lnTo>
                    <a:pt x="32" y="790"/>
                  </a:lnTo>
                  <a:lnTo>
                    <a:pt x="14" y="709"/>
                  </a:lnTo>
                  <a:lnTo>
                    <a:pt x="3" y="627"/>
                  </a:lnTo>
                  <a:lnTo>
                    <a:pt x="0" y="544"/>
                  </a:lnTo>
                  <a:lnTo>
                    <a:pt x="3" y="462"/>
                  </a:lnTo>
                  <a:lnTo>
                    <a:pt x="14" y="379"/>
                  </a:lnTo>
                  <a:lnTo>
                    <a:pt x="32" y="299"/>
                  </a:lnTo>
                  <a:lnTo>
                    <a:pt x="57" y="219"/>
                  </a:lnTo>
                  <a:lnTo>
                    <a:pt x="89" y="143"/>
                  </a:lnTo>
                  <a:lnTo>
                    <a:pt x="127" y="69"/>
                  </a:lnTo>
                  <a:lnTo>
                    <a:pt x="171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</p:grpSp>
      <p:grpSp>
        <p:nvGrpSpPr>
          <p:cNvPr id="51" name="!!OndasAtenuadas"/>
          <p:cNvGrpSpPr/>
          <p:nvPr/>
        </p:nvGrpSpPr>
        <p:grpSpPr>
          <a:xfrm>
            <a:off x="1801368" y="4420561"/>
            <a:ext cx="387818" cy="500389"/>
            <a:chOff x="1801368" y="4420561"/>
            <a:chExt cx="387818" cy="500389"/>
          </a:xfrm>
        </p:grpSpPr>
        <p:sp>
          <p:nvSpPr>
            <p:cNvPr id="52" name="Flecha 61_2"/>
            <p:cNvSpPr/>
            <p:nvPr/>
          </p:nvSpPr>
          <p:spPr>
            <a:xfrm>
              <a:off x="2167128" y="4545658"/>
              <a:ext cx="22058" cy="250195"/>
            </a:xfrm>
            <a:custGeom>
              <a:avLst/>
              <a:gdLst/>
              <a:ahLst/>
              <a:cxnLst/>
              <a:rect l="0" t="0" r="r" b="b"/>
              <a:pathLst>
                <a:path w="24" h="273" fill="none">
                  <a:moveTo>
                    <a:pt x="24" y="273"/>
                  </a:moveTo>
                  <a:lnTo>
                    <a:pt x="16" y="251"/>
                  </a:lnTo>
                  <a:lnTo>
                    <a:pt x="10" y="229"/>
                  </a:lnTo>
                  <a:lnTo>
                    <a:pt x="6" y="206"/>
                  </a:lnTo>
                  <a:lnTo>
                    <a:pt x="2" y="183"/>
                  </a:lnTo>
                  <a:lnTo>
                    <a:pt x="0" y="160"/>
                  </a:lnTo>
                  <a:lnTo>
                    <a:pt x="0" y="136"/>
                  </a:lnTo>
                  <a:lnTo>
                    <a:pt x="0" y="113"/>
                  </a:lnTo>
                  <a:lnTo>
                    <a:pt x="2" y="90"/>
                  </a:lnTo>
                  <a:lnTo>
                    <a:pt x="6" y="67"/>
                  </a:lnTo>
                  <a:lnTo>
                    <a:pt x="10" y="44"/>
                  </a:lnTo>
                  <a:lnTo>
                    <a:pt x="16" y="22"/>
                  </a:lnTo>
                  <a:lnTo>
                    <a:pt x="24" y="0"/>
                  </a:lnTo>
                </a:path>
              </a:pathLst>
            </a:custGeom>
            <a:noFill/>
            <a:ln w="50800" cap="rnd">
              <a:solidFill>
                <a:srgbClr val="922B21"/>
              </a:solidFill>
              <a:prstDash val="dash"/>
              <a:round/>
            </a:ln>
          </p:spPr>
        </p:sp>
        <p:sp>
          <p:nvSpPr>
            <p:cNvPr id="53" name="Flecha 63_2"/>
            <p:cNvSpPr/>
            <p:nvPr/>
          </p:nvSpPr>
          <p:spPr>
            <a:xfrm>
              <a:off x="1984248" y="4483109"/>
              <a:ext cx="33087" cy="375292"/>
            </a:xfrm>
            <a:custGeom>
              <a:avLst/>
              <a:gdLst/>
              <a:ahLst/>
              <a:cxnLst/>
              <a:rect l="0" t="0" r="r" b="b"/>
              <a:pathLst>
                <a:path w="36" h="410" fill="none">
                  <a:moveTo>
                    <a:pt x="36" y="410"/>
                  </a:moveTo>
                  <a:lnTo>
                    <a:pt x="25" y="377"/>
                  </a:lnTo>
                  <a:lnTo>
                    <a:pt x="16" y="343"/>
                  </a:lnTo>
                  <a:lnTo>
                    <a:pt x="9" y="309"/>
                  </a:lnTo>
                  <a:lnTo>
                    <a:pt x="4" y="274"/>
                  </a:lnTo>
                  <a:lnTo>
                    <a:pt x="1" y="240"/>
                  </a:lnTo>
                  <a:lnTo>
                    <a:pt x="0" y="205"/>
                  </a:lnTo>
                  <a:lnTo>
                    <a:pt x="1" y="170"/>
                  </a:lnTo>
                  <a:lnTo>
                    <a:pt x="4" y="135"/>
                  </a:lnTo>
                  <a:lnTo>
                    <a:pt x="9" y="101"/>
                  </a:lnTo>
                  <a:lnTo>
                    <a:pt x="16" y="66"/>
                  </a:lnTo>
                  <a:lnTo>
                    <a:pt x="25" y="33"/>
                  </a:lnTo>
                  <a:lnTo>
                    <a:pt x="36" y="0"/>
                  </a:lnTo>
                </a:path>
              </a:pathLst>
            </a:custGeom>
            <a:noFill/>
            <a:ln w="46228" cap="rnd">
              <a:solidFill>
                <a:srgbClr val="B26A63"/>
              </a:solidFill>
              <a:prstDash val="dash"/>
              <a:round/>
            </a:ln>
          </p:spPr>
        </p:sp>
        <p:sp>
          <p:nvSpPr>
            <p:cNvPr id="54" name="Flecha 65_2"/>
            <p:cNvSpPr/>
            <p:nvPr/>
          </p:nvSpPr>
          <p:spPr>
            <a:xfrm>
              <a:off x="1801368" y="4420561"/>
              <a:ext cx="44116" cy="500389"/>
            </a:xfrm>
            <a:custGeom>
              <a:avLst/>
              <a:gdLst/>
              <a:ahLst/>
              <a:cxnLst/>
              <a:rect l="0" t="0" r="r" b="b"/>
              <a:pathLst>
                <a:path w="48" h="547" fill="none">
                  <a:moveTo>
                    <a:pt x="48" y="547"/>
                  </a:moveTo>
                  <a:lnTo>
                    <a:pt x="33" y="503"/>
                  </a:lnTo>
                  <a:lnTo>
                    <a:pt x="21" y="458"/>
                  </a:lnTo>
                  <a:lnTo>
                    <a:pt x="12" y="412"/>
                  </a:lnTo>
                  <a:lnTo>
                    <a:pt x="5" y="366"/>
                  </a:lnTo>
                  <a:lnTo>
                    <a:pt x="1" y="320"/>
                  </a:lnTo>
                  <a:lnTo>
                    <a:pt x="0" y="273"/>
                  </a:lnTo>
                  <a:lnTo>
                    <a:pt x="1" y="227"/>
                  </a:lnTo>
                  <a:lnTo>
                    <a:pt x="5" y="180"/>
                  </a:lnTo>
                  <a:lnTo>
                    <a:pt x="12" y="134"/>
                  </a:lnTo>
                  <a:lnTo>
                    <a:pt x="21" y="89"/>
                  </a:lnTo>
                  <a:lnTo>
                    <a:pt x="33" y="44"/>
                  </a:lnTo>
                  <a:lnTo>
                    <a:pt x="48" y="0"/>
                  </a:lnTo>
                </a:path>
              </a:pathLst>
            </a:custGeom>
            <a:noFill/>
            <a:ln w="41656" cap="rnd">
              <a:solidFill>
                <a:srgbClr val="D3AAA6"/>
              </a:solidFill>
              <a:prstDash val="dash"/>
              <a:round/>
            </a:ln>
          </p:spPr>
        </p:sp>
      </p:grpSp>
      <p:sp>
        <p:nvSpPr>
          <p:cNvPr id="55" name="!!Abolición"/>
          <p:cNvSpPr/>
          <p:nvPr/>
        </p:nvSpPr>
        <p:spPr>
          <a:xfrm>
            <a:off x="512064" y="4325112"/>
            <a:ext cx="640080" cy="640080"/>
          </a:xfrm>
          <a:prstGeom prst="mathMultiply">
            <a:avLst/>
          </a:prstGeom>
          <a:solidFill>
            <a:srgbClr val="FF0000"/>
          </a:solidFill>
          <a:ln w="19050" cap="rnd">
            <a:solidFill>
              <a:srgbClr val="000000"/>
            </a:solidFill>
            <a:round/>
          </a:ln>
        </p:spPr>
      </p:sp>
      <p:grpSp>
        <p:nvGrpSpPr>
          <p:cNvPr id="56" name="Recuadro Origen"/>
          <p:cNvGrpSpPr/>
          <p:nvPr/>
        </p:nvGrpSpPr>
        <p:grpSpPr>
          <a:xfrm>
            <a:off x="6492240" y="914400"/>
            <a:ext cx="5394960" cy="1706880"/>
            <a:chOff x="6492240" y="914400"/>
            <a:chExt cx="5394960" cy="1706880"/>
          </a:xfrm>
        </p:grpSpPr>
        <p:sp>
          <p:nvSpPr>
            <p:cNvPr id="57" name="Forma 69"/>
            <p:cNvSpPr/>
            <p:nvPr/>
          </p:nvSpPr>
          <p:spPr>
            <a:xfrm>
              <a:off x="6492240" y="1280160"/>
              <a:ext cx="5394960" cy="1341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cuerdas vocales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vibran; la onda viaja por el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árbol bronquial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8" name="Forma 70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9" name="Recuadro Por encima del derrame"/>
          <p:cNvGrpSpPr/>
          <p:nvPr/>
        </p:nvGrpSpPr>
        <p:grpSpPr>
          <a:xfrm>
            <a:off x="6492240" y="2758440"/>
            <a:ext cx="5394960" cy="1706880"/>
            <a:chOff x="6492240" y="2758440"/>
            <a:chExt cx="5394960" cy="1706880"/>
          </a:xfrm>
        </p:grpSpPr>
        <p:sp>
          <p:nvSpPr>
            <p:cNvPr id="60" name="Forma 72"/>
            <p:cNvSpPr/>
            <p:nvPr/>
          </p:nvSpPr>
          <p:spPr>
            <a:xfrm>
              <a:off x="6492240" y="3124200"/>
              <a:ext cx="5394960" cy="134112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Aumento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vibraciones: el pulmón comprimido (condensado) conduce mejor.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61" name="Forma 73"/>
            <p:cNvSpPr/>
            <p:nvPr/>
          </p:nvSpPr>
          <p:spPr>
            <a:xfrm>
              <a:off x="6492240" y="275844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POR ENCIMA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2" name="Recuadro Sobre el derrame"/>
          <p:cNvGrpSpPr/>
          <p:nvPr/>
        </p:nvGrpSpPr>
        <p:grpSpPr>
          <a:xfrm>
            <a:off x="6492240" y="4602480"/>
            <a:ext cx="5394960" cy="1706880"/>
            <a:chOff x="6492240" y="4602480"/>
            <a:chExt cx="5394960" cy="1706880"/>
          </a:xfrm>
        </p:grpSpPr>
        <p:sp>
          <p:nvSpPr>
            <p:cNvPr id="63" name="Forma 75"/>
            <p:cNvSpPr/>
            <p:nvPr/>
          </p:nvSpPr>
          <p:spPr>
            <a:xfrm>
              <a:off x="6492240" y="4968240"/>
              <a:ext cx="5394960" cy="1341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Abolición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líquido actúa como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amortiguador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acústico.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64" name="Forma 76"/>
            <p:cNvSpPr/>
            <p:nvPr/>
          </p:nvSpPr>
          <p:spPr>
            <a:xfrm>
              <a:off x="6492240" y="46024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SOBRE EL DERRAME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27066" y="91440"/>
            <a:ext cx="840003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TRANSMISIÓN DE LAS VIBRACIONES VOCALES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sp>
        <p:nvSpPr>
          <p:cNvPr id="6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ManoPlexímetro1"/>
          <p:cNvSpPr/>
          <p:nvPr/>
        </p:nvSpPr>
        <p:spPr>
          <a:xfrm>
            <a:off x="630936" y="2276856"/>
            <a:ext cx="1234440" cy="76535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!!ManoPercutora1"/>
          <p:cNvSpPr/>
          <p:nvPr/>
        </p:nvSpPr>
        <p:spPr>
          <a:xfrm rot="2100000">
            <a:off x="402336" y="1453896"/>
            <a:ext cx="914400" cy="5669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0" name="!!ManoPlexímetro2"/>
          <p:cNvSpPr/>
          <p:nvPr/>
        </p:nvSpPr>
        <p:spPr>
          <a:xfrm>
            <a:off x="630936" y="4523537"/>
            <a:ext cx="1234440" cy="76535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1" name="!!ManoPercutora2"/>
          <p:cNvSpPr/>
          <p:nvPr/>
        </p:nvSpPr>
        <p:spPr>
          <a:xfrm rot="2100000">
            <a:off x="402336" y="3700577"/>
            <a:ext cx="914400" cy="5669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grpSp>
        <p:nvGrpSpPr>
          <p:cNvPr id="42" name="!!OndasSonoridad"/>
          <p:cNvGrpSpPr/>
          <p:nvPr/>
        </p:nvGrpSpPr>
        <p:grpSpPr>
          <a:xfrm>
            <a:off x="1994692" y="2125353"/>
            <a:ext cx="602204" cy="1034526"/>
            <a:chOff x="1994692" y="2125353"/>
            <a:chExt cx="602204" cy="1034526"/>
          </a:xfrm>
        </p:grpSpPr>
        <p:sp>
          <p:nvSpPr>
            <p:cNvPr id="43" name="Flecha 42_2"/>
            <p:cNvSpPr/>
            <p:nvPr/>
          </p:nvSpPr>
          <p:spPr>
            <a:xfrm>
              <a:off x="1994692" y="2513300"/>
              <a:ext cx="53564" cy="258631"/>
            </a:xfrm>
            <a:custGeom>
              <a:avLst/>
              <a:gdLst/>
              <a:ahLst/>
              <a:cxnLst/>
              <a:rect l="0" t="0" r="r" b="b"/>
              <a:pathLst>
                <a:path w="58" h="282" fill="none">
                  <a:moveTo>
                    <a:pt x="0" y="0"/>
                  </a:moveTo>
                  <a:lnTo>
                    <a:pt x="17" y="19"/>
                  </a:lnTo>
                  <a:lnTo>
                    <a:pt x="31" y="41"/>
                  </a:lnTo>
                  <a:lnTo>
                    <a:pt x="43" y="64"/>
                  </a:lnTo>
                  <a:lnTo>
                    <a:pt x="51" y="89"/>
                  </a:lnTo>
                  <a:lnTo>
                    <a:pt x="56" y="115"/>
                  </a:lnTo>
                  <a:lnTo>
                    <a:pt x="58" y="141"/>
                  </a:lnTo>
                  <a:lnTo>
                    <a:pt x="56" y="167"/>
                  </a:lnTo>
                  <a:lnTo>
                    <a:pt x="51" y="193"/>
                  </a:lnTo>
                  <a:lnTo>
                    <a:pt x="43" y="217"/>
                  </a:lnTo>
                  <a:lnTo>
                    <a:pt x="31" y="241"/>
                  </a:lnTo>
                  <a:lnTo>
                    <a:pt x="17" y="263"/>
                  </a:lnTo>
                  <a:lnTo>
                    <a:pt x="0" y="282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4" name="Flecha 44_2"/>
            <p:cNvSpPr/>
            <p:nvPr/>
          </p:nvSpPr>
          <p:spPr>
            <a:xfrm>
              <a:off x="2124007" y="2383985"/>
              <a:ext cx="107129" cy="517263"/>
            </a:xfrm>
            <a:custGeom>
              <a:avLst/>
              <a:gdLst/>
              <a:ahLst/>
              <a:cxnLst/>
              <a:rect l="0" t="0" r="r" b="b"/>
              <a:pathLst>
                <a:path w="117" h="565" fill="none">
                  <a:moveTo>
                    <a:pt x="0" y="0"/>
                  </a:moveTo>
                  <a:lnTo>
                    <a:pt x="34" y="39"/>
                  </a:lnTo>
                  <a:lnTo>
                    <a:pt x="63" y="82"/>
                  </a:lnTo>
                  <a:lnTo>
                    <a:pt x="86" y="129"/>
                  </a:lnTo>
                  <a:lnTo>
                    <a:pt x="103" y="179"/>
                  </a:lnTo>
                  <a:lnTo>
                    <a:pt x="113" y="230"/>
                  </a:lnTo>
                  <a:lnTo>
                    <a:pt x="117" y="282"/>
                  </a:lnTo>
                  <a:lnTo>
                    <a:pt x="113" y="335"/>
                  </a:lnTo>
                  <a:lnTo>
                    <a:pt x="103" y="386"/>
                  </a:lnTo>
                  <a:lnTo>
                    <a:pt x="86" y="435"/>
                  </a:lnTo>
                  <a:lnTo>
                    <a:pt x="63" y="482"/>
                  </a:lnTo>
                  <a:lnTo>
                    <a:pt x="34" y="526"/>
                  </a:lnTo>
                  <a:lnTo>
                    <a:pt x="0" y="565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5" name="Flecha 46_2"/>
            <p:cNvSpPr/>
            <p:nvPr/>
          </p:nvSpPr>
          <p:spPr>
            <a:xfrm>
              <a:off x="2253323" y="2254669"/>
              <a:ext cx="160693" cy="775894"/>
            </a:xfrm>
            <a:custGeom>
              <a:avLst/>
              <a:gdLst/>
              <a:ahLst/>
              <a:cxnLst/>
              <a:rect l="0" t="0" r="r" b="b"/>
              <a:pathLst>
                <a:path w="175" h="848" fill="none">
                  <a:moveTo>
                    <a:pt x="0" y="0"/>
                  </a:moveTo>
                  <a:lnTo>
                    <a:pt x="51" y="59"/>
                  </a:lnTo>
                  <a:lnTo>
                    <a:pt x="95" y="124"/>
                  </a:lnTo>
                  <a:lnTo>
                    <a:pt x="130" y="194"/>
                  </a:lnTo>
                  <a:lnTo>
                    <a:pt x="155" y="268"/>
                  </a:lnTo>
                  <a:lnTo>
                    <a:pt x="170" y="345"/>
                  </a:lnTo>
                  <a:lnTo>
                    <a:pt x="175" y="424"/>
                  </a:lnTo>
                  <a:lnTo>
                    <a:pt x="170" y="502"/>
                  </a:lnTo>
                  <a:lnTo>
                    <a:pt x="155" y="579"/>
                  </a:lnTo>
                  <a:lnTo>
                    <a:pt x="130" y="653"/>
                  </a:lnTo>
                  <a:lnTo>
                    <a:pt x="95" y="724"/>
                  </a:lnTo>
                  <a:lnTo>
                    <a:pt x="51" y="789"/>
                  </a:lnTo>
                  <a:lnTo>
                    <a:pt x="0" y="848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6" name="Flecha 48_2"/>
            <p:cNvSpPr/>
            <p:nvPr/>
          </p:nvSpPr>
          <p:spPr>
            <a:xfrm>
              <a:off x="2382639" y="2125353"/>
              <a:ext cx="214257" cy="1034526"/>
            </a:xfrm>
            <a:custGeom>
              <a:avLst/>
              <a:gdLst/>
              <a:ahLst/>
              <a:cxnLst/>
              <a:rect l="0" t="0" r="r" b="b"/>
              <a:pathLst>
                <a:path w="234" h="1131" fill="none">
                  <a:moveTo>
                    <a:pt x="0" y="0"/>
                  </a:moveTo>
                  <a:lnTo>
                    <a:pt x="68" y="78"/>
                  </a:lnTo>
                  <a:lnTo>
                    <a:pt x="127" y="165"/>
                  </a:lnTo>
                  <a:lnTo>
                    <a:pt x="173" y="259"/>
                  </a:lnTo>
                  <a:lnTo>
                    <a:pt x="207" y="358"/>
                  </a:lnTo>
                  <a:lnTo>
                    <a:pt x="227" y="461"/>
                  </a:lnTo>
                  <a:lnTo>
                    <a:pt x="234" y="565"/>
                  </a:lnTo>
                  <a:lnTo>
                    <a:pt x="227" y="670"/>
                  </a:lnTo>
                  <a:lnTo>
                    <a:pt x="207" y="772"/>
                  </a:lnTo>
                  <a:lnTo>
                    <a:pt x="173" y="871"/>
                  </a:lnTo>
                  <a:lnTo>
                    <a:pt x="127" y="965"/>
                  </a:lnTo>
                  <a:lnTo>
                    <a:pt x="68" y="1052"/>
                  </a:lnTo>
                  <a:lnTo>
                    <a:pt x="0" y="1131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</p:grpSp>
      <p:grpSp>
        <p:nvGrpSpPr>
          <p:cNvPr id="47" name="!!OndasMatidez"/>
          <p:cNvGrpSpPr/>
          <p:nvPr/>
        </p:nvGrpSpPr>
        <p:grpSpPr>
          <a:xfrm>
            <a:off x="1989685" y="4831330"/>
            <a:ext cx="12851" cy="115933"/>
            <a:chOff x="1989685" y="4831330"/>
            <a:chExt cx="12851" cy="115933"/>
          </a:xfrm>
        </p:grpSpPr>
        <p:sp>
          <p:nvSpPr>
            <p:cNvPr id="48" name="Flecha 51_2"/>
            <p:cNvSpPr/>
            <p:nvPr/>
          </p:nvSpPr>
          <p:spPr>
            <a:xfrm>
              <a:off x="1989685" y="4831330"/>
              <a:ext cx="12851" cy="115933"/>
            </a:xfrm>
            <a:custGeom>
              <a:avLst/>
              <a:gdLst/>
              <a:ahLst/>
              <a:cxnLst/>
              <a:rect l="0" t="0" r="r" b="b"/>
              <a:pathLst>
                <a:path w="14" h="126" fill="none">
                  <a:moveTo>
                    <a:pt x="0" y="0"/>
                  </a:moveTo>
                  <a:lnTo>
                    <a:pt x="4" y="10"/>
                  </a:lnTo>
                  <a:lnTo>
                    <a:pt x="7" y="20"/>
                  </a:lnTo>
                  <a:lnTo>
                    <a:pt x="10" y="30"/>
                  </a:lnTo>
                  <a:lnTo>
                    <a:pt x="12" y="41"/>
                  </a:lnTo>
                  <a:lnTo>
                    <a:pt x="13" y="52"/>
                  </a:lnTo>
                  <a:lnTo>
                    <a:pt x="14" y="63"/>
                  </a:lnTo>
                  <a:lnTo>
                    <a:pt x="13" y="74"/>
                  </a:lnTo>
                  <a:lnTo>
                    <a:pt x="12" y="85"/>
                  </a:lnTo>
                  <a:lnTo>
                    <a:pt x="10" y="95"/>
                  </a:lnTo>
                  <a:lnTo>
                    <a:pt x="7" y="106"/>
                  </a:lnTo>
                  <a:lnTo>
                    <a:pt x="4" y="116"/>
                  </a:lnTo>
                  <a:lnTo>
                    <a:pt x="0" y="126"/>
                  </a:lnTo>
                </a:path>
              </a:pathLst>
            </a:custGeom>
            <a:noFill/>
            <a:ln w="50800" cap="rnd">
              <a:solidFill>
                <a:srgbClr val="922B21"/>
              </a:solidFill>
              <a:round/>
            </a:ln>
          </p:spPr>
        </p:sp>
      </p:grpSp>
      <p:sp>
        <p:nvSpPr>
          <p:cNvPr id="49" name="Rótulo sonoro"/>
          <p:cNvSpPr/>
          <p:nvPr/>
        </p:nvSpPr>
        <p:spPr>
          <a:xfrm>
            <a:off x="2596896" y="2459736"/>
            <a:ext cx="1168419" cy="333375"/>
          </a:xfrm>
          <a:prstGeom prst="rect">
            <a:avLst/>
          </a:prstGeom>
          <a:solidFill>
            <a:srgbClr val="92D05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SONORO</a:t>
            </a:r>
            <a:endParaRPr lang="es-AR" sz="1500" dirty="0">
              <a:latin typeface="Mali"/>
            </a:endParaRPr>
          </a:p>
        </p:txBody>
      </p:sp>
      <p:sp>
        <p:nvSpPr>
          <p:cNvPr id="50" name="Rótulo mate"/>
          <p:cNvSpPr/>
          <p:nvPr/>
        </p:nvSpPr>
        <p:spPr>
          <a:xfrm>
            <a:off x="2231136" y="4706417"/>
            <a:ext cx="816570" cy="333375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MATE</a:t>
            </a:r>
            <a:endParaRPr lang="es-AR" sz="1500" dirty="0">
              <a:latin typeface="Mali"/>
            </a:endParaRPr>
          </a:p>
        </p:txBody>
      </p:sp>
      <p:grpSp>
        <p:nvGrpSpPr>
          <p:cNvPr id="51" name="Recuadro Matidez hídrica"/>
          <p:cNvGrpSpPr/>
          <p:nvPr/>
        </p:nvGrpSpPr>
        <p:grpSpPr>
          <a:xfrm>
            <a:off x="6492240" y="914400"/>
            <a:ext cx="5394960" cy="1706880"/>
            <a:chOff x="6492240" y="914400"/>
            <a:chExt cx="5394960" cy="1706880"/>
          </a:xfrm>
        </p:grpSpPr>
        <p:sp>
          <p:nvSpPr>
            <p:cNvPr id="52" name="Forma 56"/>
            <p:cNvSpPr/>
            <p:nvPr/>
          </p:nvSpPr>
          <p:spPr>
            <a:xfrm>
              <a:off x="6492240" y="1280160"/>
              <a:ext cx="5394960" cy="1341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líquido es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denso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y no vibra como el pulmón aireado: el golpe produce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3" name="Forma 57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 HÍDRICA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4" name="Recuadro Signo de Koranyi"/>
          <p:cNvGrpSpPr/>
          <p:nvPr/>
        </p:nvGrpSpPr>
        <p:grpSpPr>
          <a:xfrm>
            <a:off x="6492240" y="2758440"/>
            <a:ext cx="5394960" cy="1706880"/>
            <a:chOff x="6492240" y="2758440"/>
            <a:chExt cx="5394960" cy="1706880"/>
          </a:xfrm>
        </p:grpSpPr>
        <p:sp>
          <p:nvSpPr>
            <p:cNvPr id="55" name="Forma 59"/>
            <p:cNvSpPr/>
            <p:nvPr/>
          </p:nvSpPr>
          <p:spPr>
            <a:xfrm>
              <a:off x="6492240" y="3124200"/>
              <a:ext cx="5394960" cy="13411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Columna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 los lados de la columna vertebral.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6" name="Forma 60"/>
            <p:cNvSpPr/>
            <p:nvPr/>
          </p:nvSpPr>
          <p:spPr>
            <a:xfrm>
              <a:off x="6492240" y="275844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 KORANYI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7" name="Recuadro Signo del desnivel"/>
          <p:cNvGrpSpPr/>
          <p:nvPr/>
        </p:nvGrpSpPr>
        <p:grpSpPr>
          <a:xfrm>
            <a:off x="6492240" y="4602480"/>
            <a:ext cx="5394960" cy="1706880"/>
            <a:chOff x="6492240" y="4602480"/>
            <a:chExt cx="5394960" cy="1706880"/>
          </a:xfrm>
        </p:grpSpPr>
        <p:sp>
          <p:nvSpPr>
            <p:cNvPr id="58" name="Forma 62"/>
            <p:cNvSpPr/>
            <p:nvPr/>
          </p:nvSpPr>
          <p:spPr>
            <a:xfrm>
              <a:off x="6492240" y="4968240"/>
              <a:ext cx="5394960" cy="13411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 derrames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libres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la matidez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cambia con la posición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paciente.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9" name="Forma 63"/>
            <p:cNvSpPr/>
            <p:nvPr/>
          </p:nvSpPr>
          <p:spPr>
            <a:xfrm>
              <a:off x="6492240" y="46024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DEL DESNIVEL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45023" y="91440"/>
            <a:ext cx="948208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245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PERCUSIÓN: SONORIDAD ARRIBA, MATIDEZ SOBRE EL LÍQUIDO</a:t>
            </a:r>
            <a:endParaRPr lang="es-AR" sz="20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25 0.0600 E" pathEditMode="relative" ptsTypes="">
                                      <p:cBhvr>
                                        <p:cTn id="12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" y="3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25 0.0600 E" pathEditMode="relative" ptsTypes="">
                                      <p:cBhvr>
                                        <p:cTn id="32" dur="3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" y="3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9" grpId="0" animBg="1"/>
      <p:bldP spid="40" grpId="0" animBg="1"/>
      <p:bldP spid="41" grpId="0" animBg="1"/>
      <p:bldP spid="50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EstetoscopioArriba"/>
          <p:cNvGrpSpPr/>
          <p:nvPr/>
        </p:nvGrpSpPr>
        <p:grpSpPr>
          <a:xfrm>
            <a:off x="1165860" y="2144268"/>
            <a:ext cx="704088" cy="955548"/>
            <a:chOff x="1165860" y="2144268"/>
            <a:chExt cx="704088" cy="955548"/>
          </a:xfrm>
        </p:grpSpPr>
        <p:sp>
          <p:nvSpPr>
            <p:cNvPr id="39" name="Flecha 38_2"/>
            <p:cNvSpPr/>
            <p:nvPr/>
          </p:nvSpPr>
          <p:spPr>
            <a:xfrm>
              <a:off x="1417320" y="2144268"/>
              <a:ext cx="452628" cy="502920"/>
            </a:xfrm>
            <a:custGeom>
              <a:avLst/>
              <a:gdLst/>
              <a:ahLst/>
              <a:cxnLst/>
              <a:rect l="0" t="0" r="r" b="b"/>
              <a:pathLst>
                <a:path w="495" h="550" fill="none">
                  <a:moveTo>
                    <a:pt x="0" y="550"/>
                  </a:moveTo>
                  <a:quadBezTo>
                    <a:pt x="220" y="165"/>
                    <a:pt x="495" y="0"/>
                  </a:quadBezTo>
                </a:path>
              </a:pathLst>
            </a:custGeom>
            <a:noFill/>
            <a:ln w="57150" cap="rnd">
              <a:solidFill>
                <a:srgbClr val="2C3E50"/>
              </a:solidFill>
              <a:round/>
            </a:ln>
          </p:spPr>
        </p:sp>
        <p:sp>
          <p:nvSpPr>
            <p:cNvPr id="40" name="Forma 40"/>
            <p:cNvSpPr/>
            <p:nvPr/>
          </p:nvSpPr>
          <p:spPr>
            <a:xfrm>
              <a:off x="1165860" y="2596896"/>
              <a:ext cx="502920" cy="502920"/>
            </a:xfrm>
            <a:prstGeom prst="ellipse">
              <a:avLst/>
            </a:prstGeom>
            <a:gradFill rotWithShape="1">
              <a:gsLst>
                <a:gs pos="0">
                  <a:srgbClr val="84888B"/>
                </a:gs>
                <a:gs pos="30000">
                  <a:srgbClr val="D7DBDD"/>
                </a:gs>
                <a:gs pos="55000">
                  <a:srgbClr val="BDC3C7"/>
                </a:gs>
                <a:gs pos="100000">
                  <a:srgbClr val="84888B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1" name="Forma 41"/>
            <p:cNvSpPr/>
            <p:nvPr/>
          </p:nvSpPr>
          <p:spPr>
            <a:xfrm>
              <a:off x="1256386" y="2687422"/>
              <a:ext cx="321869" cy="321869"/>
            </a:xfrm>
            <a:prstGeom prst="ellipse">
              <a:avLst/>
            </a:prstGeom>
            <a:solidFill>
              <a:srgbClr val="ECF0F1"/>
            </a:solidFill>
            <a:ln w="19050" cap="rnd">
              <a:solidFill>
                <a:srgbClr val="7F8C8D"/>
              </a:solidFill>
              <a:round/>
            </a:ln>
          </p:spPr>
        </p:sp>
      </p:grpSp>
      <p:grpSp>
        <p:nvGrpSpPr>
          <p:cNvPr id="42" name="!!EstetoscopioAbajo"/>
          <p:cNvGrpSpPr/>
          <p:nvPr/>
        </p:nvGrpSpPr>
        <p:grpSpPr>
          <a:xfrm>
            <a:off x="1165860" y="4218127"/>
            <a:ext cx="704088" cy="955548"/>
            <a:chOff x="1165860" y="4218127"/>
            <a:chExt cx="704088" cy="955548"/>
          </a:xfrm>
        </p:grpSpPr>
        <p:sp>
          <p:nvSpPr>
            <p:cNvPr id="43" name="Flecha 43_2"/>
            <p:cNvSpPr/>
            <p:nvPr/>
          </p:nvSpPr>
          <p:spPr>
            <a:xfrm>
              <a:off x="1417320" y="4218127"/>
              <a:ext cx="452628" cy="502920"/>
            </a:xfrm>
            <a:custGeom>
              <a:avLst/>
              <a:gdLst/>
              <a:ahLst/>
              <a:cxnLst/>
              <a:rect l="0" t="0" r="r" b="b"/>
              <a:pathLst>
                <a:path w="495" h="549" fill="none">
                  <a:moveTo>
                    <a:pt x="0" y="549"/>
                  </a:moveTo>
                  <a:quadBezTo>
                    <a:pt x="220" y="165"/>
                    <a:pt x="495" y="0"/>
                  </a:quadBezTo>
                </a:path>
              </a:pathLst>
            </a:custGeom>
            <a:noFill/>
            <a:ln w="57150" cap="rnd">
              <a:solidFill>
                <a:srgbClr val="2C3E50"/>
              </a:solidFill>
              <a:round/>
            </a:ln>
          </p:spPr>
        </p:sp>
        <p:sp>
          <p:nvSpPr>
            <p:cNvPr id="44" name="Forma 45"/>
            <p:cNvSpPr/>
            <p:nvPr/>
          </p:nvSpPr>
          <p:spPr>
            <a:xfrm>
              <a:off x="1165860" y="4670755"/>
              <a:ext cx="502920" cy="502920"/>
            </a:xfrm>
            <a:prstGeom prst="ellipse">
              <a:avLst/>
            </a:prstGeom>
            <a:gradFill rotWithShape="1">
              <a:gsLst>
                <a:gs pos="0">
                  <a:srgbClr val="84888B"/>
                </a:gs>
                <a:gs pos="30000">
                  <a:srgbClr val="D7DBDD"/>
                </a:gs>
                <a:gs pos="55000">
                  <a:srgbClr val="BDC3C7"/>
                </a:gs>
                <a:gs pos="100000">
                  <a:srgbClr val="84888B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5" name="Forma 46"/>
            <p:cNvSpPr/>
            <p:nvPr/>
          </p:nvSpPr>
          <p:spPr>
            <a:xfrm>
              <a:off x="1256386" y="4761281"/>
              <a:ext cx="321869" cy="321869"/>
            </a:xfrm>
            <a:prstGeom prst="ellipse">
              <a:avLst/>
            </a:prstGeom>
            <a:solidFill>
              <a:srgbClr val="ECF0F1"/>
            </a:solidFill>
            <a:ln w="19050" cap="rnd">
              <a:solidFill>
                <a:srgbClr val="7F8C8D"/>
              </a:solidFill>
              <a:round/>
            </a:ln>
          </p:spPr>
        </p:sp>
      </p:grpSp>
      <p:grpSp>
        <p:nvGrpSpPr>
          <p:cNvPr id="46" name="Recuadro Sobre el derrame"/>
          <p:cNvGrpSpPr/>
          <p:nvPr/>
        </p:nvGrpSpPr>
        <p:grpSpPr>
          <a:xfrm>
            <a:off x="6492240" y="914400"/>
            <a:ext cx="5394960" cy="1706880"/>
            <a:chOff x="6492240" y="914400"/>
            <a:chExt cx="5394960" cy="1706880"/>
          </a:xfrm>
        </p:grpSpPr>
        <p:sp>
          <p:nvSpPr>
            <p:cNvPr id="47" name="Forma 48"/>
            <p:cNvSpPr/>
            <p:nvPr/>
          </p:nvSpPr>
          <p:spPr>
            <a:xfrm>
              <a:off x="6492240" y="1280160"/>
              <a:ext cx="5394960" cy="1341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Disminución o abolición del murmullo vesicular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líquido interpuesto atenúa los sonidos.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8" name="Forma 49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SOBRE 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9" name="Recuadro Borde superior"/>
          <p:cNvGrpSpPr/>
          <p:nvPr/>
        </p:nvGrpSpPr>
        <p:grpSpPr>
          <a:xfrm>
            <a:off x="6492240" y="2758440"/>
            <a:ext cx="5394960" cy="1706880"/>
            <a:chOff x="6492240" y="2758440"/>
            <a:chExt cx="5394960" cy="1706880"/>
          </a:xfrm>
        </p:grpSpPr>
        <p:sp>
          <p:nvSpPr>
            <p:cNvPr id="50" name="Forma 51"/>
            <p:cNvSpPr/>
            <p:nvPr/>
          </p:nvSpPr>
          <p:spPr>
            <a:xfrm>
              <a:off x="6492240" y="3124200"/>
              <a:ext cx="5394960" cy="13411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el parénquima comprimido (condensado) transmite el sonido bronquial.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1" name="Forma 52"/>
            <p:cNvSpPr/>
            <p:nvPr/>
          </p:nvSpPr>
          <p:spPr>
            <a:xfrm>
              <a:off x="6492240" y="275844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BORDE SUPERIOR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2" name="Recuadro Columna e hilio"/>
          <p:cNvGrpSpPr/>
          <p:nvPr/>
        </p:nvGrpSpPr>
        <p:grpSpPr>
          <a:xfrm>
            <a:off x="6492240" y="4602480"/>
            <a:ext cx="5394960" cy="1706880"/>
            <a:chOff x="6492240" y="4602480"/>
            <a:chExt cx="5394960" cy="1706880"/>
          </a:xfrm>
        </p:grpSpPr>
        <p:sp>
          <p:nvSpPr>
            <p:cNvPr id="53" name="Forma 54"/>
            <p:cNvSpPr/>
            <p:nvPr/>
          </p:nvSpPr>
          <p:spPr>
            <a:xfrm>
              <a:off x="6492240" y="4968240"/>
              <a:ext cx="5394960" cy="134112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Murmullo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presente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4" name="Forma 55"/>
            <p:cNvSpPr/>
            <p:nvPr/>
          </p:nvSpPr>
          <p:spPr>
            <a:xfrm>
              <a:off x="6492240" y="46024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COLUMNA E HILIO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AUSCULTACIÓN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Tríada 0"/>
          <p:cNvSpPr/>
          <p:nvPr/>
        </p:nvSpPr>
        <p:spPr>
          <a:xfrm>
            <a:off x="6492240" y="914400"/>
            <a:ext cx="5394960" cy="1005840"/>
          </a:xfrm>
          <a:prstGeom prst="rect">
            <a:avLst/>
          </a:prstGeom>
          <a:solidFill>
            <a:srgbClr val="33CCCC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/ abolición del FRÉMITO</a:t>
            </a:r>
            <a:endParaRPr lang="es-AR" sz="2200" dirty="0">
              <a:latin typeface="Mali"/>
            </a:endParaRPr>
          </a:p>
        </p:txBody>
      </p:sp>
      <p:sp>
        <p:nvSpPr>
          <p:cNvPr id="39" name="Tríada 1"/>
          <p:cNvSpPr/>
          <p:nvPr/>
        </p:nvSpPr>
        <p:spPr>
          <a:xfrm>
            <a:off x="6492240" y="2057400"/>
            <a:ext cx="5394960" cy="10058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MATIDEZ a la percusión</a:t>
            </a:r>
            <a:endParaRPr lang="es-AR" sz="2200" dirty="0">
              <a:latin typeface="Mali"/>
            </a:endParaRPr>
          </a:p>
        </p:txBody>
      </p:sp>
      <p:sp>
        <p:nvSpPr>
          <p:cNvPr id="40" name="Tríada 2"/>
          <p:cNvSpPr/>
          <p:nvPr/>
        </p:nvSpPr>
        <p:spPr>
          <a:xfrm>
            <a:off x="6492240" y="3200400"/>
            <a:ext cx="5394960" cy="10058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RUIDOS respiratorios</a:t>
            </a:r>
            <a:endParaRPr lang="es-AR" sz="2200" dirty="0">
              <a:latin typeface="Mali"/>
            </a:endParaRPr>
          </a:p>
        </p:txBody>
      </p:sp>
      <p:sp>
        <p:nvSpPr>
          <p:cNvPr id="41" name="Un mecanismo"/>
          <p:cNvSpPr/>
          <p:nvPr/>
        </p:nvSpPr>
        <p:spPr>
          <a:xfrm>
            <a:off x="6492240" y="4434840"/>
            <a:ext cx="5394960" cy="19202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Tres hallazgos,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solo mecanismo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líquido interpuesto entre el pulmón y la pared →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derrame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45023" y="91440"/>
            <a:ext cx="948208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245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INTEGRACIÓN: EL SÍNDROME DE OCUPACIÓN PLEURAL LÍQUIDA</a:t>
            </a:r>
            <a:endParaRPr lang="es-AR" sz="20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Matidez Derrame pleural"/>
          <p:cNvGrpSpPr/>
          <p:nvPr/>
        </p:nvGrpSpPr>
        <p:grpSpPr>
          <a:xfrm>
            <a:off x="274320" y="1022299"/>
            <a:ext cx="2743200" cy="3778301"/>
            <a:chOff x="274320" y="1022299"/>
            <a:chExt cx="2743200" cy="3778301"/>
          </a:xfrm>
        </p:grpSpPr>
        <p:sp>
          <p:nvSpPr>
            <p:cNvPr id="5" name="ParedToracica"/>
            <p:cNvSpPr/>
            <p:nvPr/>
          </p:nvSpPr>
          <p:spPr>
            <a:xfrm>
              <a:off x="38953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17957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438912" y="1238098"/>
              <a:ext cx="2414016" cy="2222724"/>
              <a:chOff x="438912" y="1238098"/>
              <a:chExt cx="2414016" cy="2222724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165076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319492" y="1022299"/>
              <a:ext cx="652856" cy="1157207"/>
              <a:chOff x="1319492" y="1022299"/>
              <a:chExt cx="652856" cy="1157207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31949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159654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6" name="LiquidoPleuralD"/>
            <p:cNvSpPr/>
            <p:nvPr/>
          </p:nvSpPr>
          <p:spPr>
            <a:xfrm>
              <a:off x="592531" y="2088707"/>
              <a:ext cx="921715" cy="1197115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17" name="PulmonDerecho"/>
            <p:cNvGrpSpPr/>
            <p:nvPr/>
          </p:nvGrpSpPr>
          <p:grpSpPr>
            <a:xfrm>
              <a:off x="736186" y="1288580"/>
              <a:ext cx="722659" cy="1128856"/>
              <a:chOff x="736186" y="1288580"/>
              <a:chExt cx="722659" cy="1128856"/>
            </a:xfrm>
          </p:grpSpPr>
          <p:sp>
            <p:nvSpPr>
              <p:cNvPr id="18" name="Forma 17"/>
              <p:cNvSpPr/>
              <p:nvPr/>
            </p:nvSpPr>
            <p:spPr>
              <a:xfrm>
                <a:off x="736186" y="1288580"/>
                <a:ext cx="722659" cy="1128856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9" name="Forma 18"/>
              <p:cNvSpPr/>
              <p:nvPr/>
            </p:nvSpPr>
            <p:spPr>
              <a:xfrm>
                <a:off x="786890" y="1399362"/>
                <a:ext cx="570994" cy="808118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754450" y="1780110"/>
                <a:ext cx="614990" cy="472706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1" name="PleuraVisceralD"/>
            <p:cNvSpPr/>
            <p:nvPr/>
          </p:nvSpPr>
          <p:spPr>
            <a:xfrm>
              <a:off x="736186" y="1288580"/>
              <a:ext cx="722659" cy="1128856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2" name="PulmonIzquierdo"/>
            <p:cNvGrpSpPr/>
            <p:nvPr/>
          </p:nvGrpSpPr>
          <p:grpSpPr>
            <a:xfrm>
              <a:off x="1862471" y="1288580"/>
              <a:ext cx="809405" cy="2024231"/>
              <a:chOff x="1862471" y="1288580"/>
              <a:chExt cx="809405" cy="2024231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186247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4" name="Forma 23"/>
              <p:cNvSpPr/>
              <p:nvPr/>
            </p:nvSpPr>
            <p:spPr>
              <a:xfrm>
                <a:off x="193395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5" name="Forma 24"/>
              <p:cNvSpPr/>
              <p:nvPr/>
            </p:nvSpPr>
            <p:spPr>
              <a:xfrm>
                <a:off x="194218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6" name="PleuraVisceralI"/>
            <p:cNvSpPr/>
            <p:nvPr/>
          </p:nvSpPr>
          <p:spPr>
            <a:xfrm>
              <a:off x="186247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7" name="PleuraPariet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PleuraPariet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9" name="VenaCavaSup"/>
            <p:cNvSpPr/>
            <p:nvPr/>
          </p:nvSpPr>
          <p:spPr>
            <a:xfrm>
              <a:off x="148408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0" name="VenaCavaInf"/>
            <p:cNvSpPr/>
            <p:nvPr/>
          </p:nvSpPr>
          <p:spPr>
            <a:xfrm>
              <a:off x="150878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1" name="Corazon"/>
            <p:cNvGrpSpPr/>
            <p:nvPr/>
          </p:nvGrpSpPr>
          <p:grpSpPr>
            <a:xfrm>
              <a:off x="1497990" y="2336478"/>
              <a:ext cx="729488" cy="763630"/>
              <a:chOff x="1497990" y="2336478"/>
              <a:chExt cx="729488" cy="763630"/>
            </a:xfrm>
          </p:grpSpPr>
          <p:sp>
            <p:nvSpPr>
              <p:cNvPr id="32" name="Forma 31"/>
              <p:cNvSpPr/>
              <p:nvPr/>
            </p:nvSpPr>
            <p:spPr>
              <a:xfrm>
                <a:off x="149799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3" name="Forma 32"/>
              <p:cNvSpPr/>
              <p:nvPr/>
            </p:nvSpPr>
            <p:spPr>
              <a:xfrm>
                <a:off x="187909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4" name="Diafragma"/>
            <p:cNvSpPr/>
            <p:nvPr/>
          </p:nvSpPr>
          <p:spPr>
            <a:xfrm>
              <a:off x="64465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5" name="Clavículas"/>
            <p:cNvGrpSpPr/>
            <p:nvPr/>
          </p:nvGrpSpPr>
          <p:grpSpPr>
            <a:xfrm>
              <a:off x="822960" y="1130198"/>
              <a:ext cx="1645920" cy="107899"/>
              <a:chOff x="822960" y="1130198"/>
              <a:chExt cx="1645920" cy="107899"/>
            </a:xfrm>
          </p:grpSpPr>
          <p:sp>
            <p:nvSpPr>
              <p:cNvPr id="36" name="Forma 35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7" name="Forma 36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8" name="Forma 37"/>
            <p:cNvSpPr/>
            <p:nvPr/>
          </p:nvSpPr>
          <p:spPr>
            <a:xfrm>
              <a:off x="274320" y="3703320"/>
              <a:ext cx="2743200" cy="502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27432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3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en el espacio pleural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40" name="Matidez Consolidación"/>
          <p:cNvGrpSpPr/>
          <p:nvPr/>
        </p:nvGrpSpPr>
        <p:grpSpPr>
          <a:xfrm>
            <a:off x="3200400" y="1022299"/>
            <a:ext cx="2743200" cy="3778301"/>
            <a:chOff x="3200400" y="1022299"/>
            <a:chExt cx="2743200" cy="3778301"/>
          </a:xfrm>
        </p:grpSpPr>
        <p:sp>
          <p:nvSpPr>
            <p:cNvPr id="41" name="ParedToracica_2"/>
            <p:cNvSpPr/>
            <p:nvPr/>
          </p:nvSpPr>
          <p:spPr>
            <a:xfrm>
              <a:off x="331561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2" name="Mediastino_2"/>
            <p:cNvSpPr/>
            <p:nvPr/>
          </p:nvSpPr>
          <p:spPr>
            <a:xfrm>
              <a:off x="410565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3" name="Costillas_2"/>
            <p:cNvGrpSpPr/>
            <p:nvPr/>
          </p:nvGrpSpPr>
          <p:grpSpPr>
            <a:xfrm>
              <a:off x="3364992" y="1238098"/>
              <a:ext cx="2414016" cy="2222724"/>
              <a:chOff x="3364992" y="1238098"/>
              <a:chExt cx="2414016" cy="2222724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5" name="Forma 44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6" name="EspacioPleur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7" name="EspacioPleur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8" name="Aorta_2"/>
            <p:cNvSpPr/>
            <p:nvPr/>
          </p:nvSpPr>
          <p:spPr>
            <a:xfrm>
              <a:off x="457684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49" name="Traquea_2"/>
            <p:cNvGrpSpPr/>
            <p:nvPr/>
          </p:nvGrpSpPr>
          <p:grpSpPr>
            <a:xfrm>
              <a:off x="4245572" y="1022299"/>
              <a:ext cx="652856" cy="1157207"/>
              <a:chOff x="4245572" y="1022299"/>
              <a:chExt cx="652856" cy="1157207"/>
            </a:xfrm>
          </p:grpSpPr>
          <p:sp>
            <p:nvSpPr>
              <p:cNvPr id="50" name="Forma 49"/>
              <p:cNvSpPr/>
              <p:nvPr/>
            </p:nvSpPr>
            <p:spPr>
              <a:xfrm>
                <a:off x="424557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1" name="Forma 50"/>
              <p:cNvSpPr/>
              <p:nvPr/>
            </p:nvSpPr>
            <p:spPr>
              <a:xfrm>
                <a:off x="452262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52" name="PulmonDerecho_2"/>
            <p:cNvGrpSpPr/>
            <p:nvPr/>
          </p:nvGrpSpPr>
          <p:grpSpPr>
            <a:xfrm>
              <a:off x="3546044" y="1288580"/>
              <a:ext cx="868980" cy="1959410"/>
              <a:chOff x="3546044" y="1288580"/>
              <a:chExt cx="868980" cy="1959410"/>
            </a:xfrm>
          </p:grpSpPr>
          <p:sp>
            <p:nvSpPr>
              <p:cNvPr id="53" name="Forma 52"/>
              <p:cNvSpPr/>
              <p:nvPr/>
            </p:nvSpPr>
            <p:spPr>
              <a:xfrm>
                <a:off x="3546044" y="1288580"/>
                <a:ext cx="868980" cy="1959410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3928C"/>
                  </a:gs>
                  <a:gs pos="55000">
                    <a:srgbClr val="B03A2E"/>
                  </a:gs>
                  <a:gs pos="100000">
                    <a:srgbClr val="892D2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4" name="Forma 53"/>
              <p:cNvSpPr/>
              <p:nvPr/>
            </p:nvSpPr>
            <p:spPr>
              <a:xfrm>
                <a:off x="3602249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72251D"/>
                </a:solidFill>
                <a:round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3566663" y="2141753"/>
                <a:ext cx="731017" cy="821635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581D17"/>
                </a:solidFill>
                <a:prstDash val="dash"/>
                <a:round/>
              </a:ln>
            </p:spPr>
          </p:sp>
        </p:grpSp>
        <p:sp>
          <p:nvSpPr>
            <p:cNvPr id="56" name="PleuraVisceralD_2"/>
            <p:cNvSpPr/>
            <p:nvPr/>
          </p:nvSpPr>
          <p:spPr>
            <a:xfrm>
              <a:off x="3546044" y="1288580"/>
              <a:ext cx="868980" cy="1959410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57" name="PulmonIzquierdo_2"/>
            <p:cNvGrpSpPr/>
            <p:nvPr/>
          </p:nvGrpSpPr>
          <p:grpSpPr>
            <a:xfrm>
              <a:off x="4788551" y="1288580"/>
              <a:ext cx="809405" cy="2024231"/>
              <a:chOff x="4788551" y="1288580"/>
              <a:chExt cx="809405" cy="2024231"/>
            </a:xfrm>
          </p:grpSpPr>
          <p:sp>
            <p:nvSpPr>
              <p:cNvPr id="58" name="Forma 57"/>
              <p:cNvSpPr/>
              <p:nvPr/>
            </p:nvSpPr>
            <p:spPr>
              <a:xfrm>
                <a:off x="478855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9" name="Forma 58"/>
              <p:cNvSpPr/>
              <p:nvPr/>
            </p:nvSpPr>
            <p:spPr>
              <a:xfrm>
                <a:off x="486003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0" name="Forma 59"/>
              <p:cNvSpPr/>
              <p:nvPr/>
            </p:nvSpPr>
            <p:spPr>
              <a:xfrm>
                <a:off x="486826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1" name="PleuraVisceralI_2"/>
            <p:cNvSpPr/>
            <p:nvPr/>
          </p:nvSpPr>
          <p:spPr>
            <a:xfrm>
              <a:off x="478855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2" name="PleuraPariet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3" name="PleuraPariet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4" name="VenaCavaSup_2"/>
            <p:cNvSpPr/>
            <p:nvPr/>
          </p:nvSpPr>
          <p:spPr>
            <a:xfrm>
              <a:off x="441016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5" name="VenaCavaInf_2"/>
            <p:cNvSpPr/>
            <p:nvPr/>
          </p:nvSpPr>
          <p:spPr>
            <a:xfrm>
              <a:off x="443486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6" name="Corazon_2"/>
            <p:cNvGrpSpPr/>
            <p:nvPr/>
          </p:nvGrpSpPr>
          <p:grpSpPr>
            <a:xfrm>
              <a:off x="4424070" y="2336478"/>
              <a:ext cx="729488" cy="763630"/>
              <a:chOff x="4424070" y="2336478"/>
              <a:chExt cx="729488" cy="763630"/>
            </a:xfrm>
          </p:grpSpPr>
          <p:sp>
            <p:nvSpPr>
              <p:cNvPr id="67" name="Forma 66"/>
              <p:cNvSpPr/>
              <p:nvPr/>
            </p:nvSpPr>
            <p:spPr>
              <a:xfrm>
                <a:off x="442407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8" name="Forma 67"/>
              <p:cNvSpPr/>
              <p:nvPr/>
            </p:nvSpPr>
            <p:spPr>
              <a:xfrm>
                <a:off x="480517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69" name="Diafragma_2"/>
            <p:cNvSpPr/>
            <p:nvPr/>
          </p:nvSpPr>
          <p:spPr>
            <a:xfrm>
              <a:off x="357073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0" name="Clavículas_2"/>
            <p:cNvGrpSpPr/>
            <p:nvPr/>
          </p:nvGrpSpPr>
          <p:grpSpPr>
            <a:xfrm>
              <a:off x="3749040" y="1130198"/>
              <a:ext cx="1645920" cy="107899"/>
              <a:chOff x="3749040" y="1130198"/>
              <a:chExt cx="1645920" cy="107899"/>
            </a:xfrm>
          </p:grpSpPr>
          <p:sp>
            <p:nvSpPr>
              <p:cNvPr id="71" name="Forma 70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2" name="Forma 71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3" name="Forma 72"/>
            <p:cNvSpPr/>
            <p:nvPr/>
          </p:nvSpPr>
          <p:spPr>
            <a:xfrm>
              <a:off x="3200400" y="3703320"/>
              <a:ext cx="2743200" cy="502920"/>
            </a:xfrm>
            <a:prstGeom prst="rect">
              <a:avLst/>
            </a:prstGeom>
            <a:solidFill>
              <a:srgbClr val="F1948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Consolidación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320040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507"/>
                </a:lnSpc>
                <a:spcAft>
                  <a:spcPts val="300"/>
                </a:spcAft>
                <a:buNone/>
              </a:pPr>
              <a:r>
                <a:rPr lang="es-AR" sz="13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Bloque neumónico: alvéolos ocupados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75" name="Matidez Masa tumoral"/>
          <p:cNvGrpSpPr/>
          <p:nvPr/>
        </p:nvGrpSpPr>
        <p:grpSpPr>
          <a:xfrm>
            <a:off x="6126480" y="1022299"/>
            <a:ext cx="2743200" cy="3778301"/>
            <a:chOff x="6126480" y="1022299"/>
            <a:chExt cx="2743200" cy="3778301"/>
          </a:xfrm>
        </p:grpSpPr>
        <p:sp>
          <p:nvSpPr>
            <p:cNvPr id="76" name="ParedToracica_3"/>
            <p:cNvSpPr/>
            <p:nvPr/>
          </p:nvSpPr>
          <p:spPr>
            <a:xfrm>
              <a:off x="624169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Mediastino_3"/>
            <p:cNvSpPr/>
            <p:nvPr/>
          </p:nvSpPr>
          <p:spPr>
            <a:xfrm>
              <a:off x="703173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8" name="Costillas_3"/>
            <p:cNvGrpSpPr/>
            <p:nvPr/>
          </p:nvGrpSpPr>
          <p:grpSpPr>
            <a:xfrm>
              <a:off x="6291072" y="1238098"/>
              <a:ext cx="2414016" cy="2222724"/>
              <a:chOff x="6291072" y="1238098"/>
              <a:chExt cx="2414016" cy="2222724"/>
            </a:xfrm>
          </p:grpSpPr>
          <p:sp>
            <p:nvSpPr>
              <p:cNvPr id="79" name="Forma 78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0" name="Forma 79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1" name="EspacioPleur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2" name="EspacioPleur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3" name="Aorta_3"/>
            <p:cNvSpPr/>
            <p:nvPr/>
          </p:nvSpPr>
          <p:spPr>
            <a:xfrm>
              <a:off x="750292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4" name="Traquea_3"/>
            <p:cNvGrpSpPr/>
            <p:nvPr/>
          </p:nvGrpSpPr>
          <p:grpSpPr>
            <a:xfrm>
              <a:off x="7171652" y="1022299"/>
              <a:ext cx="652856" cy="1157207"/>
              <a:chOff x="7171652" y="1022299"/>
              <a:chExt cx="652856" cy="1157207"/>
            </a:xfrm>
          </p:grpSpPr>
          <p:sp>
            <p:nvSpPr>
              <p:cNvPr id="85" name="Forma 84"/>
              <p:cNvSpPr/>
              <p:nvPr/>
            </p:nvSpPr>
            <p:spPr>
              <a:xfrm>
                <a:off x="717165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86" name="Forma 85"/>
              <p:cNvSpPr/>
              <p:nvPr/>
            </p:nvSpPr>
            <p:spPr>
              <a:xfrm>
                <a:off x="744870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87" name="PulmonDerecho_3"/>
            <p:cNvGrpSpPr/>
            <p:nvPr/>
          </p:nvGrpSpPr>
          <p:grpSpPr>
            <a:xfrm>
              <a:off x="6472124" y="1288580"/>
              <a:ext cx="868980" cy="1959410"/>
              <a:chOff x="6472124" y="1288580"/>
              <a:chExt cx="868980" cy="1959410"/>
            </a:xfrm>
          </p:grpSpPr>
          <p:sp>
            <p:nvSpPr>
              <p:cNvPr id="88" name="Forma 87"/>
              <p:cNvSpPr/>
              <p:nvPr/>
            </p:nvSpPr>
            <p:spPr>
              <a:xfrm>
                <a:off x="6472124" y="1288580"/>
                <a:ext cx="868980" cy="1959410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89" name="Forma 88"/>
              <p:cNvSpPr/>
              <p:nvPr/>
            </p:nvSpPr>
            <p:spPr>
              <a:xfrm>
                <a:off x="6528329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0" name="Forma 89"/>
              <p:cNvSpPr/>
              <p:nvPr/>
            </p:nvSpPr>
            <p:spPr>
              <a:xfrm>
                <a:off x="6492743" y="2141753"/>
                <a:ext cx="731017" cy="821635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1" name="PleuraVisceralD_3"/>
            <p:cNvSpPr/>
            <p:nvPr/>
          </p:nvSpPr>
          <p:spPr>
            <a:xfrm>
              <a:off x="6472124" y="1288580"/>
              <a:ext cx="868980" cy="1959410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2" name="PulmonIzquierdo_3"/>
            <p:cNvGrpSpPr/>
            <p:nvPr/>
          </p:nvGrpSpPr>
          <p:grpSpPr>
            <a:xfrm>
              <a:off x="7714631" y="1288580"/>
              <a:ext cx="809405" cy="2024231"/>
              <a:chOff x="7714631" y="1288580"/>
              <a:chExt cx="809405" cy="2024231"/>
            </a:xfrm>
          </p:grpSpPr>
          <p:sp>
            <p:nvSpPr>
              <p:cNvPr id="93" name="Forma 92"/>
              <p:cNvSpPr/>
              <p:nvPr/>
            </p:nvSpPr>
            <p:spPr>
              <a:xfrm>
                <a:off x="771463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4" name="Forma 93"/>
              <p:cNvSpPr/>
              <p:nvPr/>
            </p:nvSpPr>
            <p:spPr>
              <a:xfrm>
                <a:off x="778611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5" name="Forma 94"/>
              <p:cNvSpPr/>
              <p:nvPr/>
            </p:nvSpPr>
            <p:spPr>
              <a:xfrm>
                <a:off x="779434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6" name="PleuraVisceralI_3"/>
            <p:cNvSpPr/>
            <p:nvPr/>
          </p:nvSpPr>
          <p:spPr>
            <a:xfrm>
              <a:off x="771463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97" name="PleuraPariet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98" name="PleuraPariet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99" name="VenaCavaSup_3"/>
            <p:cNvSpPr/>
            <p:nvPr/>
          </p:nvSpPr>
          <p:spPr>
            <a:xfrm>
              <a:off x="733624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0" name="VenaCavaInf_3"/>
            <p:cNvSpPr/>
            <p:nvPr/>
          </p:nvSpPr>
          <p:spPr>
            <a:xfrm>
              <a:off x="736094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1" name="Corazon_3"/>
            <p:cNvGrpSpPr/>
            <p:nvPr/>
          </p:nvGrpSpPr>
          <p:grpSpPr>
            <a:xfrm>
              <a:off x="7350150" y="2336478"/>
              <a:ext cx="729488" cy="763630"/>
              <a:chOff x="7350150" y="2336478"/>
              <a:chExt cx="729488" cy="763630"/>
            </a:xfrm>
          </p:grpSpPr>
          <p:sp>
            <p:nvSpPr>
              <p:cNvPr id="102" name="Forma 101"/>
              <p:cNvSpPr/>
              <p:nvPr/>
            </p:nvSpPr>
            <p:spPr>
              <a:xfrm>
                <a:off x="735015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3" name="Forma 102"/>
              <p:cNvSpPr/>
              <p:nvPr/>
            </p:nvSpPr>
            <p:spPr>
              <a:xfrm>
                <a:off x="773125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4" name="Tumor"/>
            <p:cNvSpPr/>
            <p:nvPr/>
          </p:nvSpPr>
          <p:spPr>
            <a:xfrm>
              <a:off x="6565392" y="1921909"/>
              <a:ext cx="493776" cy="412714"/>
            </a:xfrm>
            <a:custGeom>
              <a:avLst/>
              <a:gdLst/>
              <a:ahLst/>
              <a:cxnLst/>
              <a:rect l="0" t="0" r="r" b="b"/>
              <a:pathLst>
                <a:path w="1800" h="1530">
                  <a:moveTo>
                    <a:pt x="1800" y="765"/>
                  </a:moveTo>
                  <a:cubicBezTo>
                    <a:pt x="1800" y="1187"/>
                    <a:pt x="1397" y="1530"/>
                    <a:pt x="900" y="1530"/>
                  </a:cubicBezTo>
                  <a:cubicBezTo>
                    <a:pt x="402" y="1530"/>
                    <a:pt x="0" y="1187"/>
                    <a:pt x="0" y="765"/>
                  </a:cubicBezTo>
                  <a:cubicBezTo>
                    <a:pt x="0" y="342"/>
                    <a:pt x="402" y="0"/>
                    <a:pt x="900" y="0"/>
                  </a:cubicBezTo>
                  <a:cubicBezTo>
                    <a:pt x="1397" y="0"/>
                    <a:pt x="1800" y="342"/>
                    <a:pt x="1800" y="765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4A235A"/>
              </a:solidFill>
              <a:round/>
            </a:ln>
          </p:spPr>
        </p:sp>
        <p:sp>
          <p:nvSpPr>
            <p:cNvPr id="105" name="Diafragma_3"/>
            <p:cNvSpPr/>
            <p:nvPr/>
          </p:nvSpPr>
          <p:spPr>
            <a:xfrm>
              <a:off x="649681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06" name="Clavículas_3"/>
            <p:cNvGrpSpPr/>
            <p:nvPr/>
          </p:nvGrpSpPr>
          <p:grpSpPr>
            <a:xfrm>
              <a:off x="6675120" y="1130198"/>
              <a:ext cx="1645920" cy="107899"/>
              <a:chOff x="6675120" y="1130198"/>
              <a:chExt cx="1645920" cy="107899"/>
            </a:xfrm>
          </p:grpSpPr>
          <p:sp>
            <p:nvSpPr>
              <p:cNvPr id="107" name="Forma 106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08" name="Forma 107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9" name="Forma 108"/>
            <p:cNvSpPr/>
            <p:nvPr/>
          </p:nvSpPr>
          <p:spPr>
            <a:xfrm>
              <a:off x="6126480" y="3703320"/>
              <a:ext cx="2743200" cy="502920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Masa tumoral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10" name="Forma 109"/>
            <p:cNvSpPr/>
            <p:nvPr/>
          </p:nvSpPr>
          <p:spPr>
            <a:xfrm>
              <a:off x="612648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Tejido sólido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111" name="Matidez Atelectasia"/>
          <p:cNvGrpSpPr/>
          <p:nvPr/>
        </p:nvGrpSpPr>
        <p:grpSpPr>
          <a:xfrm>
            <a:off x="9052560" y="1017375"/>
            <a:ext cx="2743200" cy="3783225"/>
            <a:chOff x="9052560" y="1017375"/>
            <a:chExt cx="2743200" cy="3783225"/>
          </a:xfrm>
        </p:grpSpPr>
        <p:sp>
          <p:nvSpPr>
            <p:cNvPr id="112" name="ParedToracica_4"/>
            <p:cNvSpPr/>
            <p:nvPr/>
          </p:nvSpPr>
          <p:spPr>
            <a:xfrm>
              <a:off x="916777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3" name="Mediastino_4"/>
            <p:cNvSpPr/>
            <p:nvPr/>
          </p:nvSpPr>
          <p:spPr>
            <a:xfrm>
              <a:off x="995781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426"/>
                  </a:lnTo>
                  <a:lnTo>
                    <a:pt x="9" y="433"/>
                  </a:lnTo>
                  <a:lnTo>
                    <a:pt x="13" y="437"/>
                  </a:lnTo>
                  <a:lnTo>
                    <a:pt x="17" y="441"/>
                  </a:lnTo>
                  <a:lnTo>
                    <a:pt x="21" y="446"/>
                  </a:lnTo>
                  <a:lnTo>
                    <a:pt x="43" y="480"/>
                  </a:lnTo>
                  <a:lnTo>
                    <a:pt x="45" y="484"/>
                  </a:lnTo>
                  <a:lnTo>
                    <a:pt x="69" y="528"/>
                  </a:lnTo>
                  <a:lnTo>
                    <a:pt x="103" y="582"/>
                  </a:lnTo>
                  <a:lnTo>
                    <a:pt x="148" y="646"/>
                  </a:lnTo>
                  <a:lnTo>
                    <a:pt x="149" y="647"/>
                  </a:lnTo>
                  <a:lnTo>
                    <a:pt x="198" y="723"/>
                  </a:lnTo>
                  <a:lnTo>
                    <a:pt x="200" y="725"/>
                  </a:lnTo>
                  <a:lnTo>
                    <a:pt x="252" y="812"/>
                  </a:lnTo>
                  <a:lnTo>
                    <a:pt x="253" y="814"/>
                  </a:lnTo>
                  <a:lnTo>
                    <a:pt x="306" y="914"/>
                  </a:lnTo>
                  <a:lnTo>
                    <a:pt x="307" y="916"/>
                  </a:lnTo>
                  <a:lnTo>
                    <a:pt x="360" y="1030"/>
                  </a:lnTo>
                  <a:lnTo>
                    <a:pt x="362" y="1033"/>
                  </a:lnTo>
                  <a:lnTo>
                    <a:pt x="413" y="1163"/>
                  </a:lnTo>
                  <a:lnTo>
                    <a:pt x="414" y="1165"/>
                  </a:lnTo>
                  <a:lnTo>
                    <a:pt x="465" y="1312"/>
                  </a:lnTo>
                  <a:lnTo>
                    <a:pt x="466" y="1314"/>
                  </a:lnTo>
                  <a:lnTo>
                    <a:pt x="519" y="1477"/>
                  </a:lnTo>
                  <a:lnTo>
                    <a:pt x="519" y="1478"/>
                  </a:lnTo>
                  <a:lnTo>
                    <a:pt x="572" y="1656"/>
                  </a:lnTo>
                  <a:lnTo>
                    <a:pt x="572" y="1657"/>
                  </a:lnTo>
                  <a:lnTo>
                    <a:pt x="623" y="1847"/>
                  </a:lnTo>
                  <a:lnTo>
                    <a:pt x="623" y="1849"/>
                  </a:lnTo>
                  <a:lnTo>
                    <a:pt x="672" y="2049"/>
                  </a:lnTo>
                  <a:lnTo>
                    <a:pt x="672" y="2051"/>
                  </a:lnTo>
                  <a:lnTo>
                    <a:pt x="716" y="2260"/>
                  </a:lnTo>
                  <a:lnTo>
                    <a:pt x="717" y="2262"/>
                  </a:lnTo>
                  <a:lnTo>
                    <a:pt x="757" y="2484"/>
                  </a:lnTo>
                  <a:lnTo>
                    <a:pt x="757" y="2486"/>
                  </a:lnTo>
                  <a:lnTo>
                    <a:pt x="795" y="2724"/>
                  </a:lnTo>
                  <a:lnTo>
                    <a:pt x="795" y="2725"/>
                  </a:lnTo>
                  <a:lnTo>
                    <a:pt x="830" y="2973"/>
                  </a:lnTo>
                  <a:lnTo>
                    <a:pt x="831" y="2974"/>
                  </a:lnTo>
                  <a:lnTo>
                    <a:pt x="863" y="3228"/>
                  </a:lnTo>
                  <a:lnTo>
                    <a:pt x="863" y="3229"/>
                  </a:lnTo>
                  <a:lnTo>
                    <a:pt x="892" y="3484"/>
                  </a:lnTo>
                  <a:lnTo>
                    <a:pt x="892" y="3485"/>
                  </a:lnTo>
                  <a:lnTo>
                    <a:pt x="918" y="3735"/>
                  </a:lnTo>
                  <a:lnTo>
                    <a:pt x="918" y="3736"/>
                  </a:lnTo>
                  <a:lnTo>
                    <a:pt x="940" y="3984"/>
                  </a:lnTo>
                  <a:lnTo>
                    <a:pt x="940" y="3985"/>
                  </a:lnTo>
                  <a:lnTo>
                    <a:pt x="958" y="4234"/>
                  </a:lnTo>
                  <a:lnTo>
                    <a:pt x="958" y="4235"/>
                  </a:lnTo>
                  <a:lnTo>
                    <a:pt x="973" y="4484"/>
                  </a:lnTo>
                  <a:lnTo>
                    <a:pt x="973" y="4485"/>
                  </a:lnTo>
                  <a:lnTo>
                    <a:pt x="986" y="4735"/>
                  </a:lnTo>
                  <a:lnTo>
                    <a:pt x="986" y="4735"/>
                  </a:lnTo>
                  <a:lnTo>
                    <a:pt x="998" y="4985"/>
                  </a:lnTo>
                  <a:lnTo>
                    <a:pt x="998" y="4986"/>
                  </a:lnTo>
                  <a:lnTo>
                    <a:pt x="1008" y="5235"/>
                  </a:lnTo>
                  <a:lnTo>
                    <a:pt x="1008" y="5236"/>
                  </a:lnTo>
                  <a:lnTo>
                    <a:pt x="1017" y="5485"/>
                  </a:lnTo>
                  <a:lnTo>
                    <a:pt x="1017" y="5486"/>
                  </a:lnTo>
                  <a:lnTo>
                    <a:pt x="1024" y="5735"/>
                  </a:lnTo>
                  <a:lnTo>
                    <a:pt x="1024" y="5735"/>
                  </a:lnTo>
                  <a:lnTo>
                    <a:pt x="1030" y="5985"/>
                  </a:lnTo>
                  <a:lnTo>
                    <a:pt x="1030" y="5985"/>
                  </a:lnTo>
                  <a:lnTo>
                    <a:pt x="1034" y="6234"/>
                  </a:lnTo>
                  <a:lnTo>
                    <a:pt x="1039" y="6484"/>
                  </a:lnTo>
                  <a:lnTo>
                    <a:pt x="1044" y="6733"/>
                  </a:lnTo>
                  <a:lnTo>
                    <a:pt x="1050" y="6982"/>
                  </a:lnTo>
                  <a:lnTo>
                    <a:pt x="1057" y="7231"/>
                  </a:lnTo>
                  <a:lnTo>
                    <a:pt x="1063" y="7479"/>
                  </a:lnTo>
                  <a:lnTo>
                    <a:pt x="1069" y="7729"/>
                  </a:lnTo>
                  <a:lnTo>
                    <a:pt x="1069" y="7729"/>
                  </a:lnTo>
                  <a:lnTo>
                    <a:pt x="1075" y="7979"/>
                  </a:lnTo>
                  <a:lnTo>
                    <a:pt x="1075" y="7979"/>
                  </a:lnTo>
                  <a:lnTo>
                    <a:pt x="1080" y="8230"/>
                  </a:lnTo>
                  <a:lnTo>
                    <a:pt x="1080" y="8230"/>
                  </a:lnTo>
                  <a:lnTo>
                    <a:pt x="1083" y="8510"/>
                  </a:lnTo>
                  <a:lnTo>
                    <a:pt x="1083" y="8511"/>
                  </a:lnTo>
                  <a:lnTo>
                    <a:pt x="1084" y="8673"/>
                  </a:lnTo>
                  <a:lnTo>
                    <a:pt x="1084" y="8679"/>
                  </a:lnTo>
                  <a:lnTo>
                    <a:pt x="1083" y="8684"/>
                  </a:lnTo>
                  <a:lnTo>
                    <a:pt x="1082" y="8689"/>
                  </a:lnTo>
                  <a:lnTo>
                    <a:pt x="1080" y="8694"/>
                  </a:lnTo>
                  <a:lnTo>
                    <a:pt x="1078" y="8699"/>
                  </a:lnTo>
                  <a:lnTo>
                    <a:pt x="1075" y="8703"/>
                  </a:lnTo>
                  <a:lnTo>
                    <a:pt x="1072" y="8708"/>
                  </a:lnTo>
                  <a:lnTo>
                    <a:pt x="1068" y="8712"/>
                  </a:lnTo>
                  <a:lnTo>
                    <a:pt x="1064" y="8715"/>
                  </a:lnTo>
                  <a:lnTo>
                    <a:pt x="1060" y="8719"/>
                  </a:lnTo>
                  <a:lnTo>
                    <a:pt x="1056" y="8721"/>
                  </a:lnTo>
                  <a:lnTo>
                    <a:pt x="1051" y="8724"/>
                  </a:lnTo>
                  <a:lnTo>
                    <a:pt x="1046" y="8725"/>
                  </a:lnTo>
                  <a:lnTo>
                    <a:pt x="1041" y="8727"/>
                  </a:lnTo>
                  <a:lnTo>
                    <a:pt x="1036" y="8728"/>
                  </a:lnTo>
                  <a:lnTo>
                    <a:pt x="1030" y="8728"/>
                  </a:lnTo>
                  <a:lnTo>
                    <a:pt x="1025" y="8728"/>
                  </a:lnTo>
                  <a:lnTo>
                    <a:pt x="1020" y="8727"/>
                  </a:lnTo>
                  <a:lnTo>
                    <a:pt x="1015" y="8726"/>
                  </a:lnTo>
                  <a:lnTo>
                    <a:pt x="1010" y="8724"/>
                  </a:lnTo>
                  <a:lnTo>
                    <a:pt x="1005" y="8722"/>
                  </a:lnTo>
                  <a:lnTo>
                    <a:pt x="1000" y="8719"/>
                  </a:lnTo>
                  <a:lnTo>
                    <a:pt x="996" y="8716"/>
                  </a:lnTo>
                  <a:lnTo>
                    <a:pt x="992" y="8713"/>
                  </a:lnTo>
                  <a:lnTo>
                    <a:pt x="988" y="8709"/>
                  </a:lnTo>
                  <a:lnTo>
                    <a:pt x="933" y="8644"/>
                  </a:lnTo>
                  <a:lnTo>
                    <a:pt x="794" y="8517"/>
                  </a:lnTo>
                  <a:lnTo>
                    <a:pt x="640" y="8403"/>
                  </a:lnTo>
                  <a:lnTo>
                    <a:pt x="483" y="8311"/>
                  </a:lnTo>
                  <a:lnTo>
                    <a:pt x="337" y="8249"/>
                  </a:lnTo>
                  <a:lnTo>
                    <a:pt x="195" y="8217"/>
                  </a:lnTo>
                  <a:lnTo>
                    <a:pt x="48" y="8210"/>
                  </a:lnTo>
                  <a:lnTo>
                    <a:pt x="0" y="8214"/>
                  </a:lnTo>
                  <a:lnTo>
                    <a:pt x="0" y="10000"/>
                  </a:lnTo>
                  <a:lnTo>
                    <a:pt x="3244" y="10000"/>
                  </a:lnTo>
                  <a:lnTo>
                    <a:pt x="3235" y="9901"/>
                  </a:lnTo>
                  <a:lnTo>
                    <a:pt x="3235" y="9898"/>
                  </a:lnTo>
                  <a:lnTo>
                    <a:pt x="3225" y="9617"/>
                  </a:lnTo>
                  <a:lnTo>
                    <a:pt x="3224" y="9616"/>
                  </a:lnTo>
                  <a:lnTo>
                    <a:pt x="3216" y="9273"/>
                  </a:lnTo>
                  <a:lnTo>
                    <a:pt x="3207" y="8905"/>
                  </a:lnTo>
                  <a:lnTo>
                    <a:pt x="3194" y="8547"/>
                  </a:lnTo>
                  <a:lnTo>
                    <a:pt x="3175" y="8235"/>
                  </a:lnTo>
                  <a:lnTo>
                    <a:pt x="3150" y="7967"/>
                  </a:lnTo>
                  <a:lnTo>
                    <a:pt x="3119" y="7713"/>
                  </a:lnTo>
                  <a:lnTo>
                    <a:pt x="3085" y="7468"/>
                  </a:lnTo>
                  <a:lnTo>
                    <a:pt x="3049" y="7228"/>
                  </a:lnTo>
                  <a:lnTo>
                    <a:pt x="3013" y="6988"/>
                  </a:lnTo>
                  <a:lnTo>
                    <a:pt x="3013" y="6987"/>
                  </a:lnTo>
                  <a:lnTo>
                    <a:pt x="2976" y="6743"/>
                  </a:lnTo>
                  <a:lnTo>
                    <a:pt x="2935" y="6494"/>
                  </a:lnTo>
                  <a:lnTo>
                    <a:pt x="2886" y="6246"/>
                  </a:lnTo>
                  <a:lnTo>
                    <a:pt x="2837" y="5997"/>
                  </a:lnTo>
                  <a:lnTo>
                    <a:pt x="2836" y="5995"/>
                  </a:lnTo>
                  <a:lnTo>
                    <a:pt x="2793" y="5746"/>
                  </a:lnTo>
                  <a:lnTo>
                    <a:pt x="2792" y="5743"/>
                  </a:lnTo>
                  <a:lnTo>
                    <a:pt x="2761" y="5494"/>
                  </a:lnTo>
                  <a:lnTo>
                    <a:pt x="2761" y="5489"/>
                  </a:lnTo>
                  <a:lnTo>
                    <a:pt x="2750" y="5240"/>
                  </a:lnTo>
                  <a:lnTo>
                    <a:pt x="2750" y="5235"/>
                  </a:lnTo>
                  <a:lnTo>
                    <a:pt x="2761" y="4985"/>
                  </a:lnTo>
                  <a:lnTo>
                    <a:pt x="2761" y="4982"/>
                  </a:lnTo>
                  <a:lnTo>
                    <a:pt x="2790" y="4731"/>
                  </a:lnTo>
                  <a:lnTo>
                    <a:pt x="2791" y="4729"/>
                  </a:lnTo>
                  <a:lnTo>
                    <a:pt x="2833" y="4479"/>
                  </a:lnTo>
                  <a:lnTo>
                    <a:pt x="2833" y="4477"/>
                  </a:lnTo>
                  <a:lnTo>
                    <a:pt x="2883" y="4227"/>
                  </a:lnTo>
                  <a:lnTo>
                    <a:pt x="2883" y="4227"/>
                  </a:lnTo>
                  <a:lnTo>
                    <a:pt x="2936" y="3978"/>
                  </a:lnTo>
                  <a:lnTo>
                    <a:pt x="2987" y="3730"/>
                  </a:lnTo>
                  <a:lnTo>
                    <a:pt x="3037" y="3479"/>
                  </a:lnTo>
                  <a:lnTo>
                    <a:pt x="3037" y="3479"/>
                  </a:lnTo>
                  <a:lnTo>
                    <a:pt x="3091" y="3224"/>
                  </a:lnTo>
                  <a:lnTo>
                    <a:pt x="3091" y="3223"/>
                  </a:lnTo>
                  <a:lnTo>
                    <a:pt x="3148" y="2969"/>
                  </a:lnTo>
                  <a:lnTo>
                    <a:pt x="3148" y="2968"/>
                  </a:lnTo>
                  <a:lnTo>
                    <a:pt x="3208" y="2720"/>
                  </a:lnTo>
                  <a:lnTo>
                    <a:pt x="3208" y="2719"/>
                  </a:lnTo>
                  <a:lnTo>
                    <a:pt x="3269" y="2481"/>
                  </a:lnTo>
                  <a:lnTo>
                    <a:pt x="3269" y="2479"/>
                  </a:lnTo>
                  <a:lnTo>
                    <a:pt x="3331" y="2257"/>
                  </a:lnTo>
                  <a:lnTo>
                    <a:pt x="3332" y="2256"/>
                  </a:lnTo>
                  <a:lnTo>
                    <a:pt x="3397" y="2046"/>
                  </a:lnTo>
                  <a:lnTo>
                    <a:pt x="3397" y="2045"/>
                  </a:lnTo>
                  <a:lnTo>
                    <a:pt x="3465" y="1844"/>
                  </a:lnTo>
                  <a:lnTo>
                    <a:pt x="3466" y="1843"/>
                  </a:lnTo>
                  <a:lnTo>
                    <a:pt x="3536" y="1652"/>
                  </a:lnTo>
                  <a:lnTo>
                    <a:pt x="3536" y="1651"/>
                  </a:lnTo>
                  <a:lnTo>
                    <a:pt x="3606" y="1474"/>
                  </a:lnTo>
                  <a:lnTo>
                    <a:pt x="3607" y="1473"/>
                  </a:lnTo>
                  <a:lnTo>
                    <a:pt x="3675" y="1309"/>
                  </a:lnTo>
                  <a:lnTo>
                    <a:pt x="3676" y="1308"/>
                  </a:lnTo>
                  <a:lnTo>
                    <a:pt x="3741" y="1161"/>
                  </a:lnTo>
                  <a:lnTo>
                    <a:pt x="3741" y="1161"/>
                  </a:lnTo>
                  <a:lnTo>
                    <a:pt x="3799" y="1031"/>
                  </a:lnTo>
                  <a:lnTo>
                    <a:pt x="3799" y="1031"/>
                  </a:lnTo>
                  <a:lnTo>
                    <a:pt x="3850" y="917"/>
                  </a:lnTo>
                  <a:lnTo>
                    <a:pt x="3851" y="915"/>
                  </a:lnTo>
                  <a:lnTo>
                    <a:pt x="3900" y="815"/>
                  </a:lnTo>
                  <a:lnTo>
                    <a:pt x="3903" y="811"/>
                  </a:lnTo>
                  <a:lnTo>
                    <a:pt x="3956" y="724"/>
                  </a:lnTo>
                  <a:lnTo>
                    <a:pt x="3960" y="719"/>
                  </a:lnTo>
                  <a:lnTo>
                    <a:pt x="4021" y="643"/>
                  </a:lnTo>
                  <a:lnTo>
                    <a:pt x="4024" y="640"/>
                  </a:lnTo>
                  <a:lnTo>
                    <a:pt x="4028" y="636"/>
                  </a:lnTo>
                  <a:lnTo>
                    <a:pt x="4102" y="571"/>
                  </a:lnTo>
                  <a:lnTo>
                    <a:pt x="4106" y="568"/>
                  </a:lnTo>
                  <a:lnTo>
                    <a:pt x="4109" y="566"/>
                  </a:lnTo>
                  <a:lnTo>
                    <a:pt x="4199" y="509"/>
                  </a:lnTo>
                  <a:lnTo>
                    <a:pt x="4205" y="506"/>
                  </a:lnTo>
                  <a:lnTo>
                    <a:pt x="4306" y="460"/>
                  </a:lnTo>
                  <a:lnTo>
                    <a:pt x="4312" y="458"/>
                  </a:lnTo>
                  <a:lnTo>
                    <a:pt x="4421" y="424"/>
                  </a:lnTo>
                  <a:lnTo>
                    <a:pt x="4427" y="422"/>
                  </a:lnTo>
                  <a:lnTo>
                    <a:pt x="4541" y="400"/>
                  </a:lnTo>
                  <a:lnTo>
                    <a:pt x="4547" y="399"/>
                  </a:lnTo>
                  <a:lnTo>
                    <a:pt x="4625" y="393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14" name="Costillas_4"/>
            <p:cNvGrpSpPr/>
            <p:nvPr/>
          </p:nvGrpSpPr>
          <p:grpSpPr>
            <a:xfrm>
              <a:off x="9217152" y="1238098"/>
              <a:ext cx="2414016" cy="2222724"/>
              <a:chOff x="9217152" y="1238098"/>
              <a:chExt cx="2414016" cy="2222724"/>
            </a:xfrm>
          </p:grpSpPr>
          <p:sp>
            <p:nvSpPr>
              <p:cNvPr id="115" name="Forma 114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5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7" name="EspacioPleuralD_4"/>
            <p:cNvSpPr/>
            <p:nvPr/>
          </p:nvSpPr>
          <p:spPr>
            <a:xfrm>
              <a:off x="9368028" y="1258828"/>
              <a:ext cx="797502" cy="2007774"/>
            </a:xfrm>
            <a:custGeom>
              <a:avLst/>
              <a:gdLst/>
              <a:ahLst/>
              <a:cxnLst/>
              <a:rect l="0" t="0" r="r" b="b"/>
              <a:pathLst>
                <a:path w="3905" h="10000">
                  <a:moveTo>
                    <a:pt x="2726" y="4"/>
                  </a:moveTo>
                  <a:lnTo>
                    <a:pt x="2631" y="23"/>
                  </a:lnTo>
                  <a:lnTo>
                    <a:pt x="2512" y="56"/>
                  </a:lnTo>
                  <a:lnTo>
                    <a:pt x="2378" y="103"/>
                  </a:lnTo>
                  <a:lnTo>
                    <a:pt x="2239" y="160"/>
                  </a:lnTo>
                  <a:lnTo>
                    <a:pt x="2101" y="226"/>
                  </a:lnTo>
                  <a:lnTo>
                    <a:pt x="1974" y="299"/>
                  </a:lnTo>
                  <a:lnTo>
                    <a:pt x="1856" y="381"/>
                  </a:lnTo>
                  <a:lnTo>
                    <a:pt x="1739" y="471"/>
                  </a:lnTo>
                  <a:lnTo>
                    <a:pt x="1625" y="571"/>
                  </a:lnTo>
                  <a:lnTo>
                    <a:pt x="1513" y="679"/>
                  </a:lnTo>
                  <a:lnTo>
                    <a:pt x="1406" y="795"/>
                  </a:lnTo>
                  <a:lnTo>
                    <a:pt x="1302" y="917"/>
                  </a:lnTo>
                  <a:lnTo>
                    <a:pt x="1204" y="1047"/>
                  </a:lnTo>
                  <a:lnTo>
                    <a:pt x="1108" y="1185"/>
                  </a:lnTo>
                  <a:lnTo>
                    <a:pt x="1017" y="1330"/>
                  </a:lnTo>
                  <a:lnTo>
                    <a:pt x="929" y="1482"/>
                  </a:lnTo>
                  <a:lnTo>
                    <a:pt x="845" y="1640"/>
                  </a:lnTo>
                  <a:lnTo>
                    <a:pt x="765" y="1804"/>
                  </a:lnTo>
                  <a:lnTo>
                    <a:pt x="688" y="1975"/>
                  </a:lnTo>
                  <a:lnTo>
                    <a:pt x="615" y="2153"/>
                  </a:lnTo>
                  <a:lnTo>
                    <a:pt x="545" y="2337"/>
                  </a:lnTo>
                  <a:lnTo>
                    <a:pt x="480" y="2527"/>
                  </a:lnTo>
                  <a:lnTo>
                    <a:pt x="418" y="2721"/>
                  </a:lnTo>
                  <a:lnTo>
                    <a:pt x="362" y="2919"/>
                  </a:lnTo>
                  <a:lnTo>
                    <a:pt x="311" y="3122"/>
                  </a:lnTo>
                  <a:lnTo>
                    <a:pt x="265" y="3330"/>
                  </a:lnTo>
                  <a:lnTo>
                    <a:pt x="223" y="3543"/>
                  </a:lnTo>
                  <a:lnTo>
                    <a:pt x="185" y="3759"/>
                  </a:lnTo>
                  <a:lnTo>
                    <a:pt x="151" y="3977"/>
                  </a:lnTo>
                  <a:lnTo>
                    <a:pt x="120" y="4196"/>
                  </a:lnTo>
                  <a:lnTo>
                    <a:pt x="93" y="4416"/>
                  </a:lnTo>
                  <a:lnTo>
                    <a:pt x="71" y="4638"/>
                  </a:lnTo>
                  <a:lnTo>
                    <a:pt x="52" y="4863"/>
                  </a:lnTo>
                  <a:lnTo>
                    <a:pt x="36" y="5089"/>
                  </a:lnTo>
                  <a:lnTo>
                    <a:pt x="23" y="5314"/>
                  </a:lnTo>
                  <a:lnTo>
                    <a:pt x="13" y="5539"/>
                  </a:lnTo>
                  <a:lnTo>
                    <a:pt x="5" y="5764"/>
                  </a:lnTo>
                  <a:lnTo>
                    <a:pt x="1" y="5989"/>
                  </a:lnTo>
                  <a:lnTo>
                    <a:pt x="0" y="6215"/>
                  </a:lnTo>
                  <a:lnTo>
                    <a:pt x="1" y="6440"/>
                  </a:lnTo>
                  <a:lnTo>
                    <a:pt x="5" y="6663"/>
                  </a:lnTo>
                  <a:lnTo>
                    <a:pt x="13" y="6883"/>
                  </a:lnTo>
                  <a:lnTo>
                    <a:pt x="24" y="7102"/>
                  </a:lnTo>
                  <a:lnTo>
                    <a:pt x="39" y="7322"/>
                  </a:lnTo>
                  <a:lnTo>
                    <a:pt x="57" y="7540"/>
                  </a:lnTo>
                  <a:lnTo>
                    <a:pt x="77" y="7754"/>
                  </a:lnTo>
                  <a:lnTo>
                    <a:pt x="98" y="7961"/>
                  </a:lnTo>
                  <a:lnTo>
                    <a:pt x="120" y="8159"/>
                  </a:lnTo>
                  <a:lnTo>
                    <a:pt x="144" y="8348"/>
                  </a:lnTo>
                  <a:lnTo>
                    <a:pt x="169" y="8530"/>
                  </a:lnTo>
                  <a:lnTo>
                    <a:pt x="196" y="8706"/>
                  </a:lnTo>
                  <a:lnTo>
                    <a:pt x="224" y="8874"/>
                  </a:lnTo>
                  <a:lnTo>
                    <a:pt x="253" y="9037"/>
                  </a:lnTo>
                  <a:lnTo>
                    <a:pt x="282" y="9193"/>
                  </a:lnTo>
                  <a:lnTo>
                    <a:pt x="311" y="9356"/>
                  </a:lnTo>
                  <a:lnTo>
                    <a:pt x="340" y="9528"/>
                  </a:lnTo>
                  <a:lnTo>
                    <a:pt x="371" y="9693"/>
                  </a:lnTo>
                  <a:lnTo>
                    <a:pt x="402" y="9837"/>
                  </a:lnTo>
                  <a:lnTo>
                    <a:pt x="435" y="9944"/>
                  </a:lnTo>
                  <a:lnTo>
                    <a:pt x="470" y="10000"/>
                  </a:lnTo>
                  <a:lnTo>
                    <a:pt x="502" y="9997"/>
                  </a:lnTo>
                  <a:lnTo>
                    <a:pt x="532" y="9947"/>
                  </a:lnTo>
                  <a:lnTo>
                    <a:pt x="564" y="9860"/>
                  </a:lnTo>
                  <a:lnTo>
                    <a:pt x="601" y="9747"/>
                  </a:lnTo>
                  <a:lnTo>
                    <a:pt x="649" y="9618"/>
                  </a:lnTo>
                  <a:lnTo>
                    <a:pt x="711" y="9482"/>
                  </a:lnTo>
                  <a:lnTo>
                    <a:pt x="789" y="9327"/>
                  </a:lnTo>
                  <a:lnTo>
                    <a:pt x="877" y="9140"/>
                  </a:lnTo>
                  <a:lnTo>
                    <a:pt x="975" y="8938"/>
                  </a:lnTo>
                  <a:lnTo>
                    <a:pt x="1084" y="8734"/>
                  </a:lnTo>
                  <a:lnTo>
                    <a:pt x="1202" y="8543"/>
                  </a:lnTo>
                  <a:lnTo>
                    <a:pt x="1329" y="8381"/>
                  </a:lnTo>
                  <a:lnTo>
                    <a:pt x="1471" y="8244"/>
                  </a:lnTo>
                  <a:lnTo>
                    <a:pt x="1627" y="8120"/>
                  </a:lnTo>
                  <a:lnTo>
                    <a:pt x="1793" y="8009"/>
                  </a:lnTo>
                  <a:lnTo>
                    <a:pt x="1963" y="7913"/>
                  </a:lnTo>
                  <a:lnTo>
                    <a:pt x="2133" y="7830"/>
                  </a:lnTo>
                  <a:lnTo>
                    <a:pt x="2296" y="7763"/>
                  </a:lnTo>
                  <a:lnTo>
                    <a:pt x="2456" y="7706"/>
                  </a:lnTo>
                  <a:lnTo>
                    <a:pt x="2617" y="7660"/>
                  </a:lnTo>
                  <a:lnTo>
                    <a:pt x="2777" y="7628"/>
                  </a:lnTo>
                  <a:lnTo>
                    <a:pt x="2934" y="7614"/>
                  </a:lnTo>
                  <a:lnTo>
                    <a:pt x="3088" y="7622"/>
                  </a:lnTo>
                  <a:lnTo>
                    <a:pt x="3237" y="7655"/>
                  </a:lnTo>
                  <a:lnTo>
                    <a:pt x="3389" y="7720"/>
                  </a:lnTo>
                  <a:lnTo>
                    <a:pt x="3550" y="7814"/>
                  </a:lnTo>
                  <a:lnTo>
                    <a:pt x="3706" y="7930"/>
                  </a:lnTo>
                  <a:lnTo>
                    <a:pt x="3848" y="8060"/>
                  </a:lnTo>
                  <a:lnTo>
                    <a:pt x="3905" y="8126"/>
                  </a:lnTo>
                  <a:lnTo>
                    <a:pt x="3904" y="7965"/>
                  </a:lnTo>
                  <a:lnTo>
                    <a:pt x="3901" y="7689"/>
                  </a:lnTo>
                  <a:lnTo>
                    <a:pt x="3896" y="7441"/>
                  </a:lnTo>
                  <a:lnTo>
                    <a:pt x="3890" y="7194"/>
                  </a:lnTo>
                  <a:lnTo>
                    <a:pt x="3884" y="6948"/>
                  </a:lnTo>
                  <a:lnTo>
                    <a:pt x="3878" y="6702"/>
                  </a:lnTo>
                  <a:lnTo>
                    <a:pt x="3871" y="6457"/>
                  </a:lnTo>
                  <a:lnTo>
                    <a:pt x="3865" y="6211"/>
                  </a:lnTo>
                  <a:lnTo>
                    <a:pt x="3860" y="5964"/>
                  </a:lnTo>
                  <a:lnTo>
                    <a:pt x="3855" y="5718"/>
                  </a:lnTo>
                  <a:lnTo>
                    <a:pt x="3851" y="5472"/>
                  </a:lnTo>
                  <a:lnTo>
                    <a:pt x="3846" y="5226"/>
                  </a:lnTo>
                  <a:lnTo>
                    <a:pt x="3839" y="4979"/>
                  </a:lnTo>
                  <a:lnTo>
                    <a:pt x="3830" y="4733"/>
                  </a:lnTo>
                  <a:lnTo>
                    <a:pt x="3819" y="4486"/>
                  </a:lnTo>
                  <a:lnTo>
                    <a:pt x="3808" y="4239"/>
                  </a:lnTo>
                  <a:lnTo>
                    <a:pt x="3795" y="3992"/>
                  </a:lnTo>
                  <a:lnTo>
                    <a:pt x="3780" y="3746"/>
                  </a:lnTo>
                  <a:lnTo>
                    <a:pt x="3762" y="3500"/>
                  </a:lnTo>
                  <a:lnTo>
                    <a:pt x="3741" y="3255"/>
                  </a:lnTo>
                  <a:lnTo>
                    <a:pt x="3715" y="3007"/>
                  </a:lnTo>
                  <a:lnTo>
                    <a:pt x="3686" y="2755"/>
                  </a:lnTo>
                  <a:lnTo>
                    <a:pt x="3655" y="2504"/>
                  </a:lnTo>
                  <a:lnTo>
                    <a:pt x="3620" y="2259"/>
                  </a:lnTo>
                  <a:lnTo>
                    <a:pt x="3583" y="2024"/>
                  </a:lnTo>
                  <a:lnTo>
                    <a:pt x="3543" y="1804"/>
                  </a:lnTo>
                  <a:lnTo>
                    <a:pt x="3499" y="1597"/>
                  </a:lnTo>
                  <a:lnTo>
                    <a:pt x="3451" y="1399"/>
                  </a:lnTo>
                  <a:lnTo>
                    <a:pt x="3401" y="1211"/>
                  </a:lnTo>
                  <a:lnTo>
                    <a:pt x="3349" y="1036"/>
                  </a:lnTo>
                  <a:lnTo>
                    <a:pt x="3297" y="874"/>
                  </a:lnTo>
                  <a:lnTo>
                    <a:pt x="3246" y="729"/>
                  </a:lnTo>
                  <a:lnTo>
                    <a:pt x="3195" y="601"/>
                  </a:lnTo>
                  <a:lnTo>
                    <a:pt x="3143" y="488"/>
                  </a:lnTo>
                  <a:lnTo>
                    <a:pt x="3090" y="390"/>
                  </a:lnTo>
                  <a:lnTo>
                    <a:pt x="3039" y="304"/>
                  </a:lnTo>
                  <a:lnTo>
                    <a:pt x="2990" y="230"/>
                  </a:lnTo>
                  <a:lnTo>
                    <a:pt x="2945" y="165"/>
                  </a:lnTo>
                  <a:lnTo>
                    <a:pt x="2909" y="109"/>
                  </a:lnTo>
                  <a:lnTo>
                    <a:pt x="2885" y="64"/>
                  </a:lnTo>
                  <a:lnTo>
                    <a:pt x="2864" y="31"/>
                  </a:lnTo>
                  <a:lnTo>
                    <a:pt x="2835" y="9"/>
                  </a:lnTo>
                  <a:lnTo>
                    <a:pt x="2793" y="0"/>
                  </a:lnTo>
                  <a:lnTo>
                    <a:pt x="2726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8" name="EspacioPleuralI_4"/>
            <p:cNvSpPr/>
            <p:nvPr/>
          </p:nvSpPr>
          <p:spPr>
            <a:xfrm>
              <a:off x="10523361" y="1258828"/>
              <a:ext cx="956931" cy="2091733"/>
            </a:xfrm>
            <a:custGeom>
              <a:avLst/>
              <a:gdLst/>
              <a:ahLst/>
              <a:cxnLst/>
              <a:rect l="0" t="0" r="r" b="b"/>
              <a:pathLst>
                <a:path w="4498" h="10000">
                  <a:moveTo>
                    <a:pt x="1880" y="4"/>
                  </a:moveTo>
                  <a:lnTo>
                    <a:pt x="1768" y="0"/>
                  </a:lnTo>
                  <a:lnTo>
                    <a:pt x="1656" y="8"/>
                  </a:lnTo>
                  <a:lnTo>
                    <a:pt x="1548" y="29"/>
                  </a:lnTo>
                  <a:lnTo>
                    <a:pt x="1444" y="62"/>
                  </a:lnTo>
                  <a:lnTo>
                    <a:pt x="1349" y="105"/>
                  </a:lnTo>
                  <a:lnTo>
                    <a:pt x="1264" y="158"/>
                  </a:lnTo>
                  <a:lnTo>
                    <a:pt x="1193" y="221"/>
                  </a:lnTo>
                  <a:lnTo>
                    <a:pt x="1135" y="292"/>
                  </a:lnTo>
                  <a:lnTo>
                    <a:pt x="1085" y="374"/>
                  </a:lnTo>
                  <a:lnTo>
                    <a:pt x="1038" y="469"/>
                  </a:lnTo>
                  <a:lnTo>
                    <a:pt x="990" y="577"/>
                  </a:lnTo>
                  <a:lnTo>
                    <a:pt x="935" y="700"/>
                  </a:lnTo>
                  <a:lnTo>
                    <a:pt x="873" y="839"/>
                  </a:lnTo>
                  <a:lnTo>
                    <a:pt x="808" y="994"/>
                  </a:lnTo>
                  <a:lnTo>
                    <a:pt x="742" y="1163"/>
                  </a:lnTo>
                  <a:lnTo>
                    <a:pt x="675" y="1343"/>
                  </a:lnTo>
                  <a:lnTo>
                    <a:pt x="611" y="1533"/>
                  </a:lnTo>
                  <a:lnTo>
                    <a:pt x="549" y="1732"/>
                  </a:lnTo>
                  <a:lnTo>
                    <a:pt x="490" y="1943"/>
                  </a:lnTo>
                  <a:lnTo>
                    <a:pt x="432" y="2168"/>
                  </a:lnTo>
                  <a:lnTo>
                    <a:pt x="376" y="2404"/>
                  </a:lnTo>
                  <a:lnTo>
                    <a:pt x="322" y="2645"/>
                  </a:lnTo>
                  <a:lnTo>
                    <a:pt x="271" y="2887"/>
                  </a:lnTo>
                  <a:lnTo>
                    <a:pt x="223" y="3124"/>
                  </a:lnTo>
                  <a:lnTo>
                    <a:pt x="175" y="3359"/>
                  </a:lnTo>
                  <a:lnTo>
                    <a:pt x="125" y="3595"/>
                  </a:lnTo>
                  <a:lnTo>
                    <a:pt x="78" y="3832"/>
                  </a:lnTo>
                  <a:lnTo>
                    <a:pt x="38" y="4069"/>
                  </a:lnTo>
                  <a:lnTo>
                    <a:pt x="10" y="4306"/>
                  </a:lnTo>
                  <a:lnTo>
                    <a:pt x="0" y="4543"/>
                  </a:lnTo>
                  <a:lnTo>
                    <a:pt x="10" y="4779"/>
                  </a:lnTo>
                  <a:lnTo>
                    <a:pt x="39" y="5016"/>
                  </a:lnTo>
                  <a:lnTo>
                    <a:pt x="81" y="5252"/>
                  </a:lnTo>
                  <a:lnTo>
                    <a:pt x="128" y="5489"/>
                  </a:lnTo>
                  <a:lnTo>
                    <a:pt x="175" y="5725"/>
                  </a:lnTo>
                  <a:lnTo>
                    <a:pt x="214" y="5961"/>
                  </a:lnTo>
                  <a:lnTo>
                    <a:pt x="248" y="6194"/>
                  </a:lnTo>
                  <a:lnTo>
                    <a:pt x="283" y="6422"/>
                  </a:lnTo>
                  <a:lnTo>
                    <a:pt x="317" y="6650"/>
                  </a:lnTo>
                  <a:lnTo>
                    <a:pt x="349" y="6882"/>
                  </a:lnTo>
                  <a:lnTo>
                    <a:pt x="378" y="7124"/>
                  </a:lnTo>
                  <a:lnTo>
                    <a:pt x="403" y="7380"/>
                  </a:lnTo>
                  <a:lnTo>
                    <a:pt x="421" y="7677"/>
                  </a:lnTo>
                  <a:lnTo>
                    <a:pt x="433" y="8017"/>
                  </a:lnTo>
                  <a:lnTo>
                    <a:pt x="442" y="8367"/>
                  </a:lnTo>
                  <a:lnTo>
                    <a:pt x="450" y="8692"/>
                  </a:lnTo>
                  <a:lnTo>
                    <a:pt x="460" y="8959"/>
                  </a:lnTo>
                  <a:lnTo>
                    <a:pt x="474" y="9134"/>
                  </a:lnTo>
                  <a:lnTo>
                    <a:pt x="487" y="9198"/>
                  </a:lnTo>
                  <a:lnTo>
                    <a:pt x="493" y="9175"/>
                  </a:lnTo>
                  <a:lnTo>
                    <a:pt x="502" y="9094"/>
                  </a:lnTo>
                  <a:lnTo>
                    <a:pt x="520" y="8984"/>
                  </a:lnTo>
                  <a:lnTo>
                    <a:pt x="555" y="8876"/>
                  </a:lnTo>
                  <a:lnTo>
                    <a:pt x="616" y="8799"/>
                  </a:lnTo>
                  <a:lnTo>
                    <a:pt x="707" y="8744"/>
                  </a:lnTo>
                  <a:lnTo>
                    <a:pt x="823" y="8686"/>
                  </a:lnTo>
                  <a:lnTo>
                    <a:pt x="956" y="8629"/>
                  </a:lnTo>
                  <a:lnTo>
                    <a:pt x="1099" y="8579"/>
                  </a:lnTo>
                  <a:lnTo>
                    <a:pt x="1246" y="8539"/>
                  </a:lnTo>
                  <a:lnTo>
                    <a:pt x="1390" y="8515"/>
                  </a:lnTo>
                  <a:lnTo>
                    <a:pt x="1533" y="8504"/>
                  </a:lnTo>
                  <a:lnTo>
                    <a:pt x="1680" y="8502"/>
                  </a:lnTo>
                  <a:lnTo>
                    <a:pt x="1832" y="8512"/>
                  </a:lnTo>
                  <a:lnTo>
                    <a:pt x="1985" y="8533"/>
                  </a:lnTo>
                  <a:lnTo>
                    <a:pt x="2139" y="8568"/>
                  </a:lnTo>
                  <a:lnTo>
                    <a:pt x="2293" y="8618"/>
                  </a:lnTo>
                  <a:lnTo>
                    <a:pt x="2450" y="8687"/>
                  </a:lnTo>
                  <a:lnTo>
                    <a:pt x="2613" y="8776"/>
                  </a:lnTo>
                  <a:lnTo>
                    <a:pt x="2776" y="8878"/>
                  </a:lnTo>
                  <a:lnTo>
                    <a:pt x="2935" y="8988"/>
                  </a:lnTo>
                  <a:lnTo>
                    <a:pt x="3085" y="9101"/>
                  </a:lnTo>
                  <a:lnTo>
                    <a:pt x="3221" y="9211"/>
                  </a:lnTo>
                  <a:lnTo>
                    <a:pt x="3343" y="9329"/>
                  </a:lnTo>
                  <a:lnTo>
                    <a:pt x="3457" y="9462"/>
                  </a:lnTo>
                  <a:lnTo>
                    <a:pt x="3561" y="9597"/>
                  </a:lnTo>
                  <a:lnTo>
                    <a:pt x="3656" y="9723"/>
                  </a:lnTo>
                  <a:lnTo>
                    <a:pt x="3740" y="9831"/>
                  </a:lnTo>
                  <a:lnTo>
                    <a:pt x="3814" y="9908"/>
                  </a:lnTo>
                  <a:lnTo>
                    <a:pt x="3874" y="9957"/>
                  </a:lnTo>
                  <a:lnTo>
                    <a:pt x="3920" y="9988"/>
                  </a:lnTo>
                  <a:lnTo>
                    <a:pt x="3956" y="10000"/>
                  </a:lnTo>
                  <a:lnTo>
                    <a:pt x="3986" y="9991"/>
                  </a:lnTo>
                  <a:lnTo>
                    <a:pt x="4015" y="9960"/>
                  </a:lnTo>
                  <a:lnTo>
                    <a:pt x="4046" y="9908"/>
                  </a:lnTo>
                  <a:lnTo>
                    <a:pt x="4080" y="9830"/>
                  </a:lnTo>
                  <a:lnTo>
                    <a:pt x="4111" y="9727"/>
                  </a:lnTo>
                  <a:lnTo>
                    <a:pt x="4141" y="9602"/>
                  </a:lnTo>
                  <a:lnTo>
                    <a:pt x="4170" y="9460"/>
                  </a:lnTo>
                  <a:lnTo>
                    <a:pt x="4199" y="9302"/>
                  </a:lnTo>
                  <a:lnTo>
                    <a:pt x="4227" y="9134"/>
                  </a:lnTo>
                  <a:lnTo>
                    <a:pt x="4255" y="8946"/>
                  </a:lnTo>
                  <a:lnTo>
                    <a:pt x="4282" y="8736"/>
                  </a:lnTo>
                  <a:lnTo>
                    <a:pt x="4309" y="8511"/>
                  </a:lnTo>
                  <a:lnTo>
                    <a:pt x="4335" y="8279"/>
                  </a:lnTo>
                  <a:lnTo>
                    <a:pt x="4359" y="8050"/>
                  </a:lnTo>
                  <a:lnTo>
                    <a:pt x="4381" y="7831"/>
                  </a:lnTo>
                  <a:lnTo>
                    <a:pt x="4403" y="7623"/>
                  </a:lnTo>
                  <a:lnTo>
                    <a:pt x="4423" y="7420"/>
                  </a:lnTo>
                  <a:lnTo>
                    <a:pt x="4443" y="7218"/>
                  </a:lnTo>
                  <a:lnTo>
                    <a:pt x="4460" y="7017"/>
                  </a:lnTo>
                  <a:lnTo>
                    <a:pt x="4474" y="6813"/>
                  </a:lnTo>
                  <a:lnTo>
                    <a:pt x="4485" y="6606"/>
                  </a:lnTo>
                  <a:lnTo>
                    <a:pt x="4492" y="6395"/>
                  </a:lnTo>
                  <a:lnTo>
                    <a:pt x="4496" y="6181"/>
                  </a:lnTo>
                  <a:lnTo>
                    <a:pt x="4498" y="5965"/>
                  </a:lnTo>
                  <a:lnTo>
                    <a:pt x="4496" y="5749"/>
                  </a:lnTo>
                  <a:lnTo>
                    <a:pt x="4492" y="5532"/>
                  </a:lnTo>
                  <a:lnTo>
                    <a:pt x="4485" y="5317"/>
                  </a:lnTo>
                  <a:lnTo>
                    <a:pt x="4475" y="5101"/>
                  </a:lnTo>
                  <a:lnTo>
                    <a:pt x="4463" y="4884"/>
                  </a:lnTo>
                  <a:lnTo>
                    <a:pt x="4448" y="4668"/>
                  </a:lnTo>
                  <a:lnTo>
                    <a:pt x="4429" y="4452"/>
                  </a:lnTo>
                  <a:lnTo>
                    <a:pt x="4407" y="4238"/>
                  </a:lnTo>
                  <a:lnTo>
                    <a:pt x="4381" y="4027"/>
                  </a:lnTo>
                  <a:lnTo>
                    <a:pt x="4352" y="3817"/>
                  </a:lnTo>
                  <a:lnTo>
                    <a:pt x="4319" y="3608"/>
                  </a:lnTo>
                  <a:lnTo>
                    <a:pt x="4283" y="3401"/>
                  </a:lnTo>
                  <a:lnTo>
                    <a:pt x="4243" y="3196"/>
                  </a:lnTo>
                  <a:lnTo>
                    <a:pt x="4198" y="2996"/>
                  </a:lnTo>
                  <a:lnTo>
                    <a:pt x="4149" y="2802"/>
                  </a:lnTo>
                  <a:lnTo>
                    <a:pt x="4095" y="2612"/>
                  </a:lnTo>
                  <a:lnTo>
                    <a:pt x="4037" y="2426"/>
                  </a:lnTo>
                  <a:lnTo>
                    <a:pt x="3974" y="2243"/>
                  </a:lnTo>
                  <a:lnTo>
                    <a:pt x="3907" y="2066"/>
                  </a:lnTo>
                  <a:lnTo>
                    <a:pt x="3836" y="1896"/>
                  </a:lnTo>
                  <a:lnTo>
                    <a:pt x="3763" y="1732"/>
                  </a:lnTo>
                  <a:lnTo>
                    <a:pt x="3686" y="1574"/>
                  </a:lnTo>
                  <a:lnTo>
                    <a:pt x="3605" y="1422"/>
                  </a:lnTo>
                  <a:lnTo>
                    <a:pt x="3521" y="1276"/>
                  </a:lnTo>
                  <a:lnTo>
                    <a:pt x="3433" y="1137"/>
                  </a:lnTo>
                  <a:lnTo>
                    <a:pt x="3342" y="1005"/>
                  </a:lnTo>
                  <a:lnTo>
                    <a:pt x="3247" y="880"/>
                  </a:lnTo>
                  <a:lnTo>
                    <a:pt x="3148" y="763"/>
                  </a:lnTo>
                  <a:lnTo>
                    <a:pt x="3044" y="652"/>
                  </a:lnTo>
                  <a:lnTo>
                    <a:pt x="2937" y="548"/>
                  </a:lnTo>
                  <a:lnTo>
                    <a:pt x="2827" y="453"/>
                  </a:lnTo>
                  <a:lnTo>
                    <a:pt x="2715" y="365"/>
                  </a:lnTo>
                  <a:lnTo>
                    <a:pt x="2602" y="287"/>
                  </a:lnTo>
                  <a:lnTo>
                    <a:pt x="2485" y="217"/>
                  </a:lnTo>
                  <a:lnTo>
                    <a:pt x="2363" y="154"/>
                  </a:lnTo>
                  <a:lnTo>
                    <a:pt x="2239" y="99"/>
                  </a:lnTo>
                  <a:lnTo>
                    <a:pt x="2116" y="54"/>
                  </a:lnTo>
                  <a:lnTo>
                    <a:pt x="1995" y="22"/>
                  </a:lnTo>
                  <a:lnTo>
                    <a:pt x="1880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9" name="Aorta_4"/>
            <p:cNvSpPr/>
            <p:nvPr/>
          </p:nvSpPr>
          <p:spPr>
            <a:xfrm>
              <a:off x="10305564" y="1583069"/>
              <a:ext cx="363490" cy="1729389"/>
            </a:xfrm>
            <a:custGeom>
              <a:avLst/>
              <a:gdLst/>
              <a:ahLst/>
              <a:cxnLst/>
              <a:rect l="0" t="0" r="r" b="b"/>
              <a:pathLst>
                <a:path w="2066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6" y="595"/>
                  </a:lnTo>
                  <a:lnTo>
                    <a:pt x="1112" y="607"/>
                  </a:lnTo>
                  <a:lnTo>
                    <a:pt x="1209" y="647"/>
                  </a:lnTo>
                  <a:lnTo>
                    <a:pt x="1304" y="713"/>
                  </a:lnTo>
                  <a:lnTo>
                    <a:pt x="1381" y="800"/>
                  </a:lnTo>
                  <a:lnTo>
                    <a:pt x="1439" y="916"/>
                  </a:lnTo>
                  <a:lnTo>
                    <a:pt x="1467" y="1029"/>
                  </a:lnTo>
                  <a:lnTo>
                    <a:pt x="1473" y="1140"/>
                  </a:lnTo>
                  <a:lnTo>
                    <a:pt x="1459" y="1316"/>
                  </a:lnTo>
                  <a:lnTo>
                    <a:pt x="1433" y="1601"/>
                  </a:lnTo>
                  <a:lnTo>
                    <a:pt x="1433" y="1612"/>
                  </a:lnTo>
                  <a:lnTo>
                    <a:pt x="1409" y="2042"/>
                  </a:lnTo>
                  <a:lnTo>
                    <a:pt x="1408" y="2054"/>
                  </a:lnTo>
                  <a:lnTo>
                    <a:pt x="1399" y="2680"/>
                  </a:lnTo>
                  <a:lnTo>
                    <a:pt x="1399" y="2685"/>
                  </a:lnTo>
                  <a:lnTo>
                    <a:pt x="1403" y="3639"/>
                  </a:lnTo>
                  <a:lnTo>
                    <a:pt x="1403" y="3639"/>
                  </a:lnTo>
                  <a:lnTo>
                    <a:pt x="1411" y="4904"/>
                  </a:lnTo>
                  <a:lnTo>
                    <a:pt x="1421" y="6313"/>
                  </a:lnTo>
                  <a:lnTo>
                    <a:pt x="1431" y="7695"/>
                  </a:lnTo>
                  <a:lnTo>
                    <a:pt x="1439" y="8882"/>
                  </a:lnTo>
                  <a:lnTo>
                    <a:pt x="1445" y="9705"/>
                  </a:lnTo>
                  <a:lnTo>
                    <a:pt x="1447" y="9734"/>
                  </a:lnTo>
                  <a:lnTo>
                    <a:pt x="1451" y="9763"/>
                  </a:lnTo>
                  <a:lnTo>
                    <a:pt x="1459" y="9791"/>
                  </a:lnTo>
                  <a:lnTo>
                    <a:pt x="1469" y="9819"/>
                  </a:lnTo>
                  <a:lnTo>
                    <a:pt x="1481" y="9845"/>
                  </a:lnTo>
                  <a:lnTo>
                    <a:pt x="1496" y="9870"/>
                  </a:lnTo>
                  <a:lnTo>
                    <a:pt x="1514" y="9893"/>
                  </a:lnTo>
                  <a:lnTo>
                    <a:pt x="1534" y="9914"/>
                  </a:lnTo>
                  <a:lnTo>
                    <a:pt x="1555" y="9934"/>
                  </a:lnTo>
                  <a:lnTo>
                    <a:pt x="1579" y="9951"/>
                  </a:lnTo>
                  <a:lnTo>
                    <a:pt x="1604" y="9966"/>
                  </a:lnTo>
                  <a:lnTo>
                    <a:pt x="1630" y="9978"/>
                  </a:lnTo>
                  <a:lnTo>
                    <a:pt x="1658" y="9987"/>
                  </a:lnTo>
                  <a:lnTo>
                    <a:pt x="1686" y="9994"/>
                  </a:lnTo>
                  <a:lnTo>
                    <a:pt x="1715" y="9998"/>
                  </a:lnTo>
                  <a:lnTo>
                    <a:pt x="1744" y="10000"/>
                  </a:lnTo>
                  <a:lnTo>
                    <a:pt x="1773" y="9998"/>
                  </a:lnTo>
                  <a:lnTo>
                    <a:pt x="1801" y="9993"/>
                  </a:lnTo>
                  <a:lnTo>
                    <a:pt x="1830" y="9986"/>
                  </a:lnTo>
                  <a:lnTo>
                    <a:pt x="1857" y="9976"/>
                  </a:lnTo>
                  <a:lnTo>
                    <a:pt x="1883" y="9964"/>
                  </a:lnTo>
                  <a:lnTo>
                    <a:pt x="1908" y="9948"/>
                  </a:lnTo>
                  <a:lnTo>
                    <a:pt x="1931" y="9931"/>
                  </a:lnTo>
                  <a:lnTo>
                    <a:pt x="1953" y="9911"/>
                  </a:lnTo>
                  <a:lnTo>
                    <a:pt x="1972" y="9890"/>
                  </a:lnTo>
                  <a:lnTo>
                    <a:pt x="1989" y="9866"/>
                  </a:lnTo>
                  <a:lnTo>
                    <a:pt x="2004" y="9841"/>
                  </a:lnTo>
                  <a:lnTo>
                    <a:pt x="2016" y="9815"/>
                  </a:lnTo>
                  <a:lnTo>
                    <a:pt x="2026" y="9787"/>
                  </a:lnTo>
                  <a:lnTo>
                    <a:pt x="2033" y="9759"/>
                  </a:lnTo>
                  <a:lnTo>
                    <a:pt x="2037" y="9730"/>
                  </a:lnTo>
                  <a:lnTo>
                    <a:pt x="2038" y="9701"/>
                  </a:lnTo>
                  <a:lnTo>
                    <a:pt x="2032" y="8878"/>
                  </a:lnTo>
                  <a:lnTo>
                    <a:pt x="2023" y="7691"/>
                  </a:lnTo>
                  <a:lnTo>
                    <a:pt x="2013" y="6308"/>
                  </a:lnTo>
                  <a:lnTo>
                    <a:pt x="2003" y="4901"/>
                  </a:lnTo>
                  <a:lnTo>
                    <a:pt x="1995" y="3636"/>
                  </a:lnTo>
                  <a:lnTo>
                    <a:pt x="1991" y="2686"/>
                  </a:lnTo>
                  <a:lnTo>
                    <a:pt x="2000" y="2069"/>
                  </a:lnTo>
                  <a:lnTo>
                    <a:pt x="2024" y="1650"/>
                  </a:lnTo>
                  <a:lnTo>
                    <a:pt x="2049" y="1367"/>
                  </a:lnTo>
                  <a:lnTo>
                    <a:pt x="2050" y="1364"/>
                  </a:lnTo>
                  <a:lnTo>
                    <a:pt x="2065" y="1167"/>
                  </a:lnTo>
                  <a:lnTo>
                    <a:pt x="2066" y="1129"/>
                  </a:lnTo>
                  <a:lnTo>
                    <a:pt x="2058" y="971"/>
                  </a:lnTo>
                  <a:lnTo>
                    <a:pt x="2055" y="942"/>
                  </a:lnTo>
                  <a:lnTo>
                    <a:pt x="2049" y="913"/>
                  </a:lnTo>
                  <a:lnTo>
                    <a:pt x="2005" y="740"/>
                  </a:lnTo>
                  <a:lnTo>
                    <a:pt x="1996" y="710"/>
                  </a:lnTo>
                  <a:lnTo>
                    <a:pt x="1983" y="680"/>
                  </a:lnTo>
                  <a:lnTo>
                    <a:pt x="1894" y="501"/>
                  </a:lnTo>
                  <a:lnTo>
                    <a:pt x="1881" y="478"/>
                  </a:lnTo>
                  <a:lnTo>
                    <a:pt x="1867" y="456"/>
                  </a:lnTo>
                  <a:lnTo>
                    <a:pt x="1850" y="436"/>
                  </a:lnTo>
                  <a:lnTo>
                    <a:pt x="1723" y="293"/>
                  </a:lnTo>
                  <a:lnTo>
                    <a:pt x="1698" y="268"/>
                  </a:lnTo>
                  <a:lnTo>
                    <a:pt x="1671" y="247"/>
                  </a:lnTo>
                  <a:lnTo>
                    <a:pt x="1521" y="142"/>
                  </a:lnTo>
                  <a:lnTo>
                    <a:pt x="1493" y="125"/>
                  </a:lnTo>
                  <a:lnTo>
                    <a:pt x="1464" y="111"/>
                  </a:lnTo>
                  <a:lnTo>
                    <a:pt x="1305" y="46"/>
                  </a:lnTo>
                  <a:lnTo>
                    <a:pt x="1273" y="35"/>
                  </a:lnTo>
                  <a:lnTo>
                    <a:pt x="1239" y="28"/>
                  </a:lnTo>
                  <a:lnTo>
                    <a:pt x="1086" y="3"/>
                  </a:lnTo>
                  <a:lnTo>
                    <a:pt x="1058" y="0"/>
                  </a:lnTo>
                  <a:lnTo>
                    <a:pt x="1029" y="0"/>
                  </a:lnTo>
                  <a:lnTo>
                    <a:pt x="1001" y="2"/>
                  </a:lnTo>
                  <a:lnTo>
                    <a:pt x="868" y="19"/>
                  </a:lnTo>
                  <a:lnTo>
                    <a:pt x="834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1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20" name="Traquea_4"/>
            <p:cNvGrpSpPr/>
            <p:nvPr/>
          </p:nvGrpSpPr>
          <p:grpSpPr>
            <a:xfrm>
              <a:off x="10011321" y="1017375"/>
              <a:ext cx="652856" cy="1162131"/>
              <a:chOff x="10011321" y="1017375"/>
              <a:chExt cx="652856" cy="1162131"/>
            </a:xfrm>
          </p:grpSpPr>
          <p:sp>
            <p:nvSpPr>
              <p:cNvPr id="121" name="Forma 120"/>
              <p:cNvSpPr/>
              <p:nvPr/>
            </p:nvSpPr>
            <p:spPr>
              <a:xfrm>
                <a:off x="10011321" y="1017375"/>
                <a:ext cx="652856" cy="1162131"/>
              </a:xfrm>
              <a:custGeom>
                <a:avLst/>
                <a:gdLst/>
                <a:ahLst/>
                <a:cxnLst/>
                <a:rect l="0" t="0" r="r" b="b"/>
                <a:pathLst>
                  <a:path w="5524" h="10000">
                    <a:moveTo>
                      <a:pt x="2746" y="980"/>
                    </a:moveTo>
                    <a:lnTo>
                      <a:pt x="2690" y="1653"/>
                    </a:lnTo>
                    <a:lnTo>
                      <a:pt x="2630" y="2372"/>
                    </a:lnTo>
                    <a:lnTo>
                      <a:pt x="2570" y="3077"/>
                    </a:lnTo>
                    <a:lnTo>
                      <a:pt x="2514" y="3710"/>
                    </a:lnTo>
                    <a:lnTo>
                      <a:pt x="2458" y="4314"/>
                    </a:lnTo>
                    <a:lnTo>
                      <a:pt x="2398" y="4945"/>
                    </a:lnTo>
                    <a:lnTo>
                      <a:pt x="2338" y="5563"/>
                    </a:lnTo>
                    <a:lnTo>
                      <a:pt x="2282" y="6130"/>
                    </a:lnTo>
                    <a:lnTo>
                      <a:pt x="2235" y="6607"/>
                    </a:lnTo>
                    <a:lnTo>
                      <a:pt x="2201" y="6956"/>
                    </a:lnTo>
                    <a:lnTo>
                      <a:pt x="2318" y="6967"/>
                    </a:lnTo>
                    <a:lnTo>
                      <a:pt x="1404" y="8066"/>
                    </a:lnTo>
                    <a:lnTo>
                      <a:pt x="89" y="9451"/>
                    </a:lnTo>
                    <a:lnTo>
                      <a:pt x="68" y="9475"/>
                    </a:lnTo>
                    <a:lnTo>
                      <a:pt x="50" y="9501"/>
                    </a:lnTo>
                    <a:lnTo>
                      <a:pt x="34" y="9529"/>
                    </a:lnTo>
                    <a:lnTo>
                      <a:pt x="21" y="9558"/>
                    </a:lnTo>
                    <a:lnTo>
                      <a:pt x="11" y="9588"/>
                    </a:lnTo>
                    <a:lnTo>
                      <a:pt x="4" y="9619"/>
                    </a:lnTo>
                    <a:lnTo>
                      <a:pt x="0" y="9651"/>
                    </a:lnTo>
                    <a:lnTo>
                      <a:pt x="0" y="9683"/>
                    </a:lnTo>
                    <a:lnTo>
                      <a:pt x="2" y="9715"/>
                    </a:lnTo>
                    <a:lnTo>
                      <a:pt x="7" y="9746"/>
                    </a:lnTo>
                    <a:lnTo>
                      <a:pt x="16" y="9777"/>
                    </a:lnTo>
                    <a:lnTo>
                      <a:pt x="27" y="9807"/>
                    </a:lnTo>
                    <a:lnTo>
                      <a:pt x="42" y="9835"/>
                    </a:lnTo>
                    <a:lnTo>
                      <a:pt x="59" y="9862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8" y="9978"/>
                    </a:lnTo>
                    <a:lnTo>
                      <a:pt x="238" y="9988"/>
                    </a:lnTo>
                    <a:lnTo>
                      <a:pt x="269" y="9995"/>
                    </a:lnTo>
                    <a:lnTo>
                      <a:pt x="301" y="9999"/>
                    </a:lnTo>
                    <a:lnTo>
                      <a:pt x="333" y="10000"/>
                    </a:lnTo>
                    <a:lnTo>
                      <a:pt x="364" y="9997"/>
                    </a:lnTo>
                    <a:lnTo>
                      <a:pt x="396" y="9992"/>
                    </a:lnTo>
                    <a:lnTo>
                      <a:pt x="427" y="9983"/>
                    </a:lnTo>
                    <a:lnTo>
                      <a:pt x="456" y="9972"/>
                    </a:lnTo>
                    <a:lnTo>
                      <a:pt x="485" y="9957"/>
                    </a:lnTo>
                    <a:lnTo>
                      <a:pt x="512" y="9940"/>
                    </a:lnTo>
                    <a:lnTo>
                      <a:pt x="537" y="9920"/>
                    </a:lnTo>
                    <a:lnTo>
                      <a:pt x="560" y="9898"/>
                    </a:lnTo>
                    <a:lnTo>
                      <a:pt x="1883" y="8506"/>
                    </a:lnTo>
                    <a:lnTo>
                      <a:pt x="1897" y="8490"/>
                    </a:lnTo>
                    <a:lnTo>
                      <a:pt x="2721" y="7500"/>
                    </a:lnTo>
                    <a:lnTo>
                      <a:pt x="3636" y="8501"/>
                    </a:lnTo>
                    <a:lnTo>
                      <a:pt x="3640" y="8506"/>
                    </a:lnTo>
                    <a:lnTo>
                      <a:pt x="4963" y="9898"/>
                    </a:lnTo>
                    <a:lnTo>
                      <a:pt x="4986" y="9920"/>
                    </a:lnTo>
                    <a:lnTo>
                      <a:pt x="5011" y="9940"/>
                    </a:lnTo>
                    <a:lnTo>
                      <a:pt x="5038" y="9957"/>
                    </a:lnTo>
                    <a:lnTo>
                      <a:pt x="5067" y="9972"/>
                    </a:lnTo>
                    <a:lnTo>
                      <a:pt x="5096" y="9983"/>
                    </a:lnTo>
                    <a:lnTo>
                      <a:pt x="5127" y="9992"/>
                    </a:lnTo>
                    <a:lnTo>
                      <a:pt x="5159" y="9997"/>
                    </a:lnTo>
                    <a:lnTo>
                      <a:pt x="5190" y="10000"/>
                    </a:lnTo>
                    <a:lnTo>
                      <a:pt x="5222" y="9999"/>
                    </a:lnTo>
                    <a:lnTo>
                      <a:pt x="5254" y="9995"/>
                    </a:lnTo>
                    <a:lnTo>
                      <a:pt x="5285" y="9988"/>
                    </a:lnTo>
                    <a:lnTo>
                      <a:pt x="5315" y="9978"/>
                    </a:lnTo>
                    <a:lnTo>
                      <a:pt x="5344" y="9965"/>
                    </a:lnTo>
                    <a:lnTo>
                      <a:pt x="5372" y="9949"/>
                    </a:lnTo>
                    <a:lnTo>
                      <a:pt x="5398" y="9931"/>
                    </a:lnTo>
                    <a:lnTo>
                      <a:pt x="5422" y="9910"/>
                    </a:lnTo>
                    <a:lnTo>
                      <a:pt x="5444" y="9887"/>
                    </a:lnTo>
                    <a:lnTo>
                      <a:pt x="5464" y="9862"/>
                    </a:lnTo>
                    <a:lnTo>
                      <a:pt x="5481" y="9835"/>
                    </a:lnTo>
                    <a:lnTo>
                      <a:pt x="5496" y="9807"/>
                    </a:lnTo>
                    <a:lnTo>
                      <a:pt x="5507" y="9777"/>
                    </a:lnTo>
                    <a:lnTo>
                      <a:pt x="5516" y="9746"/>
                    </a:lnTo>
                    <a:lnTo>
                      <a:pt x="5521" y="9715"/>
                    </a:lnTo>
                    <a:lnTo>
                      <a:pt x="5524" y="9683"/>
                    </a:lnTo>
                    <a:lnTo>
                      <a:pt x="5523" y="9651"/>
                    </a:lnTo>
                    <a:lnTo>
                      <a:pt x="5519" y="9619"/>
                    </a:lnTo>
                    <a:lnTo>
                      <a:pt x="5512" y="9588"/>
                    </a:lnTo>
                    <a:lnTo>
                      <a:pt x="5502" y="9558"/>
                    </a:lnTo>
                    <a:lnTo>
                      <a:pt x="5489" y="9529"/>
                    </a:lnTo>
                    <a:lnTo>
                      <a:pt x="5473" y="9501"/>
                    </a:lnTo>
                    <a:lnTo>
                      <a:pt x="5455" y="9475"/>
                    </a:lnTo>
                    <a:lnTo>
                      <a:pt x="5434" y="9451"/>
                    </a:lnTo>
                    <a:lnTo>
                      <a:pt x="4113" y="8060"/>
                    </a:lnTo>
                    <a:lnTo>
                      <a:pt x="3193" y="7053"/>
                    </a:lnTo>
                    <a:lnTo>
                      <a:pt x="3217" y="7055"/>
                    </a:lnTo>
                    <a:lnTo>
                      <a:pt x="3252" y="6707"/>
                    </a:lnTo>
                    <a:lnTo>
                      <a:pt x="3299" y="6230"/>
                    </a:lnTo>
                    <a:lnTo>
                      <a:pt x="3355" y="5663"/>
                    </a:lnTo>
                    <a:lnTo>
                      <a:pt x="3355" y="5662"/>
                    </a:lnTo>
                    <a:lnTo>
                      <a:pt x="3415" y="5043"/>
                    </a:lnTo>
                    <a:lnTo>
                      <a:pt x="3415" y="5042"/>
                    </a:lnTo>
                    <a:lnTo>
                      <a:pt x="3475" y="4410"/>
                    </a:lnTo>
                    <a:lnTo>
                      <a:pt x="3475" y="4409"/>
                    </a:lnTo>
                    <a:lnTo>
                      <a:pt x="3531" y="3803"/>
                    </a:lnTo>
                    <a:lnTo>
                      <a:pt x="3531" y="3800"/>
                    </a:lnTo>
                    <a:lnTo>
                      <a:pt x="3587" y="3165"/>
                    </a:lnTo>
                    <a:lnTo>
                      <a:pt x="3587" y="3164"/>
                    </a:lnTo>
                    <a:lnTo>
                      <a:pt x="3647" y="2458"/>
                    </a:lnTo>
                    <a:lnTo>
                      <a:pt x="3648" y="2457"/>
                    </a:lnTo>
                    <a:lnTo>
                      <a:pt x="3708" y="1738"/>
                    </a:lnTo>
                    <a:lnTo>
                      <a:pt x="3764" y="1064"/>
                    </a:lnTo>
                    <a:lnTo>
                      <a:pt x="3811" y="494"/>
                    </a:lnTo>
                    <a:lnTo>
                      <a:pt x="3845" y="84"/>
                    </a:lnTo>
                    <a:lnTo>
                      <a:pt x="2827" y="0"/>
                    </a:lnTo>
                    <a:lnTo>
                      <a:pt x="2793" y="409"/>
                    </a:lnTo>
                    <a:lnTo>
                      <a:pt x="2746" y="98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22" name="Forma 121"/>
              <p:cNvSpPr/>
              <p:nvPr/>
            </p:nvSpPr>
            <p:spPr>
              <a:xfrm>
                <a:off x="10291458" y="1103224"/>
                <a:ext cx="163563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596" h="2187" fill="none">
                    <a:moveTo>
                      <a:pt x="236" y="0"/>
                    </a:moveTo>
                    <a:lnTo>
                      <a:pt x="596" y="0"/>
                    </a:lnTo>
                  </a:path>
                  <a:path w="596" h="2187" fill="none">
                    <a:moveTo>
                      <a:pt x="202" y="312"/>
                    </a:moveTo>
                    <a:lnTo>
                      <a:pt x="562" y="312"/>
                    </a:lnTo>
                  </a:path>
                  <a:path w="596" h="2187" fill="none">
                    <a:moveTo>
                      <a:pt x="168" y="625"/>
                    </a:moveTo>
                    <a:lnTo>
                      <a:pt x="528" y="625"/>
                    </a:lnTo>
                  </a:path>
                  <a:path w="596" h="2187" fill="none">
                    <a:moveTo>
                      <a:pt x="135" y="937"/>
                    </a:moveTo>
                    <a:lnTo>
                      <a:pt x="495" y="937"/>
                    </a:lnTo>
                  </a:path>
                  <a:path w="596" h="2187" fill="none">
                    <a:moveTo>
                      <a:pt x="101" y="1250"/>
                    </a:moveTo>
                    <a:lnTo>
                      <a:pt x="461" y="1250"/>
                    </a:lnTo>
                  </a:path>
                  <a:path w="596" h="2187" fill="none">
                    <a:moveTo>
                      <a:pt x="67" y="1562"/>
                    </a:moveTo>
                    <a:lnTo>
                      <a:pt x="427" y="1562"/>
                    </a:lnTo>
                  </a:path>
                  <a:path w="596" h="2187" fill="none">
                    <a:moveTo>
                      <a:pt x="33" y="1875"/>
                    </a:moveTo>
                    <a:lnTo>
                      <a:pt x="393" y="1875"/>
                    </a:lnTo>
                  </a:path>
                  <a:path w="596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23" name="PulmonDerecho_4"/>
            <p:cNvGrpSpPr/>
            <p:nvPr/>
          </p:nvGrpSpPr>
          <p:grpSpPr>
            <a:xfrm>
              <a:off x="9398204" y="1288936"/>
              <a:ext cx="736593" cy="1895291"/>
              <a:chOff x="9398204" y="1288936"/>
              <a:chExt cx="736593" cy="1895291"/>
            </a:xfrm>
          </p:grpSpPr>
          <p:sp>
            <p:nvSpPr>
              <p:cNvPr id="124" name="Forma 123"/>
              <p:cNvSpPr/>
              <p:nvPr/>
            </p:nvSpPr>
            <p:spPr>
              <a:xfrm>
                <a:off x="9398204" y="1288936"/>
                <a:ext cx="736593" cy="1895291"/>
              </a:xfrm>
              <a:custGeom>
                <a:avLst/>
                <a:gdLst/>
                <a:ahLst/>
                <a:cxnLst/>
                <a:rect l="0" t="0" r="r" b="b"/>
                <a:pathLst>
                  <a:path w="3821" h="10000">
                    <a:moveTo>
                      <a:pt x="384" y="9975"/>
                    </a:moveTo>
                    <a:lnTo>
                      <a:pt x="389" y="9964"/>
                    </a:lnTo>
                    <a:lnTo>
                      <a:pt x="455" y="9820"/>
                    </a:lnTo>
                    <a:lnTo>
                      <a:pt x="457" y="9817"/>
                    </a:lnTo>
                    <a:lnTo>
                      <a:pt x="538" y="9653"/>
                    </a:lnTo>
                    <a:lnTo>
                      <a:pt x="631" y="9457"/>
                    </a:lnTo>
                    <a:lnTo>
                      <a:pt x="631" y="9456"/>
                    </a:lnTo>
                    <a:lnTo>
                      <a:pt x="736" y="9241"/>
                    </a:lnTo>
                    <a:lnTo>
                      <a:pt x="738" y="9236"/>
                    </a:lnTo>
                    <a:lnTo>
                      <a:pt x="853" y="9020"/>
                    </a:lnTo>
                    <a:lnTo>
                      <a:pt x="858" y="9011"/>
                    </a:lnTo>
                    <a:lnTo>
                      <a:pt x="984" y="8809"/>
                    </a:lnTo>
                    <a:lnTo>
                      <a:pt x="994" y="8794"/>
                    </a:lnTo>
                    <a:lnTo>
                      <a:pt x="1129" y="8622"/>
                    </a:lnTo>
                    <a:lnTo>
                      <a:pt x="1143" y="8607"/>
                    </a:lnTo>
                    <a:lnTo>
                      <a:pt x="1293" y="8462"/>
                    </a:lnTo>
                    <a:lnTo>
                      <a:pt x="1304" y="8451"/>
                    </a:lnTo>
                    <a:lnTo>
                      <a:pt x="1470" y="8320"/>
                    </a:lnTo>
                    <a:lnTo>
                      <a:pt x="1480" y="8313"/>
                    </a:lnTo>
                    <a:lnTo>
                      <a:pt x="1656" y="8196"/>
                    </a:lnTo>
                    <a:lnTo>
                      <a:pt x="1665" y="8190"/>
                    </a:lnTo>
                    <a:lnTo>
                      <a:pt x="1846" y="8087"/>
                    </a:lnTo>
                    <a:lnTo>
                      <a:pt x="1855" y="8083"/>
                    </a:lnTo>
                    <a:lnTo>
                      <a:pt x="2035" y="7995"/>
                    </a:lnTo>
                    <a:lnTo>
                      <a:pt x="2043" y="7992"/>
                    </a:lnTo>
                    <a:lnTo>
                      <a:pt x="2216" y="7920"/>
                    </a:lnTo>
                    <a:lnTo>
                      <a:pt x="2224" y="7917"/>
                    </a:lnTo>
                    <a:lnTo>
                      <a:pt x="2393" y="7857"/>
                    </a:lnTo>
                    <a:lnTo>
                      <a:pt x="2402" y="7854"/>
                    </a:lnTo>
                    <a:lnTo>
                      <a:pt x="2573" y="7805"/>
                    </a:lnTo>
                    <a:lnTo>
                      <a:pt x="2585" y="7802"/>
                    </a:lnTo>
                    <a:lnTo>
                      <a:pt x="2754" y="7769"/>
                    </a:lnTo>
                    <a:lnTo>
                      <a:pt x="2771" y="7766"/>
                    </a:lnTo>
                    <a:lnTo>
                      <a:pt x="2938" y="7751"/>
                    </a:lnTo>
                    <a:lnTo>
                      <a:pt x="2960" y="7751"/>
                    </a:lnTo>
                    <a:lnTo>
                      <a:pt x="3123" y="7759"/>
                    </a:lnTo>
                    <a:lnTo>
                      <a:pt x="3136" y="7760"/>
                    </a:lnTo>
                    <a:lnTo>
                      <a:pt x="3149" y="7763"/>
                    </a:lnTo>
                    <a:lnTo>
                      <a:pt x="3306" y="7798"/>
                    </a:lnTo>
                    <a:lnTo>
                      <a:pt x="3320" y="7801"/>
                    </a:lnTo>
                    <a:lnTo>
                      <a:pt x="3333" y="7806"/>
                    </a:lnTo>
                    <a:lnTo>
                      <a:pt x="3495" y="7875"/>
                    </a:lnTo>
                    <a:lnTo>
                      <a:pt x="3514" y="7884"/>
                    </a:lnTo>
                    <a:lnTo>
                      <a:pt x="3683" y="7984"/>
                    </a:lnTo>
                    <a:lnTo>
                      <a:pt x="3697" y="7993"/>
                    </a:lnTo>
                    <a:lnTo>
                      <a:pt x="3821" y="8085"/>
                    </a:lnTo>
                    <a:lnTo>
                      <a:pt x="3819" y="7989"/>
                    </a:lnTo>
                    <a:lnTo>
                      <a:pt x="3814" y="7727"/>
                    </a:lnTo>
                    <a:lnTo>
                      <a:pt x="3808" y="7466"/>
                    </a:lnTo>
                    <a:lnTo>
                      <a:pt x="3802" y="7206"/>
                    </a:lnTo>
                    <a:lnTo>
                      <a:pt x="3795" y="6945"/>
                    </a:lnTo>
                    <a:lnTo>
                      <a:pt x="3788" y="6685"/>
                    </a:lnTo>
                    <a:lnTo>
                      <a:pt x="3782" y="6424"/>
                    </a:lnTo>
                    <a:lnTo>
                      <a:pt x="3782" y="6424"/>
                    </a:lnTo>
                    <a:lnTo>
                      <a:pt x="3776" y="6163"/>
                    </a:lnTo>
                    <a:lnTo>
                      <a:pt x="3776" y="6163"/>
                    </a:lnTo>
                    <a:lnTo>
                      <a:pt x="3771" y="5902"/>
                    </a:lnTo>
                    <a:lnTo>
                      <a:pt x="3767" y="5641"/>
                    </a:lnTo>
                    <a:lnTo>
                      <a:pt x="3761" y="5381"/>
                    </a:lnTo>
                    <a:lnTo>
                      <a:pt x="3754" y="5121"/>
                    </a:lnTo>
                    <a:lnTo>
                      <a:pt x="3744" y="4861"/>
                    </a:lnTo>
                    <a:lnTo>
                      <a:pt x="3733" y="4601"/>
                    </a:lnTo>
                    <a:lnTo>
                      <a:pt x="3721" y="4340"/>
                    </a:lnTo>
                    <a:lnTo>
                      <a:pt x="3708" y="4079"/>
                    </a:lnTo>
                    <a:lnTo>
                      <a:pt x="3692" y="3820"/>
                    </a:lnTo>
                    <a:lnTo>
                      <a:pt x="3673" y="3561"/>
                    </a:lnTo>
                    <a:lnTo>
                      <a:pt x="3651" y="3304"/>
                    </a:lnTo>
                    <a:lnTo>
                      <a:pt x="3624" y="3044"/>
                    </a:lnTo>
                    <a:lnTo>
                      <a:pt x="3594" y="2779"/>
                    </a:lnTo>
                    <a:lnTo>
                      <a:pt x="3560" y="2515"/>
                    </a:lnTo>
                    <a:lnTo>
                      <a:pt x="3524" y="2257"/>
                    </a:lnTo>
                    <a:lnTo>
                      <a:pt x="3485" y="2011"/>
                    </a:lnTo>
                    <a:lnTo>
                      <a:pt x="3443" y="1782"/>
                    </a:lnTo>
                    <a:lnTo>
                      <a:pt x="3398" y="1568"/>
                    </a:lnTo>
                    <a:lnTo>
                      <a:pt x="3348" y="1362"/>
                    </a:lnTo>
                    <a:lnTo>
                      <a:pt x="3296" y="1167"/>
                    </a:lnTo>
                    <a:lnTo>
                      <a:pt x="3242" y="985"/>
                    </a:lnTo>
                    <a:lnTo>
                      <a:pt x="3188" y="817"/>
                    </a:lnTo>
                    <a:lnTo>
                      <a:pt x="3136" y="668"/>
                    </a:lnTo>
                    <a:lnTo>
                      <a:pt x="3084" y="540"/>
                    </a:lnTo>
                    <a:lnTo>
                      <a:pt x="3033" y="428"/>
                    </a:lnTo>
                    <a:lnTo>
                      <a:pt x="2981" y="331"/>
                    </a:lnTo>
                    <a:lnTo>
                      <a:pt x="2930" y="247"/>
                    </a:lnTo>
                    <a:lnTo>
                      <a:pt x="2882" y="173"/>
                    </a:lnTo>
                    <a:lnTo>
                      <a:pt x="2835" y="106"/>
                    </a:lnTo>
                    <a:lnTo>
                      <a:pt x="2831" y="99"/>
                    </a:lnTo>
                    <a:lnTo>
                      <a:pt x="2793" y="41"/>
                    </a:lnTo>
                    <a:lnTo>
                      <a:pt x="2788" y="31"/>
                    </a:lnTo>
                    <a:lnTo>
                      <a:pt x="2771" y="0"/>
                    </a:lnTo>
                    <a:lnTo>
                      <a:pt x="2752" y="1"/>
                    </a:lnTo>
                    <a:lnTo>
                      <a:pt x="2667" y="18"/>
                    </a:lnTo>
                    <a:lnTo>
                      <a:pt x="2552" y="50"/>
                    </a:lnTo>
                    <a:lnTo>
                      <a:pt x="2419" y="97"/>
                    </a:lnTo>
                    <a:lnTo>
                      <a:pt x="2279" y="154"/>
                    </a:lnTo>
                    <a:lnTo>
                      <a:pt x="2142" y="219"/>
                    </a:lnTo>
                    <a:lnTo>
                      <a:pt x="2018" y="291"/>
                    </a:lnTo>
                    <a:lnTo>
                      <a:pt x="1902" y="371"/>
                    </a:lnTo>
                    <a:lnTo>
                      <a:pt x="1786" y="461"/>
                    </a:lnTo>
                    <a:lnTo>
                      <a:pt x="1671" y="562"/>
                    </a:lnTo>
                    <a:lnTo>
                      <a:pt x="1559" y="671"/>
                    </a:lnTo>
                    <a:lnTo>
                      <a:pt x="1450" y="787"/>
                    </a:lnTo>
                    <a:lnTo>
                      <a:pt x="1345" y="911"/>
                    </a:lnTo>
                    <a:lnTo>
                      <a:pt x="1245" y="1042"/>
                    </a:lnTo>
                    <a:lnTo>
                      <a:pt x="1148" y="1182"/>
                    </a:lnTo>
                    <a:lnTo>
                      <a:pt x="1055" y="1331"/>
                    </a:lnTo>
                    <a:lnTo>
                      <a:pt x="965" y="1487"/>
                    </a:lnTo>
                    <a:lnTo>
                      <a:pt x="879" y="1650"/>
                    </a:lnTo>
                    <a:lnTo>
                      <a:pt x="796" y="1819"/>
                    </a:lnTo>
                    <a:lnTo>
                      <a:pt x="716" y="1995"/>
                    </a:lnTo>
                    <a:lnTo>
                      <a:pt x="641" y="2179"/>
                    </a:lnTo>
                    <a:lnTo>
                      <a:pt x="568" y="2370"/>
                    </a:lnTo>
                    <a:lnTo>
                      <a:pt x="500" y="2567"/>
                    </a:lnTo>
                    <a:lnTo>
                      <a:pt x="437" y="2769"/>
                    </a:lnTo>
                    <a:lnTo>
                      <a:pt x="378" y="2974"/>
                    </a:lnTo>
                    <a:lnTo>
                      <a:pt x="325" y="3184"/>
                    </a:lnTo>
                    <a:lnTo>
                      <a:pt x="277" y="3401"/>
                    </a:lnTo>
                    <a:lnTo>
                      <a:pt x="233" y="3623"/>
                    </a:lnTo>
                    <a:lnTo>
                      <a:pt x="194" y="3849"/>
                    </a:lnTo>
                    <a:lnTo>
                      <a:pt x="158" y="4077"/>
                    </a:lnTo>
                    <a:lnTo>
                      <a:pt x="126" y="4306"/>
                    </a:lnTo>
                    <a:lnTo>
                      <a:pt x="98" y="4536"/>
                    </a:lnTo>
                    <a:lnTo>
                      <a:pt x="74" y="4769"/>
                    </a:lnTo>
                    <a:lnTo>
                      <a:pt x="54" y="5005"/>
                    </a:lnTo>
                    <a:lnTo>
                      <a:pt x="38" y="5242"/>
                    </a:lnTo>
                    <a:lnTo>
                      <a:pt x="24" y="5479"/>
                    </a:lnTo>
                    <a:lnTo>
                      <a:pt x="14" y="5715"/>
                    </a:lnTo>
                    <a:lnTo>
                      <a:pt x="6" y="5951"/>
                    </a:lnTo>
                    <a:lnTo>
                      <a:pt x="1" y="6188"/>
                    </a:lnTo>
                    <a:lnTo>
                      <a:pt x="0" y="6425"/>
                    </a:lnTo>
                    <a:lnTo>
                      <a:pt x="1" y="6661"/>
                    </a:lnTo>
                    <a:lnTo>
                      <a:pt x="6" y="6895"/>
                    </a:lnTo>
                    <a:lnTo>
                      <a:pt x="14" y="7126"/>
                    </a:lnTo>
                    <a:lnTo>
                      <a:pt x="25" y="7355"/>
                    </a:lnTo>
                    <a:lnTo>
                      <a:pt x="41" y="7586"/>
                    </a:lnTo>
                    <a:lnTo>
                      <a:pt x="59" y="7815"/>
                    </a:lnTo>
                    <a:lnTo>
                      <a:pt x="80" y="8040"/>
                    </a:lnTo>
                    <a:lnTo>
                      <a:pt x="103" y="8258"/>
                    </a:lnTo>
                    <a:lnTo>
                      <a:pt x="126" y="8466"/>
                    </a:lnTo>
                    <a:lnTo>
                      <a:pt x="151" y="8664"/>
                    </a:lnTo>
                    <a:lnTo>
                      <a:pt x="178" y="8855"/>
                    </a:lnTo>
                    <a:lnTo>
                      <a:pt x="206" y="9039"/>
                    </a:lnTo>
                    <a:lnTo>
                      <a:pt x="235" y="9216"/>
                    </a:lnTo>
                    <a:lnTo>
                      <a:pt x="265" y="9387"/>
                    </a:lnTo>
                    <a:lnTo>
                      <a:pt x="296" y="9552"/>
                    </a:lnTo>
                    <a:lnTo>
                      <a:pt x="296" y="9553"/>
                    </a:lnTo>
                    <a:lnTo>
                      <a:pt x="327" y="9725"/>
                    </a:lnTo>
                    <a:lnTo>
                      <a:pt x="327" y="9726"/>
                    </a:lnTo>
                    <a:lnTo>
                      <a:pt x="358" y="9907"/>
                    </a:lnTo>
                    <a:lnTo>
                      <a:pt x="375" y="10000"/>
                    </a:lnTo>
                    <a:lnTo>
                      <a:pt x="384" y="997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99BA4"/>
                  </a:gs>
                  <a:gs pos="55000">
                    <a:srgbClr val="9E4A5A"/>
                  </a:gs>
                  <a:gs pos="100000">
                    <a:srgbClr val="7B3946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5" name="Forma 124"/>
              <p:cNvSpPr/>
              <p:nvPr/>
            </p:nvSpPr>
            <p:spPr>
              <a:xfrm>
                <a:off x="9454409" y="1480871"/>
                <a:ext cx="648149" cy="1375715"/>
              </a:xfrm>
              <a:custGeom>
                <a:avLst/>
                <a:gdLst/>
                <a:ahLst/>
                <a:cxnLst/>
                <a:rect l="0" t="0" r="r" b="b"/>
                <a:pathLst>
                  <a:path w="2362" h="5100" fill="none">
                    <a:moveTo>
                      <a:pt x="2352" y="2378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362" h="51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362" h="5100" fill="none">
                    <a:moveTo>
                      <a:pt x="2356" y="247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362" h="51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362" h="5100" fill="none">
                    <a:moveTo>
                      <a:pt x="2362" y="261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362" h="51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2007" y="4682"/>
                    </a:lnTo>
                  </a:path>
                  <a:path w="2362" h="51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362" h="51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362" h="51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362" h="51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362" h="5100" fill="none">
                    <a:moveTo>
                      <a:pt x="2300" y="1606"/>
                    </a:moveTo>
                    <a:lnTo>
                      <a:pt x="2035" y="900"/>
                    </a:lnTo>
                    <a:lnTo>
                      <a:pt x="1835" y="0"/>
                    </a:lnTo>
                  </a:path>
                  <a:path w="2362" h="51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66303A"/>
                </a:solidFill>
                <a:round/>
              </a:ln>
            </p:spPr>
          </p:sp>
          <p:sp>
            <p:nvSpPr>
              <p:cNvPr id="126" name="Forma 125"/>
              <p:cNvSpPr/>
              <p:nvPr/>
            </p:nvSpPr>
            <p:spPr>
              <a:xfrm>
                <a:off x="9418823" y="2147524"/>
                <a:ext cx="695835" cy="815865"/>
              </a:xfrm>
              <a:custGeom>
                <a:avLst/>
                <a:gdLst/>
                <a:ahLst/>
                <a:cxnLst/>
                <a:rect l="0" t="0" r="r" b="b"/>
                <a:pathLst>
                  <a:path w="2536" h="3024" fill="none">
                    <a:moveTo>
                      <a:pt x="0" y="143"/>
                    </a:moveTo>
                    <a:lnTo>
                      <a:pt x="189" y="162"/>
                    </a:lnTo>
                    <a:lnTo>
                      <a:pt x="423" y="184"/>
                    </a:lnTo>
                    <a:lnTo>
                      <a:pt x="658" y="201"/>
                    </a:lnTo>
                    <a:lnTo>
                      <a:pt x="864" y="208"/>
                    </a:lnTo>
                    <a:lnTo>
                      <a:pt x="1035" y="203"/>
                    </a:lnTo>
                    <a:lnTo>
                      <a:pt x="1191" y="191"/>
                    </a:lnTo>
                    <a:lnTo>
                      <a:pt x="1340" y="173"/>
                    </a:lnTo>
                    <a:lnTo>
                      <a:pt x="1495" y="151"/>
                    </a:lnTo>
                    <a:lnTo>
                      <a:pt x="1664" y="128"/>
                    </a:lnTo>
                    <a:lnTo>
                      <a:pt x="1868" y="100"/>
                    </a:lnTo>
                    <a:lnTo>
                      <a:pt x="2098" y="66"/>
                    </a:lnTo>
                    <a:lnTo>
                      <a:pt x="2327" y="31"/>
                    </a:lnTo>
                    <a:lnTo>
                      <a:pt x="2525" y="0"/>
                    </a:lnTo>
                    <a:lnTo>
                      <a:pt x="2526" y="0"/>
                    </a:lnTo>
                  </a:path>
                  <a:path w="2536" h="3024" fill="none">
                    <a:moveTo>
                      <a:pt x="68" y="3024"/>
                    </a:moveTo>
                    <a:lnTo>
                      <a:pt x="187" y="2879"/>
                    </a:lnTo>
                    <a:lnTo>
                      <a:pt x="360" y="2667"/>
                    </a:lnTo>
                    <a:lnTo>
                      <a:pt x="561" y="2421"/>
                    </a:lnTo>
                    <a:lnTo>
                      <a:pt x="770" y="2166"/>
                    </a:lnTo>
                    <a:lnTo>
                      <a:pt x="964" y="1928"/>
                    </a:lnTo>
                    <a:lnTo>
                      <a:pt x="1146" y="1702"/>
                    </a:lnTo>
                    <a:lnTo>
                      <a:pt x="1329" y="1469"/>
                    </a:lnTo>
                    <a:lnTo>
                      <a:pt x="1512" y="1239"/>
                    </a:lnTo>
                    <a:lnTo>
                      <a:pt x="1691" y="1023"/>
                    </a:lnTo>
                    <a:lnTo>
                      <a:pt x="1864" y="828"/>
                    </a:lnTo>
                    <a:lnTo>
                      <a:pt x="2044" y="651"/>
                    </a:lnTo>
                    <a:lnTo>
                      <a:pt x="2230" y="486"/>
                    </a:lnTo>
                    <a:lnTo>
                      <a:pt x="2407" y="339"/>
                    </a:lnTo>
                    <a:lnTo>
                      <a:pt x="2536" y="234"/>
                    </a:lnTo>
                  </a:path>
                </a:pathLst>
              </a:custGeom>
              <a:noFill/>
              <a:ln w="19050" cap="rnd">
                <a:solidFill>
                  <a:srgbClr val="4F252D"/>
                </a:solidFill>
                <a:prstDash val="dash"/>
                <a:round/>
              </a:ln>
            </p:spPr>
          </p:sp>
        </p:grpSp>
        <p:sp>
          <p:nvSpPr>
            <p:cNvPr id="127" name="PleuraVisceralD_4"/>
            <p:cNvSpPr/>
            <p:nvPr/>
          </p:nvSpPr>
          <p:spPr>
            <a:xfrm>
              <a:off x="9398204" y="1288936"/>
              <a:ext cx="736593" cy="1895291"/>
            </a:xfrm>
            <a:custGeom>
              <a:avLst/>
              <a:gdLst/>
              <a:ahLst/>
              <a:cxnLst/>
              <a:rect l="0" t="0" r="r" b="b"/>
              <a:pathLst>
                <a:path w="2685" h="7026" fill="none">
                  <a:moveTo>
                    <a:pt x="270" y="7009"/>
                  </a:moveTo>
                  <a:lnTo>
                    <a:pt x="273" y="7001"/>
                  </a:lnTo>
                  <a:lnTo>
                    <a:pt x="320" y="6900"/>
                  </a:lnTo>
                  <a:lnTo>
                    <a:pt x="321" y="6897"/>
                  </a:lnTo>
                  <a:lnTo>
                    <a:pt x="378" y="6782"/>
                  </a:lnTo>
                  <a:lnTo>
                    <a:pt x="443" y="6645"/>
                  </a:lnTo>
                  <a:lnTo>
                    <a:pt x="444" y="6644"/>
                  </a:lnTo>
                  <a:lnTo>
                    <a:pt x="517" y="6493"/>
                  </a:lnTo>
                  <a:lnTo>
                    <a:pt x="519" y="6489"/>
                  </a:lnTo>
                  <a:lnTo>
                    <a:pt x="599" y="6337"/>
                  </a:lnTo>
                  <a:lnTo>
                    <a:pt x="603" y="6331"/>
                  </a:lnTo>
                  <a:lnTo>
                    <a:pt x="691" y="6189"/>
                  </a:lnTo>
                  <a:lnTo>
                    <a:pt x="698" y="6179"/>
                  </a:lnTo>
                  <a:lnTo>
                    <a:pt x="793" y="6058"/>
                  </a:lnTo>
                  <a:lnTo>
                    <a:pt x="803" y="6047"/>
                  </a:lnTo>
                  <a:lnTo>
                    <a:pt x="908" y="5945"/>
                  </a:lnTo>
                  <a:lnTo>
                    <a:pt x="916" y="5938"/>
                  </a:lnTo>
                  <a:lnTo>
                    <a:pt x="1033" y="5846"/>
                  </a:lnTo>
                  <a:lnTo>
                    <a:pt x="1040" y="5840"/>
                  </a:lnTo>
                  <a:lnTo>
                    <a:pt x="1164" y="5758"/>
                  </a:lnTo>
                  <a:lnTo>
                    <a:pt x="1170" y="5754"/>
                  </a:lnTo>
                  <a:lnTo>
                    <a:pt x="1297" y="5682"/>
                  </a:lnTo>
                  <a:lnTo>
                    <a:pt x="1303" y="5679"/>
                  </a:lnTo>
                  <a:lnTo>
                    <a:pt x="1430" y="5618"/>
                  </a:lnTo>
                  <a:lnTo>
                    <a:pt x="1436" y="5615"/>
                  </a:lnTo>
                  <a:lnTo>
                    <a:pt x="1557" y="5564"/>
                  </a:lnTo>
                  <a:lnTo>
                    <a:pt x="1563" y="5562"/>
                  </a:lnTo>
                  <a:lnTo>
                    <a:pt x="1682" y="5520"/>
                  </a:lnTo>
                  <a:lnTo>
                    <a:pt x="1688" y="5518"/>
                  </a:lnTo>
                  <a:lnTo>
                    <a:pt x="1808" y="5484"/>
                  </a:lnTo>
                  <a:lnTo>
                    <a:pt x="1817" y="5482"/>
                  </a:lnTo>
                  <a:lnTo>
                    <a:pt x="1936" y="5458"/>
                  </a:lnTo>
                  <a:lnTo>
                    <a:pt x="1947" y="5456"/>
                  </a:lnTo>
                  <a:lnTo>
                    <a:pt x="2065" y="5446"/>
                  </a:lnTo>
                  <a:lnTo>
                    <a:pt x="2080" y="5446"/>
                  </a:lnTo>
                  <a:lnTo>
                    <a:pt x="2194" y="5452"/>
                  </a:lnTo>
                  <a:lnTo>
                    <a:pt x="2204" y="5452"/>
                  </a:lnTo>
                  <a:lnTo>
                    <a:pt x="2213" y="5454"/>
                  </a:lnTo>
                  <a:lnTo>
                    <a:pt x="2323" y="5479"/>
                  </a:lnTo>
                  <a:lnTo>
                    <a:pt x="2333" y="5481"/>
                  </a:lnTo>
                  <a:lnTo>
                    <a:pt x="2342" y="5485"/>
                  </a:lnTo>
                  <a:lnTo>
                    <a:pt x="2456" y="5533"/>
                  </a:lnTo>
                  <a:lnTo>
                    <a:pt x="2469" y="5539"/>
                  </a:lnTo>
                  <a:lnTo>
                    <a:pt x="2588" y="5610"/>
                  </a:lnTo>
                  <a:lnTo>
                    <a:pt x="2598" y="5616"/>
                  </a:lnTo>
                  <a:lnTo>
                    <a:pt x="2685" y="5680"/>
                  </a:lnTo>
                  <a:lnTo>
                    <a:pt x="2684" y="5613"/>
                  </a:lnTo>
                  <a:lnTo>
                    <a:pt x="2680" y="5429"/>
                  </a:lnTo>
                  <a:lnTo>
                    <a:pt x="2676" y="5246"/>
                  </a:lnTo>
                  <a:lnTo>
                    <a:pt x="2671" y="5063"/>
                  </a:lnTo>
                  <a:lnTo>
                    <a:pt x="2667" y="4880"/>
                  </a:lnTo>
                  <a:lnTo>
                    <a:pt x="2662" y="4697"/>
                  </a:lnTo>
                  <a:lnTo>
                    <a:pt x="2658" y="4514"/>
                  </a:lnTo>
                  <a:lnTo>
                    <a:pt x="2658" y="4513"/>
                  </a:lnTo>
                  <a:lnTo>
                    <a:pt x="2654" y="4330"/>
                  </a:lnTo>
                  <a:lnTo>
                    <a:pt x="2654" y="4330"/>
                  </a:lnTo>
                  <a:lnTo>
                    <a:pt x="2650" y="4146"/>
                  </a:lnTo>
                  <a:lnTo>
                    <a:pt x="2647" y="3963"/>
                  </a:lnTo>
                  <a:lnTo>
                    <a:pt x="2643" y="3780"/>
                  </a:lnTo>
                  <a:lnTo>
                    <a:pt x="2638" y="3598"/>
                  </a:lnTo>
                  <a:lnTo>
                    <a:pt x="2631" y="3415"/>
                  </a:lnTo>
                  <a:lnTo>
                    <a:pt x="2623" y="3232"/>
                  </a:lnTo>
                  <a:lnTo>
                    <a:pt x="2615" y="3049"/>
                  </a:lnTo>
                  <a:lnTo>
                    <a:pt x="2606" y="2866"/>
                  </a:lnTo>
                  <a:lnTo>
                    <a:pt x="2595" y="2684"/>
                  </a:lnTo>
                  <a:lnTo>
                    <a:pt x="2581" y="2502"/>
                  </a:lnTo>
                  <a:lnTo>
                    <a:pt x="2565" y="2322"/>
                  </a:lnTo>
                  <a:lnTo>
                    <a:pt x="2546" y="2139"/>
                  </a:lnTo>
                  <a:lnTo>
                    <a:pt x="2525" y="1952"/>
                  </a:lnTo>
                  <a:lnTo>
                    <a:pt x="2502" y="1767"/>
                  </a:lnTo>
                  <a:lnTo>
                    <a:pt x="2476" y="1586"/>
                  </a:lnTo>
                  <a:lnTo>
                    <a:pt x="2449" y="1413"/>
                  </a:lnTo>
                  <a:lnTo>
                    <a:pt x="2419" y="1252"/>
                  </a:lnTo>
                  <a:lnTo>
                    <a:pt x="2388" y="1101"/>
                  </a:lnTo>
                  <a:lnTo>
                    <a:pt x="2353" y="957"/>
                  </a:lnTo>
                  <a:lnTo>
                    <a:pt x="2316" y="820"/>
                  </a:lnTo>
                  <a:lnTo>
                    <a:pt x="2278" y="692"/>
                  </a:lnTo>
                  <a:lnTo>
                    <a:pt x="2240" y="574"/>
                  </a:lnTo>
                  <a:lnTo>
                    <a:pt x="2203" y="470"/>
                  </a:lnTo>
                  <a:lnTo>
                    <a:pt x="2167" y="379"/>
                  </a:lnTo>
                  <a:lnTo>
                    <a:pt x="2131" y="301"/>
                  </a:lnTo>
                  <a:lnTo>
                    <a:pt x="2095" y="233"/>
                  </a:lnTo>
                  <a:lnTo>
                    <a:pt x="2059" y="173"/>
                  </a:lnTo>
                  <a:lnTo>
                    <a:pt x="2025" y="121"/>
                  </a:lnTo>
                  <a:lnTo>
                    <a:pt x="1992" y="74"/>
                  </a:lnTo>
                  <a:lnTo>
                    <a:pt x="1989" y="70"/>
                  </a:lnTo>
                  <a:lnTo>
                    <a:pt x="1963" y="28"/>
                  </a:lnTo>
                  <a:lnTo>
                    <a:pt x="1959" y="22"/>
                  </a:lnTo>
                  <a:lnTo>
                    <a:pt x="1947" y="0"/>
                  </a:lnTo>
                  <a:lnTo>
                    <a:pt x="1934" y="0"/>
                  </a:lnTo>
                  <a:lnTo>
                    <a:pt x="1874" y="12"/>
                  </a:lnTo>
                  <a:lnTo>
                    <a:pt x="1793" y="35"/>
                  </a:lnTo>
                  <a:lnTo>
                    <a:pt x="1699" y="68"/>
                  </a:lnTo>
                  <a:lnTo>
                    <a:pt x="1601" y="108"/>
                  </a:lnTo>
                  <a:lnTo>
                    <a:pt x="1505" y="154"/>
                  </a:lnTo>
                  <a:lnTo>
                    <a:pt x="1418" y="204"/>
                  </a:lnTo>
                  <a:lnTo>
                    <a:pt x="1337" y="260"/>
                  </a:lnTo>
                  <a:lnTo>
                    <a:pt x="1255" y="324"/>
                  </a:lnTo>
                  <a:lnTo>
                    <a:pt x="1174" y="395"/>
                  </a:lnTo>
                  <a:lnTo>
                    <a:pt x="1095" y="471"/>
                  </a:lnTo>
                  <a:lnTo>
                    <a:pt x="1019" y="553"/>
                  </a:lnTo>
                  <a:lnTo>
                    <a:pt x="945" y="640"/>
                  </a:lnTo>
                  <a:lnTo>
                    <a:pt x="875" y="732"/>
                  </a:lnTo>
                  <a:lnTo>
                    <a:pt x="807" y="831"/>
                  </a:lnTo>
                  <a:lnTo>
                    <a:pt x="741" y="935"/>
                  </a:lnTo>
                  <a:lnTo>
                    <a:pt x="678" y="1044"/>
                  </a:lnTo>
                  <a:lnTo>
                    <a:pt x="617" y="1159"/>
                  </a:lnTo>
                  <a:lnTo>
                    <a:pt x="559" y="1278"/>
                  </a:lnTo>
                  <a:lnTo>
                    <a:pt x="503" y="1402"/>
                  </a:lnTo>
                  <a:lnTo>
                    <a:pt x="450" y="1531"/>
                  </a:lnTo>
                  <a:lnTo>
                    <a:pt x="399" y="1665"/>
                  </a:lnTo>
                  <a:lnTo>
                    <a:pt x="351" y="1804"/>
                  </a:lnTo>
                  <a:lnTo>
                    <a:pt x="307" y="1945"/>
                  </a:lnTo>
                  <a:lnTo>
                    <a:pt x="266" y="2090"/>
                  </a:lnTo>
                  <a:lnTo>
                    <a:pt x="228" y="2237"/>
                  </a:lnTo>
                  <a:lnTo>
                    <a:pt x="195" y="2390"/>
                  </a:lnTo>
                  <a:lnTo>
                    <a:pt x="164" y="2545"/>
                  </a:lnTo>
                  <a:lnTo>
                    <a:pt x="136" y="2704"/>
                  </a:lnTo>
                  <a:lnTo>
                    <a:pt x="111" y="2865"/>
                  </a:lnTo>
                  <a:lnTo>
                    <a:pt x="89" y="3025"/>
                  </a:lnTo>
                  <a:lnTo>
                    <a:pt x="69" y="3187"/>
                  </a:lnTo>
                  <a:lnTo>
                    <a:pt x="52" y="3351"/>
                  </a:lnTo>
                  <a:lnTo>
                    <a:pt x="38" y="3516"/>
                  </a:lnTo>
                  <a:lnTo>
                    <a:pt x="26" y="3683"/>
                  </a:lnTo>
                  <a:lnTo>
                    <a:pt x="17" y="3849"/>
                  </a:lnTo>
                  <a:lnTo>
                    <a:pt x="9" y="4015"/>
                  </a:lnTo>
                  <a:lnTo>
                    <a:pt x="4" y="4181"/>
                  </a:lnTo>
                  <a:lnTo>
                    <a:pt x="1" y="4348"/>
                  </a:lnTo>
                  <a:lnTo>
                    <a:pt x="0" y="4514"/>
                  </a:lnTo>
                  <a:lnTo>
                    <a:pt x="1" y="4680"/>
                  </a:lnTo>
                  <a:lnTo>
                    <a:pt x="4" y="4844"/>
                  </a:lnTo>
                  <a:lnTo>
                    <a:pt x="9" y="5006"/>
                  </a:lnTo>
                  <a:lnTo>
                    <a:pt x="18" y="5168"/>
                  </a:lnTo>
                  <a:lnTo>
                    <a:pt x="28" y="5330"/>
                  </a:lnTo>
                  <a:lnTo>
                    <a:pt x="42" y="5491"/>
                  </a:lnTo>
                  <a:lnTo>
                    <a:pt x="56" y="5649"/>
                  </a:lnTo>
                  <a:lnTo>
                    <a:pt x="72" y="5802"/>
                  </a:lnTo>
                  <a:lnTo>
                    <a:pt x="89" y="5948"/>
                  </a:lnTo>
                  <a:lnTo>
                    <a:pt x="106" y="6087"/>
                  </a:lnTo>
                  <a:lnTo>
                    <a:pt x="125" y="6221"/>
                  </a:lnTo>
                  <a:lnTo>
                    <a:pt x="144" y="6351"/>
                  </a:lnTo>
                  <a:lnTo>
                    <a:pt x="165" y="6475"/>
                  </a:lnTo>
                  <a:lnTo>
                    <a:pt x="186" y="6595"/>
                  </a:lnTo>
                  <a:lnTo>
                    <a:pt x="208" y="6711"/>
                  </a:lnTo>
                  <a:lnTo>
                    <a:pt x="208" y="6712"/>
                  </a:lnTo>
                  <a:lnTo>
                    <a:pt x="229" y="6833"/>
                  </a:lnTo>
                  <a:lnTo>
                    <a:pt x="230" y="6834"/>
                  </a:lnTo>
                  <a:lnTo>
                    <a:pt x="252" y="6961"/>
                  </a:lnTo>
                  <a:lnTo>
                    <a:pt x="263" y="7026"/>
                  </a:lnTo>
                  <a:lnTo>
                    <a:pt x="270" y="7009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28" name="PulmonIzquierdo_4"/>
            <p:cNvGrpSpPr/>
            <p:nvPr/>
          </p:nvGrpSpPr>
          <p:grpSpPr>
            <a:xfrm>
              <a:off x="10553567" y="1288543"/>
              <a:ext cx="896549" cy="2024268"/>
              <a:chOff x="10553567" y="1288543"/>
              <a:chExt cx="896549" cy="2024268"/>
            </a:xfrm>
          </p:grpSpPr>
          <p:sp>
            <p:nvSpPr>
              <p:cNvPr id="129" name="Forma 128"/>
              <p:cNvSpPr/>
              <p:nvPr/>
            </p:nvSpPr>
            <p:spPr>
              <a:xfrm>
                <a:off x="10553567" y="1288543"/>
                <a:ext cx="896549" cy="2024268"/>
              </a:xfrm>
              <a:custGeom>
                <a:avLst/>
                <a:gdLst/>
                <a:ahLst/>
                <a:cxnLst/>
                <a:rect l="0" t="0" r="r" b="b"/>
                <a:pathLst>
                  <a:path w="4355" h="10000">
                    <a:moveTo>
                      <a:pt x="509" y="8763"/>
                    </a:moveTo>
                    <a:lnTo>
                      <a:pt x="518" y="8757"/>
                    </a:lnTo>
                    <a:lnTo>
                      <a:pt x="638" y="8698"/>
                    </a:lnTo>
                    <a:lnTo>
                      <a:pt x="646" y="8694"/>
                    </a:lnTo>
                    <a:lnTo>
                      <a:pt x="783" y="8635"/>
                    </a:lnTo>
                    <a:lnTo>
                      <a:pt x="792" y="8632"/>
                    </a:lnTo>
                    <a:lnTo>
                      <a:pt x="941" y="8580"/>
                    </a:lnTo>
                    <a:lnTo>
                      <a:pt x="951" y="8576"/>
                    </a:lnTo>
                    <a:lnTo>
                      <a:pt x="1103" y="8535"/>
                    </a:lnTo>
                    <a:lnTo>
                      <a:pt x="1117" y="8532"/>
                    </a:lnTo>
                    <a:lnTo>
                      <a:pt x="1265" y="8507"/>
                    </a:lnTo>
                    <a:lnTo>
                      <a:pt x="1279" y="8506"/>
                    </a:lnTo>
                    <a:lnTo>
                      <a:pt x="1426" y="8494"/>
                    </a:lnTo>
                    <a:lnTo>
                      <a:pt x="1436" y="8494"/>
                    </a:lnTo>
                    <a:lnTo>
                      <a:pt x="1588" y="8492"/>
                    </a:lnTo>
                    <a:lnTo>
                      <a:pt x="1599" y="8493"/>
                    </a:lnTo>
                    <a:lnTo>
                      <a:pt x="1755" y="8502"/>
                    </a:lnTo>
                    <a:lnTo>
                      <a:pt x="1766" y="8503"/>
                    </a:lnTo>
                    <a:lnTo>
                      <a:pt x="1925" y="8525"/>
                    </a:lnTo>
                    <a:lnTo>
                      <a:pt x="1937" y="8528"/>
                    </a:lnTo>
                    <a:lnTo>
                      <a:pt x="2096" y="8564"/>
                    </a:lnTo>
                    <a:lnTo>
                      <a:pt x="2109" y="8567"/>
                    </a:lnTo>
                    <a:lnTo>
                      <a:pt x="2268" y="8619"/>
                    </a:lnTo>
                    <a:lnTo>
                      <a:pt x="2282" y="8624"/>
                    </a:lnTo>
                    <a:lnTo>
                      <a:pt x="2444" y="8696"/>
                    </a:lnTo>
                    <a:lnTo>
                      <a:pt x="2455" y="8701"/>
                    </a:lnTo>
                    <a:lnTo>
                      <a:pt x="2623" y="8792"/>
                    </a:lnTo>
                    <a:lnTo>
                      <a:pt x="2631" y="8797"/>
                    </a:lnTo>
                    <a:lnTo>
                      <a:pt x="2800" y="8902"/>
                    </a:lnTo>
                    <a:lnTo>
                      <a:pt x="2806" y="8906"/>
                    </a:lnTo>
                    <a:lnTo>
                      <a:pt x="2970" y="9020"/>
                    </a:lnTo>
                    <a:lnTo>
                      <a:pt x="2975" y="9023"/>
                    </a:lnTo>
                    <a:lnTo>
                      <a:pt x="3130" y="9140"/>
                    </a:lnTo>
                    <a:lnTo>
                      <a:pt x="3134" y="9144"/>
                    </a:lnTo>
                    <a:lnTo>
                      <a:pt x="3274" y="9258"/>
                    </a:lnTo>
                    <a:lnTo>
                      <a:pt x="3284" y="9266"/>
                    </a:lnTo>
                    <a:lnTo>
                      <a:pt x="3410" y="9388"/>
                    </a:lnTo>
                    <a:lnTo>
                      <a:pt x="3420" y="9398"/>
                    </a:lnTo>
                    <a:lnTo>
                      <a:pt x="3537" y="9535"/>
                    </a:lnTo>
                    <a:lnTo>
                      <a:pt x="3542" y="9541"/>
                    </a:lnTo>
                    <a:lnTo>
                      <a:pt x="3649" y="9680"/>
                    </a:lnTo>
                    <a:lnTo>
                      <a:pt x="3651" y="9682"/>
                    </a:lnTo>
                    <a:lnTo>
                      <a:pt x="3747" y="9811"/>
                    </a:lnTo>
                    <a:lnTo>
                      <a:pt x="3829" y="9915"/>
                    </a:lnTo>
                    <a:lnTo>
                      <a:pt x="3894" y="9983"/>
                    </a:lnTo>
                    <a:lnTo>
                      <a:pt x="3914" y="10000"/>
                    </a:lnTo>
                    <a:lnTo>
                      <a:pt x="3931" y="9960"/>
                    </a:lnTo>
                    <a:lnTo>
                      <a:pt x="3960" y="9865"/>
                    </a:lnTo>
                    <a:lnTo>
                      <a:pt x="3990" y="9743"/>
                    </a:lnTo>
                    <a:lnTo>
                      <a:pt x="4019" y="9600"/>
                    </a:lnTo>
                    <a:lnTo>
                      <a:pt x="4048" y="9441"/>
                    </a:lnTo>
                    <a:lnTo>
                      <a:pt x="4076" y="9269"/>
                    </a:lnTo>
                    <a:lnTo>
                      <a:pt x="4105" y="9078"/>
                    </a:lnTo>
                    <a:lnTo>
                      <a:pt x="4133" y="8862"/>
                    </a:lnTo>
                    <a:lnTo>
                      <a:pt x="4161" y="8631"/>
                    </a:lnTo>
                    <a:lnTo>
                      <a:pt x="4187" y="8393"/>
                    </a:lnTo>
                    <a:lnTo>
                      <a:pt x="4212" y="8156"/>
                    </a:lnTo>
                    <a:lnTo>
                      <a:pt x="4235" y="7931"/>
                    </a:lnTo>
                    <a:lnTo>
                      <a:pt x="4257" y="7716"/>
                    </a:lnTo>
                    <a:lnTo>
                      <a:pt x="4279" y="7506"/>
                    </a:lnTo>
                    <a:lnTo>
                      <a:pt x="4298" y="7299"/>
                    </a:lnTo>
                    <a:lnTo>
                      <a:pt x="4316" y="7092"/>
                    </a:lnTo>
                    <a:lnTo>
                      <a:pt x="4330" y="6885"/>
                    </a:lnTo>
                    <a:lnTo>
                      <a:pt x="4341" y="6673"/>
                    </a:lnTo>
                    <a:lnTo>
                      <a:pt x="4349" y="6457"/>
                    </a:lnTo>
                    <a:lnTo>
                      <a:pt x="4353" y="6238"/>
                    </a:lnTo>
                    <a:lnTo>
                      <a:pt x="4355" y="6018"/>
                    </a:lnTo>
                    <a:lnTo>
                      <a:pt x="4353" y="5796"/>
                    </a:lnTo>
                    <a:lnTo>
                      <a:pt x="4349" y="5574"/>
                    </a:lnTo>
                    <a:lnTo>
                      <a:pt x="4341" y="5353"/>
                    </a:lnTo>
                    <a:lnTo>
                      <a:pt x="4331" y="5132"/>
                    </a:lnTo>
                    <a:lnTo>
                      <a:pt x="4319" y="4910"/>
                    </a:lnTo>
                    <a:lnTo>
                      <a:pt x="4303" y="4688"/>
                    </a:lnTo>
                    <a:lnTo>
                      <a:pt x="4285" y="4467"/>
                    </a:lnTo>
                    <a:lnTo>
                      <a:pt x="4262" y="4249"/>
                    </a:lnTo>
                    <a:lnTo>
                      <a:pt x="4236" y="4034"/>
                    </a:lnTo>
                    <a:lnTo>
                      <a:pt x="4206" y="3819"/>
                    </a:lnTo>
                    <a:lnTo>
                      <a:pt x="4172" y="3606"/>
                    </a:lnTo>
                    <a:lnTo>
                      <a:pt x="4135" y="3394"/>
                    </a:lnTo>
                    <a:lnTo>
                      <a:pt x="4095" y="3186"/>
                    </a:lnTo>
                    <a:lnTo>
                      <a:pt x="4049" y="2983"/>
                    </a:lnTo>
                    <a:lnTo>
                      <a:pt x="4000" y="2787"/>
                    </a:lnTo>
                    <a:lnTo>
                      <a:pt x="3945" y="2594"/>
                    </a:lnTo>
                    <a:lnTo>
                      <a:pt x="3886" y="2406"/>
                    </a:lnTo>
                    <a:lnTo>
                      <a:pt x="3822" y="2221"/>
                    </a:lnTo>
                    <a:lnTo>
                      <a:pt x="3754" y="2042"/>
                    </a:lnTo>
                    <a:lnTo>
                      <a:pt x="3683" y="1870"/>
                    </a:lnTo>
                    <a:lnTo>
                      <a:pt x="3609" y="1705"/>
                    </a:lnTo>
                    <a:lnTo>
                      <a:pt x="3531" y="1546"/>
                    </a:lnTo>
                    <a:lnTo>
                      <a:pt x="3450" y="1394"/>
                    </a:lnTo>
                    <a:lnTo>
                      <a:pt x="3366" y="1248"/>
                    </a:lnTo>
                    <a:lnTo>
                      <a:pt x="3279" y="1109"/>
                    </a:lnTo>
                    <a:lnTo>
                      <a:pt x="3188" y="978"/>
                    </a:lnTo>
                    <a:lnTo>
                      <a:pt x="3094" y="855"/>
                    </a:lnTo>
                    <a:lnTo>
                      <a:pt x="2996" y="739"/>
                    </a:lnTo>
                    <a:lnTo>
                      <a:pt x="2895" y="630"/>
                    </a:lnTo>
                    <a:lnTo>
                      <a:pt x="2789" y="528"/>
                    </a:lnTo>
                    <a:lnTo>
                      <a:pt x="2682" y="434"/>
                    </a:lnTo>
                    <a:lnTo>
                      <a:pt x="2573" y="349"/>
                    </a:lnTo>
                    <a:lnTo>
                      <a:pt x="2463" y="273"/>
                    </a:lnTo>
                    <a:lnTo>
                      <a:pt x="2350" y="205"/>
                    </a:lnTo>
                    <a:lnTo>
                      <a:pt x="2232" y="144"/>
                    </a:lnTo>
                    <a:lnTo>
                      <a:pt x="2113" y="91"/>
                    </a:lnTo>
                    <a:lnTo>
                      <a:pt x="1996" y="49"/>
                    </a:lnTo>
                    <a:lnTo>
                      <a:pt x="1884" y="19"/>
                    </a:lnTo>
                    <a:lnTo>
                      <a:pt x="1782" y="3"/>
                    </a:lnTo>
                    <a:lnTo>
                      <a:pt x="1683" y="0"/>
                    </a:lnTo>
                    <a:lnTo>
                      <a:pt x="1585" y="7"/>
                    </a:lnTo>
                    <a:lnTo>
                      <a:pt x="1489" y="26"/>
                    </a:lnTo>
                    <a:lnTo>
                      <a:pt x="1398" y="54"/>
                    </a:lnTo>
                    <a:lnTo>
                      <a:pt x="1317" y="91"/>
                    </a:lnTo>
                    <a:lnTo>
                      <a:pt x="1248" y="135"/>
                    </a:lnTo>
                    <a:lnTo>
                      <a:pt x="1193" y="183"/>
                    </a:lnTo>
                    <a:lnTo>
                      <a:pt x="1146" y="240"/>
                    </a:lnTo>
                    <a:lnTo>
                      <a:pt x="1103" y="311"/>
                    </a:lnTo>
                    <a:lnTo>
                      <a:pt x="1059" y="400"/>
                    </a:lnTo>
                    <a:lnTo>
                      <a:pt x="1010" y="509"/>
                    </a:lnTo>
                    <a:lnTo>
                      <a:pt x="953" y="636"/>
                    </a:lnTo>
                    <a:lnTo>
                      <a:pt x="890" y="779"/>
                    </a:lnTo>
                    <a:lnTo>
                      <a:pt x="824" y="936"/>
                    </a:lnTo>
                    <a:lnTo>
                      <a:pt x="757" y="1107"/>
                    </a:lnTo>
                    <a:lnTo>
                      <a:pt x="689" y="1290"/>
                    </a:lnTo>
                    <a:lnTo>
                      <a:pt x="624" y="1483"/>
                    </a:lnTo>
                    <a:lnTo>
                      <a:pt x="561" y="1684"/>
                    </a:lnTo>
                    <a:lnTo>
                      <a:pt x="501" y="1898"/>
                    </a:lnTo>
                    <a:lnTo>
                      <a:pt x="442" y="2129"/>
                    </a:lnTo>
                    <a:lnTo>
                      <a:pt x="385" y="2370"/>
                    </a:lnTo>
                    <a:lnTo>
                      <a:pt x="329" y="2617"/>
                    </a:lnTo>
                    <a:lnTo>
                      <a:pt x="277" y="2866"/>
                    </a:lnTo>
                    <a:lnTo>
                      <a:pt x="228" y="3111"/>
                    </a:lnTo>
                    <a:lnTo>
                      <a:pt x="228" y="3111"/>
                    </a:lnTo>
                    <a:lnTo>
                      <a:pt x="178" y="3354"/>
                    </a:lnTo>
                    <a:lnTo>
                      <a:pt x="178" y="3355"/>
                    </a:lnTo>
                    <a:lnTo>
                      <a:pt x="126" y="3598"/>
                    </a:lnTo>
                    <a:lnTo>
                      <a:pt x="78" y="3839"/>
                    </a:lnTo>
                    <a:lnTo>
                      <a:pt x="38" y="4079"/>
                    </a:lnTo>
                    <a:lnTo>
                      <a:pt x="10" y="4315"/>
                    </a:lnTo>
                    <a:lnTo>
                      <a:pt x="0" y="4548"/>
                    </a:lnTo>
                    <a:lnTo>
                      <a:pt x="10" y="4780"/>
                    </a:lnTo>
                    <a:lnTo>
                      <a:pt x="39" y="5014"/>
                    </a:lnTo>
                    <a:lnTo>
                      <a:pt x="81" y="5253"/>
                    </a:lnTo>
                    <a:lnTo>
                      <a:pt x="130" y="5496"/>
                    </a:lnTo>
                    <a:lnTo>
                      <a:pt x="130" y="5496"/>
                    </a:lnTo>
                    <a:lnTo>
                      <a:pt x="178" y="5741"/>
                    </a:lnTo>
                    <a:lnTo>
                      <a:pt x="178" y="5745"/>
                    </a:lnTo>
                    <a:lnTo>
                      <a:pt x="219" y="5989"/>
                    </a:lnTo>
                    <a:lnTo>
                      <a:pt x="219" y="5992"/>
                    </a:lnTo>
                    <a:lnTo>
                      <a:pt x="255" y="6232"/>
                    </a:lnTo>
                    <a:lnTo>
                      <a:pt x="291" y="6467"/>
                    </a:lnTo>
                    <a:lnTo>
                      <a:pt x="291" y="6467"/>
                    </a:lnTo>
                    <a:lnTo>
                      <a:pt x="326" y="6703"/>
                    </a:lnTo>
                    <a:lnTo>
                      <a:pt x="326" y="6705"/>
                    </a:lnTo>
                    <a:lnTo>
                      <a:pt x="360" y="6945"/>
                    </a:lnTo>
                    <a:lnTo>
                      <a:pt x="360" y="6948"/>
                    </a:lnTo>
                    <a:lnTo>
                      <a:pt x="390" y="7197"/>
                    </a:lnTo>
                    <a:lnTo>
                      <a:pt x="390" y="7201"/>
                    </a:lnTo>
                    <a:lnTo>
                      <a:pt x="415" y="7465"/>
                    </a:lnTo>
                    <a:lnTo>
                      <a:pt x="416" y="7470"/>
                    </a:lnTo>
                    <a:lnTo>
                      <a:pt x="434" y="7777"/>
                    </a:lnTo>
                    <a:lnTo>
                      <a:pt x="435" y="7781"/>
                    </a:lnTo>
                    <a:lnTo>
                      <a:pt x="447" y="8132"/>
                    </a:lnTo>
                    <a:lnTo>
                      <a:pt x="447" y="8134"/>
                    </a:lnTo>
                    <a:lnTo>
                      <a:pt x="456" y="8495"/>
                    </a:lnTo>
                    <a:lnTo>
                      <a:pt x="464" y="8790"/>
                    </a:lnTo>
                    <a:lnTo>
                      <a:pt x="509" y="876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0" name="Forma 129"/>
              <p:cNvSpPr/>
              <p:nvPr/>
            </p:nvSpPr>
            <p:spPr>
              <a:xfrm>
                <a:off x="1071219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31" name="Forma 130"/>
              <p:cNvSpPr/>
              <p:nvPr/>
            </p:nvSpPr>
            <p:spPr>
              <a:xfrm>
                <a:off x="1072042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32" name="PleuraVisceralI_4"/>
            <p:cNvSpPr/>
            <p:nvPr/>
          </p:nvSpPr>
          <p:spPr>
            <a:xfrm>
              <a:off x="10553567" y="1288543"/>
              <a:ext cx="896549" cy="2024268"/>
            </a:xfrm>
            <a:custGeom>
              <a:avLst/>
              <a:gdLst/>
              <a:ahLst/>
              <a:cxnLst/>
              <a:rect l="0" t="0" r="r" b="b"/>
              <a:pathLst>
                <a:path w="3268" h="7504" fill="none">
                  <a:moveTo>
                    <a:pt x="381" y="6576"/>
                  </a:moveTo>
                  <a:lnTo>
                    <a:pt x="389" y="6572"/>
                  </a:lnTo>
                  <a:lnTo>
                    <a:pt x="478" y="6527"/>
                  </a:lnTo>
                  <a:lnTo>
                    <a:pt x="485" y="6524"/>
                  </a:lnTo>
                  <a:lnTo>
                    <a:pt x="588" y="6480"/>
                  </a:lnTo>
                  <a:lnTo>
                    <a:pt x="594" y="6477"/>
                  </a:lnTo>
                  <a:lnTo>
                    <a:pt x="706" y="6438"/>
                  </a:lnTo>
                  <a:lnTo>
                    <a:pt x="714" y="6436"/>
                  </a:lnTo>
                  <a:lnTo>
                    <a:pt x="828" y="6405"/>
                  </a:lnTo>
                  <a:lnTo>
                    <a:pt x="838" y="6403"/>
                  </a:lnTo>
                  <a:lnTo>
                    <a:pt x="949" y="6384"/>
                  </a:lnTo>
                  <a:lnTo>
                    <a:pt x="959" y="6383"/>
                  </a:lnTo>
                  <a:lnTo>
                    <a:pt x="1070" y="6374"/>
                  </a:lnTo>
                  <a:lnTo>
                    <a:pt x="1077" y="6374"/>
                  </a:lnTo>
                  <a:lnTo>
                    <a:pt x="1192" y="6373"/>
                  </a:lnTo>
                  <a:lnTo>
                    <a:pt x="1200" y="6373"/>
                  </a:lnTo>
                  <a:lnTo>
                    <a:pt x="1317" y="6380"/>
                  </a:lnTo>
                  <a:lnTo>
                    <a:pt x="1325" y="6381"/>
                  </a:lnTo>
                  <a:lnTo>
                    <a:pt x="1444" y="6398"/>
                  </a:lnTo>
                  <a:lnTo>
                    <a:pt x="1454" y="6399"/>
                  </a:lnTo>
                  <a:lnTo>
                    <a:pt x="1573" y="6426"/>
                  </a:lnTo>
                  <a:lnTo>
                    <a:pt x="1583" y="6429"/>
                  </a:lnTo>
                  <a:lnTo>
                    <a:pt x="1702" y="6468"/>
                  </a:lnTo>
                  <a:lnTo>
                    <a:pt x="1712" y="6472"/>
                  </a:lnTo>
                  <a:lnTo>
                    <a:pt x="1834" y="6526"/>
                  </a:lnTo>
                  <a:lnTo>
                    <a:pt x="1842" y="6530"/>
                  </a:lnTo>
                  <a:lnTo>
                    <a:pt x="1968" y="6598"/>
                  </a:lnTo>
                  <a:lnTo>
                    <a:pt x="1974" y="6601"/>
                  </a:lnTo>
                  <a:lnTo>
                    <a:pt x="2101" y="6680"/>
                  </a:lnTo>
                  <a:lnTo>
                    <a:pt x="2105" y="6683"/>
                  </a:lnTo>
                  <a:lnTo>
                    <a:pt x="2229" y="6769"/>
                  </a:lnTo>
                  <a:lnTo>
                    <a:pt x="2232" y="6771"/>
                  </a:lnTo>
                  <a:lnTo>
                    <a:pt x="2349" y="6859"/>
                  </a:lnTo>
                  <a:lnTo>
                    <a:pt x="2352" y="6862"/>
                  </a:lnTo>
                  <a:lnTo>
                    <a:pt x="2457" y="6947"/>
                  </a:lnTo>
                  <a:lnTo>
                    <a:pt x="2464" y="6953"/>
                  </a:lnTo>
                  <a:lnTo>
                    <a:pt x="2559" y="7045"/>
                  </a:lnTo>
                  <a:lnTo>
                    <a:pt x="2566" y="7052"/>
                  </a:lnTo>
                  <a:lnTo>
                    <a:pt x="2654" y="7155"/>
                  </a:lnTo>
                  <a:lnTo>
                    <a:pt x="2658" y="7159"/>
                  </a:lnTo>
                  <a:lnTo>
                    <a:pt x="2739" y="7264"/>
                  </a:lnTo>
                  <a:lnTo>
                    <a:pt x="2740" y="7265"/>
                  </a:lnTo>
                  <a:lnTo>
                    <a:pt x="2812" y="7363"/>
                  </a:lnTo>
                  <a:lnTo>
                    <a:pt x="2873" y="7440"/>
                  </a:lnTo>
                  <a:lnTo>
                    <a:pt x="2922" y="7491"/>
                  </a:lnTo>
                  <a:lnTo>
                    <a:pt x="2938" y="7504"/>
                  </a:lnTo>
                  <a:lnTo>
                    <a:pt x="2950" y="7474"/>
                  </a:lnTo>
                  <a:lnTo>
                    <a:pt x="2972" y="7403"/>
                  </a:lnTo>
                  <a:lnTo>
                    <a:pt x="2994" y="7312"/>
                  </a:lnTo>
                  <a:lnTo>
                    <a:pt x="3016" y="7204"/>
                  </a:lnTo>
                  <a:lnTo>
                    <a:pt x="3038" y="7084"/>
                  </a:lnTo>
                  <a:lnTo>
                    <a:pt x="3059" y="6955"/>
                  </a:lnTo>
                  <a:lnTo>
                    <a:pt x="3080" y="6812"/>
                  </a:lnTo>
                  <a:lnTo>
                    <a:pt x="3102" y="6650"/>
                  </a:lnTo>
                  <a:lnTo>
                    <a:pt x="3122" y="6477"/>
                  </a:lnTo>
                  <a:lnTo>
                    <a:pt x="3142" y="6298"/>
                  </a:lnTo>
                  <a:lnTo>
                    <a:pt x="3161" y="6121"/>
                  </a:lnTo>
                  <a:lnTo>
                    <a:pt x="3178" y="5951"/>
                  </a:lnTo>
                  <a:lnTo>
                    <a:pt x="3195" y="5790"/>
                  </a:lnTo>
                  <a:lnTo>
                    <a:pt x="3211" y="5632"/>
                  </a:lnTo>
                  <a:lnTo>
                    <a:pt x="3226" y="5477"/>
                  </a:lnTo>
                  <a:lnTo>
                    <a:pt x="3239" y="5322"/>
                  </a:lnTo>
                  <a:lnTo>
                    <a:pt x="3250" y="5166"/>
                  </a:lnTo>
                  <a:lnTo>
                    <a:pt x="3258" y="5008"/>
                  </a:lnTo>
                  <a:lnTo>
                    <a:pt x="3263" y="4846"/>
                  </a:lnTo>
                  <a:lnTo>
                    <a:pt x="3267" y="4681"/>
                  </a:lnTo>
                  <a:lnTo>
                    <a:pt x="3268" y="4516"/>
                  </a:lnTo>
                  <a:lnTo>
                    <a:pt x="3267" y="4349"/>
                  </a:lnTo>
                  <a:lnTo>
                    <a:pt x="3263" y="4183"/>
                  </a:lnTo>
                  <a:lnTo>
                    <a:pt x="3258" y="4017"/>
                  </a:lnTo>
                  <a:lnTo>
                    <a:pt x="3250" y="3851"/>
                  </a:lnTo>
                  <a:lnTo>
                    <a:pt x="3241" y="3684"/>
                  </a:lnTo>
                  <a:lnTo>
                    <a:pt x="3229" y="3518"/>
                  </a:lnTo>
                  <a:lnTo>
                    <a:pt x="3215" y="3352"/>
                  </a:lnTo>
                  <a:lnTo>
                    <a:pt x="3198" y="3189"/>
                  </a:lnTo>
                  <a:lnTo>
                    <a:pt x="3179" y="3027"/>
                  </a:lnTo>
                  <a:lnTo>
                    <a:pt x="3156" y="2866"/>
                  </a:lnTo>
                  <a:lnTo>
                    <a:pt x="3131" y="2706"/>
                  </a:lnTo>
                  <a:lnTo>
                    <a:pt x="3103" y="2547"/>
                  </a:lnTo>
                  <a:lnTo>
                    <a:pt x="3073" y="2391"/>
                  </a:lnTo>
                  <a:lnTo>
                    <a:pt x="3039" y="2239"/>
                  </a:lnTo>
                  <a:lnTo>
                    <a:pt x="3002" y="2091"/>
                  </a:lnTo>
                  <a:lnTo>
                    <a:pt x="2960" y="1947"/>
                  </a:lnTo>
                  <a:lnTo>
                    <a:pt x="2916" y="1805"/>
                  </a:lnTo>
                  <a:lnTo>
                    <a:pt x="2868" y="1667"/>
                  </a:lnTo>
                  <a:lnTo>
                    <a:pt x="2817" y="1533"/>
                  </a:lnTo>
                  <a:lnTo>
                    <a:pt x="2764" y="1403"/>
                  </a:lnTo>
                  <a:lnTo>
                    <a:pt x="2708" y="1279"/>
                  </a:lnTo>
                  <a:lnTo>
                    <a:pt x="2650" y="1160"/>
                  </a:lnTo>
                  <a:lnTo>
                    <a:pt x="2589" y="1046"/>
                  </a:lnTo>
                  <a:lnTo>
                    <a:pt x="2526" y="936"/>
                  </a:lnTo>
                  <a:lnTo>
                    <a:pt x="2460" y="832"/>
                  </a:lnTo>
                  <a:lnTo>
                    <a:pt x="2392" y="734"/>
                  </a:lnTo>
                  <a:lnTo>
                    <a:pt x="2322" y="641"/>
                  </a:lnTo>
                  <a:lnTo>
                    <a:pt x="2249" y="555"/>
                  </a:lnTo>
                  <a:lnTo>
                    <a:pt x="2172" y="472"/>
                  </a:lnTo>
                  <a:lnTo>
                    <a:pt x="2093" y="396"/>
                  </a:lnTo>
                  <a:lnTo>
                    <a:pt x="2013" y="326"/>
                  </a:lnTo>
                  <a:lnTo>
                    <a:pt x="1931" y="262"/>
                  </a:lnTo>
                  <a:lnTo>
                    <a:pt x="1848" y="205"/>
                  </a:lnTo>
                  <a:lnTo>
                    <a:pt x="1763" y="154"/>
                  </a:lnTo>
                  <a:lnTo>
                    <a:pt x="1675" y="108"/>
                  </a:lnTo>
                  <a:lnTo>
                    <a:pt x="1585" y="68"/>
                  </a:lnTo>
                  <a:lnTo>
                    <a:pt x="1498" y="37"/>
                  </a:lnTo>
                  <a:lnTo>
                    <a:pt x="1414" y="14"/>
                  </a:lnTo>
                  <a:lnTo>
                    <a:pt x="1337" y="2"/>
                  </a:lnTo>
                  <a:lnTo>
                    <a:pt x="1263" y="0"/>
                  </a:lnTo>
                  <a:lnTo>
                    <a:pt x="1189" y="5"/>
                  </a:lnTo>
                  <a:lnTo>
                    <a:pt x="1117" y="19"/>
                  </a:lnTo>
                  <a:lnTo>
                    <a:pt x="1049" y="41"/>
                  </a:lnTo>
                  <a:lnTo>
                    <a:pt x="988" y="68"/>
                  </a:lnTo>
                  <a:lnTo>
                    <a:pt x="936" y="101"/>
                  </a:lnTo>
                  <a:lnTo>
                    <a:pt x="895" y="137"/>
                  </a:lnTo>
                  <a:lnTo>
                    <a:pt x="860" y="180"/>
                  </a:lnTo>
                  <a:lnTo>
                    <a:pt x="828" y="233"/>
                  </a:lnTo>
                  <a:lnTo>
                    <a:pt x="794" y="300"/>
                  </a:lnTo>
                  <a:lnTo>
                    <a:pt x="758" y="382"/>
                  </a:lnTo>
                  <a:lnTo>
                    <a:pt x="715" y="477"/>
                  </a:lnTo>
                  <a:lnTo>
                    <a:pt x="668" y="584"/>
                  </a:lnTo>
                  <a:lnTo>
                    <a:pt x="618" y="702"/>
                  </a:lnTo>
                  <a:lnTo>
                    <a:pt x="568" y="830"/>
                  </a:lnTo>
                  <a:lnTo>
                    <a:pt x="517" y="968"/>
                  </a:lnTo>
                  <a:lnTo>
                    <a:pt x="468" y="1113"/>
                  </a:lnTo>
                  <a:lnTo>
                    <a:pt x="421" y="1264"/>
                  </a:lnTo>
                  <a:lnTo>
                    <a:pt x="376" y="1425"/>
                  </a:lnTo>
                  <a:lnTo>
                    <a:pt x="332" y="1597"/>
                  </a:lnTo>
                  <a:lnTo>
                    <a:pt x="289" y="1779"/>
                  </a:lnTo>
                  <a:lnTo>
                    <a:pt x="247" y="1964"/>
                  </a:lnTo>
                  <a:lnTo>
                    <a:pt x="208" y="2150"/>
                  </a:lnTo>
                  <a:lnTo>
                    <a:pt x="171" y="2334"/>
                  </a:lnTo>
                  <a:lnTo>
                    <a:pt x="171" y="2335"/>
                  </a:lnTo>
                  <a:lnTo>
                    <a:pt x="133" y="2517"/>
                  </a:lnTo>
                  <a:lnTo>
                    <a:pt x="133" y="2518"/>
                  </a:lnTo>
                  <a:lnTo>
                    <a:pt x="94" y="2700"/>
                  </a:lnTo>
                  <a:lnTo>
                    <a:pt x="58" y="2881"/>
                  </a:lnTo>
                  <a:lnTo>
                    <a:pt x="28" y="3061"/>
                  </a:lnTo>
                  <a:lnTo>
                    <a:pt x="7" y="3238"/>
                  </a:lnTo>
                  <a:lnTo>
                    <a:pt x="0" y="3413"/>
                  </a:lnTo>
                  <a:lnTo>
                    <a:pt x="7" y="3587"/>
                  </a:lnTo>
                  <a:lnTo>
                    <a:pt x="29" y="3763"/>
                  </a:lnTo>
                  <a:lnTo>
                    <a:pt x="61" y="3942"/>
                  </a:lnTo>
                  <a:lnTo>
                    <a:pt x="97" y="4124"/>
                  </a:lnTo>
                  <a:lnTo>
                    <a:pt x="97" y="4125"/>
                  </a:lnTo>
                  <a:lnTo>
                    <a:pt x="133" y="4308"/>
                  </a:lnTo>
                  <a:lnTo>
                    <a:pt x="134" y="4311"/>
                  </a:lnTo>
                  <a:lnTo>
                    <a:pt x="164" y="4494"/>
                  </a:lnTo>
                  <a:lnTo>
                    <a:pt x="165" y="4496"/>
                  </a:lnTo>
                  <a:lnTo>
                    <a:pt x="191" y="4676"/>
                  </a:lnTo>
                  <a:lnTo>
                    <a:pt x="218" y="4853"/>
                  </a:lnTo>
                  <a:lnTo>
                    <a:pt x="218" y="4853"/>
                  </a:lnTo>
                  <a:lnTo>
                    <a:pt x="245" y="5030"/>
                  </a:lnTo>
                  <a:lnTo>
                    <a:pt x="245" y="5031"/>
                  </a:lnTo>
                  <a:lnTo>
                    <a:pt x="270" y="5211"/>
                  </a:lnTo>
                  <a:lnTo>
                    <a:pt x="270" y="5214"/>
                  </a:lnTo>
                  <a:lnTo>
                    <a:pt x="292" y="5401"/>
                  </a:lnTo>
                  <a:lnTo>
                    <a:pt x="293" y="5404"/>
                  </a:lnTo>
                  <a:lnTo>
                    <a:pt x="312" y="5602"/>
                  </a:lnTo>
                  <a:lnTo>
                    <a:pt x="312" y="5606"/>
                  </a:lnTo>
                  <a:lnTo>
                    <a:pt x="326" y="5836"/>
                  </a:lnTo>
                  <a:lnTo>
                    <a:pt x="326" y="5839"/>
                  </a:lnTo>
                  <a:lnTo>
                    <a:pt x="335" y="6103"/>
                  </a:lnTo>
                  <a:lnTo>
                    <a:pt x="335" y="6104"/>
                  </a:lnTo>
                  <a:lnTo>
                    <a:pt x="342" y="6375"/>
                  </a:lnTo>
                  <a:lnTo>
                    <a:pt x="348" y="6596"/>
                  </a:lnTo>
                  <a:lnTo>
                    <a:pt x="381" y="657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33" name="PleuraParietalD_4"/>
            <p:cNvSpPr/>
            <p:nvPr/>
          </p:nvSpPr>
          <p:spPr>
            <a:xfrm>
              <a:off x="9368028" y="1258828"/>
              <a:ext cx="797502" cy="2007774"/>
            </a:xfrm>
            <a:custGeom>
              <a:avLst/>
              <a:gdLst/>
              <a:ahLst/>
              <a:cxnLst/>
              <a:rect l="0" t="0" r="r" b="b"/>
              <a:pathLst>
                <a:path w="2907" h="7443" fill="none">
                  <a:moveTo>
                    <a:pt x="2030" y="3"/>
                  </a:moveTo>
                  <a:lnTo>
                    <a:pt x="1958" y="17"/>
                  </a:lnTo>
                  <a:lnTo>
                    <a:pt x="1870" y="42"/>
                  </a:lnTo>
                  <a:lnTo>
                    <a:pt x="1771" y="76"/>
                  </a:lnTo>
                  <a:lnTo>
                    <a:pt x="1666" y="119"/>
                  </a:lnTo>
                  <a:lnTo>
                    <a:pt x="1564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64"/>
                  </a:lnTo>
                  <a:lnTo>
                    <a:pt x="253" y="7092"/>
                  </a:lnTo>
                  <a:lnTo>
                    <a:pt x="276" y="7215"/>
                  </a:lnTo>
                  <a:lnTo>
                    <a:pt x="299" y="7322"/>
                  </a:lnTo>
                  <a:lnTo>
                    <a:pt x="324" y="7402"/>
                  </a:lnTo>
                  <a:lnTo>
                    <a:pt x="350" y="7443"/>
                  </a:lnTo>
                  <a:lnTo>
                    <a:pt x="374" y="7441"/>
                  </a:lnTo>
                  <a:lnTo>
                    <a:pt x="396" y="7403"/>
                  </a:lnTo>
                  <a:lnTo>
                    <a:pt x="420" y="7339"/>
                  </a:lnTo>
                  <a:lnTo>
                    <a:pt x="447" y="7255"/>
                  </a:lnTo>
                  <a:lnTo>
                    <a:pt x="483" y="7158"/>
                  </a:lnTo>
                  <a:lnTo>
                    <a:pt x="530" y="7058"/>
                  </a:lnTo>
                  <a:lnTo>
                    <a:pt x="587" y="6942"/>
                  </a:lnTo>
                  <a:lnTo>
                    <a:pt x="652" y="6803"/>
                  </a:lnTo>
                  <a:lnTo>
                    <a:pt x="726" y="6652"/>
                  </a:lnTo>
                  <a:lnTo>
                    <a:pt x="807" y="6500"/>
                  </a:lnTo>
                  <a:lnTo>
                    <a:pt x="895" y="6359"/>
                  </a:lnTo>
                  <a:lnTo>
                    <a:pt x="990" y="6238"/>
                  </a:lnTo>
                  <a:lnTo>
                    <a:pt x="1095" y="6136"/>
                  </a:lnTo>
                  <a:lnTo>
                    <a:pt x="1211" y="6044"/>
                  </a:lnTo>
                  <a:lnTo>
                    <a:pt x="1335" y="5961"/>
                  </a:lnTo>
                  <a:lnTo>
                    <a:pt x="1461" y="5890"/>
                  </a:lnTo>
                  <a:lnTo>
                    <a:pt x="1588" y="5828"/>
                  </a:lnTo>
                  <a:lnTo>
                    <a:pt x="1710" y="5778"/>
                  </a:lnTo>
                  <a:lnTo>
                    <a:pt x="1828" y="5736"/>
                  </a:lnTo>
                  <a:lnTo>
                    <a:pt x="1948" y="5701"/>
                  </a:lnTo>
                  <a:lnTo>
                    <a:pt x="2067" y="5678"/>
                  </a:lnTo>
                  <a:lnTo>
                    <a:pt x="2184" y="5667"/>
                  </a:lnTo>
                  <a:lnTo>
                    <a:pt x="2299" y="5673"/>
                  </a:lnTo>
                  <a:lnTo>
                    <a:pt x="2410" y="5698"/>
                  </a:lnTo>
                  <a:lnTo>
                    <a:pt x="2523" y="5746"/>
                  </a:lnTo>
                  <a:lnTo>
                    <a:pt x="2642" y="5816"/>
                  </a:lnTo>
                  <a:lnTo>
                    <a:pt x="2759" y="5902"/>
                  </a:lnTo>
                  <a:lnTo>
                    <a:pt x="2864" y="5999"/>
                  </a:lnTo>
                  <a:lnTo>
                    <a:pt x="2907" y="6048"/>
                  </a:lnTo>
                  <a:lnTo>
                    <a:pt x="2906" y="5929"/>
                  </a:lnTo>
                  <a:lnTo>
                    <a:pt x="2904" y="5723"/>
                  </a:lnTo>
                  <a:lnTo>
                    <a:pt x="2900" y="5538"/>
                  </a:lnTo>
                  <a:lnTo>
                    <a:pt x="2896" y="5354"/>
                  </a:lnTo>
                  <a:lnTo>
                    <a:pt x="2891" y="5171"/>
                  </a:lnTo>
                  <a:lnTo>
                    <a:pt x="2887" y="4989"/>
                  </a:lnTo>
                  <a:lnTo>
                    <a:pt x="2882" y="4806"/>
                  </a:lnTo>
                  <a:lnTo>
                    <a:pt x="2878" y="4623"/>
                  </a:lnTo>
                  <a:lnTo>
                    <a:pt x="2874" y="4439"/>
                  </a:lnTo>
                  <a:lnTo>
                    <a:pt x="2870" y="4256"/>
                  </a:lnTo>
                  <a:lnTo>
                    <a:pt x="2867" y="4073"/>
                  </a:lnTo>
                  <a:lnTo>
                    <a:pt x="2863" y="3889"/>
                  </a:lnTo>
                  <a:lnTo>
                    <a:pt x="2858" y="3706"/>
                  </a:lnTo>
                  <a:lnTo>
                    <a:pt x="2851" y="3523"/>
                  </a:lnTo>
                  <a:lnTo>
                    <a:pt x="2843" y="3339"/>
                  </a:lnTo>
                  <a:lnTo>
                    <a:pt x="2835" y="3155"/>
                  </a:lnTo>
                  <a:lnTo>
                    <a:pt x="2825" y="2971"/>
                  </a:lnTo>
                  <a:lnTo>
                    <a:pt x="2814" y="2788"/>
                  </a:lnTo>
                  <a:lnTo>
                    <a:pt x="2801" y="2605"/>
                  </a:lnTo>
                  <a:lnTo>
                    <a:pt x="2785" y="2423"/>
                  </a:lnTo>
                  <a:lnTo>
                    <a:pt x="2766" y="2238"/>
                  </a:lnTo>
                  <a:lnTo>
                    <a:pt x="2744" y="2051"/>
                  </a:lnTo>
                  <a:lnTo>
                    <a:pt x="2721" y="1864"/>
                  </a:lnTo>
                  <a:lnTo>
                    <a:pt x="2695" y="1681"/>
                  </a:lnTo>
                  <a:lnTo>
                    <a:pt x="2667" y="1506"/>
                  </a:lnTo>
                  <a:lnTo>
                    <a:pt x="2637" y="1343"/>
                  </a:lnTo>
                  <a:lnTo>
                    <a:pt x="2605" y="1189"/>
                  </a:lnTo>
                  <a:lnTo>
                    <a:pt x="2569" y="1041"/>
                  </a:lnTo>
                  <a:lnTo>
                    <a:pt x="2532" y="901"/>
                  </a:lnTo>
                  <a:lnTo>
                    <a:pt x="2493" y="771"/>
                  </a:lnTo>
                  <a:lnTo>
                    <a:pt x="2454" y="651"/>
                  </a:lnTo>
                  <a:lnTo>
                    <a:pt x="2416" y="543"/>
                  </a:lnTo>
                  <a:lnTo>
                    <a:pt x="2378" y="447"/>
                  </a:lnTo>
                  <a:lnTo>
                    <a:pt x="2340" y="363"/>
                  </a:lnTo>
                  <a:lnTo>
                    <a:pt x="2301" y="290"/>
                  </a:lnTo>
                  <a:lnTo>
                    <a:pt x="2262" y="226"/>
                  </a:lnTo>
                  <a:lnTo>
                    <a:pt x="2226" y="171"/>
                  </a:lnTo>
                  <a:lnTo>
                    <a:pt x="2192" y="123"/>
                  </a:lnTo>
                  <a:lnTo>
                    <a:pt x="2166" y="81"/>
                  </a:lnTo>
                  <a:lnTo>
                    <a:pt x="2148" y="48"/>
                  </a:lnTo>
                  <a:lnTo>
                    <a:pt x="2132" y="23"/>
                  </a:lnTo>
                  <a:lnTo>
                    <a:pt x="2111" y="6"/>
                  </a:lnTo>
                  <a:lnTo>
                    <a:pt x="2079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4" name="PleuraParietalI_4"/>
            <p:cNvSpPr/>
            <p:nvPr/>
          </p:nvSpPr>
          <p:spPr>
            <a:xfrm>
              <a:off x="10523361" y="1258828"/>
              <a:ext cx="956931" cy="2091733"/>
            </a:xfrm>
            <a:custGeom>
              <a:avLst/>
              <a:gdLst/>
              <a:ahLst/>
              <a:cxnLst/>
              <a:rect l="0" t="0" r="r" b="b"/>
              <a:pathLst>
                <a:path w="3488" h="7754" fill="none">
                  <a:moveTo>
                    <a:pt x="1458" y="3"/>
                  </a:moveTo>
                  <a:lnTo>
                    <a:pt x="1371" y="0"/>
                  </a:lnTo>
                  <a:lnTo>
                    <a:pt x="1284" y="6"/>
                  </a:lnTo>
                  <a:lnTo>
                    <a:pt x="1200" y="23"/>
                  </a:lnTo>
                  <a:lnTo>
                    <a:pt x="1120" y="48"/>
                  </a:lnTo>
                  <a:lnTo>
                    <a:pt x="1046" y="81"/>
                  </a:lnTo>
                  <a:lnTo>
                    <a:pt x="980" y="123"/>
                  </a:lnTo>
                  <a:lnTo>
                    <a:pt x="925" y="171"/>
                  </a:lnTo>
                  <a:lnTo>
                    <a:pt x="880" y="226"/>
                  </a:lnTo>
                  <a:lnTo>
                    <a:pt x="841" y="290"/>
                  </a:lnTo>
                  <a:lnTo>
                    <a:pt x="805" y="363"/>
                  </a:lnTo>
                  <a:lnTo>
                    <a:pt x="767" y="447"/>
                  </a:lnTo>
                  <a:lnTo>
                    <a:pt x="725" y="543"/>
                  </a:lnTo>
                  <a:lnTo>
                    <a:pt x="677" y="651"/>
                  </a:lnTo>
                  <a:lnTo>
                    <a:pt x="627" y="771"/>
                  </a:lnTo>
                  <a:lnTo>
                    <a:pt x="575" y="901"/>
                  </a:lnTo>
                  <a:lnTo>
                    <a:pt x="524" y="1041"/>
                  </a:lnTo>
                  <a:lnTo>
                    <a:pt x="473" y="1189"/>
                  </a:lnTo>
                  <a:lnTo>
                    <a:pt x="426" y="1343"/>
                  </a:lnTo>
                  <a:lnTo>
                    <a:pt x="380" y="1506"/>
                  </a:lnTo>
                  <a:lnTo>
                    <a:pt x="335" y="1681"/>
                  </a:lnTo>
                  <a:lnTo>
                    <a:pt x="292" y="1864"/>
                  </a:lnTo>
                  <a:lnTo>
                    <a:pt x="250" y="2051"/>
                  </a:lnTo>
                  <a:lnTo>
                    <a:pt x="210" y="2238"/>
                  </a:lnTo>
                  <a:lnTo>
                    <a:pt x="173" y="2423"/>
                  </a:lnTo>
                  <a:lnTo>
                    <a:pt x="136" y="2605"/>
                  </a:lnTo>
                  <a:lnTo>
                    <a:pt x="97" y="2788"/>
                  </a:lnTo>
                  <a:lnTo>
                    <a:pt x="60" y="2971"/>
                  </a:lnTo>
                  <a:lnTo>
                    <a:pt x="29" y="3155"/>
                  </a:lnTo>
                  <a:lnTo>
                    <a:pt x="8" y="3339"/>
                  </a:lnTo>
                  <a:lnTo>
                    <a:pt x="0" y="3523"/>
                  </a:lnTo>
                  <a:lnTo>
                    <a:pt x="8" y="3706"/>
                  </a:lnTo>
                  <a:lnTo>
                    <a:pt x="31" y="3889"/>
                  </a:lnTo>
                  <a:lnTo>
                    <a:pt x="63" y="4073"/>
                  </a:lnTo>
                  <a:lnTo>
                    <a:pt x="99" y="4256"/>
                  </a:lnTo>
                  <a:lnTo>
                    <a:pt x="135" y="4439"/>
                  </a:lnTo>
                  <a:lnTo>
                    <a:pt x="166" y="4623"/>
                  </a:lnTo>
                  <a:lnTo>
                    <a:pt x="192" y="4803"/>
                  </a:lnTo>
                  <a:lnTo>
                    <a:pt x="220" y="4980"/>
                  </a:lnTo>
                  <a:lnTo>
                    <a:pt x="246" y="5156"/>
                  </a:lnTo>
                  <a:lnTo>
                    <a:pt x="271" y="5337"/>
                  </a:lnTo>
                  <a:lnTo>
                    <a:pt x="293" y="5524"/>
                  </a:lnTo>
                  <a:lnTo>
                    <a:pt x="312" y="5723"/>
                  </a:lnTo>
                  <a:lnTo>
                    <a:pt x="326" y="5953"/>
                  </a:lnTo>
                  <a:lnTo>
                    <a:pt x="336" y="6217"/>
                  </a:lnTo>
                  <a:lnTo>
                    <a:pt x="342" y="6488"/>
                  </a:lnTo>
                  <a:lnTo>
                    <a:pt x="349" y="6740"/>
                  </a:lnTo>
                  <a:lnTo>
                    <a:pt x="357" y="6947"/>
                  </a:lnTo>
                  <a:lnTo>
                    <a:pt x="368" y="7083"/>
                  </a:lnTo>
                  <a:lnTo>
                    <a:pt x="377" y="7133"/>
                  </a:lnTo>
                  <a:lnTo>
                    <a:pt x="382" y="7115"/>
                  </a:lnTo>
                  <a:lnTo>
                    <a:pt x="389" y="7051"/>
                  </a:lnTo>
                  <a:lnTo>
                    <a:pt x="403" y="6966"/>
                  </a:lnTo>
                  <a:lnTo>
                    <a:pt x="431" y="6882"/>
                  </a:lnTo>
                  <a:lnTo>
                    <a:pt x="478" y="6823"/>
                  </a:lnTo>
                  <a:lnTo>
                    <a:pt x="548" y="6780"/>
                  </a:lnTo>
                  <a:lnTo>
                    <a:pt x="638" y="6735"/>
                  </a:lnTo>
                  <a:lnTo>
                    <a:pt x="741" y="6691"/>
                  </a:lnTo>
                  <a:lnTo>
                    <a:pt x="852" y="6652"/>
                  </a:lnTo>
                  <a:lnTo>
                    <a:pt x="966" y="6621"/>
                  </a:lnTo>
                  <a:lnTo>
                    <a:pt x="1078" y="6603"/>
                  </a:lnTo>
                  <a:lnTo>
                    <a:pt x="1189" y="6594"/>
                  </a:lnTo>
                  <a:lnTo>
                    <a:pt x="1303" y="6593"/>
                  </a:lnTo>
                  <a:lnTo>
                    <a:pt x="1420" y="6600"/>
                  </a:lnTo>
                  <a:lnTo>
                    <a:pt x="1539" y="6617"/>
                  </a:lnTo>
                  <a:lnTo>
                    <a:pt x="1659" y="6644"/>
                  </a:lnTo>
                  <a:lnTo>
                    <a:pt x="1778" y="6683"/>
                  </a:lnTo>
                  <a:lnTo>
                    <a:pt x="1900" y="6736"/>
                  </a:lnTo>
                  <a:lnTo>
                    <a:pt x="2026" y="6805"/>
                  </a:lnTo>
                  <a:lnTo>
                    <a:pt x="2153" y="6884"/>
                  </a:lnTo>
                  <a:lnTo>
                    <a:pt x="2276" y="6969"/>
                  </a:lnTo>
                  <a:lnTo>
                    <a:pt x="2393" y="7057"/>
                  </a:lnTo>
                  <a:lnTo>
                    <a:pt x="2498" y="7143"/>
                  </a:lnTo>
                  <a:lnTo>
                    <a:pt x="2593" y="7234"/>
                  </a:lnTo>
                  <a:lnTo>
                    <a:pt x="2681" y="7337"/>
                  </a:lnTo>
                  <a:lnTo>
                    <a:pt x="2762" y="7441"/>
                  </a:lnTo>
                  <a:lnTo>
                    <a:pt x="2835" y="7540"/>
                  </a:lnTo>
                  <a:lnTo>
                    <a:pt x="2900" y="7623"/>
                  </a:lnTo>
                  <a:lnTo>
                    <a:pt x="2958" y="7683"/>
                  </a:lnTo>
                  <a:lnTo>
                    <a:pt x="3005" y="7721"/>
                  </a:lnTo>
                  <a:lnTo>
                    <a:pt x="3040" y="7745"/>
                  </a:lnTo>
                  <a:lnTo>
                    <a:pt x="3068" y="7754"/>
                  </a:lnTo>
                  <a:lnTo>
                    <a:pt x="3091" y="7747"/>
                  </a:lnTo>
                  <a:lnTo>
                    <a:pt x="3113" y="7724"/>
                  </a:lnTo>
                  <a:lnTo>
                    <a:pt x="3138" y="7683"/>
                  </a:lnTo>
                  <a:lnTo>
                    <a:pt x="3164" y="7622"/>
                  </a:lnTo>
                  <a:lnTo>
                    <a:pt x="3188" y="7542"/>
                  </a:lnTo>
                  <a:lnTo>
                    <a:pt x="3212" y="7446"/>
                  </a:lnTo>
                  <a:lnTo>
                    <a:pt x="3234" y="7335"/>
                  </a:lnTo>
                  <a:lnTo>
                    <a:pt x="3256" y="7213"/>
                  </a:lnTo>
                  <a:lnTo>
                    <a:pt x="3278" y="7083"/>
                  </a:lnTo>
                  <a:lnTo>
                    <a:pt x="3299" y="6937"/>
                  </a:lnTo>
                  <a:lnTo>
                    <a:pt x="3321" y="6774"/>
                  </a:lnTo>
                  <a:lnTo>
                    <a:pt x="3342" y="6600"/>
                  </a:lnTo>
                  <a:lnTo>
                    <a:pt x="3362" y="6420"/>
                  </a:lnTo>
                  <a:lnTo>
                    <a:pt x="3380" y="6242"/>
                  </a:lnTo>
                  <a:lnTo>
                    <a:pt x="3398" y="6073"/>
                  </a:lnTo>
                  <a:lnTo>
                    <a:pt x="3414" y="5911"/>
                  </a:lnTo>
                  <a:lnTo>
                    <a:pt x="3430" y="5753"/>
                  </a:lnTo>
                  <a:lnTo>
                    <a:pt x="3445" y="5597"/>
                  </a:lnTo>
                  <a:lnTo>
                    <a:pt x="3459" y="5441"/>
                  </a:lnTo>
                  <a:lnTo>
                    <a:pt x="3470" y="5283"/>
                  </a:lnTo>
                  <a:lnTo>
                    <a:pt x="3478" y="5123"/>
                  </a:lnTo>
                  <a:lnTo>
                    <a:pt x="3483" y="4959"/>
                  </a:lnTo>
                  <a:lnTo>
                    <a:pt x="3487" y="4793"/>
                  </a:lnTo>
                  <a:lnTo>
                    <a:pt x="3488" y="4626"/>
                  </a:lnTo>
                  <a:lnTo>
                    <a:pt x="3487" y="4458"/>
                  </a:lnTo>
                  <a:lnTo>
                    <a:pt x="3483" y="4290"/>
                  </a:lnTo>
                  <a:lnTo>
                    <a:pt x="3478" y="4123"/>
                  </a:lnTo>
                  <a:lnTo>
                    <a:pt x="3470" y="3955"/>
                  </a:lnTo>
                  <a:lnTo>
                    <a:pt x="3461" y="3787"/>
                  </a:lnTo>
                  <a:lnTo>
                    <a:pt x="3449" y="3620"/>
                  </a:lnTo>
                  <a:lnTo>
                    <a:pt x="3435" y="3452"/>
                  </a:lnTo>
                  <a:lnTo>
                    <a:pt x="3418" y="3286"/>
                  </a:lnTo>
                  <a:lnTo>
                    <a:pt x="3398" y="3123"/>
                  </a:lnTo>
                  <a:lnTo>
                    <a:pt x="3375" y="2960"/>
                  </a:lnTo>
                  <a:lnTo>
                    <a:pt x="3350" y="2798"/>
                  </a:lnTo>
                  <a:lnTo>
                    <a:pt x="3322" y="2637"/>
                  </a:lnTo>
                  <a:lnTo>
                    <a:pt x="3290" y="2479"/>
                  </a:lnTo>
                  <a:lnTo>
                    <a:pt x="3256" y="2323"/>
                  </a:lnTo>
                  <a:lnTo>
                    <a:pt x="3218" y="2173"/>
                  </a:lnTo>
                  <a:lnTo>
                    <a:pt x="3176" y="2025"/>
                  </a:lnTo>
                  <a:lnTo>
                    <a:pt x="3130" y="1881"/>
                  </a:lnTo>
                  <a:lnTo>
                    <a:pt x="3082" y="1740"/>
                  </a:lnTo>
                  <a:lnTo>
                    <a:pt x="3030" y="1602"/>
                  </a:lnTo>
                  <a:lnTo>
                    <a:pt x="2975" y="1470"/>
                  </a:lnTo>
                  <a:lnTo>
                    <a:pt x="2918" y="1343"/>
                  </a:lnTo>
                  <a:lnTo>
                    <a:pt x="2858" y="1220"/>
                  </a:lnTo>
                  <a:lnTo>
                    <a:pt x="2796" y="1103"/>
                  </a:lnTo>
                  <a:lnTo>
                    <a:pt x="2730" y="990"/>
                  </a:lnTo>
                  <a:lnTo>
                    <a:pt x="2662" y="882"/>
                  </a:lnTo>
                  <a:lnTo>
                    <a:pt x="2591" y="779"/>
                  </a:lnTo>
                  <a:lnTo>
                    <a:pt x="2518" y="683"/>
                  </a:lnTo>
                  <a:lnTo>
                    <a:pt x="2441" y="592"/>
                  </a:lnTo>
                  <a:lnTo>
                    <a:pt x="2361" y="506"/>
                  </a:lnTo>
                  <a:lnTo>
                    <a:pt x="2278" y="425"/>
                  </a:lnTo>
                  <a:lnTo>
                    <a:pt x="2193" y="351"/>
                  </a:lnTo>
                  <a:lnTo>
                    <a:pt x="2106" y="283"/>
                  </a:lnTo>
                  <a:lnTo>
                    <a:pt x="2018" y="223"/>
                  </a:lnTo>
                  <a:lnTo>
                    <a:pt x="1927" y="168"/>
                  </a:lnTo>
                  <a:lnTo>
                    <a:pt x="1833" y="119"/>
                  </a:lnTo>
                  <a:lnTo>
                    <a:pt x="1736" y="76"/>
                  </a:lnTo>
                  <a:lnTo>
                    <a:pt x="1641" y="42"/>
                  </a:lnTo>
                  <a:lnTo>
                    <a:pt x="1547" y="17"/>
                  </a:lnTo>
                  <a:lnTo>
                    <a:pt x="1458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5" name="VenaCavaSup_4"/>
            <p:cNvSpPr/>
            <p:nvPr/>
          </p:nvSpPr>
          <p:spPr>
            <a:xfrm>
              <a:off x="10166324" y="1493119"/>
              <a:ext cx="121344" cy="933373"/>
            </a:xfrm>
            <a:custGeom>
              <a:avLst/>
              <a:gdLst/>
              <a:ahLst/>
              <a:cxnLst/>
              <a:rect l="0" t="0" r="r" b="b"/>
              <a:pathLst>
                <a:path w="1278" h="10000">
                  <a:moveTo>
                    <a:pt x="151" y="5345"/>
                  </a:moveTo>
                  <a:lnTo>
                    <a:pt x="0" y="9967"/>
                  </a:lnTo>
                  <a:lnTo>
                    <a:pt x="981" y="10000"/>
                  </a:lnTo>
                  <a:lnTo>
                    <a:pt x="1133" y="5375"/>
                  </a:lnTo>
                  <a:lnTo>
                    <a:pt x="1133" y="5373"/>
                  </a:lnTo>
                  <a:lnTo>
                    <a:pt x="1278" y="26"/>
                  </a:lnTo>
                  <a:lnTo>
                    <a:pt x="296" y="0"/>
                  </a:lnTo>
                  <a:lnTo>
                    <a:pt x="151" y="5345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36" name="VenaCavaInf_4"/>
            <p:cNvSpPr/>
            <p:nvPr/>
          </p:nvSpPr>
          <p:spPr>
            <a:xfrm>
              <a:off x="10174694" y="2987276"/>
              <a:ext cx="147695" cy="441148"/>
            </a:xfrm>
            <a:custGeom>
              <a:avLst/>
              <a:gdLst/>
              <a:ahLst/>
              <a:cxnLst/>
              <a:rect l="0" t="0" r="r" b="b"/>
              <a:pathLst>
                <a:path w="3292" h="10000">
                  <a:moveTo>
                    <a:pt x="2865" y="5489"/>
                  </a:moveTo>
                  <a:lnTo>
                    <a:pt x="2438" y="0"/>
                  </a:lnTo>
                  <a:lnTo>
                    <a:pt x="0" y="189"/>
                  </a:lnTo>
                  <a:lnTo>
                    <a:pt x="428" y="5692"/>
                  </a:lnTo>
                  <a:lnTo>
                    <a:pt x="430" y="5719"/>
                  </a:lnTo>
                  <a:lnTo>
                    <a:pt x="858" y="10000"/>
                  </a:lnTo>
                  <a:lnTo>
                    <a:pt x="3292" y="9756"/>
                  </a:lnTo>
                  <a:lnTo>
                    <a:pt x="2865" y="5489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37" name="Corazon_4"/>
            <p:cNvGrpSpPr/>
            <p:nvPr/>
          </p:nvGrpSpPr>
          <p:grpSpPr>
            <a:xfrm>
              <a:off x="10152786" y="2336478"/>
              <a:ext cx="729488" cy="763630"/>
              <a:chOff x="10152786" y="2336478"/>
              <a:chExt cx="729488" cy="763630"/>
            </a:xfrm>
          </p:grpSpPr>
          <p:sp>
            <p:nvSpPr>
              <p:cNvPr id="138" name="Forma 137"/>
              <p:cNvSpPr/>
              <p:nvPr/>
            </p:nvSpPr>
            <p:spPr>
              <a:xfrm>
                <a:off x="10152786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9" name="Forma 138"/>
              <p:cNvSpPr/>
              <p:nvPr/>
            </p:nvSpPr>
            <p:spPr>
              <a:xfrm>
                <a:off x="10533888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40" name="Diafragma_4"/>
            <p:cNvSpPr/>
            <p:nvPr/>
          </p:nvSpPr>
          <p:spPr>
            <a:xfrm>
              <a:off x="9422902" y="2785643"/>
              <a:ext cx="2002521" cy="634414"/>
            </a:xfrm>
            <a:custGeom>
              <a:avLst/>
              <a:gdLst/>
              <a:ahLst/>
              <a:cxnLst/>
              <a:rect l="0" t="0" r="r" b="b"/>
              <a:pathLst>
                <a:path w="10000" h="3221">
                  <a:moveTo>
                    <a:pt x="420" y="2654"/>
                  </a:moveTo>
                  <a:lnTo>
                    <a:pt x="421" y="2652"/>
                  </a:lnTo>
                  <a:lnTo>
                    <a:pt x="456" y="2571"/>
                  </a:lnTo>
                  <a:lnTo>
                    <a:pt x="500" y="2471"/>
                  </a:lnTo>
                  <a:lnTo>
                    <a:pt x="558" y="2349"/>
                  </a:lnTo>
                  <a:lnTo>
                    <a:pt x="634" y="2199"/>
                  </a:lnTo>
                  <a:lnTo>
                    <a:pt x="636" y="2197"/>
                  </a:lnTo>
                  <a:lnTo>
                    <a:pt x="732" y="2002"/>
                  </a:lnTo>
                  <a:lnTo>
                    <a:pt x="733" y="1999"/>
                  </a:lnTo>
                  <a:lnTo>
                    <a:pt x="843" y="1766"/>
                  </a:lnTo>
                  <a:lnTo>
                    <a:pt x="966" y="1524"/>
                  </a:lnTo>
                  <a:lnTo>
                    <a:pt x="1097" y="1300"/>
                  </a:lnTo>
                  <a:lnTo>
                    <a:pt x="1235" y="1121"/>
                  </a:lnTo>
                  <a:lnTo>
                    <a:pt x="1389" y="974"/>
                  </a:lnTo>
                  <a:lnTo>
                    <a:pt x="1568" y="840"/>
                  </a:lnTo>
                  <a:lnTo>
                    <a:pt x="1759" y="723"/>
                  </a:lnTo>
                  <a:lnTo>
                    <a:pt x="1953" y="624"/>
                  </a:lnTo>
                  <a:lnTo>
                    <a:pt x="2142" y="545"/>
                  </a:lnTo>
                  <a:lnTo>
                    <a:pt x="2324" y="482"/>
                  </a:lnTo>
                  <a:lnTo>
                    <a:pt x="2501" y="435"/>
                  </a:lnTo>
                  <a:lnTo>
                    <a:pt x="2669" y="410"/>
                  </a:lnTo>
                  <a:lnTo>
                    <a:pt x="2823" y="411"/>
                  </a:lnTo>
                  <a:lnTo>
                    <a:pt x="2964" y="440"/>
                  </a:lnTo>
                  <a:lnTo>
                    <a:pt x="3118" y="508"/>
                  </a:lnTo>
                  <a:lnTo>
                    <a:pt x="3290" y="617"/>
                  </a:lnTo>
                  <a:lnTo>
                    <a:pt x="3453" y="752"/>
                  </a:lnTo>
                  <a:lnTo>
                    <a:pt x="3583" y="891"/>
                  </a:lnTo>
                  <a:lnTo>
                    <a:pt x="3649" y="996"/>
                  </a:lnTo>
                  <a:lnTo>
                    <a:pt x="3657" y="1087"/>
                  </a:lnTo>
                  <a:lnTo>
                    <a:pt x="3614" y="1244"/>
                  </a:lnTo>
                  <a:lnTo>
                    <a:pt x="3541" y="1436"/>
                  </a:lnTo>
                  <a:lnTo>
                    <a:pt x="3534" y="1458"/>
                  </a:lnTo>
                  <a:lnTo>
                    <a:pt x="3489" y="1634"/>
                  </a:lnTo>
                  <a:lnTo>
                    <a:pt x="3485" y="1653"/>
                  </a:lnTo>
                  <a:lnTo>
                    <a:pt x="3483" y="1671"/>
                  </a:lnTo>
                  <a:lnTo>
                    <a:pt x="3482" y="1690"/>
                  </a:lnTo>
                  <a:lnTo>
                    <a:pt x="3483" y="1708"/>
                  </a:lnTo>
                  <a:lnTo>
                    <a:pt x="3486" y="1727"/>
                  </a:lnTo>
                  <a:lnTo>
                    <a:pt x="3491" y="1745"/>
                  </a:lnTo>
                  <a:lnTo>
                    <a:pt x="3529" y="1870"/>
                  </a:lnTo>
                  <a:lnTo>
                    <a:pt x="3535" y="1889"/>
                  </a:lnTo>
                  <a:lnTo>
                    <a:pt x="3544" y="1908"/>
                  </a:lnTo>
                  <a:lnTo>
                    <a:pt x="3554" y="1925"/>
                  </a:lnTo>
                  <a:lnTo>
                    <a:pt x="3566" y="1941"/>
                  </a:lnTo>
                  <a:lnTo>
                    <a:pt x="3580" y="1956"/>
                  </a:lnTo>
                  <a:lnTo>
                    <a:pt x="3595" y="1970"/>
                  </a:lnTo>
                  <a:lnTo>
                    <a:pt x="3611" y="1982"/>
                  </a:lnTo>
                  <a:lnTo>
                    <a:pt x="3628" y="1992"/>
                  </a:lnTo>
                  <a:lnTo>
                    <a:pt x="3646" y="2001"/>
                  </a:lnTo>
                  <a:lnTo>
                    <a:pt x="3785" y="2059"/>
                  </a:lnTo>
                  <a:lnTo>
                    <a:pt x="3802" y="2065"/>
                  </a:lnTo>
                  <a:lnTo>
                    <a:pt x="3820" y="2070"/>
                  </a:lnTo>
                  <a:lnTo>
                    <a:pt x="3839" y="2073"/>
                  </a:lnTo>
                  <a:lnTo>
                    <a:pt x="3857" y="2075"/>
                  </a:lnTo>
                  <a:lnTo>
                    <a:pt x="4062" y="2082"/>
                  </a:lnTo>
                  <a:lnTo>
                    <a:pt x="4084" y="2082"/>
                  </a:lnTo>
                  <a:lnTo>
                    <a:pt x="4328" y="2064"/>
                  </a:lnTo>
                  <a:lnTo>
                    <a:pt x="4573" y="2048"/>
                  </a:lnTo>
                  <a:lnTo>
                    <a:pt x="4789" y="2057"/>
                  </a:lnTo>
                  <a:lnTo>
                    <a:pt x="5013" y="2104"/>
                  </a:lnTo>
                  <a:lnTo>
                    <a:pt x="5274" y="2178"/>
                  </a:lnTo>
                  <a:lnTo>
                    <a:pt x="5537" y="2256"/>
                  </a:lnTo>
                  <a:lnTo>
                    <a:pt x="5544" y="2258"/>
                  </a:lnTo>
                  <a:lnTo>
                    <a:pt x="5775" y="2319"/>
                  </a:lnTo>
                  <a:lnTo>
                    <a:pt x="5803" y="2324"/>
                  </a:lnTo>
                  <a:lnTo>
                    <a:pt x="5975" y="2344"/>
                  </a:lnTo>
                  <a:lnTo>
                    <a:pt x="5994" y="2345"/>
                  </a:lnTo>
                  <a:lnTo>
                    <a:pt x="6014" y="2345"/>
                  </a:lnTo>
                  <a:lnTo>
                    <a:pt x="6032" y="2343"/>
                  </a:lnTo>
                  <a:lnTo>
                    <a:pt x="6051" y="2339"/>
                  </a:lnTo>
                  <a:lnTo>
                    <a:pt x="6069" y="2333"/>
                  </a:lnTo>
                  <a:lnTo>
                    <a:pt x="6155" y="2302"/>
                  </a:lnTo>
                  <a:lnTo>
                    <a:pt x="6173" y="2295"/>
                  </a:lnTo>
                  <a:lnTo>
                    <a:pt x="6191" y="2285"/>
                  </a:lnTo>
                  <a:lnTo>
                    <a:pt x="6208" y="2274"/>
                  </a:lnTo>
                  <a:lnTo>
                    <a:pt x="6223" y="2261"/>
                  </a:lnTo>
                  <a:lnTo>
                    <a:pt x="6238" y="2247"/>
                  </a:lnTo>
                  <a:lnTo>
                    <a:pt x="6250" y="2231"/>
                  </a:lnTo>
                  <a:lnTo>
                    <a:pt x="6261" y="2215"/>
                  </a:lnTo>
                  <a:lnTo>
                    <a:pt x="6271" y="2197"/>
                  </a:lnTo>
                  <a:lnTo>
                    <a:pt x="6279" y="2178"/>
                  </a:lnTo>
                  <a:lnTo>
                    <a:pt x="6284" y="2159"/>
                  </a:lnTo>
                  <a:lnTo>
                    <a:pt x="6301" y="2091"/>
                  </a:lnTo>
                  <a:lnTo>
                    <a:pt x="6305" y="2073"/>
                  </a:lnTo>
                  <a:lnTo>
                    <a:pt x="6307" y="2054"/>
                  </a:lnTo>
                  <a:lnTo>
                    <a:pt x="6307" y="2035"/>
                  </a:lnTo>
                  <a:lnTo>
                    <a:pt x="6306" y="2016"/>
                  </a:lnTo>
                  <a:lnTo>
                    <a:pt x="6297" y="1944"/>
                  </a:lnTo>
                  <a:lnTo>
                    <a:pt x="6297" y="1936"/>
                  </a:lnTo>
                  <a:lnTo>
                    <a:pt x="6366" y="1895"/>
                  </a:lnTo>
                  <a:lnTo>
                    <a:pt x="6506" y="1829"/>
                  </a:lnTo>
                  <a:lnTo>
                    <a:pt x="6668" y="1766"/>
                  </a:lnTo>
                  <a:lnTo>
                    <a:pt x="6836" y="1716"/>
                  </a:lnTo>
                  <a:lnTo>
                    <a:pt x="6998" y="1687"/>
                  </a:lnTo>
                  <a:lnTo>
                    <a:pt x="7161" y="1676"/>
                  </a:lnTo>
                  <a:lnTo>
                    <a:pt x="7333" y="1677"/>
                  </a:lnTo>
                  <a:lnTo>
                    <a:pt x="7509" y="1695"/>
                  </a:lnTo>
                  <a:lnTo>
                    <a:pt x="7684" y="1730"/>
                  </a:lnTo>
                  <a:lnTo>
                    <a:pt x="7857" y="1784"/>
                  </a:lnTo>
                  <a:lnTo>
                    <a:pt x="8039" y="1867"/>
                  </a:lnTo>
                  <a:lnTo>
                    <a:pt x="8233" y="1977"/>
                  </a:lnTo>
                  <a:lnTo>
                    <a:pt x="8430" y="2106"/>
                  </a:lnTo>
                  <a:lnTo>
                    <a:pt x="8617" y="2244"/>
                  </a:lnTo>
                  <a:lnTo>
                    <a:pt x="8780" y="2376"/>
                  </a:lnTo>
                  <a:lnTo>
                    <a:pt x="8921" y="2514"/>
                  </a:lnTo>
                  <a:lnTo>
                    <a:pt x="9052" y="2673"/>
                  </a:lnTo>
                  <a:lnTo>
                    <a:pt x="9176" y="2838"/>
                  </a:lnTo>
                  <a:lnTo>
                    <a:pt x="9177" y="2839"/>
                  </a:lnTo>
                  <a:lnTo>
                    <a:pt x="9289" y="2984"/>
                  </a:lnTo>
                  <a:lnTo>
                    <a:pt x="9302" y="3000"/>
                  </a:lnTo>
                  <a:lnTo>
                    <a:pt x="9397" y="3102"/>
                  </a:lnTo>
                  <a:lnTo>
                    <a:pt x="9411" y="3115"/>
                  </a:lnTo>
                  <a:lnTo>
                    <a:pt x="9425" y="3127"/>
                  </a:lnTo>
                  <a:lnTo>
                    <a:pt x="9441" y="3137"/>
                  </a:lnTo>
                  <a:lnTo>
                    <a:pt x="9518" y="3185"/>
                  </a:lnTo>
                  <a:lnTo>
                    <a:pt x="9535" y="3194"/>
                  </a:lnTo>
                  <a:lnTo>
                    <a:pt x="9552" y="3201"/>
                  </a:lnTo>
                  <a:lnTo>
                    <a:pt x="9569" y="3207"/>
                  </a:lnTo>
                  <a:lnTo>
                    <a:pt x="9587" y="3211"/>
                  </a:lnTo>
                  <a:lnTo>
                    <a:pt x="9605" y="3214"/>
                  </a:lnTo>
                  <a:lnTo>
                    <a:pt x="9665" y="3220"/>
                  </a:lnTo>
                  <a:lnTo>
                    <a:pt x="9685" y="3221"/>
                  </a:lnTo>
                  <a:lnTo>
                    <a:pt x="9704" y="3220"/>
                  </a:lnTo>
                  <a:lnTo>
                    <a:pt x="9723" y="3217"/>
                  </a:lnTo>
                  <a:lnTo>
                    <a:pt x="9741" y="3213"/>
                  </a:lnTo>
                  <a:lnTo>
                    <a:pt x="9759" y="3207"/>
                  </a:lnTo>
                  <a:lnTo>
                    <a:pt x="9806" y="3189"/>
                  </a:lnTo>
                  <a:lnTo>
                    <a:pt x="9827" y="3179"/>
                  </a:lnTo>
                  <a:lnTo>
                    <a:pt x="9847" y="3168"/>
                  </a:lnTo>
                  <a:lnTo>
                    <a:pt x="9866" y="3155"/>
                  </a:lnTo>
                  <a:lnTo>
                    <a:pt x="9876" y="3150"/>
                  </a:lnTo>
                  <a:lnTo>
                    <a:pt x="9894" y="3142"/>
                  </a:lnTo>
                  <a:lnTo>
                    <a:pt x="9911" y="3131"/>
                  </a:lnTo>
                  <a:lnTo>
                    <a:pt x="9927" y="3119"/>
                  </a:lnTo>
                  <a:lnTo>
                    <a:pt x="9942" y="3105"/>
                  </a:lnTo>
                  <a:lnTo>
                    <a:pt x="9955" y="3090"/>
                  </a:lnTo>
                  <a:lnTo>
                    <a:pt x="9967" y="3073"/>
                  </a:lnTo>
                  <a:lnTo>
                    <a:pt x="9977" y="3056"/>
                  </a:lnTo>
                  <a:lnTo>
                    <a:pt x="9985" y="3038"/>
                  </a:lnTo>
                  <a:lnTo>
                    <a:pt x="9992" y="3018"/>
                  </a:lnTo>
                  <a:lnTo>
                    <a:pt x="9996" y="2999"/>
                  </a:lnTo>
                  <a:lnTo>
                    <a:pt x="9999" y="2979"/>
                  </a:lnTo>
                  <a:lnTo>
                    <a:pt x="10000" y="2959"/>
                  </a:lnTo>
                  <a:lnTo>
                    <a:pt x="9998" y="2939"/>
                  </a:lnTo>
                  <a:lnTo>
                    <a:pt x="9995" y="2919"/>
                  </a:lnTo>
                  <a:lnTo>
                    <a:pt x="9990" y="2899"/>
                  </a:lnTo>
                  <a:lnTo>
                    <a:pt x="9983" y="2880"/>
                  </a:lnTo>
                  <a:lnTo>
                    <a:pt x="9974" y="2862"/>
                  </a:lnTo>
                  <a:lnTo>
                    <a:pt x="9963" y="2845"/>
                  </a:lnTo>
                  <a:lnTo>
                    <a:pt x="9951" y="2829"/>
                  </a:lnTo>
                  <a:lnTo>
                    <a:pt x="9937" y="2814"/>
                  </a:lnTo>
                  <a:lnTo>
                    <a:pt x="9922" y="2801"/>
                  </a:lnTo>
                  <a:lnTo>
                    <a:pt x="9906" y="2789"/>
                  </a:lnTo>
                  <a:lnTo>
                    <a:pt x="9888" y="2779"/>
                  </a:lnTo>
                  <a:lnTo>
                    <a:pt x="9870" y="2771"/>
                  </a:lnTo>
                  <a:lnTo>
                    <a:pt x="9851" y="2764"/>
                  </a:lnTo>
                  <a:lnTo>
                    <a:pt x="9831" y="2760"/>
                  </a:lnTo>
                  <a:lnTo>
                    <a:pt x="9811" y="2757"/>
                  </a:lnTo>
                  <a:lnTo>
                    <a:pt x="9791" y="2756"/>
                  </a:lnTo>
                  <a:lnTo>
                    <a:pt x="9771" y="2758"/>
                  </a:lnTo>
                  <a:lnTo>
                    <a:pt x="9751" y="2761"/>
                  </a:lnTo>
                  <a:lnTo>
                    <a:pt x="9731" y="2766"/>
                  </a:lnTo>
                  <a:lnTo>
                    <a:pt x="9713" y="2773"/>
                  </a:lnTo>
                  <a:lnTo>
                    <a:pt x="9685" y="2785"/>
                  </a:lnTo>
                  <a:lnTo>
                    <a:pt x="9670" y="2792"/>
                  </a:lnTo>
                  <a:lnTo>
                    <a:pt x="9609" y="2726"/>
                  </a:lnTo>
                  <a:lnTo>
                    <a:pt x="9504" y="2590"/>
                  </a:lnTo>
                  <a:lnTo>
                    <a:pt x="9378" y="2422"/>
                  </a:lnTo>
                  <a:lnTo>
                    <a:pt x="9372" y="2415"/>
                  </a:lnTo>
                  <a:lnTo>
                    <a:pt x="9231" y="2244"/>
                  </a:lnTo>
                  <a:lnTo>
                    <a:pt x="9217" y="2229"/>
                  </a:lnTo>
                  <a:lnTo>
                    <a:pt x="9062" y="2076"/>
                  </a:lnTo>
                  <a:lnTo>
                    <a:pt x="9046" y="2062"/>
                  </a:lnTo>
                  <a:lnTo>
                    <a:pt x="8872" y="1921"/>
                  </a:lnTo>
                  <a:lnTo>
                    <a:pt x="8864" y="1915"/>
                  </a:lnTo>
                  <a:lnTo>
                    <a:pt x="8669" y="1772"/>
                  </a:lnTo>
                  <a:lnTo>
                    <a:pt x="8660" y="1766"/>
                  </a:lnTo>
                  <a:lnTo>
                    <a:pt x="8454" y="1630"/>
                  </a:lnTo>
                  <a:lnTo>
                    <a:pt x="8442" y="1623"/>
                  </a:lnTo>
                  <a:lnTo>
                    <a:pt x="8234" y="1505"/>
                  </a:lnTo>
                  <a:lnTo>
                    <a:pt x="8217" y="1496"/>
                  </a:lnTo>
                  <a:lnTo>
                    <a:pt x="8016" y="1405"/>
                  </a:lnTo>
                  <a:lnTo>
                    <a:pt x="7993" y="1396"/>
                  </a:lnTo>
                  <a:lnTo>
                    <a:pt x="7797" y="1335"/>
                  </a:lnTo>
                  <a:lnTo>
                    <a:pt x="7776" y="1329"/>
                  </a:lnTo>
                  <a:lnTo>
                    <a:pt x="7579" y="1290"/>
                  </a:lnTo>
                  <a:lnTo>
                    <a:pt x="7559" y="1287"/>
                  </a:lnTo>
                  <a:lnTo>
                    <a:pt x="7365" y="1268"/>
                  </a:lnTo>
                  <a:lnTo>
                    <a:pt x="7347" y="1267"/>
                  </a:lnTo>
                  <a:lnTo>
                    <a:pt x="7157" y="1265"/>
                  </a:lnTo>
                  <a:lnTo>
                    <a:pt x="7140" y="1265"/>
                  </a:lnTo>
                  <a:lnTo>
                    <a:pt x="6958" y="1278"/>
                  </a:lnTo>
                  <a:lnTo>
                    <a:pt x="6936" y="1281"/>
                  </a:lnTo>
                  <a:lnTo>
                    <a:pt x="6752" y="1314"/>
                  </a:lnTo>
                  <a:lnTo>
                    <a:pt x="6730" y="1319"/>
                  </a:lnTo>
                  <a:lnTo>
                    <a:pt x="6543" y="1374"/>
                  </a:lnTo>
                  <a:lnTo>
                    <a:pt x="6527" y="1380"/>
                  </a:lnTo>
                  <a:lnTo>
                    <a:pt x="6350" y="1448"/>
                  </a:lnTo>
                  <a:lnTo>
                    <a:pt x="6335" y="1454"/>
                  </a:lnTo>
                  <a:lnTo>
                    <a:pt x="6181" y="1528"/>
                  </a:lnTo>
                  <a:lnTo>
                    <a:pt x="6165" y="1537"/>
                  </a:lnTo>
                  <a:lnTo>
                    <a:pt x="6046" y="1607"/>
                  </a:lnTo>
                  <a:lnTo>
                    <a:pt x="6028" y="1619"/>
                  </a:lnTo>
                  <a:lnTo>
                    <a:pt x="6012" y="1632"/>
                  </a:lnTo>
                  <a:lnTo>
                    <a:pt x="5997" y="1647"/>
                  </a:lnTo>
                  <a:lnTo>
                    <a:pt x="5984" y="1663"/>
                  </a:lnTo>
                  <a:lnTo>
                    <a:pt x="5927" y="1741"/>
                  </a:lnTo>
                  <a:lnTo>
                    <a:pt x="5916" y="1759"/>
                  </a:lnTo>
                  <a:lnTo>
                    <a:pt x="5907" y="1777"/>
                  </a:lnTo>
                  <a:lnTo>
                    <a:pt x="5899" y="1796"/>
                  </a:lnTo>
                  <a:lnTo>
                    <a:pt x="5893" y="1816"/>
                  </a:lnTo>
                  <a:lnTo>
                    <a:pt x="5890" y="1836"/>
                  </a:lnTo>
                  <a:lnTo>
                    <a:pt x="5888" y="1857"/>
                  </a:lnTo>
                  <a:lnTo>
                    <a:pt x="5887" y="1920"/>
                  </a:lnTo>
                  <a:lnTo>
                    <a:pt x="5865" y="1917"/>
                  </a:lnTo>
                  <a:lnTo>
                    <a:pt x="5651" y="1862"/>
                  </a:lnTo>
                  <a:lnTo>
                    <a:pt x="5390" y="1784"/>
                  </a:lnTo>
                  <a:lnTo>
                    <a:pt x="5387" y="1783"/>
                  </a:lnTo>
                  <a:lnTo>
                    <a:pt x="5118" y="1707"/>
                  </a:lnTo>
                  <a:lnTo>
                    <a:pt x="5104" y="1704"/>
                  </a:lnTo>
                  <a:lnTo>
                    <a:pt x="4857" y="1651"/>
                  </a:lnTo>
                  <a:lnTo>
                    <a:pt x="4840" y="1649"/>
                  </a:lnTo>
                  <a:lnTo>
                    <a:pt x="4823" y="1647"/>
                  </a:lnTo>
                  <a:lnTo>
                    <a:pt x="4580" y="1637"/>
                  </a:lnTo>
                  <a:lnTo>
                    <a:pt x="4558" y="1637"/>
                  </a:lnTo>
                  <a:lnTo>
                    <a:pt x="4300" y="1654"/>
                  </a:lnTo>
                  <a:lnTo>
                    <a:pt x="4299" y="1654"/>
                  </a:lnTo>
                  <a:lnTo>
                    <a:pt x="4065" y="1671"/>
                  </a:lnTo>
                  <a:lnTo>
                    <a:pt x="3909" y="1666"/>
                  </a:lnTo>
                  <a:lnTo>
                    <a:pt x="3905" y="1664"/>
                  </a:lnTo>
                  <a:lnTo>
                    <a:pt x="3929" y="1571"/>
                  </a:lnTo>
                  <a:lnTo>
                    <a:pt x="4001" y="1380"/>
                  </a:lnTo>
                  <a:lnTo>
                    <a:pt x="4007" y="1362"/>
                  </a:lnTo>
                  <a:lnTo>
                    <a:pt x="4063" y="1160"/>
                  </a:lnTo>
                  <a:lnTo>
                    <a:pt x="4067" y="1142"/>
                  </a:lnTo>
                  <a:lnTo>
                    <a:pt x="4070" y="1124"/>
                  </a:lnTo>
                  <a:lnTo>
                    <a:pt x="4071" y="1105"/>
                  </a:lnTo>
                  <a:lnTo>
                    <a:pt x="4070" y="1087"/>
                  </a:lnTo>
                  <a:lnTo>
                    <a:pt x="4053" y="909"/>
                  </a:lnTo>
                  <a:lnTo>
                    <a:pt x="4051" y="890"/>
                  </a:lnTo>
                  <a:lnTo>
                    <a:pt x="4046" y="871"/>
                  </a:lnTo>
                  <a:lnTo>
                    <a:pt x="4040" y="853"/>
                  </a:lnTo>
                  <a:lnTo>
                    <a:pt x="4032" y="836"/>
                  </a:lnTo>
                  <a:lnTo>
                    <a:pt x="4023" y="819"/>
                  </a:lnTo>
                  <a:lnTo>
                    <a:pt x="3921" y="657"/>
                  </a:lnTo>
                  <a:lnTo>
                    <a:pt x="3910" y="641"/>
                  </a:lnTo>
                  <a:lnTo>
                    <a:pt x="3898" y="626"/>
                  </a:lnTo>
                  <a:lnTo>
                    <a:pt x="3745" y="462"/>
                  </a:lnTo>
                  <a:lnTo>
                    <a:pt x="3725" y="443"/>
                  </a:lnTo>
                  <a:lnTo>
                    <a:pt x="3541" y="292"/>
                  </a:lnTo>
                  <a:lnTo>
                    <a:pt x="3521" y="277"/>
                  </a:lnTo>
                  <a:lnTo>
                    <a:pt x="3325" y="153"/>
                  </a:lnTo>
                  <a:lnTo>
                    <a:pt x="3312" y="145"/>
                  </a:lnTo>
                  <a:lnTo>
                    <a:pt x="3298" y="138"/>
                  </a:lnTo>
                  <a:lnTo>
                    <a:pt x="3110" y="55"/>
                  </a:lnTo>
                  <a:lnTo>
                    <a:pt x="3089" y="48"/>
                  </a:lnTo>
                  <a:lnTo>
                    <a:pt x="3068" y="42"/>
                  </a:lnTo>
                  <a:lnTo>
                    <a:pt x="2885" y="5"/>
                  </a:lnTo>
                  <a:lnTo>
                    <a:pt x="2866" y="2"/>
                  </a:lnTo>
                  <a:lnTo>
                    <a:pt x="2845" y="1"/>
                  </a:lnTo>
                  <a:lnTo>
                    <a:pt x="2656" y="0"/>
                  </a:lnTo>
                  <a:lnTo>
                    <a:pt x="2640" y="0"/>
                  </a:lnTo>
                  <a:lnTo>
                    <a:pt x="2625" y="2"/>
                  </a:lnTo>
                  <a:lnTo>
                    <a:pt x="2430" y="30"/>
                  </a:lnTo>
                  <a:lnTo>
                    <a:pt x="2408" y="35"/>
                  </a:lnTo>
                  <a:lnTo>
                    <a:pt x="2212" y="86"/>
                  </a:lnTo>
                  <a:lnTo>
                    <a:pt x="2196" y="91"/>
                  </a:lnTo>
                  <a:lnTo>
                    <a:pt x="2001" y="159"/>
                  </a:lnTo>
                  <a:lnTo>
                    <a:pt x="1988" y="164"/>
                  </a:lnTo>
                  <a:lnTo>
                    <a:pt x="1787" y="248"/>
                  </a:lnTo>
                  <a:lnTo>
                    <a:pt x="1774" y="255"/>
                  </a:lnTo>
                  <a:lnTo>
                    <a:pt x="1565" y="361"/>
                  </a:lnTo>
                  <a:lnTo>
                    <a:pt x="1551" y="369"/>
                  </a:lnTo>
                  <a:lnTo>
                    <a:pt x="1344" y="495"/>
                  </a:lnTo>
                  <a:lnTo>
                    <a:pt x="1328" y="506"/>
                  </a:lnTo>
                  <a:lnTo>
                    <a:pt x="1133" y="653"/>
                  </a:lnTo>
                  <a:lnTo>
                    <a:pt x="1115" y="668"/>
                  </a:lnTo>
                  <a:lnTo>
                    <a:pt x="940" y="834"/>
                  </a:lnTo>
                  <a:lnTo>
                    <a:pt x="929" y="845"/>
                  </a:lnTo>
                  <a:lnTo>
                    <a:pt x="918" y="858"/>
                  </a:lnTo>
                  <a:lnTo>
                    <a:pt x="763" y="1061"/>
                  </a:lnTo>
                  <a:lnTo>
                    <a:pt x="750" y="1081"/>
                  </a:lnTo>
                  <a:lnTo>
                    <a:pt x="608" y="1321"/>
                  </a:lnTo>
                  <a:lnTo>
                    <a:pt x="602" y="1333"/>
                  </a:lnTo>
                  <a:lnTo>
                    <a:pt x="475" y="1583"/>
                  </a:lnTo>
                  <a:lnTo>
                    <a:pt x="473" y="1588"/>
                  </a:lnTo>
                  <a:lnTo>
                    <a:pt x="362" y="1822"/>
                  </a:lnTo>
                  <a:lnTo>
                    <a:pt x="268" y="2014"/>
                  </a:lnTo>
                  <a:lnTo>
                    <a:pt x="191" y="2164"/>
                  </a:lnTo>
                  <a:lnTo>
                    <a:pt x="188" y="2170"/>
                  </a:lnTo>
                  <a:lnTo>
                    <a:pt x="128" y="2297"/>
                  </a:lnTo>
                  <a:lnTo>
                    <a:pt x="126" y="2302"/>
                  </a:lnTo>
                  <a:lnTo>
                    <a:pt x="80" y="2406"/>
                  </a:lnTo>
                  <a:lnTo>
                    <a:pt x="78" y="2408"/>
                  </a:lnTo>
                  <a:lnTo>
                    <a:pt x="44" y="2489"/>
                  </a:lnTo>
                  <a:lnTo>
                    <a:pt x="17" y="2550"/>
                  </a:lnTo>
                  <a:lnTo>
                    <a:pt x="10" y="2569"/>
                  </a:lnTo>
                  <a:lnTo>
                    <a:pt x="4" y="2589"/>
                  </a:lnTo>
                  <a:lnTo>
                    <a:pt x="1" y="2608"/>
                  </a:lnTo>
                  <a:lnTo>
                    <a:pt x="0" y="2629"/>
                  </a:lnTo>
                  <a:lnTo>
                    <a:pt x="0" y="2649"/>
                  </a:lnTo>
                  <a:lnTo>
                    <a:pt x="3" y="2669"/>
                  </a:lnTo>
                  <a:lnTo>
                    <a:pt x="7" y="2688"/>
                  </a:lnTo>
                  <a:lnTo>
                    <a:pt x="13" y="2708"/>
                  </a:lnTo>
                  <a:lnTo>
                    <a:pt x="22" y="2726"/>
                  </a:lnTo>
                  <a:lnTo>
                    <a:pt x="32" y="2743"/>
                  </a:lnTo>
                  <a:lnTo>
                    <a:pt x="43" y="2760"/>
                  </a:lnTo>
                  <a:lnTo>
                    <a:pt x="56" y="2775"/>
                  </a:lnTo>
                  <a:lnTo>
                    <a:pt x="71" y="2789"/>
                  </a:lnTo>
                  <a:lnTo>
                    <a:pt x="87" y="2801"/>
                  </a:lnTo>
                  <a:lnTo>
                    <a:pt x="104" y="2812"/>
                  </a:lnTo>
                  <a:lnTo>
                    <a:pt x="122" y="2821"/>
                  </a:lnTo>
                  <a:lnTo>
                    <a:pt x="141" y="2828"/>
                  </a:lnTo>
                  <a:lnTo>
                    <a:pt x="160" y="2834"/>
                  </a:lnTo>
                  <a:lnTo>
                    <a:pt x="180" y="2837"/>
                  </a:lnTo>
                  <a:lnTo>
                    <a:pt x="200" y="2839"/>
                  </a:lnTo>
                  <a:lnTo>
                    <a:pt x="221" y="2838"/>
                  </a:lnTo>
                  <a:lnTo>
                    <a:pt x="241" y="2835"/>
                  </a:lnTo>
                  <a:lnTo>
                    <a:pt x="260" y="2831"/>
                  </a:lnTo>
                  <a:lnTo>
                    <a:pt x="279" y="2825"/>
                  </a:lnTo>
                  <a:lnTo>
                    <a:pt x="298" y="2816"/>
                  </a:lnTo>
                  <a:lnTo>
                    <a:pt x="315" y="2806"/>
                  </a:lnTo>
                  <a:lnTo>
                    <a:pt x="332" y="2795"/>
                  </a:lnTo>
                  <a:lnTo>
                    <a:pt x="347" y="2782"/>
                  </a:lnTo>
                  <a:lnTo>
                    <a:pt x="361" y="2767"/>
                  </a:lnTo>
                  <a:lnTo>
                    <a:pt x="373" y="2751"/>
                  </a:lnTo>
                  <a:lnTo>
                    <a:pt x="384" y="2734"/>
                  </a:lnTo>
                  <a:lnTo>
                    <a:pt x="393" y="2716"/>
                  </a:lnTo>
                  <a:lnTo>
                    <a:pt x="420" y="2654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41" name="Clavículas_4"/>
            <p:cNvGrpSpPr/>
            <p:nvPr/>
          </p:nvGrpSpPr>
          <p:grpSpPr>
            <a:xfrm>
              <a:off x="9601200" y="1130198"/>
              <a:ext cx="1645920" cy="107899"/>
              <a:chOff x="9601200" y="1130198"/>
              <a:chExt cx="1645920" cy="107899"/>
            </a:xfrm>
          </p:grpSpPr>
          <p:sp>
            <p:nvSpPr>
              <p:cNvPr id="142" name="Forma 141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43" name="Forma 142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44" name="Forma 143"/>
            <p:cNvSpPr/>
            <p:nvPr/>
          </p:nvSpPr>
          <p:spPr>
            <a:xfrm>
              <a:off x="9052560" y="3703320"/>
              <a:ext cx="2743200" cy="502920"/>
            </a:xfrm>
            <a:prstGeom prst="rect">
              <a:avLst/>
            </a:prstGeom>
            <a:solidFill>
              <a:srgbClr val="D7BDE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Atelectasia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45" name="Forma 144"/>
            <p:cNvSpPr/>
            <p:nvPr/>
          </p:nvSpPr>
          <p:spPr>
            <a:xfrm>
              <a:off x="905256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pulmonar sin aire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146" name="Coexistencia"/>
          <p:cNvSpPr/>
          <p:nvPr/>
        </p:nvSpPr>
        <p:spPr>
          <a:xfrm>
            <a:off x="274320" y="5029200"/>
            <a:ext cx="11704320" cy="13258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Cualquiera de estas causas de matidez puede acompañarse de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como complicación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hallazgo exige integrar frémito, auscultación e imágenes.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844812" y="91440"/>
            <a:ext cx="818229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MATIDEZ NO ES EXCLUSIVA DEL DERRAME</a:t>
            </a:r>
            <a:endParaRPr lang="es-AR" sz="2400" dirty="0">
              <a:latin typeface="Mali"/>
            </a:endParaRPr>
          </a:p>
        </p:txBody>
      </p:sp>
      <p:sp>
        <p:nvSpPr>
          <p:cNvPr id="1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20040" y="914400"/>
            <a:ext cx="11567160" cy="776690"/>
            <a:chOff x="320040" y="914400"/>
            <a:chExt cx="11567160" cy="776690"/>
          </a:xfrm>
        </p:grpSpPr>
        <p:sp>
          <p:nvSpPr>
            <p:cNvPr id="5" name="Forma 4"/>
            <p:cNvSpPr/>
            <p:nvPr/>
          </p:nvSpPr>
          <p:spPr>
            <a:xfrm>
              <a:off x="320040" y="914400"/>
              <a:ext cx="2120646" cy="776690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MÉTODO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440686" y="914400"/>
              <a:ext cx="5012436" cy="776690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7453122" y="914400"/>
              <a:ext cx="4434078" cy="776690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EXPLICACIÓN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20040" y="1691090"/>
            <a:ext cx="11567160" cy="932798"/>
            <a:chOff x="320040" y="1691090"/>
            <a:chExt cx="11567160" cy="932798"/>
          </a:xfrm>
        </p:grpSpPr>
        <p:sp>
          <p:nvSpPr>
            <p:cNvPr id="9" name="Forma 8"/>
            <p:cNvSpPr/>
            <p:nvPr/>
          </p:nvSpPr>
          <p:spPr>
            <a:xfrm>
              <a:off x="320040" y="1691090"/>
              <a:ext cx="2120646" cy="9327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Síntomas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440686" y="1691090"/>
              <a:ext cx="5012436" cy="9327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Disnea, tos seca, dolor en puntada de costado, trepopnea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7453122" y="1691090"/>
              <a:ext cx="4434078" cy="9327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comprime el pulmón y la pleura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20040" y="2623888"/>
            <a:ext cx="11567160" cy="932798"/>
            <a:chOff x="320040" y="2623888"/>
            <a:chExt cx="11567160" cy="932798"/>
          </a:xfrm>
        </p:grpSpPr>
        <p:sp>
          <p:nvSpPr>
            <p:cNvPr id="13" name="Forma 12"/>
            <p:cNvSpPr/>
            <p:nvPr/>
          </p:nvSpPr>
          <p:spPr>
            <a:xfrm>
              <a:off x="320040" y="2623888"/>
              <a:ext cx="2120646" cy="9327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Inspección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440686" y="2623888"/>
              <a:ext cx="5012436" cy="9327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Taquipnea, abombamiento, ↓ movimientos del lado afectado, facie ansiosa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7453122" y="2623888"/>
              <a:ext cx="4434078" cy="9327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Desplaza el pulmón y limita la expansión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20040" y="3556686"/>
            <a:ext cx="11567160" cy="932798"/>
            <a:chOff x="320040" y="3556686"/>
            <a:chExt cx="11567160" cy="932798"/>
          </a:xfrm>
        </p:grpSpPr>
        <p:sp>
          <p:nvSpPr>
            <p:cNvPr id="17" name="Forma 16"/>
            <p:cNvSpPr/>
            <p:nvPr/>
          </p:nvSpPr>
          <p:spPr>
            <a:xfrm>
              <a:off x="320040" y="3556686"/>
              <a:ext cx="2120646" cy="9327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Palpación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440686" y="3556686"/>
              <a:ext cx="5012436" cy="9327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VV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por encima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abolición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VV sobre el derrame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7453122" y="3556686"/>
              <a:ext cx="4434078" cy="9327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atenúa las vibraciones de las cuerdas vocales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20040" y="4489484"/>
            <a:ext cx="11567160" cy="932798"/>
            <a:chOff x="320040" y="4489484"/>
            <a:chExt cx="11567160" cy="932798"/>
          </a:xfrm>
        </p:grpSpPr>
        <p:sp>
          <p:nvSpPr>
            <p:cNvPr id="21" name="Forma 20"/>
            <p:cNvSpPr/>
            <p:nvPr/>
          </p:nvSpPr>
          <p:spPr>
            <a:xfrm>
              <a:off x="320040" y="4489484"/>
              <a:ext cx="2120646" cy="9327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440686" y="4489484"/>
              <a:ext cx="5012436" cy="9327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 hídrica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signo de Koranyi; signo del desnivel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7453122" y="4489484"/>
              <a:ext cx="4434078" cy="9327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es denso: matidez en lugar de sonoridad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4" name="Tabla fila 5"/>
          <p:cNvGrpSpPr/>
          <p:nvPr/>
        </p:nvGrpSpPr>
        <p:grpSpPr>
          <a:xfrm>
            <a:off x="320040" y="5422282"/>
            <a:ext cx="11567160" cy="932798"/>
            <a:chOff x="320040" y="5422282"/>
            <a:chExt cx="11567160" cy="932798"/>
          </a:xfrm>
        </p:grpSpPr>
        <p:sp>
          <p:nvSpPr>
            <p:cNvPr id="25" name="Forma 24"/>
            <p:cNvSpPr/>
            <p:nvPr/>
          </p:nvSpPr>
          <p:spPr>
            <a:xfrm>
              <a:off x="320040" y="5422282"/>
              <a:ext cx="2120646" cy="9327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440686" y="5422282"/>
              <a:ext cx="5012436" cy="9327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o abolición del MV;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encima; MV en columna e hilio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7453122" y="5422282"/>
              <a:ext cx="4434078" cy="9327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interpuesto atenúa los sonidos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878647" y="91440"/>
            <a:ext cx="91484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EXAMEN FÍSICO DEL DERRAME PLEURAL: SÍNTESIS</a:t>
            </a:r>
            <a:endParaRPr lang="es-AR" sz="24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imagen debe coincidir con la anatomía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Radiografía: primer estudio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Borramiento del seno costofrénico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 (curva) de Damoiseau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masivo y desplazamiento mediastínico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TAC: derrames pequeños y tabicados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Ecografía: el líquido es anecoico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428415" y="74980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44791" y="90068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79438" y="969264"/>
            <a:ext cx="2494483" cy="2260397"/>
            <a:chOff x="6479438" y="969264"/>
            <a:chExt cx="2494483" cy="2260397"/>
          </a:xfrm>
        </p:grpSpPr>
        <p:sp>
          <p:nvSpPr>
            <p:cNvPr id="14" name="Forma 13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31690" y="132008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389371" y="749808"/>
            <a:ext cx="674618" cy="1176820"/>
            <a:chOff x="7389371" y="749808"/>
            <a:chExt cx="674618" cy="1176820"/>
          </a:xfrm>
        </p:grpSpPr>
        <p:sp>
          <p:nvSpPr>
            <p:cNvPr id="20" name="Forma 19"/>
            <p:cNvSpPr/>
            <p:nvPr/>
          </p:nvSpPr>
          <p:spPr>
            <a:xfrm>
              <a:off x="7389371" y="74980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75656" y="83210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638178" y="1749360"/>
            <a:ext cx="952439" cy="1302335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3" name="PulmonDerecho"/>
          <p:cNvGrpSpPr/>
          <p:nvPr/>
        </p:nvGrpSpPr>
        <p:grpSpPr>
          <a:xfrm>
            <a:off x="6799966" y="1020602"/>
            <a:ext cx="726089" cy="1054172"/>
            <a:chOff x="6799966" y="1020602"/>
            <a:chExt cx="726089" cy="1054172"/>
          </a:xfrm>
        </p:grpSpPr>
        <p:sp>
          <p:nvSpPr>
            <p:cNvPr id="24" name="Forma 23"/>
            <p:cNvSpPr/>
            <p:nvPr/>
          </p:nvSpPr>
          <p:spPr>
            <a:xfrm>
              <a:off x="6799966" y="1020602"/>
              <a:ext cx="726089" cy="1054172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6851776" y="1124055"/>
              <a:ext cx="577267" cy="754654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6818573" y="1479613"/>
              <a:ext cx="622163" cy="441344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PleuraVisceralD"/>
          <p:cNvSpPr/>
          <p:nvPr/>
        </p:nvSpPr>
        <p:spPr>
          <a:xfrm>
            <a:off x="6799966" y="1020602"/>
            <a:ext cx="726089" cy="1054172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PulmonIzquierdo"/>
          <p:cNvGrpSpPr/>
          <p:nvPr/>
        </p:nvGrpSpPr>
        <p:grpSpPr>
          <a:xfrm>
            <a:off x="7950449" y="1020602"/>
            <a:ext cx="836385" cy="2058540"/>
            <a:chOff x="7950449" y="1020602"/>
            <a:chExt cx="836385" cy="2058540"/>
          </a:xfrm>
        </p:grpSpPr>
        <p:sp>
          <p:nvSpPr>
            <p:cNvPr id="29" name="Forma 28"/>
            <p:cNvSpPr/>
            <p:nvPr/>
          </p:nvSpPr>
          <p:spPr>
            <a:xfrm>
              <a:off x="7950449" y="1020602"/>
              <a:ext cx="83638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8024317" y="1216152"/>
              <a:ext cx="704438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8032821" y="1929384"/>
              <a:ext cx="717148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PleuraVisceralI"/>
          <p:cNvSpPr/>
          <p:nvPr/>
        </p:nvSpPr>
        <p:spPr>
          <a:xfrm>
            <a:off x="7950449" y="1020602"/>
            <a:ext cx="83638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PleuraPariet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PleuraPariet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VenaCavaSup"/>
          <p:cNvSpPr/>
          <p:nvPr/>
        </p:nvSpPr>
        <p:spPr>
          <a:xfrm>
            <a:off x="7559448" y="122886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VenaCavaInf"/>
          <p:cNvSpPr/>
          <p:nvPr/>
        </p:nvSpPr>
        <p:spPr>
          <a:xfrm>
            <a:off x="7584971" y="275112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Corazon"/>
          <p:cNvGrpSpPr/>
          <p:nvPr/>
        </p:nvGrpSpPr>
        <p:grpSpPr>
          <a:xfrm>
            <a:off x="7573819" y="2086261"/>
            <a:ext cx="753804" cy="776573"/>
            <a:chOff x="7573819" y="2086261"/>
            <a:chExt cx="753804" cy="776573"/>
          </a:xfrm>
        </p:grpSpPr>
        <p:sp>
          <p:nvSpPr>
            <p:cNvPr id="38" name="Forma 37"/>
            <p:cNvSpPr/>
            <p:nvPr/>
          </p:nvSpPr>
          <p:spPr>
            <a:xfrm>
              <a:off x="7573819" y="208626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7967624" y="214335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Diafragma"/>
          <p:cNvSpPr/>
          <p:nvPr/>
        </p:nvSpPr>
        <p:spPr>
          <a:xfrm>
            <a:off x="6692041" y="273059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Clavículas"/>
          <p:cNvGrpSpPr/>
          <p:nvPr/>
        </p:nvGrpSpPr>
        <p:grpSpPr>
          <a:xfrm>
            <a:off x="6876288" y="859536"/>
            <a:ext cx="1700784" cy="109728"/>
            <a:chOff x="6876288" y="859536"/>
            <a:chExt cx="1700784" cy="109728"/>
          </a:xfrm>
        </p:grpSpPr>
        <p:sp>
          <p:nvSpPr>
            <p:cNvPr id="42" name="Forma 41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4" name="Arte RxPlaca"/>
          <p:cNvSpPr/>
          <p:nvPr/>
        </p:nvSpPr>
        <p:spPr>
          <a:xfrm>
            <a:off x="9235440" y="640080"/>
            <a:ext cx="2697480" cy="27432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45" name="Arte RxPartesBlandas"/>
          <p:cNvSpPr/>
          <p:nvPr/>
        </p:nvSpPr>
        <p:spPr>
          <a:xfrm>
            <a:off x="9390614" y="791870"/>
            <a:ext cx="2387133" cy="2545690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46" name="Arte RxPulmonD"/>
          <p:cNvGrpSpPr/>
          <p:nvPr/>
        </p:nvGrpSpPr>
        <p:grpSpPr>
          <a:xfrm>
            <a:off x="9580855" y="1024390"/>
            <a:ext cx="882868" cy="1992638"/>
            <a:chOff x="9580855" y="1024390"/>
            <a:chExt cx="882868" cy="1992638"/>
          </a:xfrm>
        </p:grpSpPr>
        <p:sp>
          <p:nvSpPr>
            <p:cNvPr id="47" name="Forma 46"/>
            <p:cNvSpPr/>
            <p:nvPr/>
          </p:nvSpPr>
          <p:spPr>
            <a:xfrm>
              <a:off x="9580855" y="1024390"/>
              <a:ext cx="882868" cy="1992638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9732201" y="1053638"/>
              <a:ext cx="667533" cy="1019033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9779832" y="1153643"/>
              <a:ext cx="530713" cy="729499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50" name="Arte RxPulmonI"/>
          <p:cNvGrpSpPr/>
          <p:nvPr/>
        </p:nvGrpSpPr>
        <p:grpSpPr>
          <a:xfrm>
            <a:off x="10761234" y="1024390"/>
            <a:ext cx="826272" cy="2056280"/>
            <a:chOff x="10761234" y="1024390"/>
            <a:chExt cx="826272" cy="2056280"/>
          </a:xfrm>
        </p:grpSpPr>
        <p:sp>
          <p:nvSpPr>
            <p:cNvPr id="51" name="Forma 50"/>
            <p:cNvSpPr/>
            <p:nvPr/>
          </p:nvSpPr>
          <p:spPr>
            <a:xfrm>
              <a:off x="10761234" y="1024390"/>
              <a:ext cx="826272" cy="2056280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10789903" y="1053638"/>
              <a:ext cx="768935" cy="198992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857814" y="1242670"/>
              <a:ext cx="647629" cy="1378915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54" name="Arte RxCostillas"/>
          <p:cNvSpPr/>
          <p:nvPr/>
        </p:nvSpPr>
        <p:spPr>
          <a:xfrm>
            <a:off x="9437522" y="1004011"/>
            <a:ext cx="2293315" cy="218505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55" name="Arte RxMediastino"/>
          <p:cNvSpPr/>
          <p:nvPr/>
        </p:nvSpPr>
        <p:spPr>
          <a:xfrm>
            <a:off x="10141153" y="937717"/>
            <a:ext cx="995507" cy="194904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56" name="Arte RxTraquea"/>
          <p:cNvSpPr/>
          <p:nvPr/>
        </p:nvSpPr>
        <p:spPr>
          <a:xfrm>
            <a:off x="10584180" y="791870"/>
            <a:ext cx="2606" cy="79552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7" name="Arte RxOpacidadD"/>
          <p:cNvSpPr/>
          <p:nvPr/>
        </p:nvSpPr>
        <p:spPr>
          <a:xfrm>
            <a:off x="9583461" y="1758104"/>
            <a:ext cx="875629" cy="125892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8" name="Arte RxDiafragma"/>
          <p:cNvSpPr/>
          <p:nvPr/>
        </p:nvSpPr>
        <p:spPr>
          <a:xfrm>
            <a:off x="9624797" y="2709284"/>
            <a:ext cx="1917573" cy="60175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9" name="Arte RxClavículas"/>
          <p:cNvSpPr/>
          <p:nvPr/>
        </p:nvSpPr>
        <p:spPr>
          <a:xfrm>
            <a:off x="9802368" y="897941"/>
            <a:ext cx="1563624" cy="106070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60" name="Arte TACPantalla"/>
          <p:cNvSpPr/>
          <p:nvPr/>
        </p:nvSpPr>
        <p:spPr>
          <a:xfrm>
            <a:off x="6583680" y="3611880"/>
            <a:ext cx="2560320" cy="265176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61" name="Arte TACCuerpo"/>
          <p:cNvSpPr/>
          <p:nvPr/>
        </p:nvSpPr>
        <p:spPr>
          <a:xfrm>
            <a:off x="6705829" y="3850538"/>
            <a:ext cx="2316023" cy="2202925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62" name="Arte TACPulmonD"/>
          <p:cNvGrpSpPr/>
          <p:nvPr/>
        </p:nvGrpSpPr>
        <p:grpSpPr>
          <a:xfrm>
            <a:off x="6961090" y="4219759"/>
            <a:ext cx="782320" cy="1589153"/>
            <a:chOff x="6961090" y="4219759"/>
            <a:chExt cx="782320" cy="1589153"/>
          </a:xfrm>
        </p:grpSpPr>
        <p:sp>
          <p:nvSpPr>
            <p:cNvPr id="63" name="Forma 62"/>
            <p:cNvSpPr/>
            <p:nvPr/>
          </p:nvSpPr>
          <p:spPr>
            <a:xfrm>
              <a:off x="6961090" y="4219759"/>
              <a:ext cx="782320" cy="1589153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6995902" y="4268794"/>
              <a:ext cx="717014" cy="1273900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65" name="Arte TACPulmonI"/>
          <p:cNvGrpSpPr/>
          <p:nvPr/>
        </p:nvGrpSpPr>
        <p:grpSpPr>
          <a:xfrm>
            <a:off x="8043062" y="4200116"/>
            <a:ext cx="661890" cy="1609778"/>
            <a:chOff x="8043062" y="4200116"/>
            <a:chExt cx="661890" cy="1609778"/>
          </a:xfrm>
        </p:grpSpPr>
        <p:sp>
          <p:nvSpPr>
            <p:cNvPr id="66" name="Forma 65"/>
            <p:cNvSpPr/>
            <p:nvPr/>
          </p:nvSpPr>
          <p:spPr>
            <a:xfrm>
              <a:off x="8043062" y="4200116"/>
              <a:ext cx="661890" cy="1609778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67" name="Forma 66"/>
            <p:cNvSpPr/>
            <p:nvPr/>
          </p:nvSpPr>
          <p:spPr>
            <a:xfrm>
              <a:off x="8175862" y="4423443"/>
              <a:ext cx="402548" cy="1144306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68" name="Arte TACCorazon"/>
          <p:cNvSpPr/>
          <p:nvPr/>
        </p:nvSpPr>
        <p:spPr>
          <a:xfrm>
            <a:off x="7659014" y="4477815"/>
            <a:ext cx="563685" cy="631819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69" name="Arte TACVertebra"/>
          <p:cNvSpPr/>
          <p:nvPr/>
        </p:nvSpPr>
        <p:spPr>
          <a:xfrm>
            <a:off x="7684618" y="5481371"/>
            <a:ext cx="358445" cy="344729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70" name="Arte TACAorta"/>
          <p:cNvSpPr/>
          <p:nvPr/>
        </p:nvSpPr>
        <p:spPr>
          <a:xfrm>
            <a:off x="7920167" y="5208240"/>
            <a:ext cx="194584" cy="201534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71" name="Arte TACLiquido"/>
          <p:cNvSpPr/>
          <p:nvPr/>
        </p:nvSpPr>
        <p:spPr>
          <a:xfrm>
            <a:off x="6924596" y="5372649"/>
            <a:ext cx="845550" cy="505195"/>
          </a:xfrm>
          <a:custGeom>
            <a:avLst/>
            <a:gdLst/>
            <a:ahLst/>
            <a:cxnLst/>
            <a:rect l="0" t="0" r="r" b="b"/>
            <a:pathLst>
              <a:path w="10000" h="5768">
                <a:moveTo>
                  <a:pt x="75" y="372"/>
                </a:moveTo>
                <a:lnTo>
                  <a:pt x="362" y="1318"/>
                </a:lnTo>
                <a:lnTo>
                  <a:pt x="403" y="1426"/>
                </a:lnTo>
                <a:lnTo>
                  <a:pt x="797" y="2259"/>
                </a:lnTo>
                <a:lnTo>
                  <a:pt x="850" y="2353"/>
                </a:lnTo>
                <a:lnTo>
                  <a:pt x="1353" y="3123"/>
                </a:lnTo>
                <a:lnTo>
                  <a:pt x="1411" y="3201"/>
                </a:lnTo>
                <a:lnTo>
                  <a:pt x="1990" y="3887"/>
                </a:lnTo>
                <a:lnTo>
                  <a:pt x="2053" y="3954"/>
                </a:lnTo>
                <a:lnTo>
                  <a:pt x="2674" y="4535"/>
                </a:lnTo>
                <a:lnTo>
                  <a:pt x="2751" y="4598"/>
                </a:lnTo>
                <a:lnTo>
                  <a:pt x="3381" y="5053"/>
                </a:lnTo>
                <a:lnTo>
                  <a:pt x="3431" y="5087"/>
                </a:lnTo>
                <a:lnTo>
                  <a:pt x="3485" y="5116"/>
                </a:lnTo>
                <a:lnTo>
                  <a:pt x="4089" y="5424"/>
                </a:lnTo>
                <a:lnTo>
                  <a:pt x="4154" y="5454"/>
                </a:lnTo>
                <a:lnTo>
                  <a:pt x="4222" y="5477"/>
                </a:lnTo>
                <a:lnTo>
                  <a:pt x="4835" y="5659"/>
                </a:lnTo>
                <a:lnTo>
                  <a:pt x="4901" y="5675"/>
                </a:lnTo>
                <a:lnTo>
                  <a:pt x="4967" y="5686"/>
                </a:lnTo>
                <a:lnTo>
                  <a:pt x="5622" y="5762"/>
                </a:lnTo>
                <a:lnTo>
                  <a:pt x="5697" y="5768"/>
                </a:lnTo>
                <a:lnTo>
                  <a:pt x="5772" y="5765"/>
                </a:lnTo>
                <a:lnTo>
                  <a:pt x="6435" y="5716"/>
                </a:lnTo>
                <a:lnTo>
                  <a:pt x="6523" y="5704"/>
                </a:lnTo>
                <a:lnTo>
                  <a:pt x="6609" y="5683"/>
                </a:lnTo>
                <a:lnTo>
                  <a:pt x="7246" y="5486"/>
                </a:lnTo>
                <a:lnTo>
                  <a:pt x="7311" y="5463"/>
                </a:lnTo>
                <a:lnTo>
                  <a:pt x="7374" y="5434"/>
                </a:lnTo>
                <a:lnTo>
                  <a:pt x="7434" y="5400"/>
                </a:lnTo>
                <a:lnTo>
                  <a:pt x="8013" y="5034"/>
                </a:lnTo>
                <a:lnTo>
                  <a:pt x="8075" y="4991"/>
                </a:lnTo>
                <a:lnTo>
                  <a:pt x="8132" y="4942"/>
                </a:lnTo>
                <a:lnTo>
                  <a:pt x="8185" y="4888"/>
                </a:lnTo>
                <a:lnTo>
                  <a:pt x="8671" y="4333"/>
                </a:lnTo>
                <a:lnTo>
                  <a:pt x="8715" y="4279"/>
                </a:lnTo>
                <a:lnTo>
                  <a:pt x="8754" y="4221"/>
                </a:lnTo>
                <a:lnTo>
                  <a:pt x="8787" y="4160"/>
                </a:lnTo>
                <a:lnTo>
                  <a:pt x="9183" y="3350"/>
                </a:lnTo>
                <a:lnTo>
                  <a:pt x="9207" y="3295"/>
                </a:lnTo>
                <a:lnTo>
                  <a:pt x="9227" y="3239"/>
                </a:lnTo>
                <a:lnTo>
                  <a:pt x="9560" y="2177"/>
                </a:lnTo>
                <a:lnTo>
                  <a:pt x="9577" y="2113"/>
                </a:lnTo>
                <a:lnTo>
                  <a:pt x="9851" y="882"/>
                </a:lnTo>
                <a:lnTo>
                  <a:pt x="9859" y="841"/>
                </a:lnTo>
                <a:lnTo>
                  <a:pt x="10000" y="0"/>
                </a:lnTo>
                <a:lnTo>
                  <a:pt x="9079" y="0"/>
                </a:lnTo>
                <a:lnTo>
                  <a:pt x="8964" y="688"/>
                </a:lnTo>
                <a:lnTo>
                  <a:pt x="8712" y="1816"/>
                </a:lnTo>
                <a:lnTo>
                  <a:pt x="1593" y="1816"/>
                </a:lnTo>
                <a:lnTo>
                  <a:pt x="1229" y="1046"/>
                </a:lnTo>
                <a:lnTo>
                  <a:pt x="946" y="115"/>
                </a:lnTo>
                <a:lnTo>
                  <a:pt x="924" y="0"/>
                </a:lnTo>
                <a:lnTo>
                  <a:pt x="0" y="0"/>
                </a:lnTo>
                <a:lnTo>
                  <a:pt x="55" y="291"/>
                </a:lnTo>
                <a:lnTo>
                  <a:pt x="75" y="372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72" name="Arte TACTabiques"/>
          <p:cNvSpPr/>
          <p:nvPr/>
        </p:nvSpPr>
        <p:spPr>
          <a:xfrm>
            <a:off x="7095744" y="5309006"/>
            <a:ext cx="640080" cy="477317"/>
          </a:xfrm>
          <a:custGeom>
            <a:avLst/>
            <a:gdLst/>
            <a:ahLst/>
            <a:cxnLst/>
            <a:rect l="0" t="0" r="r" b="b"/>
            <a:pathLst>
              <a:path w="2500" h="1800" fill="none">
                <a:moveTo>
                  <a:pt x="0" y="0"/>
                </a:moveTo>
                <a:lnTo>
                  <a:pt x="500" y="600"/>
                </a:lnTo>
              </a:path>
              <a:path w="2500" h="1800" fill="none">
                <a:moveTo>
                  <a:pt x="1000" y="1200"/>
                </a:moveTo>
                <a:lnTo>
                  <a:pt x="1200" y="1800"/>
                </a:lnTo>
              </a:path>
              <a:path w="2500" h="1800" fill="none">
                <a:moveTo>
                  <a:pt x="2200" y="600"/>
                </a:moveTo>
                <a:lnTo>
                  <a:pt x="2500" y="1200"/>
                </a:lnTo>
              </a:path>
            </a:pathLst>
          </a:custGeom>
          <a:noFill/>
          <a:ln w="31750" cap="rnd">
            <a:solidFill>
              <a:srgbClr val="FFFFFF"/>
            </a:solidFill>
            <a:round/>
          </a:ln>
        </p:spPr>
      </p:sp>
      <p:sp>
        <p:nvSpPr>
          <p:cNvPr id="73" name="Arte TACRótulo"/>
          <p:cNvSpPr txBox="1"/>
          <p:nvPr/>
        </p:nvSpPr>
        <p:spPr>
          <a:xfrm>
            <a:off x="6634886" y="3664915"/>
            <a:ext cx="768096" cy="1591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74" name="Arte EcoPantalla"/>
          <p:cNvSpPr/>
          <p:nvPr/>
        </p:nvSpPr>
        <p:spPr>
          <a:xfrm>
            <a:off x="9326880" y="3611880"/>
            <a:ext cx="2560320" cy="265176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75" name="Arte EcoPartesBlandas"/>
          <p:cNvSpPr/>
          <p:nvPr/>
        </p:nvSpPr>
        <p:spPr>
          <a:xfrm>
            <a:off x="9338171" y="3616349"/>
            <a:ext cx="2533869" cy="88103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76" name="Arte EcoCostillas"/>
          <p:cNvGrpSpPr/>
          <p:nvPr/>
        </p:nvGrpSpPr>
        <p:grpSpPr>
          <a:xfrm>
            <a:off x="9429293" y="4407408"/>
            <a:ext cx="2355494" cy="1856232"/>
            <a:chOff x="9429293" y="4407408"/>
            <a:chExt cx="2355494" cy="1856232"/>
          </a:xfrm>
        </p:grpSpPr>
        <p:sp>
          <p:nvSpPr>
            <p:cNvPr id="77" name="Forma 76"/>
            <p:cNvSpPr/>
            <p:nvPr/>
          </p:nvSpPr>
          <p:spPr>
            <a:xfrm>
              <a:off x="9429293" y="4486961"/>
              <a:ext cx="614477" cy="1776679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9429293" y="4407408"/>
              <a:ext cx="614477" cy="1591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11170310" y="4486961"/>
              <a:ext cx="614477" cy="1776679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11170310" y="4407408"/>
              <a:ext cx="614477" cy="1591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81" name="Arte EcoLineaPleural"/>
          <p:cNvSpPr/>
          <p:nvPr/>
        </p:nvSpPr>
        <p:spPr>
          <a:xfrm>
            <a:off x="10043770" y="4545300"/>
            <a:ext cx="1126541" cy="424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82" name="Arte EcoAnecoico"/>
          <p:cNvSpPr/>
          <p:nvPr/>
        </p:nvSpPr>
        <p:spPr>
          <a:xfrm>
            <a:off x="10056571" y="4606290"/>
            <a:ext cx="1100938" cy="1020928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83" name="Arte EcoPulmonCompr"/>
          <p:cNvSpPr/>
          <p:nvPr/>
        </p:nvSpPr>
        <p:spPr>
          <a:xfrm>
            <a:off x="10085442" y="5674983"/>
            <a:ext cx="1044499" cy="571629"/>
          </a:xfrm>
          <a:custGeom>
            <a:avLst/>
            <a:gdLst/>
            <a:ahLst/>
            <a:cxnLst/>
            <a:rect l="0" t="0" r="r" b="b"/>
            <a:pathLst>
              <a:path w="4079" h="2155">
                <a:moveTo>
                  <a:pt x="878" y="1080"/>
                </a:moveTo>
                <a:cubicBezTo>
                  <a:pt x="878" y="1099"/>
                  <a:pt x="862" y="1115"/>
                  <a:pt x="843" y="1115"/>
                </a:cubicBezTo>
                <a:cubicBezTo>
                  <a:pt x="824" y="1115"/>
                  <a:pt x="808" y="1099"/>
                  <a:pt x="808" y="1080"/>
                </a:cubicBezTo>
                <a:cubicBezTo>
                  <a:pt x="808" y="1061"/>
                  <a:pt x="824" y="1045"/>
                  <a:pt x="843" y="1045"/>
                </a:cubicBezTo>
                <a:cubicBezTo>
                  <a:pt x="862" y="1045"/>
                  <a:pt x="878" y="1061"/>
                  <a:pt x="878" y="1080"/>
                </a:cubicBezTo>
                <a:close/>
                <a:moveTo>
                  <a:pt x="498" y="1148"/>
                </a:moveTo>
                <a:cubicBezTo>
                  <a:pt x="498" y="1180"/>
                  <a:pt x="472" y="1206"/>
                  <a:pt x="440" y="1206"/>
                </a:cubicBezTo>
                <a:cubicBezTo>
                  <a:pt x="408" y="1206"/>
                  <a:pt x="382" y="1180"/>
                  <a:pt x="382" y="1148"/>
                </a:cubicBezTo>
                <a:cubicBezTo>
                  <a:pt x="382" y="1116"/>
                  <a:pt x="408" y="1090"/>
                  <a:pt x="440" y="1090"/>
                </a:cubicBezTo>
                <a:cubicBezTo>
                  <a:pt x="472" y="1090"/>
                  <a:pt x="498" y="1116"/>
                  <a:pt x="498" y="1148"/>
                </a:cubicBezTo>
                <a:close/>
                <a:moveTo>
                  <a:pt x="3553" y="1102"/>
                </a:moveTo>
                <a:cubicBezTo>
                  <a:pt x="3553" y="1125"/>
                  <a:pt x="3534" y="1144"/>
                  <a:pt x="3511" y="1144"/>
                </a:cubicBezTo>
                <a:cubicBezTo>
                  <a:pt x="3488" y="1144"/>
                  <a:pt x="3469" y="1125"/>
                  <a:pt x="3469" y="1102"/>
                </a:cubicBezTo>
                <a:cubicBezTo>
                  <a:pt x="3469" y="1079"/>
                  <a:pt x="3488" y="1060"/>
                  <a:pt x="3511" y="1060"/>
                </a:cubicBezTo>
                <a:cubicBezTo>
                  <a:pt x="3534" y="1060"/>
                  <a:pt x="3553" y="1079"/>
                  <a:pt x="3553" y="1102"/>
                </a:cubicBezTo>
                <a:close/>
                <a:moveTo>
                  <a:pt x="340" y="600"/>
                </a:moveTo>
                <a:cubicBezTo>
                  <a:pt x="340" y="621"/>
                  <a:pt x="323" y="639"/>
                  <a:pt x="301" y="639"/>
                </a:cubicBezTo>
                <a:cubicBezTo>
                  <a:pt x="279" y="639"/>
                  <a:pt x="262" y="621"/>
                  <a:pt x="262" y="600"/>
                </a:cubicBezTo>
                <a:cubicBezTo>
                  <a:pt x="262" y="578"/>
                  <a:pt x="279" y="560"/>
                  <a:pt x="301" y="560"/>
                </a:cubicBezTo>
                <a:cubicBezTo>
                  <a:pt x="323" y="560"/>
                  <a:pt x="340" y="578"/>
                  <a:pt x="340" y="600"/>
                </a:cubicBezTo>
                <a:close/>
                <a:moveTo>
                  <a:pt x="3861" y="265"/>
                </a:moveTo>
                <a:cubicBezTo>
                  <a:pt x="3861" y="298"/>
                  <a:pt x="3835" y="324"/>
                  <a:pt x="3803" y="324"/>
                </a:cubicBezTo>
                <a:cubicBezTo>
                  <a:pt x="3771" y="324"/>
                  <a:pt x="3744" y="298"/>
                  <a:pt x="3744" y="265"/>
                </a:cubicBezTo>
                <a:cubicBezTo>
                  <a:pt x="3744" y="233"/>
                  <a:pt x="3771" y="207"/>
                  <a:pt x="3803" y="207"/>
                </a:cubicBezTo>
                <a:cubicBezTo>
                  <a:pt x="3835" y="207"/>
                  <a:pt x="3861" y="233"/>
                  <a:pt x="3861" y="265"/>
                </a:cubicBezTo>
                <a:close/>
                <a:moveTo>
                  <a:pt x="1982" y="931"/>
                </a:moveTo>
                <a:cubicBezTo>
                  <a:pt x="1982" y="952"/>
                  <a:pt x="1965" y="969"/>
                  <a:pt x="1944" y="969"/>
                </a:cubicBezTo>
                <a:cubicBezTo>
                  <a:pt x="1923" y="969"/>
                  <a:pt x="1906" y="952"/>
                  <a:pt x="1906" y="931"/>
                </a:cubicBezTo>
                <a:cubicBezTo>
                  <a:pt x="1906" y="910"/>
                  <a:pt x="1923" y="893"/>
                  <a:pt x="1944" y="893"/>
                </a:cubicBezTo>
                <a:cubicBezTo>
                  <a:pt x="1965" y="893"/>
                  <a:pt x="1982" y="910"/>
                  <a:pt x="1982" y="931"/>
                </a:cubicBezTo>
                <a:close/>
                <a:moveTo>
                  <a:pt x="3934" y="410"/>
                </a:moveTo>
                <a:cubicBezTo>
                  <a:pt x="3934" y="436"/>
                  <a:pt x="3913" y="457"/>
                  <a:pt x="3887" y="457"/>
                </a:cubicBezTo>
                <a:cubicBezTo>
                  <a:pt x="3861" y="457"/>
                  <a:pt x="3840" y="436"/>
                  <a:pt x="3840" y="410"/>
                </a:cubicBezTo>
                <a:cubicBezTo>
                  <a:pt x="3840" y="384"/>
                  <a:pt x="3861" y="363"/>
                  <a:pt x="3887" y="363"/>
                </a:cubicBezTo>
                <a:cubicBezTo>
                  <a:pt x="3913" y="363"/>
                  <a:pt x="3934" y="384"/>
                  <a:pt x="3934" y="410"/>
                </a:cubicBezTo>
                <a:close/>
                <a:moveTo>
                  <a:pt x="2116" y="438"/>
                </a:moveTo>
                <a:cubicBezTo>
                  <a:pt x="2116" y="459"/>
                  <a:pt x="2100" y="475"/>
                  <a:pt x="2080" y="475"/>
                </a:cubicBezTo>
                <a:cubicBezTo>
                  <a:pt x="2059" y="475"/>
                  <a:pt x="2043" y="459"/>
                  <a:pt x="2043" y="438"/>
                </a:cubicBezTo>
                <a:cubicBezTo>
                  <a:pt x="2043" y="418"/>
                  <a:pt x="2059" y="402"/>
                  <a:pt x="2080" y="402"/>
                </a:cubicBezTo>
                <a:cubicBezTo>
                  <a:pt x="2100" y="402"/>
                  <a:pt x="2116" y="418"/>
                  <a:pt x="2116" y="438"/>
                </a:cubicBezTo>
                <a:close/>
                <a:moveTo>
                  <a:pt x="4030" y="1680"/>
                </a:moveTo>
                <a:cubicBezTo>
                  <a:pt x="4030" y="1709"/>
                  <a:pt x="4007" y="1732"/>
                  <a:pt x="3978" y="1732"/>
                </a:cubicBezTo>
                <a:cubicBezTo>
                  <a:pt x="3950" y="1732"/>
                  <a:pt x="3926" y="1709"/>
                  <a:pt x="3926" y="1680"/>
                </a:cubicBezTo>
                <a:cubicBezTo>
                  <a:pt x="3926" y="1651"/>
                  <a:pt x="3950" y="1628"/>
                  <a:pt x="3978" y="1628"/>
                </a:cubicBezTo>
                <a:cubicBezTo>
                  <a:pt x="4007" y="1628"/>
                  <a:pt x="4030" y="1651"/>
                  <a:pt x="4030" y="1680"/>
                </a:cubicBezTo>
                <a:close/>
                <a:moveTo>
                  <a:pt x="3699" y="226"/>
                </a:moveTo>
                <a:cubicBezTo>
                  <a:pt x="3699" y="255"/>
                  <a:pt x="3677" y="277"/>
                  <a:pt x="3648" y="277"/>
                </a:cubicBezTo>
                <a:cubicBezTo>
                  <a:pt x="3620" y="277"/>
                  <a:pt x="3597" y="255"/>
                  <a:pt x="3597" y="226"/>
                </a:cubicBezTo>
                <a:cubicBezTo>
                  <a:pt x="3597" y="198"/>
                  <a:pt x="3620" y="175"/>
                  <a:pt x="3648" y="175"/>
                </a:cubicBezTo>
                <a:cubicBezTo>
                  <a:pt x="3677" y="175"/>
                  <a:pt x="3699" y="198"/>
                  <a:pt x="3699" y="226"/>
                </a:cubicBezTo>
                <a:close/>
                <a:moveTo>
                  <a:pt x="3083" y="493"/>
                </a:moveTo>
                <a:cubicBezTo>
                  <a:pt x="3083" y="517"/>
                  <a:pt x="3063" y="536"/>
                  <a:pt x="3039" y="536"/>
                </a:cubicBezTo>
                <a:cubicBezTo>
                  <a:pt x="3015" y="536"/>
                  <a:pt x="2995" y="517"/>
                  <a:pt x="2995" y="493"/>
                </a:cubicBezTo>
                <a:cubicBezTo>
                  <a:pt x="2995" y="469"/>
                  <a:pt x="3015" y="449"/>
                  <a:pt x="3039" y="449"/>
                </a:cubicBezTo>
                <a:cubicBezTo>
                  <a:pt x="3063" y="449"/>
                  <a:pt x="3083" y="469"/>
                  <a:pt x="3083" y="493"/>
                </a:cubicBezTo>
                <a:close/>
                <a:moveTo>
                  <a:pt x="3987" y="706"/>
                </a:moveTo>
                <a:cubicBezTo>
                  <a:pt x="3987" y="735"/>
                  <a:pt x="3964" y="758"/>
                  <a:pt x="3934" y="758"/>
                </a:cubicBezTo>
                <a:cubicBezTo>
                  <a:pt x="3905" y="758"/>
                  <a:pt x="3882" y="735"/>
                  <a:pt x="3882" y="706"/>
                </a:cubicBezTo>
                <a:cubicBezTo>
                  <a:pt x="3882" y="676"/>
                  <a:pt x="3905" y="653"/>
                  <a:pt x="3934" y="653"/>
                </a:cubicBezTo>
                <a:cubicBezTo>
                  <a:pt x="3964" y="653"/>
                  <a:pt x="3987" y="676"/>
                  <a:pt x="3987" y="706"/>
                </a:cubicBezTo>
                <a:close/>
                <a:moveTo>
                  <a:pt x="736" y="1420"/>
                </a:moveTo>
                <a:cubicBezTo>
                  <a:pt x="736" y="1441"/>
                  <a:pt x="719" y="1459"/>
                  <a:pt x="698" y="1459"/>
                </a:cubicBezTo>
                <a:cubicBezTo>
                  <a:pt x="677" y="1459"/>
                  <a:pt x="660" y="1441"/>
                  <a:pt x="660" y="1420"/>
                </a:cubicBezTo>
                <a:cubicBezTo>
                  <a:pt x="660" y="1399"/>
                  <a:pt x="677" y="1382"/>
                  <a:pt x="698" y="1382"/>
                </a:cubicBezTo>
                <a:cubicBezTo>
                  <a:pt x="719" y="1382"/>
                  <a:pt x="736" y="1399"/>
                  <a:pt x="736" y="1420"/>
                </a:cubicBezTo>
                <a:close/>
                <a:moveTo>
                  <a:pt x="2128" y="801"/>
                </a:moveTo>
                <a:cubicBezTo>
                  <a:pt x="2128" y="832"/>
                  <a:pt x="2103" y="857"/>
                  <a:pt x="2072" y="857"/>
                </a:cubicBezTo>
                <a:cubicBezTo>
                  <a:pt x="2041" y="857"/>
                  <a:pt x="2016" y="832"/>
                  <a:pt x="2016" y="801"/>
                </a:cubicBezTo>
                <a:cubicBezTo>
                  <a:pt x="2016" y="770"/>
                  <a:pt x="2041" y="745"/>
                  <a:pt x="2072" y="745"/>
                </a:cubicBezTo>
                <a:cubicBezTo>
                  <a:pt x="2103" y="745"/>
                  <a:pt x="2128" y="770"/>
                  <a:pt x="2128" y="801"/>
                </a:cubicBezTo>
                <a:close/>
                <a:moveTo>
                  <a:pt x="3067" y="1078"/>
                </a:moveTo>
                <a:cubicBezTo>
                  <a:pt x="3067" y="1106"/>
                  <a:pt x="3044" y="1129"/>
                  <a:pt x="3016" y="1129"/>
                </a:cubicBezTo>
                <a:cubicBezTo>
                  <a:pt x="2988" y="1129"/>
                  <a:pt x="2966" y="1106"/>
                  <a:pt x="2966" y="1078"/>
                </a:cubicBezTo>
                <a:cubicBezTo>
                  <a:pt x="2966" y="1050"/>
                  <a:pt x="2988" y="1027"/>
                  <a:pt x="3016" y="1027"/>
                </a:cubicBezTo>
                <a:cubicBezTo>
                  <a:pt x="3044" y="1027"/>
                  <a:pt x="3067" y="1050"/>
                  <a:pt x="3067" y="1078"/>
                </a:cubicBezTo>
                <a:close/>
                <a:moveTo>
                  <a:pt x="1785" y="1708"/>
                </a:moveTo>
                <a:cubicBezTo>
                  <a:pt x="1785" y="1729"/>
                  <a:pt x="1768" y="1746"/>
                  <a:pt x="1747" y="1746"/>
                </a:cubicBezTo>
                <a:cubicBezTo>
                  <a:pt x="1727" y="1746"/>
                  <a:pt x="1710" y="1729"/>
                  <a:pt x="1710" y="1708"/>
                </a:cubicBezTo>
                <a:cubicBezTo>
                  <a:pt x="1710" y="1688"/>
                  <a:pt x="1727" y="1671"/>
                  <a:pt x="1747" y="1671"/>
                </a:cubicBezTo>
                <a:cubicBezTo>
                  <a:pt x="1768" y="1671"/>
                  <a:pt x="1785" y="1688"/>
                  <a:pt x="1785" y="1708"/>
                </a:cubicBezTo>
                <a:close/>
                <a:moveTo>
                  <a:pt x="2255" y="1249"/>
                </a:moveTo>
                <a:cubicBezTo>
                  <a:pt x="2255" y="1272"/>
                  <a:pt x="2236" y="1291"/>
                  <a:pt x="2213" y="1291"/>
                </a:cubicBezTo>
                <a:cubicBezTo>
                  <a:pt x="2190" y="1291"/>
                  <a:pt x="2172" y="1272"/>
                  <a:pt x="2172" y="1249"/>
                </a:cubicBezTo>
                <a:cubicBezTo>
                  <a:pt x="2172" y="1226"/>
                  <a:pt x="2190" y="1208"/>
                  <a:pt x="2213" y="1208"/>
                </a:cubicBezTo>
                <a:cubicBezTo>
                  <a:pt x="2236" y="1208"/>
                  <a:pt x="2255" y="1226"/>
                  <a:pt x="2255" y="1249"/>
                </a:cubicBezTo>
                <a:close/>
                <a:moveTo>
                  <a:pt x="272" y="376"/>
                </a:moveTo>
                <a:cubicBezTo>
                  <a:pt x="272" y="403"/>
                  <a:pt x="250" y="425"/>
                  <a:pt x="223" y="425"/>
                </a:cubicBezTo>
                <a:cubicBezTo>
                  <a:pt x="196" y="425"/>
                  <a:pt x="174" y="403"/>
                  <a:pt x="174" y="376"/>
                </a:cubicBezTo>
                <a:cubicBezTo>
                  <a:pt x="174" y="349"/>
                  <a:pt x="196" y="327"/>
                  <a:pt x="223" y="327"/>
                </a:cubicBezTo>
                <a:cubicBezTo>
                  <a:pt x="250" y="327"/>
                  <a:pt x="272" y="349"/>
                  <a:pt x="272" y="376"/>
                </a:cubicBezTo>
                <a:close/>
                <a:moveTo>
                  <a:pt x="927" y="1611"/>
                </a:moveTo>
                <a:cubicBezTo>
                  <a:pt x="927" y="1636"/>
                  <a:pt x="907" y="1657"/>
                  <a:pt x="882" y="1657"/>
                </a:cubicBezTo>
                <a:cubicBezTo>
                  <a:pt x="857" y="1657"/>
                  <a:pt x="837" y="1636"/>
                  <a:pt x="837" y="1611"/>
                </a:cubicBezTo>
                <a:cubicBezTo>
                  <a:pt x="837" y="1587"/>
                  <a:pt x="857" y="1566"/>
                  <a:pt x="882" y="1566"/>
                </a:cubicBezTo>
                <a:cubicBezTo>
                  <a:pt x="907" y="1566"/>
                  <a:pt x="927" y="1587"/>
                  <a:pt x="927" y="1611"/>
                </a:cubicBezTo>
                <a:close/>
                <a:moveTo>
                  <a:pt x="3901" y="1800"/>
                </a:moveTo>
                <a:cubicBezTo>
                  <a:pt x="3901" y="1828"/>
                  <a:pt x="3878" y="1852"/>
                  <a:pt x="3849" y="1852"/>
                </a:cubicBezTo>
                <a:cubicBezTo>
                  <a:pt x="3821" y="1852"/>
                  <a:pt x="3797" y="1828"/>
                  <a:pt x="3797" y="1800"/>
                </a:cubicBezTo>
                <a:cubicBezTo>
                  <a:pt x="3797" y="1771"/>
                  <a:pt x="3821" y="1748"/>
                  <a:pt x="3849" y="1748"/>
                </a:cubicBezTo>
                <a:cubicBezTo>
                  <a:pt x="3878" y="1748"/>
                  <a:pt x="3901" y="1771"/>
                  <a:pt x="3901" y="1800"/>
                </a:cubicBezTo>
                <a:close/>
                <a:moveTo>
                  <a:pt x="1573" y="111"/>
                </a:moveTo>
                <a:cubicBezTo>
                  <a:pt x="1573" y="137"/>
                  <a:pt x="1553" y="157"/>
                  <a:pt x="1527" y="157"/>
                </a:cubicBezTo>
                <a:cubicBezTo>
                  <a:pt x="1501" y="157"/>
                  <a:pt x="1480" y="137"/>
                  <a:pt x="1480" y="111"/>
                </a:cubicBezTo>
                <a:cubicBezTo>
                  <a:pt x="1480" y="85"/>
                  <a:pt x="1501" y="64"/>
                  <a:pt x="1527" y="64"/>
                </a:cubicBezTo>
                <a:cubicBezTo>
                  <a:pt x="1553" y="64"/>
                  <a:pt x="1573" y="85"/>
                  <a:pt x="1573" y="111"/>
                </a:cubicBezTo>
                <a:close/>
                <a:moveTo>
                  <a:pt x="3056" y="1954"/>
                </a:moveTo>
                <a:cubicBezTo>
                  <a:pt x="3056" y="1974"/>
                  <a:pt x="3039" y="1990"/>
                  <a:pt x="3019" y="1990"/>
                </a:cubicBezTo>
                <a:cubicBezTo>
                  <a:pt x="2999" y="1990"/>
                  <a:pt x="2983" y="1974"/>
                  <a:pt x="2983" y="1954"/>
                </a:cubicBezTo>
                <a:cubicBezTo>
                  <a:pt x="2983" y="1934"/>
                  <a:pt x="2999" y="1918"/>
                  <a:pt x="3019" y="1918"/>
                </a:cubicBezTo>
                <a:cubicBezTo>
                  <a:pt x="3039" y="1918"/>
                  <a:pt x="3056" y="1934"/>
                  <a:pt x="3056" y="1954"/>
                </a:cubicBezTo>
                <a:close/>
                <a:moveTo>
                  <a:pt x="723" y="2078"/>
                </a:moveTo>
                <a:cubicBezTo>
                  <a:pt x="723" y="2107"/>
                  <a:pt x="699" y="2131"/>
                  <a:pt x="671" y="2131"/>
                </a:cubicBezTo>
                <a:cubicBezTo>
                  <a:pt x="642" y="2131"/>
                  <a:pt x="618" y="2107"/>
                  <a:pt x="618" y="2078"/>
                </a:cubicBezTo>
                <a:cubicBezTo>
                  <a:pt x="618" y="2050"/>
                  <a:pt x="642" y="2026"/>
                  <a:pt x="671" y="2026"/>
                </a:cubicBezTo>
                <a:cubicBezTo>
                  <a:pt x="699" y="2026"/>
                  <a:pt x="723" y="2050"/>
                  <a:pt x="723" y="2078"/>
                </a:cubicBezTo>
                <a:close/>
                <a:moveTo>
                  <a:pt x="2010" y="1570"/>
                </a:moveTo>
                <a:cubicBezTo>
                  <a:pt x="2010" y="1589"/>
                  <a:pt x="1994" y="1605"/>
                  <a:pt x="1975" y="1605"/>
                </a:cubicBezTo>
                <a:cubicBezTo>
                  <a:pt x="1956" y="1605"/>
                  <a:pt x="1941" y="1589"/>
                  <a:pt x="1941" y="1570"/>
                </a:cubicBezTo>
                <a:cubicBezTo>
                  <a:pt x="1941" y="1551"/>
                  <a:pt x="1956" y="1536"/>
                  <a:pt x="1975" y="1536"/>
                </a:cubicBezTo>
                <a:cubicBezTo>
                  <a:pt x="1994" y="1536"/>
                  <a:pt x="2010" y="1551"/>
                  <a:pt x="2010" y="1570"/>
                </a:cubicBezTo>
                <a:close/>
                <a:moveTo>
                  <a:pt x="2261" y="1424"/>
                </a:moveTo>
                <a:cubicBezTo>
                  <a:pt x="2261" y="1450"/>
                  <a:pt x="2239" y="1472"/>
                  <a:pt x="2213" y="1472"/>
                </a:cubicBezTo>
                <a:cubicBezTo>
                  <a:pt x="2186" y="1472"/>
                  <a:pt x="2165" y="1450"/>
                  <a:pt x="2165" y="1424"/>
                </a:cubicBezTo>
                <a:cubicBezTo>
                  <a:pt x="2165" y="1397"/>
                  <a:pt x="2186" y="1375"/>
                  <a:pt x="2213" y="1375"/>
                </a:cubicBezTo>
                <a:cubicBezTo>
                  <a:pt x="2239" y="1375"/>
                  <a:pt x="2261" y="1397"/>
                  <a:pt x="2261" y="1424"/>
                </a:cubicBezTo>
                <a:close/>
                <a:moveTo>
                  <a:pt x="730" y="307"/>
                </a:moveTo>
                <a:cubicBezTo>
                  <a:pt x="730" y="334"/>
                  <a:pt x="708" y="355"/>
                  <a:pt x="681" y="355"/>
                </a:cubicBezTo>
                <a:cubicBezTo>
                  <a:pt x="654" y="355"/>
                  <a:pt x="633" y="334"/>
                  <a:pt x="633" y="307"/>
                </a:cubicBezTo>
                <a:cubicBezTo>
                  <a:pt x="633" y="280"/>
                  <a:pt x="654" y="258"/>
                  <a:pt x="681" y="258"/>
                </a:cubicBezTo>
                <a:cubicBezTo>
                  <a:pt x="708" y="258"/>
                  <a:pt x="730" y="280"/>
                  <a:pt x="730" y="307"/>
                </a:cubicBezTo>
                <a:close/>
                <a:moveTo>
                  <a:pt x="3604" y="309"/>
                </a:moveTo>
                <a:cubicBezTo>
                  <a:pt x="3604" y="326"/>
                  <a:pt x="3591" y="340"/>
                  <a:pt x="3574" y="340"/>
                </a:cubicBezTo>
                <a:cubicBezTo>
                  <a:pt x="3557" y="340"/>
                  <a:pt x="3544" y="326"/>
                  <a:pt x="3544" y="309"/>
                </a:cubicBezTo>
                <a:cubicBezTo>
                  <a:pt x="3544" y="293"/>
                  <a:pt x="3557" y="279"/>
                  <a:pt x="3574" y="279"/>
                </a:cubicBezTo>
                <a:cubicBezTo>
                  <a:pt x="3591" y="279"/>
                  <a:pt x="3604" y="293"/>
                  <a:pt x="3604" y="309"/>
                </a:cubicBezTo>
                <a:close/>
                <a:moveTo>
                  <a:pt x="410" y="1668"/>
                </a:moveTo>
                <a:cubicBezTo>
                  <a:pt x="410" y="1691"/>
                  <a:pt x="391" y="1710"/>
                  <a:pt x="368" y="1710"/>
                </a:cubicBezTo>
                <a:cubicBezTo>
                  <a:pt x="345" y="1710"/>
                  <a:pt x="326" y="1691"/>
                  <a:pt x="326" y="1668"/>
                </a:cubicBezTo>
                <a:cubicBezTo>
                  <a:pt x="326" y="1645"/>
                  <a:pt x="345" y="1627"/>
                  <a:pt x="368" y="1627"/>
                </a:cubicBezTo>
                <a:cubicBezTo>
                  <a:pt x="391" y="1627"/>
                  <a:pt x="410" y="1645"/>
                  <a:pt x="410" y="1668"/>
                </a:cubicBezTo>
                <a:close/>
                <a:moveTo>
                  <a:pt x="1908" y="2107"/>
                </a:moveTo>
                <a:cubicBezTo>
                  <a:pt x="1908" y="2134"/>
                  <a:pt x="1887" y="2155"/>
                  <a:pt x="1860" y="2155"/>
                </a:cubicBezTo>
                <a:cubicBezTo>
                  <a:pt x="1833" y="2155"/>
                  <a:pt x="1812" y="2134"/>
                  <a:pt x="1812" y="2107"/>
                </a:cubicBezTo>
                <a:cubicBezTo>
                  <a:pt x="1812" y="2080"/>
                  <a:pt x="1833" y="2058"/>
                  <a:pt x="1860" y="2058"/>
                </a:cubicBezTo>
                <a:cubicBezTo>
                  <a:pt x="1887" y="2058"/>
                  <a:pt x="1908" y="2080"/>
                  <a:pt x="1908" y="2107"/>
                </a:cubicBezTo>
                <a:close/>
                <a:moveTo>
                  <a:pt x="1120" y="1491"/>
                </a:moveTo>
                <a:cubicBezTo>
                  <a:pt x="1120" y="1508"/>
                  <a:pt x="1107" y="1521"/>
                  <a:pt x="1090" y="1521"/>
                </a:cubicBezTo>
                <a:cubicBezTo>
                  <a:pt x="1073" y="1521"/>
                  <a:pt x="1060" y="1508"/>
                  <a:pt x="1060" y="1491"/>
                </a:cubicBezTo>
                <a:cubicBezTo>
                  <a:pt x="1060" y="1475"/>
                  <a:pt x="1073" y="1461"/>
                  <a:pt x="1090" y="1461"/>
                </a:cubicBezTo>
                <a:cubicBezTo>
                  <a:pt x="1107" y="1461"/>
                  <a:pt x="1120" y="1475"/>
                  <a:pt x="1120" y="1491"/>
                </a:cubicBezTo>
                <a:close/>
                <a:moveTo>
                  <a:pt x="1198" y="1486"/>
                </a:moveTo>
                <a:cubicBezTo>
                  <a:pt x="1198" y="1506"/>
                  <a:pt x="1182" y="1522"/>
                  <a:pt x="1163" y="1522"/>
                </a:cubicBezTo>
                <a:cubicBezTo>
                  <a:pt x="1143" y="1522"/>
                  <a:pt x="1128" y="1506"/>
                  <a:pt x="1128" y="1486"/>
                </a:cubicBezTo>
                <a:cubicBezTo>
                  <a:pt x="1128" y="1467"/>
                  <a:pt x="1143" y="1451"/>
                  <a:pt x="1163" y="1451"/>
                </a:cubicBezTo>
                <a:cubicBezTo>
                  <a:pt x="1182" y="1451"/>
                  <a:pt x="1198" y="1467"/>
                  <a:pt x="1198" y="1486"/>
                </a:cubicBezTo>
                <a:close/>
                <a:moveTo>
                  <a:pt x="207" y="1108"/>
                </a:moveTo>
                <a:cubicBezTo>
                  <a:pt x="207" y="1130"/>
                  <a:pt x="189" y="1148"/>
                  <a:pt x="167" y="1148"/>
                </a:cubicBezTo>
                <a:cubicBezTo>
                  <a:pt x="145" y="1148"/>
                  <a:pt x="128" y="1130"/>
                  <a:pt x="128" y="1108"/>
                </a:cubicBezTo>
                <a:cubicBezTo>
                  <a:pt x="128" y="1086"/>
                  <a:pt x="145" y="1068"/>
                  <a:pt x="167" y="1068"/>
                </a:cubicBezTo>
                <a:cubicBezTo>
                  <a:pt x="189" y="1068"/>
                  <a:pt x="207" y="1086"/>
                  <a:pt x="207" y="1108"/>
                </a:cubicBezTo>
                <a:close/>
                <a:moveTo>
                  <a:pt x="3976" y="233"/>
                </a:moveTo>
                <a:cubicBezTo>
                  <a:pt x="3976" y="263"/>
                  <a:pt x="3951" y="287"/>
                  <a:pt x="3922" y="287"/>
                </a:cubicBezTo>
                <a:cubicBezTo>
                  <a:pt x="3892" y="287"/>
                  <a:pt x="3867" y="263"/>
                  <a:pt x="3867" y="233"/>
                </a:cubicBezTo>
                <a:cubicBezTo>
                  <a:pt x="3867" y="203"/>
                  <a:pt x="3892" y="179"/>
                  <a:pt x="3922" y="179"/>
                </a:cubicBezTo>
                <a:cubicBezTo>
                  <a:pt x="3951" y="179"/>
                  <a:pt x="3976" y="203"/>
                  <a:pt x="3976" y="233"/>
                </a:cubicBezTo>
                <a:close/>
                <a:moveTo>
                  <a:pt x="1634" y="1711"/>
                </a:moveTo>
                <a:cubicBezTo>
                  <a:pt x="1634" y="1735"/>
                  <a:pt x="1615" y="1754"/>
                  <a:pt x="1591" y="1754"/>
                </a:cubicBezTo>
                <a:cubicBezTo>
                  <a:pt x="1567" y="1754"/>
                  <a:pt x="1547" y="1735"/>
                  <a:pt x="1547" y="1711"/>
                </a:cubicBezTo>
                <a:cubicBezTo>
                  <a:pt x="1547" y="1687"/>
                  <a:pt x="1567" y="1667"/>
                  <a:pt x="1591" y="1667"/>
                </a:cubicBezTo>
                <a:cubicBezTo>
                  <a:pt x="1615" y="1667"/>
                  <a:pt x="1634" y="1687"/>
                  <a:pt x="1634" y="1711"/>
                </a:cubicBezTo>
                <a:close/>
                <a:moveTo>
                  <a:pt x="2743" y="705"/>
                </a:moveTo>
                <a:cubicBezTo>
                  <a:pt x="2743" y="726"/>
                  <a:pt x="2727" y="742"/>
                  <a:pt x="2706" y="742"/>
                </a:cubicBezTo>
                <a:cubicBezTo>
                  <a:pt x="2686" y="742"/>
                  <a:pt x="2670" y="726"/>
                  <a:pt x="2670" y="705"/>
                </a:cubicBezTo>
                <a:cubicBezTo>
                  <a:pt x="2670" y="685"/>
                  <a:pt x="2686" y="669"/>
                  <a:pt x="2706" y="669"/>
                </a:cubicBezTo>
                <a:cubicBezTo>
                  <a:pt x="2727" y="669"/>
                  <a:pt x="2743" y="685"/>
                  <a:pt x="2743" y="705"/>
                </a:cubicBezTo>
                <a:close/>
                <a:moveTo>
                  <a:pt x="1887" y="1700"/>
                </a:moveTo>
                <a:cubicBezTo>
                  <a:pt x="1887" y="1722"/>
                  <a:pt x="1869" y="1740"/>
                  <a:pt x="1846" y="1740"/>
                </a:cubicBezTo>
                <a:cubicBezTo>
                  <a:pt x="1824" y="1740"/>
                  <a:pt x="1806" y="1722"/>
                  <a:pt x="1806" y="1700"/>
                </a:cubicBezTo>
                <a:cubicBezTo>
                  <a:pt x="1806" y="1678"/>
                  <a:pt x="1824" y="1659"/>
                  <a:pt x="1846" y="1659"/>
                </a:cubicBezTo>
                <a:cubicBezTo>
                  <a:pt x="1869" y="1659"/>
                  <a:pt x="1887" y="1678"/>
                  <a:pt x="1887" y="1700"/>
                </a:cubicBezTo>
                <a:close/>
                <a:moveTo>
                  <a:pt x="989" y="893"/>
                </a:moveTo>
                <a:cubicBezTo>
                  <a:pt x="989" y="911"/>
                  <a:pt x="975" y="926"/>
                  <a:pt x="956" y="926"/>
                </a:cubicBezTo>
                <a:cubicBezTo>
                  <a:pt x="938" y="926"/>
                  <a:pt x="923" y="911"/>
                  <a:pt x="923" y="893"/>
                </a:cubicBezTo>
                <a:cubicBezTo>
                  <a:pt x="923" y="875"/>
                  <a:pt x="938" y="860"/>
                  <a:pt x="956" y="860"/>
                </a:cubicBezTo>
                <a:cubicBezTo>
                  <a:pt x="975" y="860"/>
                  <a:pt x="989" y="875"/>
                  <a:pt x="989" y="893"/>
                </a:cubicBezTo>
                <a:close/>
                <a:moveTo>
                  <a:pt x="1346" y="1222"/>
                </a:moveTo>
                <a:cubicBezTo>
                  <a:pt x="1346" y="1248"/>
                  <a:pt x="1325" y="1269"/>
                  <a:pt x="1300" y="1269"/>
                </a:cubicBezTo>
                <a:cubicBezTo>
                  <a:pt x="1274" y="1269"/>
                  <a:pt x="1253" y="1248"/>
                  <a:pt x="1253" y="1222"/>
                </a:cubicBezTo>
                <a:cubicBezTo>
                  <a:pt x="1253" y="1197"/>
                  <a:pt x="1274" y="1176"/>
                  <a:pt x="1300" y="1176"/>
                </a:cubicBezTo>
                <a:cubicBezTo>
                  <a:pt x="1325" y="1176"/>
                  <a:pt x="1346" y="1197"/>
                  <a:pt x="1346" y="1222"/>
                </a:cubicBezTo>
                <a:close/>
                <a:moveTo>
                  <a:pt x="2457" y="628"/>
                </a:moveTo>
                <a:cubicBezTo>
                  <a:pt x="2457" y="645"/>
                  <a:pt x="2444" y="659"/>
                  <a:pt x="2427" y="659"/>
                </a:cubicBezTo>
                <a:cubicBezTo>
                  <a:pt x="2410" y="659"/>
                  <a:pt x="2396" y="645"/>
                  <a:pt x="2396" y="628"/>
                </a:cubicBezTo>
                <a:cubicBezTo>
                  <a:pt x="2396" y="611"/>
                  <a:pt x="2410" y="598"/>
                  <a:pt x="2427" y="598"/>
                </a:cubicBezTo>
                <a:cubicBezTo>
                  <a:pt x="2444" y="598"/>
                  <a:pt x="2457" y="611"/>
                  <a:pt x="2457" y="628"/>
                </a:cubicBezTo>
                <a:close/>
                <a:moveTo>
                  <a:pt x="179" y="731"/>
                </a:moveTo>
                <a:cubicBezTo>
                  <a:pt x="179" y="751"/>
                  <a:pt x="163" y="767"/>
                  <a:pt x="143" y="767"/>
                </a:cubicBezTo>
                <a:cubicBezTo>
                  <a:pt x="123" y="767"/>
                  <a:pt x="107" y="751"/>
                  <a:pt x="107" y="731"/>
                </a:cubicBezTo>
                <a:cubicBezTo>
                  <a:pt x="107" y="711"/>
                  <a:pt x="123" y="695"/>
                  <a:pt x="143" y="695"/>
                </a:cubicBezTo>
                <a:cubicBezTo>
                  <a:pt x="163" y="695"/>
                  <a:pt x="179" y="711"/>
                  <a:pt x="179" y="731"/>
                </a:cubicBezTo>
                <a:close/>
                <a:moveTo>
                  <a:pt x="2365" y="577"/>
                </a:moveTo>
                <a:cubicBezTo>
                  <a:pt x="2365" y="606"/>
                  <a:pt x="2342" y="629"/>
                  <a:pt x="2313" y="629"/>
                </a:cubicBezTo>
                <a:cubicBezTo>
                  <a:pt x="2283" y="629"/>
                  <a:pt x="2260" y="606"/>
                  <a:pt x="2260" y="577"/>
                </a:cubicBezTo>
                <a:cubicBezTo>
                  <a:pt x="2260" y="547"/>
                  <a:pt x="2283" y="524"/>
                  <a:pt x="2313" y="524"/>
                </a:cubicBezTo>
                <a:cubicBezTo>
                  <a:pt x="2342" y="524"/>
                  <a:pt x="2365" y="547"/>
                  <a:pt x="2365" y="577"/>
                </a:cubicBezTo>
                <a:close/>
                <a:moveTo>
                  <a:pt x="2494" y="1410"/>
                </a:moveTo>
                <a:cubicBezTo>
                  <a:pt x="2494" y="1439"/>
                  <a:pt x="2471" y="1462"/>
                  <a:pt x="2442" y="1462"/>
                </a:cubicBezTo>
                <a:cubicBezTo>
                  <a:pt x="2413" y="1462"/>
                  <a:pt x="2390" y="1439"/>
                  <a:pt x="2390" y="1410"/>
                </a:cubicBezTo>
                <a:cubicBezTo>
                  <a:pt x="2390" y="1382"/>
                  <a:pt x="2413" y="1358"/>
                  <a:pt x="2442" y="1358"/>
                </a:cubicBezTo>
                <a:cubicBezTo>
                  <a:pt x="2471" y="1358"/>
                  <a:pt x="2494" y="1382"/>
                  <a:pt x="2494" y="1410"/>
                </a:cubicBezTo>
                <a:close/>
                <a:moveTo>
                  <a:pt x="2162" y="915"/>
                </a:moveTo>
                <a:cubicBezTo>
                  <a:pt x="2162" y="937"/>
                  <a:pt x="2145" y="954"/>
                  <a:pt x="2123" y="954"/>
                </a:cubicBezTo>
                <a:cubicBezTo>
                  <a:pt x="2102" y="954"/>
                  <a:pt x="2084" y="937"/>
                  <a:pt x="2084" y="915"/>
                </a:cubicBezTo>
                <a:cubicBezTo>
                  <a:pt x="2084" y="893"/>
                  <a:pt x="2102" y="876"/>
                  <a:pt x="2123" y="876"/>
                </a:cubicBezTo>
                <a:cubicBezTo>
                  <a:pt x="2145" y="876"/>
                  <a:pt x="2162" y="893"/>
                  <a:pt x="2162" y="915"/>
                </a:cubicBezTo>
                <a:close/>
                <a:moveTo>
                  <a:pt x="333" y="1688"/>
                </a:moveTo>
                <a:cubicBezTo>
                  <a:pt x="333" y="1713"/>
                  <a:pt x="313" y="1733"/>
                  <a:pt x="288" y="1733"/>
                </a:cubicBezTo>
                <a:cubicBezTo>
                  <a:pt x="264" y="1733"/>
                  <a:pt x="243" y="1713"/>
                  <a:pt x="243" y="1688"/>
                </a:cubicBezTo>
                <a:cubicBezTo>
                  <a:pt x="243" y="1663"/>
                  <a:pt x="264" y="1643"/>
                  <a:pt x="288" y="1643"/>
                </a:cubicBezTo>
                <a:cubicBezTo>
                  <a:pt x="313" y="1643"/>
                  <a:pt x="333" y="1663"/>
                  <a:pt x="333" y="1688"/>
                </a:cubicBezTo>
                <a:close/>
                <a:moveTo>
                  <a:pt x="483" y="1965"/>
                </a:moveTo>
                <a:cubicBezTo>
                  <a:pt x="483" y="1991"/>
                  <a:pt x="462" y="2013"/>
                  <a:pt x="436" y="2013"/>
                </a:cubicBezTo>
                <a:cubicBezTo>
                  <a:pt x="409" y="2013"/>
                  <a:pt x="388" y="1991"/>
                  <a:pt x="388" y="1965"/>
                </a:cubicBezTo>
                <a:cubicBezTo>
                  <a:pt x="388" y="1939"/>
                  <a:pt x="409" y="1918"/>
                  <a:pt x="436" y="1918"/>
                </a:cubicBezTo>
                <a:cubicBezTo>
                  <a:pt x="462" y="1918"/>
                  <a:pt x="483" y="1939"/>
                  <a:pt x="483" y="1965"/>
                </a:cubicBezTo>
                <a:close/>
                <a:moveTo>
                  <a:pt x="2565" y="941"/>
                </a:moveTo>
                <a:cubicBezTo>
                  <a:pt x="2565" y="959"/>
                  <a:pt x="2550" y="974"/>
                  <a:pt x="2531" y="974"/>
                </a:cubicBezTo>
                <a:cubicBezTo>
                  <a:pt x="2512" y="974"/>
                  <a:pt x="2497" y="959"/>
                  <a:pt x="2497" y="941"/>
                </a:cubicBezTo>
                <a:cubicBezTo>
                  <a:pt x="2497" y="922"/>
                  <a:pt x="2512" y="907"/>
                  <a:pt x="2531" y="907"/>
                </a:cubicBezTo>
                <a:cubicBezTo>
                  <a:pt x="2550" y="907"/>
                  <a:pt x="2565" y="922"/>
                  <a:pt x="2565" y="941"/>
                </a:cubicBezTo>
                <a:close/>
                <a:moveTo>
                  <a:pt x="4076" y="373"/>
                </a:moveTo>
                <a:cubicBezTo>
                  <a:pt x="4076" y="395"/>
                  <a:pt x="4058" y="414"/>
                  <a:pt x="4035" y="414"/>
                </a:cubicBezTo>
                <a:cubicBezTo>
                  <a:pt x="4012" y="414"/>
                  <a:pt x="3994" y="395"/>
                  <a:pt x="3994" y="373"/>
                </a:cubicBezTo>
                <a:cubicBezTo>
                  <a:pt x="3994" y="350"/>
                  <a:pt x="4012" y="332"/>
                  <a:pt x="4035" y="332"/>
                </a:cubicBezTo>
                <a:cubicBezTo>
                  <a:pt x="4058" y="332"/>
                  <a:pt x="4076" y="350"/>
                  <a:pt x="4076" y="373"/>
                </a:cubicBezTo>
                <a:close/>
                <a:moveTo>
                  <a:pt x="4079" y="276"/>
                </a:moveTo>
                <a:cubicBezTo>
                  <a:pt x="4079" y="301"/>
                  <a:pt x="4059" y="321"/>
                  <a:pt x="4034" y="321"/>
                </a:cubicBezTo>
                <a:cubicBezTo>
                  <a:pt x="4009" y="321"/>
                  <a:pt x="3989" y="301"/>
                  <a:pt x="3989" y="276"/>
                </a:cubicBezTo>
                <a:cubicBezTo>
                  <a:pt x="3989" y="251"/>
                  <a:pt x="4009" y="231"/>
                  <a:pt x="4034" y="231"/>
                </a:cubicBezTo>
                <a:cubicBezTo>
                  <a:pt x="4059" y="231"/>
                  <a:pt x="4079" y="251"/>
                  <a:pt x="4079" y="276"/>
                </a:cubicBezTo>
                <a:close/>
                <a:moveTo>
                  <a:pt x="2013" y="539"/>
                </a:moveTo>
                <a:cubicBezTo>
                  <a:pt x="2013" y="571"/>
                  <a:pt x="1987" y="597"/>
                  <a:pt x="1955" y="597"/>
                </a:cubicBezTo>
                <a:cubicBezTo>
                  <a:pt x="1923" y="597"/>
                  <a:pt x="1898" y="571"/>
                  <a:pt x="1898" y="539"/>
                </a:cubicBezTo>
                <a:cubicBezTo>
                  <a:pt x="1898" y="508"/>
                  <a:pt x="1923" y="482"/>
                  <a:pt x="1955" y="482"/>
                </a:cubicBezTo>
                <a:cubicBezTo>
                  <a:pt x="1987" y="482"/>
                  <a:pt x="2013" y="508"/>
                  <a:pt x="2013" y="539"/>
                </a:cubicBezTo>
                <a:close/>
                <a:moveTo>
                  <a:pt x="1738" y="44"/>
                </a:moveTo>
                <a:cubicBezTo>
                  <a:pt x="1738" y="68"/>
                  <a:pt x="1718" y="88"/>
                  <a:pt x="1693" y="88"/>
                </a:cubicBezTo>
                <a:cubicBezTo>
                  <a:pt x="1669" y="88"/>
                  <a:pt x="1649" y="68"/>
                  <a:pt x="1649" y="44"/>
                </a:cubicBezTo>
                <a:cubicBezTo>
                  <a:pt x="1649" y="19"/>
                  <a:pt x="1669" y="0"/>
                  <a:pt x="1693" y="0"/>
                </a:cubicBezTo>
                <a:cubicBezTo>
                  <a:pt x="1718" y="0"/>
                  <a:pt x="1738" y="19"/>
                  <a:pt x="1738" y="44"/>
                </a:cubicBezTo>
                <a:close/>
                <a:moveTo>
                  <a:pt x="112" y="1507"/>
                </a:moveTo>
                <a:cubicBezTo>
                  <a:pt x="112" y="1538"/>
                  <a:pt x="87" y="1563"/>
                  <a:pt x="56" y="1563"/>
                </a:cubicBezTo>
                <a:cubicBezTo>
                  <a:pt x="25" y="1563"/>
                  <a:pt x="0" y="1538"/>
                  <a:pt x="0" y="1507"/>
                </a:cubicBezTo>
                <a:cubicBezTo>
                  <a:pt x="0" y="1476"/>
                  <a:pt x="25" y="1451"/>
                  <a:pt x="56" y="1451"/>
                </a:cubicBezTo>
                <a:cubicBezTo>
                  <a:pt x="87" y="1451"/>
                  <a:pt x="112" y="1476"/>
                  <a:pt x="112" y="1507"/>
                </a:cubicBezTo>
                <a:close/>
                <a:moveTo>
                  <a:pt x="3710" y="120"/>
                </a:moveTo>
                <a:cubicBezTo>
                  <a:pt x="3710" y="148"/>
                  <a:pt x="3687" y="170"/>
                  <a:pt x="3659" y="170"/>
                </a:cubicBezTo>
                <a:cubicBezTo>
                  <a:pt x="3632" y="170"/>
                  <a:pt x="3609" y="148"/>
                  <a:pt x="3609" y="120"/>
                </a:cubicBezTo>
                <a:cubicBezTo>
                  <a:pt x="3609" y="92"/>
                  <a:pt x="3632" y="70"/>
                  <a:pt x="3659" y="70"/>
                </a:cubicBezTo>
                <a:cubicBezTo>
                  <a:pt x="3687" y="70"/>
                  <a:pt x="3710" y="92"/>
                  <a:pt x="3710" y="120"/>
                </a:cubicBezTo>
                <a:close/>
                <a:moveTo>
                  <a:pt x="1295" y="1012"/>
                </a:moveTo>
                <a:cubicBezTo>
                  <a:pt x="1295" y="1033"/>
                  <a:pt x="1277" y="1051"/>
                  <a:pt x="1256" y="1051"/>
                </a:cubicBezTo>
                <a:cubicBezTo>
                  <a:pt x="1234" y="1051"/>
                  <a:pt x="1217" y="1033"/>
                  <a:pt x="1217" y="1012"/>
                </a:cubicBezTo>
                <a:cubicBezTo>
                  <a:pt x="1217" y="990"/>
                  <a:pt x="1234" y="973"/>
                  <a:pt x="1256" y="973"/>
                </a:cubicBezTo>
                <a:cubicBezTo>
                  <a:pt x="1277" y="973"/>
                  <a:pt x="1295" y="990"/>
                  <a:pt x="1295" y="1012"/>
                </a:cubicBezTo>
                <a:close/>
                <a:moveTo>
                  <a:pt x="1306" y="298"/>
                </a:moveTo>
                <a:cubicBezTo>
                  <a:pt x="1306" y="325"/>
                  <a:pt x="1284" y="347"/>
                  <a:pt x="1257" y="347"/>
                </a:cubicBezTo>
                <a:cubicBezTo>
                  <a:pt x="1230" y="347"/>
                  <a:pt x="1208" y="325"/>
                  <a:pt x="1208" y="298"/>
                </a:cubicBezTo>
                <a:cubicBezTo>
                  <a:pt x="1208" y="271"/>
                  <a:pt x="1230" y="249"/>
                  <a:pt x="1257" y="249"/>
                </a:cubicBezTo>
                <a:cubicBezTo>
                  <a:pt x="1284" y="249"/>
                  <a:pt x="1306" y="271"/>
                  <a:pt x="1306" y="298"/>
                </a:cubicBezTo>
                <a:close/>
                <a:moveTo>
                  <a:pt x="422" y="2044"/>
                </a:moveTo>
                <a:cubicBezTo>
                  <a:pt x="422" y="2061"/>
                  <a:pt x="408" y="2075"/>
                  <a:pt x="391" y="2075"/>
                </a:cubicBezTo>
                <a:cubicBezTo>
                  <a:pt x="374" y="2075"/>
                  <a:pt x="360" y="2061"/>
                  <a:pt x="360" y="2044"/>
                </a:cubicBezTo>
                <a:cubicBezTo>
                  <a:pt x="360" y="2027"/>
                  <a:pt x="374" y="2013"/>
                  <a:pt x="391" y="2013"/>
                </a:cubicBezTo>
                <a:cubicBezTo>
                  <a:pt x="408" y="2013"/>
                  <a:pt x="422" y="2027"/>
                  <a:pt x="422" y="2044"/>
                </a:cubicBezTo>
                <a:close/>
                <a:moveTo>
                  <a:pt x="3926" y="422"/>
                </a:moveTo>
                <a:cubicBezTo>
                  <a:pt x="3926" y="440"/>
                  <a:pt x="3911" y="454"/>
                  <a:pt x="3893" y="454"/>
                </a:cubicBezTo>
                <a:cubicBezTo>
                  <a:pt x="3875" y="454"/>
                  <a:pt x="3861" y="440"/>
                  <a:pt x="3861" y="422"/>
                </a:cubicBezTo>
                <a:cubicBezTo>
                  <a:pt x="3861" y="404"/>
                  <a:pt x="3875" y="389"/>
                  <a:pt x="3893" y="389"/>
                </a:cubicBezTo>
                <a:cubicBezTo>
                  <a:pt x="3911" y="389"/>
                  <a:pt x="3926" y="404"/>
                  <a:pt x="3926" y="422"/>
                </a:cubicBezTo>
                <a:close/>
                <a:moveTo>
                  <a:pt x="3069" y="1134"/>
                </a:moveTo>
                <a:cubicBezTo>
                  <a:pt x="3069" y="1164"/>
                  <a:pt x="3045" y="1187"/>
                  <a:pt x="3016" y="1187"/>
                </a:cubicBezTo>
                <a:cubicBezTo>
                  <a:pt x="2987" y="1187"/>
                  <a:pt x="2963" y="1164"/>
                  <a:pt x="2963" y="1134"/>
                </a:cubicBezTo>
                <a:cubicBezTo>
                  <a:pt x="2963" y="1105"/>
                  <a:pt x="2987" y="1081"/>
                  <a:pt x="3016" y="1081"/>
                </a:cubicBezTo>
                <a:cubicBezTo>
                  <a:pt x="3045" y="1081"/>
                  <a:pt x="3069" y="1105"/>
                  <a:pt x="3069" y="1134"/>
                </a:cubicBezTo>
                <a:close/>
                <a:moveTo>
                  <a:pt x="2103" y="1344"/>
                </a:moveTo>
                <a:cubicBezTo>
                  <a:pt x="2103" y="1361"/>
                  <a:pt x="2089" y="1376"/>
                  <a:pt x="2071" y="1376"/>
                </a:cubicBezTo>
                <a:cubicBezTo>
                  <a:pt x="2053" y="1376"/>
                  <a:pt x="2038" y="1361"/>
                  <a:pt x="2038" y="1344"/>
                </a:cubicBezTo>
                <a:cubicBezTo>
                  <a:pt x="2038" y="1326"/>
                  <a:pt x="2053" y="1311"/>
                  <a:pt x="2071" y="1311"/>
                </a:cubicBezTo>
                <a:cubicBezTo>
                  <a:pt x="2089" y="1311"/>
                  <a:pt x="2103" y="1326"/>
                  <a:pt x="2103" y="1344"/>
                </a:cubicBezTo>
                <a:close/>
                <a:moveTo>
                  <a:pt x="2791" y="1096"/>
                </a:moveTo>
                <a:cubicBezTo>
                  <a:pt x="2791" y="1128"/>
                  <a:pt x="2765" y="1154"/>
                  <a:pt x="2732" y="1154"/>
                </a:cubicBezTo>
                <a:cubicBezTo>
                  <a:pt x="2700" y="1154"/>
                  <a:pt x="2673" y="1128"/>
                  <a:pt x="2673" y="1096"/>
                </a:cubicBezTo>
                <a:cubicBezTo>
                  <a:pt x="2673" y="1063"/>
                  <a:pt x="2700" y="1037"/>
                  <a:pt x="2732" y="1037"/>
                </a:cubicBezTo>
                <a:cubicBezTo>
                  <a:pt x="2765" y="1037"/>
                  <a:pt x="2791" y="1063"/>
                  <a:pt x="2791" y="1096"/>
                </a:cubicBezTo>
                <a:close/>
                <a:moveTo>
                  <a:pt x="112" y="163"/>
                </a:moveTo>
                <a:cubicBezTo>
                  <a:pt x="112" y="191"/>
                  <a:pt x="89" y="213"/>
                  <a:pt x="62" y="213"/>
                </a:cubicBezTo>
                <a:cubicBezTo>
                  <a:pt x="34" y="213"/>
                  <a:pt x="11" y="191"/>
                  <a:pt x="11" y="163"/>
                </a:cubicBezTo>
                <a:cubicBezTo>
                  <a:pt x="11" y="135"/>
                  <a:pt x="34" y="113"/>
                  <a:pt x="62" y="113"/>
                </a:cubicBezTo>
                <a:cubicBezTo>
                  <a:pt x="89" y="113"/>
                  <a:pt x="112" y="135"/>
                  <a:pt x="112" y="163"/>
                </a:cubicBezTo>
                <a:close/>
                <a:moveTo>
                  <a:pt x="3793" y="905"/>
                </a:moveTo>
                <a:cubicBezTo>
                  <a:pt x="3793" y="933"/>
                  <a:pt x="3770" y="956"/>
                  <a:pt x="3741" y="956"/>
                </a:cubicBezTo>
                <a:cubicBezTo>
                  <a:pt x="3713" y="956"/>
                  <a:pt x="3690" y="933"/>
                  <a:pt x="3690" y="905"/>
                </a:cubicBezTo>
                <a:cubicBezTo>
                  <a:pt x="3690" y="877"/>
                  <a:pt x="3713" y="854"/>
                  <a:pt x="3741" y="854"/>
                </a:cubicBezTo>
                <a:cubicBezTo>
                  <a:pt x="3770" y="854"/>
                  <a:pt x="3793" y="877"/>
                  <a:pt x="3793" y="905"/>
                </a:cubicBezTo>
                <a:close/>
                <a:moveTo>
                  <a:pt x="2323" y="840"/>
                </a:moveTo>
                <a:cubicBezTo>
                  <a:pt x="2323" y="865"/>
                  <a:pt x="2303" y="884"/>
                  <a:pt x="2279" y="884"/>
                </a:cubicBezTo>
                <a:cubicBezTo>
                  <a:pt x="2255" y="884"/>
                  <a:pt x="2235" y="865"/>
                  <a:pt x="2235" y="840"/>
                </a:cubicBezTo>
                <a:cubicBezTo>
                  <a:pt x="2235" y="816"/>
                  <a:pt x="2255" y="796"/>
                  <a:pt x="2279" y="796"/>
                </a:cubicBezTo>
                <a:cubicBezTo>
                  <a:pt x="2303" y="796"/>
                  <a:pt x="2323" y="816"/>
                  <a:pt x="2323" y="840"/>
                </a:cubicBezTo>
                <a:close/>
                <a:moveTo>
                  <a:pt x="2482" y="80"/>
                </a:moveTo>
                <a:cubicBezTo>
                  <a:pt x="2482" y="102"/>
                  <a:pt x="2465" y="119"/>
                  <a:pt x="2443" y="119"/>
                </a:cubicBezTo>
                <a:cubicBezTo>
                  <a:pt x="2422" y="119"/>
                  <a:pt x="2404" y="102"/>
                  <a:pt x="2404" y="80"/>
                </a:cubicBezTo>
                <a:cubicBezTo>
                  <a:pt x="2404" y="58"/>
                  <a:pt x="2422" y="41"/>
                  <a:pt x="2443" y="41"/>
                </a:cubicBezTo>
                <a:cubicBezTo>
                  <a:pt x="2465" y="41"/>
                  <a:pt x="2482" y="58"/>
                  <a:pt x="2482" y="80"/>
                </a:cubicBezTo>
                <a:close/>
                <a:moveTo>
                  <a:pt x="3033" y="561"/>
                </a:moveTo>
                <a:cubicBezTo>
                  <a:pt x="3033" y="586"/>
                  <a:pt x="3013" y="606"/>
                  <a:pt x="2989" y="606"/>
                </a:cubicBezTo>
                <a:cubicBezTo>
                  <a:pt x="2965" y="606"/>
                  <a:pt x="2945" y="586"/>
                  <a:pt x="2945" y="561"/>
                </a:cubicBezTo>
                <a:cubicBezTo>
                  <a:pt x="2945" y="537"/>
                  <a:pt x="2965" y="517"/>
                  <a:pt x="2989" y="517"/>
                </a:cubicBezTo>
                <a:cubicBezTo>
                  <a:pt x="3013" y="517"/>
                  <a:pt x="3033" y="537"/>
                  <a:pt x="3033" y="561"/>
                </a:cubicBezTo>
                <a:close/>
                <a:moveTo>
                  <a:pt x="1113" y="770"/>
                </a:moveTo>
                <a:cubicBezTo>
                  <a:pt x="1113" y="798"/>
                  <a:pt x="1091" y="820"/>
                  <a:pt x="1064" y="820"/>
                </a:cubicBezTo>
                <a:cubicBezTo>
                  <a:pt x="1036" y="820"/>
                  <a:pt x="1014" y="798"/>
                  <a:pt x="1014" y="770"/>
                </a:cubicBezTo>
                <a:cubicBezTo>
                  <a:pt x="1014" y="743"/>
                  <a:pt x="1036" y="721"/>
                  <a:pt x="1064" y="721"/>
                </a:cubicBezTo>
                <a:cubicBezTo>
                  <a:pt x="1091" y="721"/>
                  <a:pt x="1113" y="743"/>
                  <a:pt x="1113" y="770"/>
                </a:cubicBezTo>
                <a:close/>
                <a:moveTo>
                  <a:pt x="3056" y="2029"/>
                </a:moveTo>
                <a:cubicBezTo>
                  <a:pt x="3056" y="2053"/>
                  <a:pt x="3036" y="2073"/>
                  <a:pt x="3012" y="2073"/>
                </a:cubicBezTo>
                <a:cubicBezTo>
                  <a:pt x="2987" y="2073"/>
                  <a:pt x="2967" y="2053"/>
                  <a:pt x="2967" y="2029"/>
                </a:cubicBezTo>
                <a:cubicBezTo>
                  <a:pt x="2967" y="2004"/>
                  <a:pt x="2987" y="1984"/>
                  <a:pt x="3012" y="1984"/>
                </a:cubicBezTo>
                <a:cubicBezTo>
                  <a:pt x="3036" y="1984"/>
                  <a:pt x="3056" y="2004"/>
                  <a:pt x="3056" y="2029"/>
                </a:cubicBezTo>
                <a:close/>
                <a:moveTo>
                  <a:pt x="880" y="727"/>
                </a:moveTo>
                <a:cubicBezTo>
                  <a:pt x="880" y="744"/>
                  <a:pt x="865" y="759"/>
                  <a:pt x="848" y="759"/>
                </a:cubicBezTo>
                <a:cubicBezTo>
                  <a:pt x="830" y="759"/>
                  <a:pt x="816" y="744"/>
                  <a:pt x="816" y="727"/>
                </a:cubicBezTo>
                <a:cubicBezTo>
                  <a:pt x="816" y="709"/>
                  <a:pt x="830" y="695"/>
                  <a:pt x="848" y="695"/>
                </a:cubicBezTo>
                <a:cubicBezTo>
                  <a:pt x="865" y="695"/>
                  <a:pt x="880" y="709"/>
                  <a:pt x="880" y="727"/>
                </a:cubicBezTo>
                <a:close/>
                <a:moveTo>
                  <a:pt x="1043" y="1247"/>
                </a:moveTo>
                <a:cubicBezTo>
                  <a:pt x="1043" y="1274"/>
                  <a:pt x="1022" y="1295"/>
                  <a:pt x="995" y="1295"/>
                </a:cubicBezTo>
                <a:cubicBezTo>
                  <a:pt x="968" y="1295"/>
                  <a:pt x="947" y="1274"/>
                  <a:pt x="947" y="1247"/>
                </a:cubicBezTo>
                <a:cubicBezTo>
                  <a:pt x="947" y="1220"/>
                  <a:pt x="968" y="1199"/>
                  <a:pt x="995" y="1199"/>
                </a:cubicBezTo>
                <a:cubicBezTo>
                  <a:pt x="1022" y="1199"/>
                  <a:pt x="1043" y="1220"/>
                  <a:pt x="1043" y="1247"/>
                </a:cubicBezTo>
                <a:close/>
                <a:moveTo>
                  <a:pt x="1036" y="401"/>
                </a:moveTo>
                <a:cubicBezTo>
                  <a:pt x="1036" y="419"/>
                  <a:pt x="1021" y="434"/>
                  <a:pt x="1003" y="434"/>
                </a:cubicBezTo>
                <a:cubicBezTo>
                  <a:pt x="984" y="434"/>
                  <a:pt x="970" y="419"/>
                  <a:pt x="970" y="401"/>
                </a:cubicBezTo>
                <a:cubicBezTo>
                  <a:pt x="970" y="383"/>
                  <a:pt x="984" y="368"/>
                  <a:pt x="1003" y="368"/>
                </a:cubicBezTo>
                <a:cubicBezTo>
                  <a:pt x="1021" y="368"/>
                  <a:pt x="1036" y="383"/>
                  <a:pt x="1036" y="401"/>
                </a:cubicBezTo>
                <a:close/>
                <a:moveTo>
                  <a:pt x="789" y="1072"/>
                </a:moveTo>
                <a:cubicBezTo>
                  <a:pt x="789" y="1093"/>
                  <a:pt x="772" y="1110"/>
                  <a:pt x="751" y="1110"/>
                </a:cubicBezTo>
                <a:cubicBezTo>
                  <a:pt x="731" y="1110"/>
                  <a:pt x="714" y="1093"/>
                  <a:pt x="714" y="1072"/>
                </a:cubicBezTo>
                <a:cubicBezTo>
                  <a:pt x="714" y="1052"/>
                  <a:pt x="731" y="1035"/>
                  <a:pt x="751" y="1035"/>
                </a:cubicBezTo>
                <a:cubicBezTo>
                  <a:pt x="772" y="1035"/>
                  <a:pt x="789" y="1052"/>
                  <a:pt x="789" y="1072"/>
                </a:cubicBezTo>
                <a:close/>
                <a:moveTo>
                  <a:pt x="3612" y="1206"/>
                </a:moveTo>
                <a:cubicBezTo>
                  <a:pt x="3612" y="1228"/>
                  <a:pt x="3594" y="1246"/>
                  <a:pt x="3572" y="1246"/>
                </a:cubicBezTo>
                <a:cubicBezTo>
                  <a:pt x="3549" y="1246"/>
                  <a:pt x="3531" y="1228"/>
                  <a:pt x="3531" y="1206"/>
                </a:cubicBezTo>
                <a:cubicBezTo>
                  <a:pt x="3531" y="1183"/>
                  <a:pt x="3549" y="1165"/>
                  <a:pt x="3572" y="1165"/>
                </a:cubicBezTo>
                <a:cubicBezTo>
                  <a:pt x="3594" y="1165"/>
                  <a:pt x="3612" y="1183"/>
                  <a:pt x="3612" y="1206"/>
                </a:cubicBezTo>
                <a:close/>
                <a:moveTo>
                  <a:pt x="1813" y="103"/>
                </a:moveTo>
                <a:cubicBezTo>
                  <a:pt x="1813" y="132"/>
                  <a:pt x="1790" y="155"/>
                  <a:pt x="1761" y="155"/>
                </a:cubicBezTo>
                <a:cubicBezTo>
                  <a:pt x="1732" y="155"/>
                  <a:pt x="1709" y="132"/>
                  <a:pt x="1709" y="103"/>
                </a:cubicBezTo>
                <a:cubicBezTo>
                  <a:pt x="1709" y="75"/>
                  <a:pt x="1732" y="51"/>
                  <a:pt x="1761" y="51"/>
                </a:cubicBezTo>
                <a:cubicBezTo>
                  <a:pt x="1790" y="51"/>
                  <a:pt x="1813" y="75"/>
                  <a:pt x="1813" y="103"/>
                </a:cubicBezTo>
                <a:close/>
                <a:moveTo>
                  <a:pt x="3093" y="783"/>
                </a:moveTo>
                <a:cubicBezTo>
                  <a:pt x="3093" y="812"/>
                  <a:pt x="3070" y="835"/>
                  <a:pt x="3041" y="835"/>
                </a:cubicBezTo>
                <a:cubicBezTo>
                  <a:pt x="3012" y="835"/>
                  <a:pt x="2989" y="812"/>
                  <a:pt x="2989" y="783"/>
                </a:cubicBezTo>
                <a:cubicBezTo>
                  <a:pt x="2989" y="754"/>
                  <a:pt x="3012" y="731"/>
                  <a:pt x="3041" y="731"/>
                </a:cubicBezTo>
                <a:cubicBezTo>
                  <a:pt x="3070" y="731"/>
                  <a:pt x="3093" y="754"/>
                  <a:pt x="3093" y="783"/>
                </a:cubicBezTo>
                <a:close/>
                <a:moveTo>
                  <a:pt x="1164" y="480"/>
                </a:moveTo>
                <a:cubicBezTo>
                  <a:pt x="1164" y="501"/>
                  <a:pt x="1147" y="517"/>
                  <a:pt x="1127" y="517"/>
                </a:cubicBezTo>
                <a:cubicBezTo>
                  <a:pt x="1106" y="517"/>
                  <a:pt x="1090" y="501"/>
                  <a:pt x="1090" y="480"/>
                </a:cubicBezTo>
                <a:cubicBezTo>
                  <a:pt x="1090" y="460"/>
                  <a:pt x="1106" y="443"/>
                  <a:pt x="1127" y="443"/>
                </a:cubicBezTo>
                <a:cubicBezTo>
                  <a:pt x="1147" y="443"/>
                  <a:pt x="1164" y="460"/>
                  <a:pt x="1164" y="480"/>
                </a:cubicBezTo>
                <a:close/>
                <a:moveTo>
                  <a:pt x="873" y="1292"/>
                </a:moveTo>
                <a:cubicBezTo>
                  <a:pt x="873" y="1319"/>
                  <a:pt x="851" y="1341"/>
                  <a:pt x="823" y="1341"/>
                </a:cubicBezTo>
                <a:cubicBezTo>
                  <a:pt x="796" y="1341"/>
                  <a:pt x="774" y="1319"/>
                  <a:pt x="774" y="1292"/>
                </a:cubicBezTo>
                <a:cubicBezTo>
                  <a:pt x="774" y="1264"/>
                  <a:pt x="796" y="1242"/>
                  <a:pt x="823" y="1242"/>
                </a:cubicBezTo>
                <a:cubicBezTo>
                  <a:pt x="851" y="1242"/>
                  <a:pt x="873" y="1264"/>
                  <a:pt x="873" y="1292"/>
                </a:cubicBezTo>
                <a:close/>
                <a:moveTo>
                  <a:pt x="3001" y="237"/>
                </a:moveTo>
                <a:cubicBezTo>
                  <a:pt x="3001" y="267"/>
                  <a:pt x="2977" y="290"/>
                  <a:pt x="2948" y="290"/>
                </a:cubicBezTo>
                <a:cubicBezTo>
                  <a:pt x="2918" y="290"/>
                  <a:pt x="2895" y="267"/>
                  <a:pt x="2895" y="237"/>
                </a:cubicBezTo>
                <a:cubicBezTo>
                  <a:pt x="2895" y="208"/>
                  <a:pt x="2918" y="184"/>
                  <a:pt x="2948" y="184"/>
                </a:cubicBezTo>
                <a:cubicBezTo>
                  <a:pt x="2977" y="184"/>
                  <a:pt x="3001" y="208"/>
                  <a:pt x="3001" y="237"/>
                </a:cubicBezTo>
                <a:close/>
                <a:moveTo>
                  <a:pt x="1995" y="814"/>
                </a:moveTo>
                <a:cubicBezTo>
                  <a:pt x="1995" y="839"/>
                  <a:pt x="1975" y="859"/>
                  <a:pt x="1950" y="859"/>
                </a:cubicBezTo>
                <a:cubicBezTo>
                  <a:pt x="1925" y="859"/>
                  <a:pt x="1905" y="839"/>
                  <a:pt x="1905" y="814"/>
                </a:cubicBezTo>
                <a:cubicBezTo>
                  <a:pt x="1905" y="789"/>
                  <a:pt x="1925" y="769"/>
                  <a:pt x="1950" y="769"/>
                </a:cubicBezTo>
                <a:cubicBezTo>
                  <a:pt x="1975" y="769"/>
                  <a:pt x="1995" y="789"/>
                  <a:pt x="1995" y="814"/>
                </a:cubicBezTo>
                <a:close/>
                <a:moveTo>
                  <a:pt x="1810" y="440"/>
                </a:moveTo>
                <a:cubicBezTo>
                  <a:pt x="1810" y="463"/>
                  <a:pt x="1791" y="481"/>
                  <a:pt x="1768" y="481"/>
                </a:cubicBezTo>
                <a:cubicBezTo>
                  <a:pt x="1745" y="481"/>
                  <a:pt x="1726" y="463"/>
                  <a:pt x="1726" y="440"/>
                </a:cubicBezTo>
                <a:cubicBezTo>
                  <a:pt x="1726" y="416"/>
                  <a:pt x="1745" y="398"/>
                  <a:pt x="1768" y="398"/>
                </a:cubicBezTo>
                <a:cubicBezTo>
                  <a:pt x="1791" y="398"/>
                  <a:pt x="1810" y="416"/>
                  <a:pt x="1810" y="440"/>
                </a:cubicBezTo>
                <a:close/>
                <a:moveTo>
                  <a:pt x="2678" y="1521"/>
                </a:moveTo>
                <a:cubicBezTo>
                  <a:pt x="2678" y="1553"/>
                  <a:pt x="2653" y="1579"/>
                  <a:pt x="2621" y="1579"/>
                </a:cubicBezTo>
                <a:cubicBezTo>
                  <a:pt x="2589" y="1579"/>
                  <a:pt x="2564" y="1553"/>
                  <a:pt x="2564" y="1521"/>
                </a:cubicBezTo>
                <a:cubicBezTo>
                  <a:pt x="2564" y="1490"/>
                  <a:pt x="2589" y="1464"/>
                  <a:pt x="2621" y="1464"/>
                </a:cubicBezTo>
                <a:cubicBezTo>
                  <a:pt x="2653" y="1464"/>
                  <a:pt x="2678" y="1490"/>
                  <a:pt x="2678" y="1521"/>
                </a:cubicBezTo>
                <a:close/>
                <a:moveTo>
                  <a:pt x="868" y="1890"/>
                </a:moveTo>
                <a:cubicBezTo>
                  <a:pt x="868" y="1920"/>
                  <a:pt x="844" y="1944"/>
                  <a:pt x="814" y="1944"/>
                </a:cubicBezTo>
                <a:cubicBezTo>
                  <a:pt x="784" y="1944"/>
                  <a:pt x="760" y="1920"/>
                  <a:pt x="760" y="1890"/>
                </a:cubicBezTo>
                <a:cubicBezTo>
                  <a:pt x="760" y="1861"/>
                  <a:pt x="784" y="1836"/>
                  <a:pt x="814" y="1836"/>
                </a:cubicBezTo>
                <a:cubicBezTo>
                  <a:pt x="844" y="1836"/>
                  <a:pt x="868" y="1861"/>
                  <a:pt x="868" y="1890"/>
                </a:cubicBezTo>
                <a:close/>
                <a:moveTo>
                  <a:pt x="2923" y="2076"/>
                </a:moveTo>
                <a:cubicBezTo>
                  <a:pt x="2923" y="2095"/>
                  <a:pt x="2907" y="2110"/>
                  <a:pt x="2889" y="2110"/>
                </a:cubicBezTo>
                <a:cubicBezTo>
                  <a:pt x="2870" y="2110"/>
                  <a:pt x="2854" y="2095"/>
                  <a:pt x="2854" y="2076"/>
                </a:cubicBezTo>
                <a:cubicBezTo>
                  <a:pt x="2854" y="2057"/>
                  <a:pt x="2870" y="2042"/>
                  <a:pt x="2889" y="2042"/>
                </a:cubicBezTo>
                <a:cubicBezTo>
                  <a:pt x="2907" y="2042"/>
                  <a:pt x="2923" y="2057"/>
                  <a:pt x="2923" y="2076"/>
                </a:cubicBezTo>
                <a:close/>
                <a:moveTo>
                  <a:pt x="3177" y="1908"/>
                </a:moveTo>
                <a:cubicBezTo>
                  <a:pt x="3177" y="1927"/>
                  <a:pt x="3162" y="1942"/>
                  <a:pt x="3143" y="1942"/>
                </a:cubicBezTo>
                <a:cubicBezTo>
                  <a:pt x="3125" y="1942"/>
                  <a:pt x="3109" y="1927"/>
                  <a:pt x="3109" y="1908"/>
                </a:cubicBezTo>
                <a:cubicBezTo>
                  <a:pt x="3109" y="1890"/>
                  <a:pt x="3125" y="1874"/>
                  <a:pt x="3143" y="1874"/>
                </a:cubicBezTo>
                <a:cubicBezTo>
                  <a:pt x="3162" y="1874"/>
                  <a:pt x="3177" y="1890"/>
                  <a:pt x="3177" y="1908"/>
                </a:cubicBezTo>
                <a:close/>
                <a:moveTo>
                  <a:pt x="2454" y="2008"/>
                </a:moveTo>
                <a:cubicBezTo>
                  <a:pt x="2454" y="2030"/>
                  <a:pt x="2437" y="2047"/>
                  <a:pt x="2415" y="2047"/>
                </a:cubicBezTo>
                <a:cubicBezTo>
                  <a:pt x="2394" y="2047"/>
                  <a:pt x="2377" y="2030"/>
                  <a:pt x="2377" y="2008"/>
                </a:cubicBezTo>
                <a:cubicBezTo>
                  <a:pt x="2377" y="1987"/>
                  <a:pt x="2394" y="1969"/>
                  <a:pt x="2415" y="1969"/>
                </a:cubicBezTo>
                <a:cubicBezTo>
                  <a:pt x="2437" y="1969"/>
                  <a:pt x="2454" y="1987"/>
                  <a:pt x="2454" y="2008"/>
                </a:cubicBezTo>
                <a:close/>
                <a:moveTo>
                  <a:pt x="3501" y="1923"/>
                </a:moveTo>
                <a:cubicBezTo>
                  <a:pt x="3501" y="1946"/>
                  <a:pt x="3482" y="1966"/>
                  <a:pt x="3458" y="1966"/>
                </a:cubicBezTo>
                <a:cubicBezTo>
                  <a:pt x="3434" y="1966"/>
                  <a:pt x="3415" y="1946"/>
                  <a:pt x="3415" y="1923"/>
                </a:cubicBezTo>
                <a:cubicBezTo>
                  <a:pt x="3415" y="1899"/>
                  <a:pt x="3434" y="1880"/>
                  <a:pt x="3458" y="1880"/>
                </a:cubicBezTo>
                <a:cubicBezTo>
                  <a:pt x="3482" y="1880"/>
                  <a:pt x="3501" y="1899"/>
                  <a:pt x="3501" y="1923"/>
                </a:cubicBezTo>
                <a:close/>
                <a:moveTo>
                  <a:pt x="672" y="472"/>
                </a:moveTo>
                <a:cubicBezTo>
                  <a:pt x="672" y="502"/>
                  <a:pt x="648" y="527"/>
                  <a:pt x="618" y="527"/>
                </a:cubicBezTo>
                <a:cubicBezTo>
                  <a:pt x="587" y="527"/>
                  <a:pt x="563" y="502"/>
                  <a:pt x="563" y="472"/>
                </a:cubicBezTo>
                <a:cubicBezTo>
                  <a:pt x="563" y="442"/>
                  <a:pt x="587" y="417"/>
                  <a:pt x="618" y="417"/>
                </a:cubicBezTo>
                <a:cubicBezTo>
                  <a:pt x="648" y="417"/>
                  <a:pt x="672" y="442"/>
                  <a:pt x="672" y="472"/>
                </a:cubicBezTo>
                <a:close/>
                <a:moveTo>
                  <a:pt x="1769" y="682"/>
                </a:moveTo>
                <a:cubicBezTo>
                  <a:pt x="1769" y="706"/>
                  <a:pt x="1749" y="726"/>
                  <a:pt x="1725" y="726"/>
                </a:cubicBezTo>
                <a:cubicBezTo>
                  <a:pt x="1701" y="726"/>
                  <a:pt x="1682" y="706"/>
                  <a:pt x="1682" y="682"/>
                </a:cubicBezTo>
                <a:cubicBezTo>
                  <a:pt x="1682" y="658"/>
                  <a:pt x="1701" y="639"/>
                  <a:pt x="1725" y="639"/>
                </a:cubicBezTo>
                <a:cubicBezTo>
                  <a:pt x="1749" y="639"/>
                  <a:pt x="1769" y="658"/>
                  <a:pt x="1769" y="682"/>
                </a:cubicBezTo>
                <a:close/>
                <a:moveTo>
                  <a:pt x="3780" y="553"/>
                </a:moveTo>
                <a:cubicBezTo>
                  <a:pt x="3780" y="570"/>
                  <a:pt x="3766" y="583"/>
                  <a:pt x="3749" y="583"/>
                </a:cubicBezTo>
                <a:cubicBezTo>
                  <a:pt x="3733" y="583"/>
                  <a:pt x="3719" y="570"/>
                  <a:pt x="3719" y="553"/>
                </a:cubicBezTo>
                <a:cubicBezTo>
                  <a:pt x="3719" y="536"/>
                  <a:pt x="3733" y="522"/>
                  <a:pt x="3749" y="522"/>
                </a:cubicBezTo>
                <a:cubicBezTo>
                  <a:pt x="3766" y="522"/>
                  <a:pt x="3780" y="536"/>
                  <a:pt x="3780" y="553"/>
                </a:cubicBezTo>
                <a:close/>
                <a:moveTo>
                  <a:pt x="3875" y="685"/>
                </a:moveTo>
                <a:cubicBezTo>
                  <a:pt x="3875" y="708"/>
                  <a:pt x="3856" y="726"/>
                  <a:pt x="3834" y="726"/>
                </a:cubicBezTo>
                <a:cubicBezTo>
                  <a:pt x="3811" y="726"/>
                  <a:pt x="3792" y="708"/>
                  <a:pt x="3792" y="685"/>
                </a:cubicBezTo>
                <a:cubicBezTo>
                  <a:pt x="3792" y="662"/>
                  <a:pt x="3811" y="643"/>
                  <a:pt x="3834" y="643"/>
                </a:cubicBezTo>
                <a:cubicBezTo>
                  <a:pt x="3856" y="643"/>
                  <a:pt x="3875" y="662"/>
                  <a:pt x="3875" y="685"/>
                </a:cubicBezTo>
                <a:close/>
                <a:moveTo>
                  <a:pt x="3973" y="611"/>
                </a:moveTo>
                <a:cubicBezTo>
                  <a:pt x="3973" y="629"/>
                  <a:pt x="3958" y="644"/>
                  <a:pt x="3940" y="644"/>
                </a:cubicBezTo>
                <a:cubicBezTo>
                  <a:pt x="3922" y="644"/>
                  <a:pt x="3908" y="629"/>
                  <a:pt x="3908" y="611"/>
                </a:cubicBezTo>
                <a:cubicBezTo>
                  <a:pt x="3908" y="593"/>
                  <a:pt x="3922" y="579"/>
                  <a:pt x="3940" y="579"/>
                </a:cubicBezTo>
                <a:cubicBezTo>
                  <a:pt x="3958" y="579"/>
                  <a:pt x="3973" y="593"/>
                  <a:pt x="3973" y="611"/>
                </a:cubicBezTo>
                <a:close/>
                <a:moveTo>
                  <a:pt x="3624" y="531"/>
                </a:moveTo>
                <a:cubicBezTo>
                  <a:pt x="3624" y="552"/>
                  <a:pt x="3608" y="568"/>
                  <a:pt x="3588" y="568"/>
                </a:cubicBezTo>
                <a:cubicBezTo>
                  <a:pt x="3567" y="568"/>
                  <a:pt x="3551" y="552"/>
                  <a:pt x="3551" y="531"/>
                </a:cubicBezTo>
                <a:cubicBezTo>
                  <a:pt x="3551" y="511"/>
                  <a:pt x="3567" y="495"/>
                  <a:pt x="3588" y="495"/>
                </a:cubicBezTo>
                <a:cubicBezTo>
                  <a:pt x="3608" y="495"/>
                  <a:pt x="3624" y="511"/>
                  <a:pt x="3624" y="531"/>
                </a:cubicBezTo>
                <a:close/>
                <a:moveTo>
                  <a:pt x="3844" y="501"/>
                </a:moveTo>
                <a:cubicBezTo>
                  <a:pt x="3844" y="533"/>
                  <a:pt x="3819" y="558"/>
                  <a:pt x="3787" y="558"/>
                </a:cubicBezTo>
                <a:cubicBezTo>
                  <a:pt x="3756" y="558"/>
                  <a:pt x="3730" y="533"/>
                  <a:pt x="3730" y="501"/>
                </a:cubicBezTo>
                <a:cubicBezTo>
                  <a:pt x="3730" y="470"/>
                  <a:pt x="3756" y="444"/>
                  <a:pt x="3787" y="444"/>
                </a:cubicBezTo>
                <a:cubicBezTo>
                  <a:pt x="3819" y="444"/>
                  <a:pt x="3844" y="470"/>
                  <a:pt x="3844" y="501"/>
                </a:cubicBezTo>
                <a:close/>
                <a:moveTo>
                  <a:pt x="1406" y="656"/>
                </a:moveTo>
                <a:cubicBezTo>
                  <a:pt x="1406" y="676"/>
                  <a:pt x="1389" y="693"/>
                  <a:pt x="1369" y="693"/>
                </a:cubicBezTo>
                <a:cubicBezTo>
                  <a:pt x="1349" y="693"/>
                  <a:pt x="1333" y="676"/>
                  <a:pt x="1333" y="656"/>
                </a:cubicBezTo>
                <a:cubicBezTo>
                  <a:pt x="1333" y="636"/>
                  <a:pt x="1349" y="620"/>
                  <a:pt x="1369" y="620"/>
                </a:cubicBezTo>
                <a:cubicBezTo>
                  <a:pt x="1389" y="620"/>
                  <a:pt x="1406" y="636"/>
                  <a:pt x="1406" y="656"/>
                </a:cubicBezTo>
                <a:close/>
                <a:moveTo>
                  <a:pt x="2248" y="1196"/>
                </a:moveTo>
                <a:cubicBezTo>
                  <a:pt x="2248" y="1219"/>
                  <a:pt x="2229" y="1238"/>
                  <a:pt x="2206" y="1238"/>
                </a:cubicBezTo>
                <a:cubicBezTo>
                  <a:pt x="2183" y="1238"/>
                  <a:pt x="2164" y="1219"/>
                  <a:pt x="2164" y="1196"/>
                </a:cubicBezTo>
                <a:cubicBezTo>
                  <a:pt x="2164" y="1172"/>
                  <a:pt x="2183" y="1154"/>
                  <a:pt x="2206" y="1154"/>
                </a:cubicBezTo>
                <a:cubicBezTo>
                  <a:pt x="2229" y="1154"/>
                  <a:pt x="2248" y="1172"/>
                  <a:pt x="2248" y="1196"/>
                </a:cubicBezTo>
                <a:close/>
                <a:moveTo>
                  <a:pt x="2122" y="645"/>
                </a:moveTo>
                <a:cubicBezTo>
                  <a:pt x="2122" y="676"/>
                  <a:pt x="2097" y="701"/>
                  <a:pt x="2066" y="701"/>
                </a:cubicBezTo>
                <a:cubicBezTo>
                  <a:pt x="2036" y="701"/>
                  <a:pt x="2011" y="676"/>
                  <a:pt x="2011" y="645"/>
                </a:cubicBezTo>
                <a:cubicBezTo>
                  <a:pt x="2011" y="615"/>
                  <a:pt x="2036" y="590"/>
                  <a:pt x="2066" y="590"/>
                </a:cubicBezTo>
                <a:cubicBezTo>
                  <a:pt x="2097" y="590"/>
                  <a:pt x="2122" y="615"/>
                  <a:pt x="2122" y="645"/>
                </a:cubicBezTo>
                <a:close/>
                <a:moveTo>
                  <a:pt x="3827" y="1601"/>
                </a:moveTo>
                <a:cubicBezTo>
                  <a:pt x="3827" y="1631"/>
                  <a:pt x="3802" y="1655"/>
                  <a:pt x="3772" y="1655"/>
                </a:cubicBezTo>
                <a:cubicBezTo>
                  <a:pt x="3742" y="1655"/>
                  <a:pt x="3718" y="1631"/>
                  <a:pt x="3718" y="1601"/>
                </a:cubicBezTo>
                <a:cubicBezTo>
                  <a:pt x="3718" y="1571"/>
                  <a:pt x="3742" y="1546"/>
                  <a:pt x="3772" y="1546"/>
                </a:cubicBezTo>
                <a:cubicBezTo>
                  <a:pt x="3802" y="1546"/>
                  <a:pt x="3827" y="1571"/>
                  <a:pt x="3827" y="1601"/>
                </a:cubicBezTo>
                <a:close/>
                <a:moveTo>
                  <a:pt x="356" y="545"/>
                </a:moveTo>
                <a:cubicBezTo>
                  <a:pt x="356" y="565"/>
                  <a:pt x="340" y="581"/>
                  <a:pt x="320" y="581"/>
                </a:cubicBezTo>
                <a:cubicBezTo>
                  <a:pt x="300" y="581"/>
                  <a:pt x="284" y="565"/>
                  <a:pt x="284" y="545"/>
                </a:cubicBezTo>
                <a:cubicBezTo>
                  <a:pt x="284" y="525"/>
                  <a:pt x="300" y="509"/>
                  <a:pt x="320" y="509"/>
                </a:cubicBezTo>
                <a:cubicBezTo>
                  <a:pt x="340" y="509"/>
                  <a:pt x="356" y="525"/>
                  <a:pt x="356" y="545"/>
                </a:cubicBezTo>
                <a:close/>
                <a:moveTo>
                  <a:pt x="713" y="2053"/>
                </a:moveTo>
                <a:cubicBezTo>
                  <a:pt x="713" y="2085"/>
                  <a:pt x="688" y="2110"/>
                  <a:pt x="656" y="2110"/>
                </a:cubicBezTo>
                <a:cubicBezTo>
                  <a:pt x="624" y="2110"/>
                  <a:pt x="599" y="2085"/>
                  <a:pt x="599" y="2053"/>
                </a:cubicBezTo>
                <a:cubicBezTo>
                  <a:pt x="599" y="2022"/>
                  <a:pt x="624" y="1996"/>
                  <a:pt x="656" y="1996"/>
                </a:cubicBezTo>
                <a:cubicBezTo>
                  <a:pt x="688" y="1996"/>
                  <a:pt x="713" y="2022"/>
                  <a:pt x="713" y="2053"/>
                </a:cubicBezTo>
                <a:close/>
                <a:moveTo>
                  <a:pt x="3727" y="1191"/>
                </a:moveTo>
                <a:cubicBezTo>
                  <a:pt x="3727" y="1209"/>
                  <a:pt x="3712" y="1224"/>
                  <a:pt x="3693" y="1224"/>
                </a:cubicBezTo>
                <a:cubicBezTo>
                  <a:pt x="3675" y="1224"/>
                  <a:pt x="3660" y="1209"/>
                  <a:pt x="3660" y="1191"/>
                </a:cubicBezTo>
                <a:cubicBezTo>
                  <a:pt x="3660" y="1172"/>
                  <a:pt x="3675" y="1157"/>
                  <a:pt x="3693" y="1157"/>
                </a:cubicBezTo>
                <a:cubicBezTo>
                  <a:pt x="3712" y="1157"/>
                  <a:pt x="3727" y="1172"/>
                  <a:pt x="3727" y="1191"/>
                </a:cubicBezTo>
                <a:close/>
                <a:moveTo>
                  <a:pt x="1802" y="137"/>
                </a:moveTo>
                <a:cubicBezTo>
                  <a:pt x="1802" y="169"/>
                  <a:pt x="1776" y="195"/>
                  <a:pt x="1745" y="195"/>
                </a:cubicBezTo>
                <a:cubicBezTo>
                  <a:pt x="1713" y="195"/>
                  <a:pt x="1688" y="169"/>
                  <a:pt x="1688" y="137"/>
                </a:cubicBezTo>
                <a:cubicBezTo>
                  <a:pt x="1688" y="106"/>
                  <a:pt x="1713" y="80"/>
                  <a:pt x="1745" y="80"/>
                </a:cubicBezTo>
                <a:cubicBezTo>
                  <a:pt x="1776" y="80"/>
                  <a:pt x="1802" y="106"/>
                  <a:pt x="1802" y="137"/>
                </a:cubicBezTo>
                <a:close/>
                <a:moveTo>
                  <a:pt x="1157" y="624"/>
                </a:moveTo>
                <a:cubicBezTo>
                  <a:pt x="1157" y="657"/>
                  <a:pt x="1131" y="683"/>
                  <a:pt x="1099" y="683"/>
                </a:cubicBezTo>
                <a:cubicBezTo>
                  <a:pt x="1067" y="683"/>
                  <a:pt x="1040" y="657"/>
                  <a:pt x="1040" y="624"/>
                </a:cubicBezTo>
                <a:cubicBezTo>
                  <a:pt x="1040" y="592"/>
                  <a:pt x="1067" y="566"/>
                  <a:pt x="1099" y="566"/>
                </a:cubicBezTo>
                <a:cubicBezTo>
                  <a:pt x="1131" y="566"/>
                  <a:pt x="1157" y="592"/>
                  <a:pt x="1157" y="624"/>
                </a:cubicBezTo>
                <a:close/>
                <a:moveTo>
                  <a:pt x="878" y="1957"/>
                </a:moveTo>
                <a:cubicBezTo>
                  <a:pt x="878" y="1979"/>
                  <a:pt x="860" y="1996"/>
                  <a:pt x="839" y="1996"/>
                </a:cubicBezTo>
                <a:cubicBezTo>
                  <a:pt x="817" y="1996"/>
                  <a:pt x="799" y="1979"/>
                  <a:pt x="799" y="1957"/>
                </a:cubicBezTo>
                <a:cubicBezTo>
                  <a:pt x="799" y="1935"/>
                  <a:pt x="817" y="1917"/>
                  <a:pt x="839" y="1917"/>
                </a:cubicBezTo>
                <a:cubicBezTo>
                  <a:pt x="860" y="1917"/>
                  <a:pt x="878" y="1935"/>
                  <a:pt x="878" y="1957"/>
                </a:cubicBezTo>
                <a:close/>
                <a:moveTo>
                  <a:pt x="2753" y="243"/>
                </a:moveTo>
                <a:cubicBezTo>
                  <a:pt x="2753" y="275"/>
                  <a:pt x="2727" y="300"/>
                  <a:pt x="2696" y="300"/>
                </a:cubicBezTo>
                <a:cubicBezTo>
                  <a:pt x="2665" y="300"/>
                  <a:pt x="2639" y="275"/>
                  <a:pt x="2639" y="243"/>
                </a:cubicBezTo>
                <a:cubicBezTo>
                  <a:pt x="2639" y="212"/>
                  <a:pt x="2665" y="186"/>
                  <a:pt x="2696" y="186"/>
                </a:cubicBezTo>
                <a:cubicBezTo>
                  <a:pt x="2727" y="186"/>
                  <a:pt x="2753" y="212"/>
                  <a:pt x="2753" y="243"/>
                </a:cubicBezTo>
                <a:close/>
                <a:moveTo>
                  <a:pt x="1681" y="744"/>
                </a:moveTo>
                <a:cubicBezTo>
                  <a:pt x="1681" y="771"/>
                  <a:pt x="1659" y="794"/>
                  <a:pt x="1631" y="794"/>
                </a:cubicBezTo>
                <a:cubicBezTo>
                  <a:pt x="1604" y="794"/>
                  <a:pt x="1582" y="771"/>
                  <a:pt x="1582" y="744"/>
                </a:cubicBezTo>
                <a:cubicBezTo>
                  <a:pt x="1582" y="717"/>
                  <a:pt x="1604" y="694"/>
                  <a:pt x="1631" y="694"/>
                </a:cubicBezTo>
                <a:cubicBezTo>
                  <a:pt x="1659" y="694"/>
                  <a:pt x="1681" y="717"/>
                  <a:pt x="1681" y="744"/>
                </a:cubicBezTo>
                <a:close/>
                <a:moveTo>
                  <a:pt x="2444" y="546"/>
                </a:moveTo>
                <a:cubicBezTo>
                  <a:pt x="2444" y="565"/>
                  <a:pt x="2429" y="580"/>
                  <a:pt x="2410" y="580"/>
                </a:cubicBezTo>
                <a:cubicBezTo>
                  <a:pt x="2392" y="580"/>
                  <a:pt x="2377" y="565"/>
                  <a:pt x="2377" y="546"/>
                </a:cubicBezTo>
                <a:cubicBezTo>
                  <a:pt x="2377" y="528"/>
                  <a:pt x="2392" y="513"/>
                  <a:pt x="2410" y="513"/>
                </a:cubicBezTo>
                <a:cubicBezTo>
                  <a:pt x="2429" y="513"/>
                  <a:pt x="2444" y="528"/>
                  <a:pt x="2444" y="546"/>
                </a:cubicBezTo>
                <a:close/>
                <a:moveTo>
                  <a:pt x="2395" y="71"/>
                </a:moveTo>
                <a:cubicBezTo>
                  <a:pt x="2395" y="102"/>
                  <a:pt x="2370" y="127"/>
                  <a:pt x="2339" y="127"/>
                </a:cubicBezTo>
                <a:cubicBezTo>
                  <a:pt x="2308" y="127"/>
                  <a:pt x="2282" y="102"/>
                  <a:pt x="2282" y="71"/>
                </a:cubicBezTo>
                <a:cubicBezTo>
                  <a:pt x="2282" y="40"/>
                  <a:pt x="2308" y="15"/>
                  <a:pt x="2339" y="15"/>
                </a:cubicBezTo>
                <a:cubicBezTo>
                  <a:pt x="2370" y="15"/>
                  <a:pt x="2395" y="40"/>
                  <a:pt x="2395" y="71"/>
                </a:cubicBezTo>
                <a:close/>
                <a:moveTo>
                  <a:pt x="1452" y="376"/>
                </a:moveTo>
                <a:cubicBezTo>
                  <a:pt x="1452" y="398"/>
                  <a:pt x="1434" y="415"/>
                  <a:pt x="1412" y="415"/>
                </a:cubicBezTo>
                <a:cubicBezTo>
                  <a:pt x="1390" y="415"/>
                  <a:pt x="1372" y="398"/>
                  <a:pt x="1372" y="376"/>
                </a:cubicBezTo>
                <a:cubicBezTo>
                  <a:pt x="1372" y="354"/>
                  <a:pt x="1390" y="336"/>
                  <a:pt x="1412" y="336"/>
                </a:cubicBezTo>
                <a:cubicBezTo>
                  <a:pt x="1434" y="336"/>
                  <a:pt x="1452" y="354"/>
                  <a:pt x="1452" y="376"/>
                </a:cubicBezTo>
                <a:close/>
                <a:moveTo>
                  <a:pt x="538" y="684"/>
                </a:moveTo>
                <a:cubicBezTo>
                  <a:pt x="538" y="710"/>
                  <a:pt x="518" y="731"/>
                  <a:pt x="492" y="731"/>
                </a:cubicBezTo>
                <a:cubicBezTo>
                  <a:pt x="466" y="731"/>
                  <a:pt x="446" y="710"/>
                  <a:pt x="446" y="684"/>
                </a:cubicBezTo>
                <a:cubicBezTo>
                  <a:pt x="446" y="659"/>
                  <a:pt x="466" y="638"/>
                  <a:pt x="492" y="638"/>
                </a:cubicBezTo>
                <a:cubicBezTo>
                  <a:pt x="518" y="638"/>
                  <a:pt x="538" y="659"/>
                  <a:pt x="538" y="684"/>
                </a:cubicBezTo>
                <a:close/>
                <a:moveTo>
                  <a:pt x="1703" y="721"/>
                </a:moveTo>
                <a:cubicBezTo>
                  <a:pt x="1703" y="743"/>
                  <a:pt x="1686" y="760"/>
                  <a:pt x="1664" y="760"/>
                </a:cubicBezTo>
                <a:cubicBezTo>
                  <a:pt x="1643" y="760"/>
                  <a:pt x="1626" y="743"/>
                  <a:pt x="1626" y="721"/>
                </a:cubicBezTo>
                <a:cubicBezTo>
                  <a:pt x="1626" y="700"/>
                  <a:pt x="1643" y="683"/>
                  <a:pt x="1664" y="683"/>
                </a:cubicBezTo>
                <a:cubicBezTo>
                  <a:pt x="1686" y="683"/>
                  <a:pt x="1703" y="700"/>
                  <a:pt x="1703" y="721"/>
                </a:cubicBezTo>
                <a:close/>
                <a:moveTo>
                  <a:pt x="2026" y="1655"/>
                </a:moveTo>
                <a:cubicBezTo>
                  <a:pt x="2026" y="1678"/>
                  <a:pt x="2007" y="1698"/>
                  <a:pt x="1983" y="1698"/>
                </a:cubicBezTo>
                <a:cubicBezTo>
                  <a:pt x="1959" y="1698"/>
                  <a:pt x="1940" y="1678"/>
                  <a:pt x="1940" y="1655"/>
                </a:cubicBezTo>
                <a:cubicBezTo>
                  <a:pt x="1940" y="1631"/>
                  <a:pt x="1959" y="1611"/>
                  <a:pt x="1983" y="1611"/>
                </a:cubicBezTo>
                <a:cubicBezTo>
                  <a:pt x="2007" y="1611"/>
                  <a:pt x="2026" y="1631"/>
                  <a:pt x="2026" y="1655"/>
                </a:cubicBezTo>
                <a:close/>
                <a:moveTo>
                  <a:pt x="3142" y="1033"/>
                </a:moveTo>
                <a:cubicBezTo>
                  <a:pt x="3142" y="1052"/>
                  <a:pt x="3127" y="1067"/>
                  <a:pt x="3108" y="1067"/>
                </a:cubicBezTo>
                <a:cubicBezTo>
                  <a:pt x="3090" y="1067"/>
                  <a:pt x="3075" y="1052"/>
                  <a:pt x="3075" y="1033"/>
                </a:cubicBezTo>
                <a:cubicBezTo>
                  <a:pt x="3075" y="1014"/>
                  <a:pt x="3090" y="999"/>
                  <a:pt x="3108" y="999"/>
                </a:cubicBezTo>
                <a:cubicBezTo>
                  <a:pt x="3127" y="999"/>
                  <a:pt x="3142" y="1014"/>
                  <a:pt x="3142" y="1033"/>
                </a:cubicBezTo>
                <a:close/>
                <a:moveTo>
                  <a:pt x="762" y="1799"/>
                </a:moveTo>
                <a:cubicBezTo>
                  <a:pt x="762" y="1824"/>
                  <a:pt x="742" y="1844"/>
                  <a:pt x="718" y="1844"/>
                </a:cubicBezTo>
                <a:cubicBezTo>
                  <a:pt x="693" y="1844"/>
                  <a:pt x="673" y="1824"/>
                  <a:pt x="673" y="1799"/>
                </a:cubicBezTo>
                <a:cubicBezTo>
                  <a:pt x="673" y="1775"/>
                  <a:pt x="693" y="1755"/>
                  <a:pt x="718" y="1755"/>
                </a:cubicBezTo>
                <a:cubicBezTo>
                  <a:pt x="742" y="1755"/>
                  <a:pt x="762" y="1775"/>
                  <a:pt x="762" y="1799"/>
                </a:cubicBezTo>
                <a:close/>
                <a:moveTo>
                  <a:pt x="1622" y="1102"/>
                </a:moveTo>
                <a:cubicBezTo>
                  <a:pt x="1622" y="1133"/>
                  <a:pt x="1597" y="1158"/>
                  <a:pt x="1566" y="1158"/>
                </a:cubicBezTo>
                <a:cubicBezTo>
                  <a:pt x="1536" y="1158"/>
                  <a:pt x="1511" y="1133"/>
                  <a:pt x="1511" y="1102"/>
                </a:cubicBezTo>
                <a:cubicBezTo>
                  <a:pt x="1511" y="1072"/>
                  <a:pt x="1536" y="1047"/>
                  <a:pt x="1566" y="1047"/>
                </a:cubicBezTo>
                <a:cubicBezTo>
                  <a:pt x="1597" y="1047"/>
                  <a:pt x="1622" y="1072"/>
                  <a:pt x="1622" y="1102"/>
                </a:cubicBezTo>
                <a:close/>
                <a:moveTo>
                  <a:pt x="1579" y="779"/>
                </a:moveTo>
                <a:cubicBezTo>
                  <a:pt x="1579" y="801"/>
                  <a:pt x="1561" y="820"/>
                  <a:pt x="1538" y="820"/>
                </a:cubicBezTo>
                <a:cubicBezTo>
                  <a:pt x="1515" y="820"/>
                  <a:pt x="1497" y="801"/>
                  <a:pt x="1497" y="779"/>
                </a:cubicBezTo>
                <a:cubicBezTo>
                  <a:pt x="1497" y="756"/>
                  <a:pt x="1515" y="738"/>
                  <a:pt x="1538" y="738"/>
                </a:cubicBezTo>
                <a:cubicBezTo>
                  <a:pt x="1561" y="738"/>
                  <a:pt x="1579" y="756"/>
                  <a:pt x="1579" y="779"/>
                </a:cubicBezTo>
                <a:close/>
                <a:moveTo>
                  <a:pt x="124" y="1164"/>
                </a:moveTo>
                <a:cubicBezTo>
                  <a:pt x="124" y="1188"/>
                  <a:pt x="104" y="1208"/>
                  <a:pt x="80" y="1208"/>
                </a:cubicBezTo>
                <a:cubicBezTo>
                  <a:pt x="55" y="1208"/>
                  <a:pt x="36" y="1188"/>
                  <a:pt x="36" y="1164"/>
                </a:cubicBezTo>
                <a:cubicBezTo>
                  <a:pt x="36" y="1139"/>
                  <a:pt x="55" y="1119"/>
                  <a:pt x="80" y="1119"/>
                </a:cubicBezTo>
                <a:cubicBezTo>
                  <a:pt x="104" y="1119"/>
                  <a:pt x="124" y="1139"/>
                  <a:pt x="124" y="1164"/>
                </a:cubicBezTo>
                <a:close/>
                <a:moveTo>
                  <a:pt x="2064" y="968"/>
                </a:moveTo>
                <a:cubicBezTo>
                  <a:pt x="2064" y="992"/>
                  <a:pt x="2044" y="1012"/>
                  <a:pt x="2020" y="1012"/>
                </a:cubicBezTo>
                <a:cubicBezTo>
                  <a:pt x="1995" y="1012"/>
                  <a:pt x="1976" y="992"/>
                  <a:pt x="1976" y="968"/>
                </a:cubicBezTo>
                <a:cubicBezTo>
                  <a:pt x="1976" y="943"/>
                  <a:pt x="1995" y="924"/>
                  <a:pt x="2020" y="924"/>
                </a:cubicBezTo>
                <a:cubicBezTo>
                  <a:pt x="2044" y="924"/>
                  <a:pt x="2064" y="943"/>
                  <a:pt x="2064" y="968"/>
                </a:cubicBezTo>
                <a:close/>
                <a:moveTo>
                  <a:pt x="2958" y="410"/>
                </a:moveTo>
                <a:cubicBezTo>
                  <a:pt x="2958" y="443"/>
                  <a:pt x="2931" y="470"/>
                  <a:pt x="2899" y="470"/>
                </a:cubicBezTo>
                <a:cubicBezTo>
                  <a:pt x="2866" y="470"/>
                  <a:pt x="2839" y="443"/>
                  <a:pt x="2839" y="410"/>
                </a:cubicBezTo>
                <a:cubicBezTo>
                  <a:pt x="2839" y="377"/>
                  <a:pt x="2866" y="351"/>
                  <a:pt x="2899" y="351"/>
                </a:cubicBezTo>
                <a:cubicBezTo>
                  <a:pt x="2931" y="351"/>
                  <a:pt x="2958" y="377"/>
                  <a:pt x="2958" y="410"/>
                </a:cubicBezTo>
                <a:close/>
                <a:moveTo>
                  <a:pt x="531" y="1839"/>
                </a:moveTo>
                <a:cubicBezTo>
                  <a:pt x="531" y="1858"/>
                  <a:pt x="515" y="1874"/>
                  <a:pt x="495" y="1874"/>
                </a:cubicBezTo>
                <a:cubicBezTo>
                  <a:pt x="476" y="1874"/>
                  <a:pt x="460" y="1858"/>
                  <a:pt x="460" y="1839"/>
                </a:cubicBezTo>
                <a:cubicBezTo>
                  <a:pt x="460" y="1819"/>
                  <a:pt x="476" y="1803"/>
                  <a:pt x="495" y="1803"/>
                </a:cubicBezTo>
                <a:cubicBezTo>
                  <a:pt x="515" y="1803"/>
                  <a:pt x="531" y="1819"/>
                  <a:pt x="531" y="1839"/>
                </a:cubicBezTo>
                <a:close/>
                <a:moveTo>
                  <a:pt x="3250" y="566"/>
                </a:moveTo>
                <a:cubicBezTo>
                  <a:pt x="3250" y="584"/>
                  <a:pt x="3235" y="599"/>
                  <a:pt x="3218" y="599"/>
                </a:cubicBezTo>
                <a:cubicBezTo>
                  <a:pt x="3200" y="599"/>
                  <a:pt x="3185" y="584"/>
                  <a:pt x="3185" y="566"/>
                </a:cubicBezTo>
                <a:cubicBezTo>
                  <a:pt x="3185" y="549"/>
                  <a:pt x="3200" y="534"/>
                  <a:pt x="3218" y="534"/>
                </a:cubicBezTo>
                <a:cubicBezTo>
                  <a:pt x="3235" y="534"/>
                  <a:pt x="3250" y="549"/>
                  <a:pt x="3250" y="566"/>
                </a:cubicBezTo>
                <a:close/>
                <a:moveTo>
                  <a:pt x="2255" y="1781"/>
                </a:moveTo>
                <a:cubicBezTo>
                  <a:pt x="2255" y="1812"/>
                  <a:pt x="2230" y="1837"/>
                  <a:pt x="2199" y="1837"/>
                </a:cubicBezTo>
                <a:cubicBezTo>
                  <a:pt x="2169" y="1837"/>
                  <a:pt x="2144" y="1812"/>
                  <a:pt x="2144" y="1781"/>
                </a:cubicBezTo>
                <a:cubicBezTo>
                  <a:pt x="2144" y="1751"/>
                  <a:pt x="2169" y="1726"/>
                  <a:pt x="2199" y="1726"/>
                </a:cubicBezTo>
                <a:cubicBezTo>
                  <a:pt x="2230" y="1726"/>
                  <a:pt x="2255" y="1751"/>
                  <a:pt x="2255" y="1781"/>
                </a:cubicBezTo>
                <a:close/>
                <a:moveTo>
                  <a:pt x="3576" y="2077"/>
                </a:moveTo>
                <a:cubicBezTo>
                  <a:pt x="3576" y="2094"/>
                  <a:pt x="3562" y="2108"/>
                  <a:pt x="3545" y="2108"/>
                </a:cubicBezTo>
                <a:cubicBezTo>
                  <a:pt x="3527" y="2108"/>
                  <a:pt x="3513" y="2094"/>
                  <a:pt x="3513" y="2077"/>
                </a:cubicBezTo>
                <a:cubicBezTo>
                  <a:pt x="3513" y="2059"/>
                  <a:pt x="3527" y="2045"/>
                  <a:pt x="3545" y="2045"/>
                </a:cubicBezTo>
                <a:cubicBezTo>
                  <a:pt x="3562" y="2045"/>
                  <a:pt x="3576" y="2059"/>
                  <a:pt x="3576" y="2077"/>
                </a:cubicBezTo>
                <a:close/>
              </a:path>
            </a:pathLst>
          </a:custGeom>
          <a:solidFill>
            <a:srgbClr val="9A9A9A"/>
          </a:solidFill>
          <a:ln>
            <a:noFill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2359722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063"/>
              </a:lnSpc>
              <a:spcAft>
                <a:spcPts val="300"/>
              </a:spcAft>
              <a:buNone/>
            </a:pPr>
            <a:r>
              <a:rPr lang="es-AR" sz="3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DIAGNÓSTICO POR IMÁGENES DEL DERRAME</a:t>
            </a:r>
            <a:endParaRPr lang="es-AR" sz="3700" dirty="0">
              <a:latin typeface="Mali"/>
            </a:endParaRPr>
          </a:p>
        </p:txBody>
      </p:sp>
      <p:sp>
        <p:nvSpPr>
          <p:cNvPr id="8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804673" y="1490199"/>
            <a:ext cx="1448300" cy="3254614"/>
            <a:chOff x="804673" y="1490199"/>
            <a:chExt cx="1448300" cy="3254614"/>
          </a:xfrm>
        </p:grpSpPr>
        <p:sp>
          <p:nvSpPr>
            <p:cNvPr id="16" name="Forma 15"/>
            <p:cNvSpPr/>
            <p:nvPr/>
          </p:nvSpPr>
          <p:spPr>
            <a:xfrm>
              <a:off x="804673" y="1490199"/>
              <a:ext cx="1448300" cy="3254614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98349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39039" y="2907335"/>
              <a:ext cx="1218361" cy="13647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804673" y="1490199"/>
            <a:ext cx="1448300" cy="3254614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1" name="Forma 20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0" name="Forma 29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4" name="Forma 33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7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8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39" name="Forma 38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5559187" y="1523235"/>
              <a:ext cx="1332436" cy="318819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645369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2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3" name="Forma 42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6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7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8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49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0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2" name="Forma 51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3" name="Forma 52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4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7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Senos costofrénicos agudos y libres; campos pulmonares con trama vascular.</a:t>
            </a:r>
            <a:endParaRPr lang="es-AR" sz="1700" dirty="0">
              <a:latin typeface="Mali"/>
            </a:endParaRPr>
          </a:p>
        </p:txBody>
      </p:sp>
      <p:sp>
        <p:nvSpPr>
          <p:cNvPr id="55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Primer estudio a solicitar ante sospecha de derrame.</a:t>
            </a:r>
            <a:endParaRPr lang="es-AR" sz="1900" dirty="0">
              <a:latin typeface="Mali"/>
            </a:endParaRPr>
          </a:p>
        </p:txBody>
      </p:sp>
      <p:sp>
        <p:nvSpPr>
          <p:cNvPr id="56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PULMÓN NORMAL</a:t>
            </a:r>
            <a:endParaRPr lang="es-AR" sz="2400" dirty="0">
              <a:latin typeface="Mali"/>
            </a:endParaRPr>
          </a:p>
        </p:txBody>
      </p:sp>
      <p:sp>
        <p:nvSpPr>
          <p:cNvPr id="5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1/8</a:t>
            </a:r>
            <a:endParaRPr lang="es-AR" sz="1300" dirty="0">
              <a:latin typeface="Mali"/>
            </a:endParaRPr>
          </a:p>
        </p:txBody>
      </p:sp>
      <p:sp>
        <p:nvSpPr>
          <p:cNvPr id="5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06692" y="4247390"/>
            <a:ext cx="1488452" cy="560262"/>
          </a:xfrm>
          <a:custGeom>
            <a:avLst/>
            <a:gdLst/>
            <a:ahLst/>
            <a:cxnLst/>
            <a:rect l="0" t="0" r="r" b="b"/>
            <a:pathLst>
              <a:path w="10000" h="3840">
                <a:moveTo>
                  <a:pt x="97" y="663"/>
                </a:moveTo>
                <a:lnTo>
                  <a:pt x="161" y="1049"/>
                </a:lnTo>
                <a:lnTo>
                  <a:pt x="227" y="1421"/>
                </a:lnTo>
                <a:lnTo>
                  <a:pt x="293" y="1778"/>
                </a:lnTo>
                <a:lnTo>
                  <a:pt x="360" y="2137"/>
                </a:lnTo>
                <a:lnTo>
                  <a:pt x="427" y="2499"/>
                </a:lnTo>
                <a:lnTo>
                  <a:pt x="497" y="2847"/>
                </a:lnTo>
                <a:lnTo>
                  <a:pt x="568" y="3162"/>
                </a:lnTo>
                <a:lnTo>
                  <a:pt x="644" y="3426"/>
                </a:lnTo>
                <a:lnTo>
                  <a:pt x="723" y="3621"/>
                </a:lnTo>
                <a:lnTo>
                  <a:pt x="798" y="3747"/>
                </a:lnTo>
                <a:lnTo>
                  <a:pt x="866" y="3819"/>
                </a:lnTo>
                <a:lnTo>
                  <a:pt x="938" y="3840"/>
                </a:lnTo>
                <a:lnTo>
                  <a:pt x="1023" y="3812"/>
                </a:lnTo>
                <a:lnTo>
                  <a:pt x="1133" y="3738"/>
                </a:lnTo>
                <a:lnTo>
                  <a:pt x="1276" y="3621"/>
                </a:lnTo>
                <a:lnTo>
                  <a:pt x="1453" y="3437"/>
                </a:lnTo>
                <a:lnTo>
                  <a:pt x="1654" y="3182"/>
                </a:lnTo>
                <a:lnTo>
                  <a:pt x="1879" y="2880"/>
                </a:lnTo>
                <a:lnTo>
                  <a:pt x="2127" y="2558"/>
                </a:lnTo>
                <a:lnTo>
                  <a:pt x="2397" y="2244"/>
                </a:lnTo>
                <a:lnTo>
                  <a:pt x="2689" y="1962"/>
                </a:lnTo>
                <a:lnTo>
                  <a:pt x="3012" y="1699"/>
                </a:lnTo>
                <a:lnTo>
                  <a:pt x="3369" y="1430"/>
                </a:lnTo>
                <a:lnTo>
                  <a:pt x="3749" y="1168"/>
                </a:lnTo>
                <a:lnTo>
                  <a:pt x="3922" y="1060"/>
                </a:lnTo>
                <a:lnTo>
                  <a:pt x="3807" y="1038"/>
                </a:lnTo>
                <a:lnTo>
                  <a:pt x="3549" y="986"/>
                </a:lnTo>
                <a:lnTo>
                  <a:pt x="3291" y="931"/>
                </a:lnTo>
                <a:lnTo>
                  <a:pt x="3033" y="873"/>
                </a:lnTo>
                <a:lnTo>
                  <a:pt x="2775" y="814"/>
                </a:lnTo>
                <a:lnTo>
                  <a:pt x="2517" y="751"/>
                </a:lnTo>
                <a:lnTo>
                  <a:pt x="2466" y="738"/>
                </a:lnTo>
                <a:lnTo>
                  <a:pt x="2333" y="861"/>
                </a:lnTo>
                <a:lnTo>
                  <a:pt x="2314" y="881"/>
                </a:lnTo>
                <a:lnTo>
                  <a:pt x="2051" y="1176"/>
                </a:lnTo>
                <a:lnTo>
                  <a:pt x="2041" y="1187"/>
                </a:lnTo>
                <a:lnTo>
                  <a:pt x="1799" y="1490"/>
                </a:lnTo>
                <a:lnTo>
                  <a:pt x="1796" y="1494"/>
                </a:lnTo>
                <a:lnTo>
                  <a:pt x="1578" y="1775"/>
                </a:lnTo>
                <a:lnTo>
                  <a:pt x="1577" y="1776"/>
                </a:lnTo>
                <a:lnTo>
                  <a:pt x="1393" y="2002"/>
                </a:lnTo>
                <a:lnTo>
                  <a:pt x="1389" y="2006"/>
                </a:lnTo>
                <a:lnTo>
                  <a:pt x="1241" y="2154"/>
                </a:lnTo>
                <a:lnTo>
                  <a:pt x="1236" y="2159"/>
                </a:lnTo>
                <a:lnTo>
                  <a:pt x="1192" y="2194"/>
                </a:lnTo>
                <a:lnTo>
                  <a:pt x="1187" y="2197"/>
                </a:lnTo>
                <a:lnTo>
                  <a:pt x="1182" y="2200"/>
                </a:lnTo>
                <a:lnTo>
                  <a:pt x="1176" y="2203"/>
                </a:lnTo>
                <a:lnTo>
                  <a:pt x="1171" y="2204"/>
                </a:lnTo>
                <a:lnTo>
                  <a:pt x="1165" y="2206"/>
                </a:lnTo>
                <a:lnTo>
                  <a:pt x="1159" y="2207"/>
                </a:lnTo>
                <a:lnTo>
                  <a:pt x="1153" y="2207"/>
                </a:lnTo>
                <a:lnTo>
                  <a:pt x="1147" y="2206"/>
                </a:lnTo>
                <a:lnTo>
                  <a:pt x="1141" y="2206"/>
                </a:lnTo>
                <a:lnTo>
                  <a:pt x="1136" y="2204"/>
                </a:lnTo>
                <a:lnTo>
                  <a:pt x="1130" y="2202"/>
                </a:lnTo>
                <a:lnTo>
                  <a:pt x="1125" y="2200"/>
                </a:lnTo>
                <a:lnTo>
                  <a:pt x="1120" y="2196"/>
                </a:lnTo>
                <a:lnTo>
                  <a:pt x="1115" y="2193"/>
                </a:lnTo>
                <a:lnTo>
                  <a:pt x="1110" y="2189"/>
                </a:lnTo>
                <a:lnTo>
                  <a:pt x="1106" y="2185"/>
                </a:lnTo>
                <a:lnTo>
                  <a:pt x="1103" y="2180"/>
                </a:lnTo>
                <a:lnTo>
                  <a:pt x="1100" y="2175"/>
                </a:lnTo>
                <a:lnTo>
                  <a:pt x="1097" y="2169"/>
                </a:lnTo>
                <a:lnTo>
                  <a:pt x="1060" y="2082"/>
                </a:lnTo>
                <a:lnTo>
                  <a:pt x="1058" y="2075"/>
                </a:lnTo>
                <a:lnTo>
                  <a:pt x="991" y="1851"/>
                </a:lnTo>
                <a:lnTo>
                  <a:pt x="990" y="1848"/>
                </a:lnTo>
                <a:lnTo>
                  <a:pt x="923" y="1563"/>
                </a:lnTo>
                <a:lnTo>
                  <a:pt x="923" y="1562"/>
                </a:lnTo>
                <a:lnTo>
                  <a:pt x="856" y="1239"/>
                </a:lnTo>
                <a:lnTo>
                  <a:pt x="856" y="1239"/>
                </a:lnTo>
                <a:lnTo>
                  <a:pt x="790" y="899"/>
                </a:lnTo>
                <a:lnTo>
                  <a:pt x="725" y="560"/>
                </a:lnTo>
                <a:lnTo>
                  <a:pt x="660" y="225"/>
                </a:lnTo>
                <a:lnTo>
                  <a:pt x="660" y="224"/>
                </a:lnTo>
                <a:lnTo>
                  <a:pt x="660" y="222"/>
                </a:lnTo>
                <a:lnTo>
                  <a:pt x="453" y="154"/>
                </a:lnTo>
                <a:lnTo>
                  <a:pt x="195" y="67"/>
                </a:lnTo>
                <a:lnTo>
                  <a:pt x="0" y="0"/>
                </a:lnTo>
                <a:lnTo>
                  <a:pt x="36" y="262"/>
                </a:lnTo>
                <a:lnTo>
                  <a:pt x="97" y="663"/>
                </a:lnTo>
                <a:close/>
                <a:moveTo>
                  <a:pt x="9749" y="1821"/>
                </a:moveTo>
                <a:lnTo>
                  <a:pt x="9895" y="1889"/>
                </a:lnTo>
                <a:lnTo>
                  <a:pt x="10000" y="1778"/>
                </a:lnTo>
                <a:lnTo>
                  <a:pt x="10000" y="1593"/>
                </a:lnTo>
                <a:lnTo>
                  <a:pt x="9741" y="1592"/>
                </a:lnTo>
                <a:lnTo>
                  <a:pt x="9531" y="1591"/>
                </a:lnTo>
                <a:lnTo>
                  <a:pt x="9569" y="1636"/>
                </a:lnTo>
                <a:lnTo>
                  <a:pt x="9749" y="1821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830500" y="1490199"/>
            <a:ext cx="1417886" cy="3070284"/>
            <a:chOff x="830500" y="1490199"/>
            <a:chExt cx="1417886" cy="3070284"/>
          </a:xfrm>
        </p:grpSpPr>
        <p:sp>
          <p:nvSpPr>
            <p:cNvPr id="17" name="Forma 16"/>
            <p:cNvSpPr/>
            <p:nvPr/>
          </p:nvSpPr>
          <p:spPr>
            <a:xfrm>
              <a:off x="830500" y="1490199"/>
              <a:ext cx="1417886" cy="3070284"/>
            </a:xfrm>
            <a:custGeom>
              <a:avLst/>
              <a:gdLst/>
              <a:ahLst/>
              <a:cxnLst/>
              <a:rect l="0" t="0" r="r" b="b"/>
              <a:pathLst>
                <a:path w="4525" h="10000">
                  <a:moveTo>
                    <a:pt x="493" y="9983"/>
                  </a:moveTo>
                  <a:lnTo>
                    <a:pt x="563" y="9913"/>
                  </a:lnTo>
                  <a:lnTo>
                    <a:pt x="650" y="9806"/>
                  </a:lnTo>
                  <a:lnTo>
                    <a:pt x="754" y="9672"/>
                  </a:lnTo>
                  <a:lnTo>
                    <a:pt x="755" y="9670"/>
                  </a:lnTo>
                  <a:lnTo>
                    <a:pt x="871" y="9526"/>
                  </a:lnTo>
                  <a:lnTo>
                    <a:pt x="876" y="9520"/>
                  </a:lnTo>
                  <a:lnTo>
                    <a:pt x="1002" y="9379"/>
                  </a:lnTo>
                  <a:lnTo>
                    <a:pt x="1012" y="9368"/>
                  </a:lnTo>
                  <a:lnTo>
                    <a:pt x="1147" y="9242"/>
                  </a:lnTo>
                  <a:lnTo>
                    <a:pt x="1157" y="9234"/>
                  </a:lnTo>
                  <a:lnTo>
                    <a:pt x="1308" y="9116"/>
                  </a:lnTo>
                  <a:lnTo>
                    <a:pt x="1312" y="9112"/>
                  </a:lnTo>
                  <a:lnTo>
                    <a:pt x="1478" y="8992"/>
                  </a:lnTo>
                  <a:lnTo>
                    <a:pt x="1484" y="8988"/>
                  </a:lnTo>
                  <a:lnTo>
                    <a:pt x="1660" y="8870"/>
                  </a:lnTo>
                  <a:lnTo>
                    <a:pt x="1666" y="8866"/>
                  </a:lnTo>
                  <a:lnTo>
                    <a:pt x="1847" y="8758"/>
                  </a:lnTo>
                  <a:lnTo>
                    <a:pt x="1856" y="8753"/>
                  </a:lnTo>
                  <a:lnTo>
                    <a:pt x="2036" y="8659"/>
                  </a:lnTo>
                  <a:lnTo>
                    <a:pt x="2048" y="8653"/>
                  </a:lnTo>
                  <a:lnTo>
                    <a:pt x="2222" y="8579"/>
                  </a:lnTo>
                  <a:lnTo>
                    <a:pt x="2236" y="8574"/>
                  </a:lnTo>
                  <a:lnTo>
                    <a:pt x="2406" y="8520"/>
                  </a:lnTo>
                  <a:lnTo>
                    <a:pt x="2420" y="8517"/>
                  </a:lnTo>
                  <a:lnTo>
                    <a:pt x="2591" y="8479"/>
                  </a:lnTo>
                  <a:lnTo>
                    <a:pt x="2604" y="8477"/>
                  </a:lnTo>
                  <a:lnTo>
                    <a:pt x="2774" y="8454"/>
                  </a:lnTo>
                  <a:lnTo>
                    <a:pt x="2786" y="8453"/>
                  </a:lnTo>
                  <a:lnTo>
                    <a:pt x="2954" y="8443"/>
                  </a:lnTo>
                  <a:lnTo>
                    <a:pt x="2965" y="8443"/>
                  </a:lnTo>
                  <a:lnTo>
                    <a:pt x="3129" y="8445"/>
                  </a:lnTo>
                  <a:lnTo>
                    <a:pt x="3139" y="8445"/>
                  </a:lnTo>
                  <a:lnTo>
                    <a:pt x="3297" y="8457"/>
                  </a:lnTo>
                  <a:lnTo>
                    <a:pt x="3312" y="8458"/>
                  </a:lnTo>
                  <a:lnTo>
                    <a:pt x="3467" y="8484"/>
                  </a:lnTo>
                  <a:lnTo>
                    <a:pt x="3483" y="8488"/>
                  </a:lnTo>
                  <a:lnTo>
                    <a:pt x="3637" y="8530"/>
                  </a:lnTo>
                  <a:lnTo>
                    <a:pt x="3649" y="8534"/>
                  </a:lnTo>
                  <a:lnTo>
                    <a:pt x="3799" y="8588"/>
                  </a:lnTo>
                  <a:lnTo>
                    <a:pt x="3807" y="8591"/>
                  </a:lnTo>
                  <a:lnTo>
                    <a:pt x="3950" y="8651"/>
                  </a:lnTo>
                  <a:lnTo>
                    <a:pt x="3955" y="8654"/>
                  </a:lnTo>
                  <a:lnTo>
                    <a:pt x="4089" y="8716"/>
                  </a:lnTo>
                  <a:lnTo>
                    <a:pt x="4091" y="8717"/>
                  </a:lnTo>
                  <a:lnTo>
                    <a:pt x="4212" y="8775"/>
                  </a:lnTo>
                  <a:lnTo>
                    <a:pt x="4224" y="8781"/>
                  </a:lnTo>
                  <a:lnTo>
                    <a:pt x="4234" y="8788"/>
                  </a:lnTo>
                  <a:lnTo>
                    <a:pt x="4346" y="8866"/>
                  </a:lnTo>
                  <a:lnTo>
                    <a:pt x="4358" y="8875"/>
                  </a:lnTo>
                  <a:lnTo>
                    <a:pt x="4368" y="8885"/>
                  </a:lnTo>
                  <a:lnTo>
                    <a:pt x="4474" y="8992"/>
                  </a:lnTo>
                  <a:lnTo>
                    <a:pt x="4479" y="8998"/>
                  </a:lnTo>
                  <a:lnTo>
                    <a:pt x="4524" y="9048"/>
                  </a:lnTo>
                  <a:lnTo>
                    <a:pt x="4525" y="8898"/>
                  </a:lnTo>
                  <a:lnTo>
                    <a:pt x="4510" y="8624"/>
                  </a:lnTo>
                  <a:lnTo>
                    <a:pt x="4487" y="8320"/>
                  </a:lnTo>
                  <a:lnTo>
                    <a:pt x="4462" y="8016"/>
                  </a:lnTo>
                  <a:lnTo>
                    <a:pt x="4462" y="8014"/>
                  </a:lnTo>
                  <a:lnTo>
                    <a:pt x="4442" y="7737"/>
                  </a:lnTo>
                  <a:lnTo>
                    <a:pt x="4442" y="7736"/>
                  </a:lnTo>
                  <a:lnTo>
                    <a:pt x="4427" y="7482"/>
                  </a:lnTo>
                  <a:lnTo>
                    <a:pt x="4409" y="7231"/>
                  </a:lnTo>
                  <a:lnTo>
                    <a:pt x="4389" y="6979"/>
                  </a:lnTo>
                  <a:lnTo>
                    <a:pt x="4368" y="6728"/>
                  </a:lnTo>
                  <a:lnTo>
                    <a:pt x="4348" y="6476"/>
                  </a:lnTo>
                  <a:lnTo>
                    <a:pt x="4348" y="6476"/>
                  </a:lnTo>
                  <a:lnTo>
                    <a:pt x="4328" y="6224"/>
                  </a:lnTo>
                  <a:lnTo>
                    <a:pt x="4328" y="6223"/>
                  </a:lnTo>
                  <a:lnTo>
                    <a:pt x="4310" y="5970"/>
                  </a:lnTo>
                  <a:lnTo>
                    <a:pt x="4310" y="5970"/>
                  </a:lnTo>
                  <a:lnTo>
                    <a:pt x="4292" y="5718"/>
                  </a:lnTo>
                  <a:lnTo>
                    <a:pt x="4275" y="5465"/>
                  </a:lnTo>
                  <a:lnTo>
                    <a:pt x="4256" y="5214"/>
                  </a:lnTo>
                  <a:lnTo>
                    <a:pt x="4236" y="4962"/>
                  </a:lnTo>
                  <a:lnTo>
                    <a:pt x="4214" y="4711"/>
                  </a:lnTo>
                  <a:lnTo>
                    <a:pt x="4190" y="4459"/>
                  </a:lnTo>
                  <a:lnTo>
                    <a:pt x="4165" y="4207"/>
                  </a:lnTo>
                  <a:lnTo>
                    <a:pt x="4139" y="3955"/>
                  </a:lnTo>
                  <a:lnTo>
                    <a:pt x="4111" y="3704"/>
                  </a:lnTo>
                  <a:lnTo>
                    <a:pt x="4079" y="3454"/>
                  </a:lnTo>
                  <a:lnTo>
                    <a:pt x="4044" y="3205"/>
                  </a:lnTo>
                  <a:lnTo>
                    <a:pt x="4004" y="2953"/>
                  </a:lnTo>
                  <a:lnTo>
                    <a:pt x="3961" y="2697"/>
                  </a:lnTo>
                  <a:lnTo>
                    <a:pt x="3914" y="2442"/>
                  </a:lnTo>
                  <a:lnTo>
                    <a:pt x="3865" y="2192"/>
                  </a:lnTo>
                  <a:lnTo>
                    <a:pt x="3814" y="1954"/>
                  </a:lnTo>
                  <a:lnTo>
                    <a:pt x="3761" y="1733"/>
                  </a:lnTo>
                  <a:lnTo>
                    <a:pt x="3705" y="1525"/>
                  </a:lnTo>
                  <a:lnTo>
                    <a:pt x="3645" y="1326"/>
                  </a:lnTo>
                  <a:lnTo>
                    <a:pt x="3582" y="1137"/>
                  </a:lnTo>
                  <a:lnTo>
                    <a:pt x="3519" y="961"/>
                  </a:lnTo>
                  <a:lnTo>
                    <a:pt x="3457" y="798"/>
                  </a:lnTo>
                  <a:lnTo>
                    <a:pt x="3397" y="653"/>
                  </a:lnTo>
                  <a:lnTo>
                    <a:pt x="3341" y="525"/>
                  </a:lnTo>
                  <a:lnTo>
                    <a:pt x="3289" y="415"/>
                  </a:lnTo>
                  <a:lnTo>
                    <a:pt x="3239" y="322"/>
                  </a:lnTo>
                  <a:lnTo>
                    <a:pt x="3190" y="244"/>
                  </a:lnTo>
                  <a:lnTo>
                    <a:pt x="3141" y="180"/>
                  </a:lnTo>
                  <a:lnTo>
                    <a:pt x="3089" y="125"/>
                  </a:lnTo>
                  <a:lnTo>
                    <a:pt x="3035" y="78"/>
                  </a:lnTo>
                  <a:lnTo>
                    <a:pt x="2985" y="43"/>
                  </a:lnTo>
                  <a:lnTo>
                    <a:pt x="2939" y="20"/>
                  </a:lnTo>
                  <a:lnTo>
                    <a:pt x="2892" y="6"/>
                  </a:lnTo>
                  <a:lnTo>
                    <a:pt x="2834" y="0"/>
                  </a:lnTo>
                  <a:lnTo>
                    <a:pt x="2760" y="3"/>
                  </a:lnTo>
                  <a:lnTo>
                    <a:pt x="2662" y="19"/>
                  </a:lnTo>
                  <a:lnTo>
                    <a:pt x="2545" y="51"/>
                  </a:lnTo>
                  <a:lnTo>
                    <a:pt x="2415" y="95"/>
                  </a:lnTo>
                  <a:lnTo>
                    <a:pt x="2281" y="150"/>
                  </a:lnTo>
                  <a:lnTo>
                    <a:pt x="2150" y="213"/>
                  </a:lnTo>
                  <a:lnTo>
                    <a:pt x="2027" y="283"/>
                  </a:lnTo>
                  <a:lnTo>
                    <a:pt x="1909" y="360"/>
                  </a:lnTo>
                  <a:lnTo>
                    <a:pt x="1793" y="448"/>
                  </a:lnTo>
                  <a:lnTo>
                    <a:pt x="1677" y="545"/>
                  </a:lnTo>
                  <a:lnTo>
                    <a:pt x="1565" y="650"/>
                  </a:lnTo>
                  <a:lnTo>
                    <a:pt x="1455" y="763"/>
                  </a:lnTo>
                  <a:lnTo>
                    <a:pt x="1351" y="883"/>
                  </a:lnTo>
                  <a:lnTo>
                    <a:pt x="1250" y="1010"/>
                  </a:lnTo>
                  <a:lnTo>
                    <a:pt x="1153" y="1145"/>
                  </a:lnTo>
                  <a:lnTo>
                    <a:pt x="1059" y="1289"/>
                  </a:lnTo>
                  <a:lnTo>
                    <a:pt x="969" y="1440"/>
                  </a:lnTo>
                  <a:lnTo>
                    <a:pt x="882" y="1597"/>
                  </a:lnTo>
                  <a:lnTo>
                    <a:pt x="799" y="1761"/>
                  </a:lnTo>
                  <a:lnTo>
                    <a:pt x="719" y="1932"/>
                  </a:lnTo>
                  <a:lnTo>
                    <a:pt x="643" y="2110"/>
                  </a:lnTo>
                  <a:lnTo>
                    <a:pt x="570" y="2295"/>
                  </a:lnTo>
                  <a:lnTo>
                    <a:pt x="502" y="2485"/>
                  </a:lnTo>
                  <a:lnTo>
                    <a:pt x="438" y="2680"/>
                  </a:lnTo>
                  <a:lnTo>
                    <a:pt x="380" y="2879"/>
                  </a:lnTo>
                  <a:lnTo>
                    <a:pt x="327" y="3082"/>
                  </a:lnTo>
                  <a:lnTo>
                    <a:pt x="278" y="3292"/>
                  </a:lnTo>
                  <a:lnTo>
                    <a:pt x="234" y="3506"/>
                  </a:lnTo>
                  <a:lnTo>
                    <a:pt x="195" y="3725"/>
                  </a:lnTo>
                  <a:lnTo>
                    <a:pt x="159" y="3946"/>
                  </a:lnTo>
                  <a:lnTo>
                    <a:pt x="127" y="4167"/>
                  </a:lnTo>
                  <a:lnTo>
                    <a:pt x="98" y="4390"/>
                  </a:lnTo>
                  <a:lnTo>
                    <a:pt x="74" y="4615"/>
                  </a:lnTo>
                  <a:lnTo>
                    <a:pt x="54" y="4843"/>
                  </a:lnTo>
                  <a:lnTo>
                    <a:pt x="38" y="5072"/>
                  </a:lnTo>
                  <a:lnTo>
                    <a:pt x="24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5" y="7117"/>
                  </a:lnTo>
                  <a:lnTo>
                    <a:pt x="41" y="7340"/>
                  </a:lnTo>
                  <a:lnTo>
                    <a:pt x="60" y="7561"/>
                  </a:lnTo>
                  <a:lnTo>
                    <a:pt x="81" y="7779"/>
                  </a:lnTo>
                  <a:lnTo>
                    <a:pt x="103" y="7989"/>
                  </a:lnTo>
                  <a:lnTo>
                    <a:pt x="127" y="8191"/>
                  </a:lnTo>
                  <a:lnTo>
                    <a:pt x="152" y="8382"/>
                  </a:lnTo>
                  <a:lnTo>
                    <a:pt x="178" y="8567"/>
                  </a:lnTo>
                  <a:lnTo>
                    <a:pt x="206" y="8745"/>
                  </a:lnTo>
                  <a:lnTo>
                    <a:pt x="236" y="8916"/>
                  </a:lnTo>
                  <a:lnTo>
                    <a:pt x="266" y="9081"/>
                  </a:lnTo>
                  <a:lnTo>
                    <a:pt x="297" y="9241"/>
                  </a:lnTo>
                  <a:lnTo>
                    <a:pt x="328" y="9402"/>
                  </a:lnTo>
                  <a:lnTo>
                    <a:pt x="359" y="9563"/>
                  </a:lnTo>
                  <a:lnTo>
                    <a:pt x="391" y="9716"/>
                  </a:lnTo>
                  <a:lnTo>
                    <a:pt x="423" y="9851"/>
                  </a:lnTo>
                  <a:lnTo>
                    <a:pt x="454" y="9958"/>
                  </a:lnTo>
                  <a:lnTo>
                    <a:pt x="472" y="10000"/>
                  </a:lnTo>
                  <a:lnTo>
                    <a:pt x="493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22919" y="1791508"/>
              <a:ext cx="1111621" cy="2197934"/>
            </a:xfrm>
            <a:custGeom>
              <a:avLst/>
              <a:gdLst/>
              <a:ahLst/>
              <a:cxnLst/>
              <a:rect l="0" t="0" r="r" b="b"/>
              <a:pathLst>
                <a:path w="2431" h="4905" fill="none">
                  <a:moveTo>
                    <a:pt x="2431" y="2311"/>
                  </a:moveTo>
                  <a:lnTo>
                    <a:pt x="1795" y="1981"/>
                  </a:lnTo>
                  <a:lnTo>
                    <a:pt x="1011" y="1415"/>
                  </a:lnTo>
                  <a:lnTo>
                    <a:pt x="571" y="849"/>
                  </a:lnTo>
                </a:path>
                <a:path w="2431" h="4905" fill="none">
                  <a:moveTo>
                    <a:pt x="1795" y="1981"/>
                  </a:moveTo>
                  <a:lnTo>
                    <a:pt x="1501" y="1132"/>
                  </a:lnTo>
                  <a:lnTo>
                    <a:pt x="1354" y="188"/>
                  </a:lnTo>
                </a:path>
                <a:path w="2431" h="4905" fill="none">
                  <a:moveTo>
                    <a:pt x="2431" y="2311"/>
                  </a:moveTo>
                  <a:lnTo>
                    <a:pt x="1501" y="2452"/>
                  </a:lnTo>
                  <a:lnTo>
                    <a:pt x="522" y="2452"/>
                  </a:lnTo>
                  <a:lnTo>
                    <a:pt x="32" y="2547"/>
                  </a:lnTo>
                </a:path>
                <a:path w="2431" h="4905" fill="none">
                  <a:moveTo>
                    <a:pt x="1501" y="2452"/>
                  </a:moveTo>
                  <a:lnTo>
                    <a:pt x="816" y="3113"/>
                  </a:lnTo>
                  <a:lnTo>
                    <a:pt x="277" y="3679"/>
                  </a:lnTo>
                </a:path>
                <a:path w="2431" h="4905" fill="none">
                  <a:moveTo>
                    <a:pt x="2431" y="2311"/>
                  </a:moveTo>
                  <a:lnTo>
                    <a:pt x="1795" y="3113"/>
                  </a:lnTo>
                  <a:lnTo>
                    <a:pt x="1207" y="4056"/>
                  </a:lnTo>
                  <a:lnTo>
                    <a:pt x="669" y="4811"/>
                  </a:lnTo>
                </a:path>
                <a:path w="2431" h="4905" fill="none">
                  <a:moveTo>
                    <a:pt x="1795" y="3113"/>
                  </a:moveTo>
                  <a:lnTo>
                    <a:pt x="2088" y="4056"/>
                  </a:lnTo>
                  <a:lnTo>
                    <a:pt x="1795" y="4905"/>
                  </a:lnTo>
                </a:path>
                <a:path w="2431" h="4905" fill="none">
                  <a:moveTo>
                    <a:pt x="1207" y="4056"/>
                  </a:moveTo>
                  <a:lnTo>
                    <a:pt x="424" y="4528"/>
                  </a:lnTo>
                  <a:lnTo>
                    <a:pt x="32" y="4811"/>
                  </a:lnTo>
                </a:path>
                <a:path w="2431" h="4905" fill="none">
                  <a:moveTo>
                    <a:pt x="1011" y="1415"/>
                  </a:moveTo>
                  <a:lnTo>
                    <a:pt x="326" y="1603"/>
                  </a:lnTo>
                  <a:lnTo>
                    <a:pt x="0" y="1839"/>
                  </a:lnTo>
                </a:path>
                <a:path w="2431" h="4905" fill="none">
                  <a:moveTo>
                    <a:pt x="1501" y="1132"/>
                  </a:moveTo>
                  <a:lnTo>
                    <a:pt x="913" y="566"/>
                  </a:lnTo>
                </a:path>
                <a:path w="2431" h="4905" fill="none">
                  <a:moveTo>
                    <a:pt x="816" y="3113"/>
                  </a:moveTo>
                  <a:lnTo>
                    <a:pt x="913" y="3773"/>
                  </a:lnTo>
                  <a:lnTo>
                    <a:pt x="620" y="4433"/>
                  </a:lnTo>
                </a:path>
                <a:path w="2431" h="4905" fill="none">
                  <a:moveTo>
                    <a:pt x="2431" y="2311"/>
                  </a:moveTo>
                  <a:lnTo>
                    <a:pt x="2284" y="1603"/>
                  </a:lnTo>
                  <a:lnTo>
                    <a:pt x="1990" y="849"/>
                  </a:lnTo>
                  <a:lnTo>
                    <a:pt x="1795" y="0"/>
                  </a:lnTo>
                </a:path>
                <a:path w="2431" h="4905" fill="none">
                  <a:moveTo>
                    <a:pt x="522" y="2452"/>
                  </a:moveTo>
                  <a:lnTo>
                    <a:pt x="228" y="3018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864339" y="2827073"/>
              <a:ext cx="1192581" cy="1287257"/>
            </a:xfrm>
            <a:custGeom>
              <a:avLst/>
              <a:gdLst/>
              <a:ahLst/>
              <a:cxnLst/>
              <a:rect l="0" t="0" r="r" b="b"/>
              <a:pathLst>
                <a:path w="2608" h="2872" fill="none">
                  <a:moveTo>
                    <a:pt x="0" y="155"/>
                  </a:moveTo>
                  <a:lnTo>
                    <a:pt x="185" y="173"/>
                  </a:lnTo>
                  <a:lnTo>
                    <a:pt x="414" y="194"/>
                  </a:lnTo>
                  <a:lnTo>
                    <a:pt x="644" y="210"/>
                  </a:lnTo>
                  <a:lnTo>
                    <a:pt x="846" y="216"/>
                  </a:lnTo>
                  <a:lnTo>
                    <a:pt x="1013" y="212"/>
                  </a:lnTo>
                  <a:lnTo>
                    <a:pt x="1165" y="200"/>
                  </a:lnTo>
                  <a:lnTo>
                    <a:pt x="1312" y="183"/>
                  </a:lnTo>
                  <a:lnTo>
                    <a:pt x="1463" y="163"/>
                  </a:lnTo>
                  <a:lnTo>
                    <a:pt x="1629" y="141"/>
                  </a:lnTo>
                  <a:lnTo>
                    <a:pt x="1828" y="115"/>
                  </a:lnTo>
                  <a:lnTo>
                    <a:pt x="2053" y="82"/>
                  </a:lnTo>
                  <a:lnTo>
                    <a:pt x="2277" y="49"/>
                  </a:lnTo>
                  <a:lnTo>
                    <a:pt x="2472" y="20"/>
                  </a:lnTo>
                  <a:lnTo>
                    <a:pt x="2608" y="0"/>
                  </a:lnTo>
                </a:path>
                <a:path w="2608" h="2872" fill="none">
                  <a:moveTo>
                    <a:pt x="66" y="2872"/>
                  </a:moveTo>
                  <a:lnTo>
                    <a:pt x="182" y="2736"/>
                  </a:lnTo>
                  <a:lnTo>
                    <a:pt x="352" y="2536"/>
                  </a:lnTo>
                  <a:lnTo>
                    <a:pt x="549" y="2304"/>
                  </a:lnTo>
                  <a:lnTo>
                    <a:pt x="753" y="2063"/>
                  </a:lnTo>
                  <a:lnTo>
                    <a:pt x="944" y="1839"/>
                  </a:lnTo>
                  <a:lnTo>
                    <a:pt x="1121" y="1625"/>
                  </a:lnTo>
                  <a:lnTo>
                    <a:pt x="1301" y="1406"/>
                  </a:lnTo>
                  <a:lnTo>
                    <a:pt x="1479" y="1189"/>
                  </a:lnTo>
                  <a:lnTo>
                    <a:pt x="1655" y="985"/>
                  </a:lnTo>
                  <a:lnTo>
                    <a:pt x="1825" y="801"/>
                  </a:lnTo>
                  <a:lnTo>
                    <a:pt x="2000" y="635"/>
                  </a:lnTo>
                  <a:lnTo>
                    <a:pt x="2183" y="478"/>
                  </a:lnTo>
                  <a:lnTo>
                    <a:pt x="2356" y="339"/>
                  </a:lnTo>
                  <a:lnTo>
                    <a:pt x="2503" y="225"/>
                  </a:lnTo>
                  <a:lnTo>
                    <a:pt x="2608" y="14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830500" y="1490199"/>
            <a:ext cx="1417886" cy="3070284"/>
          </a:xfrm>
          <a:custGeom>
            <a:avLst/>
            <a:gdLst/>
            <a:ahLst/>
            <a:cxnLst/>
            <a:rect l="0" t="0" r="r" b="b"/>
            <a:pathLst>
              <a:path w="3101" h="6852" fill="none">
                <a:moveTo>
                  <a:pt x="338" y="6841"/>
                </a:moveTo>
                <a:lnTo>
                  <a:pt x="386" y="6793"/>
                </a:lnTo>
                <a:lnTo>
                  <a:pt x="446" y="6719"/>
                </a:lnTo>
                <a:lnTo>
                  <a:pt x="516" y="6627"/>
                </a:lnTo>
                <a:lnTo>
                  <a:pt x="518" y="6626"/>
                </a:lnTo>
                <a:lnTo>
                  <a:pt x="597" y="6527"/>
                </a:lnTo>
                <a:lnTo>
                  <a:pt x="600" y="6523"/>
                </a:lnTo>
                <a:lnTo>
                  <a:pt x="686" y="6426"/>
                </a:lnTo>
                <a:lnTo>
                  <a:pt x="693" y="6419"/>
                </a:lnTo>
                <a:lnTo>
                  <a:pt x="786" y="6333"/>
                </a:lnTo>
                <a:lnTo>
                  <a:pt x="793" y="6327"/>
                </a:lnTo>
                <a:lnTo>
                  <a:pt x="896" y="6246"/>
                </a:lnTo>
                <a:lnTo>
                  <a:pt x="899" y="6244"/>
                </a:lnTo>
                <a:lnTo>
                  <a:pt x="1013" y="6161"/>
                </a:lnTo>
                <a:lnTo>
                  <a:pt x="1017" y="6159"/>
                </a:lnTo>
                <a:lnTo>
                  <a:pt x="1138" y="6078"/>
                </a:lnTo>
                <a:lnTo>
                  <a:pt x="1142" y="6075"/>
                </a:lnTo>
                <a:lnTo>
                  <a:pt x="1266" y="6001"/>
                </a:lnTo>
                <a:lnTo>
                  <a:pt x="1272" y="5998"/>
                </a:lnTo>
                <a:lnTo>
                  <a:pt x="1395" y="5933"/>
                </a:lnTo>
                <a:lnTo>
                  <a:pt x="1403" y="5929"/>
                </a:lnTo>
                <a:lnTo>
                  <a:pt x="1522" y="5879"/>
                </a:lnTo>
                <a:lnTo>
                  <a:pt x="1533" y="5875"/>
                </a:lnTo>
                <a:lnTo>
                  <a:pt x="1649" y="5838"/>
                </a:lnTo>
                <a:lnTo>
                  <a:pt x="1659" y="5836"/>
                </a:lnTo>
                <a:lnTo>
                  <a:pt x="1776" y="5810"/>
                </a:lnTo>
                <a:lnTo>
                  <a:pt x="1785" y="5809"/>
                </a:lnTo>
                <a:lnTo>
                  <a:pt x="1901" y="5793"/>
                </a:lnTo>
                <a:lnTo>
                  <a:pt x="1909" y="5792"/>
                </a:lnTo>
                <a:lnTo>
                  <a:pt x="2024" y="5786"/>
                </a:lnTo>
                <a:lnTo>
                  <a:pt x="2032" y="5785"/>
                </a:lnTo>
                <a:lnTo>
                  <a:pt x="2144" y="5787"/>
                </a:lnTo>
                <a:lnTo>
                  <a:pt x="2151" y="5787"/>
                </a:lnTo>
                <a:lnTo>
                  <a:pt x="2259" y="5795"/>
                </a:lnTo>
                <a:lnTo>
                  <a:pt x="2270" y="5796"/>
                </a:lnTo>
                <a:lnTo>
                  <a:pt x="2376" y="5814"/>
                </a:lnTo>
                <a:lnTo>
                  <a:pt x="2387" y="5816"/>
                </a:lnTo>
                <a:lnTo>
                  <a:pt x="2493" y="5845"/>
                </a:lnTo>
                <a:lnTo>
                  <a:pt x="2501" y="5848"/>
                </a:lnTo>
                <a:lnTo>
                  <a:pt x="2603" y="5885"/>
                </a:lnTo>
                <a:lnTo>
                  <a:pt x="2609" y="5887"/>
                </a:lnTo>
                <a:lnTo>
                  <a:pt x="2707" y="5928"/>
                </a:lnTo>
                <a:lnTo>
                  <a:pt x="2710" y="5930"/>
                </a:lnTo>
                <a:lnTo>
                  <a:pt x="2802" y="5972"/>
                </a:lnTo>
                <a:lnTo>
                  <a:pt x="2804" y="5973"/>
                </a:lnTo>
                <a:lnTo>
                  <a:pt x="2887" y="6013"/>
                </a:lnTo>
                <a:lnTo>
                  <a:pt x="2894" y="6017"/>
                </a:lnTo>
                <a:lnTo>
                  <a:pt x="2902" y="6022"/>
                </a:lnTo>
                <a:lnTo>
                  <a:pt x="2979" y="6076"/>
                </a:lnTo>
                <a:lnTo>
                  <a:pt x="2986" y="6081"/>
                </a:lnTo>
                <a:lnTo>
                  <a:pt x="2993" y="6088"/>
                </a:lnTo>
                <a:lnTo>
                  <a:pt x="3066" y="6161"/>
                </a:lnTo>
                <a:lnTo>
                  <a:pt x="3070" y="6166"/>
                </a:lnTo>
                <a:lnTo>
                  <a:pt x="3100" y="6200"/>
                </a:lnTo>
                <a:lnTo>
                  <a:pt x="3101" y="6097"/>
                </a:lnTo>
                <a:lnTo>
                  <a:pt x="3091" y="5909"/>
                </a:lnTo>
                <a:lnTo>
                  <a:pt x="3075" y="5701"/>
                </a:lnTo>
                <a:lnTo>
                  <a:pt x="3058" y="5493"/>
                </a:lnTo>
                <a:lnTo>
                  <a:pt x="3058" y="5492"/>
                </a:lnTo>
                <a:lnTo>
                  <a:pt x="3044" y="5301"/>
                </a:lnTo>
                <a:lnTo>
                  <a:pt x="3044" y="5301"/>
                </a:lnTo>
                <a:lnTo>
                  <a:pt x="3034" y="5127"/>
                </a:lnTo>
                <a:lnTo>
                  <a:pt x="3021" y="4955"/>
                </a:lnTo>
                <a:lnTo>
                  <a:pt x="3008" y="4782"/>
                </a:lnTo>
                <a:lnTo>
                  <a:pt x="2994" y="4610"/>
                </a:lnTo>
                <a:lnTo>
                  <a:pt x="2980" y="4438"/>
                </a:lnTo>
                <a:lnTo>
                  <a:pt x="2980" y="4437"/>
                </a:lnTo>
                <a:lnTo>
                  <a:pt x="2966" y="4265"/>
                </a:lnTo>
                <a:lnTo>
                  <a:pt x="2966" y="4264"/>
                </a:lnTo>
                <a:lnTo>
                  <a:pt x="2954" y="4091"/>
                </a:lnTo>
                <a:lnTo>
                  <a:pt x="2954" y="4091"/>
                </a:lnTo>
                <a:lnTo>
                  <a:pt x="2941" y="3918"/>
                </a:lnTo>
                <a:lnTo>
                  <a:pt x="2929" y="3745"/>
                </a:lnTo>
                <a:lnTo>
                  <a:pt x="2917" y="3573"/>
                </a:lnTo>
                <a:lnTo>
                  <a:pt x="2903" y="3400"/>
                </a:lnTo>
                <a:lnTo>
                  <a:pt x="2888" y="3228"/>
                </a:lnTo>
                <a:lnTo>
                  <a:pt x="2872" y="3055"/>
                </a:lnTo>
                <a:lnTo>
                  <a:pt x="2855" y="2883"/>
                </a:lnTo>
                <a:lnTo>
                  <a:pt x="2837" y="2710"/>
                </a:lnTo>
                <a:lnTo>
                  <a:pt x="2817" y="2538"/>
                </a:lnTo>
                <a:lnTo>
                  <a:pt x="2796" y="2367"/>
                </a:lnTo>
                <a:lnTo>
                  <a:pt x="2771" y="2196"/>
                </a:lnTo>
                <a:lnTo>
                  <a:pt x="2744" y="2024"/>
                </a:lnTo>
                <a:lnTo>
                  <a:pt x="2714" y="1848"/>
                </a:lnTo>
                <a:lnTo>
                  <a:pt x="2682" y="1673"/>
                </a:lnTo>
                <a:lnTo>
                  <a:pt x="2649" y="1502"/>
                </a:lnTo>
                <a:lnTo>
                  <a:pt x="2614" y="1339"/>
                </a:lnTo>
                <a:lnTo>
                  <a:pt x="2577" y="1187"/>
                </a:lnTo>
                <a:lnTo>
                  <a:pt x="2539" y="1045"/>
                </a:lnTo>
                <a:lnTo>
                  <a:pt x="2498" y="908"/>
                </a:lnTo>
                <a:lnTo>
                  <a:pt x="2455" y="779"/>
                </a:lnTo>
                <a:lnTo>
                  <a:pt x="2412" y="658"/>
                </a:lnTo>
                <a:lnTo>
                  <a:pt x="2369" y="547"/>
                </a:lnTo>
                <a:lnTo>
                  <a:pt x="2328" y="447"/>
                </a:lnTo>
                <a:lnTo>
                  <a:pt x="2289" y="360"/>
                </a:lnTo>
                <a:lnTo>
                  <a:pt x="2254" y="284"/>
                </a:lnTo>
                <a:lnTo>
                  <a:pt x="2220" y="220"/>
                </a:lnTo>
                <a:lnTo>
                  <a:pt x="2186" y="167"/>
                </a:lnTo>
                <a:lnTo>
                  <a:pt x="2153" y="123"/>
                </a:lnTo>
                <a:lnTo>
                  <a:pt x="2117" y="86"/>
                </a:lnTo>
                <a:lnTo>
                  <a:pt x="2080" y="53"/>
                </a:lnTo>
                <a:lnTo>
                  <a:pt x="2046" y="29"/>
                </a:lnTo>
                <a:lnTo>
                  <a:pt x="2014" y="14"/>
                </a:lnTo>
                <a:lnTo>
                  <a:pt x="1982" y="4"/>
                </a:lnTo>
                <a:lnTo>
                  <a:pt x="1942" y="0"/>
                </a:lnTo>
                <a:lnTo>
                  <a:pt x="1891" y="2"/>
                </a:lnTo>
                <a:lnTo>
                  <a:pt x="1824" y="13"/>
                </a:lnTo>
                <a:lnTo>
                  <a:pt x="1744" y="35"/>
                </a:lnTo>
                <a:lnTo>
                  <a:pt x="1655" y="65"/>
                </a:lnTo>
                <a:lnTo>
                  <a:pt x="1563" y="102"/>
                </a:lnTo>
                <a:lnTo>
                  <a:pt x="1473" y="146"/>
                </a:lnTo>
                <a:lnTo>
                  <a:pt x="1389" y="194"/>
                </a:lnTo>
                <a:lnTo>
                  <a:pt x="1308" y="247"/>
                </a:lnTo>
                <a:lnTo>
                  <a:pt x="1228" y="307"/>
                </a:lnTo>
                <a:lnTo>
                  <a:pt x="1149" y="373"/>
                </a:lnTo>
                <a:lnTo>
                  <a:pt x="1072" y="446"/>
                </a:lnTo>
                <a:lnTo>
                  <a:pt x="997" y="523"/>
                </a:lnTo>
                <a:lnTo>
                  <a:pt x="925" y="605"/>
                </a:lnTo>
                <a:lnTo>
                  <a:pt x="857" y="692"/>
                </a:lnTo>
                <a:lnTo>
                  <a:pt x="790" y="785"/>
                </a:lnTo>
                <a:lnTo>
                  <a:pt x="726" y="883"/>
                </a:lnTo>
                <a:lnTo>
                  <a:pt x="664" y="986"/>
                </a:lnTo>
                <a:lnTo>
                  <a:pt x="604" y="1094"/>
                </a:lnTo>
                <a:lnTo>
                  <a:pt x="547" y="1207"/>
                </a:lnTo>
                <a:lnTo>
                  <a:pt x="493" y="1324"/>
                </a:lnTo>
                <a:lnTo>
                  <a:pt x="440" y="1446"/>
                </a:lnTo>
                <a:lnTo>
                  <a:pt x="391" y="1572"/>
                </a:lnTo>
                <a:lnTo>
                  <a:pt x="344" y="1703"/>
                </a:lnTo>
                <a:lnTo>
                  <a:pt x="300" y="1836"/>
                </a:lnTo>
                <a:lnTo>
                  <a:pt x="260" y="1972"/>
                </a:lnTo>
                <a:lnTo>
                  <a:pt x="224" y="2112"/>
                </a:lnTo>
                <a:lnTo>
                  <a:pt x="190" y="2255"/>
                </a:lnTo>
                <a:lnTo>
                  <a:pt x="160" y="2403"/>
                </a:lnTo>
                <a:lnTo>
                  <a:pt x="133" y="2552"/>
                </a:lnTo>
                <a:lnTo>
                  <a:pt x="109" y="2704"/>
                </a:lnTo>
                <a:lnTo>
                  <a:pt x="87" y="2855"/>
                </a:lnTo>
                <a:lnTo>
                  <a:pt x="67" y="3008"/>
                </a:lnTo>
                <a:lnTo>
                  <a:pt x="51" y="3162"/>
                </a:lnTo>
                <a:lnTo>
                  <a:pt x="37" y="3318"/>
                </a:lnTo>
                <a:lnTo>
                  <a:pt x="26" y="3475"/>
                </a:lnTo>
                <a:lnTo>
                  <a:pt x="17" y="3633"/>
                </a:lnTo>
                <a:lnTo>
                  <a:pt x="9" y="3789"/>
                </a:lnTo>
                <a:lnTo>
                  <a:pt x="4" y="3946"/>
                </a:lnTo>
                <a:lnTo>
                  <a:pt x="1" y="4103"/>
                </a:lnTo>
                <a:lnTo>
                  <a:pt x="0" y="4260"/>
                </a:lnTo>
                <a:lnTo>
                  <a:pt x="1" y="4416"/>
                </a:lnTo>
                <a:lnTo>
                  <a:pt x="4" y="4571"/>
                </a:lnTo>
                <a:lnTo>
                  <a:pt x="9" y="4724"/>
                </a:lnTo>
                <a:lnTo>
                  <a:pt x="17" y="4876"/>
                </a:lnTo>
                <a:lnTo>
                  <a:pt x="28" y="5029"/>
                </a:lnTo>
                <a:lnTo>
                  <a:pt x="41" y="5181"/>
                </a:lnTo>
                <a:lnTo>
                  <a:pt x="55" y="5330"/>
                </a:lnTo>
                <a:lnTo>
                  <a:pt x="71" y="5474"/>
                </a:lnTo>
                <a:lnTo>
                  <a:pt x="87" y="5612"/>
                </a:lnTo>
                <a:lnTo>
                  <a:pt x="104" y="5744"/>
                </a:lnTo>
                <a:lnTo>
                  <a:pt x="122" y="5870"/>
                </a:lnTo>
                <a:lnTo>
                  <a:pt x="141" y="5992"/>
                </a:lnTo>
                <a:lnTo>
                  <a:pt x="161" y="6110"/>
                </a:lnTo>
                <a:lnTo>
                  <a:pt x="182" y="6223"/>
                </a:lnTo>
                <a:lnTo>
                  <a:pt x="203" y="6332"/>
                </a:lnTo>
                <a:lnTo>
                  <a:pt x="225" y="6442"/>
                </a:lnTo>
                <a:lnTo>
                  <a:pt x="246" y="6553"/>
                </a:lnTo>
                <a:lnTo>
                  <a:pt x="268" y="6658"/>
                </a:lnTo>
                <a:lnTo>
                  <a:pt x="290" y="6750"/>
                </a:lnTo>
                <a:lnTo>
                  <a:pt x="311" y="6823"/>
                </a:lnTo>
                <a:lnTo>
                  <a:pt x="323" y="6852"/>
                </a:lnTo>
                <a:lnTo>
                  <a:pt x="338" y="684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582948" y="1523235"/>
              <a:ext cx="1304455" cy="3007625"/>
            </a:xfrm>
            <a:custGeom>
              <a:avLst/>
              <a:gdLst/>
              <a:ahLst/>
              <a:cxnLst/>
              <a:rect l="0" t="0" r="r" b="b"/>
              <a:pathLst>
                <a:path w="4525" h="10000">
                  <a:moveTo>
                    <a:pt x="493" y="9983"/>
                  </a:moveTo>
                  <a:lnTo>
                    <a:pt x="563" y="9913"/>
                  </a:lnTo>
                  <a:lnTo>
                    <a:pt x="650" y="9806"/>
                  </a:lnTo>
                  <a:lnTo>
                    <a:pt x="754" y="9672"/>
                  </a:lnTo>
                  <a:lnTo>
                    <a:pt x="755" y="9670"/>
                  </a:lnTo>
                  <a:lnTo>
                    <a:pt x="871" y="9526"/>
                  </a:lnTo>
                  <a:lnTo>
                    <a:pt x="876" y="9520"/>
                  </a:lnTo>
                  <a:lnTo>
                    <a:pt x="1002" y="9379"/>
                  </a:lnTo>
                  <a:lnTo>
                    <a:pt x="1012" y="9368"/>
                  </a:lnTo>
                  <a:lnTo>
                    <a:pt x="1147" y="9242"/>
                  </a:lnTo>
                  <a:lnTo>
                    <a:pt x="1157" y="9234"/>
                  </a:lnTo>
                  <a:lnTo>
                    <a:pt x="1308" y="9116"/>
                  </a:lnTo>
                  <a:lnTo>
                    <a:pt x="1312" y="9112"/>
                  </a:lnTo>
                  <a:lnTo>
                    <a:pt x="1478" y="8992"/>
                  </a:lnTo>
                  <a:lnTo>
                    <a:pt x="1484" y="8988"/>
                  </a:lnTo>
                  <a:lnTo>
                    <a:pt x="1660" y="8870"/>
                  </a:lnTo>
                  <a:lnTo>
                    <a:pt x="1666" y="8866"/>
                  </a:lnTo>
                  <a:lnTo>
                    <a:pt x="1847" y="8758"/>
                  </a:lnTo>
                  <a:lnTo>
                    <a:pt x="1856" y="8753"/>
                  </a:lnTo>
                  <a:lnTo>
                    <a:pt x="2036" y="8659"/>
                  </a:lnTo>
                  <a:lnTo>
                    <a:pt x="2048" y="8653"/>
                  </a:lnTo>
                  <a:lnTo>
                    <a:pt x="2222" y="8579"/>
                  </a:lnTo>
                  <a:lnTo>
                    <a:pt x="2236" y="8574"/>
                  </a:lnTo>
                  <a:lnTo>
                    <a:pt x="2406" y="8520"/>
                  </a:lnTo>
                  <a:lnTo>
                    <a:pt x="2420" y="8517"/>
                  </a:lnTo>
                  <a:lnTo>
                    <a:pt x="2591" y="8479"/>
                  </a:lnTo>
                  <a:lnTo>
                    <a:pt x="2604" y="8477"/>
                  </a:lnTo>
                  <a:lnTo>
                    <a:pt x="2774" y="8454"/>
                  </a:lnTo>
                  <a:lnTo>
                    <a:pt x="2786" y="8453"/>
                  </a:lnTo>
                  <a:lnTo>
                    <a:pt x="2954" y="8443"/>
                  </a:lnTo>
                  <a:lnTo>
                    <a:pt x="2965" y="8443"/>
                  </a:lnTo>
                  <a:lnTo>
                    <a:pt x="3129" y="8445"/>
                  </a:lnTo>
                  <a:lnTo>
                    <a:pt x="3139" y="8445"/>
                  </a:lnTo>
                  <a:lnTo>
                    <a:pt x="3297" y="8457"/>
                  </a:lnTo>
                  <a:lnTo>
                    <a:pt x="3312" y="8458"/>
                  </a:lnTo>
                  <a:lnTo>
                    <a:pt x="3467" y="8484"/>
                  </a:lnTo>
                  <a:lnTo>
                    <a:pt x="3483" y="8488"/>
                  </a:lnTo>
                  <a:lnTo>
                    <a:pt x="3637" y="8530"/>
                  </a:lnTo>
                  <a:lnTo>
                    <a:pt x="3649" y="8534"/>
                  </a:lnTo>
                  <a:lnTo>
                    <a:pt x="3799" y="8588"/>
                  </a:lnTo>
                  <a:lnTo>
                    <a:pt x="3807" y="8591"/>
                  </a:lnTo>
                  <a:lnTo>
                    <a:pt x="3950" y="8651"/>
                  </a:lnTo>
                  <a:lnTo>
                    <a:pt x="3955" y="8654"/>
                  </a:lnTo>
                  <a:lnTo>
                    <a:pt x="4089" y="8716"/>
                  </a:lnTo>
                  <a:lnTo>
                    <a:pt x="4091" y="8717"/>
                  </a:lnTo>
                  <a:lnTo>
                    <a:pt x="4212" y="8775"/>
                  </a:lnTo>
                  <a:lnTo>
                    <a:pt x="4224" y="8781"/>
                  </a:lnTo>
                  <a:lnTo>
                    <a:pt x="4234" y="8788"/>
                  </a:lnTo>
                  <a:lnTo>
                    <a:pt x="4346" y="8866"/>
                  </a:lnTo>
                  <a:lnTo>
                    <a:pt x="4358" y="8875"/>
                  </a:lnTo>
                  <a:lnTo>
                    <a:pt x="4368" y="8885"/>
                  </a:lnTo>
                  <a:lnTo>
                    <a:pt x="4474" y="8992"/>
                  </a:lnTo>
                  <a:lnTo>
                    <a:pt x="4479" y="8998"/>
                  </a:lnTo>
                  <a:lnTo>
                    <a:pt x="4524" y="9048"/>
                  </a:lnTo>
                  <a:lnTo>
                    <a:pt x="4525" y="8898"/>
                  </a:lnTo>
                  <a:lnTo>
                    <a:pt x="4510" y="8624"/>
                  </a:lnTo>
                  <a:lnTo>
                    <a:pt x="4487" y="8320"/>
                  </a:lnTo>
                  <a:lnTo>
                    <a:pt x="4462" y="8016"/>
                  </a:lnTo>
                  <a:lnTo>
                    <a:pt x="4462" y="8014"/>
                  </a:lnTo>
                  <a:lnTo>
                    <a:pt x="4442" y="7737"/>
                  </a:lnTo>
                  <a:lnTo>
                    <a:pt x="4442" y="7736"/>
                  </a:lnTo>
                  <a:lnTo>
                    <a:pt x="4427" y="7482"/>
                  </a:lnTo>
                  <a:lnTo>
                    <a:pt x="4409" y="7231"/>
                  </a:lnTo>
                  <a:lnTo>
                    <a:pt x="4389" y="6979"/>
                  </a:lnTo>
                  <a:lnTo>
                    <a:pt x="4368" y="6728"/>
                  </a:lnTo>
                  <a:lnTo>
                    <a:pt x="4348" y="6476"/>
                  </a:lnTo>
                  <a:lnTo>
                    <a:pt x="4348" y="6476"/>
                  </a:lnTo>
                  <a:lnTo>
                    <a:pt x="4328" y="6224"/>
                  </a:lnTo>
                  <a:lnTo>
                    <a:pt x="4328" y="6223"/>
                  </a:lnTo>
                  <a:lnTo>
                    <a:pt x="4310" y="5970"/>
                  </a:lnTo>
                  <a:lnTo>
                    <a:pt x="4310" y="5970"/>
                  </a:lnTo>
                  <a:lnTo>
                    <a:pt x="4292" y="5718"/>
                  </a:lnTo>
                  <a:lnTo>
                    <a:pt x="4275" y="5465"/>
                  </a:lnTo>
                  <a:lnTo>
                    <a:pt x="4256" y="5214"/>
                  </a:lnTo>
                  <a:lnTo>
                    <a:pt x="4236" y="4962"/>
                  </a:lnTo>
                  <a:lnTo>
                    <a:pt x="4214" y="4711"/>
                  </a:lnTo>
                  <a:lnTo>
                    <a:pt x="4190" y="4459"/>
                  </a:lnTo>
                  <a:lnTo>
                    <a:pt x="4165" y="4207"/>
                  </a:lnTo>
                  <a:lnTo>
                    <a:pt x="4139" y="3955"/>
                  </a:lnTo>
                  <a:lnTo>
                    <a:pt x="4111" y="3704"/>
                  </a:lnTo>
                  <a:lnTo>
                    <a:pt x="4079" y="3454"/>
                  </a:lnTo>
                  <a:lnTo>
                    <a:pt x="4044" y="3205"/>
                  </a:lnTo>
                  <a:lnTo>
                    <a:pt x="4004" y="2953"/>
                  </a:lnTo>
                  <a:lnTo>
                    <a:pt x="3961" y="2697"/>
                  </a:lnTo>
                  <a:lnTo>
                    <a:pt x="3914" y="2442"/>
                  </a:lnTo>
                  <a:lnTo>
                    <a:pt x="3865" y="2192"/>
                  </a:lnTo>
                  <a:lnTo>
                    <a:pt x="3814" y="1954"/>
                  </a:lnTo>
                  <a:lnTo>
                    <a:pt x="3761" y="1733"/>
                  </a:lnTo>
                  <a:lnTo>
                    <a:pt x="3705" y="1525"/>
                  </a:lnTo>
                  <a:lnTo>
                    <a:pt x="3645" y="1326"/>
                  </a:lnTo>
                  <a:lnTo>
                    <a:pt x="3582" y="1137"/>
                  </a:lnTo>
                  <a:lnTo>
                    <a:pt x="3519" y="961"/>
                  </a:lnTo>
                  <a:lnTo>
                    <a:pt x="3457" y="798"/>
                  </a:lnTo>
                  <a:lnTo>
                    <a:pt x="3397" y="653"/>
                  </a:lnTo>
                  <a:lnTo>
                    <a:pt x="3341" y="525"/>
                  </a:lnTo>
                  <a:lnTo>
                    <a:pt x="3289" y="415"/>
                  </a:lnTo>
                  <a:lnTo>
                    <a:pt x="3239" y="322"/>
                  </a:lnTo>
                  <a:lnTo>
                    <a:pt x="3190" y="244"/>
                  </a:lnTo>
                  <a:lnTo>
                    <a:pt x="3141" y="180"/>
                  </a:lnTo>
                  <a:lnTo>
                    <a:pt x="3089" y="125"/>
                  </a:lnTo>
                  <a:lnTo>
                    <a:pt x="3035" y="78"/>
                  </a:lnTo>
                  <a:lnTo>
                    <a:pt x="2985" y="43"/>
                  </a:lnTo>
                  <a:lnTo>
                    <a:pt x="2939" y="20"/>
                  </a:lnTo>
                  <a:lnTo>
                    <a:pt x="2892" y="6"/>
                  </a:lnTo>
                  <a:lnTo>
                    <a:pt x="2834" y="0"/>
                  </a:lnTo>
                  <a:lnTo>
                    <a:pt x="2760" y="3"/>
                  </a:lnTo>
                  <a:lnTo>
                    <a:pt x="2662" y="19"/>
                  </a:lnTo>
                  <a:lnTo>
                    <a:pt x="2545" y="51"/>
                  </a:lnTo>
                  <a:lnTo>
                    <a:pt x="2415" y="95"/>
                  </a:lnTo>
                  <a:lnTo>
                    <a:pt x="2281" y="150"/>
                  </a:lnTo>
                  <a:lnTo>
                    <a:pt x="2150" y="213"/>
                  </a:lnTo>
                  <a:lnTo>
                    <a:pt x="2027" y="283"/>
                  </a:lnTo>
                  <a:lnTo>
                    <a:pt x="1909" y="360"/>
                  </a:lnTo>
                  <a:lnTo>
                    <a:pt x="1793" y="448"/>
                  </a:lnTo>
                  <a:lnTo>
                    <a:pt x="1677" y="545"/>
                  </a:lnTo>
                  <a:lnTo>
                    <a:pt x="1565" y="650"/>
                  </a:lnTo>
                  <a:lnTo>
                    <a:pt x="1455" y="763"/>
                  </a:lnTo>
                  <a:lnTo>
                    <a:pt x="1351" y="883"/>
                  </a:lnTo>
                  <a:lnTo>
                    <a:pt x="1250" y="1010"/>
                  </a:lnTo>
                  <a:lnTo>
                    <a:pt x="1153" y="1145"/>
                  </a:lnTo>
                  <a:lnTo>
                    <a:pt x="1059" y="1289"/>
                  </a:lnTo>
                  <a:lnTo>
                    <a:pt x="969" y="1440"/>
                  </a:lnTo>
                  <a:lnTo>
                    <a:pt x="882" y="1597"/>
                  </a:lnTo>
                  <a:lnTo>
                    <a:pt x="799" y="1761"/>
                  </a:lnTo>
                  <a:lnTo>
                    <a:pt x="719" y="1932"/>
                  </a:lnTo>
                  <a:lnTo>
                    <a:pt x="643" y="2110"/>
                  </a:lnTo>
                  <a:lnTo>
                    <a:pt x="570" y="2295"/>
                  </a:lnTo>
                  <a:lnTo>
                    <a:pt x="502" y="2485"/>
                  </a:lnTo>
                  <a:lnTo>
                    <a:pt x="438" y="2680"/>
                  </a:lnTo>
                  <a:lnTo>
                    <a:pt x="380" y="2879"/>
                  </a:lnTo>
                  <a:lnTo>
                    <a:pt x="327" y="3082"/>
                  </a:lnTo>
                  <a:lnTo>
                    <a:pt x="278" y="3292"/>
                  </a:lnTo>
                  <a:lnTo>
                    <a:pt x="234" y="3506"/>
                  </a:lnTo>
                  <a:lnTo>
                    <a:pt x="195" y="3725"/>
                  </a:lnTo>
                  <a:lnTo>
                    <a:pt x="159" y="3946"/>
                  </a:lnTo>
                  <a:lnTo>
                    <a:pt x="127" y="4167"/>
                  </a:lnTo>
                  <a:lnTo>
                    <a:pt x="98" y="4390"/>
                  </a:lnTo>
                  <a:lnTo>
                    <a:pt x="74" y="4615"/>
                  </a:lnTo>
                  <a:lnTo>
                    <a:pt x="54" y="4843"/>
                  </a:lnTo>
                  <a:lnTo>
                    <a:pt x="38" y="5072"/>
                  </a:lnTo>
                  <a:lnTo>
                    <a:pt x="24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5" y="7117"/>
                  </a:lnTo>
                  <a:lnTo>
                    <a:pt x="41" y="7340"/>
                  </a:lnTo>
                  <a:lnTo>
                    <a:pt x="60" y="7561"/>
                  </a:lnTo>
                  <a:lnTo>
                    <a:pt x="81" y="7779"/>
                  </a:lnTo>
                  <a:lnTo>
                    <a:pt x="103" y="7989"/>
                  </a:lnTo>
                  <a:lnTo>
                    <a:pt x="127" y="8191"/>
                  </a:lnTo>
                  <a:lnTo>
                    <a:pt x="152" y="8382"/>
                  </a:lnTo>
                  <a:lnTo>
                    <a:pt x="178" y="8567"/>
                  </a:lnTo>
                  <a:lnTo>
                    <a:pt x="206" y="8745"/>
                  </a:lnTo>
                  <a:lnTo>
                    <a:pt x="236" y="8916"/>
                  </a:lnTo>
                  <a:lnTo>
                    <a:pt x="266" y="9081"/>
                  </a:lnTo>
                  <a:lnTo>
                    <a:pt x="297" y="9241"/>
                  </a:lnTo>
                  <a:lnTo>
                    <a:pt x="328" y="9402"/>
                  </a:lnTo>
                  <a:lnTo>
                    <a:pt x="359" y="9563"/>
                  </a:lnTo>
                  <a:lnTo>
                    <a:pt x="391" y="9716"/>
                  </a:lnTo>
                  <a:lnTo>
                    <a:pt x="423" y="9851"/>
                  </a:lnTo>
                  <a:lnTo>
                    <a:pt x="454" y="9958"/>
                  </a:lnTo>
                  <a:lnTo>
                    <a:pt x="472" y="10000"/>
                  </a:lnTo>
                  <a:lnTo>
                    <a:pt x="493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667973" y="1818395"/>
              <a:ext cx="1022692" cy="2153078"/>
            </a:xfrm>
            <a:custGeom>
              <a:avLst/>
              <a:gdLst/>
              <a:ahLst/>
              <a:cxnLst/>
              <a:rect l="0" t="0" r="r" b="b"/>
              <a:pathLst>
                <a:path w="2431" h="4905" fill="none">
                  <a:moveTo>
                    <a:pt x="2431" y="2311"/>
                  </a:moveTo>
                  <a:lnTo>
                    <a:pt x="1795" y="1981"/>
                  </a:lnTo>
                  <a:lnTo>
                    <a:pt x="1011" y="1415"/>
                  </a:lnTo>
                  <a:lnTo>
                    <a:pt x="571" y="849"/>
                  </a:lnTo>
                </a:path>
                <a:path w="2431" h="4905" fill="none">
                  <a:moveTo>
                    <a:pt x="1795" y="1981"/>
                  </a:moveTo>
                  <a:lnTo>
                    <a:pt x="1501" y="1132"/>
                  </a:lnTo>
                  <a:lnTo>
                    <a:pt x="1354" y="188"/>
                  </a:lnTo>
                </a:path>
                <a:path w="2431" h="4905" fill="none">
                  <a:moveTo>
                    <a:pt x="2431" y="2311"/>
                  </a:moveTo>
                  <a:lnTo>
                    <a:pt x="1501" y="2452"/>
                  </a:lnTo>
                  <a:lnTo>
                    <a:pt x="522" y="2452"/>
                  </a:lnTo>
                  <a:lnTo>
                    <a:pt x="32" y="2547"/>
                  </a:lnTo>
                </a:path>
                <a:path w="2431" h="4905" fill="none">
                  <a:moveTo>
                    <a:pt x="1501" y="2452"/>
                  </a:moveTo>
                  <a:lnTo>
                    <a:pt x="816" y="3113"/>
                  </a:lnTo>
                  <a:lnTo>
                    <a:pt x="277" y="3679"/>
                  </a:lnTo>
                </a:path>
                <a:path w="2431" h="4905" fill="none">
                  <a:moveTo>
                    <a:pt x="2431" y="2311"/>
                  </a:moveTo>
                  <a:lnTo>
                    <a:pt x="1795" y="3113"/>
                  </a:lnTo>
                  <a:lnTo>
                    <a:pt x="1207" y="4056"/>
                  </a:lnTo>
                  <a:lnTo>
                    <a:pt x="669" y="4811"/>
                  </a:lnTo>
                </a:path>
                <a:path w="2431" h="4905" fill="none">
                  <a:moveTo>
                    <a:pt x="1795" y="3113"/>
                  </a:moveTo>
                  <a:lnTo>
                    <a:pt x="2088" y="4056"/>
                  </a:lnTo>
                  <a:lnTo>
                    <a:pt x="1795" y="4905"/>
                  </a:lnTo>
                </a:path>
                <a:path w="2431" h="4905" fill="none">
                  <a:moveTo>
                    <a:pt x="1207" y="4056"/>
                  </a:moveTo>
                  <a:lnTo>
                    <a:pt x="424" y="4528"/>
                  </a:lnTo>
                  <a:lnTo>
                    <a:pt x="32" y="4811"/>
                  </a:lnTo>
                </a:path>
                <a:path w="2431" h="4905" fill="none">
                  <a:moveTo>
                    <a:pt x="1011" y="1415"/>
                  </a:moveTo>
                  <a:lnTo>
                    <a:pt x="326" y="1603"/>
                  </a:lnTo>
                  <a:lnTo>
                    <a:pt x="0" y="1839"/>
                  </a:lnTo>
                </a:path>
                <a:path w="2431" h="4905" fill="none">
                  <a:moveTo>
                    <a:pt x="1501" y="1132"/>
                  </a:moveTo>
                  <a:lnTo>
                    <a:pt x="913" y="566"/>
                  </a:lnTo>
                </a:path>
                <a:path w="2431" h="4905" fill="none">
                  <a:moveTo>
                    <a:pt x="816" y="3113"/>
                  </a:moveTo>
                  <a:lnTo>
                    <a:pt x="913" y="3773"/>
                  </a:lnTo>
                  <a:lnTo>
                    <a:pt x="620" y="4433"/>
                  </a:lnTo>
                </a:path>
                <a:path w="2431" h="4905" fill="none">
                  <a:moveTo>
                    <a:pt x="2431" y="2311"/>
                  </a:moveTo>
                  <a:lnTo>
                    <a:pt x="2284" y="1603"/>
                  </a:lnTo>
                  <a:lnTo>
                    <a:pt x="1990" y="849"/>
                  </a:lnTo>
                  <a:lnTo>
                    <a:pt x="1795" y="0"/>
                  </a:lnTo>
                </a:path>
                <a:path w="2431" h="4905" fill="none">
                  <a:moveTo>
                    <a:pt x="522" y="2452"/>
                  </a:moveTo>
                  <a:lnTo>
                    <a:pt x="228" y="3018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61044" y="4224157"/>
            <a:ext cx="1369376" cy="548828"/>
          </a:xfrm>
          <a:custGeom>
            <a:avLst/>
            <a:gdLst/>
            <a:ahLst/>
            <a:cxnLst/>
            <a:rect l="0" t="0" r="r" b="b"/>
            <a:pathLst>
              <a:path w="10000" h="3840">
                <a:moveTo>
                  <a:pt x="97" y="663"/>
                </a:moveTo>
                <a:lnTo>
                  <a:pt x="161" y="1049"/>
                </a:lnTo>
                <a:lnTo>
                  <a:pt x="227" y="1421"/>
                </a:lnTo>
                <a:lnTo>
                  <a:pt x="293" y="1778"/>
                </a:lnTo>
                <a:lnTo>
                  <a:pt x="360" y="2137"/>
                </a:lnTo>
                <a:lnTo>
                  <a:pt x="427" y="2499"/>
                </a:lnTo>
                <a:lnTo>
                  <a:pt x="497" y="2847"/>
                </a:lnTo>
                <a:lnTo>
                  <a:pt x="568" y="3162"/>
                </a:lnTo>
                <a:lnTo>
                  <a:pt x="644" y="3426"/>
                </a:lnTo>
                <a:lnTo>
                  <a:pt x="723" y="3621"/>
                </a:lnTo>
                <a:lnTo>
                  <a:pt x="798" y="3747"/>
                </a:lnTo>
                <a:lnTo>
                  <a:pt x="866" y="3819"/>
                </a:lnTo>
                <a:lnTo>
                  <a:pt x="938" y="3840"/>
                </a:lnTo>
                <a:lnTo>
                  <a:pt x="1023" y="3812"/>
                </a:lnTo>
                <a:lnTo>
                  <a:pt x="1133" y="3738"/>
                </a:lnTo>
                <a:lnTo>
                  <a:pt x="1276" y="3621"/>
                </a:lnTo>
                <a:lnTo>
                  <a:pt x="1453" y="3437"/>
                </a:lnTo>
                <a:lnTo>
                  <a:pt x="1654" y="3182"/>
                </a:lnTo>
                <a:lnTo>
                  <a:pt x="1879" y="2880"/>
                </a:lnTo>
                <a:lnTo>
                  <a:pt x="2127" y="2558"/>
                </a:lnTo>
                <a:lnTo>
                  <a:pt x="2397" y="2244"/>
                </a:lnTo>
                <a:lnTo>
                  <a:pt x="2689" y="1962"/>
                </a:lnTo>
                <a:lnTo>
                  <a:pt x="3012" y="1699"/>
                </a:lnTo>
                <a:lnTo>
                  <a:pt x="3369" y="1430"/>
                </a:lnTo>
                <a:lnTo>
                  <a:pt x="3749" y="1168"/>
                </a:lnTo>
                <a:lnTo>
                  <a:pt x="3922" y="1060"/>
                </a:lnTo>
                <a:lnTo>
                  <a:pt x="3807" y="1038"/>
                </a:lnTo>
                <a:lnTo>
                  <a:pt x="3549" y="986"/>
                </a:lnTo>
                <a:lnTo>
                  <a:pt x="3291" y="931"/>
                </a:lnTo>
                <a:lnTo>
                  <a:pt x="3033" y="873"/>
                </a:lnTo>
                <a:lnTo>
                  <a:pt x="2775" y="814"/>
                </a:lnTo>
                <a:lnTo>
                  <a:pt x="2517" y="751"/>
                </a:lnTo>
                <a:lnTo>
                  <a:pt x="2466" y="738"/>
                </a:lnTo>
                <a:lnTo>
                  <a:pt x="2333" y="861"/>
                </a:lnTo>
                <a:lnTo>
                  <a:pt x="2314" y="881"/>
                </a:lnTo>
                <a:lnTo>
                  <a:pt x="2051" y="1176"/>
                </a:lnTo>
                <a:lnTo>
                  <a:pt x="2041" y="1187"/>
                </a:lnTo>
                <a:lnTo>
                  <a:pt x="1799" y="1490"/>
                </a:lnTo>
                <a:lnTo>
                  <a:pt x="1796" y="1494"/>
                </a:lnTo>
                <a:lnTo>
                  <a:pt x="1578" y="1775"/>
                </a:lnTo>
                <a:lnTo>
                  <a:pt x="1577" y="1776"/>
                </a:lnTo>
                <a:lnTo>
                  <a:pt x="1393" y="2002"/>
                </a:lnTo>
                <a:lnTo>
                  <a:pt x="1389" y="2006"/>
                </a:lnTo>
                <a:lnTo>
                  <a:pt x="1241" y="2154"/>
                </a:lnTo>
                <a:lnTo>
                  <a:pt x="1236" y="2159"/>
                </a:lnTo>
                <a:lnTo>
                  <a:pt x="1192" y="2194"/>
                </a:lnTo>
                <a:lnTo>
                  <a:pt x="1187" y="2197"/>
                </a:lnTo>
                <a:lnTo>
                  <a:pt x="1182" y="2200"/>
                </a:lnTo>
                <a:lnTo>
                  <a:pt x="1176" y="2203"/>
                </a:lnTo>
                <a:lnTo>
                  <a:pt x="1171" y="2204"/>
                </a:lnTo>
                <a:lnTo>
                  <a:pt x="1165" y="2206"/>
                </a:lnTo>
                <a:lnTo>
                  <a:pt x="1159" y="2207"/>
                </a:lnTo>
                <a:lnTo>
                  <a:pt x="1153" y="2207"/>
                </a:lnTo>
                <a:lnTo>
                  <a:pt x="1147" y="2206"/>
                </a:lnTo>
                <a:lnTo>
                  <a:pt x="1141" y="2206"/>
                </a:lnTo>
                <a:lnTo>
                  <a:pt x="1136" y="2204"/>
                </a:lnTo>
                <a:lnTo>
                  <a:pt x="1130" y="2202"/>
                </a:lnTo>
                <a:lnTo>
                  <a:pt x="1125" y="2200"/>
                </a:lnTo>
                <a:lnTo>
                  <a:pt x="1120" y="2196"/>
                </a:lnTo>
                <a:lnTo>
                  <a:pt x="1115" y="2193"/>
                </a:lnTo>
                <a:lnTo>
                  <a:pt x="1110" y="2189"/>
                </a:lnTo>
                <a:lnTo>
                  <a:pt x="1106" y="2185"/>
                </a:lnTo>
                <a:lnTo>
                  <a:pt x="1103" y="2180"/>
                </a:lnTo>
                <a:lnTo>
                  <a:pt x="1100" y="2175"/>
                </a:lnTo>
                <a:lnTo>
                  <a:pt x="1097" y="2169"/>
                </a:lnTo>
                <a:lnTo>
                  <a:pt x="1060" y="2082"/>
                </a:lnTo>
                <a:lnTo>
                  <a:pt x="1058" y="2075"/>
                </a:lnTo>
                <a:lnTo>
                  <a:pt x="991" y="1851"/>
                </a:lnTo>
                <a:lnTo>
                  <a:pt x="990" y="1848"/>
                </a:lnTo>
                <a:lnTo>
                  <a:pt x="923" y="1563"/>
                </a:lnTo>
                <a:lnTo>
                  <a:pt x="923" y="1562"/>
                </a:lnTo>
                <a:lnTo>
                  <a:pt x="856" y="1239"/>
                </a:lnTo>
                <a:lnTo>
                  <a:pt x="856" y="1239"/>
                </a:lnTo>
                <a:lnTo>
                  <a:pt x="790" y="899"/>
                </a:lnTo>
                <a:lnTo>
                  <a:pt x="725" y="560"/>
                </a:lnTo>
                <a:lnTo>
                  <a:pt x="660" y="225"/>
                </a:lnTo>
                <a:lnTo>
                  <a:pt x="660" y="224"/>
                </a:lnTo>
                <a:lnTo>
                  <a:pt x="660" y="222"/>
                </a:lnTo>
                <a:lnTo>
                  <a:pt x="453" y="154"/>
                </a:lnTo>
                <a:lnTo>
                  <a:pt x="195" y="67"/>
                </a:lnTo>
                <a:lnTo>
                  <a:pt x="0" y="0"/>
                </a:lnTo>
                <a:lnTo>
                  <a:pt x="36" y="262"/>
                </a:lnTo>
                <a:lnTo>
                  <a:pt x="97" y="663"/>
                </a:lnTo>
                <a:close/>
                <a:moveTo>
                  <a:pt x="9749" y="1821"/>
                </a:moveTo>
                <a:lnTo>
                  <a:pt x="9895" y="1889"/>
                </a:lnTo>
                <a:lnTo>
                  <a:pt x="10000" y="1778"/>
                </a:lnTo>
                <a:lnTo>
                  <a:pt x="10000" y="1593"/>
                </a:lnTo>
                <a:lnTo>
                  <a:pt x="9741" y="1592"/>
                </a:lnTo>
                <a:lnTo>
                  <a:pt x="9531" y="1591"/>
                </a:lnTo>
                <a:lnTo>
                  <a:pt x="9569" y="1636"/>
                </a:lnTo>
                <a:lnTo>
                  <a:pt x="9749" y="1821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volumen pequeño puede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verse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radiografía frontal.</a:t>
            </a:r>
            <a:endParaRPr lang="es-AR" sz="2000" dirty="0">
              <a:latin typeface="Mali"/>
            </a:endParaRPr>
          </a:p>
        </p:txBody>
      </p:sp>
      <p:sp>
        <p:nvSpPr>
          <p:cNvPr id="57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Rx: el derrame se evidencia cuando supera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200–300 ml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20104" y="91440"/>
            <a:ext cx="560699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PEQUEÑO VOLUMEN PLEURAL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2/8</a:t>
            </a:r>
            <a:endParaRPr lang="es-AR" sz="13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62740" y="3809702"/>
            <a:ext cx="1532404" cy="997951"/>
          </a:xfrm>
          <a:custGeom>
            <a:avLst/>
            <a:gdLst/>
            <a:ahLst/>
            <a:cxnLst/>
            <a:rect l="0" t="0" r="r" b="b"/>
            <a:pathLst>
              <a:path w="10000" h="6645">
                <a:moveTo>
                  <a:pt x="72" y="970"/>
                </a:moveTo>
                <a:lnTo>
                  <a:pt x="116" y="1445"/>
                </a:lnTo>
                <a:lnTo>
                  <a:pt x="164" y="1905"/>
                </a:lnTo>
                <a:lnTo>
                  <a:pt x="213" y="2345"/>
                </a:lnTo>
                <a:lnTo>
                  <a:pt x="266" y="2764"/>
                </a:lnTo>
                <a:lnTo>
                  <a:pt x="322" y="3169"/>
                </a:lnTo>
                <a:lnTo>
                  <a:pt x="381" y="3558"/>
                </a:lnTo>
                <a:lnTo>
                  <a:pt x="443" y="3934"/>
                </a:lnTo>
                <a:lnTo>
                  <a:pt x="507" y="4295"/>
                </a:lnTo>
                <a:lnTo>
                  <a:pt x="571" y="4642"/>
                </a:lnTo>
                <a:lnTo>
                  <a:pt x="636" y="4990"/>
                </a:lnTo>
                <a:lnTo>
                  <a:pt x="702" y="5342"/>
                </a:lnTo>
                <a:lnTo>
                  <a:pt x="769" y="5680"/>
                </a:lnTo>
                <a:lnTo>
                  <a:pt x="839" y="5987"/>
                </a:lnTo>
                <a:lnTo>
                  <a:pt x="912" y="6243"/>
                </a:lnTo>
                <a:lnTo>
                  <a:pt x="989" y="6432"/>
                </a:lnTo>
                <a:lnTo>
                  <a:pt x="1062" y="6554"/>
                </a:lnTo>
                <a:lnTo>
                  <a:pt x="1128" y="6624"/>
                </a:lnTo>
                <a:lnTo>
                  <a:pt x="1198" y="6645"/>
                </a:lnTo>
                <a:lnTo>
                  <a:pt x="1281" y="6618"/>
                </a:lnTo>
                <a:lnTo>
                  <a:pt x="1387" y="6546"/>
                </a:lnTo>
                <a:lnTo>
                  <a:pt x="1526" y="6432"/>
                </a:lnTo>
                <a:lnTo>
                  <a:pt x="1698" y="6254"/>
                </a:lnTo>
                <a:lnTo>
                  <a:pt x="1893" y="6005"/>
                </a:lnTo>
                <a:lnTo>
                  <a:pt x="2112" y="5712"/>
                </a:lnTo>
                <a:lnTo>
                  <a:pt x="2353" y="5400"/>
                </a:lnTo>
                <a:lnTo>
                  <a:pt x="2615" y="5094"/>
                </a:lnTo>
                <a:lnTo>
                  <a:pt x="2899" y="4821"/>
                </a:lnTo>
                <a:lnTo>
                  <a:pt x="3212" y="4565"/>
                </a:lnTo>
                <a:lnTo>
                  <a:pt x="3559" y="4304"/>
                </a:lnTo>
                <a:lnTo>
                  <a:pt x="3928" y="4049"/>
                </a:lnTo>
                <a:lnTo>
                  <a:pt x="4306" y="3813"/>
                </a:lnTo>
                <a:lnTo>
                  <a:pt x="4683" y="3609"/>
                </a:lnTo>
                <a:lnTo>
                  <a:pt x="5047" y="3448"/>
                </a:lnTo>
                <a:lnTo>
                  <a:pt x="5402" y="3333"/>
                </a:lnTo>
                <a:lnTo>
                  <a:pt x="5758" y="3252"/>
                </a:lnTo>
                <a:lnTo>
                  <a:pt x="6113" y="3202"/>
                </a:lnTo>
                <a:lnTo>
                  <a:pt x="6463" y="3181"/>
                </a:lnTo>
                <a:lnTo>
                  <a:pt x="6805" y="3185"/>
                </a:lnTo>
                <a:lnTo>
                  <a:pt x="7135" y="3210"/>
                </a:lnTo>
                <a:lnTo>
                  <a:pt x="7459" y="3266"/>
                </a:lnTo>
                <a:lnTo>
                  <a:pt x="7781" y="3358"/>
                </a:lnTo>
                <a:lnTo>
                  <a:pt x="8094" y="3475"/>
                </a:lnTo>
                <a:lnTo>
                  <a:pt x="8393" y="3605"/>
                </a:lnTo>
                <a:lnTo>
                  <a:pt x="8672" y="3740"/>
                </a:lnTo>
                <a:lnTo>
                  <a:pt x="8925" y="3866"/>
                </a:lnTo>
                <a:lnTo>
                  <a:pt x="9160" y="4036"/>
                </a:lnTo>
                <a:lnTo>
                  <a:pt x="9381" y="4268"/>
                </a:lnTo>
                <a:lnTo>
                  <a:pt x="9582" y="4504"/>
                </a:lnTo>
                <a:lnTo>
                  <a:pt x="9756" y="4684"/>
                </a:lnTo>
                <a:lnTo>
                  <a:pt x="9898" y="4749"/>
                </a:lnTo>
                <a:lnTo>
                  <a:pt x="10000" y="4642"/>
                </a:lnTo>
                <a:lnTo>
                  <a:pt x="10000" y="2922"/>
                </a:lnTo>
                <a:lnTo>
                  <a:pt x="9973" y="2562"/>
                </a:lnTo>
                <a:lnTo>
                  <a:pt x="9962" y="2421"/>
                </a:lnTo>
                <a:lnTo>
                  <a:pt x="9749" y="2420"/>
                </a:lnTo>
                <a:lnTo>
                  <a:pt x="9498" y="2418"/>
                </a:lnTo>
                <a:lnTo>
                  <a:pt x="9248" y="2413"/>
                </a:lnTo>
                <a:lnTo>
                  <a:pt x="8997" y="2406"/>
                </a:lnTo>
                <a:lnTo>
                  <a:pt x="8746" y="2396"/>
                </a:lnTo>
                <a:lnTo>
                  <a:pt x="8496" y="2384"/>
                </a:lnTo>
                <a:lnTo>
                  <a:pt x="8245" y="2368"/>
                </a:lnTo>
                <a:lnTo>
                  <a:pt x="7995" y="2350"/>
                </a:lnTo>
                <a:lnTo>
                  <a:pt x="7744" y="2330"/>
                </a:lnTo>
                <a:lnTo>
                  <a:pt x="7493" y="2306"/>
                </a:lnTo>
                <a:lnTo>
                  <a:pt x="7243" y="2279"/>
                </a:lnTo>
                <a:lnTo>
                  <a:pt x="6992" y="2249"/>
                </a:lnTo>
                <a:lnTo>
                  <a:pt x="6741" y="2216"/>
                </a:lnTo>
                <a:lnTo>
                  <a:pt x="6491" y="2179"/>
                </a:lnTo>
                <a:lnTo>
                  <a:pt x="6240" y="2140"/>
                </a:lnTo>
                <a:lnTo>
                  <a:pt x="5990" y="2097"/>
                </a:lnTo>
                <a:lnTo>
                  <a:pt x="5739" y="2050"/>
                </a:lnTo>
                <a:lnTo>
                  <a:pt x="5488" y="2001"/>
                </a:lnTo>
                <a:lnTo>
                  <a:pt x="5238" y="1948"/>
                </a:lnTo>
                <a:lnTo>
                  <a:pt x="4987" y="1891"/>
                </a:lnTo>
                <a:lnTo>
                  <a:pt x="4737" y="1831"/>
                </a:lnTo>
                <a:lnTo>
                  <a:pt x="4486" y="1768"/>
                </a:lnTo>
                <a:lnTo>
                  <a:pt x="4235" y="1700"/>
                </a:lnTo>
                <a:lnTo>
                  <a:pt x="3985" y="1630"/>
                </a:lnTo>
                <a:lnTo>
                  <a:pt x="3734" y="1555"/>
                </a:lnTo>
                <a:lnTo>
                  <a:pt x="3483" y="1477"/>
                </a:lnTo>
                <a:lnTo>
                  <a:pt x="3290" y="1414"/>
                </a:lnTo>
                <a:lnTo>
                  <a:pt x="3042" y="1596"/>
                </a:lnTo>
                <a:lnTo>
                  <a:pt x="3024" y="1610"/>
                </a:lnTo>
                <a:lnTo>
                  <a:pt x="2759" y="1840"/>
                </a:lnTo>
                <a:lnTo>
                  <a:pt x="2741" y="1857"/>
                </a:lnTo>
                <a:lnTo>
                  <a:pt x="2494" y="2115"/>
                </a:lnTo>
                <a:lnTo>
                  <a:pt x="2485" y="2126"/>
                </a:lnTo>
                <a:lnTo>
                  <a:pt x="2258" y="2390"/>
                </a:lnTo>
                <a:lnTo>
                  <a:pt x="2256" y="2393"/>
                </a:lnTo>
                <a:lnTo>
                  <a:pt x="2052" y="2639"/>
                </a:lnTo>
                <a:lnTo>
                  <a:pt x="2051" y="2640"/>
                </a:lnTo>
                <a:lnTo>
                  <a:pt x="1878" y="2838"/>
                </a:lnTo>
                <a:lnTo>
                  <a:pt x="1874" y="2842"/>
                </a:lnTo>
                <a:lnTo>
                  <a:pt x="1736" y="2971"/>
                </a:lnTo>
                <a:lnTo>
                  <a:pt x="1730" y="2976"/>
                </a:lnTo>
                <a:lnTo>
                  <a:pt x="1689" y="3006"/>
                </a:lnTo>
                <a:lnTo>
                  <a:pt x="1684" y="3009"/>
                </a:lnTo>
                <a:lnTo>
                  <a:pt x="1679" y="3012"/>
                </a:lnTo>
                <a:lnTo>
                  <a:pt x="1674" y="3014"/>
                </a:lnTo>
                <a:lnTo>
                  <a:pt x="1668" y="3016"/>
                </a:lnTo>
                <a:lnTo>
                  <a:pt x="1662" y="3017"/>
                </a:lnTo>
                <a:lnTo>
                  <a:pt x="1656" y="3018"/>
                </a:lnTo>
                <a:lnTo>
                  <a:pt x="1650" y="3018"/>
                </a:lnTo>
                <a:lnTo>
                  <a:pt x="1645" y="3017"/>
                </a:lnTo>
                <a:lnTo>
                  <a:pt x="1639" y="3016"/>
                </a:lnTo>
                <a:lnTo>
                  <a:pt x="1633" y="3014"/>
                </a:lnTo>
                <a:lnTo>
                  <a:pt x="1628" y="3012"/>
                </a:lnTo>
                <a:lnTo>
                  <a:pt x="1623" y="3009"/>
                </a:lnTo>
                <a:lnTo>
                  <a:pt x="1618" y="3006"/>
                </a:lnTo>
                <a:lnTo>
                  <a:pt x="1613" y="3002"/>
                </a:lnTo>
                <a:lnTo>
                  <a:pt x="1609" y="2997"/>
                </a:lnTo>
                <a:lnTo>
                  <a:pt x="1605" y="2993"/>
                </a:lnTo>
                <a:lnTo>
                  <a:pt x="1602" y="2988"/>
                </a:lnTo>
                <a:lnTo>
                  <a:pt x="1599" y="2983"/>
                </a:lnTo>
                <a:lnTo>
                  <a:pt x="1565" y="2906"/>
                </a:lnTo>
                <a:lnTo>
                  <a:pt x="1562" y="2899"/>
                </a:lnTo>
                <a:lnTo>
                  <a:pt x="1500" y="2703"/>
                </a:lnTo>
                <a:lnTo>
                  <a:pt x="1499" y="2700"/>
                </a:lnTo>
                <a:lnTo>
                  <a:pt x="1436" y="2451"/>
                </a:lnTo>
                <a:lnTo>
                  <a:pt x="1436" y="2449"/>
                </a:lnTo>
                <a:lnTo>
                  <a:pt x="1373" y="2168"/>
                </a:lnTo>
                <a:lnTo>
                  <a:pt x="1373" y="2167"/>
                </a:lnTo>
                <a:lnTo>
                  <a:pt x="1312" y="1870"/>
                </a:lnTo>
                <a:lnTo>
                  <a:pt x="1250" y="1574"/>
                </a:lnTo>
                <a:lnTo>
                  <a:pt x="1190" y="1280"/>
                </a:lnTo>
                <a:lnTo>
                  <a:pt x="1190" y="1280"/>
                </a:lnTo>
                <a:lnTo>
                  <a:pt x="1130" y="976"/>
                </a:lnTo>
                <a:lnTo>
                  <a:pt x="1130" y="975"/>
                </a:lnTo>
                <a:lnTo>
                  <a:pt x="1072" y="660"/>
                </a:lnTo>
                <a:lnTo>
                  <a:pt x="1072" y="659"/>
                </a:lnTo>
                <a:lnTo>
                  <a:pt x="1049" y="523"/>
                </a:lnTo>
                <a:lnTo>
                  <a:pt x="977" y="490"/>
                </a:lnTo>
                <a:lnTo>
                  <a:pt x="727" y="370"/>
                </a:lnTo>
                <a:lnTo>
                  <a:pt x="476" y="246"/>
                </a:lnTo>
                <a:lnTo>
                  <a:pt x="225" y="118"/>
                </a:lnTo>
                <a:lnTo>
                  <a:pt x="0" y="0"/>
                </a:lnTo>
                <a:lnTo>
                  <a:pt x="32" y="486"/>
                </a:lnTo>
                <a:lnTo>
                  <a:pt x="72" y="97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873546" y="1490199"/>
            <a:ext cx="1367196" cy="2763813"/>
            <a:chOff x="873546" y="1490199"/>
            <a:chExt cx="1367196" cy="2763813"/>
          </a:xfrm>
        </p:grpSpPr>
        <p:sp>
          <p:nvSpPr>
            <p:cNvPr id="17" name="Forma 16"/>
            <p:cNvSpPr/>
            <p:nvPr/>
          </p:nvSpPr>
          <p:spPr>
            <a:xfrm>
              <a:off x="873546" y="1490199"/>
              <a:ext cx="1367196" cy="2763813"/>
            </a:xfrm>
            <a:custGeom>
              <a:avLst/>
              <a:gdLst/>
              <a:ahLst/>
              <a:cxnLst/>
              <a:rect l="0" t="0" r="r" b="b"/>
              <a:pathLst>
                <a:path w="4847" h="10000">
                  <a:moveTo>
                    <a:pt x="528" y="9983"/>
                  </a:moveTo>
                  <a:lnTo>
                    <a:pt x="603" y="9913"/>
                  </a:lnTo>
                  <a:lnTo>
                    <a:pt x="697" y="9806"/>
                  </a:lnTo>
                  <a:lnTo>
                    <a:pt x="807" y="9672"/>
                  </a:lnTo>
                  <a:lnTo>
                    <a:pt x="809" y="9670"/>
                  </a:lnTo>
                  <a:lnTo>
                    <a:pt x="933" y="9526"/>
                  </a:lnTo>
                  <a:lnTo>
                    <a:pt x="938" y="9520"/>
                  </a:lnTo>
                  <a:lnTo>
                    <a:pt x="1073" y="9379"/>
                  </a:lnTo>
                  <a:lnTo>
                    <a:pt x="1084" y="9368"/>
                  </a:lnTo>
                  <a:lnTo>
                    <a:pt x="1229" y="9242"/>
                  </a:lnTo>
                  <a:lnTo>
                    <a:pt x="1240" y="9234"/>
                  </a:lnTo>
                  <a:lnTo>
                    <a:pt x="1401" y="9116"/>
                  </a:lnTo>
                  <a:lnTo>
                    <a:pt x="1406" y="9112"/>
                  </a:lnTo>
                  <a:lnTo>
                    <a:pt x="1584" y="8992"/>
                  </a:lnTo>
                  <a:lnTo>
                    <a:pt x="1589" y="8988"/>
                  </a:lnTo>
                  <a:lnTo>
                    <a:pt x="1778" y="8870"/>
                  </a:lnTo>
                  <a:lnTo>
                    <a:pt x="1785" y="8866"/>
                  </a:lnTo>
                  <a:lnTo>
                    <a:pt x="1979" y="8758"/>
                  </a:lnTo>
                  <a:lnTo>
                    <a:pt x="1988" y="8753"/>
                  </a:lnTo>
                  <a:lnTo>
                    <a:pt x="2181" y="8659"/>
                  </a:lnTo>
                  <a:lnTo>
                    <a:pt x="2193" y="8653"/>
                  </a:lnTo>
                  <a:lnTo>
                    <a:pt x="2380" y="8579"/>
                  </a:lnTo>
                  <a:lnTo>
                    <a:pt x="2395" y="8574"/>
                  </a:lnTo>
                  <a:lnTo>
                    <a:pt x="2578" y="8520"/>
                  </a:lnTo>
                  <a:lnTo>
                    <a:pt x="2592" y="8517"/>
                  </a:lnTo>
                  <a:lnTo>
                    <a:pt x="2775" y="8479"/>
                  </a:lnTo>
                  <a:lnTo>
                    <a:pt x="2789" y="8477"/>
                  </a:lnTo>
                  <a:lnTo>
                    <a:pt x="2971" y="8454"/>
                  </a:lnTo>
                  <a:lnTo>
                    <a:pt x="2984" y="8453"/>
                  </a:lnTo>
                  <a:lnTo>
                    <a:pt x="3164" y="8443"/>
                  </a:lnTo>
                  <a:lnTo>
                    <a:pt x="3176" y="8443"/>
                  </a:lnTo>
                  <a:lnTo>
                    <a:pt x="3351" y="8445"/>
                  </a:lnTo>
                  <a:lnTo>
                    <a:pt x="3362" y="8445"/>
                  </a:lnTo>
                  <a:lnTo>
                    <a:pt x="3532" y="8457"/>
                  </a:lnTo>
                  <a:lnTo>
                    <a:pt x="3548" y="8458"/>
                  </a:lnTo>
                  <a:lnTo>
                    <a:pt x="3714" y="8484"/>
                  </a:lnTo>
                  <a:lnTo>
                    <a:pt x="3731" y="8488"/>
                  </a:lnTo>
                  <a:lnTo>
                    <a:pt x="3896" y="8530"/>
                  </a:lnTo>
                  <a:lnTo>
                    <a:pt x="3908" y="8534"/>
                  </a:lnTo>
                  <a:lnTo>
                    <a:pt x="4069" y="8588"/>
                  </a:lnTo>
                  <a:lnTo>
                    <a:pt x="4078" y="8591"/>
                  </a:lnTo>
                  <a:lnTo>
                    <a:pt x="4231" y="8651"/>
                  </a:lnTo>
                  <a:lnTo>
                    <a:pt x="4237" y="8654"/>
                  </a:lnTo>
                  <a:lnTo>
                    <a:pt x="4380" y="8716"/>
                  </a:lnTo>
                  <a:lnTo>
                    <a:pt x="4382" y="8717"/>
                  </a:lnTo>
                  <a:lnTo>
                    <a:pt x="4512" y="8775"/>
                  </a:lnTo>
                  <a:lnTo>
                    <a:pt x="4524" y="8781"/>
                  </a:lnTo>
                  <a:lnTo>
                    <a:pt x="4536" y="8788"/>
                  </a:lnTo>
                  <a:lnTo>
                    <a:pt x="4656" y="8866"/>
                  </a:lnTo>
                  <a:lnTo>
                    <a:pt x="4668" y="8875"/>
                  </a:lnTo>
                  <a:lnTo>
                    <a:pt x="4679" y="8885"/>
                  </a:lnTo>
                  <a:lnTo>
                    <a:pt x="4792" y="8992"/>
                  </a:lnTo>
                  <a:lnTo>
                    <a:pt x="4798" y="8998"/>
                  </a:lnTo>
                  <a:lnTo>
                    <a:pt x="4846" y="9048"/>
                  </a:lnTo>
                  <a:lnTo>
                    <a:pt x="4847" y="8898"/>
                  </a:lnTo>
                  <a:lnTo>
                    <a:pt x="4831" y="8624"/>
                  </a:lnTo>
                  <a:lnTo>
                    <a:pt x="4806" y="8320"/>
                  </a:lnTo>
                  <a:lnTo>
                    <a:pt x="4779" y="8016"/>
                  </a:lnTo>
                  <a:lnTo>
                    <a:pt x="4779" y="8014"/>
                  </a:lnTo>
                  <a:lnTo>
                    <a:pt x="4758" y="7737"/>
                  </a:lnTo>
                  <a:lnTo>
                    <a:pt x="4758" y="7736"/>
                  </a:lnTo>
                  <a:lnTo>
                    <a:pt x="4742" y="7482"/>
                  </a:lnTo>
                  <a:lnTo>
                    <a:pt x="4722" y="7231"/>
                  </a:lnTo>
                  <a:lnTo>
                    <a:pt x="4701" y="6979"/>
                  </a:lnTo>
                  <a:lnTo>
                    <a:pt x="4679" y="6728"/>
                  </a:lnTo>
                  <a:lnTo>
                    <a:pt x="4657" y="6476"/>
                  </a:lnTo>
                  <a:lnTo>
                    <a:pt x="4657" y="6476"/>
                  </a:lnTo>
                  <a:lnTo>
                    <a:pt x="4636" y="6224"/>
                  </a:lnTo>
                  <a:lnTo>
                    <a:pt x="4636" y="6223"/>
                  </a:lnTo>
                  <a:lnTo>
                    <a:pt x="4616" y="5970"/>
                  </a:lnTo>
                  <a:lnTo>
                    <a:pt x="4616" y="5970"/>
                  </a:lnTo>
                  <a:lnTo>
                    <a:pt x="4598" y="5718"/>
                  </a:lnTo>
                  <a:lnTo>
                    <a:pt x="4579" y="5465"/>
                  </a:lnTo>
                  <a:lnTo>
                    <a:pt x="4559" y="5214"/>
                  </a:lnTo>
                  <a:lnTo>
                    <a:pt x="4538" y="4962"/>
                  </a:lnTo>
                  <a:lnTo>
                    <a:pt x="4514" y="4711"/>
                  </a:lnTo>
                  <a:lnTo>
                    <a:pt x="4488" y="4459"/>
                  </a:lnTo>
                  <a:lnTo>
                    <a:pt x="4462" y="4207"/>
                  </a:lnTo>
                  <a:lnTo>
                    <a:pt x="4434" y="3955"/>
                  </a:lnTo>
                  <a:lnTo>
                    <a:pt x="4403" y="3704"/>
                  </a:lnTo>
                  <a:lnTo>
                    <a:pt x="4369" y="3454"/>
                  </a:lnTo>
                  <a:lnTo>
                    <a:pt x="4331" y="3205"/>
                  </a:lnTo>
                  <a:lnTo>
                    <a:pt x="4289" y="2953"/>
                  </a:lnTo>
                  <a:lnTo>
                    <a:pt x="4242" y="2697"/>
                  </a:lnTo>
                  <a:lnTo>
                    <a:pt x="4193" y="2442"/>
                  </a:lnTo>
                  <a:lnTo>
                    <a:pt x="4140" y="2192"/>
                  </a:lnTo>
                  <a:lnTo>
                    <a:pt x="4085" y="1954"/>
                  </a:lnTo>
                  <a:lnTo>
                    <a:pt x="4029" y="1733"/>
                  </a:lnTo>
                  <a:lnTo>
                    <a:pt x="3968" y="1525"/>
                  </a:lnTo>
                  <a:lnTo>
                    <a:pt x="3904" y="1326"/>
                  </a:lnTo>
                  <a:lnTo>
                    <a:pt x="3837" y="1137"/>
                  </a:lnTo>
                  <a:lnTo>
                    <a:pt x="3769" y="961"/>
                  </a:lnTo>
                  <a:lnTo>
                    <a:pt x="3703" y="798"/>
                  </a:lnTo>
                  <a:lnTo>
                    <a:pt x="3638" y="653"/>
                  </a:lnTo>
                  <a:lnTo>
                    <a:pt x="3578" y="525"/>
                  </a:lnTo>
                  <a:lnTo>
                    <a:pt x="3523" y="415"/>
                  </a:lnTo>
                  <a:lnTo>
                    <a:pt x="3469" y="322"/>
                  </a:lnTo>
                  <a:lnTo>
                    <a:pt x="3417" y="244"/>
                  </a:lnTo>
                  <a:lnTo>
                    <a:pt x="3365" y="180"/>
                  </a:lnTo>
                  <a:lnTo>
                    <a:pt x="3308" y="125"/>
                  </a:lnTo>
                  <a:lnTo>
                    <a:pt x="3250" y="78"/>
                  </a:lnTo>
                  <a:lnTo>
                    <a:pt x="3197" y="43"/>
                  </a:lnTo>
                  <a:lnTo>
                    <a:pt x="3148" y="20"/>
                  </a:lnTo>
                  <a:lnTo>
                    <a:pt x="3097" y="6"/>
                  </a:lnTo>
                  <a:lnTo>
                    <a:pt x="3036" y="0"/>
                  </a:lnTo>
                  <a:lnTo>
                    <a:pt x="2956" y="3"/>
                  </a:lnTo>
                  <a:lnTo>
                    <a:pt x="2852" y="19"/>
                  </a:lnTo>
                  <a:lnTo>
                    <a:pt x="2726" y="51"/>
                  </a:lnTo>
                  <a:lnTo>
                    <a:pt x="2587" y="95"/>
                  </a:lnTo>
                  <a:lnTo>
                    <a:pt x="2443" y="150"/>
                  </a:lnTo>
                  <a:lnTo>
                    <a:pt x="2303" y="213"/>
                  </a:lnTo>
                  <a:lnTo>
                    <a:pt x="2171" y="283"/>
                  </a:lnTo>
                  <a:lnTo>
                    <a:pt x="2045" y="360"/>
                  </a:lnTo>
                  <a:lnTo>
                    <a:pt x="1920" y="448"/>
                  </a:lnTo>
                  <a:lnTo>
                    <a:pt x="1797" y="545"/>
                  </a:lnTo>
                  <a:lnTo>
                    <a:pt x="1676" y="650"/>
                  </a:lnTo>
                  <a:lnTo>
                    <a:pt x="1559" y="763"/>
                  </a:lnTo>
                  <a:lnTo>
                    <a:pt x="1447" y="883"/>
                  </a:lnTo>
                  <a:lnTo>
                    <a:pt x="1339" y="1010"/>
                  </a:lnTo>
                  <a:lnTo>
                    <a:pt x="1235" y="1145"/>
                  </a:lnTo>
                  <a:lnTo>
                    <a:pt x="1134" y="1289"/>
                  </a:lnTo>
                  <a:lnTo>
                    <a:pt x="1038" y="1440"/>
                  </a:lnTo>
                  <a:lnTo>
                    <a:pt x="945" y="1597"/>
                  </a:lnTo>
                  <a:lnTo>
                    <a:pt x="856" y="1761"/>
                  </a:lnTo>
                  <a:lnTo>
                    <a:pt x="770" y="1932"/>
                  </a:lnTo>
                  <a:lnTo>
                    <a:pt x="689" y="2110"/>
                  </a:lnTo>
                  <a:lnTo>
                    <a:pt x="611" y="2295"/>
                  </a:lnTo>
                  <a:lnTo>
                    <a:pt x="538" y="2485"/>
                  </a:lnTo>
                  <a:lnTo>
                    <a:pt x="470" y="2680"/>
                  </a:lnTo>
                  <a:lnTo>
                    <a:pt x="407" y="2879"/>
                  </a:lnTo>
                  <a:lnTo>
                    <a:pt x="350" y="3082"/>
                  </a:lnTo>
                  <a:lnTo>
                    <a:pt x="298" y="3292"/>
                  </a:lnTo>
                  <a:lnTo>
                    <a:pt x="251" y="3506"/>
                  </a:lnTo>
                  <a:lnTo>
                    <a:pt x="209" y="3725"/>
                  </a:lnTo>
                  <a:lnTo>
                    <a:pt x="170" y="3946"/>
                  </a:lnTo>
                  <a:lnTo>
                    <a:pt x="136" y="4167"/>
                  </a:lnTo>
                  <a:lnTo>
                    <a:pt x="105" y="4390"/>
                  </a:lnTo>
                  <a:lnTo>
                    <a:pt x="80" y="4615"/>
                  </a:lnTo>
                  <a:lnTo>
                    <a:pt x="58" y="4843"/>
                  </a:lnTo>
                  <a:lnTo>
                    <a:pt x="41" y="5072"/>
                  </a:lnTo>
                  <a:lnTo>
                    <a:pt x="26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7" y="7117"/>
                  </a:lnTo>
                  <a:lnTo>
                    <a:pt x="44" y="7340"/>
                  </a:lnTo>
                  <a:lnTo>
                    <a:pt x="64" y="7561"/>
                  </a:lnTo>
                  <a:lnTo>
                    <a:pt x="87" y="7779"/>
                  </a:lnTo>
                  <a:lnTo>
                    <a:pt x="111" y="7989"/>
                  </a:lnTo>
                  <a:lnTo>
                    <a:pt x="136" y="8191"/>
                  </a:lnTo>
                  <a:lnTo>
                    <a:pt x="162" y="8382"/>
                  </a:lnTo>
                  <a:lnTo>
                    <a:pt x="191" y="8567"/>
                  </a:lnTo>
                  <a:lnTo>
                    <a:pt x="221" y="8745"/>
                  </a:lnTo>
                  <a:lnTo>
                    <a:pt x="253" y="8916"/>
                  </a:lnTo>
                  <a:lnTo>
                    <a:pt x="285" y="9081"/>
                  </a:lnTo>
                  <a:lnTo>
                    <a:pt x="318" y="9241"/>
                  </a:lnTo>
                  <a:lnTo>
                    <a:pt x="351" y="9402"/>
                  </a:lnTo>
                  <a:lnTo>
                    <a:pt x="385" y="9563"/>
                  </a:lnTo>
                  <a:lnTo>
                    <a:pt x="418" y="9716"/>
                  </a:lnTo>
                  <a:lnTo>
                    <a:pt x="453" y="9851"/>
                  </a:lnTo>
                  <a:lnTo>
                    <a:pt x="486" y="9958"/>
                  </a:lnTo>
                  <a:lnTo>
                    <a:pt x="505" y="10000"/>
                  </a:lnTo>
                  <a:lnTo>
                    <a:pt x="528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63882" y="1761432"/>
              <a:ext cx="1070658" cy="1978540"/>
            </a:xfrm>
            <a:custGeom>
              <a:avLst/>
              <a:gdLst/>
              <a:ahLst/>
              <a:cxnLst/>
              <a:rect l="0" t="0" r="r" b="b"/>
              <a:pathLst>
                <a:path w="2341" h="4415" fill="none">
                  <a:moveTo>
                    <a:pt x="2341" y="2080"/>
                  </a:moveTo>
                  <a:lnTo>
                    <a:pt x="1728" y="1783"/>
                  </a:lnTo>
                  <a:lnTo>
                    <a:pt x="972" y="1273"/>
                  </a:lnTo>
                  <a:lnTo>
                    <a:pt x="548" y="764"/>
                  </a:lnTo>
                </a:path>
                <a:path w="2341" h="4415" fill="none">
                  <a:moveTo>
                    <a:pt x="1728" y="1783"/>
                  </a:moveTo>
                  <a:lnTo>
                    <a:pt x="1444" y="1019"/>
                  </a:lnTo>
                  <a:lnTo>
                    <a:pt x="1303" y="169"/>
                  </a:lnTo>
                </a:path>
                <a:path w="2341" h="4415" fill="none">
                  <a:moveTo>
                    <a:pt x="2341" y="2080"/>
                  </a:moveTo>
                  <a:lnTo>
                    <a:pt x="1444" y="2207"/>
                  </a:lnTo>
                  <a:lnTo>
                    <a:pt x="500" y="2207"/>
                  </a:lnTo>
                  <a:lnTo>
                    <a:pt x="28" y="2292"/>
                  </a:lnTo>
                </a:path>
                <a:path w="2341" h="4415" fill="none">
                  <a:moveTo>
                    <a:pt x="1444" y="2207"/>
                  </a:moveTo>
                  <a:lnTo>
                    <a:pt x="784" y="2802"/>
                  </a:lnTo>
                  <a:lnTo>
                    <a:pt x="264" y="3311"/>
                  </a:lnTo>
                </a:path>
                <a:path w="2341" h="4415" fill="none">
                  <a:moveTo>
                    <a:pt x="2341" y="2080"/>
                  </a:moveTo>
                  <a:lnTo>
                    <a:pt x="1728" y="2802"/>
                  </a:lnTo>
                  <a:lnTo>
                    <a:pt x="1161" y="3651"/>
                  </a:lnTo>
                  <a:lnTo>
                    <a:pt x="642" y="4330"/>
                  </a:lnTo>
                </a:path>
                <a:path w="2341" h="4415" fill="none">
                  <a:moveTo>
                    <a:pt x="1728" y="2802"/>
                  </a:moveTo>
                  <a:lnTo>
                    <a:pt x="2011" y="3651"/>
                  </a:lnTo>
                  <a:lnTo>
                    <a:pt x="1728" y="4415"/>
                  </a:lnTo>
                </a:path>
                <a:path w="2341" h="4415" fill="none">
                  <a:moveTo>
                    <a:pt x="1161" y="3651"/>
                  </a:moveTo>
                  <a:lnTo>
                    <a:pt x="406" y="4076"/>
                  </a:lnTo>
                  <a:lnTo>
                    <a:pt x="28" y="4330"/>
                  </a:lnTo>
                </a:path>
                <a:path w="2341" h="4415" fill="none">
                  <a:moveTo>
                    <a:pt x="972" y="1273"/>
                  </a:moveTo>
                  <a:lnTo>
                    <a:pt x="312" y="1443"/>
                  </a:lnTo>
                  <a:lnTo>
                    <a:pt x="0" y="1654"/>
                  </a:lnTo>
                </a:path>
                <a:path w="2341" h="4415" fill="none">
                  <a:moveTo>
                    <a:pt x="1444" y="1019"/>
                  </a:moveTo>
                  <a:lnTo>
                    <a:pt x="878" y="509"/>
                  </a:lnTo>
                </a:path>
                <a:path w="2341" h="4415" fill="none">
                  <a:moveTo>
                    <a:pt x="784" y="2802"/>
                  </a:moveTo>
                  <a:lnTo>
                    <a:pt x="878" y="3396"/>
                  </a:lnTo>
                  <a:lnTo>
                    <a:pt x="595" y="3991"/>
                  </a:lnTo>
                </a:path>
                <a:path w="2341" h="4415" fill="none">
                  <a:moveTo>
                    <a:pt x="2341" y="2080"/>
                  </a:moveTo>
                  <a:lnTo>
                    <a:pt x="2200" y="1443"/>
                  </a:lnTo>
                  <a:lnTo>
                    <a:pt x="1916" y="764"/>
                  </a:lnTo>
                  <a:lnTo>
                    <a:pt x="1728" y="0"/>
                  </a:lnTo>
                </a:path>
                <a:path w="2341" h="4415" fill="none">
                  <a:moveTo>
                    <a:pt x="500" y="2207"/>
                  </a:moveTo>
                  <a:lnTo>
                    <a:pt x="217" y="271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06508" y="2693629"/>
              <a:ext cx="1149612" cy="1158448"/>
            </a:xfrm>
            <a:custGeom>
              <a:avLst/>
              <a:gdLst/>
              <a:ahLst/>
              <a:cxnLst/>
              <a:rect l="0" t="0" r="r" b="b"/>
              <a:pathLst>
                <a:path w="2514" h="2585" fill="none">
                  <a:moveTo>
                    <a:pt x="0" y="140"/>
                  </a:moveTo>
                  <a:lnTo>
                    <a:pt x="178" y="156"/>
                  </a:lnTo>
                  <a:lnTo>
                    <a:pt x="398" y="174"/>
                  </a:lnTo>
                  <a:lnTo>
                    <a:pt x="620" y="189"/>
                  </a:lnTo>
                  <a:lnTo>
                    <a:pt x="815" y="195"/>
                  </a:lnTo>
                  <a:lnTo>
                    <a:pt x="976" y="191"/>
                  </a:lnTo>
                  <a:lnTo>
                    <a:pt x="1123" y="180"/>
                  </a:lnTo>
                  <a:lnTo>
                    <a:pt x="1264" y="165"/>
                  </a:lnTo>
                  <a:lnTo>
                    <a:pt x="1410" y="146"/>
                  </a:lnTo>
                  <a:lnTo>
                    <a:pt x="1570" y="127"/>
                  </a:lnTo>
                  <a:lnTo>
                    <a:pt x="1762" y="103"/>
                  </a:lnTo>
                  <a:lnTo>
                    <a:pt x="1979" y="74"/>
                  </a:lnTo>
                  <a:lnTo>
                    <a:pt x="2195" y="44"/>
                  </a:lnTo>
                  <a:lnTo>
                    <a:pt x="2383" y="18"/>
                  </a:lnTo>
                  <a:lnTo>
                    <a:pt x="2514" y="0"/>
                  </a:lnTo>
                </a:path>
                <a:path w="2514" h="2585" fill="none">
                  <a:moveTo>
                    <a:pt x="64" y="2585"/>
                  </a:moveTo>
                  <a:lnTo>
                    <a:pt x="175" y="2463"/>
                  </a:lnTo>
                  <a:lnTo>
                    <a:pt x="338" y="2283"/>
                  </a:lnTo>
                  <a:lnTo>
                    <a:pt x="529" y="2074"/>
                  </a:lnTo>
                  <a:lnTo>
                    <a:pt x="726" y="1857"/>
                  </a:lnTo>
                  <a:lnTo>
                    <a:pt x="909" y="1655"/>
                  </a:lnTo>
                  <a:lnTo>
                    <a:pt x="1081" y="1463"/>
                  </a:lnTo>
                  <a:lnTo>
                    <a:pt x="1254" y="1265"/>
                  </a:lnTo>
                  <a:lnTo>
                    <a:pt x="1426" y="1071"/>
                  </a:lnTo>
                  <a:lnTo>
                    <a:pt x="1595" y="886"/>
                  </a:lnTo>
                  <a:lnTo>
                    <a:pt x="1759" y="721"/>
                  </a:lnTo>
                  <a:lnTo>
                    <a:pt x="1928" y="571"/>
                  </a:lnTo>
                  <a:lnTo>
                    <a:pt x="2104" y="431"/>
                  </a:lnTo>
                  <a:lnTo>
                    <a:pt x="2271" y="306"/>
                  </a:lnTo>
                  <a:lnTo>
                    <a:pt x="2413" y="202"/>
                  </a:lnTo>
                  <a:lnTo>
                    <a:pt x="2514" y="12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873546" y="1490199"/>
            <a:ext cx="1367196" cy="2763813"/>
          </a:xfrm>
          <a:custGeom>
            <a:avLst/>
            <a:gdLst/>
            <a:ahLst/>
            <a:cxnLst/>
            <a:rect l="0" t="0" r="r" b="b"/>
            <a:pathLst>
              <a:path w="2990" h="6168" fill="none">
                <a:moveTo>
                  <a:pt x="325" y="6158"/>
                </a:moveTo>
                <a:lnTo>
                  <a:pt x="372" y="6114"/>
                </a:lnTo>
                <a:lnTo>
                  <a:pt x="430" y="6048"/>
                </a:lnTo>
                <a:lnTo>
                  <a:pt x="498" y="5966"/>
                </a:lnTo>
                <a:lnTo>
                  <a:pt x="499" y="5965"/>
                </a:lnTo>
                <a:lnTo>
                  <a:pt x="575" y="5876"/>
                </a:lnTo>
                <a:lnTo>
                  <a:pt x="579" y="5872"/>
                </a:lnTo>
                <a:lnTo>
                  <a:pt x="662" y="5785"/>
                </a:lnTo>
                <a:lnTo>
                  <a:pt x="668" y="5779"/>
                </a:lnTo>
                <a:lnTo>
                  <a:pt x="758" y="5701"/>
                </a:lnTo>
                <a:lnTo>
                  <a:pt x="765" y="5696"/>
                </a:lnTo>
                <a:lnTo>
                  <a:pt x="864" y="5623"/>
                </a:lnTo>
                <a:lnTo>
                  <a:pt x="867" y="5621"/>
                </a:lnTo>
                <a:lnTo>
                  <a:pt x="977" y="5546"/>
                </a:lnTo>
                <a:lnTo>
                  <a:pt x="980" y="5544"/>
                </a:lnTo>
                <a:lnTo>
                  <a:pt x="1097" y="5471"/>
                </a:lnTo>
                <a:lnTo>
                  <a:pt x="1101" y="5469"/>
                </a:lnTo>
                <a:lnTo>
                  <a:pt x="1221" y="5402"/>
                </a:lnTo>
                <a:lnTo>
                  <a:pt x="1226" y="5399"/>
                </a:lnTo>
                <a:lnTo>
                  <a:pt x="1345" y="5341"/>
                </a:lnTo>
                <a:lnTo>
                  <a:pt x="1353" y="5338"/>
                </a:lnTo>
                <a:lnTo>
                  <a:pt x="1468" y="5292"/>
                </a:lnTo>
                <a:lnTo>
                  <a:pt x="1478" y="5289"/>
                </a:lnTo>
                <a:lnTo>
                  <a:pt x="1590" y="5256"/>
                </a:lnTo>
                <a:lnTo>
                  <a:pt x="1599" y="5253"/>
                </a:lnTo>
                <a:lnTo>
                  <a:pt x="1712" y="5230"/>
                </a:lnTo>
                <a:lnTo>
                  <a:pt x="1721" y="5229"/>
                </a:lnTo>
                <a:lnTo>
                  <a:pt x="1833" y="5215"/>
                </a:lnTo>
                <a:lnTo>
                  <a:pt x="1841" y="5214"/>
                </a:lnTo>
                <a:lnTo>
                  <a:pt x="1952" y="5208"/>
                </a:lnTo>
                <a:lnTo>
                  <a:pt x="1959" y="5208"/>
                </a:lnTo>
                <a:lnTo>
                  <a:pt x="2067" y="5209"/>
                </a:lnTo>
                <a:lnTo>
                  <a:pt x="2074" y="5209"/>
                </a:lnTo>
                <a:lnTo>
                  <a:pt x="2179" y="5216"/>
                </a:lnTo>
                <a:lnTo>
                  <a:pt x="2188" y="5217"/>
                </a:lnTo>
                <a:lnTo>
                  <a:pt x="2291" y="5233"/>
                </a:lnTo>
                <a:lnTo>
                  <a:pt x="2302" y="5236"/>
                </a:lnTo>
                <a:lnTo>
                  <a:pt x="2403" y="5262"/>
                </a:lnTo>
                <a:lnTo>
                  <a:pt x="2411" y="5264"/>
                </a:lnTo>
                <a:lnTo>
                  <a:pt x="2510" y="5297"/>
                </a:lnTo>
                <a:lnTo>
                  <a:pt x="2516" y="5299"/>
                </a:lnTo>
                <a:lnTo>
                  <a:pt x="2610" y="5336"/>
                </a:lnTo>
                <a:lnTo>
                  <a:pt x="2614" y="5338"/>
                </a:lnTo>
                <a:lnTo>
                  <a:pt x="2702" y="5376"/>
                </a:lnTo>
                <a:lnTo>
                  <a:pt x="2703" y="5377"/>
                </a:lnTo>
                <a:lnTo>
                  <a:pt x="2784" y="5413"/>
                </a:lnTo>
                <a:lnTo>
                  <a:pt x="2791" y="5416"/>
                </a:lnTo>
                <a:lnTo>
                  <a:pt x="2798" y="5421"/>
                </a:lnTo>
                <a:lnTo>
                  <a:pt x="2872" y="5469"/>
                </a:lnTo>
                <a:lnTo>
                  <a:pt x="2880" y="5474"/>
                </a:lnTo>
                <a:lnTo>
                  <a:pt x="2886" y="5480"/>
                </a:lnTo>
                <a:lnTo>
                  <a:pt x="2956" y="5546"/>
                </a:lnTo>
                <a:lnTo>
                  <a:pt x="2960" y="5550"/>
                </a:lnTo>
                <a:lnTo>
                  <a:pt x="2989" y="5581"/>
                </a:lnTo>
                <a:lnTo>
                  <a:pt x="2990" y="5488"/>
                </a:lnTo>
                <a:lnTo>
                  <a:pt x="2980" y="5319"/>
                </a:lnTo>
                <a:lnTo>
                  <a:pt x="2965" y="5132"/>
                </a:lnTo>
                <a:lnTo>
                  <a:pt x="2949" y="4944"/>
                </a:lnTo>
                <a:lnTo>
                  <a:pt x="2948" y="4943"/>
                </a:lnTo>
                <a:lnTo>
                  <a:pt x="2936" y="4772"/>
                </a:lnTo>
                <a:lnTo>
                  <a:pt x="2936" y="4771"/>
                </a:lnTo>
                <a:lnTo>
                  <a:pt x="2925" y="4615"/>
                </a:lnTo>
                <a:lnTo>
                  <a:pt x="2913" y="4460"/>
                </a:lnTo>
                <a:lnTo>
                  <a:pt x="2900" y="4305"/>
                </a:lnTo>
                <a:lnTo>
                  <a:pt x="2887" y="4150"/>
                </a:lnTo>
                <a:lnTo>
                  <a:pt x="2873" y="3995"/>
                </a:lnTo>
                <a:lnTo>
                  <a:pt x="2873" y="3994"/>
                </a:lnTo>
                <a:lnTo>
                  <a:pt x="2860" y="3839"/>
                </a:lnTo>
                <a:lnTo>
                  <a:pt x="2860" y="3838"/>
                </a:lnTo>
                <a:lnTo>
                  <a:pt x="2848" y="3683"/>
                </a:lnTo>
                <a:lnTo>
                  <a:pt x="2848" y="3682"/>
                </a:lnTo>
                <a:lnTo>
                  <a:pt x="2836" y="3527"/>
                </a:lnTo>
                <a:lnTo>
                  <a:pt x="2825" y="3371"/>
                </a:lnTo>
                <a:lnTo>
                  <a:pt x="2813" y="3216"/>
                </a:lnTo>
                <a:lnTo>
                  <a:pt x="2799" y="3061"/>
                </a:lnTo>
                <a:lnTo>
                  <a:pt x="2785" y="2906"/>
                </a:lnTo>
                <a:lnTo>
                  <a:pt x="2769" y="2750"/>
                </a:lnTo>
                <a:lnTo>
                  <a:pt x="2753" y="2595"/>
                </a:lnTo>
                <a:lnTo>
                  <a:pt x="2735" y="2439"/>
                </a:lnTo>
                <a:lnTo>
                  <a:pt x="2716" y="2284"/>
                </a:lnTo>
                <a:lnTo>
                  <a:pt x="2696" y="2130"/>
                </a:lnTo>
                <a:lnTo>
                  <a:pt x="2672" y="1977"/>
                </a:lnTo>
                <a:lnTo>
                  <a:pt x="2646" y="1821"/>
                </a:lnTo>
                <a:lnTo>
                  <a:pt x="2617" y="1663"/>
                </a:lnTo>
                <a:lnTo>
                  <a:pt x="2587" y="1506"/>
                </a:lnTo>
                <a:lnTo>
                  <a:pt x="2554" y="1352"/>
                </a:lnTo>
                <a:lnTo>
                  <a:pt x="2520" y="1205"/>
                </a:lnTo>
                <a:lnTo>
                  <a:pt x="2485" y="1069"/>
                </a:lnTo>
                <a:lnTo>
                  <a:pt x="2448" y="941"/>
                </a:lnTo>
                <a:lnTo>
                  <a:pt x="2408" y="818"/>
                </a:lnTo>
                <a:lnTo>
                  <a:pt x="2367" y="701"/>
                </a:lnTo>
                <a:lnTo>
                  <a:pt x="2325" y="592"/>
                </a:lnTo>
                <a:lnTo>
                  <a:pt x="2284" y="492"/>
                </a:lnTo>
                <a:lnTo>
                  <a:pt x="2244" y="402"/>
                </a:lnTo>
                <a:lnTo>
                  <a:pt x="2208" y="324"/>
                </a:lnTo>
                <a:lnTo>
                  <a:pt x="2173" y="256"/>
                </a:lnTo>
                <a:lnTo>
                  <a:pt x="2140" y="198"/>
                </a:lnTo>
                <a:lnTo>
                  <a:pt x="2108" y="150"/>
                </a:lnTo>
                <a:lnTo>
                  <a:pt x="2076" y="111"/>
                </a:lnTo>
                <a:lnTo>
                  <a:pt x="2041" y="77"/>
                </a:lnTo>
                <a:lnTo>
                  <a:pt x="2005" y="48"/>
                </a:lnTo>
                <a:lnTo>
                  <a:pt x="1972" y="26"/>
                </a:lnTo>
                <a:lnTo>
                  <a:pt x="1942" y="12"/>
                </a:lnTo>
                <a:lnTo>
                  <a:pt x="1911" y="3"/>
                </a:lnTo>
                <a:lnTo>
                  <a:pt x="1873" y="0"/>
                </a:lnTo>
                <a:lnTo>
                  <a:pt x="1823" y="2"/>
                </a:lnTo>
                <a:lnTo>
                  <a:pt x="1759" y="12"/>
                </a:lnTo>
                <a:lnTo>
                  <a:pt x="1682" y="31"/>
                </a:lnTo>
                <a:lnTo>
                  <a:pt x="1596" y="58"/>
                </a:lnTo>
                <a:lnTo>
                  <a:pt x="1507" y="92"/>
                </a:lnTo>
                <a:lnTo>
                  <a:pt x="1420" y="131"/>
                </a:lnTo>
                <a:lnTo>
                  <a:pt x="1339" y="174"/>
                </a:lnTo>
                <a:lnTo>
                  <a:pt x="1262" y="222"/>
                </a:lnTo>
                <a:lnTo>
                  <a:pt x="1184" y="276"/>
                </a:lnTo>
                <a:lnTo>
                  <a:pt x="1108" y="336"/>
                </a:lnTo>
                <a:lnTo>
                  <a:pt x="1034" y="401"/>
                </a:lnTo>
                <a:lnTo>
                  <a:pt x="962" y="471"/>
                </a:lnTo>
                <a:lnTo>
                  <a:pt x="892" y="544"/>
                </a:lnTo>
                <a:lnTo>
                  <a:pt x="826" y="623"/>
                </a:lnTo>
                <a:lnTo>
                  <a:pt x="762" y="706"/>
                </a:lnTo>
                <a:lnTo>
                  <a:pt x="700" y="795"/>
                </a:lnTo>
                <a:lnTo>
                  <a:pt x="640" y="888"/>
                </a:lnTo>
                <a:lnTo>
                  <a:pt x="583" y="985"/>
                </a:lnTo>
                <a:lnTo>
                  <a:pt x="528" y="1086"/>
                </a:lnTo>
                <a:lnTo>
                  <a:pt x="475" y="1191"/>
                </a:lnTo>
                <a:lnTo>
                  <a:pt x="425" y="1301"/>
                </a:lnTo>
                <a:lnTo>
                  <a:pt x="377" y="1415"/>
                </a:lnTo>
                <a:lnTo>
                  <a:pt x="332" y="1533"/>
                </a:lnTo>
                <a:lnTo>
                  <a:pt x="290" y="1653"/>
                </a:lnTo>
                <a:lnTo>
                  <a:pt x="251" y="1776"/>
                </a:lnTo>
                <a:lnTo>
                  <a:pt x="216" y="1901"/>
                </a:lnTo>
                <a:lnTo>
                  <a:pt x="184" y="2030"/>
                </a:lnTo>
                <a:lnTo>
                  <a:pt x="155" y="2163"/>
                </a:lnTo>
                <a:lnTo>
                  <a:pt x="129" y="2297"/>
                </a:lnTo>
                <a:lnTo>
                  <a:pt x="105" y="2434"/>
                </a:lnTo>
                <a:lnTo>
                  <a:pt x="84" y="2570"/>
                </a:lnTo>
                <a:lnTo>
                  <a:pt x="65" y="2708"/>
                </a:lnTo>
                <a:lnTo>
                  <a:pt x="49" y="2847"/>
                </a:lnTo>
                <a:lnTo>
                  <a:pt x="36" y="2987"/>
                </a:lnTo>
                <a:lnTo>
                  <a:pt x="25" y="3128"/>
                </a:lnTo>
                <a:lnTo>
                  <a:pt x="16" y="3270"/>
                </a:lnTo>
                <a:lnTo>
                  <a:pt x="9" y="3411"/>
                </a:lnTo>
                <a:lnTo>
                  <a:pt x="4" y="3552"/>
                </a:lnTo>
                <a:lnTo>
                  <a:pt x="1" y="3693"/>
                </a:lnTo>
                <a:lnTo>
                  <a:pt x="0" y="3834"/>
                </a:lnTo>
                <a:lnTo>
                  <a:pt x="1" y="3975"/>
                </a:lnTo>
                <a:lnTo>
                  <a:pt x="4" y="4115"/>
                </a:lnTo>
                <a:lnTo>
                  <a:pt x="9" y="4252"/>
                </a:lnTo>
                <a:lnTo>
                  <a:pt x="17" y="4390"/>
                </a:lnTo>
                <a:lnTo>
                  <a:pt x="27" y="4527"/>
                </a:lnTo>
                <a:lnTo>
                  <a:pt x="39" y="4664"/>
                </a:lnTo>
                <a:lnTo>
                  <a:pt x="53" y="4798"/>
                </a:lnTo>
                <a:lnTo>
                  <a:pt x="68" y="4928"/>
                </a:lnTo>
                <a:lnTo>
                  <a:pt x="84" y="5052"/>
                </a:lnTo>
                <a:lnTo>
                  <a:pt x="100" y="5170"/>
                </a:lnTo>
                <a:lnTo>
                  <a:pt x="118" y="5284"/>
                </a:lnTo>
                <a:lnTo>
                  <a:pt x="136" y="5394"/>
                </a:lnTo>
                <a:lnTo>
                  <a:pt x="156" y="5500"/>
                </a:lnTo>
                <a:lnTo>
                  <a:pt x="176" y="5602"/>
                </a:lnTo>
                <a:lnTo>
                  <a:pt x="196" y="5700"/>
                </a:lnTo>
                <a:lnTo>
                  <a:pt x="216" y="5799"/>
                </a:lnTo>
                <a:lnTo>
                  <a:pt x="237" y="5899"/>
                </a:lnTo>
                <a:lnTo>
                  <a:pt x="258" y="5993"/>
                </a:lnTo>
                <a:lnTo>
                  <a:pt x="279" y="6077"/>
                </a:lnTo>
                <a:lnTo>
                  <a:pt x="300" y="6142"/>
                </a:lnTo>
                <a:lnTo>
                  <a:pt x="312" y="6168"/>
                </a:lnTo>
                <a:lnTo>
                  <a:pt x="325" y="6158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622550" y="1523235"/>
              <a:ext cx="1257820" cy="2707409"/>
            </a:xfrm>
            <a:custGeom>
              <a:avLst/>
              <a:gdLst/>
              <a:ahLst/>
              <a:cxnLst/>
              <a:rect l="0" t="0" r="r" b="b"/>
              <a:pathLst>
                <a:path w="4847" h="10000">
                  <a:moveTo>
                    <a:pt x="528" y="9983"/>
                  </a:moveTo>
                  <a:lnTo>
                    <a:pt x="603" y="9913"/>
                  </a:lnTo>
                  <a:lnTo>
                    <a:pt x="697" y="9806"/>
                  </a:lnTo>
                  <a:lnTo>
                    <a:pt x="807" y="9672"/>
                  </a:lnTo>
                  <a:lnTo>
                    <a:pt x="809" y="9670"/>
                  </a:lnTo>
                  <a:lnTo>
                    <a:pt x="933" y="9526"/>
                  </a:lnTo>
                  <a:lnTo>
                    <a:pt x="938" y="9520"/>
                  </a:lnTo>
                  <a:lnTo>
                    <a:pt x="1073" y="9379"/>
                  </a:lnTo>
                  <a:lnTo>
                    <a:pt x="1084" y="9368"/>
                  </a:lnTo>
                  <a:lnTo>
                    <a:pt x="1229" y="9242"/>
                  </a:lnTo>
                  <a:lnTo>
                    <a:pt x="1240" y="9234"/>
                  </a:lnTo>
                  <a:lnTo>
                    <a:pt x="1401" y="9116"/>
                  </a:lnTo>
                  <a:lnTo>
                    <a:pt x="1406" y="9112"/>
                  </a:lnTo>
                  <a:lnTo>
                    <a:pt x="1584" y="8992"/>
                  </a:lnTo>
                  <a:lnTo>
                    <a:pt x="1589" y="8988"/>
                  </a:lnTo>
                  <a:lnTo>
                    <a:pt x="1778" y="8870"/>
                  </a:lnTo>
                  <a:lnTo>
                    <a:pt x="1785" y="8866"/>
                  </a:lnTo>
                  <a:lnTo>
                    <a:pt x="1979" y="8758"/>
                  </a:lnTo>
                  <a:lnTo>
                    <a:pt x="1988" y="8753"/>
                  </a:lnTo>
                  <a:lnTo>
                    <a:pt x="2181" y="8659"/>
                  </a:lnTo>
                  <a:lnTo>
                    <a:pt x="2193" y="8653"/>
                  </a:lnTo>
                  <a:lnTo>
                    <a:pt x="2380" y="8579"/>
                  </a:lnTo>
                  <a:lnTo>
                    <a:pt x="2395" y="8574"/>
                  </a:lnTo>
                  <a:lnTo>
                    <a:pt x="2578" y="8520"/>
                  </a:lnTo>
                  <a:lnTo>
                    <a:pt x="2592" y="8517"/>
                  </a:lnTo>
                  <a:lnTo>
                    <a:pt x="2775" y="8479"/>
                  </a:lnTo>
                  <a:lnTo>
                    <a:pt x="2789" y="8477"/>
                  </a:lnTo>
                  <a:lnTo>
                    <a:pt x="2971" y="8454"/>
                  </a:lnTo>
                  <a:lnTo>
                    <a:pt x="2984" y="8453"/>
                  </a:lnTo>
                  <a:lnTo>
                    <a:pt x="3164" y="8443"/>
                  </a:lnTo>
                  <a:lnTo>
                    <a:pt x="3176" y="8443"/>
                  </a:lnTo>
                  <a:lnTo>
                    <a:pt x="3351" y="8445"/>
                  </a:lnTo>
                  <a:lnTo>
                    <a:pt x="3362" y="8445"/>
                  </a:lnTo>
                  <a:lnTo>
                    <a:pt x="3532" y="8457"/>
                  </a:lnTo>
                  <a:lnTo>
                    <a:pt x="3548" y="8458"/>
                  </a:lnTo>
                  <a:lnTo>
                    <a:pt x="3714" y="8484"/>
                  </a:lnTo>
                  <a:lnTo>
                    <a:pt x="3731" y="8488"/>
                  </a:lnTo>
                  <a:lnTo>
                    <a:pt x="3896" y="8530"/>
                  </a:lnTo>
                  <a:lnTo>
                    <a:pt x="3908" y="8534"/>
                  </a:lnTo>
                  <a:lnTo>
                    <a:pt x="4069" y="8588"/>
                  </a:lnTo>
                  <a:lnTo>
                    <a:pt x="4078" y="8591"/>
                  </a:lnTo>
                  <a:lnTo>
                    <a:pt x="4231" y="8651"/>
                  </a:lnTo>
                  <a:lnTo>
                    <a:pt x="4237" y="8654"/>
                  </a:lnTo>
                  <a:lnTo>
                    <a:pt x="4380" y="8716"/>
                  </a:lnTo>
                  <a:lnTo>
                    <a:pt x="4382" y="8717"/>
                  </a:lnTo>
                  <a:lnTo>
                    <a:pt x="4512" y="8775"/>
                  </a:lnTo>
                  <a:lnTo>
                    <a:pt x="4524" y="8781"/>
                  </a:lnTo>
                  <a:lnTo>
                    <a:pt x="4536" y="8788"/>
                  </a:lnTo>
                  <a:lnTo>
                    <a:pt x="4656" y="8866"/>
                  </a:lnTo>
                  <a:lnTo>
                    <a:pt x="4668" y="8875"/>
                  </a:lnTo>
                  <a:lnTo>
                    <a:pt x="4679" y="8885"/>
                  </a:lnTo>
                  <a:lnTo>
                    <a:pt x="4792" y="8992"/>
                  </a:lnTo>
                  <a:lnTo>
                    <a:pt x="4798" y="8998"/>
                  </a:lnTo>
                  <a:lnTo>
                    <a:pt x="4846" y="9048"/>
                  </a:lnTo>
                  <a:lnTo>
                    <a:pt x="4847" y="8898"/>
                  </a:lnTo>
                  <a:lnTo>
                    <a:pt x="4831" y="8624"/>
                  </a:lnTo>
                  <a:lnTo>
                    <a:pt x="4806" y="8320"/>
                  </a:lnTo>
                  <a:lnTo>
                    <a:pt x="4779" y="8016"/>
                  </a:lnTo>
                  <a:lnTo>
                    <a:pt x="4779" y="8014"/>
                  </a:lnTo>
                  <a:lnTo>
                    <a:pt x="4758" y="7737"/>
                  </a:lnTo>
                  <a:lnTo>
                    <a:pt x="4758" y="7736"/>
                  </a:lnTo>
                  <a:lnTo>
                    <a:pt x="4742" y="7482"/>
                  </a:lnTo>
                  <a:lnTo>
                    <a:pt x="4722" y="7231"/>
                  </a:lnTo>
                  <a:lnTo>
                    <a:pt x="4701" y="6979"/>
                  </a:lnTo>
                  <a:lnTo>
                    <a:pt x="4679" y="6728"/>
                  </a:lnTo>
                  <a:lnTo>
                    <a:pt x="4657" y="6476"/>
                  </a:lnTo>
                  <a:lnTo>
                    <a:pt x="4657" y="6476"/>
                  </a:lnTo>
                  <a:lnTo>
                    <a:pt x="4636" y="6224"/>
                  </a:lnTo>
                  <a:lnTo>
                    <a:pt x="4636" y="6223"/>
                  </a:lnTo>
                  <a:lnTo>
                    <a:pt x="4616" y="5970"/>
                  </a:lnTo>
                  <a:lnTo>
                    <a:pt x="4616" y="5970"/>
                  </a:lnTo>
                  <a:lnTo>
                    <a:pt x="4598" y="5718"/>
                  </a:lnTo>
                  <a:lnTo>
                    <a:pt x="4579" y="5465"/>
                  </a:lnTo>
                  <a:lnTo>
                    <a:pt x="4559" y="5214"/>
                  </a:lnTo>
                  <a:lnTo>
                    <a:pt x="4538" y="4962"/>
                  </a:lnTo>
                  <a:lnTo>
                    <a:pt x="4514" y="4711"/>
                  </a:lnTo>
                  <a:lnTo>
                    <a:pt x="4488" y="4459"/>
                  </a:lnTo>
                  <a:lnTo>
                    <a:pt x="4462" y="4207"/>
                  </a:lnTo>
                  <a:lnTo>
                    <a:pt x="4434" y="3955"/>
                  </a:lnTo>
                  <a:lnTo>
                    <a:pt x="4403" y="3704"/>
                  </a:lnTo>
                  <a:lnTo>
                    <a:pt x="4369" y="3454"/>
                  </a:lnTo>
                  <a:lnTo>
                    <a:pt x="4331" y="3205"/>
                  </a:lnTo>
                  <a:lnTo>
                    <a:pt x="4289" y="2953"/>
                  </a:lnTo>
                  <a:lnTo>
                    <a:pt x="4242" y="2697"/>
                  </a:lnTo>
                  <a:lnTo>
                    <a:pt x="4193" y="2442"/>
                  </a:lnTo>
                  <a:lnTo>
                    <a:pt x="4140" y="2192"/>
                  </a:lnTo>
                  <a:lnTo>
                    <a:pt x="4085" y="1954"/>
                  </a:lnTo>
                  <a:lnTo>
                    <a:pt x="4029" y="1733"/>
                  </a:lnTo>
                  <a:lnTo>
                    <a:pt x="3968" y="1525"/>
                  </a:lnTo>
                  <a:lnTo>
                    <a:pt x="3904" y="1326"/>
                  </a:lnTo>
                  <a:lnTo>
                    <a:pt x="3837" y="1137"/>
                  </a:lnTo>
                  <a:lnTo>
                    <a:pt x="3769" y="961"/>
                  </a:lnTo>
                  <a:lnTo>
                    <a:pt x="3703" y="798"/>
                  </a:lnTo>
                  <a:lnTo>
                    <a:pt x="3638" y="653"/>
                  </a:lnTo>
                  <a:lnTo>
                    <a:pt x="3578" y="525"/>
                  </a:lnTo>
                  <a:lnTo>
                    <a:pt x="3523" y="415"/>
                  </a:lnTo>
                  <a:lnTo>
                    <a:pt x="3469" y="322"/>
                  </a:lnTo>
                  <a:lnTo>
                    <a:pt x="3417" y="244"/>
                  </a:lnTo>
                  <a:lnTo>
                    <a:pt x="3365" y="180"/>
                  </a:lnTo>
                  <a:lnTo>
                    <a:pt x="3308" y="125"/>
                  </a:lnTo>
                  <a:lnTo>
                    <a:pt x="3250" y="78"/>
                  </a:lnTo>
                  <a:lnTo>
                    <a:pt x="3197" y="43"/>
                  </a:lnTo>
                  <a:lnTo>
                    <a:pt x="3148" y="20"/>
                  </a:lnTo>
                  <a:lnTo>
                    <a:pt x="3097" y="6"/>
                  </a:lnTo>
                  <a:lnTo>
                    <a:pt x="3036" y="0"/>
                  </a:lnTo>
                  <a:lnTo>
                    <a:pt x="2956" y="3"/>
                  </a:lnTo>
                  <a:lnTo>
                    <a:pt x="2852" y="19"/>
                  </a:lnTo>
                  <a:lnTo>
                    <a:pt x="2726" y="51"/>
                  </a:lnTo>
                  <a:lnTo>
                    <a:pt x="2587" y="95"/>
                  </a:lnTo>
                  <a:lnTo>
                    <a:pt x="2443" y="150"/>
                  </a:lnTo>
                  <a:lnTo>
                    <a:pt x="2303" y="213"/>
                  </a:lnTo>
                  <a:lnTo>
                    <a:pt x="2171" y="283"/>
                  </a:lnTo>
                  <a:lnTo>
                    <a:pt x="2045" y="360"/>
                  </a:lnTo>
                  <a:lnTo>
                    <a:pt x="1920" y="448"/>
                  </a:lnTo>
                  <a:lnTo>
                    <a:pt x="1797" y="545"/>
                  </a:lnTo>
                  <a:lnTo>
                    <a:pt x="1676" y="650"/>
                  </a:lnTo>
                  <a:lnTo>
                    <a:pt x="1559" y="763"/>
                  </a:lnTo>
                  <a:lnTo>
                    <a:pt x="1447" y="883"/>
                  </a:lnTo>
                  <a:lnTo>
                    <a:pt x="1339" y="1010"/>
                  </a:lnTo>
                  <a:lnTo>
                    <a:pt x="1235" y="1145"/>
                  </a:lnTo>
                  <a:lnTo>
                    <a:pt x="1134" y="1289"/>
                  </a:lnTo>
                  <a:lnTo>
                    <a:pt x="1038" y="1440"/>
                  </a:lnTo>
                  <a:lnTo>
                    <a:pt x="945" y="1597"/>
                  </a:lnTo>
                  <a:lnTo>
                    <a:pt x="856" y="1761"/>
                  </a:lnTo>
                  <a:lnTo>
                    <a:pt x="770" y="1932"/>
                  </a:lnTo>
                  <a:lnTo>
                    <a:pt x="689" y="2110"/>
                  </a:lnTo>
                  <a:lnTo>
                    <a:pt x="611" y="2295"/>
                  </a:lnTo>
                  <a:lnTo>
                    <a:pt x="538" y="2485"/>
                  </a:lnTo>
                  <a:lnTo>
                    <a:pt x="470" y="2680"/>
                  </a:lnTo>
                  <a:lnTo>
                    <a:pt x="407" y="2879"/>
                  </a:lnTo>
                  <a:lnTo>
                    <a:pt x="350" y="3082"/>
                  </a:lnTo>
                  <a:lnTo>
                    <a:pt x="298" y="3292"/>
                  </a:lnTo>
                  <a:lnTo>
                    <a:pt x="251" y="3506"/>
                  </a:lnTo>
                  <a:lnTo>
                    <a:pt x="209" y="3725"/>
                  </a:lnTo>
                  <a:lnTo>
                    <a:pt x="170" y="3946"/>
                  </a:lnTo>
                  <a:lnTo>
                    <a:pt x="136" y="4167"/>
                  </a:lnTo>
                  <a:lnTo>
                    <a:pt x="105" y="4390"/>
                  </a:lnTo>
                  <a:lnTo>
                    <a:pt x="80" y="4615"/>
                  </a:lnTo>
                  <a:lnTo>
                    <a:pt x="58" y="4843"/>
                  </a:lnTo>
                  <a:lnTo>
                    <a:pt x="41" y="5072"/>
                  </a:lnTo>
                  <a:lnTo>
                    <a:pt x="26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7" y="7117"/>
                  </a:lnTo>
                  <a:lnTo>
                    <a:pt x="44" y="7340"/>
                  </a:lnTo>
                  <a:lnTo>
                    <a:pt x="64" y="7561"/>
                  </a:lnTo>
                  <a:lnTo>
                    <a:pt x="87" y="7779"/>
                  </a:lnTo>
                  <a:lnTo>
                    <a:pt x="111" y="7989"/>
                  </a:lnTo>
                  <a:lnTo>
                    <a:pt x="136" y="8191"/>
                  </a:lnTo>
                  <a:lnTo>
                    <a:pt x="162" y="8382"/>
                  </a:lnTo>
                  <a:lnTo>
                    <a:pt x="191" y="8567"/>
                  </a:lnTo>
                  <a:lnTo>
                    <a:pt x="221" y="8745"/>
                  </a:lnTo>
                  <a:lnTo>
                    <a:pt x="253" y="8916"/>
                  </a:lnTo>
                  <a:lnTo>
                    <a:pt x="285" y="9081"/>
                  </a:lnTo>
                  <a:lnTo>
                    <a:pt x="318" y="9241"/>
                  </a:lnTo>
                  <a:lnTo>
                    <a:pt x="351" y="9402"/>
                  </a:lnTo>
                  <a:lnTo>
                    <a:pt x="385" y="9563"/>
                  </a:lnTo>
                  <a:lnTo>
                    <a:pt x="418" y="9716"/>
                  </a:lnTo>
                  <a:lnTo>
                    <a:pt x="453" y="9851"/>
                  </a:lnTo>
                  <a:lnTo>
                    <a:pt x="486" y="9958"/>
                  </a:lnTo>
                  <a:lnTo>
                    <a:pt x="505" y="10000"/>
                  </a:lnTo>
                  <a:lnTo>
                    <a:pt x="528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705660" y="1788932"/>
              <a:ext cx="985005" cy="1938162"/>
            </a:xfrm>
            <a:custGeom>
              <a:avLst/>
              <a:gdLst/>
              <a:ahLst/>
              <a:cxnLst/>
              <a:rect l="0" t="0" r="r" b="b"/>
              <a:pathLst>
                <a:path w="2341" h="4415" fill="none">
                  <a:moveTo>
                    <a:pt x="2341" y="2080"/>
                  </a:moveTo>
                  <a:lnTo>
                    <a:pt x="1728" y="1783"/>
                  </a:lnTo>
                  <a:lnTo>
                    <a:pt x="972" y="1273"/>
                  </a:lnTo>
                  <a:lnTo>
                    <a:pt x="548" y="764"/>
                  </a:lnTo>
                </a:path>
                <a:path w="2341" h="4415" fill="none">
                  <a:moveTo>
                    <a:pt x="1728" y="1783"/>
                  </a:moveTo>
                  <a:lnTo>
                    <a:pt x="1444" y="1019"/>
                  </a:lnTo>
                  <a:lnTo>
                    <a:pt x="1303" y="169"/>
                  </a:lnTo>
                </a:path>
                <a:path w="2341" h="4415" fill="none">
                  <a:moveTo>
                    <a:pt x="2341" y="2080"/>
                  </a:moveTo>
                  <a:lnTo>
                    <a:pt x="1444" y="2207"/>
                  </a:lnTo>
                  <a:lnTo>
                    <a:pt x="500" y="2207"/>
                  </a:lnTo>
                  <a:lnTo>
                    <a:pt x="28" y="2292"/>
                  </a:lnTo>
                </a:path>
                <a:path w="2341" h="4415" fill="none">
                  <a:moveTo>
                    <a:pt x="1444" y="2207"/>
                  </a:moveTo>
                  <a:lnTo>
                    <a:pt x="784" y="2802"/>
                  </a:lnTo>
                  <a:lnTo>
                    <a:pt x="264" y="3311"/>
                  </a:lnTo>
                </a:path>
                <a:path w="2341" h="4415" fill="none">
                  <a:moveTo>
                    <a:pt x="2341" y="2080"/>
                  </a:moveTo>
                  <a:lnTo>
                    <a:pt x="1728" y="2802"/>
                  </a:lnTo>
                  <a:lnTo>
                    <a:pt x="1161" y="3651"/>
                  </a:lnTo>
                  <a:lnTo>
                    <a:pt x="642" y="4330"/>
                  </a:lnTo>
                </a:path>
                <a:path w="2341" h="4415" fill="none">
                  <a:moveTo>
                    <a:pt x="1728" y="2802"/>
                  </a:moveTo>
                  <a:lnTo>
                    <a:pt x="2011" y="3651"/>
                  </a:lnTo>
                  <a:lnTo>
                    <a:pt x="1728" y="4415"/>
                  </a:lnTo>
                </a:path>
                <a:path w="2341" h="4415" fill="none">
                  <a:moveTo>
                    <a:pt x="1161" y="3651"/>
                  </a:moveTo>
                  <a:lnTo>
                    <a:pt x="406" y="4076"/>
                  </a:lnTo>
                  <a:lnTo>
                    <a:pt x="28" y="4330"/>
                  </a:lnTo>
                </a:path>
                <a:path w="2341" h="4415" fill="none">
                  <a:moveTo>
                    <a:pt x="972" y="1273"/>
                  </a:moveTo>
                  <a:lnTo>
                    <a:pt x="312" y="1443"/>
                  </a:lnTo>
                  <a:lnTo>
                    <a:pt x="0" y="1654"/>
                  </a:lnTo>
                </a:path>
                <a:path w="2341" h="4415" fill="none">
                  <a:moveTo>
                    <a:pt x="1444" y="1019"/>
                  </a:moveTo>
                  <a:lnTo>
                    <a:pt x="878" y="509"/>
                  </a:lnTo>
                </a:path>
                <a:path w="2341" h="4415" fill="none">
                  <a:moveTo>
                    <a:pt x="784" y="2802"/>
                  </a:moveTo>
                  <a:lnTo>
                    <a:pt x="878" y="3396"/>
                  </a:lnTo>
                  <a:lnTo>
                    <a:pt x="595" y="3991"/>
                  </a:lnTo>
                </a:path>
                <a:path w="2341" h="4415" fill="none">
                  <a:moveTo>
                    <a:pt x="2341" y="2080"/>
                  </a:moveTo>
                  <a:lnTo>
                    <a:pt x="2200" y="1443"/>
                  </a:lnTo>
                  <a:lnTo>
                    <a:pt x="1916" y="764"/>
                  </a:lnTo>
                  <a:lnTo>
                    <a:pt x="1728" y="0"/>
                  </a:lnTo>
                </a:path>
                <a:path w="2341" h="4415" fill="none">
                  <a:moveTo>
                    <a:pt x="500" y="2207"/>
                  </a:moveTo>
                  <a:lnTo>
                    <a:pt x="217" y="271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20608" y="3795401"/>
            <a:ext cx="1409812" cy="977584"/>
          </a:xfrm>
          <a:custGeom>
            <a:avLst/>
            <a:gdLst/>
            <a:ahLst/>
            <a:cxnLst/>
            <a:rect l="0" t="0" r="r" b="b"/>
            <a:pathLst>
              <a:path w="10000" h="6645">
                <a:moveTo>
                  <a:pt x="72" y="970"/>
                </a:moveTo>
                <a:lnTo>
                  <a:pt x="116" y="1445"/>
                </a:lnTo>
                <a:lnTo>
                  <a:pt x="164" y="1905"/>
                </a:lnTo>
                <a:lnTo>
                  <a:pt x="213" y="2345"/>
                </a:lnTo>
                <a:lnTo>
                  <a:pt x="266" y="2764"/>
                </a:lnTo>
                <a:lnTo>
                  <a:pt x="322" y="3169"/>
                </a:lnTo>
                <a:lnTo>
                  <a:pt x="381" y="3558"/>
                </a:lnTo>
                <a:lnTo>
                  <a:pt x="443" y="3934"/>
                </a:lnTo>
                <a:lnTo>
                  <a:pt x="507" y="4295"/>
                </a:lnTo>
                <a:lnTo>
                  <a:pt x="571" y="4642"/>
                </a:lnTo>
                <a:lnTo>
                  <a:pt x="636" y="4990"/>
                </a:lnTo>
                <a:lnTo>
                  <a:pt x="702" y="5342"/>
                </a:lnTo>
                <a:lnTo>
                  <a:pt x="769" y="5680"/>
                </a:lnTo>
                <a:lnTo>
                  <a:pt x="839" y="5987"/>
                </a:lnTo>
                <a:lnTo>
                  <a:pt x="912" y="6243"/>
                </a:lnTo>
                <a:lnTo>
                  <a:pt x="989" y="6432"/>
                </a:lnTo>
                <a:lnTo>
                  <a:pt x="1062" y="6554"/>
                </a:lnTo>
                <a:lnTo>
                  <a:pt x="1128" y="6624"/>
                </a:lnTo>
                <a:lnTo>
                  <a:pt x="1198" y="6645"/>
                </a:lnTo>
                <a:lnTo>
                  <a:pt x="1281" y="6618"/>
                </a:lnTo>
                <a:lnTo>
                  <a:pt x="1387" y="6546"/>
                </a:lnTo>
                <a:lnTo>
                  <a:pt x="1526" y="6432"/>
                </a:lnTo>
                <a:lnTo>
                  <a:pt x="1698" y="6254"/>
                </a:lnTo>
                <a:lnTo>
                  <a:pt x="1893" y="6005"/>
                </a:lnTo>
                <a:lnTo>
                  <a:pt x="2112" y="5712"/>
                </a:lnTo>
                <a:lnTo>
                  <a:pt x="2353" y="5400"/>
                </a:lnTo>
                <a:lnTo>
                  <a:pt x="2615" y="5094"/>
                </a:lnTo>
                <a:lnTo>
                  <a:pt x="2899" y="4821"/>
                </a:lnTo>
                <a:lnTo>
                  <a:pt x="3212" y="4565"/>
                </a:lnTo>
                <a:lnTo>
                  <a:pt x="3559" y="4304"/>
                </a:lnTo>
                <a:lnTo>
                  <a:pt x="3928" y="4049"/>
                </a:lnTo>
                <a:lnTo>
                  <a:pt x="4306" y="3813"/>
                </a:lnTo>
                <a:lnTo>
                  <a:pt x="4683" y="3609"/>
                </a:lnTo>
                <a:lnTo>
                  <a:pt x="5047" y="3448"/>
                </a:lnTo>
                <a:lnTo>
                  <a:pt x="5402" y="3333"/>
                </a:lnTo>
                <a:lnTo>
                  <a:pt x="5758" y="3252"/>
                </a:lnTo>
                <a:lnTo>
                  <a:pt x="6113" y="3202"/>
                </a:lnTo>
                <a:lnTo>
                  <a:pt x="6463" y="3181"/>
                </a:lnTo>
                <a:lnTo>
                  <a:pt x="6805" y="3185"/>
                </a:lnTo>
                <a:lnTo>
                  <a:pt x="7135" y="3210"/>
                </a:lnTo>
                <a:lnTo>
                  <a:pt x="7459" y="3266"/>
                </a:lnTo>
                <a:lnTo>
                  <a:pt x="7781" y="3358"/>
                </a:lnTo>
                <a:lnTo>
                  <a:pt x="8094" y="3475"/>
                </a:lnTo>
                <a:lnTo>
                  <a:pt x="8393" y="3605"/>
                </a:lnTo>
                <a:lnTo>
                  <a:pt x="8672" y="3740"/>
                </a:lnTo>
                <a:lnTo>
                  <a:pt x="8925" y="3866"/>
                </a:lnTo>
                <a:lnTo>
                  <a:pt x="9160" y="4036"/>
                </a:lnTo>
                <a:lnTo>
                  <a:pt x="9381" y="4268"/>
                </a:lnTo>
                <a:lnTo>
                  <a:pt x="9582" y="4504"/>
                </a:lnTo>
                <a:lnTo>
                  <a:pt x="9756" y="4684"/>
                </a:lnTo>
                <a:lnTo>
                  <a:pt x="9898" y="4749"/>
                </a:lnTo>
                <a:lnTo>
                  <a:pt x="10000" y="4642"/>
                </a:lnTo>
                <a:lnTo>
                  <a:pt x="10000" y="2922"/>
                </a:lnTo>
                <a:lnTo>
                  <a:pt x="9973" y="2562"/>
                </a:lnTo>
                <a:lnTo>
                  <a:pt x="9962" y="2421"/>
                </a:lnTo>
                <a:lnTo>
                  <a:pt x="9749" y="2420"/>
                </a:lnTo>
                <a:lnTo>
                  <a:pt x="9498" y="2418"/>
                </a:lnTo>
                <a:lnTo>
                  <a:pt x="9248" y="2413"/>
                </a:lnTo>
                <a:lnTo>
                  <a:pt x="8997" y="2406"/>
                </a:lnTo>
                <a:lnTo>
                  <a:pt x="8746" y="2396"/>
                </a:lnTo>
                <a:lnTo>
                  <a:pt x="8496" y="2384"/>
                </a:lnTo>
                <a:lnTo>
                  <a:pt x="8245" y="2368"/>
                </a:lnTo>
                <a:lnTo>
                  <a:pt x="7995" y="2350"/>
                </a:lnTo>
                <a:lnTo>
                  <a:pt x="7744" y="2330"/>
                </a:lnTo>
                <a:lnTo>
                  <a:pt x="7493" y="2306"/>
                </a:lnTo>
                <a:lnTo>
                  <a:pt x="7243" y="2279"/>
                </a:lnTo>
                <a:lnTo>
                  <a:pt x="6992" y="2249"/>
                </a:lnTo>
                <a:lnTo>
                  <a:pt x="6741" y="2216"/>
                </a:lnTo>
                <a:lnTo>
                  <a:pt x="6491" y="2179"/>
                </a:lnTo>
                <a:lnTo>
                  <a:pt x="6240" y="2140"/>
                </a:lnTo>
                <a:lnTo>
                  <a:pt x="5990" y="2097"/>
                </a:lnTo>
                <a:lnTo>
                  <a:pt x="5739" y="2050"/>
                </a:lnTo>
                <a:lnTo>
                  <a:pt x="5488" y="2001"/>
                </a:lnTo>
                <a:lnTo>
                  <a:pt x="5238" y="1948"/>
                </a:lnTo>
                <a:lnTo>
                  <a:pt x="4987" y="1891"/>
                </a:lnTo>
                <a:lnTo>
                  <a:pt x="4737" y="1831"/>
                </a:lnTo>
                <a:lnTo>
                  <a:pt x="4486" y="1768"/>
                </a:lnTo>
                <a:lnTo>
                  <a:pt x="4235" y="1700"/>
                </a:lnTo>
                <a:lnTo>
                  <a:pt x="3985" y="1630"/>
                </a:lnTo>
                <a:lnTo>
                  <a:pt x="3734" y="1555"/>
                </a:lnTo>
                <a:lnTo>
                  <a:pt x="3483" y="1477"/>
                </a:lnTo>
                <a:lnTo>
                  <a:pt x="3290" y="1414"/>
                </a:lnTo>
                <a:lnTo>
                  <a:pt x="3042" y="1596"/>
                </a:lnTo>
                <a:lnTo>
                  <a:pt x="3024" y="1610"/>
                </a:lnTo>
                <a:lnTo>
                  <a:pt x="2759" y="1840"/>
                </a:lnTo>
                <a:lnTo>
                  <a:pt x="2741" y="1857"/>
                </a:lnTo>
                <a:lnTo>
                  <a:pt x="2494" y="2115"/>
                </a:lnTo>
                <a:lnTo>
                  <a:pt x="2485" y="2126"/>
                </a:lnTo>
                <a:lnTo>
                  <a:pt x="2258" y="2390"/>
                </a:lnTo>
                <a:lnTo>
                  <a:pt x="2256" y="2393"/>
                </a:lnTo>
                <a:lnTo>
                  <a:pt x="2052" y="2639"/>
                </a:lnTo>
                <a:lnTo>
                  <a:pt x="2051" y="2640"/>
                </a:lnTo>
                <a:lnTo>
                  <a:pt x="1878" y="2838"/>
                </a:lnTo>
                <a:lnTo>
                  <a:pt x="1874" y="2842"/>
                </a:lnTo>
                <a:lnTo>
                  <a:pt x="1736" y="2971"/>
                </a:lnTo>
                <a:lnTo>
                  <a:pt x="1730" y="2976"/>
                </a:lnTo>
                <a:lnTo>
                  <a:pt x="1689" y="3006"/>
                </a:lnTo>
                <a:lnTo>
                  <a:pt x="1684" y="3009"/>
                </a:lnTo>
                <a:lnTo>
                  <a:pt x="1679" y="3012"/>
                </a:lnTo>
                <a:lnTo>
                  <a:pt x="1674" y="3014"/>
                </a:lnTo>
                <a:lnTo>
                  <a:pt x="1668" y="3016"/>
                </a:lnTo>
                <a:lnTo>
                  <a:pt x="1662" y="3017"/>
                </a:lnTo>
                <a:lnTo>
                  <a:pt x="1656" y="3018"/>
                </a:lnTo>
                <a:lnTo>
                  <a:pt x="1650" y="3018"/>
                </a:lnTo>
                <a:lnTo>
                  <a:pt x="1645" y="3017"/>
                </a:lnTo>
                <a:lnTo>
                  <a:pt x="1639" y="3016"/>
                </a:lnTo>
                <a:lnTo>
                  <a:pt x="1633" y="3014"/>
                </a:lnTo>
                <a:lnTo>
                  <a:pt x="1628" y="3012"/>
                </a:lnTo>
                <a:lnTo>
                  <a:pt x="1623" y="3009"/>
                </a:lnTo>
                <a:lnTo>
                  <a:pt x="1618" y="3006"/>
                </a:lnTo>
                <a:lnTo>
                  <a:pt x="1613" y="3002"/>
                </a:lnTo>
                <a:lnTo>
                  <a:pt x="1609" y="2997"/>
                </a:lnTo>
                <a:lnTo>
                  <a:pt x="1605" y="2993"/>
                </a:lnTo>
                <a:lnTo>
                  <a:pt x="1602" y="2988"/>
                </a:lnTo>
                <a:lnTo>
                  <a:pt x="1599" y="2983"/>
                </a:lnTo>
                <a:lnTo>
                  <a:pt x="1565" y="2906"/>
                </a:lnTo>
                <a:lnTo>
                  <a:pt x="1562" y="2899"/>
                </a:lnTo>
                <a:lnTo>
                  <a:pt x="1500" y="2703"/>
                </a:lnTo>
                <a:lnTo>
                  <a:pt x="1499" y="2700"/>
                </a:lnTo>
                <a:lnTo>
                  <a:pt x="1436" y="2451"/>
                </a:lnTo>
                <a:lnTo>
                  <a:pt x="1436" y="2449"/>
                </a:lnTo>
                <a:lnTo>
                  <a:pt x="1373" y="2168"/>
                </a:lnTo>
                <a:lnTo>
                  <a:pt x="1373" y="2167"/>
                </a:lnTo>
                <a:lnTo>
                  <a:pt x="1312" y="1870"/>
                </a:lnTo>
                <a:lnTo>
                  <a:pt x="1250" y="1574"/>
                </a:lnTo>
                <a:lnTo>
                  <a:pt x="1190" y="1280"/>
                </a:lnTo>
                <a:lnTo>
                  <a:pt x="1190" y="1280"/>
                </a:lnTo>
                <a:lnTo>
                  <a:pt x="1130" y="976"/>
                </a:lnTo>
                <a:lnTo>
                  <a:pt x="1130" y="975"/>
                </a:lnTo>
                <a:lnTo>
                  <a:pt x="1072" y="660"/>
                </a:lnTo>
                <a:lnTo>
                  <a:pt x="1072" y="659"/>
                </a:lnTo>
                <a:lnTo>
                  <a:pt x="1049" y="523"/>
                </a:lnTo>
                <a:lnTo>
                  <a:pt x="977" y="490"/>
                </a:lnTo>
                <a:lnTo>
                  <a:pt x="727" y="370"/>
                </a:lnTo>
                <a:lnTo>
                  <a:pt x="476" y="246"/>
                </a:lnTo>
                <a:lnTo>
                  <a:pt x="225" y="118"/>
                </a:lnTo>
                <a:lnTo>
                  <a:pt x="0" y="0"/>
                </a:lnTo>
                <a:lnTo>
                  <a:pt x="32" y="486"/>
                </a:lnTo>
                <a:lnTo>
                  <a:pt x="72" y="970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Borramiento del seno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se necesitan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 menos ~200 ml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Rx de frente.</a:t>
            </a:r>
            <a:endParaRPr lang="es-AR" sz="1850" dirty="0">
              <a:latin typeface="Mali"/>
            </a:endParaRPr>
          </a:p>
        </p:txBody>
      </p:sp>
      <p:sp>
        <p:nvSpPr>
          <p:cNvPr id="57" name="!!MarcaSeno"/>
          <p:cNvSpPr/>
          <p:nvPr/>
        </p:nvSpPr>
        <p:spPr>
          <a:xfrm>
            <a:off x="5470855" y="4425696"/>
            <a:ext cx="462686" cy="482803"/>
          </a:xfrm>
          <a:prstGeom prst="ellipse">
            <a:avLst/>
          </a:prstGeom>
          <a:noFill/>
          <a:ln w="44450" cap="rnd">
            <a:solidFill>
              <a:srgbClr val="FFFF00"/>
            </a:solidFill>
            <a:round/>
          </a:ln>
        </p:spPr>
      </p:sp>
      <p:sp>
        <p:nvSpPr>
          <p:cNvPr id="58" name="Seno texto"/>
          <p:cNvSpPr/>
          <p:nvPr/>
        </p:nvSpPr>
        <p:spPr>
          <a:xfrm>
            <a:off x="9464040" y="914400"/>
            <a:ext cx="2468880" cy="20116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ángulo agudo entre diafragma y pared se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borra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59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755586" y="91440"/>
            <a:ext cx="72715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OCUPACIÓN DEL SENO COSTOFRÉNICO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3/8</a:t>
            </a:r>
            <a:endParaRPr lang="es-AR" sz="13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58952" y="3193344"/>
            <a:ext cx="1536192" cy="1614308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42418" y="1490199"/>
            <a:ext cx="1285941" cy="2273461"/>
            <a:chOff x="942418" y="1490199"/>
            <a:chExt cx="1285941" cy="2273461"/>
          </a:xfrm>
        </p:grpSpPr>
        <p:sp>
          <p:nvSpPr>
            <p:cNvPr id="17" name="Forma 16"/>
            <p:cNvSpPr/>
            <p:nvPr/>
          </p:nvSpPr>
          <p:spPr>
            <a:xfrm>
              <a:off x="942418" y="1490199"/>
              <a:ext cx="1285941" cy="2273461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29483" y="1713310"/>
              <a:ext cx="1005057" cy="1627510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73983" y="2480118"/>
              <a:ext cx="1080857" cy="952449"/>
            </a:xfrm>
            <a:custGeom>
              <a:avLst/>
              <a:gdLst/>
              <a:ahLst/>
              <a:cxnLst/>
              <a:rect l="0" t="0" r="r" b="b"/>
              <a:pathLst>
                <a:path w="2364" h="2125" fill="none">
                  <a:moveTo>
                    <a:pt x="0" y="115"/>
                  </a:moveTo>
                  <a:lnTo>
                    <a:pt x="166" y="128"/>
                  </a:lnTo>
                  <a:lnTo>
                    <a:pt x="373" y="143"/>
                  </a:lnTo>
                  <a:lnTo>
                    <a:pt x="582" y="155"/>
                  </a:lnTo>
                  <a:lnTo>
                    <a:pt x="765" y="160"/>
                  </a:lnTo>
                  <a:lnTo>
                    <a:pt x="917" y="157"/>
                  </a:lnTo>
                  <a:lnTo>
                    <a:pt x="1055" y="148"/>
                  </a:lnTo>
                  <a:lnTo>
                    <a:pt x="1188" y="136"/>
                  </a:lnTo>
                  <a:lnTo>
                    <a:pt x="1325" y="120"/>
                  </a:lnTo>
                  <a:lnTo>
                    <a:pt x="1476" y="104"/>
                  </a:lnTo>
                  <a:lnTo>
                    <a:pt x="1656" y="85"/>
                  </a:lnTo>
                  <a:lnTo>
                    <a:pt x="1861" y="61"/>
                  </a:lnTo>
                  <a:lnTo>
                    <a:pt x="2064" y="36"/>
                  </a:lnTo>
                  <a:lnTo>
                    <a:pt x="2240" y="15"/>
                  </a:lnTo>
                  <a:lnTo>
                    <a:pt x="2364" y="0"/>
                  </a:lnTo>
                </a:path>
                <a:path w="2364" h="2125" fill="none">
                  <a:moveTo>
                    <a:pt x="60" y="2125"/>
                  </a:moveTo>
                  <a:lnTo>
                    <a:pt x="163" y="2026"/>
                  </a:lnTo>
                  <a:lnTo>
                    <a:pt x="317" y="1878"/>
                  </a:lnTo>
                  <a:lnTo>
                    <a:pt x="496" y="1706"/>
                  </a:lnTo>
                  <a:lnTo>
                    <a:pt x="681" y="1528"/>
                  </a:lnTo>
                  <a:lnTo>
                    <a:pt x="854" y="1362"/>
                  </a:lnTo>
                  <a:lnTo>
                    <a:pt x="1015" y="1203"/>
                  </a:lnTo>
                  <a:lnTo>
                    <a:pt x="1178" y="1041"/>
                  </a:lnTo>
                  <a:lnTo>
                    <a:pt x="1340" y="880"/>
                  </a:lnTo>
                  <a:lnTo>
                    <a:pt x="1499" y="729"/>
                  </a:lnTo>
                  <a:lnTo>
                    <a:pt x="1653" y="593"/>
                  </a:lnTo>
                  <a:lnTo>
                    <a:pt x="1812" y="470"/>
                  </a:lnTo>
                  <a:lnTo>
                    <a:pt x="1978" y="354"/>
                  </a:lnTo>
                  <a:lnTo>
                    <a:pt x="2135" y="251"/>
                  </a:lnTo>
                  <a:lnTo>
                    <a:pt x="2268" y="166"/>
                  </a:lnTo>
                  <a:lnTo>
                    <a:pt x="2364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42418" y="1490199"/>
            <a:ext cx="1285941" cy="2273461"/>
          </a:xfrm>
          <a:custGeom>
            <a:avLst/>
            <a:gdLst/>
            <a:ahLst/>
            <a:cxnLst/>
            <a:rect l="0" t="0" r="r" b="b"/>
            <a:pathLst>
              <a:path w="2812" h="5074" fill="none">
                <a:moveTo>
                  <a:pt x="306" y="5065"/>
                </a:moveTo>
                <a:lnTo>
                  <a:pt x="350" y="5030"/>
                </a:lnTo>
                <a:lnTo>
                  <a:pt x="404" y="4975"/>
                </a:lnTo>
                <a:lnTo>
                  <a:pt x="468" y="4907"/>
                </a:lnTo>
                <a:lnTo>
                  <a:pt x="469" y="4906"/>
                </a:lnTo>
                <a:lnTo>
                  <a:pt x="541" y="4833"/>
                </a:lnTo>
                <a:lnTo>
                  <a:pt x="544" y="4830"/>
                </a:lnTo>
                <a:lnTo>
                  <a:pt x="623" y="4758"/>
                </a:lnTo>
                <a:lnTo>
                  <a:pt x="629" y="4753"/>
                </a:lnTo>
                <a:lnTo>
                  <a:pt x="713" y="4689"/>
                </a:lnTo>
                <a:lnTo>
                  <a:pt x="719" y="4685"/>
                </a:lnTo>
                <a:lnTo>
                  <a:pt x="813" y="4625"/>
                </a:lnTo>
                <a:lnTo>
                  <a:pt x="816" y="4623"/>
                </a:lnTo>
                <a:lnTo>
                  <a:pt x="919" y="4562"/>
                </a:lnTo>
                <a:lnTo>
                  <a:pt x="922" y="4560"/>
                </a:lnTo>
                <a:lnTo>
                  <a:pt x="1032" y="4501"/>
                </a:lnTo>
                <a:lnTo>
                  <a:pt x="1036" y="4499"/>
                </a:lnTo>
                <a:lnTo>
                  <a:pt x="1148" y="4443"/>
                </a:lnTo>
                <a:lnTo>
                  <a:pt x="1153" y="4441"/>
                </a:lnTo>
                <a:lnTo>
                  <a:pt x="1266" y="4393"/>
                </a:lnTo>
                <a:lnTo>
                  <a:pt x="1273" y="4390"/>
                </a:lnTo>
                <a:lnTo>
                  <a:pt x="1381" y="4353"/>
                </a:lnTo>
                <a:lnTo>
                  <a:pt x="1390" y="4350"/>
                </a:lnTo>
                <a:lnTo>
                  <a:pt x="1496" y="4323"/>
                </a:lnTo>
                <a:lnTo>
                  <a:pt x="1504" y="4321"/>
                </a:lnTo>
                <a:lnTo>
                  <a:pt x="1610" y="4302"/>
                </a:lnTo>
                <a:lnTo>
                  <a:pt x="1619" y="4301"/>
                </a:lnTo>
                <a:lnTo>
                  <a:pt x="1724" y="4289"/>
                </a:lnTo>
                <a:lnTo>
                  <a:pt x="1732" y="4289"/>
                </a:lnTo>
                <a:lnTo>
                  <a:pt x="1836" y="4284"/>
                </a:lnTo>
                <a:lnTo>
                  <a:pt x="1843" y="4284"/>
                </a:lnTo>
                <a:lnTo>
                  <a:pt x="1945" y="4285"/>
                </a:lnTo>
                <a:lnTo>
                  <a:pt x="1951" y="4285"/>
                </a:lnTo>
                <a:lnTo>
                  <a:pt x="2049" y="4291"/>
                </a:lnTo>
                <a:lnTo>
                  <a:pt x="2059" y="4292"/>
                </a:lnTo>
                <a:lnTo>
                  <a:pt x="2155" y="4305"/>
                </a:lnTo>
                <a:lnTo>
                  <a:pt x="2165" y="4307"/>
                </a:lnTo>
                <a:lnTo>
                  <a:pt x="2261" y="4328"/>
                </a:lnTo>
                <a:lnTo>
                  <a:pt x="2268" y="4330"/>
                </a:lnTo>
                <a:lnTo>
                  <a:pt x="2361" y="4357"/>
                </a:lnTo>
                <a:lnTo>
                  <a:pt x="2366" y="4359"/>
                </a:lnTo>
                <a:lnTo>
                  <a:pt x="2455" y="4390"/>
                </a:lnTo>
                <a:lnTo>
                  <a:pt x="2458" y="4391"/>
                </a:lnTo>
                <a:lnTo>
                  <a:pt x="2542" y="4422"/>
                </a:lnTo>
                <a:lnTo>
                  <a:pt x="2543" y="4423"/>
                </a:lnTo>
                <a:lnTo>
                  <a:pt x="2618" y="4452"/>
                </a:lnTo>
                <a:lnTo>
                  <a:pt x="2625" y="4455"/>
                </a:lnTo>
                <a:lnTo>
                  <a:pt x="2632" y="4459"/>
                </a:lnTo>
                <a:lnTo>
                  <a:pt x="2702" y="4499"/>
                </a:lnTo>
                <a:lnTo>
                  <a:pt x="2709" y="4503"/>
                </a:lnTo>
                <a:lnTo>
                  <a:pt x="2715" y="4508"/>
                </a:lnTo>
                <a:lnTo>
                  <a:pt x="2781" y="4562"/>
                </a:lnTo>
                <a:lnTo>
                  <a:pt x="2784" y="4565"/>
                </a:lnTo>
                <a:lnTo>
                  <a:pt x="2812" y="4591"/>
                </a:lnTo>
                <a:lnTo>
                  <a:pt x="2812" y="4566"/>
                </a:lnTo>
                <a:lnTo>
                  <a:pt x="2808" y="4515"/>
                </a:lnTo>
                <a:lnTo>
                  <a:pt x="2808" y="4514"/>
                </a:lnTo>
                <a:lnTo>
                  <a:pt x="2795" y="4331"/>
                </a:lnTo>
                <a:lnTo>
                  <a:pt x="2795" y="4331"/>
                </a:lnTo>
                <a:lnTo>
                  <a:pt x="2786" y="4191"/>
                </a:lnTo>
                <a:lnTo>
                  <a:pt x="2774" y="4067"/>
                </a:lnTo>
                <a:lnTo>
                  <a:pt x="2773" y="4066"/>
                </a:lnTo>
                <a:lnTo>
                  <a:pt x="2761" y="3925"/>
                </a:lnTo>
                <a:lnTo>
                  <a:pt x="2761" y="3925"/>
                </a:lnTo>
                <a:lnTo>
                  <a:pt x="2752" y="3796"/>
                </a:lnTo>
                <a:lnTo>
                  <a:pt x="2740" y="3669"/>
                </a:lnTo>
                <a:lnTo>
                  <a:pt x="2728" y="3541"/>
                </a:lnTo>
                <a:lnTo>
                  <a:pt x="2715" y="3414"/>
                </a:lnTo>
                <a:lnTo>
                  <a:pt x="2703" y="3286"/>
                </a:lnTo>
                <a:lnTo>
                  <a:pt x="2703" y="3286"/>
                </a:lnTo>
                <a:lnTo>
                  <a:pt x="2690" y="3158"/>
                </a:lnTo>
                <a:lnTo>
                  <a:pt x="2690" y="3157"/>
                </a:lnTo>
                <a:lnTo>
                  <a:pt x="2679" y="3029"/>
                </a:lnTo>
                <a:lnTo>
                  <a:pt x="2679" y="3029"/>
                </a:lnTo>
                <a:lnTo>
                  <a:pt x="2668" y="2901"/>
                </a:lnTo>
                <a:lnTo>
                  <a:pt x="2657" y="2773"/>
                </a:lnTo>
                <a:lnTo>
                  <a:pt x="2646" y="2645"/>
                </a:lnTo>
                <a:lnTo>
                  <a:pt x="2633" y="2518"/>
                </a:lnTo>
                <a:lnTo>
                  <a:pt x="2622" y="2418"/>
                </a:lnTo>
                <a:lnTo>
                  <a:pt x="2609" y="2317"/>
                </a:lnTo>
                <a:lnTo>
                  <a:pt x="2581" y="2133"/>
                </a:lnTo>
                <a:lnTo>
                  <a:pt x="2550" y="1946"/>
                </a:lnTo>
                <a:lnTo>
                  <a:pt x="2517" y="1759"/>
                </a:lnTo>
                <a:lnTo>
                  <a:pt x="2483" y="1577"/>
                </a:lnTo>
                <a:lnTo>
                  <a:pt x="2447" y="1402"/>
                </a:lnTo>
                <a:lnTo>
                  <a:pt x="2409" y="1240"/>
                </a:lnTo>
                <a:lnTo>
                  <a:pt x="2369" y="1086"/>
                </a:lnTo>
                <a:lnTo>
                  <a:pt x="2327" y="940"/>
                </a:lnTo>
                <a:lnTo>
                  <a:pt x="2282" y="801"/>
                </a:lnTo>
                <a:lnTo>
                  <a:pt x="2237" y="671"/>
                </a:lnTo>
                <a:lnTo>
                  <a:pt x="2193" y="551"/>
                </a:lnTo>
                <a:lnTo>
                  <a:pt x="2150" y="444"/>
                </a:lnTo>
                <a:lnTo>
                  <a:pt x="2111" y="349"/>
                </a:lnTo>
                <a:lnTo>
                  <a:pt x="2073" y="266"/>
                </a:lnTo>
                <a:lnTo>
                  <a:pt x="2043" y="208"/>
                </a:lnTo>
                <a:lnTo>
                  <a:pt x="2013" y="163"/>
                </a:lnTo>
                <a:lnTo>
                  <a:pt x="1983" y="124"/>
                </a:lnTo>
                <a:lnTo>
                  <a:pt x="1953" y="91"/>
                </a:lnTo>
                <a:lnTo>
                  <a:pt x="1920" y="63"/>
                </a:lnTo>
                <a:lnTo>
                  <a:pt x="1886" y="39"/>
                </a:lnTo>
                <a:lnTo>
                  <a:pt x="1855" y="22"/>
                </a:lnTo>
                <a:lnTo>
                  <a:pt x="1827" y="10"/>
                </a:lnTo>
                <a:lnTo>
                  <a:pt x="1797" y="3"/>
                </a:lnTo>
                <a:lnTo>
                  <a:pt x="1762" y="0"/>
                </a:lnTo>
                <a:lnTo>
                  <a:pt x="1715" y="1"/>
                </a:lnTo>
                <a:lnTo>
                  <a:pt x="1655" y="10"/>
                </a:lnTo>
                <a:lnTo>
                  <a:pt x="1582" y="25"/>
                </a:lnTo>
                <a:lnTo>
                  <a:pt x="1501" y="48"/>
                </a:lnTo>
                <a:lnTo>
                  <a:pt x="1418" y="76"/>
                </a:lnTo>
                <a:lnTo>
                  <a:pt x="1336" y="108"/>
                </a:lnTo>
                <a:lnTo>
                  <a:pt x="1260" y="143"/>
                </a:lnTo>
                <a:lnTo>
                  <a:pt x="1187" y="183"/>
                </a:lnTo>
                <a:lnTo>
                  <a:pt x="1114" y="227"/>
                </a:lnTo>
                <a:lnTo>
                  <a:pt x="1042" y="276"/>
                </a:lnTo>
                <a:lnTo>
                  <a:pt x="972" y="330"/>
                </a:lnTo>
                <a:lnTo>
                  <a:pt x="905" y="387"/>
                </a:lnTo>
                <a:lnTo>
                  <a:pt x="839" y="448"/>
                </a:lnTo>
                <a:lnTo>
                  <a:pt x="777" y="512"/>
                </a:lnTo>
                <a:lnTo>
                  <a:pt x="716" y="581"/>
                </a:lnTo>
                <a:lnTo>
                  <a:pt x="658" y="654"/>
                </a:lnTo>
                <a:lnTo>
                  <a:pt x="602" y="730"/>
                </a:lnTo>
                <a:lnTo>
                  <a:pt x="548" y="810"/>
                </a:lnTo>
                <a:lnTo>
                  <a:pt x="496" y="893"/>
                </a:lnTo>
                <a:lnTo>
                  <a:pt x="447" y="980"/>
                </a:lnTo>
                <a:lnTo>
                  <a:pt x="400" y="1070"/>
                </a:lnTo>
                <a:lnTo>
                  <a:pt x="354" y="1164"/>
                </a:lnTo>
                <a:lnTo>
                  <a:pt x="312" y="1261"/>
                </a:lnTo>
                <a:lnTo>
                  <a:pt x="272" y="1360"/>
                </a:lnTo>
                <a:lnTo>
                  <a:pt x="236" y="1460"/>
                </a:lnTo>
                <a:lnTo>
                  <a:pt x="203" y="1564"/>
                </a:lnTo>
                <a:lnTo>
                  <a:pt x="173" y="1670"/>
                </a:lnTo>
                <a:lnTo>
                  <a:pt x="145" y="1779"/>
                </a:lnTo>
                <a:lnTo>
                  <a:pt x="121" y="1890"/>
                </a:lnTo>
                <a:lnTo>
                  <a:pt x="99" y="2002"/>
                </a:lnTo>
                <a:lnTo>
                  <a:pt x="79" y="2114"/>
                </a:lnTo>
                <a:lnTo>
                  <a:pt x="61" y="2227"/>
                </a:lnTo>
                <a:lnTo>
                  <a:pt x="46" y="2342"/>
                </a:lnTo>
                <a:lnTo>
                  <a:pt x="34" y="2457"/>
                </a:lnTo>
                <a:lnTo>
                  <a:pt x="23" y="2573"/>
                </a:lnTo>
                <a:lnTo>
                  <a:pt x="15" y="2690"/>
                </a:lnTo>
                <a:lnTo>
                  <a:pt x="8" y="2806"/>
                </a:lnTo>
                <a:lnTo>
                  <a:pt x="3" y="2921"/>
                </a:lnTo>
                <a:lnTo>
                  <a:pt x="0" y="3038"/>
                </a:lnTo>
                <a:lnTo>
                  <a:pt x="0" y="3154"/>
                </a:lnTo>
                <a:lnTo>
                  <a:pt x="0" y="3270"/>
                </a:lnTo>
                <a:lnTo>
                  <a:pt x="3" y="3385"/>
                </a:lnTo>
                <a:lnTo>
                  <a:pt x="8" y="3498"/>
                </a:lnTo>
                <a:lnTo>
                  <a:pt x="16" y="3611"/>
                </a:lnTo>
                <a:lnTo>
                  <a:pt x="25" y="3724"/>
                </a:lnTo>
                <a:lnTo>
                  <a:pt x="37" y="3836"/>
                </a:lnTo>
                <a:lnTo>
                  <a:pt x="50" y="3947"/>
                </a:lnTo>
                <a:lnTo>
                  <a:pt x="64" y="4054"/>
                </a:lnTo>
                <a:lnTo>
                  <a:pt x="79" y="4156"/>
                </a:lnTo>
                <a:lnTo>
                  <a:pt x="94" y="4253"/>
                </a:lnTo>
                <a:lnTo>
                  <a:pt x="111" y="4347"/>
                </a:lnTo>
                <a:lnTo>
                  <a:pt x="128" y="4437"/>
                </a:lnTo>
                <a:lnTo>
                  <a:pt x="146" y="4524"/>
                </a:lnTo>
                <a:lnTo>
                  <a:pt x="165" y="4608"/>
                </a:lnTo>
                <a:lnTo>
                  <a:pt x="184" y="4689"/>
                </a:lnTo>
                <a:lnTo>
                  <a:pt x="204" y="4770"/>
                </a:lnTo>
                <a:lnTo>
                  <a:pt x="223" y="4852"/>
                </a:lnTo>
                <a:lnTo>
                  <a:pt x="243" y="4930"/>
                </a:lnTo>
                <a:lnTo>
                  <a:pt x="263" y="4998"/>
                </a:lnTo>
                <a:lnTo>
                  <a:pt x="282" y="5052"/>
                </a:lnTo>
                <a:lnTo>
                  <a:pt x="293" y="5074"/>
                </a:lnTo>
                <a:lnTo>
                  <a:pt x="306" y="506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685913" y="1523235"/>
              <a:ext cx="1183065" cy="2227064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766012" y="1741793"/>
              <a:ext cx="924652" cy="1594296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17124" y="3191622"/>
            <a:ext cx="1413297" cy="1581363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Radiopacidad homogénea con borde superior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cóncavo hacia arriba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57" name="!!CurvaDamoiseau"/>
          <p:cNvSpPr/>
          <p:nvPr/>
        </p:nvSpPr>
        <p:spPr>
          <a:xfrm>
            <a:off x="5517124" y="3188491"/>
            <a:ext cx="1413297" cy="482803"/>
          </a:xfrm>
          <a:custGeom>
            <a:avLst/>
            <a:gdLst/>
            <a:ahLst/>
            <a:cxnLst/>
            <a:rect l="0" t="0" r="r" b="b"/>
            <a:pathLst>
              <a:path w="1545" h="528" fill="none">
                <a:moveTo>
                  <a:pt x="0" y="0"/>
                </a:moveTo>
                <a:lnTo>
                  <a:pt x="77" y="56"/>
                </a:lnTo>
                <a:lnTo>
                  <a:pt x="154" y="109"/>
                </a:lnTo>
                <a:lnTo>
                  <a:pt x="231" y="158"/>
                </a:lnTo>
                <a:lnTo>
                  <a:pt x="309" y="204"/>
                </a:lnTo>
                <a:lnTo>
                  <a:pt x="386" y="247"/>
                </a:lnTo>
                <a:lnTo>
                  <a:pt x="463" y="287"/>
                </a:lnTo>
                <a:lnTo>
                  <a:pt x="540" y="323"/>
                </a:lnTo>
                <a:lnTo>
                  <a:pt x="618" y="356"/>
                </a:lnTo>
                <a:lnTo>
                  <a:pt x="695" y="386"/>
                </a:lnTo>
                <a:lnTo>
                  <a:pt x="772" y="413"/>
                </a:lnTo>
                <a:lnTo>
                  <a:pt x="850" y="436"/>
                </a:lnTo>
                <a:lnTo>
                  <a:pt x="927" y="457"/>
                </a:lnTo>
                <a:lnTo>
                  <a:pt x="1004" y="475"/>
                </a:lnTo>
                <a:lnTo>
                  <a:pt x="1081" y="490"/>
                </a:lnTo>
                <a:lnTo>
                  <a:pt x="1159" y="502"/>
                </a:lnTo>
                <a:lnTo>
                  <a:pt x="1236" y="512"/>
                </a:lnTo>
                <a:lnTo>
                  <a:pt x="1313" y="519"/>
                </a:lnTo>
                <a:lnTo>
                  <a:pt x="1391" y="524"/>
                </a:lnTo>
                <a:lnTo>
                  <a:pt x="1468" y="527"/>
                </a:lnTo>
                <a:lnTo>
                  <a:pt x="1545" y="528"/>
                </a:lnTo>
              </a:path>
            </a:pathLst>
          </a:custGeom>
          <a:noFill/>
          <a:ln w="50800" cap="rnd">
            <a:solidFill>
              <a:srgbClr val="FFFF00"/>
            </a:solidFill>
            <a:round/>
          </a:ln>
        </p:spPr>
      </p:sp>
      <p:sp>
        <p:nvSpPr>
          <p:cNvPr id="58" name="Damoiseau texto"/>
          <p:cNvSpPr/>
          <p:nvPr/>
        </p:nvSpPr>
        <p:spPr>
          <a:xfrm>
            <a:off x="9464040" y="914400"/>
            <a:ext cx="2468880" cy="27432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7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 de Damoiseau</a:t>
            </a:r>
            <a:r>
              <a:rPr lang="es-AR" sz="17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(Ellis-Damoiseau): asciende desde el ángulo costovertebral, sube lateralmente y desciende hacia el mediastino.</a:t>
            </a:r>
            <a:endParaRPr lang="es-AR" sz="1700" dirty="0">
              <a:latin typeface="Mali"/>
            </a:endParaRPr>
          </a:p>
        </p:txBody>
      </p:sp>
      <p:sp>
        <p:nvSpPr>
          <p:cNvPr id="59" name="Clave Rx"/>
          <p:cNvSpPr/>
          <p:nvPr/>
        </p:nvSpPr>
        <p:spPr>
          <a:xfrm>
            <a:off x="9464040" y="3840480"/>
            <a:ext cx="246888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265829" y="91440"/>
            <a:ext cx="47612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DEL VOLUMEN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4/8</a:t>
            </a:r>
            <a:endParaRPr lang="es-AR" sz="13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9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9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58952" y="2680505"/>
            <a:ext cx="1536192" cy="2127148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19900" y="1490199"/>
            <a:ext cx="1171111" cy="1721814"/>
            <a:chOff x="1019900" y="1490199"/>
            <a:chExt cx="1171111" cy="1721814"/>
          </a:xfrm>
        </p:grpSpPr>
        <p:sp>
          <p:nvSpPr>
            <p:cNvPr id="17" name="Forma 16"/>
            <p:cNvSpPr/>
            <p:nvPr/>
          </p:nvSpPr>
          <p:spPr>
            <a:xfrm>
              <a:off x="1019900" y="1490199"/>
              <a:ext cx="1171111" cy="1721814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03464" y="1659173"/>
              <a:ext cx="931076" cy="1232601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49911" y="2239917"/>
              <a:ext cx="1003488" cy="720862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19900" y="1490199"/>
            <a:ext cx="1171111" cy="1721814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757196" y="1523235"/>
              <a:ext cx="1077422" cy="1686675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834075" y="1688760"/>
              <a:ext cx="856590" cy="1207446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17124" y="2689248"/>
            <a:ext cx="1413297" cy="2083737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comprimido se desplaza hacia el hilio y el ápice.</a:t>
            </a:r>
            <a:endParaRPr lang="es-AR" sz="2000" dirty="0">
              <a:latin typeface="Mali"/>
            </a:endParaRPr>
          </a:p>
        </p:txBody>
      </p:sp>
      <p:sp>
        <p:nvSpPr>
          <p:cNvPr id="57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opacidad es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homogénea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líquido borra la trama.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092742" y="91440"/>
            <a:ext cx="493436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COMPRESIÓN PULMONAR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5/8</a:t>
            </a:r>
            <a:endParaRPr lang="es-AR" sz="13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58952" y="2208486"/>
            <a:ext cx="1536192" cy="2599167"/>
          </a:xfrm>
          <a:custGeom>
            <a:avLst/>
            <a:gdLst/>
            <a:ahLst/>
            <a:cxnLst/>
            <a:rect l="0" t="0" r="r" b="b"/>
            <a:pathLst>
              <a:path w="5792" h="10000">
                <a:moveTo>
                  <a:pt x="598" y="289"/>
                </a:moveTo>
                <a:lnTo>
                  <a:pt x="520" y="538"/>
                </a:lnTo>
                <a:lnTo>
                  <a:pt x="448" y="792"/>
                </a:lnTo>
                <a:lnTo>
                  <a:pt x="382" y="1052"/>
                </a:lnTo>
                <a:lnTo>
                  <a:pt x="323" y="1319"/>
                </a:lnTo>
                <a:lnTo>
                  <a:pt x="269" y="1593"/>
                </a:lnTo>
                <a:lnTo>
                  <a:pt x="220" y="1870"/>
                </a:lnTo>
                <a:lnTo>
                  <a:pt x="177" y="2149"/>
                </a:lnTo>
                <a:lnTo>
                  <a:pt x="137" y="2430"/>
                </a:lnTo>
                <a:lnTo>
                  <a:pt x="103" y="2712"/>
                </a:lnTo>
                <a:lnTo>
                  <a:pt x="74" y="2998"/>
                </a:lnTo>
                <a:lnTo>
                  <a:pt x="49" y="3286"/>
                </a:lnTo>
                <a:lnTo>
                  <a:pt x="29" y="3576"/>
                </a:lnTo>
                <a:lnTo>
                  <a:pt x="13" y="3865"/>
                </a:lnTo>
                <a:lnTo>
                  <a:pt x="0" y="4154"/>
                </a:lnTo>
                <a:lnTo>
                  <a:pt x="0" y="5877"/>
                </a:lnTo>
                <a:lnTo>
                  <a:pt x="14" y="6159"/>
                </a:lnTo>
                <a:lnTo>
                  <a:pt x="33" y="6441"/>
                </a:lnTo>
                <a:lnTo>
                  <a:pt x="56" y="6721"/>
                </a:lnTo>
                <a:lnTo>
                  <a:pt x="81" y="6995"/>
                </a:lnTo>
                <a:lnTo>
                  <a:pt x="109" y="7261"/>
                </a:lnTo>
                <a:lnTo>
                  <a:pt x="137" y="7515"/>
                </a:lnTo>
                <a:lnTo>
                  <a:pt x="167" y="7758"/>
                </a:lnTo>
                <a:lnTo>
                  <a:pt x="200" y="7991"/>
                </a:lnTo>
                <a:lnTo>
                  <a:pt x="234" y="8216"/>
                </a:lnTo>
                <a:lnTo>
                  <a:pt x="270" y="8433"/>
                </a:lnTo>
                <a:lnTo>
                  <a:pt x="307" y="8642"/>
                </a:lnTo>
                <a:lnTo>
                  <a:pt x="344" y="8842"/>
                </a:lnTo>
                <a:lnTo>
                  <a:pt x="382" y="9044"/>
                </a:lnTo>
                <a:lnTo>
                  <a:pt x="420" y="9247"/>
                </a:lnTo>
                <a:lnTo>
                  <a:pt x="458" y="9442"/>
                </a:lnTo>
                <a:lnTo>
                  <a:pt x="499" y="9619"/>
                </a:lnTo>
                <a:lnTo>
                  <a:pt x="541" y="9768"/>
                </a:lnTo>
                <a:lnTo>
                  <a:pt x="586" y="9877"/>
                </a:lnTo>
                <a:lnTo>
                  <a:pt x="628" y="9947"/>
                </a:lnTo>
                <a:lnTo>
                  <a:pt x="666" y="9988"/>
                </a:lnTo>
                <a:lnTo>
                  <a:pt x="706" y="10000"/>
                </a:lnTo>
                <a:lnTo>
                  <a:pt x="754" y="9984"/>
                </a:lnTo>
                <a:lnTo>
                  <a:pt x="815" y="9943"/>
                </a:lnTo>
                <a:lnTo>
                  <a:pt x="896" y="9877"/>
                </a:lnTo>
                <a:lnTo>
                  <a:pt x="995" y="9774"/>
                </a:lnTo>
                <a:lnTo>
                  <a:pt x="1108" y="9630"/>
                </a:lnTo>
                <a:lnTo>
                  <a:pt x="1234" y="9461"/>
                </a:lnTo>
                <a:lnTo>
                  <a:pt x="1373" y="9280"/>
                </a:lnTo>
                <a:lnTo>
                  <a:pt x="1525" y="9104"/>
                </a:lnTo>
                <a:lnTo>
                  <a:pt x="1689" y="8946"/>
                </a:lnTo>
                <a:lnTo>
                  <a:pt x="1870" y="8798"/>
                </a:lnTo>
                <a:lnTo>
                  <a:pt x="2071" y="8647"/>
                </a:lnTo>
                <a:lnTo>
                  <a:pt x="2284" y="8500"/>
                </a:lnTo>
                <a:lnTo>
                  <a:pt x="2502" y="8364"/>
                </a:lnTo>
                <a:lnTo>
                  <a:pt x="2720" y="8245"/>
                </a:lnTo>
                <a:lnTo>
                  <a:pt x="2930" y="8153"/>
                </a:lnTo>
                <a:lnTo>
                  <a:pt x="3135" y="8086"/>
                </a:lnTo>
                <a:lnTo>
                  <a:pt x="3341" y="8039"/>
                </a:lnTo>
                <a:lnTo>
                  <a:pt x="3546" y="8011"/>
                </a:lnTo>
                <a:lnTo>
                  <a:pt x="3748" y="7998"/>
                </a:lnTo>
                <a:lnTo>
                  <a:pt x="3946" y="8000"/>
                </a:lnTo>
                <a:lnTo>
                  <a:pt x="4137" y="8015"/>
                </a:lnTo>
                <a:lnTo>
                  <a:pt x="4324" y="8047"/>
                </a:lnTo>
                <a:lnTo>
                  <a:pt x="4509" y="8100"/>
                </a:lnTo>
                <a:lnTo>
                  <a:pt x="4690" y="8168"/>
                </a:lnTo>
                <a:lnTo>
                  <a:pt x="4863" y="8243"/>
                </a:lnTo>
                <a:lnTo>
                  <a:pt x="5024" y="8321"/>
                </a:lnTo>
                <a:lnTo>
                  <a:pt x="5171" y="8394"/>
                </a:lnTo>
                <a:lnTo>
                  <a:pt x="5306" y="8492"/>
                </a:lnTo>
                <a:lnTo>
                  <a:pt x="5434" y="8627"/>
                </a:lnTo>
                <a:lnTo>
                  <a:pt x="5550" y="8763"/>
                </a:lnTo>
                <a:lnTo>
                  <a:pt x="5651" y="8867"/>
                </a:lnTo>
                <a:lnTo>
                  <a:pt x="5733" y="8905"/>
                </a:lnTo>
                <a:lnTo>
                  <a:pt x="5792" y="8842"/>
                </a:lnTo>
                <a:lnTo>
                  <a:pt x="5792" y="7848"/>
                </a:lnTo>
                <a:lnTo>
                  <a:pt x="5776" y="7641"/>
                </a:lnTo>
                <a:lnTo>
                  <a:pt x="5746" y="7259"/>
                </a:lnTo>
                <a:lnTo>
                  <a:pt x="5723" y="6912"/>
                </a:lnTo>
                <a:lnTo>
                  <a:pt x="5704" y="6594"/>
                </a:lnTo>
                <a:lnTo>
                  <a:pt x="5682" y="6277"/>
                </a:lnTo>
                <a:lnTo>
                  <a:pt x="5658" y="5961"/>
                </a:lnTo>
                <a:lnTo>
                  <a:pt x="5633" y="5646"/>
                </a:lnTo>
                <a:lnTo>
                  <a:pt x="5608" y="5331"/>
                </a:lnTo>
                <a:lnTo>
                  <a:pt x="5585" y="5015"/>
                </a:lnTo>
                <a:lnTo>
                  <a:pt x="5562" y="4699"/>
                </a:lnTo>
                <a:lnTo>
                  <a:pt x="5541" y="4383"/>
                </a:lnTo>
                <a:lnTo>
                  <a:pt x="5520" y="4067"/>
                </a:lnTo>
                <a:lnTo>
                  <a:pt x="5498" y="3751"/>
                </a:lnTo>
                <a:lnTo>
                  <a:pt x="5474" y="3435"/>
                </a:lnTo>
                <a:lnTo>
                  <a:pt x="5447" y="3119"/>
                </a:lnTo>
                <a:lnTo>
                  <a:pt x="5418" y="2803"/>
                </a:lnTo>
                <a:lnTo>
                  <a:pt x="5388" y="2486"/>
                </a:lnTo>
                <a:lnTo>
                  <a:pt x="5356" y="2169"/>
                </a:lnTo>
                <a:lnTo>
                  <a:pt x="5322" y="1852"/>
                </a:lnTo>
                <a:lnTo>
                  <a:pt x="5283" y="1537"/>
                </a:lnTo>
                <a:lnTo>
                  <a:pt x="5267" y="1418"/>
                </a:lnTo>
                <a:lnTo>
                  <a:pt x="5212" y="1416"/>
                </a:lnTo>
                <a:lnTo>
                  <a:pt x="5068" y="1408"/>
                </a:lnTo>
                <a:lnTo>
                  <a:pt x="4923" y="1399"/>
                </a:lnTo>
                <a:lnTo>
                  <a:pt x="4778" y="1387"/>
                </a:lnTo>
                <a:lnTo>
                  <a:pt x="4633" y="1373"/>
                </a:lnTo>
                <a:lnTo>
                  <a:pt x="4488" y="1357"/>
                </a:lnTo>
                <a:lnTo>
                  <a:pt x="4344" y="1338"/>
                </a:lnTo>
                <a:lnTo>
                  <a:pt x="4199" y="1317"/>
                </a:lnTo>
                <a:lnTo>
                  <a:pt x="4054" y="1294"/>
                </a:lnTo>
                <a:lnTo>
                  <a:pt x="3909" y="1268"/>
                </a:lnTo>
                <a:lnTo>
                  <a:pt x="3764" y="1239"/>
                </a:lnTo>
                <a:lnTo>
                  <a:pt x="3620" y="1209"/>
                </a:lnTo>
                <a:lnTo>
                  <a:pt x="3475" y="1175"/>
                </a:lnTo>
                <a:lnTo>
                  <a:pt x="3330" y="1139"/>
                </a:lnTo>
                <a:lnTo>
                  <a:pt x="3314" y="1135"/>
                </a:lnTo>
                <a:lnTo>
                  <a:pt x="3166" y="1166"/>
                </a:lnTo>
                <a:lnTo>
                  <a:pt x="3156" y="1168"/>
                </a:lnTo>
                <a:lnTo>
                  <a:pt x="2991" y="1210"/>
                </a:lnTo>
                <a:lnTo>
                  <a:pt x="2984" y="1212"/>
                </a:lnTo>
                <a:lnTo>
                  <a:pt x="2818" y="1261"/>
                </a:lnTo>
                <a:lnTo>
                  <a:pt x="2813" y="1263"/>
                </a:lnTo>
                <a:lnTo>
                  <a:pt x="2651" y="1315"/>
                </a:lnTo>
                <a:lnTo>
                  <a:pt x="2647" y="1317"/>
                </a:lnTo>
                <a:lnTo>
                  <a:pt x="2494" y="1371"/>
                </a:lnTo>
                <a:lnTo>
                  <a:pt x="2490" y="1372"/>
                </a:lnTo>
                <a:lnTo>
                  <a:pt x="2353" y="1425"/>
                </a:lnTo>
                <a:lnTo>
                  <a:pt x="2345" y="1429"/>
                </a:lnTo>
                <a:lnTo>
                  <a:pt x="2221" y="1485"/>
                </a:lnTo>
                <a:lnTo>
                  <a:pt x="2213" y="1489"/>
                </a:lnTo>
                <a:lnTo>
                  <a:pt x="2098" y="1552"/>
                </a:lnTo>
                <a:lnTo>
                  <a:pt x="2094" y="1554"/>
                </a:lnTo>
                <a:lnTo>
                  <a:pt x="1989" y="1619"/>
                </a:lnTo>
                <a:lnTo>
                  <a:pt x="1987" y="1620"/>
                </a:lnTo>
                <a:lnTo>
                  <a:pt x="1892" y="1680"/>
                </a:lnTo>
                <a:lnTo>
                  <a:pt x="1892" y="1680"/>
                </a:lnTo>
                <a:lnTo>
                  <a:pt x="1811" y="1729"/>
                </a:lnTo>
                <a:lnTo>
                  <a:pt x="1809" y="1730"/>
                </a:lnTo>
                <a:lnTo>
                  <a:pt x="1744" y="1762"/>
                </a:lnTo>
                <a:lnTo>
                  <a:pt x="1741" y="1763"/>
                </a:lnTo>
                <a:lnTo>
                  <a:pt x="1722" y="1770"/>
                </a:lnTo>
                <a:lnTo>
                  <a:pt x="1719" y="1771"/>
                </a:lnTo>
                <a:lnTo>
                  <a:pt x="1715" y="1772"/>
                </a:lnTo>
                <a:lnTo>
                  <a:pt x="1712" y="1772"/>
                </a:lnTo>
                <a:lnTo>
                  <a:pt x="1708" y="1773"/>
                </a:lnTo>
                <a:lnTo>
                  <a:pt x="1705" y="1772"/>
                </a:lnTo>
                <a:lnTo>
                  <a:pt x="1701" y="1772"/>
                </a:lnTo>
                <a:lnTo>
                  <a:pt x="1698" y="1770"/>
                </a:lnTo>
                <a:lnTo>
                  <a:pt x="1695" y="1769"/>
                </a:lnTo>
                <a:lnTo>
                  <a:pt x="1692" y="1767"/>
                </a:lnTo>
                <a:lnTo>
                  <a:pt x="1689" y="1765"/>
                </a:lnTo>
                <a:lnTo>
                  <a:pt x="1686" y="1763"/>
                </a:lnTo>
                <a:lnTo>
                  <a:pt x="1684" y="1761"/>
                </a:lnTo>
                <a:lnTo>
                  <a:pt x="1667" y="1742"/>
                </a:lnTo>
                <a:lnTo>
                  <a:pt x="1666" y="1740"/>
                </a:lnTo>
                <a:lnTo>
                  <a:pt x="1664" y="1737"/>
                </a:lnTo>
                <a:lnTo>
                  <a:pt x="1635" y="1689"/>
                </a:lnTo>
                <a:lnTo>
                  <a:pt x="1634" y="1686"/>
                </a:lnTo>
                <a:lnTo>
                  <a:pt x="1604" y="1625"/>
                </a:lnTo>
                <a:lnTo>
                  <a:pt x="1603" y="1624"/>
                </a:lnTo>
                <a:lnTo>
                  <a:pt x="1574" y="1555"/>
                </a:lnTo>
                <a:lnTo>
                  <a:pt x="1574" y="1554"/>
                </a:lnTo>
                <a:lnTo>
                  <a:pt x="1545" y="1481"/>
                </a:lnTo>
                <a:lnTo>
                  <a:pt x="1517" y="1409"/>
                </a:lnTo>
                <a:lnTo>
                  <a:pt x="1489" y="1337"/>
                </a:lnTo>
                <a:lnTo>
                  <a:pt x="1488" y="1337"/>
                </a:lnTo>
                <a:lnTo>
                  <a:pt x="1461" y="1262"/>
                </a:lnTo>
                <a:lnTo>
                  <a:pt x="1460" y="1262"/>
                </a:lnTo>
                <a:lnTo>
                  <a:pt x="1433" y="1185"/>
                </a:lnTo>
                <a:lnTo>
                  <a:pt x="1433" y="1184"/>
                </a:lnTo>
                <a:lnTo>
                  <a:pt x="1407" y="1104"/>
                </a:lnTo>
                <a:lnTo>
                  <a:pt x="1407" y="1103"/>
                </a:lnTo>
                <a:lnTo>
                  <a:pt x="1382" y="1020"/>
                </a:lnTo>
                <a:lnTo>
                  <a:pt x="1382" y="1019"/>
                </a:lnTo>
                <a:lnTo>
                  <a:pt x="1359" y="932"/>
                </a:lnTo>
                <a:lnTo>
                  <a:pt x="1359" y="932"/>
                </a:lnTo>
                <a:lnTo>
                  <a:pt x="1338" y="841"/>
                </a:lnTo>
                <a:lnTo>
                  <a:pt x="1337" y="840"/>
                </a:lnTo>
                <a:lnTo>
                  <a:pt x="1317" y="746"/>
                </a:lnTo>
                <a:lnTo>
                  <a:pt x="1316" y="745"/>
                </a:lnTo>
                <a:lnTo>
                  <a:pt x="1297" y="647"/>
                </a:lnTo>
                <a:lnTo>
                  <a:pt x="1297" y="646"/>
                </a:lnTo>
                <a:lnTo>
                  <a:pt x="1280" y="546"/>
                </a:lnTo>
                <a:lnTo>
                  <a:pt x="1279" y="545"/>
                </a:lnTo>
                <a:lnTo>
                  <a:pt x="1265" y="445"/>
                </a:lnTo>
                <a:lnTo>
                  <a:pt x="1265" y="444"/>
                </a:lnTo>
                <a:lnTo>
                  <a:pt x="1254" y="344"/>
                </a:lnTo>
                <a:lnTo>
                  <a:pt x="1254" y="343"/>
                </a:lnTo>
                <a:lnTo>
                  <a:pt x="1252" y="318"/>
                </a:lnTo>
                <a:lnTo>
                  <a:pt x="1158" y="267"/>
                </a:lnTo>
                <a:lnTo>
                  <a:pt x="1013" y="186"/>
                </a:lnTo>
                <a:lnTo>
                  <a:pt x="868" y="102"/>
                </a:lnTo>
                <a:lnTo>
                  <a:pt x="724" y="14"/>
                </a:lnTo>
                <a:lnTo>
                  <a:pt x="700" y="0"/>
                </a:lnTo>
                <a:lnTo>
                  <a:pt x="683" y="45"/>
                </a:lnTo>
                <a:lnTo>
                  <a:pt x="598" y="289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97381" y="1490199"/>
            <a:ext cx="1036557" cy="1170168"/>
            <a:chOff x="1097381" y="1490199"/>
            <a:chExt cx="1036557" cy="1170168"/>
          </a:xfrm>
        </p:grpSpPr>
        <p:sp>
          <p:nvSpPr>
            <p:cNvPr id="17" name="Forma 16"/>
            <p:cNvSpPr/>
            <p:nvPr/>
          </p:nvSpPr>
          <p:spPr>
            <a:xfrm>
              <a:off x="1097381" y="1490199"/>
              <a:ext cx="1036557" cy="1170168"/>
            </a:xfrm>
            <a:custGeom>
              <a:avLst/>
              <a:gdLst/>
              <a:ahLst/>
              <a:cxnLst/>
              <a:rect l="0" t="0" r="r" b="b"/>
              <a:pathLst>
                <a:path w="8681" h="10000">
                  <a:moveTo>
                    <a:pt x="1007" y="9983"/>
                  </a:moveTo>
                  <a:lnTo>
                    <a:pt x="1150" y="9913"/>
                  </a:lnTo>
                  <a:lnTo>
                    <a:pt x="1329" y="9806"/>
                  </a:lnTo>
                  <a:lnTo>
                    <a:pt x="1540" y="9672"/>
                  </a:lnTo>
                  <a:lnTo>
                    <a:pt x="1543" y="9670"/>
                  </a:lnTo>
                  <a:lnTo>
                    <a:pt x="1779" y="9526"/>
                  </a:lnTo>
                  <a:lnTo>
                    <a:pt x="1790" y="9520"/>
                  </a:lnTo>
                  <a:lnTo>
                    <a:pt x="2047" y="9379"/>
                  </a:lnTo>
                  <a:lnTo>
                    <a:pt x="2067" y="9368"/>
                  </a:lnTo>
                  <a:lnTo>
                    <a:pt x="2344" y="9242"/>
                  </a:lnTo>
                  <a:lnTo>
                    <a:pt x="2364" y="9234"/>
                  </a:lnTo>
                  <a:lnTo>
                    <a:pt x="2671" y="9116"/>
                  </a:lnTo>
                  <a:lnTo>
                    <a:pt x="2681" y="9112"/>
                  </a:lnTo>
                  <a:lnTo>
                    <a:pt x="3020" y="8992"/>
                  </a:lnTo>
                  <a:lnTo>
                    <a:pt x="3031" y="8988"/>
                  </a:lnTo>
                  <a:lnTo>
                    <a:pt x="3391" y="8870"/>
                  </a:lnTo>
                  <a:lnTo>
                    <a:pt x="3404" y="8866"/>
                  </a:lnTo>
                  <a:lnTo>
                    <a:pt x="3774" y="8758"/>
                  </a:lnTo>
                  <a:lnTo>
                    <a:pt x="3791" y="8753"/>
                  </a:lnTo>
                  <a:lnTo>
                    <a:pt x="4159" y="8659"/>
                  </a:lnTo>
                  <a:lnTo>
                    <a:pt x="4183" y="8653"/>
                  </a:lnTo>
                  <a:lnTo>
                    <a:pt x="4538" y="8579"/>
                  </a:lnTo>
                  <a:lnTo>
                    <a:pt x="4568" y="8574"/>
                  </a:lnTo>
                  <a:lnTo>
                    <a:pt x="4915" y="8520"/>
                  </a:lnTo>
                  <a:lnTo>
                    <a:pt x="4944" y="8517"/>
                  </a:lnTo>
                  <a:lnTo>
                    <a:pt x="5293" y="8479"/>
                  </a:lnTo>
                  <a:lnTo>
                    <a:pt x="5319" y="8477"/>
                  </a:lnTo>
                  <a:lnTo>
                    <a:pt x="5667" y="8454"/>
                  </a:lnTo>
                  <a:lnTo>
                    <a:pt x="5691" y="8453"/>
                  </a:lnTo>
                  <a:lnTo>
                    <a:pt x="6034" y="8443"/>
                  </a:lnTo>
                  <a:lnTo>
                    <a:pt x="6057" y="8443"/>
                  </a:lnTo>
                  <a:lnTo>
                    <a:pt x="6391" y="8445"/>
                  </a:lnTo>
                  <a:lnTo>
                    <a:pt x="6412" y="8445"/>
                  </a:lnTo>
                  <a:lnTo>
                    <a:pt x="6735" y="8457"/>
                  </a:lnTo>
                  <a:lnTo>
                    <a:pt x="6765" y="8458"/>
                  </a:lnTo>
                  <a:lnTo>
                    <a:pt x="7082" y="8484"/>
                  </a:lnTo>
                  <a:lnTo>
                    <a:pt x="7115" y="8488"/>
                  </a:lnTo>
                  <a:lnTo>
                    <a:pt x="7429" y="8530"/>
                  </a:lnTo>
                  <a:lnTo>
                    <a:pt x="7453" y="8534"/>
                  </a:lnTo>
                  <a:lnTo>
                    <a:pt x="7760" y="8588"/>
                  </a:lnTo>
                  <a:lnTo>
                    <a:pt x="7776" y="8591"/>
                  </a:lnTo>
                  <a:lnTo>
                    <a:pt x="8069" y="8651"/>
                  </a:lnTo>
                  <a:lnTo>
                    <a:pt x="8079" y="8654"/>
                  </a:lnTo>
                  <a:lnTo>
                    <a:pt x="8352" y="8716"/>
                  </a:lnTo>
                  <a:lnTo>
                    <a:pt x="8356" y="8717"/>
                  </a:lnTo>
                  <a:lnTo>
                    <a:pt x="8604" y="8775"/>
                  </a:lnTo>
                  <a:lnTo>
                    <a:pt x="8627" y="8781"/>
                  </a:lnTo>
                  <a:lnTo>
                    <a:pt x="8649" y="8788"/>
                  </a:lnTo>
                  <a:lnTo>
                    <a:pt x="8681" y="8799"/>
                  </a:lnTo>
                  <a:lnTo>
                    <a:pt x="8585" y="8167"/>
                  </a:lnTo>
                  <a:lnTo>
                    <a:pt x="8468" y="7451"/>
                  </a:lnTo>
                  <a:lnTo>
                    <a:pt x="8343" y="6737"/>
                  </a:lnTo>
                  <a:lnTo>
                    <a:pt x="8210" y="6039"/>
                  </a:lnTo>
                  <a:lnTo>
                    <a:pt x="8072" y="5371"/>
                  </a:lnTo>
                  <a:lnTo>
                    <a:pt x="7928" y="4747"/>
                  </a:lnTo>
                  <a:lnTo>
                    <a:pt x="7775" y="4161"/>
                  </a:lnTo>
                  <a:lnTo>
                    <a:pt x="7612" y="3599"/>
                  </a:lnTo>
                  <a:lnTo>
                    <a:pt x="7442" y="3067"/>
                  </a:lnTo>
                  <a:lnTo>
                    <a:pt x="7271" y="2569"/>
                  </a:lnTo>
                  <a:lnTo>
                    <a:pt x="7101" y="2112"/>
                  </a:lnTo>
                  <a:lnTo>
                    <a:pt x="6938" y="1700"/>
                  </a:lnTo>
                  <a:lnTo>
                    <a:pt x="6785" y="1338"/>
                  </a:lnTo>
                  <a:lnTo>
                    <a:pt x="6640" y="1021"/>
                  </a:lnTo>
                  <a:lnTo>
                    <a:pt x="6499" y="746"/>
                  </a:lnTo>
                  <a:lnTo>
                    <a:pt x="6356" y="510"/>
                  </a:lnTo>
                  <a:lnTo>
                    <a:pt x="6206" y="307"/>
                  </a:lnTo>
                  <a:lnTo>
                    <a:pt x="6044" y="131"/>
                  </a:lnTo>
                  <a:lnTo>
                    <a:pt x="5906" y="6"/>
                  </a:lnTo>
                  <a:lnTo>
                    <a:pt x="5789" y="0"/>
                  </a:lnTo>
                  <a:lnTo>
                    <a:pt x="5637" y="3"/>
                  </a:lnTo>
                  <a:lnTo>
                    <a:pt x="5438" y="19"/>
                  </a:lnTo>
                  <a:lnTo>
                    <a:pt x="5198" y="51"/>
                  </a:lnTo>
                  <a:lnTo>
                    <a:pt x="4934" y="95"/>
                  </a:lnTo>
                  <a:lnTo>
                    <a:pt x="4660" y="150"/>
                  </a:lnTo>
                  <a:lnTo>
                    <a:pt x="4391" y="213"/>
                  </a:lnTo>
                  <a:lnTo>
                    <a:pt x="4140" y="283"/>
                  </a:lnTo>
                  <a:lnTo>
                    <a:pt x="3901" y="360"/>
                  </a:lnTo>
                  <a:lnTo>
                    <a:pt x="3662" y="448"/>
                  </a:lnTo>
                  <a:lnTo>
                    <a:pt x="3426" y="545"/>
                  </a:lnTo>
                  <a:lnTo>
                    <a:pt x="3196" y="650"/>
                  </a:lnTo>
                  <a:lnTo>
                    <a:pt x="2973" y="763"/>
                  </a:lnTo>
                  <a:lnTo>
                    <a:pt x="2759" y="883"/>
                  </a:lnTo>
                  <a:lnTo>
                    <a:pt x="2554" y="1010"/>
                  </a:lnTo>
                  <a:lnTo>
                    <a:pt x="2355" y="1145"/>
                  </a:lnTo>
                  <a:lnTo>
                    <a:pt x="2164" y="1289"/>
                  </a:lnTo>
                  <a:lnTo>
                    <a:pt x="1979" y="1440"/>
                  </a:lnTo>
                  <a:lnTo>
                    <a:pt x="1802" y="1597"/>
                  </a:lnTo>
                  <a:lnTo>
                    <a:pt x="1632" y="1761"/>
                  </a:lnTo>
                  <a:lnTo>
                    <a:pt x="1470" y="1932"/>
                  </a:lnTo>
                  <a:lnTo>
                    <a:pt x="1314" y="2110"/>
                  </a:lnTo>
                  <a:lnTo>
                    <a:pt x="1166" y="2295"/>
                  </a:lnTo>
                  <a:lnTo>
                    <a:pt x="1026" y="2485"/>
                  </a:lnTo>
                  <a:lnTo>
                    <a:pt x="896" y="2680"/>
                  </a:lnTo>
                  <a:lnTo>
                    <a:pt x="776" y="2879"/>
                  </a:lnTo>
                  <a:lnTo>
                    <a:pt x="667" y="3082"/>
                  </a:lnTo>
                  <a:lnTo>
                    <a:pt x="569" y="3292"/>
                  </a:lnTo>
                  <a:lnTo>
                    <a:pt x="479" y="3506"/>
                  </a:lnTo>
                  <a:lnTo>
                    <a:pt x="398" y="3725"/>
                  </a:lnTo>
                  <a:lnTo>
                    <a:pt x="325" y="3946"/>
                  </a:lnTo>
                  <a:lnTo>
                    <a:pt x="259" y="4167"/>
                  </a:lnTo>
                  <a:lnTo>
                    <a:pt x="202" y="4390"/>
                  </a:lnTo>
                  <a:lnTo>
                    <a:pt x="153" y="4615"/>
                  </a:lnTo>
                  <a:lnTo>
                    <a:pt x="112" y="4843"/>
                  </a:lnTo>
                  <a:lnTo>
                    <a:pt x="78" y="5072"/>
                  </a:lnTo>
                  <a:lnTo>
                    <a:pt x="50" y="5301"/>
                  </a:lnTo>
                  <a:lnTo>
                    <a:pt x="28" y="5530"/>
                  </a:lnTo>
                  <a:lnTo>
                    <a:pt x="12" y="5758"/>
                  </a:lnTo>
                  <a:lnTo>
                    <a:pt x="3" y="5987"/>
                  </a:lnTo>
                  <a:lnTo>
                    <a:pt x="0" y="6217"/>
                  </a:lnTo>
                  <a:lnTo>
                    <a:pt x="3" y="6445"/>
                  </a:lnTo>
                  <a:lnTo>
                    <a:pt x="12" y="6671"/>
                  </a:lnTo>
                  <a:lnTo>
                    <a:pt x="28" y="6894"/>
                  </a:lnTo>
                  <a:lnTo>
                    <a:pt x="52" y="7117"/>
                  </a:lnTo>
                  <a:lnTo>
                    <a:pt x="84" y="7340"/>
                  </a:lnTo>
                  <a:lnTo>
                    <a:pt x="122" y="7561"/>
                  </a:lnTo>
                  <a:lnTo>
                    <a:pt x="165" y="7779"/>
                  </a:lnTo>
                  <a:lnTo>
                    <a:pt x="212" y="7989"/>
                  </a:lnTo>
                  <a:lnTo>
                    <a:pt x="260" y="8191"/>
                  </a:lnTo>
                  <a:lnTo>
                    <a:pt x="310" y="8382"/>
                  </a:lnTo>
                  <a:lnTo>
                    <a:pt x="365" y="8567"/>
                  </a:lnTo>
                  <a:lnTo>
                    <a:pt x="422" y="8745"/>
                  </a:lnTo>
                  <a:lnTo>
                    <a:pt x="482" y="8916"/>
                  </a:lnTo>
                  <a:lnTo>
                    <a:pt x="544" y="9081"/>
                  </a:lnTo>
                  <a:lnTo>
                    <a:pt x="607" y="9241"/>
                  </a:lnTo>
                  <a:lnTo>
                    <a:pt x="670" y="9402"/>
                  </a:lnTo>
                  <a:lnTo>
                    <a:pt x="734" y="9563"/>
                  </a:lnTo>
                  <a:lnTo>
                    <a:pt x="798" y="9716"/>
                  </a:lnTo>
                  <a:lnTo>
                    <a:pt x="864" y="9851"/>
                  </a:lnTo>
                  <a:lnTo>
                    <a:pt x="928" y="9958"/>
                  </a:lnTo>
                  <a:lnTo>
                    <a:pt x="964" y="10000"/>
                  </a:lnTo>
                  <a:lnTo>
                    <a:pt x="100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78007" y="1605036"/>
              <a:ext cx="829778" cy="837692"/>
            </a:xfrm>
            <a:custGeom>
              <a:avLst/>
              <a:gdLst/>
              <a:ahLst/>
              <a:cxnLst/>
              <a:rect l="0" t="0" r="r" b="b"/>
              <a:pathLst>
                <a:path w="1814" h="1869" fill="none">
                  <a:moveTo>
                    <a:pt x="1800" y="862"/>
                  </a:moveTo>
                  <a:lnTo>
                    <a:pt x="1378" y="755"/>
                  </a:lnTo>
                  <a:lnTo>
                    <a:pt x="768" y="539"/>
                  </a:lnTo>
                  <a:lnTo>
                    <a:pt x="425" y="323"/>
                  </a:lnTo>
                </a:path>
                <a:path w="1814" h="1869" fill="none">
                  <a:moveTo>
                    <a:pt x="1378" y="755"/>
                  </a:moveTo>
                  <a:lnTo>
                    <a:pt x="1149" y="431"/>
                  </a:lnTo>
                  <a:lnTo>
                    <a:pt x="1035" y="71"/>
                  </a:lnTo>
                </a:path>
                <a:path w="1814" h="1869" fill="none">
                  <a:moveTo>
                    <a:pt x="1806" y="885"/>
                  </a:moveTo>
                  <a:lnTo>
                    <a:pt x="1149" y="934"/>
                  </a:lnTo>
                  <a:lnTo>
                    <a:pt x="387" y="934"/>
                  </a:lnTo>
                  <a:lnTo>
                    <a:pt x="6" y="970"/>
                  </a:lnTo>
                </a:path>
                <a:path w="1814" h="1869" fill="none">
                  <a:moveTo>
                    <a:pt x="1149" y="934"/>
                  </a:moveTo>
                  <a:lnTo>
                    <a:pt x="616" y="1186"/>
                  </a:lnTo>
                  <a:lnTo>
                    <a:pt x="197" y="1402"/>
                  </a:lnTo>
                </a:path>
                <a:path w="1814" h="1869" fill="none">
                  <a:moveTo>
                    <a:pt x="1814" y="916"/>
                  </a:moveTo>
                  <a:lnTo>
                    <a:pt x="1378" y="1186"/>
                  </a:lnTo>
                  <a:lnTo>
                    <a:pt x="920" y="1546"/>
                  </a:lnTo>
                  <a:lnTo>
                    <a:pt x="501" y="1833"/>
                  </a:lnTo>
                </a:path>
                <a:path w="1814" h="1869" fill="none">
                  <a:moveTo>
                    <a:pt x="1378" y="1186"/>
                  </a:moveTo>
                  <a:lnTo>
                    <a:pt x="1606" y="1546"/>
                  </a:lnTo>
                  <a:lnTo>
                    <a:pt x="1378" y="1869"/>
                  </a:lnTo>
                </a:path>
                <a:path w="1814" h="1869" fill="none">
                  <a:moveTo>
                    <a:pt x="920" y="1546"/>
                  </a:moveTo>
                  <a:lnTo>
                    <a:pt x="311" y="1725"/>
                  </a:lnTo>
                  <a:lnTo>
                    <a:pt x="6" y="1833"/>
                  </a:lnTo>
                </a:path>
                <a:path w="1814" h="1869" fill="none">
                  <a:moveTo>
                    <a:pt x="768" y="539"/>
                  </a:moveTo>
                  <a:lnTo>
                    <a:pt x="235" y="611"/>
                  </a:lnTo>
                  <a:lnTo>
                    <a:pt x="0" y="694"/>
                  </a:lnTo>
                </a:path>
                <a:path w="1814" h="1869" fill="none">
                  <a:moveTo>
                    <a:pt x="1149" y="431"/>
                  </a:moveTo>
                  <a:lnTo>
                    <a:pt x="692" y="215"/>
                  </a:lnTo>
                </a:path>
                <a:path w="1814" h="1869" fill="none">
                  <a:moveTo>
                    <a:pt x="616" y="1186"/>
                  </a:moveTo>
                  <a:lnTo>
                    <a:pt x="692" y="1438"/>
                  </a:lnTo>
                  <a:lnTo>
                    <a:pt x="463" y="1689"/>
                  </a:lnTo>
                </a:path>
                <a:path w="1814" h="1869" fill="none">
                  <a:moveTo>
                    <a:pt x="1702" y="539"/>
                  </a:moveTo>
                  <a:lnTo>
                    <a:pt x="1530" y="323"/>
                  </a:lnTo>
                  <a:lnTo>
                    <a:pt x="1378" y="0"/>
                  </a:lnTo>
                </a:path>
                <a:path w="1814" h="1869" fill="none">
                  <a:moveTo>
                    <a:pt x="387" y="934"/>
                  </a:moveTo>
                  <a:lnTo>
                    <a:pt x="158" y="115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25897" y="2001792"/>
              <a:ext cx="905048" cy="487402"/>
            </a:xfrm>
            <a:custGeom>
              <a:avLst/>
              <a:gdLst/>
              <a:ahLst/>
              <a:cxnLst/>
              <a:rect l="0" t="0" r="r" b="b"/>
              <a:pathLst>
                <a:path w="1979" h="1087" fill="none">
                  <a:moveTo>
                    <a:pt x="0" y="54"/>
                  </a:moveTo>
                  <a:lnTo>
                    <a:pt x="139" y="61"/>
                  </a:lnTo>
                  <a:lnTo>
                    <a:pt x="317" y="69"/>
                  </a:lnTo>
                  <a:lnTo>
                    <a:pt x="496" y="75"/>
                  </a:lnTo>
                  <a:lnTo>
                    <a:pt x="653" y="78"/>
                  </a:lnTo>
                  <a:lnTo>
                    <a:pt x="784" y="76"/>
                  </a:lnTo>
                  <a:lnTo>
                    <a:pt x="902" y="71"/>
                  </a:lnTo>
                  <a:lnTo>
                    <a:pt x="1016" y="65"/>
                  </a:lnTo>
                  <a:lnTo>
                    <a:pt x="1134" y="57"/>
                  </a:lnTo>
                  <a:lnTo>
                    <a:pt x="1263" y="49"/>
                  </a:lnTo>
                  <a:lnTo>
                    <a:pt x="1418" y="39"/>
                  </a:lnTo>
                  <a:lnTo>
                    <a:pt x="1593" y="26"/>
                  </a:lnTo>
                  <a:lnTo>
                    <a:pt x="1768" y="14"/>
                  </a:lnTo>
                  <a:lnTo>
                    <a:pt x="1919" y="3"/>
                  </a:lnTo>
                  <a:lnTo>
                    <a:pt x="1962" y="0"/>
                  </a:lnTo>
                </a:path>
                <a:path w="1979" h="1087" fill="none">
                  <a:moveTo>
                    <a:pt x="51" y="1087"/>
                  </a:moveTo>
                  <a:lnTo>
                    <a:pt x="137" y="1038"/>
                  </a:lnTo>
                  <a:lnTo>
                    <a:pt x="269" y="962"/>
                  </a:lnTo>
                  <a:lnTo>
                    <a:pt x="422" y="873"/>
                  </a:lnTo>
                  <a:lnTo>
                    <a:pt x="581" y="781"/>
                  </a:lnTo>
                  <a:lnTo>
                    <a:pt x="730" y="696"/>
                  </a:lnTo>
                  <a:lnTo>
                    <a:pt x="868" y="615"/>
                  </a:lnTo>
                  <a:lnTo>
                    <a:pt x="1008" y="531"/>
                  </a:lnTo>
                  <a:lnTo>
                    <a:pt x="1147" y="448"/>
                  </a:lnTo>
                  <a:lnTo>
                    <a:pt x="1283" y="370"/>
                  </a:lnTo>
                  <a:lnTo>
                    <a:pt x="1415" y="300"/>
                  </a:lnTo>
                  <a:lnTo>
                    <a:pt x="1552" y="237"/>
                  </a:lnTo>
                  <a:lnTo>
                    <a:pt x="1694" y="177"/>
                  </a:lnTo>
                  <a:lnTo>
                    <a:pt x="1829" y="124"/>
                  </a:lnTo>
                  <a:lnTo>
                    <a:pt x="1943" y="81"/>
                  </a:lnTo>
                  <a:lnTo>
                    <a:pt x="1979" y="6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97381" y="1490199"/>
            <a:ext cx="1036557" cy="1170168"/>
          </a:xfrm>
          <a:custGeom>
            <a:avLst/>
            <a:gdLst/>
            <a:ahLst/>
            <a:cxnLst/>
            <a:rect l="0" t="0" r="r" b="b"/>
            <a:pathLst>
              <a:path w="2267" h="2611" fill="none">
                <a:moveTo>
                  <a:pt x="263" y="2607"/>
                </a:moveTo>
                <a:lnTo>
                  <a:pt x="300" y="2589"/>
                </a:lnTo>
                <a:lnTo>
                  <a:pt x="347" y="2561"/>
                </a:lnTo>
                <a:lnTo>
                  <a:pt x="402" y="2526"/>
                </a:lnTo>
                <a:lnTo>
                  <a:pt x="403" y="2525"/>
                </a:lnTo>
                <a:lnTo>
                  <a:pt x="464" y="2487"/>
                </a:lnTo>
                <a:lnTo>
                  <a:pt x="467" y="2486"/>
                </a:lnTo>
                <a:lnTo>
                  <a:pt x="534" y="2449"/>
                </a:lnTo>
                <a:lnTo>
                  <a:pt x="540" y="2446"/>
                </a:lnTo>
                <a:lnTo>
                  <a:pt x="612" y="2413"/>
                </a:lnTo>
                <a:lnTo>
                  <a:pt x="617" y="2411"/>
                </a:lnTo>
                <a:lnTo>
                  <a:pt x="697" y="2380"/>
                </a:lnTo>
                <a:lnTo>
                  <a:pt x="700" y="2379"/>
                </a:lnTo>
                <a:lnTo>
                  <a:pt x="788" y="2348"/>
                </a:lnTo>
                <a:lnTo>
                  <a:pt x="791" y="2347"/>
                </a:lnTo>
                <a:lnTo>
                  <a:pt x="885" y="2316"/>
                </a:lnTo>
                <a:lnTo>
                  <a:pt x="889" y="2315"/>
                </a:lnTo>
                <a:lnTo>
                  <a:pt x="985" y="2287"/>
                </a:lnTo>
                <a:lnTo>
                  <a:pt x="990" y="2286"/>
                </a:lnTo>
                <a:lnTo>
                  <a:pt x="1086" y="2261"/>
                </a:lnTo>
                <a:lnTo>
                  <a:pt x="1092" y="2260"/>
                </a:lnTo>
                <a:lnTo>
                  <a:pt x="1185" y="2240"/>
                </a:lnTo>
                <a:lnTo>
                  <a:pt x="1193" y="2239"/>
                </a:lnTo>
                <a:lnTo>
                  <a:pt x="1283" y="2225"/>
                </a:lnTo>
                <a:lnTo>
                  <a:pt x="1291" y="2224"/>
                </a:lnTo>
                <a:lnTo>
                  <a:pt x="1382" y="2214"/>
                </a:lnTo>
                <a:lnTo>
                  <a:pt x="1389" y="2214"/>
                </a:lnTo>
                <a:lnTo>
                  <a:pt x="1480" y="2208"/>
                </a:lnTo>
                <a:lnTo>
                  <a:pt x="1486" y="2207"/>
                </a:lnTo>
                <a:lnTo>
                  <a:pt x="1575" y="2205"/>
                </a:lnTo>
                <a:lnTo>
                  <a:pt x="1581" y="2205"/>
                </a:lnTo>
                <a:lnTo>
                  <a:pt x="1669" y="2205"/>
                </a:lnTo>
                <a:lnTo>
                  <a:pt x="1674" y="2205"/>
                </a:lnTo>
                <a:lnTo>
                  <a:pt x="1758" y="2208"/>
                </a:lnTo>
                <a:lnTo>
                  <a:pt x="1766" y="2209"/>
                </a:lnTo>
                <a:lnTo>
                  <a:pt x="1849" y="2215"/>
                </a:lnTo>
                <a:lnTo>
                  <a:pt x="1858" y="2216"/>
                </a:lnTo>
                <a:lnTo>
                  <a:pt x="1940" y="2227"/>
                </a:lnTo>
                <a:lnTo>
                  <a:pt x="1946" y="2228"/>
                </a:lnTo>
                <a:lnTo>
                  <a:pt x="2026" y="2243"/>
                </a:lnTo>
                <a:lnTo>
                  <a:pt x="2030" y="2243"/>
                </a:lnTo>
                <a:lnTo>
                  <a:pt x="2107" y="2259"/>
                </a:lnTo>
                <a:lnTo>
                  <a:pt x="2110" y="2260"/>
                </a:lnTo>
                <a:lnTo>
                  <a:pt x="2181" y="2276"/>
                </a:lnTo>
                <a:lnTo>
                  <a:pt x="2182" y="2276"/>
                </a:lnTo>
                <a:lnTo>
                  <a:pt x="2247" y="2291"/>
                </a:lnTo>
                <a:lnTo>
                  <a:pt x="2253" y="2293"/>
                </a:lnTo>
                <a:lnTo>
                  <a:pt x="2259" y="2295"/>
                </a:lnTo>
                <a:lnTo>
                  <a:pt x="2267" y="2298"/>
                </a:lnTo>
                <a:lnTo>
                  <a:pt x="2242" y="2133"/>
                </a:lnTo>
                <a:lnTo>
                  <a:pt x="2211" y="1946"/>
                </a:lnTo>
                <a:lnTo>
                  <a:pt x="2179" y="1759"/>
                </a:lnTo>
                <a:lnTo>
                  <a:pt x="2144" y="1577"/>
                </a:lnTo>
                <a:lnTo>
                  <a:pt x="2108" y="1402"/>
                </a:lnTo>
                <a:lnTo>
                  <a:pt x="2070" y="1240"/>
                </a:lnTo>
                <a:lnTo>
                  <a:pt x="2030" y="1086"/>
                </a:lnTo>
                <a:lnTo>
                  <a:pt x="1988" y="940"/>
                </a:lnTo>
                <a:lnTo>
                  <a:pt x="1943" y="801"/>
                </a:lnTo>
                <a:lnTo>
                  <a:pt x="1898" y="671"/>
                </a:lnTo>
                <a:lnTo>
                  <a:pt x="1854" y="551"/>
                </a:lnTo>
                <a:lnTo>
                  <a:pt x="1812" y="444"/>
                </a:lnTo>
                <a:lnTo>
                  <a:pt x="1772" y="349"/>
                </a:lnTo>
                <a:lnTo>
                  <a:pt x="1734" y="266"/>
                </a:lnTo>
                <a:lnTo>
                  <a:pt x="1697" y="195"/>
                </a:lnTo>
                <a:lnTo>
                  <a:pt x="1659" y="133"/>
                </a:lnTo>
                <a:lnTo>
                  <a:pt x="1620" y="80"/>
                </a:lnTo>
                <a:lnTo>
                  <a:pt x="1578" y="34"/>
                </a:lnTo>
                <a:lnTo>
                  <a:pt x="1542" y="1"/>
                </a:lnTo>
                <a:lnTo>
                  <a:pt x="1512" y="0"/>
                </a:lnTo>
                <a:lnTo>
                  <a:pt x="1472" y="0"/>
                </a:lnTo>
                <a:lnTo>
                  <a:pt x="1420" y="5"/>
                </a:lnTo>
                <a:lnTo>
                  <a:pt x="1357" y="13"/>
                </a:lnTo>
                <a:lnTo>
                  <a:pt x="1288" y="24"/>
                </a:lnTo>
                <a:lnTo>
                  <a:pt x="1217" y="39"/>
                </a:lnTo>
                <a:lnTo>
                  <a:pt x="1146" y="55"/>
                </a:lnTo>
                <a:lnTo>
                  <a:pt x="1081" y="73"/>
                </a:lnTo>
                <a:lnTo>
                  <a:pt x="1018" y="94"/>
                </a:lnTo>
                <a:lnTo>
                  <a:pt x="956" y="117"/>
                </a:lnTo>
                <a:lnTo>
                  <a:pt x="894" y="142"/>
                </a:lnTo>
                <a:lnTo>
                  <a:pt x="834" y="170"/>
                </a:lnTo>
                <a:lnTo>
                  <a:pt x="776" y="199"/>
                </a:lnTo>
                <a:lnTo>
                  <a:pt x="720" y="230"/>
                </a:lnTo>
                <a:lnTo>
                  <a:pt x="667" y="263"/>
                </a:lnTo>
                <a:lnTo>
                  <a:pt x="615" y="299"/>
                </a:lnTo>
                <a:lnTo>
                  <a:pt x="565" y="336"/>
                </a:lnTo>
                <a:lnTo>
                  <a:pt x="517" y="376"/>
                </a:lnTo>
                <a:lnTo>
                  <a:pt x="470" y="417"/>
                </a:lnTo>
                <a:lnTo>
                  <a:pt x="426" y="460"/>
                </a:lnTo>
                <a:lnTo>
                  <a:pt x="383" y="504"/>
                </a:lnTo>
                <a:lnTo>
                  <a:pt x="343" y="551"/>
                </a:lnTo>
                <a:lnTo>
                  <a:pt x="304" y="599"/>
                </a:lnTo>
                <a:lnTo>
                  <a:pt x="268" y="649"/>
                </a:lnTo>
                <a:lnTo>
                  <a:pt x="234" y="700"/>
                </a:lnTo>
                <a:lnTo>
                  <a:pt x="202" y="751"/>
                </a:lnTo>
                <a:lnTo>
                  <a:pt x="174" y="805"/>
                </a:lnTo>
                <a:lnTo>
                  <a:pt x="148" y="859"/>
                </a:lnTo>
                <a:lnTo>
                  <a:pt x="125" y="915"/>
                </a:lnTo>
                <a:lnTo>
                  <a:pt x="104" y="972"/>
                </a:lnTo>
                <a:lnTo>
                  <a:pt x="85" y="1030"/>
                </a:lnTo>
                <a:lnTo>
                  <a:pt x="67" y="1088"/>
                </a:lnTo>
                <a:lnTo>
                  <a:pt x="52" y="1146"/>
                </a:lnTo>
                <a:lnTo>
                  <a:pt x="39" y="1205"/>
                </a:lnTo>
                <a:lnTo>
                  <a:pt x="29" y="1264"/>
                </a:lnTo>
                <a:lnTo>
                  <a:pt x="20" y="1324"/>
                </a:lnTo>
                <a:lnTo>
                  <a:pt x="13" y="1384"/>
                </a:lnTo>
                <a:lnTo>
                  <a:pt x="7" y="1444"/>
                </a:lnTo>
                <a:lnTo>
                  <a:pt x="3" y="1503"/>
                </a:lnTo>
                <a:lnTo>
                  <a:pt x="0" y="1563"/>
                </a:lnTo>
                <a:lnTo>
                  <a:pt x="0" y="1623"/>
                </a:lnTo>
                <a:lnTo>
                  <a:pt x="0" y="1683"/>
                </a:lnTo>
                <a:lnTo>
                  <a:pt x="3" y="1742"/>
                </a:lnTo>
                <a:lnTo>
                  <a:pt x="7" y="1800"/>
                </a:lnTo>
                <a:lnTo>
                  <a:pt x="13" y="1858"/>
                </a:lnTo>
                <a:lnTo>
                  <a:pt x="22" y="1916"/>
                </a:lnTo>
                <a:lnTo>
                  <a:pt x="32" y="1974"/>
                </a:lnTo>
                <a:lnTo>
                  <a:pt x="43" y="2031"/>
                </a:lnTo>
                <a:lnTo>
                  <a:pt x="55" y="2086"/>
                </a:lnTo>
                <a:lnTo>
                  <a:pt x="67" y="2139"/>
                </a:lnTo>
                <a:lnTo>
                  <a:pt x="81" y="2189"/>
                </a:lnTo>
                <a:lnTo>
                  <a:pt x="95" y="2237"/>
                </a:lnTo>
                <a:lnTo>
                  <a:pt x="110" y="2283"/>
                </a:lnTo>
                <a:lnTo>
                  <a:pt x="126" y="2328"/>
                </a:lnTo>
                <a:lnTo>
                  <a:pt x="142" y="2371"/>
                </a:lnTo>
                <a:lnTo>
                  <a:pt x="158" y="2413"/>
                </a:lnTo>
                <a:lnTo>
                  <a:pt x="175" y="2455"/>
                </a:lnTo>
                <a:lnTo>
                  <a:pt x="191" y="2497"/>
                </a:lnTo>
                <a:lnTo>
                  <a:pt x="208" y="2537"/>
                </a:lnTo>
                <a:lnTo>
                  <a:pt x="225" y="2572"/>
                </a:lnTo>
                <a:lnTo>
                  <a:pt x="242" y="2600"/>
                </a:lnTo>
                <a:lnTo>
                  <a:pt x="251" y="2611"/>
                </a:lnTo>
                <a:lnTo>
                  <a:pt x="263" y="260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828479" y="1523235"/>
              <a:ext cx="953632" cy="1146287"/>
            </a:xfrm>
            <a:custGeom>
              <a:avLst/>
              <a:gdLst/>
              <a:ahLst/>
              <a:cxnLst/>
              <a:rect l="0" t="0" r="r" b="b"/>
              <a:pathLst>
                <a:path w="8681" h="10000">
                  <a:moveTo>
                    <a:pt x="1007" y="9983"/>
                  </a:moveTo>
                  <a:lnTo>
                    <a:pt x="1150" y="9913"/>
                  </a:lnTo>
                  <a:lnTo>
                    <a:pt x="1329" y="9806"/>
                  </a:lnTo>
                  <a:lnTo>
                    <a:pt x="1540" y="9672"/>
                  </a:lnTo>
                  <a:lnTo>
                    <a:pt x="1543" y="9670"/>
                  </a:lnTo>
                  <a:lnTo>
                    <a:pt x="1779" y="9526"/>
                  </a:lnTo>
                  <a:lnTo>
                    <a:pt x="1790" y="9520"/>
                  </a:lnTo>
                  <a:lnTo>
                    <a:pt x="2047" y="9379"/>
                  </a:lnTo>
                  <a:lnTo>
                    <a:pt x="2067" y="9368"/>
                  </a:lnTo>
                  <a:lnTo>
                    <a:pt x="2344" y="9242"/>
                  </a:lnTo>
                  <a:lnTo>
                    <a:pt x="2364" y="9234"/>
                  </a:lnTo>
                  <a:lnTo>
                    <a:pt x="2671" y="9116"/>
                  </a:lnTo>
                  <a:lnTo>
                    <a:pt x="2681" y="9112"/>
                  </a:lnTo>
                  <a:lnTo>
                    <a:pt x="3020" y="8992"/>
                  </a:lnTo>
                  <a:lnTo>
                    <a:pt x="3031" y="8988"/>
                  </a:lnTo>
                  <a:lnTo>
                    <a:pt x="3391" y="8870"/>
                  </a:lnTo>
                  <a:lnTo>
                    <a:pt x="3404" y="8866"/>
                  </a:lnTo>
                  <a:lnTo>
                    <a:pt x="3774" y="8758"/>
                  </a:lnTo>
                  <a:lnTo>
                    <a:pt x="3791" y="8753"/>
                  </a:lnTo>
                  <a:lnTo>
                    <a:pt x="4159" y="8659"/>
                  </a:lnTo>
                  <a:lnTo>
                    <a:pt x="4183" y="8653"/>
                  </a:lnTo>
                  <a:lnTo>
                    <a:pt x="4538" y="8579"/>
                  </a:lnTo>
                  <a:lnTo>
                    <a:pt x="4568" y="8574"/>
                  </a:lnTo>
                  <a:lnTo>
                    <a:pt x="4915" y="8520"/>
                  </a:lnTo>
                  <a:lnTo>
                    <a:pt x="4944" y="8517"/>
                  </a:lnTo>
                  <a:lnTo>
                    <a:pt x="5293" y="8479"/>
                  </a:lnTo>
                  <a:lnTo>
                    <a:pt x="5319" y="8477"/>
                  </a:lnTo>
                  <a:lnTo>
                    <a:pt x="5667" y="8454"/>
                  </a:lnTo>
                  <a:lnTo>
                    <a:pt x="5691" y="8453"/>
                  </a:lnTo>
                  <a:lnTo>
                    <a:pt x="6034" y="8443"/>
                  </a:lnTo>
                  <a:lnTo>
                    <a:pt x="6057" y="8443"/>
                  </a:lnTo>
                  <a:lnTo>
                    <a:pt x="6391" y="8445"/>
                  </a:lnTo>
                  <a:lnTo>
                    <a:pt x="6412" y="8445"/>
                  </a:lnTo>
                  <a:lnTo>
                    <a:pt x="6735" y="8457"/>
                  </a:lnTo>
                  <a:lnTo>
                    <a:pt x="6765" y="8458"/>
                  </a:lnTo>
                  <a:lnTo>
                    <a:pt x="7082" y="8484"/>
                  </a:lnTo>
                  <a:lnTo>
                    <a:pt x="7115" y="8488"/>
                  </a:lnTo>
                  <a:lnTo>
                    <a:pt x="7429" y="8530"/>
                  </a:lnTo>
                  <a:lnTo>
                    <a:pt x="7453" y="8534"/>
                  </a:lnTo>
                  <a:lnTo>
                    <a:pt x="7760" y="8588"/>
                  </a:lnTo>
                  <a:lnTo>
                    <a:pt x="7776" y="8591"/>
                  </a:lnTo>
                  <a:lnTo>
                    <a:pt x="8069" y="8651"/>
                  </a:lnTo>
                  <a:lnTo>
                    <a:pt x="8079" y="8654"/>
                  </a:lnTo>
                  <a:lnTo>
                    <a:pt x="8352" y="8716"/>
                  </a:lnTo>
                  <a:lnTo>
                    <a:pt x="8356" y="8717"/>
                  </a:lnTo>
                  <a:lnTo>
                    <a:pt x="8604" y="8775"/>
                  </a:lnTo>
                  <a:lnTo>
                    <a:pt x="8627" y="8781"/>
                  </a:lnTo>
                  <a:lnTo>
                    <a:pt x="8649" y="8788"/>
                  </a:lnTo>
                  <a:lnTo>
                    <a:pt x="8681" y="8799"/>
                  </a:lnTo>
                  <a:lnTo>
                    <a:pt x="8585" y="8167"/>
                  </a:lnTo>
                  <a:lnTo>
                    <a:pt x="8468" y="7451"/>
                  </a:lnTo>
                  <a:lnTo>
                    <a:pt x="8343" y="6737"/>
                  </a:lnTo>
                  <a:lnTo>
                    <a:pt x="8210" y="6039"/>
                  </a:lnTo>
                  <a:lnTo>
                    <a:pt x="8072" y="5371"/>
                  </a:lnTo>
                  <a:lnTo>
                    <a:pt x="7928" y="4747"/>
                  </a:lnTo>
                  <a:lnTo>
                    <a:pt x="7775" y="4161"/>
                  </a:lnTo>
                  <a:lnTo>
                    <a:pt x="7612" y="3599"/>
                  </a:lnTo>
                  <a:lnTo>
                    <a:pt x="7442" y="3067"/>
                  </a:lnTo>
                  <a:lnTo>
                    <a:pt x="7271" y="2569"/>
                  </a:lnTo>
                  <a:lnTo>
                    <a:pt x="7101" y="2112"/>
                  </a:lnTo>
                  <a:lnTo>
                    <a:pt x="6938" y="1700"/>
                  </a:lnTo>
                  <a:lnTo>
                    <a:pt x="6785" y="1338"/>
                  </a:lnTo>
                  <a:lnTo>
                    <a:pt x="6640" y="1021"/>
                  </a:lnTo>
                  <a:lnTo>
                    <a:pt x="6499" y="746"/>
                  </a:lnTo>
                  <a:lnTo>
                    <a:pt x="6356" y="510"/>
                  </a:lnTo>
                  <a:lnTo>
                    <a:pt x="6206" y="307"/>
                  </a:lnTo>
                  <a:lnTo>
                    <a:pt x="6044" y="131"/>
                  </a:lnTo>
                  <a:lnTo>
                    <a:pt x="5906" y="6"/>
                  </a:lnTo>
                  <a:lnTo>
                    <a:pt x="5789" y="0"/>
                  </a:lnTo>
                  <a:lnTo>
                    <a:pt x="5637" y="3"/>
                  </a:lnTo>
                  <a:lnTo>
                    <a:pt x="5438" y="19"/>
                  </a:lnTo>
                  <a:lnTo>
                    <a:pt x="5198" y="51"/>
                  </a:lnTo>
                  <a:lnTo>
                    <a:pt x="4934" y="95"/>
                  </a:lnTo>
                  <a:lnTo>
                    <a:pt x="4660" y="150"/>
                  </a:lnTo>
                  <a:lnTo>
                    <a:pt x="4391" y="213"/>
                  </a:lnTo>
                  <a:lnTo>
                    <a:pt x="4140" y="283"/>
                  </a:lnTo>
                  <a:lnTo>
                    <a:pt x="3901" y="360"/>
                  </a:lnTo>
                  <a:lnTo>
                    <a:pt x="3662" y="448"/>
                  </a:lnTo>
                  <a:lnTo>
                    <a:pt x="3426" y="545"/>
                  </a:lnTo>
                  <a:lnTo>
                    <a:pt x="3196" y="650"/>
                  </a:lnTo>
                  <a:lnTo>
                    <a:pt x="2973" y="763"/>
                  </a:lnTo>
                  <a:lnTo>
                    <a:pt x="2759" y="883"/>
                  </a:lnTo>
                  <a:lnTo>
                    <a:pt x="2554" y="1010"/>
                  </a:lnTo>
                  <a:lnTo>
                    <a:pt x="2355" y="1145"/>
                  </a:lnTo>
                  <a:lnTo>
                    <a:pt x="2164" y="1289"/>
                  </a:lnTo>
                  <a:lnTo>
                    <a:pt x="1979" y="1440"/>
                  </a:lnTo>
                  <a:lnTo>
                    <a:pt x="1802" y="1597"/>
                  </a:lnTo>
                  <a:lnTo>
                    <a:pt x="1632" y="1761"/>
                  </a:lnTo>
                  <a:lnTo>
                    <a:pt x="1470" y="1932"/>
                  </a:lnTo>
                  <a:lnTo>
                    <a:pt x="1314" y="2110"/>
                  </a:lnTo>
                  <a:lnTo>
                    <a:pt x="1166" y="2295"/>
                  </a:lnTo>
                  <a:lnTo>
                    <a:pt x="1026" y="2485"/>
                  </a:lnTo>
                  <a:lnTo>
                    <a:pt x="896" y="2680"/>
                  </a:lnTo>
                  <a:lnTo>
                    <a:pt x="776" y="2879"/>
                  </a:lnTo>
                  <a:lnTo>
                    <a:pt x="667" y="3082"/>
                  </a:lnTo>
                  <a:lnTo>
                    <a:pt x="569" y="3292"/>
                  </a:lnTo>
                  <a:lnTo>
                    <a:pt x="479" y="3506"/>
                  </a:lnTo>
                  <a:lnTo>
                    <a:pt x="398" y="3725"/>
                  </a:lnTo>
                  <a:lnTo>
                    <a:pt x="325" y="3946"/>
                  </a:lnTo>
                  <a:lnTo>
                    <a:pt x="259" y="4167"/>
                  </a:lnTo>
                  <a:lnTo>
                    <a:pt x="202" y="4390"/>
                  </a:lnTo>
                  <a:lnTo>
                    <a:pt x="153" y="4615"/>
                  </a:lnTo>
                  <a:lnTo>
                    <a:pt x="112" y="4843"/>
                  </a:lnTo>
                  <a:lnTo>
                    <a:pt x="78" y="5072"/>
                  </a:lnTo>
                  <a:lnTo>
                    <a:pt x="50" y="5301"/>
                  </a:lnTo>
                  <a:lnTo>
                    <a:pt x="28" y="5530"/>
                  </a:lnTo>
                  <a:lnTo>
                    <a:pt x="12" y="5758"/>
                  </a:lnTo>
                  <a:lnTo>
                    <a:pt x="3" y="5987"/>
                  </a:lnTo>
                  <a:lnTo>
                    <a:pt x="0" y="6217"/>
                  </a:lnTo>
                  <a:lnTo>
                    <a:pt x="3" y="6445"/>
                  </a:lnTo>
                  <a:lnTo>
                    <a:pt x="12" y="6671"/>
                  </a:lnTo>
                  <a:lnTo>
                    <a:pt x="28" y="6894"/>
                  </a:lnTo>
                  <a:lnTo>
                    <a:pt x="52" y="7117"/>
                  </a:lnTo>
                  <a:lnTo>
                    <a:pt x="84" y="7340"/>
                  </a:lnTo>
                  <a:lnTo>
                    <a:pt x="122" y="7561"/>
                  </a:lnTo>
                  <a:lnTo>
                    <a:pt x="165" y="7779"/>
                  </a:lnTo>
                  <a:lnTo>
                    <a:pt x="212" y="7989"/>
                  </a:lnTo>
                  <a:lnTo>
                    <a:pt x="260" y="8191"/>
                  </a:lnTo>
                  <a:lnTo>
                    <a:pt x="310" y="8382"/>
                  </a:lnTo>
                  <a:lnTo>
                    <a:pt x="365" y="8567"/>
                  </a:lnTo>
                  <a:lnTo>
                    <a:pt x="422" y="8745"/>
                  </a:lnTo>
                  <a:lnTo>
                    <a:pt x="482" y="8916"/>
                  </a:lnTo>
                  <a:lnTo>
                    <a:pt x="544" y="9081"/>
                  </a:lnTo>
                  <a:lnTo>
                    <a:pt x="607" y="9241"/>
                  </a:lnTo>
                  <a:lnTo>
                    <a:pt x="670" y="9402"/>
                  </a:lnTo>
                  <a:lnTo>
                    <a:pt x="734" y="9563"/>
                  </a:lnTo>
                  <a:lnTo>
                    <a:pt x="798" y="9716"/>
                  </a:lnTo>
                  <a:lnTo>
                    <a:pt x="864" y="9851"/>
                  </a:lnTo>
                  <a:lnTo>
                    <a:pt x="928" y="9958"/>
                  </a:lnTo>
                  <a:lnTo>
                    <a:pt x="964" y="10000"/>
                  </a:lnTo>
                  <a:lnTo>
                    <a:pt x="100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902655" y="1635728"/>
              <a:ext cx="763396" cy="820596"/>
            </a:xfrm>
            <a:custGeom>
              <a:avLst/>
              <a:gdLst/>
              <a:ahLst/>
              <a:cxnLst/>
              <a:rect l="0" t="0" r="r" b="b"/>
              <a:pathLst>
                <a:path w="1814" h="1869" fill="none">
                  <a:moveTo>
                    <a:pt x="1800" y="862"/>
                  </a:moveTo>
                  <a:lnTo>
                    <a:pt x="1378" y="755"/>
                  </a:lnTo>
                  <a:lnTo>
                    <a:pt x="768" y="539"/>
                  </a:lnTo>
                  <a:lnTo>
                    <a:pt x="425" y="323"/>
                  </a:lnTo>
                </a:path>
                <a:path w="1814" h="1869" fill="none">
                  <a:moveTo>
                    <a:pt x="1378" y="755"/>
                  </a:moveTo>
                  <a:lnTo>
                    <a:pt x="1149" y="431"/>
                  </a:lnTo>
                  <a:lnTo>
                    <a:pt x="1035" y="71"/>
                  </a:lnTo>
                </a:path>
                <a:path w="1814" h="1869" fill="none">
                  <a:moveTo>
                    <a:pt x="1806" y="885"/>
                  </a:moveTo>
                  <a:lnTo>
                    <a:pt x="1149" y="934"/>
                  </a:lnTo>
                  <a:lnTo>
                    <a:pt x="387" y="934"/>
                  </a:lnTo>
                  <a:lnTo>
                    <a:pt x="6" y="970"/>
                  </a:lnTo>
                </a:path>
                <a:path w="1814" h="1869" fill="none">
                  <a:moveTo>
                    <a:pt x="1149" y="934"/>
                  </a:moveTo>
                  <a:lnTo>
                    <a:pt x="616" y="1186"/>
                  </a:lnTo>
                  <a:lnTo>
                    <a:pt x="197" y="1402"/>
                  </a:lnTo>
                </a:path>
                <a:path w="1814" h="1869" fill="none">
                  <a:moveTo>
                    <a:pt x="1814" y="916"/>
                  </a:moveTo>
                  <a:lnTo>
                    <a:pt x="1378" y="1186"/>
                  </a:lnTo>
                  <a:lnTo>
                    <a:pt x="920" y="1546"/>
                  </a:lnTo>
                  <a:lnTo>
                    <a:pt x="501" y="1833"/>
                  </a:lnTo>
                </a:path>
                <a:path w="1814" h="1869" fill="none">
                  <a:moveTo>
                    <a:pt x="1378" y="1186"/>
                  </a:moveTo>
                  <a:lnTo>
                    <a:pt x="1606" y="1546"/>
                  </a:lnTo>
                  <a:lnTo>
                    <a:pt x="1378" y="1869"/>
                  </a:lnTo>
                </a:path>
                <a:path w="1814" h="1869" fill="none">
                  <a:moveTo>
                    <a:pt x="920" y="1546"/>
                  </a:moveTo>
                  <a:lnTo>
                    <a:pt x="311" y="1725"/>
                  </a:lnTo>
                  <a:lnTo>
                    <a:pt x="6" y="1833"/>
                  </a:lnTo>
                </a:path>
                <a:path w="1814" h="1869" fill="none">
                  <a:moveTo>
                    <a:pt x="768" y="539"/>
                  </a:moveTo>
                  <a:lnTo>
                    <a:pt x="235" y="611"/>
                  </a:lnTo>
                  <a:lnTo>
                    <a:pt x="0" y="694"/>
                  </a:lnTo>
                </a:path>
                <a:path w="1814" h="1869" fill="none">
                  <a:moveTo>
                    <a:pt x="1149" y="431"/>
                  </a:moveTo>
                  <a:lnTo>
                    <a:pt x="692" y="215"/>
                  </a:lnTo>
                </a:path>
                <a:path w="1814" h="1869" fill="none">
                  <a:moveTo>
                    <a:pt x="616" y="1186"/>
                  </a:moveTo>
                  <a:lnTo>
                    <a:pt x="692" y="1438"/>
                  </a:lnTo>
                  <a:lnTo>
                    <a:pt x="463" y="1689"/>
                  </a:lnTo>
                </a:path>
                <a:path w="1814" h="1869" fill="none">
                  <a:moveTo>
                    <a:pt x="1702" y="539"/>
                  </a:moveTo>
                  <a:lnTo>
                    <a:pt x="1530" y="323"/>
                  </a:lnTo>
                  <a:lnTo>
                    <a:pt x="1378" y="0"/>
                  </a:lnTo>
                </a:path>
                <a:path w="1814" h="1869" fill="none">
                  <a:moveTo>
                    <a:pt x="387" y="934"/>
                  </a:moveTo>
                  <a:lnTo>
                    <a:pt x="158" y="115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17124" y="2226863"/>
            <a:ext cx="1413297" cy="2546122"/>
          </a:xfrm>
          <a:custGeom>
            <a:avLst/>
            <a:gdLst/>
            <a:ahLst/>
            <a:cxnLst/>
            <a:rect l="0" t="0" r="r" b="b"/>
            <a:pathLst>
              <a:path w="5792" h="10000">
                <a:moveTo>
                  <a:pt x="598" y="289"/>
                </a:moveTo>
                <a:lnTo>
                  <a:pt x="520" y="538"/>
                </a:lnTo>
                <a:lnTo>
                  <a:pt x="448" y="792"/>
                </a:lnTo>
                <a:lnTo>
                  <a:pt x="382" y="1052"/>
                </a:lnTo>
                <a:lnTo>
                  <a:pt x="323" y="1319"/>
                </a:lnTo>
                <a:lnTo>
                  <a:pt x="269" y="1593"/>
                </a:lnTo>
                <a:lnTo>
                  <a:pt x="220" y="1870"/>
                </a:lnTo>
                <a:lnTo>
                  <a:pt x="177" y="2149"/>
                </a:lnTo>
                <a:lnTo>
                  <a:pt x="137" y="2430"/>
                </a:lnTo>
                <a:lnTo>
                  <a:pt x="103" y="2712"/>
                </a:lnTo>
                <a:lnTo>
                  <a:pt x="74" y="2998"/>
                </a:lnTo>
                <a:lnTo>
                  <a:pt x="49" y="3286"/>
                </a:lnTo>
                <a:lnTo>
                  <a:pt x="29" y="3576"/>
                </a:lnTo>
                <a:lnTo>
                  <a:pt x="13" y="3865"/>
                </a:lnTo>
                <a:lnTo>
                  <a:pt x="0" y="4154"/>
                </a:lnTo>
                <a:lnTo>
                  <a:pt x="0" y="5877"/>
                </a:lnTo>
                <a:lnTo>
                  <a:pt x="14" y="6159"/>
                </a:lnTo>
                <a:lnTo>
                  <a:pt x="33" y="6441"/>
                </a:lnTo>
                <a:lnTo>
                  <a:pt x="56" y="6721"/>
                </a:lnTo>
                <a:lnTo>
                  <a:pt x="81" y="6995"/>
                </a:lnTo>
                <a:lnTo>
                  <a:pt x="109" y="7261"/>
                </a:lnTo>
                <a:lnTo>
                  <a:pt x="137" y="7515"/>
                </a:lnTo>
                <a:lnTo>
                  <a:pt x="167" y="7758"/>
                </a:lnTo>
                <a:lnTo>
                  <a:pt x="200" y="7991"/>
                </a:lnTo>
                <a:lnTo>
                  <a:pt x="234" y="8216"/>
                </a:lnTo>
                <a:lnTo>
                  <a:pt x="270" y="8433"/>
                </a:lnTo>
                <a:lnTo>
                  <a:pt x="307" y="8642"/>
                </a:lnTo>
                <a:lnTo>
                  <a:pt x="344" y="8842"/>
                </a:lnTo>
                <a:lnTo>
                  <a:pt x="382" y="9044"/>
                </a:lnTo>
                <a:lnTo>
                  <a:pt x="420" y="9247"/>
                </a:lnTo>
                <a:lnTo>
                  <a:pt x="458" y="9442"/>
                </a:lnTo>
                <a:lnTo>
                  <a:pt x="499" y="9619"/>
                </a:lnTo>
                <a:lnTo>
                  <a:pt x="541" y="9768"/>
                </a:lnTo>
                <a:lnTo>
                  <a:pt x="586" y="9877"/>
                </a:lnTo>
                <a:lnTo>
                  <a:pt x="628" y="9947"/>
                </a:lnTo>
                <a:lnTo>
                  <a:pt x="666" y="9988"/>
                </a:lnTo>
                <a:lnTo>
                  <a:pt x="706" y="10000"/>
                </a:lnTo>
                <a:lnTo>
                  <a:pt x="754" y="9984"/>
                </a:lnTo>
                <a:lnTo>
                  <a:pt x="815" y="9943"/>
                </a:lnTo>
                <a:lnTo>
                  <a:pt x="896" y="9877"/>
                </a:lnTo>
                <a:lnTo>
                  <a:pt x="995" y="9774"/>
                </a:lnTo>
                <a:lnTo>
                  <a:pt x="1108" y="9630"/>
                </a:lnTo>
                <a:lnTo>
                  <a:pt x="1234" y="9461"/>
                </a:lnTo>
                <a:lnTo>
                  <a:pt x="1373" y="9280"/>
                </a:lnTo>
                <a:lnTo>
                  <a:pt x="1525" y="9104"/>
                </a:lnTo>
                <a:lnTo>
                  <a:pt x="1689" y="8946"/>
                </a:lnTo>
                <a:lnTo>
                  <a:pt x="1870" y="8798"/>
                </a:lnTo>
                <a:lnTo>
                  <a:pt x="2071" y="8647"/>
                </a:lnTo>
                <a:lnTo>
                  <a:pt x="2284" y="8500"/>
                </a:lnTo>
                <a:lnTo>
                  <a:pt x="2502" y="8364"/>
                </a:lnTo>
                <a:lnTo>
                  <a:pt x="2720" y="8245"/>
                </a:lnTo>
                <a:lnTo>
                  <a:pt x="2930" y="8153"/>
                </a:lnTo>
                <a:lnTo>
                  <a:pt x="3135" y="8086"/>
                </a:lnTo>
                <a:lnTo>
                  <a:pt x="3341" y="8039"/>
                </a:lnTo>
                <a:lnTo>
                  <a:pt x="3546" y="8011"/>
                </a:lnTo>
                <a:lnTo>
                  <a:pt x="3748" y="7998"/>
                </a:lnTo>
                <a:lnTo>
                  <a:pt x="3946" y="8000"/>
                </a:lnTo>
                <a:lnTo>
                  <a:pt x="4137" y="8015"/>
                </a:lnTo>
                <a:lnTo>
                  <a:pt x="4324" y="8047"/>
                </a:lnTo>
                <a:lnTo>
                  <a:pt x="4509" y="8100"/>
                </a:lnTo>
                <a:lnTo>
                  <a:pt x="4690" y="8168"/>
                </a:lnTo>
                <a:lnTo>
                  <a:pt x="4863" y="8243"/>
                </a:lnTo>
                <a:lnTo>
                  <a:pt x="5024" y="8321"/>
                </a:lnTo>
                <a:lnTo>
                  <a:pt x="5171" y="8394"/>
                </a:lnTo>
                <a:lnTo>
                  <a:pt x="5306" y="8492"/>
                </a:lnTo>
                <a:lnTo>
                  <a:pt x="5434" y="8627"/>
                </a:lnTo>
                <a:lnTo>
                  <a:pt x="5550" y="8763"/>
                </a:lnTo>
                <a:lnTo>
                  <a:pt x="5651" y="8867"/>
                </a:lnTo>
                <a:lnTo>
                  <a:pt x="5733" y="8905"/>
                </a:lnTo>
                <a:lnTo>
                  <a:pt x="5792" y="8842"/>
                </a:lnTo>
                <a:lnTo>
                  <a:pt x="5792" y="7848"/>
                </a:lnTo>
                <a:lnTo>
                  <a:pt x="5776" y="7641"/>
                </a:lnTo>
                <a:lnTo>
                  <a:pt x="5746" y="7259"/>
                </a:lnTo>
                <a:lnTo>
                  <a:pt x="5723" y="6912"/>
                </a:lnTo>
                <a:lnTo>
                  <a:pt x="5704" y="6594"/>
                </a:lnTo>
                <a:lnTo>
                  <a:pt x="5682" y="6277"/>
                </a:lnTo>
                <a:lnTo>
                  <a:pt x="5658" y="5961"/>
                </a:lnTo>
                <a:lnTo>
                  <a:pt x="5633" y="5646"/>
                </a:lnTo>
                <a:lnTo>
                  <a:pt x="5608" y="5331"/>
                </a:lnTo>
                <a:lnTo>
                  <a:pt x="5585" y="5015"/>
                </a:lnTo>
                <a:lnTo>
                  <a:pt x="5562" y="4699"/>
                </a:lnTo>
                <a:lnTo>
                  <a:pt x="5541" y="4383"/>
                </a:lnTo>
                <a:lnTo>
                  <a:pt x="5520" y="4067"/>
                </a:lnTo>
                <a:lnTo>
                  <a:pt x="5498" y="3751"/>
                </a:lnTo>
                <a:lnTo>
                  <a:pt x="5474" y="3435"/>
                </a:lnTo>
                <a:lnTo>
                  <a:pt x="5447" y="3119"/>
                </a:lnTo>
                <a:lnTo>
                  <a:pt x="5418" y="2803"/>
                </a:lnTo>
                <a:lnTo>
                  <a:pt x="5388" y="2486"/>
                </a:lnTo>
                <a:lnTo>
                  <a:pt x="5356" y="2169"/>
                </a:lnTo>
                <a:lnTo>
                  <a:pt x="5322" y="1852"/>
                </a:lnTo>
                <a:lnTo>
                  <a:pt x="5283" y="1537"/>
                </a:lnTo>
                <a:lnTo>
                  <a:pt x="5267" y="1418"/>
                </a:lnTo>
                <a:lnTo>
                  <a:pt x="5212" y="1416"/>
                </a:lnTo>
                <a:lnTo>
                  <a:pt x="5068" y="1408"/>
                </a:lnTo>
                <a:lnTo>
                  <a:pt x="4923" y="1399"/>
                </a:lnTo>
                <a:lnTo>
                  <a:pt x="4778" y="1387"/>
                </a:lnTo>
                <a:lnTo>
                  <a:pt x="4633" y="1373"/>
                </a:lnTo>
                <a:lnTo>
                  <a:pt x="4488" y="1357"/>
                </a:lnTo>
                <a:lnTo>
                  <a:pt x="4344" y="1338"/>
                </a:lnTo>
                <a:lnTo>
                  <a:pt x="4199" y="1317"/>
                </a:lnTo>
                <a:lnTo>
                  <a:pt x="4054" y="1294"/>
                </a:lnTo>
                <a:lnTo>
                  <a:pt x="3909" y="1268"/>
                </a:lnTo>
                <a:lnTo>
                  <a:pt x="3764" y="1239"/>
                </a:lnTo>
                <a:lnTo>
                  <a:pt x="3620" y="1209"/>
                </a:lnTo>
                <a:lnTo>
                  <a:pt x="3475" y="1175"/>
                </a:lnTo>
                <a:lnTo>
                  <a:pt x="3330" y="1139"/>
                </a:lnTo>
                <a:lnTo>
                  <a:pt x="3314" y="1135"/>
                </a:lnTo>
                <a:lnTo>
                  <a:pt x="3166" y="1166"/>
                </a:lnTo>
                <a:lnTo>
                  <a:pt x="3156" y="1168"/>
                </a:lnTo>
                <a:lnTo>
                  <a:pt x="2991" y="1210"/>
                </a:lnTo>
                <a:lnTo>
                  <a:pt x="2984" y="1212"/>
                </a:lnTo>
                <a:lnTo>
                  <a:pt x="2818" y="1261"/>
                </a:lnTo>
                <a:lnTo>
                  <a:pt x="2813" y="1263"/>
                </a:lnTo>
                <a:lnTo>
                  <a:pt x="2651" y="1315"/>
                </a:lnTo>
                <a:lnTo>
                  <a:pt x="2647" y="1317"/>
                </a:lnTo>
                <a:lnTo>
                  <a:pt x="2494" y="1371"/>
                </a:lnTo>
                <a:lnTo>
                  <a:pt x="2490" y="1372"/>
                </a:lnTo>
                <a:lnTo>
                  <a:pt x="2353" y="1425"/>
                </a:lnTo>
                <a:lnTo>
                  <a:pt x="2345" y="1429"/>
                </a:lnTo>
                <a:lnTo>
                  <a:pt x="2221" y="1485"/>
                </a:lnTo>
                <a:lnTo>
                  <a:pt x="2213" y="1489"/>
                </a:lnTo>
                <a:lnTo>
                  <a:pt x="2098" y="1552"/>
                </a:lnTo>
                <a:lnTo>
                  <a:pt x="2094" y="1554"/>
                </a:lnTo>
                <a:lnTo>
                  <a:pt x="1989" y="1619"/>
                </a:lnTo>
                <a:lnTo>
                  <a:pt x="1987" y="1620"/>
                </a:lnTo>
                <a:lnTo>
                  <a:pt x="1892" y="1680"/>
                </a:lnTo>
                <a:lnTo>
                  <a:pt x="1892" y="1680"/>
                </a:lnTo>
                <a:lnTo>
                  <a:pt x="1811" y="1729"/>
                </a:lnTo>
                <a:lnTo>
                  <a:pt x="1809" y="1730"/>
                </a:lnTo>
                <a:lnTo>
                  <a:pt x="1744" y="1762"/>
                </a:lnTo>
                <a:lnTo>
                  <a:pt x="1741" y="1763"/>
                </a:lnTo>
                <a:lnTo>
                  <a:pt x="1722" y="1770"/>
                </a:lnTo>
                <a:lnTo>
                  <a:pt x="1719" y="1771"/>
                </a:lnTo>
                <a:lnTo>
                  <a:pt x="1715" y="1772"/>
                </a:lnTo>
                <a:lnTo>
                  <a:pt x="1712" y="1772"/>
                </a:lnTo>
                <a:lnTo>
                  <a:pt x="1708" y="1773"/>
                </a:lnTo>
                <a:lnTo>
                  <a:pt x="1705" y="1772"/>
                </a:lnTo>
                <a:lnTo>
                  <a:pt x="1701" y="1772"/>
                </a:lnTo>
                <a:lnTo>
                  <a:pt x="1698" y="1770"/>
                </a:lnTo>
                <a:lnTo>
                  <a:pt x="1695" y="1769"/>
                </a:lnTo>
                <a:lnTo>
                  <a:pt x="1692" y="1767"/>
                </a:lnTo>
                <a:lnTo>
                  <a:pt x="1689" y="1765"/>
                </a:lnTo>
                <a:lnTo>
                  <a:pt x="1686" y="1763"/>
                </a:lnTo>
                <a:lnTo>
                  <a:pt x="1684" y="1761"/>
                </a:lnTo>
                <a:lnTo>
                  <a:pt x="1667" y="1742"/>
                </a:lnTo>
                <a:lnTo>
                  <a:pt x="1666" y="1740"/>
                </a:lnTo>
                <a:lnTo>
                  <a:pt x="1664" y="1737"/>
                </a:lnTo>
                <a:lnTo>
                  <a:pt x="1635" y="1689"/>
                </a:lnTo>
                <a:lnTo>
                  <a:pt x="1634" y="1686"/>
                </a:lnTo>
                <a:lnTo>
                  <a:pt x="1604" y="1625"/>
                </a:lnTo>
                <a:lnTo>
                  <a:pt x="1603" y="1624"/>
                </a:lnTo>
                <a:lnTo>
                  <a:pt x="1574" y="1555"/>
                </a:lnTo>
                <a:lnTo>
                  <a:pt x="1574" y="1554"/>
                </a:lnTo>
                <a:lnTo>
                  <a:pt x="1545" y="1481"/>
                </a:lnTo>
                <a:lnTo>
                  <a:pt x="1517" y="1409"/>
                </a:lnTo>
                <a:lnTo>
                  <a:pt x="1489" y="1337"/>
                </a:lnTo>
                <a:lnTo>
                  <a:pt x="1488" y="1337"/>
                </a:lnTo>
                <a:lnTo>
                  <a:pt x="1461" y="1262"/>
                </a:lnTo>
                <a:lnTo>
                  <a:pt x="1460" y="1262"/>
                </a:lnTo>
                <a:lnTo>
                  <a:pt x="1433" y="1185"/>
                </a:lnTo>
                <a:lnTo>
                  <a:pt x="1433" y="1184"/>
                </a:lnTo>
                <a:lnTo>
                  <a:pt x="1407" y="1104"/>
                </a:lnTo>
                <a:lnTo>
                  <a:pt x="1407" y="1103"/>
                </a:lnTo>
                <a:lnTo>
                  <a:pt x="1382" y="1020"/>
                </a:lnTo>
                <a:lnTo>
                  <a:pt x="1382" y="1019"/>
                </a:lnTo>
                <a:lnTo>
                  <a:pt x="1359" y="932"/>
                </a:lnTo>
                <a:lnTo>
                  <a:pt x="1359" y="932"/>
                </a:lnTo>
                <a:lnTo>
                  <a:pt x="1338" y="841"/>
                </a:lnTo>
                <a:lnTo>
                  <a:pt x="1337" y="840"/>
                </a:lnTo>
                <a:lnTo>
                  <a:pt x="1317" y="746"/>
                </a:lnTo>
                <a:lnTo>
                  <a:pt x="1316" y="745"/>
                </a:lnTo>
                <a:lnTo>
                  <a:pt x="1297" y="647"/>
                </a:lnTo>
                <a:lnTo>
                  <a:pt x="1297" y="646"/>
                </a:lnTo>
                <a:lnTo>
                  <a:pt x="1280" y="546"/>
                </a:lnTo>
                <a:lnTo>
                  <a:pt x="1279" y="545"/>
                </a:lnTo>
                <a:lnTo>
                  <a:pt x="1265" y="445"/>
                </a:lnTo>
                <a:lnTo>
                  <a:pt x="1265" y="444"/>
                </a:lnTo>
                <a:lnTo>
                  <a:pt x="1254" y="344"/>
                </a:lnTo>
                <a:lnTo>
                  <a:pt x="1254" y="343"/>
                </a:lnTo>
                <a:lnTo>
                  <a:pt x="1252" y="318"/>
                </a:lnTo>
                <a:lnTo>
                  <a:pt x="1158" y="267"/>
                </a:lnTo>
                <a:lnTo>
                  <a:pt x="1013" y="186"/>
                </a:lnTo>
                <a:lnTo>
                  <a:pt x="868" y="102"/>
                </a:lnTo>
                <a:lnTo>
                  <a:pt x="724" y="14"/>
                </a:lnTo>
                <a:lnTo>
                  <a:pt x="700" y="0"/>
                </a:lnTo>
                <a:lnTo>
                  <a:pt x="683" y="45"/>
                </a:lnTo>
                <a:lnTo>
                  <a:pt x="598" y="289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opacidad asciende y ocupa la mayor parte del hemitórax.</a:t>
            </a:r>
            <a:endParaRPr lang="es-AR" sz="2000" dirty="0">
              <a:latin typeface="Mali"/>
            </a:endParaRPr>
          </a:p>
        </p:txBody>
      </p:sp>
      <p:sp>
        <p:nvSpPr>
          <p:cNvPr id="57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ya no se ve en la base.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MAYOR OPACIDAD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6/8</a:t>
            </a:r>
            <a:endParaRPr lang="es-AR" sz="13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5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6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8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1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5" y="4728"/>
                </a:lnTo>
                <a:lnTo>
                  <a:pt x="2075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2" y="5228"/>
                </a:lnTo>
                <a:lnTo>
                  <a:pt x="2162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3" y="5728"/>
                </a:lnTo>
                <a:lnTo>
                  <a:pt x="2243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5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3" y="8223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1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8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1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3" y="9828"/>
                </a:lnTo>
                <a:lnTo>
                  <a:pt x="2299" y="9827"/>
                </a:lnTo>
                <a:lnTo>
                  <a:pt x="2294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7" y="9529"/>
                </a:lnTo>
                <a:lnTo>
                  <a:pt x="1281" y="9452"/>
                </a:lnTo>
                <a:lnTo>
                  <a:pt x="1108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791"/>
                </a:lnTo>
                <a:lnTo>
                  <a:pt x="4607" y="7719"/>
                </a:lnTo>
                <a:lnTo>
                  <a:pt x="4540" y="7475"/>
                </a:lnTo>
                <a:lnTo>
                  <a:pt x="4469" y="7235"/>
                </a:lnTo>
                <a:lnTo>
                  <a:pt x="4397" y="6995"/>
                </a:lnTo>
                <a:lnTo>
                  <a:pt x="4397" y="6994"/>
                </a:lnTo>
                <a:lnTo>
                  <a:pt x="4327" y="6749"/>
                </a:lnTo>
                <a:lnTo>
                  <a:pt x="4254" y="6501"/>
                </a:lnTo>
                <a:lnTo>
                  <a:pt x="4173" y="6252"/>
                </a:lnTo>
                <a:lnTo>
                  <a:pt x="4090" y="6003"/>
                </a:lnTo>
                <a:lnTo>
                  <a:pt x="4090" y="6002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3" y="4992"/>
                </a:lnTo>
                <a:lnTo>
                  <a:pt x="3883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89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099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7" y="2051"/>
                </a:lnTo>
                <a:lnTo>
                  <a:pt x="4179" y="1850"/>
                </a:lnTo>
                <a:lnTo>
                  <a:pt x="4179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1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02336" y="1406347"/>
            <a:ext cx="4123944" cy="3691981"/>
            <a:chOff x="402336" y="1406347"/>
            <a:chExt cx="4123944" cy="3691981"/>
          </a:xfrm>
        </p:grpSpPr>
        <p:sp>
          <p:nvSpPr>
            <p:cNvPr id="7" name="Forma 6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5713" h="10000">
                <a:moveTo>
                  <a:pt x="2890" y="4"/>
                </a:moveTo>
                <a:lnTo>
                  <a:pt x="2759" y="23"/>
                </a:lnTo>
                <a:lnTo>
                  <a:pt x="2625" y="56"/>
                </a:lnTo>
                <a:lnTo>
                  <a:pt x="2490" y="102"/>
                </a:lnTo>
                <a:lnTo>
                  <a:pt x="2354" y="158"/>
                </a:lnTo>
                <a:lnTo>
                  <a:pt x="2221" y="224"/>
                </a:lnTo>
                <a:lnTo>
                  <a:pt x="2093" y="296"/>
                </a:lnTo>
                <a:lnTo>
                  <a:pt x="1967" y="377"/>
                </a:lnTo>
                <a:lnTo>
                  <a:pt x="1844" y="467"/>
                </a:lnTo>
                <a:lnTo>
                  <a:pt x="1722" y="566"/>
                </a:lnTo>
                <a:lnTo>
                  <a:pt x="1604" y="673"/>
                </a:lnTo>
                <a:lnTo>
                  <a:pt x="1490" y="787"/>
                </a:lnTo>
                <a:lnTo>
                  <a:pt x="1381" y="909"/>
                </a:lnTo>
                <a:lnTo>
                  <a:pt x="1276" y="1037"/>
                </a:lnTo>
                <a:lnTo>
                  <a:pt x="1175" y="1173"/>
                </a:lnTo>
                <a:lnTo>
                  <a:pt x="1078" y="1317"/>
                </a:lnTo>
                <a:lnTo>
                  <a:pt x="985" y="1468"/>
                </a:lnTo>
                <a:lnTo>
                  <a:pt x="896" y="1624"/>
                </a:lnTo>
                <a:lnTo>
                  <a:pt x="811" y="1787"/>
                </a:lnTo>
                <a:lnTo>
                  <a:pt x="730" y="1956"/>
                </a:lnTo>
                <a:lnTo>
                  <a:pt x="652" y="2132"/>
                </a:lnTo>
                <a:lnTo>
                  <a:pt x="578" y="2315"/>
                </a:lnTo>
                <a:lnTo>
                  <a:pt x="508" y="2503"/>
                </a:lnTo>
                <a:lnTo>
                  <a:pt x="444" y="2696"/>
                </a:lnTo>
                <a:lnTo>
                  <a:pt x="384" y="2891"/>
                </a:lnTo>
                <a:lnTo>
                  <a:pt x="330" y="3092"/>
                </a:lnTo>
                <a:lnTo>
                  <a:pt x="281" y="3299"/>
                </a:lnTo>
                <a:lnTo>
                  <a:pt x="236" y="3509"/>
                </a:lnTo>
                <a:lnTo>
                  <a:pt x="196" y="3723"/>
                </a:lnTo>
                <a:lnTo>
                  <a:pt x="160" y="3939"/>
                </a:lnTo>
                <a:lnTo>
                  <a:pt x="128" y="4156"/>
                </a:lnTo>
                <a:lnTo>
                  <a:pt x="99" y="4374"/>
                </a:lnTo>
                <a:lnTo>
                  <a:pt x="75" y="4594"/>
                </a:lnTo>
                <a:lnTo>
                  <a:pt x="55" y="4817"/>
                </a:lnTo>
                <a:lnTo>
                  <a:pt x="38" y="5040"/>
                </a:lnTo>
                <a:lnTo>
                  <a:pt x="24" y="5264"/>
                </a:lnTo>
                <a:lnTo>
                  <a:pt x="14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4" y="6817"/>
                </a:lnTo>
                <a:lnTo>
                  <a:pt x="25" y="7035"/>
                </a:lnTo>
                <a:lnTo>
                  <a:pt x="41" y="7252"/>
                </a:lnTo>
                <a:lnTo>
                  <a:pt x="60" y="7469"/>
                </a:lnTo>
                <a:lnTo>
                  <a:pt x="81" y="7680"/>
                </a:lnTo>
                <a:lnTo>
                  <a:pt x="104" y="7885"/>
                </a:lnTo>
                <a:lnTo>
                  <a:pt x="128" y="8082"/>
                </a:lnTo>
                <a:lnTo>
                  <a:pt x="153" y="8269"/>
                </a:lnTo>
                <a:lnTo>
                  <a:pt x="179" y="8449"/>
                </a:lnTo>
                <a:lnTo>
                  <a:pt x="208" y="8623"/>
                </a:lnTo>
                <a:lnTo>
                  <a:pt x="237" y="8790"/>
                </a:lnTo>
                <a:lnTo>
                  <a:pt x="268" y="8951"/>
                </a:lnTo>
                <a:lnTo>
                  <a:pt x="299" y="9106"/>
                </a:lnTo>
                <a:lnTo>
                  <a:pt x="329" y="9262"/>
                </a:lnTo>
                <a:lnTo>
                  <a:pt x="361" y="9419"/>
                </a:lnTo>
                <a:lnTo>
                  <a:pt x="393" y="9569"/>
                </a:lnTo>
                <a:lnTo>
                  <a:pt x="426" y="9706"/>
                </a:lnTo>
                <a:lnTo>
                  <a:pt x="461" y="9820"/>
                </a:lnTo>
                <a:lnTo>
                  <a:pt x="498" y="9905"/>
                </a:lnTo>
                <a:lnTo>
                  <a:pt x="533" y="9959"/>
                </a:lnTo>
                <a:lnTo>
                  <a:pt x="564" y="9990"/>
                </a:lnTo>
                <a:lnTo>
                  <a:pt x="598" y="10000"/>
                </a:lnTo>
                <a:lnTo>
                  <a:pt x="637" y="9987"/>
                </a:lnTo>
                <a:lnTo>
                  <a:pt x="688" y="9956"/>
                </a:lnTo>
                <a:lnTo>
                  <a:pt x="754" y="9905"/>
                </a:lnTo>
                <a:lnTo>
                  <a:pt x="836" y="9825"/>
                </a:lnTo>
                <a:lnTo>
                  <a:pt x="929" y="9714"/>
                </a:lnTo>
                <a:lnTo>
                  <a:pt x="1034" y="9584"/>
                </a:lnTo>
                <a:lnTo>
                  <a:pt x="1149" y="9444"/>
                </a:lnTo>
                <a:lnTo>
                  <a:pt x="1274" y="9308"/>
                </a:lnTo>
                <a:lnTo>
                  <a:pt x="1409" y="9186"/>
                </a:lnTo>
                <a:lnTo>
                  <a:pt x="1559" y="9072"/>
                </a:lnTo>
                <a:lnTo>
                  <a:pt x="1725" y="8955"/>
                </a:lnTo>
                <a:lnTo>
                  <a:pt x="1900" y="8842"/>
                </a:lnTo>
                <a:lnTo>
                  <a:pt x="2081" y="8737"/>
                </a:lnTo>
                <a:lnTo>
                  <a:pt x="2261" y="8645"/>
                </a:lnTo>
                <a:lnTo>
                  <a:pt x="2434" y="8574"/>
                </a:lnTo>
                <a:lnTo>
                  <a:pt x="2604" y="8522"/>
                </a:lnTo>
                <a:lnTo>
                  <a:pt x="2774" y="8486"/>
                </a:lnTo>
                <a:lnTo>
                  <a:pt x="2943" y="8464"/>
                </a:lnTo>
                <a:lnTo>
                  <a:pt x="3110" y="8455"/>
                </a:lnTo>
                <a:lnTo>
                  <a:pt x="3274" y="8456"/>
                </a:lnTo>
                <a:lnTo>
                  <a:pt x="3431" y="8467"/>
                </a:lnTo>
                <a:lnTo>
                  <a:pt x="3576" y="8493"/>
                </a:lnTo>
                <a:lnTo>
                  <a:pt x="3708" y="8533"/>
                </a:lnTo>
                <a:lnTo>
                  <a:pt x="3836" y="8586"/>
                </a:lnTo>
                <a:lnTo>
                  <a:pt x="3969" y="8644"/>
                </a:lnTo>
                <a:lnTo>
                  <a:pt x="4116" y="8704"/>
                </a:lnTo>
                <a:lnTo>
                  <a:pt x="4285" y="8760"/>
                </a:lnTo>
                <a:lnTo>
                  <a:pt x="4499" y="8836"/>
                </a:lnTo>
                <a:lnTo>
                  <a:pt x="4753" y="8940"/>
                </a:lnTo>
                <a:lnTo>
                  <a:pt x="5021" y="9045"/>
                </a:lnTo>
                <a:lnTo>
                  <a:pt x="5275" y="9125"/>
                </a:lnTo>
                <a:lnTo>
                  <a:pt x="5489" y="9154"/>
                </a:lnTo>
                <a:lnTo>
                  <a:pt x="5636" y="9106"/>
                </a:lnTo>
                <a:lnTo>
                  <a:pt x="5704" y="8964"/>
                </a:lnTo>
                <a:lnTo>
                  <a:pt x="5713" y="8744"/>
                </a:lnTo>
                <a:lnTo>
                  <a:pt x="5681" y="8474"/>
                </a:lnTo>
                <a:lnTo>
                  <a:pt x="5627" y="8179"/>
                </a:lnTo>
                <a:lnTo>
                  <a:pt x="5570" y="7884"/>
                </a:lnTo>
                <a:lnTo>
                  <a:pt x="5529" y="7616"/>
                </a:lnTo>
                <a:lnTo>
                  <a:pt x="5498" y="7370"/>
                </a:lnTo>
                <a:lnTo>
                  <a:pt x="5462" y="7126"/>
                </a:lnTo>
                <a:lnTo>
                  <a:pt x="5423" y="6882"/>
                </a:lnTo>
                <a:lnTo>
                  <a:pt x="5383" y="6639"/>
                </a:lnTo>
                <a:lnTo>
                  <a:pt x="5342" y="6396"/>
                </a:lnTo>
                <a:lnTo>
                  <a:pt x="5303" y="6152"/>
                </a:lnTo>
                <a:lnTo>
                  <a:pt x="5266" y="5908"/>
                </a:lnTo>
                <a:lnTo>
                  <a:pt x="5230" y="5664"/>
                </a:lnTo>
                <a:lnTo>
                  <a:pt x="5194" y="5420"/>
                </a:lnTo>
                <a:lnTo>
                  <a:pt x="5157" y="5176"/>
                </a:lnTo>
                <a:lnTo>
                  <a:pt x="5118" y="4932"/>
                </a:lnTo>
                <a:lnTo>
                  <a:pt x="5078" y="4688"/>
                </a:lnTo>
                <a:lnTo>
                  <a:pt x="5036" y="4444"/>
                </a:lnTo>
                <a:lnTo>
                  <a:pt x="4993" y="4199"/>
                </a:lnTo>
                <a:lnTo>
                  <a:pt x="4948" y="3954"/>
                </a:lnTo>
                <a:lnTo>
                  <a:pt x="4902" y="3710"/>
                </a:lnTo>
                <a:lnTo>
                  <a:pt x="4852" y="3467"/>
                </a:lnTo>
                <a:lnTo>
                  <a:pt x="4799" y="3224"/>
                </a:lnTo>
                <a:lnTo>
                  <a:pt x="4742" y="2979"/>
                </a:lnTo>
                <a:lnTo>
                  <a:pt x="4681" y="2729"/>
                </a:lnTo>
                <a:lnTo>
                  <a:pt x="4617" y="2481"/>
                </a:lnTo>
                <a:lnTo>
                  <a:pt x="4551" y="2237"/>
                </a:lnTo>
                <a:lnTo>
                  <a:pt x="4484" y="2005"/>
                </a:lnTo>
                <a:lnTo>
                  <a:pt x="4416" y="1787"/>
                </a:lnTo>
                <a:lnTo>
                  <a:pt x="4346" y="1582"/>
                </a:lnTo>
                <a:lnTo>
                  <a:pt x="4273" y="1386"/>
                </a:lnTo>
                <a:lnTo>
                  <a:pt x="4198" y="1200"/>
                </a:lnTo>
                <a:lnTo>
                  <a:pt x="4124" y="1026"/>
                </a:lnTo>
                <a:lnTo>
                  <a:pt x="4052" y="866"/>
                </a:lnTo>
                <a:lnTo>
                  <a:pt x="3984" y="722"/>
                </a:lnTo>
                <a:lnTo>
                  <a:pt x="3925" y="595"/>
                </a:lnTo>
                <a:lnTo>
                  <a:pt x="3874" y="484"/>
                </a:lnTo>
                <a:lnTo>
                  <a:pt x="3826" y="386"/>
                </a:lnTo>
                <a:lnTo>
                  <a:pt x="3773" y="301"/>
                </a:lnTo>
                <a:lnTo>
                  <a:pt x="3710" y="228"/>
                </a:lnTo>
                <a:lnTo>
                  <a:pt x="3630" y="163"/>
                </a:lnTo>
                <a:lnTo>
                  <a:pt x="3529" y="108"/>
                </a:lnTo>
                <a:lnTo>
                  <a:pt x="3414" y="64"/>
                </a:lnTo>
                <a:lnTo>
                  <a:pt x="3288" y="30"/>
                </a:lnTo>
                <a:lnTo>
                  <a:pt x="3155" y="9"/>
                </a:lnTo>
                <a:lnTo>
                  <a:pt x="3021" y="0"/>
                </a:lnTo>
                <a:lnTo>
                  <a:pt x="2890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3426" h="10000">
                <a:moveTo>
                  <a:pt x="808" y="4"/>
                </a:moveTo>
                <a:lnTo>
                  <a:pt x="761" y="0"/>
                </a:lnTo>
                <a:lnTo>
                  <a:pt x="743" y="8"/>
                </a:lnTo>
                <a:lnTo>
                  <a:pt x="743" y="29"/>
                </a:lnTo>
                <a:lnTo>
                  <a:pt x="750" y="62"/>
                </a:lnTo>
                <a:lnTo>
                  <a:pt x="751" y="105"/>
                </a:lnTo>
                <a:lnTo>
                  <a:pt x="734" y="158"/>
                </a:lnTo>
                <a:lnTo>
                  <a:pt x="700" y="221"/>
                </a:lnTo>
                <a:lnTo>
                  <a:pt x="656" y="292"/>
                </a:lnTo>
                <a:lnTo>
                  <a:pt x="607" y="374"/>
                </a:lnTo>
                <a:lnTo>
                  <a:pt x="556" y="469"/>
                </a:lnTo>
                <a:lnTo>
                  <a:pt x="505" y="577"/>
                </a:lnTo>
                <a:lnTo>
                  <a:pt x="458" y="700"/>
                </a:lnTo>
                <a:lnTo>
                  <a:pt x="414" y="839"/>
                </a:lnTo>
                <a:lnTo>
                  <a:pt x="369" y="994"/>
                </a:lnTo>
                <a:lnTo>
                  <a:pt x="324" y="1163"/>
                </a:lnTo>
                <a:lnTo>
                  <a:pt x="282" y="1343"/>
                </a:lnTo>
                <a:lnTo>
                  <a:pt x="242" y="1533"/>
                </a:lnTo>
                <a:lnTo>
                  <a:pt x="207" y="1732"/>
                </a:lnTo>
                <a:lnTo>
                  <a:pt x="175" y="1943"/>
                </a:lnTo>
                <a:lnTo>
                  <a:pt x="147" y="2168"/>
                </a:lnTo>
                <a:lnTo>
                  <a:pt x="121" y="2404"/>
                </a:lnTo>
                <a:lnTo>
                  <a:pt x="99" y="2645"/>
                </a:lnTo>
                <a:lnTo>
                  <a:pt x="79" y="2887"/>
                </a:lnTo>
                <a:lnTo>
                  <a:pt x="62" y="3124"/>
                </a:lnTo>
                <a:lnTo>
                  <a:pt x="44" y="3359"/>
                </a:lnTo>
                <a:lnTo>
                  <a:pt x="25" y="3595"/>
                </a:lnTo>
                <a:lnTo>
                  <a:pt x="8" y="3832"/>
                </a:lnTo>
                <a:lnTo>
                  <a:pt x="0" y="4069"/>
                </a:lnTo>
                <a:lnTo>
                  <a:pt x="3" y="4306"/>
                </a:lnTo>
                <a:lnTo>
                  <a:pt x="23" y="4543"/>
                </a:lnTo>
                <a:lnTo>
                  <a:pt x="64" y="4779"/>
                </a:lnTo>
                <a:lnTo>
                  <a:pt x="124" y="5016"/>
                </a:lnTo>
                <a:lnTo>
                  <a:pt x="196" y="5252"/>
                </a:lnTo>
                <a:lnTo>
                  <a:pt x="274" y="5489"/>
                </a:lnTo>
                <a:lnTo>
                  <a:pt x="352" y="5725"/>
                </a:lnTo>
                <a:lnTo>
                  <a:pt x="422" y="5961"/>
                </a:lnTo>
                <a:lnTo>
                  <a:pt x="488" y="6194"/>
                </a:lnTo>
                <a:lnTo>
                  <a:pt x="556" y="6422"/>
                </a:lnTo>
                <a:lnTo>
                  <a:pt x="623" y="6650"/>
                </a:lnTo>
                <a:lnTo>
                  <a:pt x="687" y="6882"/>
                </a:lnTo>
                <a:lnTo>
                  <a:pt x="745" y="7124"/>
                </a:lnTo>
                <a:lnTo>
                  <a:pt x="795" y="7380"/>
                </a:lnTo>
                <a:lnTo>
                  <a:pt x="851" y="7677"/>
                </a:lnTo>
                <a:lnTo>
                  <a:pt x="920" y="8017"/>
                </a:lnTo>
                <a:lnTo>
                  <a:pt x="984" y="8367"/>
                </a:lnTo>
                <a:lnTo>
                  <a:pt x="1006" y="8554"/>
                </a:lnTo>
                <a:lnTo>
                  <a:pt x="1067" y="8568"/>
                </a:lnTo>
                <a:lnTo>
                  <a:pt x="1221" y="8618"/>
                </a:lnTo>
                <a:lnTo>
                  <a:pt x="1378" y="8687"/>
                </a:lnTo>
                <a:lnTo>
                  <a:pt x="1541" y="8776"/>
                </a:lnTo>
                <a:lnTo>
                  <a:pt x="1704" y="8878"/>
                </a:lnTo>
                <a:lnTo>
                  <a:pt x="1864" y="8988"/>
                </a:lnTo>
                <a:lnTo>
                  <a:pt x="2014" y="9101"/>
                </a:lnTo>
                <a:lnTo>
                  <a:pt x="2149" y="9211"/>
                </a:lnTo>
                <a:lnTo>
                  <a:pt x="2272" y="9329"/>
                </a:lnTo>
                <a:lnTo>
                  <a:pt x="2385" y="9462"/>
                </a:lnTo>
                <a:lnTo>
                  <a:pt x="2489" y="9597"/>
                </a:lnTo>
                <a:lnTo>
                  <a:pt x="2584" y="9723"/>
                </a:lnTo>
                <a:lnTo>
                  <a:pt x="2668" y="9831"/>
                </a:lnTo>
                <a:lnTo>
                  <a:pt x="2742" y="9908"/>
                </a:lnTo>
                <a:lnTo>
                  <a:pt x="2802" y="9957"/>
                </a:lnTo>
                <a:lnTo>
                  <a:pt x="2848" y="9988"/>
                </a:lnTo>
                <a:lnTo>
                  <a:pt x="2884" y="10000"/>
                </a:lnTo>
                <a:lnTo>
                  <a:pt x="2914" y="9991"/>
                </a:lnTo>
                <a:lnTo>
                  <a:pt x="2943" y="9960"/>
                </a:lnTo>
                <a:lnTo>
                  <a:pt x="2974" y="9908"/>
                </a:lnTo>
                <a:lnTo>
                  <a:pt x="3008" y="9830"/>
                </a:lnTo>
                <a:lnTo>
                  <a:pt x="3039" y="9727"/>
                </a:lnTo>
                <a:lnTo>
                  <a:pt x="3069" y="9602"/>
                </a:lnTo>
                <a:lnTo>
                  <a:pt x="3098" y="9460"/>
                </a:lnTo>
                <a:lnTo>
                  <a:pt x="3127" y="9302"/>
                </a:lnTo>
                <a:lnTo>
                  <a:pt x="3155" y="9134"/>
                </a:lnTo>
                <a:lnTo>
                  <a:pt x="3183" y="8946"/>
                </a:lnTo>
                <a:lnTo>
                  <a:pt x="3210" y="8736"/>
                </a:lnTo>
                <a:lnTo>
                  <a:pt x="3237" y="8511"/>
                </a:lnTo>
                <a:lnTo>
                  <a:pt x="3263" y="8279"/>
                </a:lnTo>
                <a:lnTo>
                  <a:pt x="3287" y="8050"/>
                </a:lnTo>
                <a:lnTo>
                  <a:pt x="3309" y="7831"/>
                </a:lnTo>
                <a:lnTo>
                  <a:pt x="3331" y="7623"/>
                </a:lnTo>
                <a:lnTo>
                  <a:pt x="3351" y="7420"/>
                </a:lnTo>
                <a:lnTo>
                  <a:pt x="3371" y="7218"/>
                </a:lnTo>
                <a:lnTo>
                  <a:pt x="3388" y="7017"/>
                </a:lnTo>
                <a:lnTo>
                  <a:pt x="3402" y="6813"/>
                </a:lnTo>
                <a:lnTo>
                  <a:pt x="3413" y="6606"/>
                </a:lnTo>
                <a:lnTo>
                  <a:pt x="3420" y="6395"/>
                </a:lnTo>
                <a:lnTo>
                  <a:pt x="3424" y="6181"/>
                </a:lnTo>
                <a:lnTo>
                  <a:pt x="3426" y="5965"/>
                </a:lnTo>
                <a:lnTo>
                  <a:pt x="3424" y="5749"/>
                </a:lnTo>
                <a:lnTo>
                  <a:pt x="3420" y="5532"/>
                </a:lnTo>
                <a:lnTo>
                  <a:pt x="3413" y="5317"/>
                </a:lnTo>
                <a:lnTo>
                  <a:pt x="3403" y="5101"/>
                </a:lnTo>
                <a:lnTo>
                  <a:pt x="3391" y="4884"/>
                </a:lnTo>
                <a:lnTo>
                  <a:pt x="3376" y="4668"/>
                </a:lnTo>
                <a:lnTo>
                  <a:pt x="3357" y="4452"/>
                </a:lnTo>
                <a:lnTo>
                  <a:pt x="3335" y="4238"/>
                </a:lnTo>
                <a:lnTo>
                  <a:pt x="3309" y="4027"/>
                </a:lnTo>
                <a:lnTo>
                  <a:pt x="3280" y="3817"/>
                </a:lnTo>
                <a:lnTo>
                  <a:pt x="3247" y="3608"/>
                </a:lnTo>
                <a:lnTo>
                  <a:pt x="3211" y="3401"/>
                </a:lnTo>
                <a:lnTo>
                  <a:pt x="3171" y="3196"/>
                </a:lnTo>
                <a:lnTo>
                  <a:pt x="3127" y="2996"/>
                </a:lnTo>
                <a:lnTo>
                  <a:pt x="3077" y="2802"/>
                </a:lnTo>
                <a:lnTo>
                  <a:pt x="3023" y="2612"/>
                </a:lnTo>
                <a:lnTo>
                  <a:pt x="2965" y="2426"/>
                </a:lnTo>
                <a:lnTo>
                  <a:pt x="2902" y="2243"/>
                </a:lnTo>
                <a:lnTo>
                  <a:pt x="2835" y="2066"/>
                </a:lnTo>
                <a:lnTo>
                  <a:pt x="2764" y="1896"/>
                </a:lnTo>
                <a:lnTo>
                  <a:pt x="2691" y="1732"/>
                </a:lnTo>
                <a:lnTo>
                  <a:pt x="2614" y="1574"/>
                </a:lnTo>
                <a:lnTo>
                  <a:pt x="2533" y="1422"/>
                </a:lnTo>
                <a:lnTo>
                  <a:pt x="2449" y="1276"/>
                </a:lnTo>
                <a:lnTo>
                  <a:pt x="2361" y="1137"/>
                </a:lnTo>
                <a:lnTo>
                  <a:pt x="2270" y="1005"/>
                </a:lnTo>
                <a:lnTo>
                  <a:pt x="2175" y="880"/>
                </a:lnTo>
                <a:lnTo>
                  <a:pt x="2076" y="763"/>
                </a:lnTo>
                <a:lnTo>
                  <a:pt x="1972" y="652"/>
                </a:lnTo>
                <a:lnTo>
                  <a:pt x="1866" y="548"/>
                </a:lnTo>
                <a:lnTo>
                  <a:pt x="1756" y="453"/>
                </a:lnTo>
                <a:lnTo>
                  <a:pt x="1644" y="365"/>
                </a:lnTo>
                <a:lnTo>
                  <a:pt x="1530" y="287"/>
                </a:lnTo>
                <a:lnTo>
                  <a:pt x="1407" y="217"/>
                </a:lnTo>
                <a:lnTo>
                  <a:pt x="1271" y="154"/>
                </a:lnTo>
                <a:lnTo>
                  <a:pt x="1134" y="99"/>
                </a:lnTo>
                <a:lnTo>
                  <a:pt x="1004" y="54"/>
                </a:lnTo>
                <a:lnTo>
                  <a:pt x="892" y="22"/>
                </a:lnTo>
                <a:lnTo>
                  <a:pt x="808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65580" y="1979352"/>
            <a:ext cx="598267" cy="2872460"/>
          </a:xfrm>
          <a:custGeom>
            <a:avLst/>
            <a:gdLst/>
            <a:ahLst/>
            <a:cxnLst/>
            <a:rect l="0" t="0" r="r" b="b"/>
            <a:pathLst>
              <a:path w="2041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1" y="608"/>
                </a:lnTo>
                <a:lnTo>
                  <a:pt x="1223" y="648"/>
                </a:lnTo>
                <a:lnTo>
                  <a:pt x="1317" y="713"/>
                </a:lnTo>
                <a:lnTo>
                  <a:pt x="1387" y="793"/>
                </a:lnTo>
                <a:lnTo>
                  <a:pt x="1431" y="895"/>
                </a:lnTo>
                <a:lnTo>
                  <a:pt x="1446" y="992"/>
                </a:lnTo>
                <a:lnTo>
                  <a:pt x="1436" y="1097"/>
                </a:lnTo>
                <a:lnTo>
                  <a:pt x="1396" y="1276"/>
                </a:lnTo>
                <a:lnTo>
                  <a:pt x="1395" y="1280"/>
                </a:lnTo>
                <a:lnTo>
                  <a:pt x="1335" y="1568"/>
                </a:lnTo>
                <a:lnTo>
                  <a:pt x="1332" y="1585"/>
                </a:lnTo>
                <a:lnTo>
                  <a:pt x="1269" y="2016"/>
                </a:lnTo>
                <a:lnTo>
                  <a:pt x="1267" y="2033"/>
                </a:lnTo>
                <a:lnTo>
                  <a:pt x="1213" y="2659"/>
                </a:lnTo>
                <a:lnTo>
                  <a:pt x="1212" y="2668"/>
                </a:lnTo>
                <a:lnTo>
                  <a:pt x="1161" y="3621"/>
                </a:lnTo>
                <a:lnTo>
                  <a:pt x="1161" y="3623"/>
                </a:lnTo>
                <a:lnTo>
                  <a:pt x="1100" y="4888"/>
                </a:lnTo>
                <a:lnTo>
                  <a:pt x="1100" y="4889"/>
                </a:lnTo>
                <a:lnTo>
                  <a:pt x="1035" y="6297"/>
                </a:lnTo>
                <a:lnTo>
                  <a:pt x="1035" y="6298"/>
                </a:lnTo>
                <a:lnTo>
                  <a:pt x="974" y="7680"/>
                </a:lnTo>
                <a:lnTo>
                  <a:pt x="922" y="8867"/>
                </a:lnTo>
                <a:lnTo>
                  <a:pt x="885" y="9690"/>
                </a:lnTo>
                <a:lnTo>
                  <a:pt x="885" y="9719"/>
                </a:lnTo>
                <a:lnTo>
                  <a:pt x="888" y="9748"/>
                </a:lnTo>
                <a:lnTo>
                  <a:pt x="894" y="9777"/>
                </a:lnTo>
                <a:lnTo>
                  <a:pt x="902" y="9804"/>
                </a:lnTo>
                <a:lnTo>
                  <a:pt x="913" y="9831"/>
                </a:lnTo>
                <a:lnTo>
                  <a:pt x="927" y="9857"/>
                </a:lnTo>
                <a:lnTo>
                  <a:pt x="943" y="9881"/>
                </a:lnTo>
                <a:lnTo>
                  <a:pt x="962" y="9903"/>
                </a:lnTo>
                <a:lnTo>
                  <a:pt x="983" y="9924"/>
                </a:lnTo>
                <a:lnTo>
                  <a:pt x="1005" y="9942"/>
                </a:lnTo>
                <a:lnTo>
                  <a:pt x="1029" y="9958"/>
                </a:lnTo>
                <a:lnTo>
                  <a:pt x="1055" y="9972"/>
                </a:lnTo>
                <a:lnTo>
                  <a:pt x="1082" y="9983"/>
                </a:lnTo>
                <a:lnTo>
                  <a:pt x="1110" y="9991"/>
                </a:lnTo>
                <a:lnTo>
                  <a:pt x="1138" y="9997"/>
                </a:lnTo>
                <a:lnTo>
                  <a:pt x="1167" y="10000"/>
                </a:lnTo>
                <a:lnTo>
                  <a:pt x="1197" y="9999"/>
                </a:lnTo>
                <a:lnTo>
                  <a:pt x="1225" y="9996"/>
                </a:lnTo>
                <a:lnTo>
                  <a:pt x="1254" y="9991"/>
                </a:lnTo>
                <a:lnTo>
                  <a:pt x="1282" y="9982"/>
                </a:lnTo>
                <a:lnTo>
                  <a:pt x="1309" y="9971"/>
                </a:lnTo>
                <a:lnTo>
                  <a:pt x="1334" y="9957"/>
                </a:lnTo>
                <a:lnTo>
                  <a:pt x="1358" y="9941"/>
                </a:lnTo>
                <a:lnTo>
                  <a:pt x="1381" y="9922"/>
                </a:lnTo>
                <a:lnTo>
                  <a:pt x="1401" y="9902"/>
                </a:lnTo>
                <a:lnTo>
                  <a:pt x="1420" y="9879"/>
                </a:lnTo>
                <a:lnTo>
                  <a:pt x="1436" y="9855"/>
                </a:lnTo>
                <a:lnTo>
                  <a:pt x="1449" y="9829"/>
                </a:lnTo>
                <a:lnTo>
                  <a:pt x="1460" y="9802"/>
                </a:lnTo>
                <a:lnTo>
                  <a:pt x="1469" y="9774"/>
                </a:lnTo>
                <a:lnTo>
                  <a:pt x="1474" y="9746"/>
                </a:lnTo>
                <a:lnTo>
                  <a:pt x="1477" y="9717"/>
                </a:lnTo>
                <a:lnTo>
                  <a:pt x="1514" y="8893"/>
                </a:lnTo>
                <a:lnTo>
                  <a:pt x="1566" y="7706"/>
                </a:lnTo>
                <a:lnTo>
                  <a:pt x="1627" y="6324"/>
                </a:lnTo>
                <a:lnTo>
                  <a:pt x="1692" y="4917"/>
                </a:lnTo>
                <a:lnTo>
                  <a:pt x="1753" y="3653"/>
                </a:lnTo>
                <a:lnTo>
                  <a:pt x="1804" y="2705"/>
                </a:lnTo>
                <a:lnTo>
                  <a:pt x="1856" y="2093"/>
                </a:lnTo>
                <a:lnTo>
                  <a:pt x="1917" y="1680"/>
                </a:lnTo>
                <a:lnTo>
                  <a:pt x="1974" y="1403"/>
                </a:lnTo>
                <a:lnTo>
                  <a:pt x="2018" y="1209"/>
                </a:lnTo>
                <a:lnTo>
                  <a:pt x="2024" y="1173"/>
                </a:lnTo>
                <a:lnTo>
                  <a:pt x="2039" y="1014"/>
                </a:lnTo>
                <a:lnTo>
                  <a:pt x="2041" y="978"/>
                </a:lnTo>
                <a:lnTo>
                  <a:pt x="2037" y="942"/>
                </a:lnTo>
                <a:lnTo>
                  <a:pt x="2012" y="769"/>
                </a:lnTo>
                <a:lnTo>
                  <a:pt x="2007" y="743"/>
                </a:lnTo>
                <a:lnTo>
                  <a:pt x="2000" y="718"/>
                </a:lnTo>
                <a:lnTo>
                  <a:pt x="1990" y="694"/>
                </a:lnTo>
                <a:lnTo>
                  <a:pt x="1912" y="514"/>
                </a:lnTo>
                <a:lnTo>
                  <a:pt x="1898" y="487"/>
                </a:lnTo>
                <a:lnTo>
                  <a:pt x="1882" y="462"/>
                </a:lnTo>
                <a:lnTo>
                  <a:pt x="1864" y="438"/>
                </a:lnTo>
                <a:lnTo>
                  <a:pt x="1740" y="296"/>
                </a:lnTo>
                <a:lnTo>
                  <a:pt x="1722" y="277"/>
                </a:lnTo>
                <a:lnTo>
                  <a:pt x="1704" y="261"/>
                </a:lnTo>
                <a:lnTo>
                  <a:pt x="1684" y="246"/>
                </a:lnTo>
                <a:lnTo>
                  <a:pt x="1531" y="141"/>
                </a:lnTo>
                <a:lnTo>
                  <a:pt x="1503" y="124"/>
                </a:lnTo>
                <a:lnTo>
                  <a:pt x="1473" y="110"/>
                </a:lnTo>
                <a:lnTo>
                  <a:pt x="1309" y="45"/>
                </a:lnTo>
                <a:lnTo>
                  <a:pt x="1278" y="34"/>
                </a:lnTo>
                <a:lnTo>
                  <a:pt x="1245" y="27"/>
                </a:lnTo>
                <a:lnTo>
                  <a:pt x="1088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60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1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40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8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10583" y="1034352"/>
            <a:ext cx="1088094" cy="1935690"/>
            <a:chOff x="2210583" y="1034352"/>
            <a:chExt cx="1088094" cy="1935690"/>
          </a:xfrm>
        </p:grpSpPr>
        <p:sp>
          <p:nvSpPr>
            <p:cNvPr id="13" name="Forma 12"/>
            <p:cNvSpPr/>
            <p:nvPr/>
          </p:nvSpPr>
          <p:spPr>
            <a:xfrm>
              <a:off x="2210583" y="1034352"/>
              <a:ext cx="1088094" cy="1935690"/>
            </a:xfrm>
            <a:custGeom>
              <a:avLst/>
              <a:gdLst/>
              <a:ahLst/>
              <a:cxnLst/>
              <a:rect l="0" t="0" r="r" b="b"/>
              <a:pathLst>
                <a:path w="5508" h="10000">
                  <a:moveTo>
                    <a:pt x="1429" y="1116"/>
                  </a:moveTo>
                  <a:lnTo>
                    <a:pt x="1522" y="1788"/>
                  </a:lnTo>
                  <a:lnTo>
                    <a:pt x="1522" y="1789"/>
                  </a:lnTo>
                  <a:lnTo>
                    <a:pt x="1622" y="2506"/>
                  </a:lnTo>
                  <a:lnTo>
                    <a:pt x="1623" y="2507"/>
                  </a:lnTo>
                  <a:lnTo>
                    <a:pt x="1723" y="3211"/>
                  </a:lnTo>
                  <a:lnTo>
                    <a:pt x="1723" y="3214"/>
                  </a:lnTo>
                  <a:lnTo>
                    <a:pt x="1816" y="3847"/>
                  </a:lnTo>
                  <a:lnTo>
                    <a:pt x="1816" y="3850"/>
                  </a:lnTo>
                  <a:lnTo>
                    <a:pt x="1909" y="4455"/>
                  </a:lnTo>
                  <a:lnTo>
                    <a:pt x="1910" y="4457"/>
                  </a:lnTo>
                  <a:lnTo>
                    <a:pt x="2010" y="5087"/>
                  </a:lnTo>
                  <a:lnTo>
                    <a:pt x="2010" y="5089"/>
                  </a:lnTo>
                  <a:lnTo>
                    <a:pt x="2110" y="5706"/>
                  </a:lnTo>
                  <a:lnTo>
                    <a:pt x="2110" y="5707"/>
                  </a:lnTo>
                  <a:lnTo>
                    <a:pt x="2203" y="6273"/>
                  </a:lnTo>
                  <a:lnTo>
                    <a:pt x="2281" y="6749"/>
                  </a:lnTo>
                  <a:lnTo>
                    <a:pt x="2335" y="7078"/>
                  </a:lnTo>
                  <a:lnTo>
                    <a:pt x="1407" y="8064"/>
                  </a:lnTo>
                  <a:lnTo>
                    <a:pt x="88" y="9452"/>
                  </a:lnTo>
                  <a:lnTo>
                    <a:pt x="68" y="9476"/>
                  </a:lnTo>
                  <a:lnTo>
                    <a:pt x="49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3" y="9997"/>
                  </a:lnTo>
                  <a:lnTo>
                    <a:pt x="395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8" y="8510"/>
                  </a:lnTo>
                  <a:lnTo>
                    <a:pt x="1879" y="8509"/>
                  </a:lnTo>
                  <a:lnTo>
                    <a:pt x="2821" y="7507"/>
                  </a:lnTo>
                  <a:lnTo>
                    <a:pt x="3612" y="8490"/>
                  </a:lnTo>
                  <a:lnTo>
                    <a:pt x="3629" y="8510"/>
                  </a:lnTo>
                  <a:lnTo>
                    <a:pt x="4949" y="9899"/>
                  </a:lnTo>
                  <a:lnTo>
                    <a:pt x="4972" y="9921"/>
                  </a:lnTo>
                  <a:lnTo>
                    <a:pt x="4997" y="9940"/>
                  </a:lnTo>
                  <a:lnTo>
                    <a:pt x="5024" y="9957"/>
                  </a:lnTo>
                  <a:lnTo>
                    <a:pt x="5052" y="9972"/>
                  </a:lnTo>
                  <a:lnTo>
                    <a:pt x="5082" y="9983"/>
                  </a:lnTo>
                  <a:lnTo>
                    <a:pt x="5112" y="9992"/>
                  </a:lnTo>
                  <a:lnTo>
                    <a:pt x="5144" y="9997"/>
                  </a:lnTo>
                  <a:lnTo>
                    <a:pt x="5175" y="10000"/>
                  </a:lnTo>
                  <a:lnTo>
                    <a:pt x="5207" y="9999"/>
                  </a:lnTo>
                  <a:lnTo>
                    <a:pt x="5239" y="9995"/>
                  </a:lnTo>
                  <a:lnTo>
                    <a:pt x="5270" y="9988"/>
                  </a:lnTo>
                  <a:lnTo>
                    <a:pt x="5300" y="9978"/>
                  </a:lnTo>
                  <a:lnTo>
                    <a:pt x="5329" y="9965"/>
                  </a:lnTo>
                  <a:lnTo>
                    <a:pt x="5357" y="9950"/>
                  </a:lnTo>
                  <a:lnTo>
                    <a:pt x="5383" y="9931"/>
                  </a:lnTo>
                  <a:lnTo>
                    <a:pt x="5407" y="9910"/>
                  </a:lnTo>
                  <a:lnTo>
                    <a:pt x="5429" y="9887"/>
                  </a:lnTo>
                  <a:lnTo>
                    <a:pt x="5448" y="9862"/>
                  </a:lnTo>
                  <a:lnTo>
                    <a:pt x="5465" y="9836"/>
                  </a:lnTo>
                  <a:lnTo>
                    <a:pt x="5480" y="9807"/>
                  </a:lnTo>
                  <a:lnTo>
                    <a:pt x="5491" y="9778"/>
                  </a:lnTo>
                  <a:lnTo>
                    <a:pt x="5500" y="9747"/>
                  </a:lnTo>
                  <a:lnTo>
                    <a:pt x="5505" y="9716"/>
                  </a:lnTo>
                  <a:lnTo>
                    <a:pt x="5508" y="9684"/>
                  </a:lnTo>
                  <a:lnTo>
                    <a:pt x="5507" y="9652"/>
                  </a:lnTo>
                  <a:lnTo>
                    <a:pt x="5503" y="9620"/>
                  </a:lnTo>
                  <a:lnTo>
                    <a:pt x="5496" y="9589"/>
                  </a:lnTo>
                  <a:lnTo>
                    <a:pt x="5486" y="9559"/>
                  </a:lnTo>
                  <a:lnTo>
                    <a:pt x="5473" y="9530"/>
                  </a:lnTo>
                  <a:lnTo>
                    <a:pt x="5458" y="9502"/>
                  </a:lnTo>
                  <a:lnTo>
                    <a:pt x="5439" y="9476"/>
                  </a:lnTo>
                  <a:lnTo>
                    <a:pt x="5419" y="9452"/>
                  </a:lnTo>
                  <a:lnTo>
                    <a:pt x="4108" y="8073"/>
                  </a:lnTo>
                  <a:lnTo>
                    <a:pt x="3208" y="6954"/>
                  </a:lnTo>
                  <a:lnTo>
                    <a:pt x="3343" y="6932"/>
                  </a:lnTo>
                  <a:lnTo>
                    <a:pt x="3286" y="6584"/>
                  </a:lnTo>
                  <a:lnTo>
                    <a:pt x="3286" y="6584"/>
                  </a:lnTo>
                  <a:lnTo>
                    <a:pt x="3208" y="6108"/>
                  </a:lnTo>
                  <a:lnTo>
                    <a:pt x="3115" y="5543"/>
                  </a:lnTo>
                  <a:lnTo>
                    <a:pt x="3015" y="4927"/>
                  </a:lnTo>
                  <a:lnTo>
                    <a:pt x="2915" y="4299"/>
                  </a:lnTo>
                  <a:lnTo>
                    <a:pt x="2823" y="3697"/>
                  </a:lnTo>
                  <a:lnTo>
                    <a:pt x="2731" y="3067"/>
                  </a:lnTo>
                  <a:lnTo>
                    <a:pt x="2631" y="2365"/>
                  </a:lnTo>
                  <a:lnTo>
                    <a:pt x="2531" y="1649"/>
                  </a:lnTo>
                  <a:lnTo>
                    <a:pt x="2438" y="977"/>
                  </a:lnTo>
                  <a:lnTo>
                    <a:pt x="2360" y="408"/>
                  </a:lnTo>
                  <a:lnTo>
                    <a:pt x="2360" y="408"/>
                  </a:lnTo>
                  <a:lnTo>
                    <a:pt x="2303" y="0"/>
                  </a:lnTo>
                  <a:lnTo>
                    <a:pt x="1294" y="140"/>
                  </a:lnTo>
                  <a:lnTo>
                    <a:pt x="1351" y="548"/>
                  </a:lnTo>
                  <a:lnTo>
                    <a:pt x="1429" y="1116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83739" y="1182319"/>
              <a:ext cx="344614" cy="980123"/>
            </a:xfrm>
            <a:custGeom>
              <a:avLst/>
              <a:gdLst/>
              <a:ahLst/>
              <a:cxnLst/>
              <a:rect l="0" t="0" r="r" b="b"/>
              <a:pathLst>
                <a:path w="753" h="2187" fill="none">
                  <a:moveTo>
                    <a:pt x="0" y="0"/>
                  </a:moveTo>
                  <a:lnTo>
                    <a:pt x="360" y="0"/>
                  </a:lnTo>
                </a:path>
                <a:path w="753" h="2187" fill="none">
                  <a:moveTo>
                    <a:pt x="56" y="312"/>
                  </a:moveTo>
                  <a:lnTo>
                    <a:pt x="416" y="312"/>
                  </a:lnTo>
                </a:path>
                <a:path w="753" h="2187" fill="none">
                  <a:moveTo>
                    <a:pt x="112" y="625"/>
                  </a:moveTo>
                  <a:lnTo>
                    <a:pt x="472" y="625"/>
                  </a:lnTo>
                </a:path>
                <a:path w="753" h="2187" fill="none">
                  <a:moveTo>
                    <a:pt x="168" y="937"/>
                  </a:moveTo>
                  <a:lnTo>
                    <a:pt x="528" y="937"/>
                  </a:lnTo>
                </a:path>
                <a:path w="753" h="2187" fill="none">
                  <a:moveTo>
                    <a:pt x="225" y="1250"/>
                  </a:moveTo>
                  <a:lnTo>
                    <a:pt x="585" y="1250"/>
                  </a:lnTo>
                </a:path>
                <a:path w="753" h="2187" fill="none">
                  <a:moveTo>
                    <a:pt x="281" y="1562"/>
                  </a:moveTo>
                  <a:lnTo>
                    <a:pt x="641" y="1562"/>
                  </a:lnTo>
                </a:path>
                <a:path w="753" h="2187" fill="none">
                  <a:moveTo>
                    <a:pt x="337" y="1875"/>
                  </a:moveTo>
                  <a:lnTo>
                    <a:pt x="697" y="1875"/>
                  </a:lnTo>
                </a:path>
                <a:path w="753" h="2187" fill="none">
                  <a:moveTo>
                    <a:pt x="393" y="2187"/>
                  </a:moveTo>
                  <a:lnTo>
                    <a:pt x="753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06465" y="1624954"/>
            <a:ext cx="1931579" cy="3182698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42177" y="1490132"/>
            <a:ext cx="895444" cy="434705"/>
            <a:chOff x="1242177" y="1490132"/>
            <a:chExt cx="895444" cy="434705"/>
          </a:xfrm>
        </p:grpSpPr>
        <p:sp>
          <p:nvSpPr>
            <p:cNvPr id="17" name="Forma 16"/>
            <p:cNvSpPr/>
            <p:nvPr/>
          </p:nvSpPr>
          <p:spPr>
            <a:xfrm>
              <a:off x="1242177" y="1490132"/>
              <a:ext cx="895444" cy="434705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5012" y="1532752"/>
              <a:ext cx="697235" cy="304925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1234" y="1681732"/>
              <a:ext cx="781545" cy="179860"/>
            </a:xfrm>
            <a:custGeom>
              <a:avLst/>
              <a:gdLst/>
              <a:ahLst/>
              <a:cxnLst/>
              <a:rect l="0" t="0" r="r" b="b"/>
              <a:pathLst>
                <a:path w="1709" h="401" fill="none">
                  <a:moveTo>
                    <a:pt x="0" y="15"/>
                  </a:moveTo>
                  <a:lnTo>
                    <a:pt x="56" y="16"/>
                  </a:lnTo>
                  <a:lnTo>
                    <a:pt x="194" y="18"/>
                  </a:lnTo>
                  <a:lnTo>
                    <a:pt x="352" y="21"/>
                  </a:lnTo>
                  <a:lnTo>
                    <a:pt x="512" y="24"/>
                  </a:lnTo>
                  <a:lnTo>
                    <a:pt x="652" y="25"/>
                  </a:lnTo>
                  <a:lnTo>
                    <a:pt x="767" y="24"/>
                  </a:lnTo>
                  <a:lnTo>
                    <a:pt x="873" y="22"/>
                  </a:lnTo>
                  <a:lnTo>
                    <a:pt x="974" y="20"/>
                  </a:lnTo>
                  <a:lnTo>
                    <a:pt x="1079" y="17"/>
                  </a:lnTo>
                  <a:lnTo>
                    <a:pt x="1194" y="14"/>
                  </a:lnTo>
                  <a:lnTo>
                    <a:pt x="1332" y="10"/>
                  </a:lnTo>
                  <a:lnTo>
                    <a:pt x="1488" y="6"/>
                  </a:lnTo>
                  <a:lnTo>
                    <a:pt x="1643" y="1"/>
                  </a:lnTo>
                  <a:lnTo>
                    <a:pt x="1690" y="0"/>
                  </a:lnTo>
                </a:path>
                <a:path w="1709" h="401" fill="none">
                  <a:moveTo>
                    <a:pt x="109" y="401"/>
                  </a:moveTo>
                  <a:lnTo>
                    <a:pt x="192" y="381"/>
                  </a:lnTo>
                  <a:lnTo>
                    <a:pt x="309" y="353"/>
                  </a:lnTo>
                  <a:lnTo>
                    <a:pt x="446" y="320"/>
                  </a:lnTo>
                  <a:lnTo>
                    <a:pt x="588" y="286"/>
                  </a:lnTo>
                  <a:lnTo>
                    <a:pt x="719" y="254"/>
                  </a:lnTo>
                  <a:lnTo>
                    <a:pt x="842" y="224"/>
                  </a:lnTo>
                  <a:lnTo>
                    <a:pt x="967" y="193"/>
                  </a:lnTo>
                  <a:lnTo>
                    <a:pt x="1090" y="162"/>
                  </a:lnTo>
                  <a:lnTo>
                    <a:pt x="1212" y="133"/>
                  </a:lnTo>
                  <a:lnTo>
                    <a:pt x="1330" y="107"/>
                  </a:lnTo>
                  <a:lnTo>
                    <a:pt x="1451" y="84"/>
                  </a:lnTo>
                  <a:lnTo>
                    <a:pt x="1577" y="62"/>
                  </a:lnTo>
                  <a:lnTo>
                    <a:pt x="1697" y="42"/>
                  </a:lnTo>
                  <a:lnTo>
                    <a:pt x="1709" y="4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42177" y="1490132"/>
            <a:ext cx="895444" cy="434705"/>
          </a:xfrm>
          <a:custGeom>
            <a:avLst/>
            <a:gdLst/>
            <a:ahLst/>
            <a:cxnLst/>
            <a:rect l="0" t="0" r="r" b="b"/>
            <a:pathLst>
              <a:path w="1958" h="970" fill="none">
                <a:moveTo>
                  <a:pt x="261" y="967"/>
                </a:moveTo>
                <a:lnTo>
                  <a:pt x="296" y="960"/>
                </a:lnTo>
                <a:lnTo>
                  <a:pt x="341" y="950"/>
                </a:lnTo>
                <a:lnTo>
                  <a:pt x="393" y="937"/>
                </a:lnTo>
                <a:lnTo>
                  <a:pt x="394" y="936"/>
                </a:lnTo>
                <a:lnTo>
                  <a:pt x="453" y="922"/>
                </a:lnTo>
                <a:lnTo>
                  <a:pt x="455" y="922"/>
                </a:lnTo>
                <a:lnTo>
                  <a:pt x="519" y="908"/>
                </a:lnTo>
                <a:lnTo>
                  <a:pt x="524" y="907"/>
                </a:lnTo>
                <a:lnTo>
                  <a:pt x="593" y="895"/>
                </a:lnTo>
                <a:lnTo>
                  <a:pt x="598" y="894"/>
                </a:lnTo>
                <a:lnTo>
                  <a:pt x="674" y="883"/>
                </a:lnTo>
                <a:lnTo>
                  <a:pt x="676" y="883"/>
                </a:lnTo>
                <a:lnTo>
                  <a:pt x="761" y="871"/>
                </a:lnTo>
                <a:lnTo>
                  <a:pt x="763" y="870"/>
                </a:lnTo>
                <a:lnTo>
                  <a:pt x="853" y="859"/>
                </a:lnTo>
                <a:lnTo>
                  <a:pt x="856" y="859"/>
                </a:lnTo>
                <a:lnTo>
                  <a:pt x="948" y="848"/>
                </a:lnTo>
                <a:lnTo>
                  <a:pt x="952" y="848"/>
                </a:lnTo>
                <a:lnTo>
                  <a:pt x="1043" y="839"/>
                </a:lnTo>
                <a:lnTo>
                  <a:pt x="1049" y="838"/>
                </a:lnTo>
                <a:lnTo>
                  <a:pt x="1137" y="831"/>
                </a:lnTo>
                <a:lnTo>
                  <a:pt x="1144" y="831"/>
                </a:lnTo>
                <a:lnTo>
                  <a:pt x="1230" y="825"/>
                </a:lnTo>
                <a:lnTo>
                  <a:pt x="1236" y="825"/>
                </a:lnTo>
                <a:lnTo>
                  <a:pt x="1323" y="821"/>
                </a:lnTo>
                <a:lnTo>
                  <a:pt x="1329" y="821"/>
                </a:lnTo>
                <a:lnTo>
                  <a:pt x="1415" y="819"/>
                </a:lnTo>
                <a:lnTo>
                  <a:pt x="1421" y="819"/>
                </a:lnTo>
                <a:lnTo>
                  <a:pt x="1506" y="818"/>
                </a:lnTo>
                <a:lnTo>
                  <a:pt x="1511" y="818"/>
                </a:lnTo>
                <a:lnTo>
                  <a:pt x="1594" y="818"/>
                </a:lnTo>
                <a:lnTo>
                  <a:pt x="1598" y="818"/>
                </a:lnTo>
                <a:lnTo>
                  <a:pt x="1679" y="819"/>
                </a:lnTo>
                <a:lnTo>
                  <a:pt x="1686" y="819"/>
                </a:lnTo>
                <a:lnTo>
                  <a:pt x="1760" y="822"/>
                </a:lnTo>
                <a:lnTo>
                  <a:pt x="1769" y="822"/>
                </a:lnTo>
                <a:lnTo>
                  <a:pt x="1836" y="826"/>
                </a:lnTo>
                <a:lnTo>
                  <a:pt x="1842" y="827"/>
                </a:lnTo>
                <a:lnTo>
                  <a:pt x="1908" y="832"/>
                </a:lnTo>
                <a:lnTo>
                  <a:pt x="1910" y="832"/>
                </a:lnTo>
                <a:lnTo>
                  <a:pt x="1958" y="836"/>
                </a:lnTo>
                <a:lnTo>
                  <a:pt x="1945" y="803"/>
                </a:lnTo>
                <a:lnTo>
                  <a:pt x="1889" y="673"/>
                </a:lnTo>
                <a:lnTo>
                  <a:pt x="1835" y="553"/>
                </a:lnTo>
                <a:lnTo>
                  <a:pt x="1784" y="445"/>
                </a:lnTo>
                <a:lnTo>
                  <a:pt x="1784" y="445"/>
                </a:lnTo>
                <a:lnTo>
                  <a:pt x="1739" y="350"/>
                </a:lnTo>
                <a:lnTo>
                  <a:pt x="1739" y="349"/>
                </a:lnTo>
                <a:lnTo>
                  <a:pt x="1702" y="266"/>
                </a:lnTo>
                <a:lnTo>
                  <a:pt x="1666" y="195"/>
                </a:lnTo>
                <a:lnTo>
                  <a:pt x="1629" y="134"/>
                </a:lnTo>
                <a:lnTo>
                  <a:pt x="1585" y="82"/>
                </a:lnTo>
                <a:lnTo>
                  <a:pt x="1528" y="38"/>
                </a:lnTo>
                <a:lnTo>
                  <a:pt x="1459" y="0"/>
                </a:lnTo>
                <a:lnTo>
                  <a:pt x="1404" y="0"/>
                </a:lnTo>
                <a:lnTo>
                  <a:pt x="1345" y="2"/>
                </a:lnTo>
                <a:lnTo>
                  <a:pt x="1284" y="5"/>
                </a:lnTo>
                <a:lnTo>
                  <a:pt x="1220" y="9"/>
                </a:lnTo>
                <a:lnTo>
                  <a:pt x="1156" y="14"/>
                </a:lnTo>
                <a:lnTo>
                  <a:pt x="1092" y="20"/>
                </a:lnTo>
                <a:lnTo>
                  <a:pt x="1030" y="27"/>
                </a:lnTo>
                <a:lnTo>
                  <a:pt x="970" y="35"/>
                </a:lnTo>
                <a:lnTo>
                  <a:pt x="910" y="43"/>
                </a:lnTo>
                <a:lnTo>
                  <a:pt x="851" y="53"/>
                </a:lnTo>
                <a:lnTo>
                  <a:pt x="794" y="63"/>
                </a:lnTo>
                <a:lnTo>
                  <a:pt x="738" y="74"/>
                </a:lnTo>
                <a:lnTo>
                  <a:pt x="685" y="86"/>
                </a:lnTo>
                <a:lnTo>
                  <a:pt x="634" y="98"/>
                </a:lnTo>
                <a:lnTo>
                  <a:pt x="585" y="111"/>
                </a:lnTo>
                <a:lnTo>
                  <a:pt x="537" y="125"/>
                </a:lnTo>
                <a:lnTo>
                  <a:pt x="491" y="139"/>
                </a:lnTo>
                <a:lnTo>
                  <a:pt x="447" y="155"/>
                </a:lnTo>
                <a:lnTo>
                  <a:pt x="405" y="171"/>
                </a:lnTo>
                <a:lnTo>
                  <a:pt x="365" y="187"/>
                </a:lnTo>
                <a:lnTo>
                  <a:pt x="326" y="204"/>
                </a:lnTo>
                <a:lnTo>
                  <a:pt x="289" y="222"/>
                </a:lnTo>
                <a:lnTo>
                  <a:pt x="255" y="241"/>
                </a:lnTo>
                <a:lnTo>
                  <a:pt x="251" y="243"/>
                </a:lnTo>
                <a:lnTo>
                  <a:pt x="221" y="264"/>
                </a:lnTo>
                <a:lnTo>
                  <a:pt x="131" y="338"/>
                </a:lnTo>
                <a:lnTo>
                  <a:pt x="76" y="388"/>
                </a:lnTo>
                <a:lnTo>
                  <a:pt x="64" y="404"/>
                </a:lnTo>
                <a:lnTo>
                  <a:pt x="50" y="425"/>
                </a:lnTo>
                <a:lnTo>
                  <a:pt x="38" y="447"/>
                </a:lnTo>
                <a:lnTo>
                  <a:pt x="27" y="469"/>
                </a:lnTo>
                <a:lnTo>
                  <a:pt x="19" y="491"/>
                </a:lnTo>
                <a:lnTo>
                  <a:pt x="12" y="513"/>
                </a:lnTo>
                <a:lnTo>
                  <a:pt x="7" y="536"/>
                </a:lnTo>
                <a:lnTo>
                  <a:pt x="3" y="558"/>
                </a:lnTo>
                <a:lnTo>
                  <a:pt x="0" y="580"/>
                </a:lnTo>
                <a:lnTo>
                  <a:pt x="0" y="602"/>
                </a:lnTo>
                <a:lnTo>
                  <a:pt x="0" y="624"/>
                </a:lnTo>
                <a:lnTo>
                  <a:pt x="3" y="646"/>
                </a:lnTo>
                <a:lnTo>
                  <a:pt x="7" y="668"/>
                </a:lnTo>
                <a:lnTo>
                  <a:pt x="13" y="689"/>
                </a:lnTo>
                <a:lnTo>
                  <a:pt x="20" y="711"/>
                </a:lnTo>
                <a:lnTo>
                  <a:pt x="30" y="732"/>
                </a:lnTo>
                <a:lnTo>
                  <a:pt x="41" y="753"/>
                </a:lnTo>
                <a:lnTo>
                  <a:pt x="52" y="774"/>
                </a:lnTo>
                <a:lnTo>
                  <a:pt x="64" y="793"/>
                </a:lnTo>
                <a:lnTo>
                  <a:pt x="77" y="812"/>
                </a:lnTo>
                <a:lnTo>
                  <a:pt x="90" y="830"/>
                </a:lnTo>
                <a:lnTo>
                  <a:pt x="105" y="847"/>
                </a:lnTo>
                <a:lnTo>
                  <a:pt x="119" y="864"/>
                </a:lnTo>
                <a:lnTo>
                  <a:pt x="135" y="880"/>
                </a:lnTo>
                <a:lnTo>
                  <a:pt x="150" y="895"/>
                </a:lnTo>
                <a:lnTo>
                  <a:pt x="166" y="911"/>
                </a:lnTo>
                <a:lnTo>
                  <a:pt x="182" y="926"/>
                </a:lnTo>
                <a:lnTo>
                  <a:pt x="198" y="941"/>
                </a:lnTo>
                <a:lnTo>
                  <a:pt x="214" y="954"/>
                </a:lnTo>
                <a:lnTo>
                  <a:pt x="230" y="964"/>
                </a:lnTo>
                <a:lnTo>
                  <a:pt x="242" y="970"/>
                </a:lnTo>
                <a:lnTo>
                  <a:pt x="261" y="96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110173" y="1498676"/>
            <a:ext cx="1114354" cy="3353805"/>
            <a:chOff x="3110173" y="1498676"/>
            <a:chExt cx="1114354" cy="3353805"/>
          </a:xfrm>
        </p:grpSpPr>
        <p:sp>
          <p:nvSpPr>
            <p:cNvPr id="22" name="Forma 21"/>
            <p:cNvSpPr/>
            <p:nvPr/>
          </p:nvSpPr>
          <p:spPr>
            <a:xfrm>
              <a:off x="3110173" y="1498676"/>
              <a:ext cx="1114354" cy="3353805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138549" y="1809598"/>
              <a:ext cx="992302" cy="2285086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137731" y="3071327"/>
              <a:ext cx="1027336" cy="1174476"/>
            </a:xfrm>
            <a:custGeom>
              <a:avLst/>
              <a:gdLst/>
              <a:ahLst/>
              <a:cxnLst/>
              <a:rect l="0" t="0" r="r" b="b"/>
              <a:pathLst>
                <a:path w="2247" h="2621" fill="none">
                  <a:moveTo>
                    <a:pt x="2247" y="2621"/>
                  </a:moveTo>
                  <a:lnTo>
                    <a:pt x="2165" y="2519"/>
                  </a:lnTo>
                  <a:lnTo>
                    <a:pt x="1979" y="2285"/>
                  </a:lnTo>
                  <a:lnTo>
                    <a:pt x="1762" y="2014"/>
                  </a:lnTo>
                  <a:lnTo>
                    <a:pt x="1540" y="1736"/>
                  </a:lnTo>
                  <a:lnTo>
                    <a:pt x="1337" y="1483"/>
                  </a:lnTo>
                  <a:lnTo>
                    <a:pt x="1150" y="1249"/>
                  </a:lnTo>
                  <a:lnTo>
                    <a:pt x="964" y="1012"/>
                  </a:lnTo>
                  <a:lnTo>
                    <a:pt x="781" y="783"/>
                  </a:lnTo>
                  <a:lnTo>
                    <a:pt x="604" y="570"/>
                  </a:lnTo>
                  <a:lnTo>
                    <a:pt x="437" y="383"/>
                  </a:lnTo>
                  <a:lnTo>
                    <a:pt x="270" y="222"/>
                  </a:lnTo>
                  <a:lnTo>
                    <a:pt x="101" y="79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110173" y="1498676"/>
            <a:ext cx="1114354" cy="3353805"/>
          </a:xfrm>
          <a:custGeom>
            <a:avLst/>
            <a:gdLst/>
            <a:ahLst/>
            <a:cxnLst/>
            <a:rect l="0" t="0" r="r" b="b"/>
            <a:pathLst>
              <a:path w="2437" h="7485" fill="none">
                <a:moveTo>
                  <a:pt x="564" y="26"/>
                </a:moveTo>
                <a:lnTo>
                  <a:pt x="560" y="37"/>
                </a:lnTo>
                <a:lnTo>
                  <a:pt x="555" y="47"/>
                </a:lnTo>
                <a:lnTo>
                  <a:pt x="529" y="95"/>
                </a:lnTo>
                <a:lnTo>
                  <a:pt x="527" y="99"/>
                </a:lnTo>
                <a:lnTo>
                  <a:pt x="493" y="154"/>
                </a:lnTo>
                <a:lnTo>
                  <a:pt x="457" y="215"/>
                </a:lnTo>
                <a:lnTo>
                  <a:pt x="419" y="284"/>
                </a:lnTo>
                <a:lnTo>
                  <a:pt x="383" y="361"/>
                </a:lnTo>
                <a:lnTo>
                  <a:pt x="349" y="450"/>
                </a:lnTo>
                <a:lnTo>
                  <a:pt x="316" y="554"/>
                </a:lnTo>
                <a:lnTo>
                  <a:pt x="282" y="671"/>
                </a:lnTo>
                <a:lnTo>
                  <a:pt x="248" y="799"/>
                </a:lnTo>
                <a:lnTo>
                  <a:pt x="216" y="936"/>
                </a:lnTo>
                <a:lnTo>
                  <a:pt x="186" y="1080"/>
                </a:lnTo>
                <a:lnTo>
                  <a:pt x="159" y="1231"/>
                </a:lnTo>
                <a:lnTo>
                  <a:pt x="135" y="1392"/>
                </a:lnTo>
                <a:lnTo>
                  <a:pt x="113" y="1565"/>
                </a:lnTo>
                <a:lnTo>
                  <a:pt x="93" y="1746"/>
                </a:lnTo>
                <a:lnTo>
                  <a:pt x="76" y="1931"/>
                </a:lnTo>
                <a:lnTo>
                  <a:pt x="61" y="2117"/>
                </a:lnTo>
                <a:lnTo>
                  <a:pt x="48" y="2301"/>
                </a:lnTo>
                <a:lnTo>
                  <a:pt x="48" y="2302"/>
                </a:lnTo>
                <a:lnTo>
                  <a:pt x="34" y="2484"/>
                </a:lnTo>
                <a:lnTo>
                  <a:pt x="34" y="2485"/>
                </a:lnTo>
                <a:lnTo>
                  <a:pt x="19" y="2667"/>
                </a:lnTo>
                <a:lnTo>
                  <a:pt x="6" y="2848"/>
                </a:lnTo>
                <a:lnTo>
                  <a:pt x="0" y="3027"/>
                </a:lnTo>
                <a:lnTo>
                  <a:pt x="2" y="3204"/>
                </a:lnTo>
                <a:lnTo>
                  <a:pt x="17" y="3379"/>
                </a:lnTo>
                <a:lnTo>
                  <a:pt x="47" y="3554"/>
                </a:lnTo>
                <a:lnTo>
                  <a:pt x="92" y="3730"/>
                </a:lnTo>
                <a:lnTo>
                  <a:pt x="147" y="3910"/>
                </a:lnTo>
                <a:lnTo>
                  <a:pt x="207" y="4092"/>
                </a:lnTo>
                <a:lnTo>
                  <a:pt x="207" y="4093"/>
                </a:lnTo>
                <a:lnTo>
                  <a:pt x="267" y="4276"/>
                </a:lnTo>
                <a:lnTo>
                  <a:pt x="268" y="4279"/>
                </a:lnTo>
                <a:lnTo>
                  <a:pt x="322" y="4462"/>
                </a:lnTo>
                <a:lnTo>
                  <a:pt x="323" y="4463"/>
                </a:lnTo>
                <a:lnTo>
                  <a:pt x="374" y="4643"/>
                </a:lnTo>
                <a:lnTo>
                  <a:pt x="426" y="4819"/>
                </a:lnTo>
                <a:lnTo>
                  <a:pt x="427" y="4819"/>
                </a:lnTo>
                <a:lnTo>
                  <a:pt x="479" y="4996"/>
                </a:lnTo>
                <a:lnTo>
                  <a:pt x="479" y="4998"/>
                </a:lnTo>
                <a:lnTo>
                  <a:pt x="529" y="5178"/>
                </a:lnTo>
                <a:lnTo>
                  <a:pt x="530" y="5182"/>
                </a:lnTo>
                <a:lnTo>
                  <a:pt x="575" y="5369"/>
                </a:lnTo>
                <a:lnTo>
                  <a:pt x="576" y="5374"/>
                </a:lnTo>
                <a:lnTo>
                  <a:pt x="614" y="5573"/>
                </a:lnTo>
                <a:lnTo>
                  <a:pt x="614" y="5573"/>
                </a:lnTo>
                <a:lnTo>
                  <a:pt x="658" y="5803"/>
                </a:lnTo>
                <a:lnTo>
                  <a:pt x="712" y="6066"/>
                </a:lnTo>
                <a:lnTo>
                  <a:pt x="712" y="6068"/>
                </a:lnTo>
                <a:lnTo>
                  <a:pt x="761" y="6339"/>
                </a:lnTo>
                <a:lnTo>
                  <a:pt x="762" y="6346"/>
                </a:lnTo>
                <a:lnTo>
                  <a:pt x="770" y="6416"/>
                </a:lnTo>
                <a:lnTo>
                  <a:pt x="871" y="6449"/>
                </a:lnTo>
                <a:lnTo>
                  <a:pt x="881" y="6453"/>
                </a:lnTo>
                <a:lnTo>
                  <a:pt x="1003" y="6507"/>
                </a:lnTo>
                <a:lnTo>
                  <a:pt x="1011" y="6510"/>
                </a:lnTo>
                <a:lnTo>
                  <a:pt x="1137" y="6579"/>
                </a:lnTo>
                <a:lnTo>
                  <a:pt x="1143" y="6582"/>
                </a:lnTo>
                <a:lnTo>
                  <a:pt x="1270" y="6661"/>
                </a:lnTo>
                <a:lnTo>
                  <a:pt x="1274" y="6664"/>
                </a:lnTo>
                <a:lnTo>
                  <a:pt x="1398" y="6750"/>
                </a:lnTo>
                <a:lnTo>
                  <a:pt x="1402" y="6752"/>
                </a:lnTo>
                <a:lnTo>
                  <a:pt x="1518" y="6840"/>
                </a:lnTo>
                <a:lnTo>
                  <a:pt x="1521" y="6842"/>
                </a:lnTo>
                <a:lnTo>
                  <a:pt x="1626" y="6928"/>
                </a:lnTo>
                <a:lnTo>
                  <a:pt x="1633" y="6934"/>
                </a:lnTo>
                <a:lnTo>
                  <a:pt x="1728" y="7026"/>
                </a:lnTo>
                <a:lnTo>
                  <a:pt x="1735" y="7033"/>
                </a:lnTo>
                <a:lnTo>
                  <a:pt x="1823" y="7136"/>
                </a:lnTo>
                <a:lnTo>
                  <a:pt x="1827" y="7140"/>
                </a:lnTo>
                <a:lnTo>
                  <a:pt x="1908" y="7245"/>
                </a:lnTo>
                <a:lnTo>
                  <a:pt x="1909" y="7246"/>
                </a:lnTo>
                <a:lnTo>
                  <a:pt x="1981" y="7344"/>
                </a:lnTo>
                <a:lnTo>
                  <a:pt x="2042" y="7421"/>
                </a:lnTo>
                <a:lnTo>
                  <a:pt x="2092" y="7472"/>
                </a:lnTo>
                <a:lnTo>
                  <a:pt x="2107" y="7485"/>
                </a:lnTo>
                <a:lnTo>
                  <a:pt x="2119" y="7455"/>
                </a:lnTo>
                <a:lnTo>
                  <a:pt x="2141" y="7384"/>
                </a:lnTo>
                <a:lnTo>
                  <a:pt x="2163" y="7293"/>
                </a:lnTo>
                <a:lnTo>
                  <a:pt x="2185" y="7185"/>
                </a:lnTo>
                <a:lnTo>
                  <a:pt x="2207" y="7065"/>
                </a:lnTo>
                <a:lnTo>
                  <a:pt x="2228" y="6936"/>
                </a:lnTo>
                <a:lnTo>
                  <a:pt x="2250" y="6793"/>
                </a:lnTo>
                <a:lnTo>
                  <a:pt x="2271" y="6631"/>
                </a:lnTo>
                <a:lnTo>
                  <a:pt x="2291" y="6458"/>
                </a:lnTo>
                <a:lnTo>
                  <a:pt x="2311" y="6279"/>
                </a:lnTo>
                <a:lnTo>
                  <a:pt x="2330" y="6102"/>
                </a:lnTo>
                <a:lnTo>
                  <a:pt x="2347" y="5932"/>
                </a:lnTo>
                <a:lnTo>
                  <a:pt x="2364" y="5771"/>
                </a:lnTo>
                <a:lnTo>
                  <a:pt x="2380" y="5613"/>
                </a:lnTo>
                <a:lnTo>
                  <a:pt x="2395" y="5458"/>
                </a:lnTo>
                <a:lnTo>
                  <a:pt x="2408" y="5303"/>
                </a:lnTo>
                <a:lnTo>
                  <a:pt x="2419" y="5147"/>
                </a:lnTo>
                <a:lnTo>
                  <a:pt x="2427" y="4989"/>
                </a:lnTo>
                <a:lnTo>
                  <a:pt x="2432" y="4827"/>
                </a:lnTo>
                <a:lnTo>
                  <a:pt x="2436" y="4662"/>
                </a:lnTo>
                <a:lnTo>
                  <a:pt x="2437" y="4497"/>
                </a:lnTo>
                <a:lnTo>
                  <a:pt x="2436" y="4330"/>
                </a:lnTo>
                <a:lnTo>
                  <a:pt x="2432" y="4164"/>
                </a:lnTo>
                <a:lnTo>
                  <a:pt x="2427" y="3998"/>
                </a:lnTo>
                <a:lnTo>
                  <a:pt x="2419" y="3832"/>
                </a:lnTo>
                <a:lnTo>
                  <a:pt x="2410" y="3665"/>
                </a:lnTo>
                <a:lnTo>
                  <a:pt x="2398" y="3499"/>
                </a:lnTo>
                <a:lnTo>
                  <a:pt x="2384" y="3333"/>
                </a:lnTo>
                <a:lnTo>
                  <a:pt x="2368" y="3169"/>
                </a:lnTo>
                <a:lnTo>
                  <a:pt x="2348" y="3008"/>
                </a:lnTo>
                <a:lnTo>
                  <a:pt x="2325" y="2847"/>
                </a:lnTo>
                <a:lnTo>
                  <a:pt x="2300" y="2687"/>
                </a:lnTo>
                <a:lnTo>
                  <a:pt x="2272" y="2528"/>
                </a:lnTo>
                <a:lnTo>
                  <a:pt x="2242" y="2372"/>
                </a:lnTo>
                <a:lnTo>
                  <a:pt x="2208" y="2220"/>
                </a:lnTo>
                <a:lnTo>
                  <a:pt x="2171" y="2072"/>
                </a:lnTo>
                <a:lnTo>
                  <a:pt x="2130" y="1928"/>
                </a:lnTo>
                <a:lnTo>
                  <a:pt x="2085" y="1786"/>
                </a:lnTo>
                <a:lnTo>
                  <a:pt x="2037" y="1648"/>
                </a:lnTo>
                <a:lnTo>
                  <a:pt x="1986" y="1514"/>
                </a:lnTo>
                <a:lnTo>
                  <a:pt x="1933" y="1384"/>
                </a:lnTo>
                <a:lnTo>
                  <a:pt x="1877" y="1260"/>
                </a:lnTo>
                <a:lnTo>
                  <a:pt x="1819" y="1141"/>
                </a:lnTo>
                <a:lnTo>
                  <a:pt x="1758" y="1027"/>
                </a:lnTo>
                <a:lnTo>
                  <a:pt x="1695" y="917"/>
                </a:lnTo>
                <a:lnTo>
                  <a:pt x="1629" y="813"/>
                </a:lnTo>
                <a:lnTo>
                  <a:pt x="1561" y="715"/>
                </a:lnTo>
                <a:lnTo>
                  <a:pt x="1491" y="622"/>
                </a:lnTo>
                <a:lnTo>
                  <a:pt x="1418" y="535"/>
                </a:lnTo>
                <a:lnTo>
                  <a:pt x="1341" y="453"/>
                </a:lnTo>
                <a:lnTo>
                  <a:pt x="1262" y="377"/>
                </a:lnTo>
                <a:lnTo>
                  <a:pt x="1182" y="306"/>
                </a:lnTo>
                <a:lnTo>
                  <a:pt x="1100" y="243"/>
                </a:lnTo>
                <a:lnTo>
                  <a:pt x="1018" y="187"/>
                </a:lnTo>
                <a:lnTo>
                  <a:pt x="931" y="137"/>
                </a:lnTo>
                <a:lnTo>
                  <a:pt x="832" y="91"/>
                </a:lnTo>
                <a:lnTo>
                  <a:pt x="731" y="50"/>
                </a:lnTo>
                <a:lnTo>
                  <a:pt x="635" y="18"/>
                </a:lnTo>
                <a:lnTo>
                  <a:pt x="573" y="0"/>
                </a:lnTo>
                <a:lnTo>
                  <a:pt x="564" y="2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4293" h="7514" fill="none">
                <a:moveTo>
                  <a:pt x="2172" y="3"/>
                </a:moveTo>
                <a:lnTo>
                  <a:pt x="2073" y="17"/>
                </a:lnTo>
                <a:lnTo>
                  <a:pt x="1973" y="42"/>
                </a:lnTo>
                <a:lnTo>
                  <a:pt x="1871" y="76"/>
                </a:lnTo>
                <a:lnTo>
                  <a:pt x="1769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9"/>
                </a:lnTo>
                <a:lnTo>
                  <a:pt x="271" y="7077"/>
                </a:lnTo>
                <a:lnTo>
                  <a:pt x="295" y="7191"/>
                </a:lnTo>
                <a:lnTo>
                  <a:pt x="320" y="7293"/>
                </a:lnTo>
                <a:lnTo>
                  <a:pt x="346" y="7379"/>
                </a:lnTo>
                <a:lnTo>
                  <a:pt x="374" y="7443"/>
                </a:lnTo>
                <a:lnTo>
                  <a:pt x="400" y="7484"/>
                </a:lnTo>
                <a:lnTo>
                  <a:pt x="424" y="7507"/>
                </a:lnTo>
                <a:lnTo>
                  <a:pt x="449" y="7514"/>
                </a:lnTo>
                <a:lnTo>
                  <a:pt x="479" y="7505"/>
                </a:lnTo>
                <a:lnTo>
                  <a:pt x="517" y="7481"/>
                </a:lnTo>
                <a:lnTo>
                  <a:pt x="567" y="7443"/>
                </a:lnTo>
                <a:lnTo>
                  <a:pt x="628" y="7383"/>
                </a:lnTo>
                <a:lnTo>
                  <a:pt x="698" y="7300"/>
                </a:lnTo>
                <a:lnTo>
                  <a:pt x="777" y="7201"/>
                </a:lnTo>
                <a:lnTo>
                  <a:pt x="863" y="7097"/>
                </a:lnTo>
                <a:lnTo>
                  <a:pt x="957" y="6994"/>
                </a:lnTo>
                <a:lnTo>
                  <a:pt x="1059" y="6903"/>
                </a:lnTo>
                <a:lnTo>
                  <a:pt x="1171" y="6817"/>
                </a:lnTo>
                <a:lnTo>
                  <a:pt x="1296" y="6729"/>
                </a:lnTo>
                <a:lnTo>
                  <a:pt x="1428" y="6644"/>
                </a:lnTo>
                <a:lnTo>
                  <a:pt x="1564" y="6565"/>
                </a:lnTo>
                <a:lnTo>
                  <a:pt x="1699" y="6496"/>
                </a:lnTo>
                <a:lnTo>
                  <a:pt x="1829" y="6443"/>
                </a:lnTo>
                <a:lnTo>
                  <a:pt x="1957" y="6404"/>
                </a:lnTo>
                <a:lnTo>
                  <a:pt x="2084" y="6377"/>
                </a:lnTo>
                <a:lnTo>
                  <a:pt x="2212" y="6360"/>
                </a:lnTo>
                <a:lnTo>
                  <a:pt x="2337" y="6353"/>
                </a:lnTo>
                <a:lnTo>
                  <a:pt x="2460" y="6354"/>
                </a:lnTo>
                <a:lnTo>
                  <a:pt x="2578" y="6363"/>
                </a:lnTo>
                <a:lnTo>
                  <a:pt x="2687" y="6381"/>
                </a:lnTo>
                <a:lnTo>
                  <a:pt x="2786" y="6412"/>
                </a:lnTo>
                <a:lnTo>
                  <a:pt x="2883" y="6451"/>
                </a:lnTo>
                <a:lnTo>
                  <a:pt x="2983" y="6495"/>
                </a:lnTo>
                <a:lnTo>
                  <a:pt x="3093" y="6540"/>
                </a:lnTo>
                <a:lnTo>
                  <a:pt x="3220" y="6583"/>
                </a:lnTo>
                <a:lnTo>
                  <a:pt x="3380" y="6640"/>
                </a:lnTo>
                <a:lnTo>
                  <a:pt x="3571" y="6717"/>
                </a:lnTo>
                <a:lnTo>
                  <a:pt x="3773" y="6796"/>
                </a:lnTo>
                <a:lnTo>
                  <a:pt x="3964" y="6857"/>
                </a:lnTo>
                <a:lnTo>
                  <a:pt x="4125" y="6879"/>
                </a:lnTo>
                <a:lnTo>
                  <a:pt x="4235" y="6843"/>
                </a:lnTo>
                <a:lnTo>
                  <a:pt x="4286" y="6736"/>
                </a:lnTo>
                <a:lnTo>
                  <a:pt x="4293" y="6571"/>
                </a:lnTo>
                <a:lnTo>
                  <a:pt x="4269" y="6368"/>
                </a:lnTo>
                <a:lnTo>
                  <a:pt x="4228" y="6146"/>
                </a:lnTo>
                <a:lnTo>
                  <a:pt x="4186" y="5924"/>
                </a:lnTo>
                <a:lnTo>
                  <a:pt x="4154" y="5723"/>
                </a:lnTo>
                <a:lnTo>
                  <a:pt x="4131" y="5538"/>
                </a:lnTo>
                <a:lnTo>
                  <a:pt x="4104" y="5354"/>
                </a:lnTo>
                <a:lnTo>
                  <a:pt x="4075" y="5171"/>
                </a:lnTo>
                <a:lnTo>
                  <a:pt x="4045" y="4989"/>
                </a:lnTo>
                <a:lnTo>
                  <a:pt x="4014" y="4806"/>
                </a:lnTo>
                <a:lnTo>
                  <a:pt x="3985" y="4623"/>
                </a:lnTo>
                <a:lnTo>
                  <a:pt x="3957" y="4439"/>
                </a:lnTo>
                <a:lnTo>
                  <a:pt x="3930" y="4256"/>
                </a:lnTo>
                <a:lnTo>
                  <a:pt x="3903" y="4073"/>
                </a:lnTo>
                <a:lnTo>
                  <a:pt x="3875" y="3889"/>
                </a:lnTo>
                <a:lnTo>
                  <a:pt x="3846" y="3706"/>
                </a:lnTo>
                <a:lnTo>
                  <a:pt x="3816" y="3523"/>
                </a:lnTo>
                <a:lnTo>
                  <a:pt x="3784" y="3339"/>
                </a:lnTo>
                <a:lnTo>
                  <a:pt x="3752" y="3155"/>
                </a:lnTo>
                <a:lnTo>
                  <a:pt x="3718" y="2971"/>
                </a:lnTo>
                <a:lnTo>
                  <a:pt x="3683" y="2788"/>
                </a:lnTo>
                <a:lnTo>
                  <a:pt x="3646" y="2605"/>
                </a:lnTo>
                <a:lnTo>
                  <a:pt x="3606" y="2423"/>
                </a:lnTo>
                <a:lnTo>
                  <a:pt x="3563" y="2238"/>
                </a:lnTo>
                <a:lnTo>
                  <a:pt x="3518" y="2051"/>
                </a:lnTo>
                <a:lnTo>
                  <a:pt x="3470" y="1864"/>
                </a:lnTo>
                <a:lnTo>
                  <a:pt x="3420" y="1681"/>
                </a:lnTo>
                <a:lnTo>
                  <a:pt x="3370" y="1506"/>
                </a:lnTo>
                <a:lnTo>
                  <a:pt x="3319" y="1343"/>
                </a:lnTo>
                <a:lnTo>
                  <a:pt x="3266" y="1189"/>
                </a:lnTo>
                <a:lnTo>
                  <a:pt x="3211" y="1041"/>
                </a:lnTo>
                <a:lnTo>
                  <a:pt x="3155" y="901"/>
                </a:lnTo>
                <a:lnTo>
                  <a:pt x="3099" y="771"/>
                </a:lnTo>
                <a:lnTo>
                  <a:pt x="3045" y="651"/>
                </a:lnTo>
                <a:lnTo>
                  <a:pt x="2994" y="543"/>
                </a:lnTo>
                <a:lnTo>
                  <a:pt x="2949" y="447"/>
                </a:lnTo>
                <a:lnTo>
                  <a:pt x="2911" y="363"/>
                </a:lnTo>
                <a:lnTo>
                  <a:pt x="2875" y="290"/>
                </a:lnTo>
                <a:lnTo>
                  <a:pt x="2835" y="226"/>
                </a:lnTo>
                <a:lnTo>
                  <a:pt x="2788" y="171"/>
                </a:lnTo>
                <a:lnTo>
                  <a:pt x="2728" y="123"/>
                </a:lnTo>
                <a:lnTo>
                  <a:pt x="2652" y="81"/>
                </a:lnTo>
                <a:lnTo>
                  <a:pt x="2565" y="48"/>
                </a:lnTo>
                <a:lnTo>
                  <a:pt x="2470" y="23"/>
                </a:lnTo>
                <a:lnTo>
                  <a:pt x="2371" y="6"/>
                </a:lnTo>
                <a:lnTo>
                  <a:pt x="2270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2657" h="7754" fill="none">
                <a:moveTo>
                  <a:pt x="627" y="3"/>
                </a:moveTo>
                <a:lnTo>
                  <a:pt x="590" y="0"/>
                </a:lnTo>
                <a:lnTo>
                  <a:pt x="576" y="6"/>
                </a:lnTo>
                <a:lnTo>
                  <a:pt x="577" y="23"/>
                </a:lnTo>
                <a:lnTo>
                  <a:pt x="582" y="48"/>
                </a:lnTo>
                <a:lnTo>
                  <a:pt x="582" y="81"/>
                </a:lnTo>
                <a:lnTo>
                  <a:pt x="569" y="123"/>
                </a:lnTo>
                <a:lnTo>
                  <a:pt x="543" y="171"/>
                </a:lnTo>
                <a:lnTo>
                  <a:pt x="509" y="226"/>
                </a:lnTo>
                <a:lnTo>
                  <a:pt x="471" y="290"/>
                </a:lnTo>
                <a:lnTo>
                  <a:pt x="431" y="363"/>
                </a:lnTo>
                <a:lnTo>
                  <a:pt x="392" y="447"/>
                </a:lnTo>
                <a:lnTo>
                  <a:pt x="355" y="543"/>
                </a:lnTo>
                <a:lnTo>
                  <a:pt x="321" y="651"/>
                </a:lnTo>
                <a:lnTo>
                  <a:pt x="286" y="771"/>
                </a:lnTo>
                <a:lnTo>
                  <a:pt x="252" y="901"/>
                </a:lnTo>
                <a:lnTo>
                  <a:pt x="219" y="1041"/>
                </a:lnTo>
                <a:lnTo>
                  <a:pt x="188" y="1189"/>
                </a:lnTo>
                <a:lnTo>
                  <a:pt x="160" y="1343"/>
                </a:lnTo>
                <a:lnTo>
                  <a:pt x="136" y="1506"/>
                </a:lnTo>
                <a:lnTo>
                  <a:pt x="114" y="1681"/>
                </a:lnTo>
                <a:lnTo>
                  <a:pt x="94" y="1864"/>
                </a:lnTo>
                <a:lnTo>
                  <a:pt x="76" y="2051"/>
                </a:lnTo>
                <a:lnTo>
                  <a:pt x="61" y="2238"/>
                </a:lnTo>
                <a:lnTo>
                  <a:pt x="48" y="2423"/>
                </a:lnTo>
                <a:lnTo>
                  <a:pt x="34" y="2605"/>
                </a:lnTo>
                <a:lnTo>
                  <a:pt x="19" y="2788"/>
                </a:lnTo>
                <a:lnTo>
                  <a:pt x="6" y="2971"/>
                </a:lnTo>
                <a:lnTo>
                  <a:pt x="0" y="3155"/>
                </a:lnTo>
                <a:lnTo>
                  <a:pt x="2" y="3339"/>
                </a:lnTo>
                <a:lnTo>
                  <a:pt x="18" y="3523"/>
                </a:lnTo>
                <a:lnTo>
                  <a:pt x="50" y="3706"/>
                </a:lnTo>
                <a:lnTo>
                  <a:pt x="96" y="3889"/>
                </a:lnTo>
                <a:lnTo>
                  <a:pt x="152" y="4073"/>
                </a:lnTo>
                <a:lnTo>
                  <a:pt x="213" y="4256"/>
                </a:lnTo>
                <a:lnTo>
                  <a:pt x="273" y="4439"/>
                </a:lnTo>
                <a:lnTo>
                  <a:pt x="327" y="4623"/>
                </a:lnTo>
                <a:lnTo>
                  <a:pt x="378" y="4803"/>
                </a:lnTo>
                <a:lnTo>
                  <a:pt x="431" y="4980"/>
                </a:lnTo>
                <a:lnTo>
                  <a:pt x="483" y="5156"/>
                </a:lnTo>
                <a:lnTo>
                  <a:pt x="533" y="5337"/>
                </a:lnTo>
                <a:lnTo>
                  <a:pt x="578" y="5524"/>
                </a:lnTo>
                <a:lnTo>
                  <a:pt x="616" y="5723"/>
                </a:lnTo>
                <a:lnTo>
                  <a:pt x="660" y="5953"/>
                </a:lnTo>
                <a:lnTo>
                  <a:pt x="714" y="6217"/>
                </a:lnTo>
                <a:lnTo>
                  <a:pt x="763" y="6488"/>
                </a:lnTo>
                <a:lnTo>
                  <a:pt x="780" y="6633"/>
                </a:lnTo>
                <a:lnTo>
                  <a:pt x="828" y="6644"/>
                </a:lnTo>
                <a:lnTo>
                  <a:pt x="947" y="6683"/>
                </a:lnTo>
                <a:lnTo>
                  <a:pt x="1069" y="6736"/>
                </a:lnTo>
                <a:lnTo>
                  <a:pt x="1195" y="6805"/>
                </a:lnTo>
                <a:lnTo>
                  <a:pt x="1322" y="6884"/>
                </a:lnTo>
                <a:lnTo>
                  <a:pt x="1445" y="6969"/>
                </a:lnTo>
                <a:lnTo>
                  <a:pt x="1562" y="7057"/>
                </a:lnTo>
                <a:lnTo>
                  <a:pt x="1667" y="7143"/>
                </a:lnTo>
                <a:lnTo>
                  <a:pt x="1762" y="7234"/>
                </a:lnTo>
                <a:lnTo>
                  <a:pt x="1850" y="7337"/>
                </a:lnTo>
                <a:lnTo>
                  <a:pt x="1931" y="7441"/>
                </a:lnTo>
                <a:lnTo>
                  <a:pt x="2004" y="7540"/>
                </a:lnTo>
                <a:lnTo>
                  <a:pt x="2069" y="7623"/>
                </a:lnTo>
                <a:lnTo>
                  <a:pt x="2127" y="7683"/>
                </a:lnTo>
                <a:lnTo>
                  <a:pt x="2174" y="7721"/>
                </a:lnTo>
                <a:lnTo>
                  <a:pt x="2209" y="7745"/>
                </a:lnTo>
                <a:lnTo>
                  <a:pt x="2237" y="7754"/>
                </a:lnTo>
                <a:lnTo>
                  <a:pt x="2260" y="7747"/>
                </a:lnTo>
                <a:lnTo>
                  <a:pt x="2282" y="7724"/>
                </a:lnTo>
                <a:lnTo>
                  <a:pt x="2307" y="7683"/>
                </a:lnTo>
                <a:lnTo>
                  <a:pt x="2333" y="7622"/>
                </a:lnTo>
                <a:lnTo>
                  <a:pt x="2357" y="7542"/>
                </a:lnTo>
                <a:lnTo>
                  <a:pt x="2381" y="7446"/>
                </a:lnTo>
                <a:lnTo>
                  <a:pt x="2403" y="7335"/>
                </a:lnTo>
                <a:lnTo>
                  <a:pt x="2425" y="7213"/>
                </a:lnTo>
                <a:lnTo>
                  <a:pt x="2447" y="7083"/>
                </a:lnTo>
                <a:lnTo>
                  <a:pt x="2468" y="6937"/>
                </a:lnTo>
                <a:lnTo>
                  <a:pt x="2490" y="6774"/>
                </a:lnTo>
                <a:lnTo>
                  <a:pt x="2511" y="6600"/>
                </a:lnTo>
                <a:lnTo>
                  <a:pt x="2531" y="6420"/>
                </a:lnTo>
                <a:lnTo>
                  <a:pt x="2549" y="6242"/>
                </a:lnTo>
                <a:lnTo>
                  <a:pt x="2567" y="6073"/>
                </a:lnTo>
                <a:lnTo>
                  <a:pt x="2583" y="5911"/>
                </a:lnTo>
                <a:lnTo>
                  <a:pt x="2599" y="5753"/>
                </a:lnTo>
                <a:lnTo>
                  <a:pt x="2614" y="5597"/>
                </a:lnTo>
                <a:lnTo>
                  <a:pt x="2628" y="5441"/>
                </a:lnTo>
                <a:lnTo>
                  <a:pt x="2639" y="5283"/>
                </a:lnTo>
                <a:lnTo>
                  <a:pt x="2647" y="5123"/>
                </a:lnTo>
                <a:lnTo>
                  <a:pt x="2652" y="4959"/>
                </a:lnTo>
                <a:lnTo>
                  <a:pt x="2656" y="4793"/>
                </a:lnTo>
                <a:lnTo>
                  <a:pt x="2657" y="4626"/>
                </a:lnTo>
                <a:lnTo>
                  <a:pt x="2656" y="4458"/>
                </a:lnTo>
                <a:lnTo>
                  <a:pt x="2652" y="4290"/>
                </a:lnTo>
                <a:lnTo>
                  <a:pt x="2647" y="4123"/>
                </a:lnTo>
                <a:lnTo>
                  <a:pt x="2639" y="3955"/>
                </a:lnTo>
                <a:lnTo>
                  <a:pt x="2630" y="3787"/>
                </a:lnTo>
                <a:lnTo>
                  <a:pt x="2618" y="3620"/>
                </a:lnTo>
                <a:lnTo>
                  <a:pt x="2604" y="3452"/>
                </a:lnTo>
                <a:lnTo>
                  <a:pt x="2587" y="3286"/>
                </a:lnTo>
                <a:lnTo>
                  <a:pt x="2567" y="3123"/>
                </a:lnTo>
                <a:lnTo>
                  <a:pt x="2544" y="2960"/>
                </a:lnTo>
                <a:lnTo>
                  <a:pt x="2519" y="2798"/>
                </a:lnTo>
                <a:lnTo>
                  <a:pt x="2491" y="2637"/>
                </a:lnTo>
                <a:lnTo>
                  <a:pt x="2459" y="2479"/>
                </a:lnTo>
                <a:lnTo>
                  <a:pt x="2425" y="2323"/>
                </a:lnTo>
                <a:lnTo>
                  <a:pt x="2387" y="2173"/>
                </a:lnTo>
                <a:lnTo>
                  <a:pt x="2345" y="2025"/>
                </a:lnTo>
                <a:lnTo>
                  <a:pt x="2299" y="1881"/>
                </a:lnTo>
                <a:lnTo>
                  <a:pt x="2251" y="1740"/>
                </a:lnTo>
                <a:lnTo>
                  <a:pt x="2199" y="1602"/>
                </a:lnTo>
                <a:lnTo>
                  <a:pt x="2144" y="1470"/>
                </a:lnTo>
                <a:lnTo>
                  <a:pt x="2087" y="1343"/>
                </a:lnTo>
                <a:lnTo>
                  <a:pt x="2027" y="1220"/>
                </a:lnTo>
                <a:lnTo>
                  <a:pt x="1965" y="1103"/>
                </a:lnTo>
                <a:lnTo>
                  <a:pt x="1899" y="990"/>
                </a:lnTo>
                <a:lnTo>
                  <a:pt x="1831" y="882"/>
                </a:lnTo>
                <a:lnTo>
                  <a:pt x="1760" y="779"/>
                </a:lnTo>
                <a:lnTo>
                  <a:pt x="1687" y="683"/>
                </a:lnTo>
                <a:lnTo>
                  <a:pt x="1610" y="592"/>
                </a:lnTo>
                <a:lnTo>
                  <a:pt x="1530" y="506"/>
                </a:lnTo>
                <a:lnTo>
                  <a:pt x="1447" y="425"/>
                </a:lnTo>
                <a:lnTo>
                  <a:pt x="1362" y="351"/>
                </a:lnTo>
                <a:lnTo>
                  <a:pt x="1275" y="283"/>
                </a:lnTo>
                <a:lnTo>
                  <a:pt x="1187" y="223"/>
                </a:lnTo>
                <a:lnTo>
                  <a:pt x="1091" y="168"/>
                </a:lnTo>
                <a:lnTo>
                  <a:pt x="986" y="119"/>
                </a:lnTo>
                <a:lnTo>
                  <a:pt x="879" y="76"/>
                </a:lnTo>
                <a:lnTo>
                  <a:pt x="779" y="42"/>
                </a:lnTo>
                <a:lnTo>
                  <a:pt x="692" y="17"/>
                </a:lnTo>
                <a:lnTo>
                  <a:pt x="6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433854" y="1824219"/>
            <a:ext cx="354153" cy="1565219"/>
          </a:xfrm>
          <a:custGeom>
            <a:avLst/>
            <a:gdLst/>
            <a:ahLst/>
            <a:cxnLst/>
            <a:rect l="0" t="0" r="r" b="b"/>
            <a:pathLst>
              <a:path w="2217" h="10000">
                <a:moveTo>
                  <a:pt x="543" y="5395"/>
                </a:moveTo>
                <a:lnTo>
                  <a:pt x="546" y="5419"/>
                </a:lnTo>
                <a:lnTo>
                  <a:pt x="1255" y="10000"/>
                </a:lnTo>
                <a:lnTo>
                  <a:pt x="2217" y="9851"/>
                </a:lnTo>
                <a:lnTo>
                  <a:pt x="1510" y="5283"/>
                </a:lnTo>
                <a:lnTo>
                  <a:pt x="968" y="0"/>
                </a:lnTo>
                <a:lnTo>
                  <a:pt x="0" y="99"/>
                </a:lnTo>
                <a:lnTo>
                  <a:pt x="543" y="5395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494323" y="4302079"/>
            <a:ext cx="334156" cy="754670"/>
          </a:xfrm>
          <a:custGeom>
            <a:avLst/>
            <a:gdLst/>
            <a:ahLst/>
            <a:cxnLst/>
            <a:rect l="0" t="0" r="r" b="b"/>
            <a:pathLst>
              <a:path w="4339" h="10000">
                <a:moveTo>
                  <a:pt x="3316" y="5844"/>
                </a:moveTo>
                <a:lnTo>
                  <a:pt x="3329" y="5784"/>
                </a:lnTo>
                <a:lnTo>
                  <a:pt x="4339" y="440"/>
                </a:lnTo>
                <a:lnTo>
                  <a:pt x="2005" y="0"/>
                </a:lnTo>
                <a:lnTo>
                  <a:pt x="1002" y="5313"/>
                </a:lnTo>
                <a:lnTo>
                  <a:pt x="0" y="9439"/>
                </a:lnTo>
                <a:lnTo>
                  <a:pt x="2307" y="10000"/>
                </a:lnTo>
                <a:lnTo>
                  <a:pt x="3316" y="5844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610951" y="3230775"/>
            <a:ext cx="1215813" cy="1268403"/>
            <a:chOff x="26109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6109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461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04218" y="4283192"/>
            <a:ext cx="3379155" cy="747425"/>
          </a:xfrm>
          <a:custGeom>
            <a:avLst/>
            <a:gdLst/>
            <a:ahLst/>
            <a:cxnLst/>
            <a:rect l="0" t="0" r="r" b="b"/>
            <a:pathLst>
              <a:path w="10000" h="2257">
                <a:moveTo>
                  <a:pt x="139" y="1869"/>
                </a:moveTo>
                <a:lnTo>
                  <a:pt x="160" y="1883"/>
                </a:lnTo>
                <a:lnTo>
                  <a:pt x="179" y="1894"/>
                </a:lnTo>
                <a:lnTo>
                  <a:pt x="200" y="1902"/>
                </a:lnTo>
                <a:lnTo>
                  <a:pt x="248" y="1920"/>
                </a:lnTo>
                <a:lnTo>
                  <a:pt x="270" y="1926"/>
                </a:lnTo>
                <a:lnTo>
                  <a:pt x="291" y="1930"/>
                </a:lnTo>
                <a:lnTo>
                  <a:pt x="313" y="1932"/>
                </a:lnTo>
                <a:lnTo>
                  <a:pt x="336" y="1931"/>
                </a:lnTo>
                <a:lnTo>
                  <a:pt x="399" y="1925"/>
                </a:lnTo>
                <a:lnTo>
                  <a:pt x="421" y="1922"/>
                </a:lnTo>
                <a:lnTo>
                  <a:pt x="442" y="1917"/>
                </a:lnTo>
                <a:lnTo>
                  <a:pt x="462" y="1909"/>
                </a:lnTo>
                <a:lnTo>
                  <a:pt x="481" y="1899"/>
                </a:lnTo>
                <a:lnTo>
                  <a:pt x="563" y="1853"/>
                </a:lnTo>
                <a:lnTo>
                  <a:pt x="579" y="1843"/>
                </a:lnTo>
                <a:lnTo>
                  <a:pt x="593" y="1832"/>
                </a:lnTo>
                <a:lnTo>
                  <a:pt x="606" y="1820"/>
                </a:lnTo>
                <a:lnTo>
                  <a:pt x="708" y="1719"/>
                </a:lnTo>
                <a:lnTo>
                  <a:pt x="721" y="1704"/>
                </a:lnTo>
                <a:lnTo>
                  <a:pt x="839" y="1560"/>
                </a:lnTo>
                <a:lnTo>
                  <a:pt x="840" y="1559"/>
                </a:lnTo>
                <a:lnTo>
                  <a:pt x="971" y="1396"/>
                </a:lnTo>
                <a:lnTo>
                  <a:pt x="1110" y="1239"/>
                </a:lnTo>
                <a:lnTo>
                  <a:pt x="1259" y="1102"/>
                </a:lnTo>
                <a:lnTo>
                  <a:pt x="1433" y="971"/>
                </a:lnTo>
                <a:lnTo>
                  <a:pt x="1631" y="834"/>
                </a:lnTo>
                <a:lnTo>
                  <a:pt x="1839" y="706"/>
                </a:lnTo>
                <a:lnTo>
                  <a:pt x="2046" y="597"/>
                </a:lnTo>
                <a:lnTo>
                  <a:pt x="2240" y="515"/>
                </a:lnTo>
                <a:lnTo>
                  <a:pt x="2426" y="460"/>
                </a:lnTo>
                <a:lnTo>
                  <a:pt x="2614" y="425"/>
                </a:lnTo>
                <a:lnTo>
                  <a:pt x="2802" y="407"/>
                </a:lnTo>
                <a:lnTo>
                  <a:pt x="2986" y="405"/>
                </a:lnTo>
                <a:lnTo>
                  <a:pt x="3159" y="417"/>
                </a:lnTo>
                <a:lnTo>
                  <a:pt x="3308" y="444"/>
                </a:lnTo>
                <a:lnTo>
                  <a:pt x="3445" y="492"/>
                </a:lnTo>
                <a:lnTo>
                  <a:pt x="3596" y="557"/>
                </a:lnTo>
                <a:lnTo>
                  <a:pt x="3598" y="557"/>
                </a:lnTo>
                <a:lnTo>
                  <a:pt x="3771" y="630"/>
                </a:lnTo>
                <a:lnTo>
                  <a:pt x="3784" y="635"/>
                </a:lnTo>
                <a:lnTo>
                  <a:pt x="3988" y="705"/>
                </a:lnTo>
                <a:lnTo>
                  <a:pt x="4000" y="709"/>
                </a:lnTo>
                <a:lnTo>
                  <a:pt x="4266" y="780"/>
                </a:lnTo>
                <a:lnTo>
                  <a:pt x="4269" y="781"/>
                </a:lnTo>
                <a:lnTo>
                  <a:pt x="4585" y="861"/>
                </a:lnTo>
                <a:lnTo>
                  <a:pt x="4587" y="861"/>
                </a:lnTo>
                <a:lnTo>
                  <a:pt x="4907" y="941"/>
                </a:lnTo>
                <a:lnTo>
                  <a:pt x="5070" y="981"/>
                </a:lnTo>
                <a:lnTo>
                  <a:pt x="5073" y="987"/>
                </a:lnTo>
                <a:lnTo>
                  <a:pt x="5084" y="1004"/>
                </a:lnTo>
                <a:lnTo>
                  <a:pt x="5096" y="1020"/>
                </a:lnTo>
                <a:lnTo>
                  <a:pt x="5110" y="1034"/>
                </a:lnTo>
                <a:lnTo>
                  <a:pt x="5125" y="1047"/>
                </a:lnTo>
                <a:lnTo>
                  <a:pt x="5142" y="1059"/>
                </a:lnTo>
                <a:lnTo>
                  <a:pt x="5159" y="1068"/>
                </a:lnTo>
                <a:lnTo>
                  <a:pt x="5178" y="1076"/>
                </a:lnTo>
                <a:lnTo>
                  <a:pt x="5197" y="1082"/>
                </a:lnTo>
                <a:lnTo>
                  <a:pt x="5217" y="1087"/>
                </a:lnTo>
                <a:lnTo>
                  <a:pt x="5333" y="1105"/>
                </a:lnTo>
                <a:lnTo>
                  <a:pt x="5338" y="1106"/>
                </a:lnTo>
                <a:lnTo>
                  <a:pt x="5708" y="1157"/>
                </a:lnTo>
                <a:lnTo>
                  <a:pt x="5709" y="1158"/>
                </a:lnTo>
                <a:lnTo>
                  <a:pt x="6272" y="1233"/>
                </a:lnTo>
                <a:lnTo>
                  <a:pt x="6274" y="1233"/>
                </a:lnTo>
                <a:lnTo>
                  <a:pt x="6882" y="1311"/>
                </a:lnTo>
                <a:lnTo>
                  <a:pt x="6885" y="1311"/>
                </a:lnTo>
                <a:lnTo>
                  <a:pt x="7391" y="1371"/>
                </a:lnTo>
                <a:lnTo>
                  <a:pt x="7399" y="1371"/>
                </a:lnTo>
                <a:lnTo>
                  <a:pt x="7657" y="1391"/>
                </a:lnTo>
                <a:lnTo>
                  <a:pt x="7677" y="1392"/>
                </a:lnTo>
                <a:lnTo>
                  <a:pt x="7697" y="1391"/>
                </a:lnTo>
                <a:lnTo>
                  <a:pt x="7717" y="1387"/>
                </a:lnTo>
                <a:lnTo>
                  <a:pt x="7736" y="1382"/>
                </a:lnTo>
                <a:lnTo>
                  <a:pt x="7755" y="1374"/>
                </a:lnTo>
                <a:lnTo>
                  <a:pt x="7773" y="1365"/>
                </a:lnTo>
                <a:lnTo>
                  <a:pt x="7790" y="1354"/>
                </a:lnTo>
                <a:lnTo>
                  <a:pt x="7806" y="1342"/>
                </a:lnTo>
                <a:lnTo>
                  <a:pt x="7821" y="1328"/>
                </a:lnTo>
                <a:lnTo>
                  <a:pt x="7834" y="1312"/>
                </a:lnTo>
                <a:lnTo>
                  <a:pt x="7845" y="1296"/>
                </a:lnTo>
                <a:lnTo>
                  <a:pt x="7855" y="1278"/>
                </a:lnTo>
                <a:lnTo>
                  <a:pt x="7863" y="1259"/>
                </a:lnTo>
                <a:lnTo>
                  <a:pt x="7869" y="1240"/>
                </a:lnTo>
                <a:lnTo>
                  <a:pt x="7873" y="1220"/>
                </a:lnTo>
                <a:lnTo>
                  <a:pt x="7875" y="1200"/>
                </a:lnTo>
                <a:lnTo>
                  <a:pt x="7875" y="1180"/>
                </a:lnTo>
                <a:lnTo>
                  <a:pt x="7873" y="1160"/>
                </a:lnTo>
                <a:lnTo>
                  <a:pt x="7869" y="1140"/>
                </a:lnTo>
                <a:lnTo>
                  <a:pt x="7863" y="1121"/>
                </a:lnTo>
                <a:lnTo>
                  <a:pt x="7856" y="1102"/>
                </a:lnTo>
                <a:lnTo>
                  <a:pt x="7846" y="1084"/>
                </a:lnTo>
                <a:lnTo>
                  <a:pt x="7835" y="1067"/>
                </a:lnTo>
                <a:lnTo>
                  <a:pt x="7822" y="1052"/>
                </a:lnTo>
                <a:lnTo>
                  <a:pt x="7807" y="1038"/>
                </a:lnTo>
                <a:lnTo>
                  <a:pt x="7792" y="1025"/>
                </a:lnTo>
                <a:lnTo>
                  <a:pt x="7775" y="1014"/>
                </a:lnTo>
                <a:lnTo>
                  <a:pt x="7757" y="1005"/>
                </a:lnTo>
                <a:lnTo>
                  <a:pt x="7738" y="997"/>
                </a:lnTo>
                <a:lnTo>
                  <a:pt x="7648" y="967"/>
                </a:lnTo>
                <a:lnTo>
                  <a:pt x="7622" y="960"/>
                </a:lnTo>
                <a:lnTo>
                  <a:pt x="7284" y="893"/>
                </a:lnTo>
                <a:lnTo>
                  <a:pt x="6846" y="806"/>
                </a:lnTo>
                <a:lnTo>
                  <a:pt x="6768" y="788"/>
                </a:lnTo>
                <a:lnTo>
                  <a:pt x="6840" y="772"/>
                </a:lnTo>
                <a:lnTo>
                  <a:pt x="7032" y="742"/>
                </a:lnTo>
                <a:lnTo>
                  <a:pt x="7196" y="730"/>
                </a:lnTo>
                <a:lnTo>
                  <a:pt x="7366" y="732"/>
                </a:lnTo>
                <a:lnTo>
                  <a:pt x="7539" y="749"/>
                </a:lnTo>
                <a:lnTo>
                  <a:pt x="7713" y="784"/>
                </a:lnTo>
                <a:lnTo>
                  <a:pt x="7884" y="838"/>
                </a:lnTo>
                <a:lnTo>
                  <a:pt x="8063" y="919"/>
                </a:lnTo>
                <a:lnTo>
                  <a:pt x="8255" y="1028"/>
                </a:lnTo>
                <a:lnTo>
                  <a:pt x="8449" y="1156"/>
                </a:lnTo>
                <a:lnTo>
                  <a:pt x="8634" y="1291"/>
                </a:lnTo>
                <a:lnTo>
                  <a:pt x="8795" y="1422"/>
                </a:lnTo>
                <a:lnTo>
                  <a:pt x="8934" y="1558"/>
                </a:lnTo>
                <a:lnTo>
                  <a:pt x="9064" y="1716"/>
                </a:lnTo>
                <a:lnTo>
                  <a:pt x="9186" y="1878"/>
                </a:lnTo>
                <a:lnTo>
                  <a:pt x="9187" y="1880"/>
                </a:lnTo>
                <a:lnTo>
                  <a:pt x="9297" y="2023"/>
                </a:lnTo>
                <a:lnTo>
                  <a:pt x="9310" y="2039"/>
                </a:lnTo>
                <a:lnTo>
                  <a:pt x="9405" y="2140"/>
                </a:lnTo>
                <a:lnTo>
                  <a:pt x="9418" y="2152"/>
                </a:lnTo>
                <a:lnTo>
                  <a:pt x="9432" y="2164"/>
                </a:lnTo>
                <a:lnTo>
                  <a:pt x="9448" y="2174"/>
                </a:lnTo>
                <a:lnTo>
                  <a:pt x="9524" y="2221"/>
                </a:lnTo>
                <a:lnTo>
                  <a:pt x="9540" y="2230"/>
                </a:lnTo>
                <a:lnTo>
                  <a:pt x="9557" y="2237"/>
                </a:lnTo>
                <a:lnTo>
                  <a:pt x="9574" y="2243"/>
                </a:lnTo>
                <a:lnTo>
                  <a:pt x="9592" y="2247"/>
                </a:lnTo>
                <a:lnTo>
                  <a:pt x="9610" y="2250"/>
                </a:lnTo>
                <a:lnTo>
                  <a:pt x="9670" y="2256"/>
                </a:lnTo>
                <a:lnTo>
                  <a:pt x="9688" y="2257"/>
                </a:lnTo>
                <a:lnTo>
                  <a:pt x="9707" y="2256"/>
                </a:lnTo>
                <a:lnTo>
                  <a:pt x="9726" y="2253"/>
                </a:lnTo>
                <a:lnTo>
                  <a:pt x="9745" y="2249"/>
                </a:lnTo>
                <a:lnTo>
                  <a:pt x="9762" y="2243"/>
                </a:lnTo>
                <a:lnTo>
                  <a:pt x="9808" y="2225"/>
                </a:lnTo>
                <a:lnTo>
                  <a:pt x="9829" y="2216"/>
                </a:lnTo>
                <a:lnTo>
                  <a:pt x="9848" y="2204"/>
                </a:lnTo>
                <a:lnTo>
                  <a:pt x="9867" y="2191"/>
                </a:lnTo>
                <a:lnTo>
                  <a:pt x="9877" y="2187"/>
                </a:lnTo>
                <a:lnTo>
                  <a:pt x="9895" y="2178"/>
                </a:lnTo>
                <a:lnTo>
                  <a:pt x="9912" y="2168"/>
                </a:lnTo>
                <a:lnTo>
                  <a:pt x="9928" y="2156"/>
                </a:lnTo>
                <a:lnTo>
                  <a:pt x="9942" y="2142"/>
                </a:lnTo>
                <a:lnTo>
                  <a:pt x="9955" y="2127"/>
                </a:lnTo>
                <a:lnTo>
                  <a:pt x="9967" y="2111"/>
                </a:lnTo>
                <a:lnTo>
                  <a:pt x="9977" y="2094"/>
                </a:lnTo>
                <a:lnTo>
                  <a:pt x="9985" y="2076"/>
                </a:lnTo>
                <a:lnTo>
                  <a:pt x="9992" y="2057"/>
                </a:lnTo>
                <a:lnTo>
                  <a:pt x="9996" y="2038"/>
                </a:lnTo>
                <a:lnTo>
                  <a:pt x="9999" y="2018"/>
                </a:lnTo>
                <a:lnTo>
                  <a:pt x="10000" y="1998"/>
                </a:lnTo>
                <a:lnTo>
                  <a:pt x="9998" y="1978"/>
                </a:lnTo>
                <a:lnTo>
                  <a:pt x="9995" y="1958"/>
                </a:lnTo>
                <a:lnTo>
                  <a:pt x="9990" y="1939"/>
                </a:lnTo>
                <a:lnTo>
                  <a:pt x="9983" y="1920"/>
                </a:lnTo>
                <a:lnTo>
                  <a:pt x="9974" y="1903"/>
                </a:lnTo>
                <a:lnTo>
                  <a:pt x="9964" y="1886"/>
                </a:lnTo>
                <a:lnTo>
                  <a:pt x="9951" y="1870"/>
                </a:lnTo>
                <a:lnTo>
                  <a:pt x="9938" y="1855"/>
                </a:lnTo>
                <a:lnTo>
                  <a:pt x="9923" y="1842"/>
                </a:lnTo>
                <a:lnTo>
                  <a:pt x="9907" y="1831"/>
                </a:lnTo>
                <a:lnTo>
                  <a:pt x="9890" y="1821"/>
                </a:lnTo>
                <a:lnTo>
                  <a:pt x="9871" y="1812"/>
                </a:lnTo>
                <a:lnTo>
                  <a:pt x="9853" y="1806"/>
                </a:lnTo>
                <a:lnTo>
                  <a:pt x="9833" y="1801"/>
                </a:lnTo>
                <a:lnTo>
                  <a:pt x="9813" y="1799"/>
                </a:lnTo>
                <a:lnTo>
                  <a:pt x="9794" y="1798"/>
                </a:lnTo>
                <a:lnTo>
                  <a:pt x="9774" y="1799"/>
                </a:lnTo>
                <a:lnTo>
                  <a:pt x="9754" y="1803"/>
                </a:lnTo>
                <a:lnTo>
                  <a:pt x="9735" y="1808"/>
                </a:lnTo>
                <a:lnTo>
                  <a:pt x="9716" y="1815"/>
                </a:lnTo>
                <a:lnTo>
                  <a:pt x="9689" y="1826"/>
                </a:lnTo>
                <a:lnTo>
                  <a:pt x="9674" y="1834"/>
                </a:lnTo>
                <a:lnTo>
                  <a:pt x="9613" y="1768"/>
                </a:lnTo>
                <a:lnTo>
                  <a:pt x="9510" y="1633"/>
                </a:lnTo>
                <a:lnTo>
                  <a:pt x="9385" y="1468"/>
                </a:lnTo>
                <a:lnTo>
                  <a:pt x="9380" y="1461"/>
                </a:lnTo>
                <a:lnTo>
                  <a:pt x="9240" y="1292"/>
                </a:lnTo>
                <a:lnTo>
                  <a:pt x="9226" y="1277"/>
                </a:lnTo>
                <a:lnTo>
                  <a:pt x="9073" y="1126"/>
                </a:lnTo>
                <a:lnTo>
                  <a:pt x="9058" y="1112"/>
                </a:lnTo>
                <a:lnTo>
                  <a:pt x="8885" y="973"/>
                </a:lnTo>
                <a:lnTo>
                  <a:pt x="8878" y="967"/>
                </a:lnTo>
                <a:lnTo>
                  <a:pt x="8685" y="825"/>
                </a:lnTo>
                <a:lnTo>
                  <a:pt x="8677" y="819"/>
                </a:lnTo>
                <a:lnTo>
                  <a:pt x="8473" y="685"/>
                </a:lnTo>
                <a:lnTo>
                  <a:pt x="8461" y="678"/>
                </a:lnTo>
                <a:lnTo>
                  <a:pt x="8255" y="561"/>
                </a:lnTo>
                <a:lnTo>
                  <a:pt x="8239" y="553"/>
                </a:lnTo>
                <a:lnTo>
                  <a:pt x="8040" y="463"/>
                </a:lnTo>
                <a:lnTo>
                  <a:pt x="8018" y="454"/>
                </a:lnTo>
                <a:lnTo>
                  <a:pt x="7824" y="393"/>
                </a:lnTo>
                <a:lnTo>
                  <a:pt x="7803" y="388"/>
                </a:lnTo>
                <a:lnTo>
                  <a:pt x="7609" y="349"/>
                </a:lnTo>
                <a:lnTo>
                  <a:pt x="7589" y="346"/>
                </a:lnTo>
                <a:lnTo>
                  <a:pt x="7397" y="327"/>
                </a:lnTo>
                <a:lnTo>
                  <a:pt x="7379" y="326"/>
                </a:lnTo>
                <a:lnTo>
                  <a:pt x="7192" y="324"/>
                </a:lnTo>
                <a:lnTo>
                  <a:pt x="7176" y="325"/>
                </a:lnTo>
                <a:lnTo>
                  <a:pt x="6995" y="337"/>
                </a:lnTo>
                <a:lnTo>
                  <a:pt x="6978" y="339"/>
                </a:lnTo>
                <a:lnTo>
                  <a:pt x="6770" y="372"/>
                </a:lnTo>
                <a:lnTo>
                  <a:pt x="6756" y="375"/>
                </a:lnTo>
                <a:lnTo>
                  <a:pt x="6520" y="429"/>
                </a:lnTo>
                <a:lnTo>
                  <a:pt x="6504" y="434"/>
                </a:lnTo>
                <a:lnTo>
                  <a:pt x="6290" y="502"/>
                </a:lnTo>
                <a:lnTo>
                  <a:pt x="6273" y="508"/>
                </a:lnTo>
                <a:lnTo>
                  <a:pt x="6257" y="515"/>
                </a:lnTo>
                <a:lnTo>
                  <a:pt x="6118" y="588"/>
                </a:lnTo>
                <a:lnTo>
                  <a:pt x="6100" y="598"/>
                </a:lnTo>
                <a:lnTo>
                  <a:pt x="6084" y="610"/>
                </a:lnTo>
                <a:lnTo>
                  <a:pt x="6069" y="623"/>
                </a:lnTo>
                <a:lnTo>
                  <a:pt x="6055" y="638"/>
                </a:lnTo>
                <a:lnTo>
                  <a:pt x="6043" y="654"/>
                </a:lnTo>
                <a:lnTo>
                  <a:pt x="6033" y="672"/>
                </a:lnTo>
                <a:lnTo>
                  <a:pt x="6024" y="690"/>
                </a:lnTo>
                <a:lnTo>
                  <a:pt x="6017" y="709"/>
                </a:lnTo>
                <a:lnTo>
                  <a:pt x="6012" y="728"/>
                </a:lnTo>
                <a:lnTo>
                  <a:pt x="6001" y="787"/>
                </a:lnTo>
                <a:lnTo>
                  <a:pt x="5763" y="755"/>
                </a:lnTo>
                <a:lnTo>
                  <a:pt x="5597" y="732"/>
                </a:lnTo>
                <a:lnTo>
                  <a:pt x="5587" y="724"/>
                </a:lnTo>
                <a:lnTo>
                  <a:pt x="5570" y="713"/>
                </a:lnTo>
                <a:lnTo>
                  <a:pt x="5528" y="689"/>
                </a:lnTo>
                <a:lnTo>
                  <a:pt x="5512" y="681"/>
                </a:lnTo>
                <a:lnTo>
                  <a:pt x="5496" y="674"/>
                </a:lnTo>
                <a:lnTo>
                  <a:pt x="5479" y="668"/>
                </a:lnTo>
                <a:lnTo>
                  <a:pt x="5288" y="617"/>
                </a:lnTo>
                <a:lnTo>
                  <a:pt x="5285" y="616"/>
                </a:lnTo>
                <a:lnTo>
                  <a:pt x="5005" y="547"/>
                </a:lnTo>
                <a:lnTo>
                  <a:pt x="5005" y="546"/>
                </a:lnTo>
                <a:lnTo>
                  <a:pt x="4684" y="467"/>
                </a:lnTo>
                <a:lnTo>
                  <a:pt x="4370" y="388"/>
                </a:lnTo>
                <a:lnTo>
                  <a:pt x="4113" y="318"/>
                </a:lnTo>
                <a:lnTo>
                  <a:pt x="3922" y="253"/>
                </a:lnTo>
                <a:lnTo>
                  <a:pt x="3756" y="183"/>
                </a:lnTo>
                <a:lnTo>
                  <a:pt x="3599" y="116"/>
                </a:lnTo>
                <a:lnTo>
                  <a:pt x="3584" y="110"/>
                </a:lnTo>
                <a:lnTo>
                  <a:pt x="3426" y="56"/>
                </a:lnTo>
                <a:lnTo>
                  <a:pt x="3397" y="48"/>
                </a:lnTo>
                <a:lnTo>
                  <a:pt x="3222" y="15"/>
                </a:lnTo>
                <a:lnTo>
                  <a:pt x="3198" y="12"/>
                </a:lnTo>
                <a:lnTo>
                  <a:pt x="3005" y="0"/>
                </a:lnTo>
                <a:lnTo>
                  <a:pt x="2990" y="0"/>
                </a:lnTo>
                <a:lnTo>
                  <a:pt x="2789" y="1"/>
                </a:lnTo>
                <a:lnTo>
                  <a:pt x="2772" y="2"/>
                </a:lnTo>
                <a:lnTo>
                  <a:pt x="2567" y="21"/>
                </a:lnTo>
                <a:lnTo>
                  <a:pt x="2548" y="24"/>
                </a:lnTo>
                <a:lnTo>
                  <a:pt x="2341" y="63"/>
                </a:lnTo>
                <a:lnTo>
                  <a:pt x="2321" y="68"/>
                </a:lnTo>
                <a:lnTo>
                  <a:pt x="2114" y="129"/>
                </a:lnTo>
                <a:lnTo>
                  <a:pt x="2092" y="136"/>
                </a:lnTo>
                <a:lnTo>
                  <a:pt x="1880" y="226"/>
                </a:lnTo>
                <a:lnTo>
                  <a:pt x="1864" y="234"/>
                </a:lnTo>
                <a:lnTo>
                  <a:pt x="1643" y="351"/>
                </a:lnTo>
                <a:lnTo>
                  <a:pt x="1632" y="357"/>
                </a:lnTo>
                <a:lnTo>
                  <a:pt x="1414" y="491"/>
                </a:lnTo>
                <a:lnTo>
                  <a:pt x="1405" y="497"/>
                </a:lnTo>
                <a:lnTo>
                  <a:pt x="1199" y="639"/>
                </a:lnTo>
                <a:lnTo>
                  <a:pt x="1191" y="644"/>
                </a:lnTo>
                <a:lnTo>
                  <a:pt x="1007" y="784"/>
                </a:lnTo>
                <a:lnTo>
                  <a:pt x="991" y="796"/>
                </a:lnTo>
                <a:lnTo>
                  <a:pt x="828" y="947"/>
                </a:lnTo>
                <a:lnTo>
                  <a:pt x="813" y="962"/>
                </a:lnTo>
                <a:lnTo>
                  <a:pt x="664" y="1131"/>
                </a:lnTo>
                <a:lnTo>
                  <a:pt x="658" y="1138"/>
                </a:lnTo>
                <a:lnTo>
                  <a:pt x="525" y="1303"/>
                </a:lnTo>
                <a:lnTo>
                  <a:pt x="414" y="1439"/>
                </a:lnTo>
                <a:lnTo>
                  <a:pt x="339" y="1513"/>
                </a:lnTo>
                <a:lnTo>
                  <a:pt x="337" y="1515"/>
                </a:lnTo>
                <a:lnTo>
                  <a:pt x="324" y="1507"/>
                </a:lnTo>
                <a:lnTo>
                  <a:pt x="307" y="1500"/>
                </a:lnTo>
                <a:lnTo>
                  <a:pt x="278" y="1488"/>
                </a:lnTo>
                <a:lnTo>
                  <a:pt x="260" y="1481"/>
                </a:lnTo>
                <a:lnTo>
                  <a:pt x="240" y="1477"/>
                </a:lnTo>
                <a:lnTo>
                  <a:pt x="221" y="1474"/>
                </a:lnTo>
                <a:lnTo>
                  <a:pt x="201" y="1473"/>
                </a:lnTo>
                <a:lnTo>
                  <a:pt x="181" y="1474"/>
                </a:lnTo>
                <a:lnTo>
                  <a:pt x="161" y="1478"/>
                </a:lnTo>
                <a:lnTo>
                  <a:pt x="142" y="1483"/>
                </a:lnTo>
                <a:lnTo>
                  <a:pt x="123" y="1489"/>
                </a:lnTo>
                <a:lnTo>
                  <a:pt x="105" y="1498"/>
                </a:lnTo>
                <a:lnTo>
                  <a:pt x="88" y="1509"/>
                </a:lnTo>
                <a:lnTo>
                  <a:pt x="72" y="1521"/>
                </a:lnTo>
                <a:lnTo>
                  <a:pt x="58" y="1534"/>
                </a:lnTo>
                <a:lnTo>
                  <a:pt x="44" y="1549"/>
                </a:lnTo>
                <a:lnTo>
                  <a:pt x="33" y="1565"/>
                </a:lnTo>
                <a:lnTo>
                  <a:pt x="23" y="1582"/>
                </a:lnTo>
                <a:lnTo>
                  <a:pt x="14" y="1600"/>
                </a:lnTo>
                <a:lnTo>
                  <a:pt x="8" y="1619"/>
                </a:lnTo>
                <a:lnTo>
                  <a:pt x="3" y="1638"/>
                </a:lnTo>
                <a:lnTo>
                  <a:pt x="0" y="1658"/>
                </a:lnTo>
                <a:lnTo>
                  <a:pt x="0" y="1678"/>
                </a:lnTo>
                <a:lnTo>
                  <a:pt x="1" y="1698"/>
                </a:lnTo>
                <a:lnTo>
                  <a:pt x="4" y="1718"/>
                </a:lnTo>
                <a:lnTo>
                  <a:pt x="9" y="1737"/>
                </a:lnTo>
                <a:lnTo>
                  <a:pt x="16" y="1756"/>
                </a:lnTo>
                <a:lnTo>
                  <a:pt x="24" y="1774"/>
                </a:lnTo>
                <a:lnTo>
                  <a:pt x="35" y="1790"/>
                </a:lnTo>
                <a:lnTo>
                  <a:pt x="47" y="1806"/>
                </a:lnTo>
                <a:lnTo>
                  <a:pt x="60" y="1821"/>
                </a:lnTo>
                <a:lnTo>
                  <a:pt x="75" y="1834"/>
                </a:lnTo>
                <a:lnTo>
                  <a:pt x="91" y="1846"/>
                </a:lnTo>
                <a:lnTo>
                  <a:pt x="108" y="1856"/>
                </a:lnTo>
                <a:lnTo>
                  <a:pt x="126" y="1864"/>
                </a:lnTo>
                <a:lnTo>
                  <a:pt x="139" y="186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464336" y="1474826"/>
            <a:ext cx="1805762" cy="3298160"/>
            <a:chOff x="5464336" y="1474826"/>
            <a:chExt cx="1805762" cy="3298160"/>
          </a:xfrm>
        </p:grpSpPr>
        <p:sp>
          <p:nvSpPr>
            <p:cNvPr id="40" name="Forma 39"/>
            <p:cNvSpPr/>
            <p:nvPr/>
          </p:nvSpPr>
          <p:spPr>
            <a:xfrm>
              <a:off x="5464336" y="1474826"/>
              <a:ext cx="1805762" cy="3298160"/>
            </a:xfrm>
            <a:custGeom>
              <a:avLst/>
              <a:gdLst/>
              <a:ahLst/>
              <a:cxnLst/>
              <a:rect l="0" t="0" r="r" b="b"/>
              <a:pathLst>
                <a:path w="5713" h="10000">
                  <a:moveTo>
                    <a:pt x="2890" y="4"/>
                  </a:moveTo>
                  <a:lnTo>
                    <a:pt x="2759" y="23"/>
                  </a:lnTo>
                  <a:lnTo>
                    <a:pt x="2625" y="56"/>
                  </a:lnTo>
                  <a:lnTo>
                    <a:pt x="2490" y="102"/>
                  </a:lnTo>
                  <a:lnTo>
                    <a:pt x="2354" y="158"/>
                  </a:lnTo>
                  <a:lnTo>
                    <a:pt x="2221" y="224"/>
                  </a:lnTo>
                  <a:lnTo>
                    <a:pt x="2093" y="296"/>
                  </a:lnTo>
                  <a:lnTo>
                    <a:pt x="1967" y="377"/>
                  </a:lnTo>
                  <a:lnTo>
                    <a:pt x="1844" y="467"/>
                  </a:lnTo>
                  <a:lnTo>
                    <a:pt x="1722" y="566"/>
                  </a:lnTo>
                  <a:lnTo>
                    <a:pt x="1604" y="673"/>
                  </a:lnTo>
                  <a:lnTo>
                    <a:pt x="1490" y="787"/>
                  </a:lnTo>
                  <a:lnTo>
                    <a:pt x="1381" y="909"/>
                  </a:lnTo>
                  <a:lnTo>
                    <a:pt x="1276" y="1037"/>
                  </a:lnTo>
                  <a:lnTo>
                    <a:pt x="1175" y="1173"/>
                  </a:lnTo>
                  <a:lnTo>
                    <a:pt x="1078" y="1317"/>
                  </a:lnTo>
                  <a:lnTo>
                    <a:pt x="985" y="1468"/>
                  </a:lnTo>
                  <a:lnTo>
                    <a:pt x="896" y="1624"/>
                  </a:lnTo>
                  <a:lnTo>
                    <a:pt x="811" y="1787"/>
                  </a:lnTo>
                  <a:lnTo>
                    <a:pt x="730" y="1956"/>
                  </a:lnTo>
                  <a:lnTo>
                    <a:pt x="652" y="2132"/>
                  </a:lnTo>
                  <a:lnTo>
                    <a:pt x="578" y="2315"/>
                  </a:lnTo>
                  <a:lnTo>
                    <a:pt x="508" y="2503"/>
                  </a:lnTo>
                  <a:lnTo>
                    <a:pt x="444" y="2696"/>
                  </a:lnTo>
                  <a:lnTo>
                    <a:pt x="384" y="2891"/>
                  </a:lnTo>
                  <a:lnTo>
                    <a:pt x="330" y="3092"/>
                  </a:lnTo>
                  <a:lnTo>
                    <a:pt x="281" y="3299"/>
                  </a:lnTo>
                  <a:lnTo>
                    <a:pt x="236" y="3509"/>
                  </a:lnTo>
                  <a:lnTo>
                    <a:pt x="196" y="3723"/>
                  </a:lnTo>
                  <a:lnTo>
                    <a:pt x="160" y="3939"/>
                  </a:lnTo>
                  <a:lnTo>
                    <a:pt x="128" y="4156"/>
                  </a:lnTo>
                  <a:lnTo>
                    <a:pt x="99" y="4374"/>
                  </a:lnTo>
                  <a:lnTo>
                    <a:pt x="75" y="4594"/>
                  </a:lnTo>
                  <a:lnTo>
                    <a:pt x="55" y="4817"/>
                  </a:lnTo>
                  <a:lnTo>
                    <a:pt x="38" y="5040"/>
                  </a:lnTo>
                  <a:lnTo>
                    <a:pt x="24" y="5264"/>
                  </a:lnTo>
                  <a:lnTo>
                    <a:pt x="14" y="5486"/>
                  </a:lnTo>
                  <a:lnTo>
                    <a:pt x="6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6" y="6599"/>
                  </a:lnTo>
                  <a:lnTo>
                    <a:pt x="14" y="6817"/>
                  </a:lnTo>
                  <a:lnTo>
                    <a:pt x="25" y="7035"/>
                  </a:lnTo>
                  <a:lnTo>
                    <a:pt x="41" y="7252"/>
                  </a:lnTo>
                  <a:lnTo>
                    <a:pt x="60" y="7469"/>
                  </a:lnTo>
                  <a:lnTo>
                    <a:pt x="81" y="7680"/>
                  </a:lnTo>
                  <a:lnTo>
                    <a:pt x="104" y="7885"/>
                  </a:lnTo>
                  <a:lnTo>
                    <a:pt x="128" y="8082"/>
                  </a:lnTo>
                  <a:lnTo>
                    <a:pt x="153" y="8269"/>
                  </a:lnTo>
                  <a:lnTo>
                    <a:pt x="179" y="8449"/>
                  </a:lnTo>
                  <a:lnTo>
                    <a:pt x="208" y="8623"/>
                  </a:lnTo>
                  <a:lnTo>
                    <a:pt x="237" y="8790"/>
                  </a:lnTo>
                  <a:lnTo>
                    <a:pt x="268" y="8951"/>
                  </a:lnTo>
                  <a:lnTo>
                    <a:pt x="299" y="9106"/>
                  </a:lnTo>
                  <a:lnTo>
                    <a:pt x="329" y="9262"/>
                  </a:lnTo>
                  <a:lnTo>
                    <a:pt x="361" y="9419"/>
                  </a:lnTo>
                  <a:lnTo>
                    <a:pt x="393" y="9569"/>
                  </a:lnTo>
                  <a:lnTo>
                    <a:pt x="426" y="9706"/>
                  </a:lnTo>
                  <a:lnTo>
                    <a:pt x="461" y="9820"/>
                  </a:lnTo>
                  <a:lnTo>
                    <a:pt x="498" y="9905"/>
                  </a:lnTo>
                  <a:lnTo>
                    <a:pt x="533" y="9959"/>
                  </a:lnTo>
                  <a:lnTo>
                    <a:pt x="564" y="9990"/>
                  </a:lnTo>
                  <a:lnTo>
                    <a:pt x="598" y="10000"/>
                  </a:lnTo>
                  <a:lnTo>
                    <a:pt x="637" y="9987"/>
                  </a:lnTo>
                  <a:lnTo>
                    <a:pt x="688" y="9956"/>
                  </a:lnTo>
                  <a:lnTo>
                    <a:pt x="754" y="9905"/>
                  </a:lnTo>
                  <a:lnTo>
                    <a:pt x="836" y="9825"/>
                  </a:lnTo>
                  <a:lnTo>
                    <a:pt x="929" y="9714"/>
                  </a:lnTo>
                  <a:lnTo>
                    <a:pt x="1034" y="9584"/>
                  </a:lnTo>
                  <a:lnTo>
                    <a:pt x="1149" y="9444"/>
                  </a:lnTo>
                  <a:lnTo>
                    <a:pt x="1274" y="9308"/>
                  </a:lnTo>
                  <a:lnTo>
                    <a:pt x="1409" y="9186"/>
                  </a:lnTo>
                  <a:lnTo>
                    <a:pt x="1559" y="9072"/>
                  </a:lnTo>
                  <a:lnTo>
                    <a:pt x="1725" y="8955"/>
                  </a:lnTo>
                  <a:lnTo>
                    <a:pt x="1900" y="8842"/>
                  </a:lnTo>
                  <a:lnTo>
                    <a:pt x="2081" y="8737"/>
                  </a:lnTo>
                  <a:lnTo>
                    <a:pt x="2261" y="8645"/>
                  </a:lnTo>
                  <a:lnTo>
                    <a:pt x="2434" y="8574"/>
                  </a:lnTo>
                  <a:lnTo>
                    <a:pt x="2604" y="8522"/>
                  </a:lnTo>
                  <a:lnTo>
                    <a:pt x="2774" y="8486"/>
                  </a:lnTo>
                  <a:lnTo>
                    <a:pt x="2943" y="8464"/>
                  </a:lnTo>
                  <a:lnTo>
                    <a:pt x="3110" y="8455"/>
                  </a:lnTo>
                  <a:lnTo>
                    <a:pt x="3274" y="8456"/>
                  </a:lnTo>
                  <a:lnTo>
                    <a:pt x="3431" y="8467"/>
                  </a:lnTo>
                  <a:lnTo>
                    <a:pt x="3576" y="8493"/>
                  </a:lnTo>
                  <a:lnTo>
                    <a:pt x="3708" y="8533"/>
                  </a:lnTo>
                  <a:lnTo>
                    <a:pt x="3836" y="8586"/>
                  </a:lnTo>
                  <a:lnTo>
                    <a:pt x="3969" y="8644"/>
                  </a:lnTo>
                  <a:lnTo>
                    <a:pt x="4116" y="8704"/>
                  </a:lnTo>
                  <a:lnTo>
                    <a:pt x="4285" y="8760"/>
                  </a:lnTo>
                  <a:lnTo>
                    <a:pt x="4499" y="8836"/>
                  </a:lnTo>
                  <a:lnTo>
                    <a:pt x="4753" y="8940"/>
                  </a:lnTo>
                  <a:lnTo>
                    <a:pt x="5021" y="9045"/>
                  </a:lnTo>
                  <a:lnTo>
                    <a:pt x="5275" y="9125"/>
                  </a:lnTo>
                  <a:lnTo>
                    <a:pt x="5489" y="9154"/>
                  </a:lnTo>
                  <a:lnTo>
                    <a:pt x="5636" y="9106"/>
                  </a:lnTo>
                  <a:lnTo>
                    <a:pt x="5704" y="8964"/>
                  </a:lnTo>
                  <a:lnTo>
                    <a:pt x="5713" y="8744"/>
                  </a:lnTo>
                  <a:lnTo>
                    <a:pt x="5681" y="8474"/>
                  </a:lnTo>
                  <a:lnTo>
                    <a:pt x="5627" y="8179"/>
                  </a:lnTo>
                  <a:lnTo>
                    <a:pt x="5570" y="7884"/>
                  </a:lnTo>
                  <a:lnTo>
                    <a:pt x="5529" y="7616"/>
                  </a:lnTo>
                  <a:lnTo>
                    <a:pt x="5498" y="7370"/>
                  </a:lnTo>
                  <a:lnTo>
                    <a:pt x="5462" y="7126"/>
                  </a:lnTo>
                  <a:lnTo>
                    <a:pt x="5423" y="6882"/>
                  </a:lnTo>
                  <a:lnTo>
                    <a:pt x="5383" y="6639"/>
                  </a:lnTo>
                  <a:lnTo>
                    <a:pt x="5342" y="6396"/>
                  </a:lnTo>
                  <a:lnTo>
                    <a:pt x="5303" y="6152"/>
                  </a:lnTo>
                  <a:lnTo>
                    <a:pt x="5266" y="5908"/>
                  </a:lnTo>
                  <a:lnTo>
                    <a:pt x="5230" y="5664"/>
                  </a:lnTo>
                  <a:lnTo>
                    <a:pt x="5194" y="5420"/>
                  </a:lnTo>
                  <a:lnTo>
                    <a:pt x="5157" y="5176"/>
                  </a:lnTo>
                  <a:lnTo>
                    <a:pt x="5118" y="4932"/>
                  </a:lnTo>
                  <a:lnTo>
                    <a:pt x="5078" y="4688"/>
                  </a:lnTo>
                  <a:lnTo>
                    <a:pt x="5036" y="4444"/>
                  </a:lnTo>
                  <a:lnTo>
                    <a:pt x="4993" y="4199"/>
                  </a:lnTo>
                  <a:lnTo>
                    <a:pt x="4948" y="3954"/>
                  </a:lnTo>
                  <a:lnTo>
                    <a:pt x="4902" y="3710"/>
                  </a:lnTo>
                  <a:lnTo>
                    <a:pt x="4852" y="3467"/>
                  </a:lnTo>
                  <a:lnTo>
                    <a:pt x="4799" y="3224"/>
                  </a:lnTo>
                  <a:lnTo>
                    <a:pt x="4742" y="2979"/>
                  </a:lnTo>
                  <a:lnTo>
                    <a:pt x="4681" y="2729"/>
                  </a:lnTo>
                  <a:lnTo>
                    <a:pt x="4617" y="2481"/>
                  </a:lnTo>
                  <a:lnTo>
                    <a:pt x="4551" y="2237"/>
                  </a:lnTo>
                  <a:lnTo>
                    <a:pt x="4484" y="2005"/>
                  </a:lnTo>
                  <a:lnTo>
                    <a:pt x="4416" y="1787"/>
                  </a:lnTo>
                  <a:lnTo>
                    <a:pt x="4346" y="1582"/>
                  </a:lnTo>
                  <a:lnTo>
                    <a:pt x="4273" y="1386"/>
                  </a:lnTo>
                  <a:lnTo>
                    <a:pt x="4198" y="1200"/>
                  </a:lnTo>
                  <a:lnTo>
                    <a:pt x="4124" y="1026"/>
                  </a:lnTo>
                  <a:lnTo>
                    <a:pt x="4052" y="866"/>
                  </a:lnTo>
                  <a:lnTo>
                    <a:pt x="3984" y="722"/>
                  </a:lnTo>
                  <a:lnTo>
                    <a:pt x="3925" y="595"/>
                  </a:lnTo>
                  <a:lnTo>
                    <a:pt x="3874" y="484"/>
                  </a:lnTo>
                  <a:lnTo>
                    <a:pt x="3826" y="386"/>
                  </a:lnTo>
                  <a:lnTo>
                    <a:pt x="3773" y="301"/>
                  </a:lnTo>
                  <a:lnTo>
                    <a:pt x="3710" y="228"/>
                  </a:lnTo>
                  <a:lnTo>
                    <a:pt x="3630" y="163"/>
                  </a:lnTo>
                  <a:lnTo>
                    <a:pt x="3529" y="108"/>
                  </a:lnTo>
                  <a:lnTo>
                    <a:pt x="3414" y="64"/>
                  </a:lnTo>
                  <a:lnTo>
                    <a:pt x="3288" y="30"/>
                  </a:lnTo>
                  <a:lnTo>
                    <a:pt x="3155" y="9"/>
                  </a:lnTo>
                  <a:lnTo>
                    <a:pt x="3021" y="0"/>
                  </a:lnTo>
                  <a:lnTo>
                    <a:pt x="2890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961691" y="1523170"/>
              <a:ext cx="823809" cy="425834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6047099" y="1564920"/>
              <a:ext cx="641456" cy="298702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633967" y="1474826"/>
            <a:ext cx="1117756" cy="3403498"/>
            <a:chOff x="7633967" y="1474826"/>
            <a:chExt cx="1117756" cy="3403498"/>
          </a:xfrm>
        </p:grpSpPr>
        <p:sp>
          <p:nvSpPr>
            <p:cNvPr id="44" name="Forma 43"/>
            <p:cNvSpPr/>
            <p:nvPr/>
          </p:nvSpPr>
          <p:spPr>
            <a:xfrm>
              <a:off x="7633967" y="1474826"/>
              <a:ext cx="1117756" cy="3403498"/>
            </a:xfrm>
            <a:custGeom>
              <a:avLst/>
              <a:gdLst/>
              <a:ahLst/>
              <a:cxnLst/>
              <a:rect l="0" t="0" r="r" b="b"/>
              <a:pathLst>
                <a:path w="3426" h="10000">
                  <a:moveTo>
                    <a:pt x="808" y="4"/>
                  </a:moveTo>
                  <a:lnTo>
                    <a:pt x="761" y="0"/>
                  </a:lnTo>
                  <a:lnTo>
                    <a:pt x="743" y="8"/>
                  </a:lnTo>
                  <a:lnTo>
                    <a:pt x="743" y="29"/>
                  </a:lnTo>
                  <a:lnTo>
                    <a:pt x="750" y="62"/>
                  </a:lnTo>
                  <a:lnTo>
                    <a:pt x="751" y="105"/>
                  </a:lnTo>
                  <a:lnTo>
                    <a:pt x="734" y="158"/>
                  </a:lnTo>
                  <a:lnTo>
                    <a:pt x="700" y="221"/>
                  </a:lnTo>
                  <a:lnTo>
                    <a:pt x="656" y="292"/>
                  </a:lnTo>
                  <a:lnTo>
                    <a:pt x="607" y="374"/>
                  </a:lnTo>
                  <a:lnTo>
                    <a:pt x="556" y="469"/>
                  </a:lnTo>
                  <a:lnTo>
                    <a:pt x="505" y="577"/>
                  </a:lnTo>
                  <a:lnTo>
                    <a:pt x="458" y="700"/>
                  </a:lnTo>
                  <a:lnTo>
                    <a:pt x="414" y="839"/>
                  </a:lnTo>
                  <a:lnTo>
                    <a:pt x="369" y="994"/>
                  </a:lnTo>
                  <a:lnTo>
                    <a:pt x="324" y="1163"/>
                  </a:lnTo>
                  <a:lnTo>
                    <a:pt x="282" y="1343"/>
                  </a:lnTo>
                  <a:lnTo>
                    <a:pt x="242" y="1533"/>
                  </a:lnTo>
                  <a:lnTo>
                    <a:pt x="207" y="1732"/>
                  </a:lnTo>
                  <a:lnTo>
                    <a:pt x="175" y="1943"/>
                  </a:lnTo>
                  <a:lnTo>
                    <a:pt x="147" y="2168"/>
                  </a:lnTo>
                  <a:lnTo>
                    <a:pt x="121" y="2404"/>
                  </a:lnTo>
                  <a:lnTo>
                    <a:pt x="99" y="2645"/>
                  </a:lnTo>
                  <a:lnTo>
                    <a:pt x="79" y="2887"/>
                  </a:lnTo>
                  <a:lnTo>
                    <a:pt x="62" y="3124"/>
                  </a:lnTo>
                  <a:lnTo>
                    <a:pt x="44" y="3359"/>
                  </a:lnTo>
                  <a:lnTo>
                    <a:pt x="25" y="3595"/>
                  </a:lnTo>
                  <a:lnTo>
                    <a:pt x="8" y="3832"/>
                  </a:lnTo>
                  <a:lnTo>
                    <a:pt x="0" y="4069"/>
                  </a:lnTo>
                  <a:lnTo>
                    <a:pt x="3" y="4306"/>
                  </a:lnTo>
                  <a:lnTo>
                    <a:pt x="23" y="4543"/>
                  </a:lnTo>
                  <a:lnTo>
                    <a:pt x="64" y="4779"/>
                  </a:lnTo>
                  <a:lnTo>
                    <a:pt x="124" y="5016"/>
                  </a:lnTo>
                  <a:lnTo>
                    <a:pt x="196" y="5252"/>
                  </a:lnTo>
                  <a:lnTo>
                    <a:pt x="274" y="5489"/>
                  </a:lnTo>
                  <a:lnTo>
                    <a:pt x="352" y="5725"/>
                  </a:lnTo>
                  <a:lnTo>
                    <a:pt x="422" y="5961"/>
                  </a:lnTo>
                  <a:lnTo>
                    <a:pt x="488" y="6194"/>
                  </a:lnTo>
                  <a:lnTo>
                    <a:pt x="556" y="6422"/>
                  </a:lnTo>
                  <a:lnTo>
                    <a:pt x="623" y="6650"/>
                  </a:lnTo>
                  <a:lnTo>
                    <a:pt x="687" y="6882"/>
                  </a:lnTo>
                  <a:lnTo>
                    <a:pt x="745" y="7124"/>
                  </a:lnTo>
                  <a:lnTo>
                    <a:pt x="795" y="7380"/>
                  </a:lnTo>
                  <a:lnTo>
                    <a:pt x="851" y="7677"/>
                  </a:lnTo>
                  <a:lnTo>
                    <a:pt x="920" y="8017"/>
                  </a:lnTo>
                  <a:lnTo>
                    <a:pt x="984" y="8367"/>
                  </a:lnTo>
                  <a:lnTo>
                    <a:pt x="1006" y="8554"/>
                  </a:lnTo>
                  <a:lnTo>
                    <a:pt x="1067" y="8568"/>
                  </a:lnTo>
                  <a:lnTo>
                    <a:pt x="1221" y="8618"/>
                  </a:lnTo>
                  <a:lnTo>
                    <a:pt x="1378" y="8687"/>
                  </a:lnTo>
                  <a:lnTo>
                    <a:pt x="1541" y="8776"/>
                  </a:lnTo>
                  <a:lnTo>
                    <a:pt x="1704" y="8878"/>
                  </a:lnTo>
                  <a:lnTo>
                    <a:pt x="1864" y="8988"/>
                  </a:lnTo>
                  <a:lnTo>
                    <a:pt x="2014" y="9101"/>
                  </a:lnTo>
                  <a:lnTo>
                    <a:pt x="2149" y="9211"/>
                  </a:lnTo>
                  <a:lnTo>
                    <a:pt x="2272" y="9329"/>
                  </a:lnTo>
                  <a:lnTo>
                    <a:pt x="2385" y="9462"/>
                  </a:lnTo>
                  <a:lnTo>
                    <a:pt x="2489" y="9597"/>
                  </a:lnTo>
                  <a:lnTo>
                    <a:pt x="2584" y="9723"/>
                  </a:lnTo>
                  <a:lnTo>
                    <a:pt x="2668" y="9831"/>
                  </a:lnTo>
                  <a:lnTo>
                    <a:pt x="2742" y="9908"/>
                  </a:lnTo>
                  <a:lnTo>
                    <a:pt x="2802" y="9957"/>
                  </a:lnTo>
                  <a:lnTo>
                    <a:pt x="2848" y="9988"/>
                  </a:lnTo>
                  <a:lnTo>
                    <a:pt x="2884" y="10000"/>
                  </a:lnTo>
                  <a:lnTo>
                    <a:pt x="2914" y="9991"/>
                  </a:lnTo>
                  <a:lnTo>
                    <a:pt x="2943" y="9960"/>
                  </a:lnTo>
                  <a:lnTo>
                    <a:pt x="2974" y="9908"/>
                  </a:lnTo>
                  <a:lnTo>
                    <a:pt x="3008" y="9830"/>
                  </a:lnTo>
                  <a:lnTo>
                    <a:pt x="3039" y="9727"/>
                  </a:lnTo>
                  <a:lnTo>
                    <a:pt x="3069" y="9602"/>
                  </a:lnTo>
                  <a:lnTo>
                    <a:pt x="3098" y="9460"/>
                  </a:lnTo>
                  <a:lnTo>
                    <a:pt x="3127" y="9302"/>
                  </a:lnTo>
                  <a:lnTo>
                    <a:pt x="3155" y="9134"/>
                  </a:lnTo>
                  <a:lnTo>
                    <a:pt x="3183" y="8946"/>
                  </a:lnTo>
                  <a:lnTo>
                    <a:pt x="3210" y="8736"/>
                  </a:lnTo>
                  <a:lnTo>
                    <a:pt x="3237" y="8511"/>
                  </a:lnTo>
                  <a:lnTo>
                    <a:pt x="3263" y="8279"/>
                  </a:lnTo>
                  <a:lnTo>
                    <a:pt x="3287" y="8050"/>
                  </a:lnTo>
                  <a:lnTo>
                    <a:pt x="3309" y="7831"/>
                  </a:lnTo>
                  <a:lnTo>
                    <a:pt x="3331" y="7623"/>
                  </a:lnTo>
                  <a:lnTo>
                    <a:pt x="3351" y="7420"/>
                  </a:lnTo>
                  <a:lnTo>
                    <a:pt x="3371" y="7218"/>
                  </a:lnTo>
                  <a:lnTo>
                    <a:pt x="3388" y="7017"/>
                  </a:lnTo>
                  <a:lnTo>
                    <a:pt x="3402" y="6813"/>
                  </a:lnTo>
                  <a:lnTo>
                    <a:pt x="3413" y="6606"/>
                  </a:lnTo>
                  <a:lnTo>
                    <a:pt x="3420" y="6395"/>
                  </a:lnTo>
                  <a:lnTo>
                    <a:pt x="3424" y="6181"/>
                  </a:lnTo>
                  <a:lnTo>
                    <a:pt x="3426" y="5965"/>
                  </a:lnTo>
                  <a:lnTo>
                    <a:pt x="3424" y="5749"/>
                  </a:lnTo>
                  <a:lnTo>
                    <a:pt x="3420" y="5532"/>
                  </a:lnTo>
                  <a:lnTo>
                    <a:pt x="3413" y="5317"/>
                  </a:lnTo>
                  <a:lnTo>
                    <a:pt x="3403" y="5101"/>
                  </a:lnTo>
                  <a:lnTo>
                    <a:pt x="3391" y="4884"/>
                  </a:lnTo>
                  <a:lnTo>
                    <a:pt x="3376" y="4668"/>
                  </a:lnTo>
                  <a:lnTo>
                    <a:pt x="3357" y="4452"/>
                  </a:lnTo>
                  <a:lnTo>
                    <a:pt x="3335" y="4238"/>
                  </a:lnTo>
                  <a:lnTo>
                    <a:pt x="3309" y="4027"/>
                  </a:lnTo>
                  <a:lnTo>
                    <a:pt x="3280" y="3817"/>
                  </a:lnTo>
                  <a:lnTo>
                    <a:pt x="3247" y="3608"/>
                  </a:lnTo>
                  <a:lnTo>
                    <a:pt x="3211" y="3401"/>
                  </a:lnTo>
                  <a:lnTo>
                    <a:pt x="3171" y="3196"/>
                  </a:lnTo>
                  <a:lnTo>
                    <a:pt x="3127" y="2996"/>
                  </a:lnTo>
                  <a:lnTo>
                    <a:pt x="3077" y="2802"/>
                  </a:lnTo>
                  <a:lnTo>
                    <a:pt x="3023" y="2612"/>
                  </a:lnTo>
                  <a:lnTo>
                    <a:pt x="2965" y="2426"/>
                  </a:lnTo>
                  <a:lnTo>
                    <a:pt x="2902" y="2243"/>
                  </a:lnTo>
                  <a:lnTo>
                    <a:pt x="2835" y="2066"/>
                  </a:lnTo>
                  <a:lnTo>
                    <a:pt x="2764" y="1896"/>
                  </a:lnTo>
                  <a:lnTo>
                    <a:pt x="2691" y="1732"/>
                  </a:lnTo>
                  <a:lnTo>
                    <a:pt x="2614" y="1574"/>
                  </a:lnTo>
                  <a:lnTo>
                    <a:pt x="2533" y="1422"/>
                  </a:lnTo>
                  <a:lnTo>
                    <a:pt x="2449" y="1276"/>
                  </a:lnTo>
                  <a:lnTo>
                    <a:pt x="2361" y="1137"/>
                  </a:lnTo>
                  <a:lnTo>
                    <a:pt x="2270" y="1005"/>
                  </a:lnTo>
                  <a:lnTo>
                    <a:pt x="2175" y="880"/>
                  </a:lnTo>
                  <a:lnTo>
                    <a:pt x="2076" y="763"/>
                  </a:lnTo>
                  <a:lnTo>
                    <a:pt x="1972" y="652"/>
                  </a:lnTo>
                  <a:lnTo>
                    <a:pt x="1866" y="548"/>
                  </a:lnTo>
                  <a:lnTo>
                    <a:pt x="1756" y="453"/>
                  </a:lnTo>
                  <a:lnTo>
                    <a:pt x="1644" y="365"/>
                  </a:lnTo>
                  <a:lnTo>
                    <a:pt x="1530" y="287"/>
                  </a:lnTo>
                  <a:lnTo>
                    <a:pt x="1407" y="217"/>
                  </a:lnTo>
                  <a:lnTo>
                    <a:pt x="1271" y="154"/>
                  </a:lnTo>
                  <a:lnTo>
                    <a:pt x="1134" y="99"/>
                  </a:lnTo>
                  <a:lnTo>
                    <a:pt x="1004" y="54"/>
                  </a:lnTo>
                  <a:lnTo>
                    <a:pt x="892" y="22"/>
                  </a:lnTo>
                  <a:lnTo>
                    <a:pt x="808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680247" y="1531539"/>
              <a:ext cx="1025206" cy="3285360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706353" y="1836115"/>
              <a:ext cx="912918" cy="2238451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922252" cy="3226003"/>
          </a:xfrm>
          <a:custGeom>
            <a:avLst/>
            <a:gdLst/>
            <a:ahLst/>
            <a:cxnLst/>
            <a:rect l="0" t="0" r="r" b="b"/>
            <a:pathLst>
              <a:path w="6217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6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7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9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2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6" y="4728"/>
                </a:lnTo>
                <a:lnTo>
                  <a:pt x="2076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3" y="5228"/>
                </a:lnTo>
                <a:lnTo>
                  <a:pt x="2163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4" y="5728"/>
                </a:lnTo>
                <a:lnTo>
                  <a:pt x="2244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6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4" y="8223"/>
                </a:lnTo>
                <a:lnTo>
                  <a:pt x="2640" y="8330"/>
                </a:lnTo>
                <a:lnTo>
                  <a:pt x="2652" y="8407"/>
                </a:lnTo>
                <a:lnTo>
                  <a:pt x="2653" y="8412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2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9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2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4" y="9828"/>
                </a:lnTo>
                <a:lnTo>
                  <a:pt x="2299" y="9827"/>
                </a:lnTo>
                <a:lnTo>
                  <a:pt x="2295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8" y="9529"/>
                </a:lnTo>
                <a:lnTo>
                  <a:pt x="1281" y="9452"/>
                </a:lnTo>
                <a:lnTo>
                  <a:pt x="1109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18"/>
                </a:lnTo>
                <a:lnTo>
                  <a:pt x="4659" y="9721"/>
                </a:lnTo>
                <a:lnTo>
                  <a:pt x="4853" y="9731"/>
                </a:lnTo>
                <a:lnTo>
                  <a:pt x="5033" y="9727"/>
                </a:lnTo>
                <a:lnTo>
                  <a:pt x="5203" y="9714"/>
                </a:lnTo>
                <a:lnTo>
                  <a:pt x="5370" y="9692"/>
                </a:lnTo>
                <a:lnTo>
                  <a:pt x="5529" y="9659"/>
                </a:lnTo>
                <a:lnTo>
                  <a:pt x="5676" y="9611"/>
                </a:lnTo>
                <a:lnTo>
                  <a:pt x="5807" y="9545"/>
                </a:lnTo>
                <a:lnTo>
                  <a:pt x="5917" y="9455"/>
                </a:lnTo>
                <a:lnTo>
                  <a:pt x="6007" y="9337"/>
                </a:lnTo>
                <a:lnTo>
                  <a:pt x="6080" y="9193"/>
                </a:lnTo>
                <a:lnTo>
                  <a:pt x="6137" y="9030"/>
                </a:lnTo>
                <a:lnTo>
                  <a:pt x="6178" y="8856"/>
                </a:lnTo>
                <a:lnTo>
                  <a:pt x="6204" y="8677"/>
                </a:lnTo>
                <a:lnTo>
                  <a:pt x="6217" y="8503"/>
                </a:lnTo>
                <a:lnTo>
                  <a:pt x="6213" y="8327"/>
                </a:lnTo>
                <a:lnTo>
                  <a:pt x="6193" y="8143"/>
                </a:lnTo>
                <a:lnTo>
                  <a:pt x="6158" y="7954"/>
                </a:lnTo>
                <a:lnTo>
                  <a:pt x="6110" y="7767"/>
                </a:lnTo>
                <a:lnTo>
                  <a:pt x="6052" y="7586"/>
                </a:lnTo>
                <a:lnTo>
                  <a:pt x="5985" y="7414"/>
                </a:lnTo>
                <a:lnTo>
                  <a:pt x="5908" y="7251"/>
                </a:lnTo>
                <a:lnTo>
                  <a:pt x="5817" y="7089"/>
                </a:lnTo>
                <a:lnTo>
                  <a:pt x="5716" y="6934"/>
                </a:lnTo>
                <a:lnTo>
                  <a:pt x="5606" y="6787"/>
                </a:lnTo>
                <a:lnTo>
                  <a:pt x="5491" y="6652"/>
                </a:lnTo>
                <a:lnTo>
                  <a:pt x="5373" y="6530"/>
                </a:lnTo>
                <a:lnTo>
                  <a:pt x="5250" y="6424"/>
                </a:lnTo>
                <a:lnTo>
                  <a:pt x="5121" y="6330"/>
                </a:lnTo>
                <a:lnTo>
                  <a:pt x="4986" y="6247"/>
                </a:lnTo>
                <a:lnTo>
                  <a:pt x="4847" y="6174"/>
                </a:lnTo>
                <a:lnTo>
                  <a:pt x="4703" y="6110"/>
                </a:lnTo>
                <a:lnTo>
                  <a:pt x="4557" y="6054"/>
                </a:lnTo>
                <a:lnTo>
                  <a:pt x="4403" y="6002"/>
                </a:lnTo>
                <a:lnTo>
                  <a:pt x="4239" y="5954"/>
                </a:lnTo>
                <a:lnTo>
                  <a:pt x="4072" y="5915"/>
                </a:lnTo>
                <a:lnTo>
                  <a:pt x="4063" y="5914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4" y="4992"/>
                </a:lnTo>
                <a:lnTo>
                  <a:pt x="3884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90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100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8" y="2051"/>
                </a:lnTo>
                <a:lnTo>
                  <a:pt x="4179" y="1850"/>
                </a:lnTo>
                <a:lnTo>
                  <a:pt x="4180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2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79640" y="1089965"/>
            <a:ext cx="189281" cy="1316736"/>
          </a:xfrm>
          <a:custGeom>
            <a:avLst/>
            <a:gdLst/>
            <a:ahLst/>
            <a:cxnLst/>
            <a:rect l="0" t="0" r="r" b="b"/>
            <a:pathLst>
              <a:path w="450" h="3000" fill="none">
                <a:moveTo>
                  <a:pt x="0" y="0"/>
                </a:moveTo>
                <a:lnTo>
                  <a:pt x="24" y="176"/>
                </a:lnTo>
                <a:lnTo>
                  <a:pt x="58" y="422"/>
                </a:lnTo>
                <a:lnTo>
                  <a:pt x="98" y="712"/>
                </a:lnTo>
                <a:lnTo>
                  <a:pt x="141" y="1022"/>
                </a:lnTo>
                <a:lnTo>
                  <a:pt x="184" y="1326"/>
                </a:lnTo>
                <a:lnTo>
                  <a:pt x="225" y="1600"/>
                </a:lnTo>
                <a:lnTo>
                  <a:pt x="265" y="1861"/>
                </a:lnTo>
                <a:lnTo>
                  <a:pt x="308" y="2133"/>
                </a:lnTo>
                <a:lnTo>
                  <a:pt x="351" y="2400"/>
                </a:lnTo>
                <a:lnTo>
                  <a:pt x="391" y="2644"/>
                </a:lnTo>
                <a:lnTo>
                  <a:pt x="425" y="2850"/>
                </a:lnTo>
                <a:lnTo>
                  <a:pt x="45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468836" y="1655240"/>
            <a:ext cx="1777052" cy="3117745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0339" y="4263615"/>
            <a:ext cx="3098534" cy="996014"/>
          </a:xfrm>
          <a:custGeom>
            <a:avLst/>
            <a:gdLst/>
            <a:ahLst/>
            <a:cxnLst/>
            <a:rect l="0" t="0" r="r" b="b"/>
            <a:pathLst>
              <a:path w="10000" h="3080">
                <a:moveTo>
                  <a:pt x="0" y="2928"/>
                </a:moveTo>
                <a:lnTo>
                  <a:pt x="321" y="2987"/>
                </a:lnTo>
                <a:lnTo>
                  <a:pt x="1127" y="3074"/>
                </a:lnTo>
                <a:lnTo>
                  <a:pt x="1200" y="3080"/>
                </a:lnTo>
                <a:lnTo>
                  <a:pt x="8817" y="3080"/>
                </a:lnTo>
                <a:lnTo>
                  <a:pt x="8890" y="3074"/>
                </a:lnTo>
                <a:lnTo>
                  <a:pt x="9695" y="2987"/>
                </a:lnTo>
                <a:lnTo>
                  <a:pt x="10000" y="2932"/>
                </a:lnTo>
                <a:lnTo>
                  <a:pt x="9759" y="1804"/>
                </a:lnTo>
                <a:lnTo>
                  <a:pt x="9732" y="1815"/>
                </a:lnTo>
                <a:lnTo>
                  <a:pt x="9698" y="1839"/>
                </a:lnTo>
                <a:lnTo>
                  <a:pt x="9652" y="1856"/>
                </a:lnTo>
                <a:lnTo>
                  <a:pt x="9592" y="1851"/>
                </a:lnTo>
                <a:lnTo>
                  <a:pt x="9515" y="1804"/>
                </a:lnTo>
                <a:lnTo>
                  <a:pt x="9420" y="1702"/>
                </a:lnTo>
                <a:lnTo>
                  <a:pt x="9310" y="1558"/>
                </a:lnTo>
                <a:lnTo>
                  <a:pt x="9184" y="1391"/>
                </a:lnTo>
                <a:lnTo>
                  <a:pt x="9044" y="1222"/>
                </a:lnTo>
                <a:lnTo>
                  <a:pt x="8891" y="1071"/>
                </a:lnTo>
                <a:lnTo>
                  <a:pt x="8717" y="931"/>
                </a:lnTo>
                <a:lnTo>
                  <a:pt x="8524" y="788"/>
                </a:lnTo>
                <a:lnTo>
                  <a:pt x="8319" y="654"/>
                </a:lnTo>
                <a:lnTo>
                  <a:pt x="8113" y="537"/>
                </a:lnTo>
                <a:lnTo>
                  <a:pt x="7913" y="446"/>
                </a:lnTo>
                <a:lnTo>
                  <a:pt x="7719" y="385"/>
                </a:lnTo>
                <a:lnTo>
                  <a:pt x="7525" y="346"/>
                </a:lnTo>
                <a:lnTo>
                  <a:pt x="7332" y="327"/>
                </a:lnTo>
                <a:lnTo>
                  <a:pt x="7144" y="325"/>
                </a:lnTo>
                <a:lnTo>
                  <a:pt x="6963" y="338"/>
                </a:lnTo>
                <a:lnTo>
                  <a:pt x="6755" y="371"/>
                </a:lnTo>
                <a:lnTo>
                  <a:pt x="6517" y="425"/>
                </a:lnTo>
                <a:lnTo>
                  <a:pt x="6303" y="494"/>
                </a:lnTo>
                <a:lnTo>
                  <a:pt x="6162" y="567"/>
                </a:lnTo>
                <a:lnTo>
                  <a:pt x="6149" y="636"/>
                </a:lnTo>
                <a:lnTo>
                  <a:pt x="6358" y="714"/>
                </a:lnTo>
                <a:lnTo>
                  <a:pt x="6757" y="804"/>
                </a:lnTo>
                <a:lnTo>
                  <a:pt x="7199" y="891"/>
                </a:lnTo>
                <a:lnTo>
                  <a:pt x="7538" y="959"/>
                </a:lnTo>
                <a:lnTo>
                  <a:pt x="7628" y="989"/>
                </a:lnTo>
                <a:lnTo>
                  <a:pt x="7370" y="969"/>
                </a:lnTo>
                <a:lnTo>
                  <a:pt x="6862" y="910"/>
                </a:lnTo>
                <a:lnTo>
                  <a:pt x="6251" y="831"/>
                </a:lnTo>
                <a:lnTo>
                  <a:pt x="5685" y="756"/>
                </a:lnTo>
                <a:lnTo>
                  <a:pt x="5314" y="704"/>
                </a:lnTo>
                <a:lnTo>
                  <a:pt x="5197" y="686"/>
                </a:lnTo>
                <a:lnTo>
                  <a:pt x="5236" y="685"/>
                </a:lnTo>
                <a:lnTo>
                  <a:pt x="5340" y="691"/>
                </a:lnTo>
                <a:lnTo>
                  <a:pt x="5417" y="688"/>
                </a:lnTo>
                <a:lnTo>
                  <a:pt x="5375" y="664"/>
                </a:lnTo>
                <a:lnTo>
                  <a:pt x="5183" y="612"/>
                </a:lnTo>
                <a:lnTo>
                  <a:pt x="4903" y="542"/>
                </a:lnTo>
                <a:lnTo>
                  <a:pt x="4581" y="463"/>
                </a:lnTo>
                <a:lnTo>
                  <a:pt x="4263" y="383"/>
                </a:lnTo>
                <a:lnTo>
                  <a:pt x="3997" y="311"/>
                </a:lnTo>
                <a:lnTo>
                  <a:pt x="3793" y="241"/>
                </a:lnTo>
                <a:lnTo>
                  <a:pt x="3619" y="168"/>
                </a:lnTo>
                <a:lnTo>
                  <a:pt x="3460" y="100"/>
                </a:lnTo>
                <a:lnTo>
                  <a:pt x="3301" y="45"/>
                </a:lnTo>
                <a:lnTo>
                  <a:pt x="3126" y="12"/>
                </a:lnTo>
                <a:lnTo>
                  <a:pt x="2932" y="0"/>
                </a:lnTo>
                <a:lnTo>
                  <a:pt x="2731" y="1"/>
                </a:lnTo>
                <a:lnTo>
                  <a:pt x="2525" y="21"/>
                </a:lnTo>
                <a:lnTo>
                  <a:pt x="2316" y="59"/>
                </a:lnTo>
                <a:lnTo>
                  <a:pt x="2109" y="121"/>
                </a:lnTo>
                <a:lnTo>
                  <a:pt x="1896" y="211"/>
                </a:lnTo>
                <a:lnTo>
                  <a:pt x="1675" y="328"/>
                </a:lnTo>
                <a:lnTo>
                  <a:pt x="1456" y="463"/>
                </a:lnTo>
                <a:lnTo>
                  <a:pt x="1249" y="605"/>
                </a:lnTo>
                <a:lnTo>
                  <a:pt x="1063" y="745"/>
                </a:lnTo>
                <a:lnTo>
                  <a:pt x="899" y="896"/>
                </a:lnTo>
                <a:lnTo>
                  <a:pt x="749" y="1066"/>
                </a:lnTo>
                <a:lnTo>
                  <a:pt x="615" y="1232"/>
                </a:lnTo>
                <a:lnTo>
                  <a:pt x="497" y="1377"/>
                </a:lnTo>
                <a:lnTo>
                  <a:pt x="395" y="1478"/>
                </a:lnTo>
                <a:lnTo>
                  <a:pt x="312" y="1525"/>
                </a:lnTo>
                <a:lnTo>
                  <a:pt x="249" y="1531"/>
                </a:lnTo>
                <a:lnTo>
                  <a:pt x="200" y="1513"/>
                </a:lnTo>
                <a:lnTo>
                  <a:pt x="163" y="1490"/>
                </a:lnTo>
                <a:lnTo>
                  <a:pt x="134" y="1478"/>
                </a:lnTo>
                <a:lnTo>
                  <a:pt x="0" y="2928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854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masivo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opacidad de todo el hemitórax y mediastino desplazado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hacia el lado sano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600" dirty="0">
              <a:latin typeface="Mali"/>
            </a:endParaRPr>
          </a:p>
        </p:txBody>
      </p:sp>
      <p:sp>
        <p:nvSpPr>
          <p:cNvPr id="57" name="Mediastino texto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Tráquea y corazón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alejan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del lado del derrame.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643102" y="91440"/>
            <a:ext cx="638400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DESPLAZAMIENTO MEDIASTÍNICO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7/8</a:t>
            </a:r>
            <a:endParaRPr lang="es-AR" sz="13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5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6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8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1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5" y="4728"/>
                </a:lnTo>
                <a:lnTo>
                  <a:pt x="2075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2" y="5228"/>
                </a:lnTo>
                <a:lnTo>
                  <a:pt x="2162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3" y="5728"/>
                </a:lnTo>
                <a:lnTo>
                  <a:pt x="2243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5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3" y="8223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1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8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1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3" y="9828"/>
                </a:lnTo>
                <a:lnTo>
                  <a:pt x="2299" y="9827"/>
                </a:lnTo>
                <a:lnTo>
                  <a:pt x="2294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7" y="9529"/>
                </a:lnTo>
                <a:lnTo>
                  <a:pt x="1281" y="9452"/>
                </a:lnTo>
                <a:lnTo>
                  <a:pt x="1108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791"/>
                </a:lnTo>
                <a:lnTo>
                  <a:pt x="4607" y="7719"/>
                </a:lnTo>
                <a:lnTo>
                  <a:pt x="4540" y="7475"/>
                </a:lnTo>
                <a:lnTo>
                  <a:pt x="4469" y="7235"/>
                </a:lnTo>
                <a:lnTo>
                  <a:pt x="4397" y="6995"/>
                </a:lnTo>
                <a:lnTo>
                  <a:pt x="4397" y="6994"/>
                </a:lnTo>
                <a:lnTo>
                  <a:pt x="4327" y="6749"/>
                </a:lnTo>
                <a:lnTo>
                  <a:pt x="4254" y="6501"/>
                </a:lnTo>
                <a:lnTo>
                  <a:pt x="4173" y="6252"/>
                </a:lnTo>
                <a:lnTo>
                  <a:pt x="4090" y="6003"/>
                </a:lnTo>
                <a:lnTo>
                  <a:pt x="4090" y="6002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3" y="4992"/>
                </a:lnTo>
                <a:lnTo>
                  <a:pt x="3883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89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099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7" y="2051"/>
                </a:lnTo>
                <a:lnTo>
                  <a:pt x="4179" y="1850"/>
                </a:lnTo>
                <a:lnTo>
                  <a:pt x="4179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1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02336" y="1406347"/>
            <a:ext cx="4123944" cy="3691981"/>
            <a:chOff x="402336" y="1406347"/>
            <a:chExt cx="4123944" cy="3691981"/>
          </a:xfrm>
        </p:grpSpPr>
        <p:sp>
          <p:nvSpPr>
            <p:cNvPr id="7" name="Forma 6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5713" h="10000">
                <a:moveTo>
                  <a:pt x="2890" y="4"/>
                </a:moveTo>
                <a:lnTo>
                  <a:pt x="2759" y="23"/>
                </a:lnTo>
                <a:lnTo>
                  <a:pt x="2625" y="56"/>
                </a:lnTo>
                <a:lnTo>
                  <a:pt x="2490" y="102"/>
                </a:lnTo>
                <a:lnTo>
                  <a:pt x="2354" y="158"/>
                </a:lnTo>
                <a:lnTo>
                  <a:pt x="2221" y="224"/>
                </a:lnTo>
                <a:lnTo>
                  <a:pt x="2093" y="296"/>
                </a:lnTo>
                <a:lnTo>
                  <a:pt x="1967" y="377"/>
                </a:lnTo>
                <a:lnTo>
                  <a:pt x="1844" y="467"/>
                </a:lnTo>
                <a:lnTo>
                  <a:pt x="1722" y="566"/>
                </a:lnTo>
                <a:lnTo>
                  <a:pt x="1604" y="673"/>
                </a:lnTo>
                <a:lnTo>
                  <a:pt x="1490" y="787"/>
                </a:lnTo>
                <a:lnTo>
                  <a:pt x="1381" y="909"/>
                </a:lnTo>
                <a:lnTo>
                  <a:pt x="1276" y="1037"/>
                </a:lnTo>
                <a:lnTo>
                  <a:pt x="1175" y="1173"/>
                </a:lnTo>
                <a:lnTo>
                  <a:pt x="1078" y="1317"/>
                </a:lnTo>
                <a:lnTo>
                  <a:pt x="985" y="1468"/>
                </a:lnTo>
                <a:lnTo>
                  <a:pt x="896" y="1624"/>
                </a:lnTo>
                <a:lnTo>
                  <a:pt x="811" y="1787"/>
                </a:lnTo>
                <a:lnTo>
                  <a:pt x="730" y="1956"/>
                </a:lnTo>
                <a:lnTo>
                  <a:pt x="652" y="2132"/>
                </a:lnTo>
                <a:lnTo>
                  <a:pt x="578" y="2315"/>
                </a:lnTo>
                <a:lnTo>
                  <a:pt x="508" y="2503"/>
                </a:lnTo>
                <a:lnTo>
                  <a:pt x="444" y="2696"/>
                </a:lnTo>
                <a:lnTo>
                  <a:pt x="384" y="2891"/>
                </a:lnTo>
                <a:lnTo>
                  <a:pt x="330" y="3092"/>
                </a:lnTo>
                <a:lnTo>
                  <a:pt x="281" y="3299"/>
                </a:lnTo>
                <a:lnTo>
                  <a:pt x="236" y="3509"/>
                </a:lnTo>
                <a:lnTo>
                  <a:pt x="196" y="3723"/>
                </a:lnTo>
                <a:lnTo>
                  <a:pt x="160" y="3939"/>
                </a:lnTo>
                <a:lnTo>
                  <a:pt x="128" y="4156"/>
                </a:lnTo>
                <a:lnTo>
                  <a:pt x="99" y="4374"/>
                </a:lnTo>
                <a:lnTo>
                  <a:pt x="75" y="4594"/>
                </a:lnTo>
                <a:lnTo>
                  <a:pt x="55" y="4817"/>
                </a:lnTo>
                <a:lnTo>
                  <a:pt x="38" y="5040"/>
                </a:lnTo>
                <a:lnTo>
                  <a:pt x="24" y="5264"/>
                </a:lnTo>
                <a:lnTo>
                  <a:pt x="14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4" y="6817"/>
                </a:lnTo>
                <a:lnTo>
                  <a:pt x="25" y="7035"/>
                </a:lnTo>
                <a:lnTo>
                  <a:pt x="41" y="7252"/>
                </a:lnTo>
                <a:lnTo>
                  <a:pt x="60" y="7469"/>
                </a:lnTo>
                <a:lnTo>
                  <a:pt x="81" y="7680"/>
                </a:lnTo>
                <a:lnTo>
                  <a:pt x="104" y="7885"/>
                </a:lnTo>
                <a:lnTo>
                  <a:pt x="128" y="8082"/>
                </a:lnTo>
                <a:lnTo>
                  <a:pt x="153" y="8269"/>
                </a:lnTo>
                <a:lnTo>
                  <a:pt x="179" y="8449"/>
                </a:lnTo>
                <a:lnTo>
                  <a:pt x="208" y="8623"/>
                </a:lnTo>
                <a:lnTo>
                  <a:pt x="237" y="8790"/>
                </a:lnTo>
                <a:lnTo>
                  <a:pt x="268" y="8951"/>
                </a:lnTo>
                <a:lnTo>
                  <a:pt x="299" y="9106"/>
                </a:lnTo>
                <a:lnTo>
                  <a:pt x="329" y="9262"/>
                </a:lnTo>
                <a:lnTo>
                  <a:pt x="361" y="9419"/>
                </a:lnTo>
                <a:lnTo>
                  <a:pt x="393" y="9569"/>
                </a:lnTo>
                <a:lnTo>
                  <a:pt x="426" y="9706"/>
                </a:lnTo>
                <a:lnTo>
                  <a:pt x="461" y="9820"/>
                </a:lnTo>
                <a:lnTo>
                  <a:pt x="498" y="9905"/>
                </a:lnTo>
                <a:lnTo>
                  <a:pt x="533" y="9959"/>
                </a:lnTo>
                <a:lnTo>
                  <a:pt x="564" y="9990"/>
                </a:lnTo>
                <a:lnTo>
                  <a:pt x="598" y="10000"/>
                </a:lnTo>
                <a:lnTo>
                  <a:pt x="637" y="9987"/>
                </a:lnTo>
                <a:lnTo>
                  <a:pt x="688" y="9956"/>
                </a:lnTo>
                <a:lnTo>
                  <a:pt x="754" y="9905"/>
                </a:lnTo>
                <a:lnTo>
                  <a:pt x="836" y="9825"/>
                </a:lnTo>
                <a:lnTo>
                  <a:pt x="929" y="9714"/>
                </a:lnTo>
                <a:lnTo>
                  <a:pt x="1034" y="9584"/>
                </a:lnTo>
                <a:lnTo>
                  <a:pt x="1149" y="9444"/>
                </a:lnTo>
                <a:lnTo>
                  <a:pt x="1274" y="9308"/>
                </a:lnTo>
                <a:lnTo>
                  <a:pt x="1409" y="9186"/>
                </a:lnTo>
                <a:lnTo>
                  <a:pt x="1559" y="9072"/>
                </a:lnTo>
                <a:lnTo>
                  <a:pt x="1725" y="8955"/>
                </a:lnTo>
                <a:lnTo>
                  <a:pt x="1900" y="8842"/>
                </a:lnTo>
                <a:lnTo>
                  <a:pt x="2081" y="8737"/>
                </a:lnTo>
                <a:lnTo>
                  <a:pt x="2261" y="8645"/>
                </a:lnTo>
                <a:lnTo>
                  <a:pt x="2434" y="8574"/>
                </a:lnTo>
                <a:lnTo>
                  <a:pt x="2604" y="8522"/>
                </a:lnTo>
                <a:lnTo>
                  <a:pt x="2774" y="8486"/>
                </a:lnTo>
                <a:lnTo>
                  <a:pt x="2943" y="8464"/>
                </a:lnTo>
                <a:lnTo>
                  <a:pt x="3110" y="8455"/>
                </a:lnTo>
                <a:lnTo>
                  <a:pt x="3274" y="8456"/>
                </a:lnTo>
                <a:lnTo>
                  <a:pt x="3431" y="8467"/>
                </a:lnTo>
                <a:lnTo>
                  <a:pt x="3576" y="8493"/>
                </a:lnTo>
                <a:lnTo>
                  <a:pt x="3708" y="8533"/>
                </a:lnTo>
                <a:lnTo>
                  <a:pt x="3836" y="8586"/>
                </a:lnTo>
                <a:lnTo>
                  <a:pt x="3969" y="8644"/>
                </a:lnTo>
                <a:lnTo>
                  <a:pt x="4116" y="8704"/>
                </a:lnTo>
                <a:lnTo>
                  <a:pt x="4285" y="8760"/>
                </a:lnTo>
                <a:lnTo>
                  <a:pt x="4499" y="8836"/>
                </a:lnTo>
                <a:lnTo>
                  <a:pt x="4753" y="8940"/>
                </a:lnTo>
                <a:lnTo>
                  <a:pt x="5021" y="9045"/>
                </a:lnTo>
                <a:lnTo>
                  <a:pt x="5275" y="9125"/>
                </a:lnTo>
                <a:lnTo>
                  <a:pt x="5489" y="9154"/>
                </a:lnTo>
                <a:lnTo>
                  <a:pt x="5636" y="9106"/>
                </a:lnTo>
                <a:lnTo>
                  <a:pt x="5704" y="8964"/>
                </a:lnTo>
                <a:lnTo>
                  <a:pt x="5713" y="8744"/>
                </a:lnTo>
                <a:lnTo>
                  <a:pt x="5681" y="8474"/>
                </a:lnTo>
                <a:lnTo>
                  <a:pt x="5627" y="8179"/>
                </a:lnTo>
                <a:lnTo>
                  <a:pt x="5570" y="7884"/>
                </a:lnTo>
                <a:lnTo>
                  <a:pt x="5529" y="7616"/>
                </a:lnTo>
                <a:lnTo>
                  <a:pt x="5498" y="7370"/>
                </a:lnTo>
                <a:lnTo>
                  <a:pt x="5462" y="7126"/>
                </a:lnTo>
                <a:lnTo>
                  <a:pt x="5423" y="6882"/>
                </a:lnTo>
                <a:lnTo>
                  <a:pt x="5383" y="6639"/>
                </a:lnTo>
                <a:lnTo>
                  <a:pt x="5342" y="6396"/>
                </a:lnTo>
                <a:lnTo>
                  <a:pt x="5303" y="6152"/>
                </a:lnTo>
                <a:lnTo>
                  <a:pt x="5266" y="5908"/>
                </a:lnTo>
                <a:lnTo>
                  <a:pt x="5230" y="5664"/>
                </a:lnTo>
                <a:lnTo>
                  <a:pt x="5194" y="5420"/>
                </a:lnTo>
                <a:lnTo>
                  <a:pt x="5157" y="5176"/>
                </a:lnTo>
                <a:lnTo>
                  <a:pt x="5118" y="4932"/>
                </a:lnTo>
                <a:lnTo>
                  <a:pt x="5078" y="4688"/>
                </a:lnTo>
                <a:lnTo>
                  <a:pt x="5036" y="4444"/>
                </a:lnTo>
                <a:lnTo>
                  <a:pt x="4993" y="4199"/>
                </a:lnTo>
                <a:lnTo>
                  <a:pt x="4948" y="3954"/>
                </a:lnTo>
                <a:lnTo>
                  <a:pt x="4902" y="3710"/>
                </a:lnTo>
                <a:lnTo>
                  <a:pt x="4852" y="3467"/>
                </a:lnTo>
                <a:lnTo>
                  <a:pt x="4799" y="3224"/>
                </a:lnTo>
                <a:lnTo>
                  <a:pt x="4742" y="2979"/>
                </a:lnTo>
                <a:lnTo>
                  <a:pt x="4681" y="2729"/>
                </a:lnTo>
                <a:lnTo>
                  <a:pt x="4617" y="2481"/>
                </a:lnTo>
                <a:lnTo>
                  <a:pt x="4551" y="2237"/>
                </a:lnTo>
                <a:lnTo>
                  <a:pt x="4484" y="2005"/>
                </a:lnTo>
                <a:lnTo>
                  <a:pt x="4416" y="1787"/>
                </a:lnTo>
                <a:lnTo>
                  <a:pt x="4346" y="1582"/>
                </a:lnTo>
                <a:lnTo>
                  <a:pt x="4273" y="1386"/>
                </a:lnTo>
                <a:lnTo>
                  <a:pt x="4198" y="1200"/>
                </a:lnTo>
                <a:lnTo>
                  <a:pt x="4124" y="1026"/>
                </a:lnTo>
                <a:lnTo>
                  <a:pt x="4052" y="866"/>
                </a:lnTo>
                <a:lnTo>
                  <a:pt x="3984" y="722"/>
                </a:lnTo>
                <a:lnTo>
                  <a:pt x="3925" y="595"/>
                </a:lnTo>
                <a:lnTo>
                  <a:pt x="3874" y="484"/>
                </a:lnTo>
                <a:lnTo>
                  <a:pt x="3826" y="386"/>
                </a:lnTo>
                <a:lnTo>
                  <a:pt x="3773" y="301"/>
                </a:lnTo>
                <a:lnTo>
                  <a:pt x="3710" y="228"/>
                </a:lnTo>
                <a:lnTo>
                  <a:pt x="3630" y="163"/>
                </a:lnTo>
                <a:lnTo>
                  <a:pt x="3529" y="108"/>
                </a:lnTo>
                <a:lnTo>
                  <a:pt x="3414" y="64"/>
                </a:lnTo>
                <a:lnTo>
                  <a:pt x="3288" y="30"/>
                </a:lnTo>
                <a:lnTo>
                  <a:pt x="3155" y="9"/>
                </a:lnTo>
                <a:lnTo>
                  <a:pt x="3021" y="0"/>
                </a:lnTo>
                <a:lnTo>
                  <a:pt x="2890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3426" h="10000">
                <a:moveTo>
                  <a:pt x="808" y="4"/>
                </a:moveTo>
                <a:lnTo>
                  <a:pt x="761" y="0"/>
                </a:lnTo>
                <a:lnTo>
                  <a:pt x="743" y="8"/>
                </a:lnTo>
                <a:lnTo>
                  <a:pt x="743" y="29"/>
                </a:lnTo>
                <a:lnTo>
                  <a:pt x="750" y="62"/>
                </a:lnTo>
                <a:lnTo>
                  <a:pt x="751" y="105"/>
                </a:lnTo>
                <a:lnTo>
                  <a:pt x="734" y="158"/>
                </a:lnTo>
                <a:lnTo>
                  <a:pt x="700" y="221"/>
                </a:lnTo>
                <a:lnTo>
                  <a:pt x="656" y="292"/>
                </a:lnTo>
                <a:lnTo>
                  <a:pt x="607" y="374"/>
                </a:lnTo>
                <a:lnTo>
                  <a:pt x="556" y="469"/>
                </a:lnTo>
                <a:lnTo>
                  <a:pt x="505" y="577"/>
                </a:lnTo>
                <a:lnTo>
                  <a:pt x="458" y="700"/>
                </a:lnTo>
                <a:lnTo>
                  <a:pt x="414" y="839"/>
                </a:lnTo>
                <a:lnTo>
                  <a:pt x="369" y="994"/>
                </a:lnTo>
                <a:lnTo>
                  <a:pt x="324" y="1163"/>
                </a:lnTo>
                <a:lnTo>
                  <a:pt x="282" y="1343"/>
                </a:lnTo>
                <a:lnTo>
                  <a:pt x="242" y="1533"/>
                </a:lnTo>
                <a:lnTo>
                  <a:pt x="207" y="1732"/>
                </a:lnTo>
                <a:lnTo>
                  <a:pt x="175" y="1943"/>
                </a:lnTo>
                <a:lnTo>
                  <a:pt x="147" y="2168"/>
                </a:lnTo>
                <a:lnTo>
                  <a:pt x="121" y="2404"/>
                </a:lnTo>
                <a:lnTo>
                  <a:pt x="99" y="2645"/>
                </a:lnTo>
                <a:lnTo>
                  <a:pt x="79" y="2887"/>
                </a:lnTo>
                <a:lnTo>
                  <a:pt x="62" y="3124"/>
                </a:lnTo>
                <a:lnTo>
                  <a:pt x="44" y="3359"/>
                </a:lnTo>
                <a:lnTo>
                  <a:pt x="25" y="3595"/>
                </a:lnTo>
                <a:lnTo>
                  <a:pt x="8" y="3832"/>
                </a:lnTo>
                <a:lnTo>
                  <a:pt x="0" y="4069"/>
                </a:lnTo>
                <a:lnTo>
                  <a:pt x="3" y="4306"/>
                </a:lnTo>
                <a:lnTo>
                  <a:pt x="23" y="4543"/>
                </a:lnTo>
                <a:lnTo>
                  <a:pt x="64" y="4779"/>
                </a:lnTo>
                <a:lnTo>
                  <a:pt x="124" y="5016"/>
                </a:lnTo>
                <a:lnTo>
                  <a:pt x="196" y="5252"/>
                </a:lnTo>
                <a:lnTo>
                  <a:pt x="274" y="5489"/>
                </a:lnTo>
                <a:lnTo>
                  <a:pt x="352" y="5725"/>
                </a:lnTo>
                <a:lnTo>
                  <a:pt x="422" y="5961"/>
                </a:lnTo>
                <a:lnTo>
                  <a:pt x="488" y="6194"/>
                </a:lnTo>
                <a:lnTo>
                  <a:pt x="556" y="6422"/>
                </a:lnTo>
                <a:lnTo>
                  <a:pt x="623" y="6650"/>
                </a:lnTo>
                <a:lnTo>
                  <a:pt x="687" y="6882"/>
                </a:lnTo>
                <a:lnTo>
                  <a:pt x="745" y="7124"/>
                </a:lnTo>
                <a:lnTo>
                  <a:pt x="795" y="7380"/>
                </a:lnTo>
                <a:lnTo>
                  <a:pt x="851" y="7677"/>
                </a:lnTo>
                <a:lnTo>
                  <a:pt x="920" y="8017"/>
                </a:lnTo>
                <a:lnTo>
                  <a:pt x="984" y="8367"/>
                </a:lnTo>
                <a:lnTo>
                  <a:pt x="1006" y="8554"/>
                </a:lnTo>
                <a:lnTo>
                  <a:pt x="1067" y="8568"/>
                </a:lnTo>
                <a:lnTo>
                  <a:pt x="1221" y="8618"/>
                </a:lnTo>
                <a:lnTo>
                  <a:pt x="1378" y="8687"/>
                </a:lnTo>
                <a:lnTo>
                  <a:pt x="1541" y="8776"/>
                </a:lnTo>
                <a:lnTo>
                  <a:pt x="1704" y="8878"/>
                </a:lnTo>
                <a:lnTo>
                  <a:pt x="1864" y="8988"/>
                </a:lnTo>
                <a:lnTo>
                  <a:pt x="2014" y="9101"/>
                </a:lnTo>
                <a:lnTo>
                  <a:pt x="2149" y="9211"/>
                </a:lnTo>
                <a:lnTo>
                  <a:pt x="2272" y="9329"/>
                </a:lnTo>
                <a:lnTo>
                  <a:pt x="2385" y="9462"/>
                </a:lnTo>
                <a:lnTo>
                  <a:pt x="2489" y="9597"/>
                </a:lnTo>
                <a:lnTo>
                  <a:pt x="2584" y="9723"/>
                </a:lnTo>
                <a:lnTo>
                  <a:pt x="2668" y="9831"/>
                </a:lnTo>
                <a:lnTo>
                  <a:pt x="2742" y="9908"/>
                </a:lnTo>
                <a:lnTo>
                  <a:pt x="2802" y="9957"/>
                </a:lnTo>
                <a:lnTo>
                  <a:pt x="2848" y="9988"/>
                </a:lnTo>
                <a:lnTo>
                  <a:pt x="2884" y="10000"/>
                </a:lnTo>
                <a:lnTo>
                  <a:pt x="2914" y="9991"/>
                </a:lnTo>
                <a:lnTo>
                  <a:pt x="2943" y="9960"/>
                </a:lnTo>
                <a:lnTo>
                  <a:pt x="2974" y="9908"/>
                </a:lnTo>
                <a:lnTo>
                  <a:pt x="3008" y="9830"/>
                </a:lnTo>
                <a:lnTo>
                  <a:pt x="3039" y="9727"/>
                </a:lnTo>
                <a:lnTo>
                  <a:pt x="3069" y="9602"/>
                </a:lnTo>
                <a:lnTo>
                  <a:pt x="3098" y="9460"/>
                </a:lnTo>
                <a:lnTo>
                  <a:pt x="3127" y="9302"/>
                </a:lnTo>
                <a:lnTo>
                  <a:pt x="3155" y="9134"/>
                </a:lnTo>
                <a:lnTo>
                  <a:pt x="3183" y="8946"/>
                </a:lnTo>
                <a:lnTo>
                  <a:pt x="3210" y="8736"/>
                </a:lnTo>
                <a:lnTo>
                  <a:pt x="3237" y="8511"/>
                </a:lnTo>
                <a:lnTo>
                  <a:pt x="3263" y="8279"/>
                </a:lnTo>
                <a:lnTo>
                  <a:pt x="3287" y="8050"/>
                </a:lnTo>
                <a:lnTo>
                  <a:pt x="3309" y="7831"/>
                </a:lnTo>
                <a:lnTo>
                  <a:pt x="3331" y="7623"/>
                </a:lnTo>
                <a:lnTo>
                  <a:pt x="3351" y="7420"/>
                </a:lnTo>
                <a:lnTo>
                  <a:pt x="3371" y="7218"/>
                </a:lnTo>
                <a:lnTo>
                  <a:pt x="3388" y="7017"/>
                </a:lnTo>
                <a:lnTo>
                  <a:pt x="3402" y="6813"/>
                </a:lnTo>
                <a:lnTo>
                  <a:pt x="3413" y="6606"/>
                </a:lnTo>
                <a:lnTo>
                  <a:pt x="3420" y="6395"/>
                </a:lnTo>
                <a:lnTo>
                  <a:pt x="3424" y="6181"/>
                </a:lnTo>
                <a:lnTo>
                  <a:pt x="3426" y="5965"/>
                </a:lnTo>
                <a:lnTo>
                  <a:pt x="3424" y="5749"/>
                </a:lnTo>
                <a:lnTo>
                  <a:pt x="3420" y="5532"/>
                </a:lnTo>
                <a:lnTo>
                  <a:pt x="3413" y="5317"/>
                </a:lnTo>
                <a:lnTo>
                  <a:pt x="3403" y="5101"/>
                </a:lnTo>
                <a:lnTo>
                  <a:pt x="3391" y="4884"/>
                </a:lnTo>
                <a:lnTo>
                  <a:pt x="3376" y="4668"/>
                </a:lnTo>
                <a:lnTo>
                  <a:pt x="3357" y="4452"/>
                </a:lnTo>
                <a:lnTo>
                  <a:pt x="3335" y="4238"/>
                </a:lnTo>
                <a:lnTo>
                  <a:pt x="3309" y="4027"/>
                </a:lnTo>
                <a:lnTo>
                  <a:pt x="3280" y="3817"/>
                </a:lnTo>
                <a:lnTo>
                  <a:pt x="3247" y="3608"/>
                </a:lnTo>
                <a:lnTo>
                  <a:pt x="3211" y="3401"/>
                </a:lnTo>
                <a:lnTo>
                  <a:pt x="3171" y="3196"/>
                </a:lnTo>
                <a:lnTo>
                  <a:pt x="3127" y="2996"/>
                </a:lnTo>
                <a:lnTo>
                  <a:pt x="3077" y="2802"/>
                </a:lnTo>
                <a:lnTo>
                  <a:pt x="3023" y="2612"/>
                </a:lnTo>
                <a:lnTo>
                  <a:pt x="2965" y="2426"/>
                </a:lnTo>
                <a:lnTo>
                  <a:pt x="2902" y="2243"/>
                </a:lnTo>
                <a:lnTo>
                  <a:pt x="2835" y="2066"/>
                </a:lnTo>
                <a:lnTo>
                  <a:pt x="2764" y="1896"/>
                </a:lnTo>
                <a:lnTo>
                  <a:pt x="2691" y="1732"/>
                </a:lnTo>
                <a:lnTo>
                  <a:pt x="2614" y="1574"/>
                </a:lnTo>
                <a:lnTo>
                  <a:pt x="2533" y="1422"/>
                </a:lnTo>
                <a:lnTo>
                  <a:pt x="2449" y="1276"/>
                </a:lnTo>
                <a:lnTo>
                  <a:pt x="2361" y="1137"/>
                </a:lnTo>
                <a:lnTo>
                  <a:pt x="2270" y="1005"/>
                </a:lnTo>
                <a:lnTo>
                  <a:pt x="2175" y="880"/>
                </a:lnTo>
                <a:lnTo>
                  <a:pt x="2076" y="763"/>
                </a:lnTo>
                <a:lnTo>
                  <a:pt x="1972" y="652"/>
                </a:lnTo>
                <a:lnTo>
                  <a:pt x="1866" y="548"/>
                </a:lnTo>
                <a:lnTo>
                  <a:pt x="1756" y="453"/>
                </a:lnTo>
                <a:lnTo>
                  <a:pt x="1644" y="365"/>
                </a:lnTo>
                <a:lnTo>
                  <a:pt x="1530" y="287"/>
                </a:lnTo>
                <a:lnTo>
                  <a:pt x="1407" y="217"/>
                </a:lnTo>
                <a:lnTo>
                  <a:pt x="1271" y="154"/>
                </a:lnTo>
                <a:lnTo>
                  <a:pt x="1134" y="99"/>
                </a:lnTo>
                <a:lnTo>
                  <a:pt x="1004" y="54"/>
                </a:lnTo>
                <a:lnTo>
                  <a:pt x="892" y="22"/>
                </a:lnTo>
                <a:lnTo>
                  <a:pt x="808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65580" y="1979352"/>
            <a:ext cx="598267" cy="2872460"/>
          </a:xfrm>
          <a:custGeom>
            <a:avLst/>
            <a:gdLst/>
            <a:ahLst/>
            <a:cxnLst/>
            <a:rect l="0" t="0" r="r" b="b"/>
            <a:pathLst>
              <a:path w="2041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1" y="608"/>
                </a:lnTo>
                <a:lnTo>
                  <a:pt x="1223" y="648"/>
                </a:lnTo>
                <a:lnTo>
                  <a:pt x="1317" y="713"/>
                </a:lnTo>
                <a:lnTo>
                  <a:pt x="1387" y="793"/>
                </a:lnTo>
                <a:lnTo>
                  <a:pt x="1431" y="895"/>
                </a:lnTo>
                <a:lnTo>
                  <a:pt x="1446" y="992"/>
                </a:lnTo>
                <a:lnTo>
                  <a:pt x="1436" y="1097"/>
                </a:lnTo>
                <a:lnTo>
                  <a:pt x="1396" y="1276"/>
                </a:lnTo>
                <a:lnTo>
                  <a:pt x="1395" y="1280"/>
                </a:lnTo>
                <a:lnTo>
                  <a:pt x="1335" y="1568"/>
                </a:lnTo>
                <a:lnTo>
                  <a:pt x="1332" y="1585"/>
                </a:lnTo>
                <a:lnTo>
                  <a:pt x="1269" y="2016"/>
                </a:lnTo>
                <a:lnTo>
                  <a:pt x="1267" y="2033"/>
                </a:lnTo>
                <a:lnTo>
                  <a:pt x="1213" y="2659"/>
                </a:lnTo>
                <a:lnTo>
                  <a:pt x="1212" y="2668"/>
                </a:lnTo>
                <a:lnTo>
                  <a:pt x="1161" y="3621"/>
                </a:lnTo>
                <a:lnTo>
                  <a:pt x="1161" y="3623"/>
                </a:lnTo>
                <a:lnTo>
                  <a:pt x="1100" y="4888"/>
                </a:lnTo>
                <a:lnTo>
                  <a:pt x="1100" y="4889"/>
                </a:lnTo>
                <a:lnTo>
                  <a:pt x="1035" y="6297"/>
                </a:lnTo>
                <a:lnTo>
                  <a:pt x="1035" y="6298"/>
                </a:lnTo>
                <a:lnTo>
                  <a:pt x="974" y="7680"/>
                </a:lnTo>
                <a:lnTo>
                  <a:pt x="922" y="8867"/>
                </a:lnTo>
                <a:lnTo>
                  <a:pt x="885" y="9690"/>
                </a:lnTo>
                <a:lnTo>
                  <a:pt x="885" y="9719"/>
                </a:lnTo>
                <a:lnTo>
                  <a:pt x="888" y="9748"/>
                </a:lnTo>
                <a:lnTo>
                  <a:pt x="894" y="9777"/>
                </a:lnTo>
                <a:lnTo>
                  <a:pt x="902" y="9804"/>
                </a:lnTo>
                <a:lnTo>
                  <a:pt x="913" y="9831"/>
                </a:lnTo>
                <a:lnTo>
                  <a:pt x="927" y="9857"/>
                </a:lnTo>
                <a:lnTo>
                  <a:pt x="943" y="9881"/>
                </a:lnTo>
                <a:lnTo>
                  <a:pt x="962" y="9903"/>
                </a:lnTo>
                <a:lnTo>
                  <a:pt x="983" y="9924"/>
                </a:lnTo>
                <a:lnTo>
                  <a:pt x="1005" y="9942"/>
                </a:lnTo>
                <a:lnTo>
                  <a:pt x="1029" y="9958"/>
                </a:lnTo>
                <a:lnTo>
                  <a:pt x="1055" y="9972"/>
                </a:lnTo>
                <a:lnTo>
                  <a:pt x="1082" y="9983"/>
                </a:lnTo>
                <a:lnTo>
                  <a:pt x="1110" y="9991"/>
                </a:lnTo>
                <a:lnTo>
                  <a:pt x="1138" y="9997"/>
                </a:lnTo>
                <a:lnTo>
                  <a:pt x="1167" y="10000"/>
                </a:lnTo>
                <a:lnTo>
                  <a:pt x="1197" y="9999"/>
                </a:lnTo>
                <a:lnTo>
                  <a:pt x="1225" y="9996"/>
                </a:lnTo>
                <a:lnTo>
                  <a:pt x="1254" y="9991"/>
                </a:lnTo>
                <a:lnTo>
                  <a:pt x="1282" y="9982"/>
                </a:lnTo>
                <a:lnTo>
                  <a:pt x="1309" y="9971"/>
                </a:lnTo>
                <a:lnTo>
                  <a:pt x="1334" y="9957"/>
                </a:lnTo>
                <a:lnTo>
                  <a:pt x="1358" y="9941"/>
                </a:lnTo>
                <a:lnTo>
                  <a:pt x="1381" y="9922"/>
                </a:lnTo>
                <a:lnTo>
                  <a:pt x="1401" y="9902"/>
                </a:lnTo>
                <a:lnTo>
                  <a:pt x="1420" y="9879"/>
                </a:lnTo>
                <a:lnTo>
                  <a:pt x="1436" y="9855"/>
                </a:lnTo>
                <a:lnTo>
                  <a:pt x="1449" y="9829"/>
                </a:lnTo>
                <a:lnTo>
                  <a:pt x="1460" y="9802"/>
                </a:lnTo>
                <a:lnTo>
                  <a:pt x="1469" y="9774"/>
                </a:lnTo>
                <a:lnTo>
                  <a:pt x="1474" y="9746"/>
                </a:lnTo>
                <a:lnTo>
                  <a:pt x="1477" y="9717"/>
                </a:lnTo>
                <a:lnTo>
                  <a:pt x="1514" y="8893"/>
                </a:lnTo>
                <a:lnTo>
                  <a:pt x="1566" y="7706"/>
                </a:lnTo>
                <a:lnTo>
                  <a:pt x="1627" y="6324"/>
                </a:lnTo>
                <a:lnTo>
                  <a:pt x="1692" y="4917"/>
                </a:lnTo>
                <a:lnTo>
                  <a:pt x="1753" y="3653"/>
                </a:lnTo>
                <a:lnTo>
                  <a:pt x="1804" y="2705"/>
                </a:lnTo>
                <a:lnTo>
                  <a:pt x="1856" y="2093"/>
                </a:lnTo>
                <a:lnTo>
                  <a:pt x="1917" y="1680"/>
                </a:lnTo>
                <a:lnTo>
                  <a:pt x="1974" y="1403"/>
                </a:lnTo>
                <a:lnTo>
                  <a:pt x="2018" y="1209"/>
                </a:lnTo>
                <a:lnTo>
                  <a:pt x="2024" y="1173"/>
                </a:lnTo>
                <a:lnTo>
                  <a:pt x="2039" y="1014"/>
                </a:lnTo>
                <a:lnTo>
                  <a:pt x="2041" y="978"/>
                </a:lnTo>
                <a:lnTo>
                  <a:pt x="2037" y="942"/>
                </a:lnTo>
                <a:lnTo>
                  <a:pt x="2012" y="769"/>
                </a:lnTo>
                <a:lnTo>
                  <a:pt x="2007" y="743"/>
                </a:lnTo>
                <a:lnTo>
                  <a:pt x="2000" y="718"/>
                </a:lnTo>
                <a:lnTo>
                  <a:pt x="1990" y="694"/>
                </a:lnTo>
                <a:lnTo>
                  <a:pt x="1912" y="514"/>
                </a:lnTo>
                <a:lnTo>
                  <a:pt x="1898" y="487"/>
                </a:lnTo>
                <a:lnTo>
                  <a:pt x="1882" y="462"/>
                </a:lnTo>
                <a:lnTo>
                  <a:pt x="1864" y="438"/>
                </a:lnTo>
                <a:lnTo>
                  <a:pt x="1740" y="296"/>
                </a:lnTo>
                <a:lnTo>
                  <a:pt x="1722" y="277"/>
                </a:lnTo>
                <a:lnTo>
                  <a:pt x="1704" y="261"/>
                </a:lnTo>
                <a:lnTo>
                  <a:pt x="1684" y="246"/>
                </a:lnTo>
                <a:lnTo>
                  <a:pt x="1531" y="141"/>
                </a:lnTo>
                <a:lnTo>
                  <a:pt x="1503" y="124"/>
                </a:lnTo>
                <a:lnTo>
                  <a:pt x="1473" y="110"/>
                </a:lnTo>
                <a:lnTo>
                  <a:pt x="1309" y="45"/>
                </a:lnTo>
                <a:lnTo>
                  <a:pt x="1278" y="34"/>
                </a:lnTo>
                <a:lnTo>
                  <a:pt x="1245" y="27"/>
                </a:lnTo>
                <a:lnTo>
                  <a:pt x="1088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60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1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40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8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10583" y="1034352"/>
            <a:ext cx="1088094" cy="1935690"/>
            <a:chOff x="2210583" y="1034352"/>
            <a:chExt cx="1088094" cy="1935690"/>
          </a:xfrm>
        </p:grpSpPr>
        <p:sp>
          <p:nvSpPr>
            <p:cNvPr id="13" name="Forma 12"/>
            <p:cNvSpPr/>
            <p:nvPr/>
          </p:nvSpPr>
          <p:spPr>
            <a:xfrm>
              <a:off x="2210583" y="1034352"/>
              <a:ext cx="1088094" cy="1935690"/>
            </a:xfrm>
            <a:custGeom>
              <a:avLst/>
              <a:gdLst/>
              <a:ahLst/>
              <a:cxnLst/>
              <a:rect l="0" t="0" r="r" b="b"/>
              <a:pathLst>
                <a:path w="5508" h="10000">
                  <a:moveTo>
                    <a:pt x="1429" y="1116"/>
                  </a:moveTo>
                  <a:lnTo>
                    <a:pt x="1522" y="1788"/>
                  </a:lnTo>
                  <a:lnTo>
                    <a:pt x="1522" y="1789"/>
                  </a:lnTo>
                  <a:lnTo>
                    <a:pt x="1622" y="2506"/>
                  </a:lnTo>
                  <a:lnTo>
                    <a:pt x="1623" y="2507"/>
                  </a:lnTo>
                  <a:lnTo>
                    <a:pt x="1723" y="3211"/>
                  </a:lnTo>
                  <a:lnTo>
                    <a:pt x="1723" y="3214"/>
                  </a:lnTo>
                  <a:lnTo>
                    <a:pt x="1816" y="3847"/>
                  </a:lnTo>
                  <a:lnTo>
                    <a:pt x="1816" y="3850"/>
                  </a:lnTo>
                  <a:lnTo>
                    <a:pt x="1909" y="4455"/>
                  </a:lnTo>
                  <a:lnTo>
                    <a:pt x="1910" y="4457"/>
                  </a:lnTo>
                  <a:lnTo>
                    <a:pt x="2010" y="5087"/>
                  </a:lnTo>
                  <a:lnTo>
                    <a:pt x="2010" y="5089"/>
                  </a:lnTo>
                  <a:lnTo>
                    <a:pt x="2110" y="5706"/>
                  </a:lnTo>
                  <a:lnTo>
                    <a:pt x="2110" y="5707"/>
                  </a:lnTo>
                  <a:lnTo>
                    <a:pt x="2203" y="6273"/>
                  </a:lnTo>
                  <a:lnTo>
                    <a:pt x="2281" y="6749"/>
                  </a:lnTo>
                  <a:lnTo>
                    <a:pt x="2335" y="7078"/>
                  </a:lnTo>
                  <a:lnTo>
                    <a:pt x="1407" y="8064"/>
                  </a:lnTo>
                  <a:lnTo>
                    <a:pt x="88" y="9452"/>
                  </a:lnTo>
                  <a:lnTo>
                    <a:pt x="68" y="9476"/>
                  </a:lnTo>
                  <a:lnTo>
                    <a:pt x="49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3" y="9997"/>
                  </a:lnTo>
                  <a:lnTo>
                    <a:pt x="395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8" y="8510"/>
                  </a:lnTo>
                  <a:lnTo>
                    <a:pt x="1879" y="8509"/>
                  </a:lnTo>
                  <a:lnTo>
                    <a:pt x="2821" y="7507"/>
                  </a:lnTo>
                  <a:lnTo>
                    <a:pt x="3612" y="8490"/>
                  </a:lnTo>
                  <a:lnTo>
                    <a:pt x="3629" y="8510"/>
                  </a:lnTo>
                  <a:lnTo>
                    <a:pt x="4949" y="9899"/>
                  </a:lnTo>
                  <a:lnTo>
                    <a:pt x="4972" y="9921"/>
                  </a:lnTo>
                  <a:lnTo>
                    <a:pt x="4997" y="9940"/>
                  </a:lnTo>
                  <a:lnTo>
                    <a:pt x="5024" y="9957"/>
                  </a:lnTo>
                  <a:lnTo>
                    <a:pt x="5052" y="9972"/>
                  </a:lnTo>
                  <a:lnTo>
                    <a:pt x="5082" y="9983"/>
                  </a:lnTo>
                  <a:lnTo>
                    <a:pt x="5112" y="9992"/>
                  </a:lnTo>
                  <a:lnTo>
                    <a:pt x="5144" y="9997"/>
                  </a:lnTo>
                  <a:lnTo>
                    <a:pt x="5175" y="10000"/>
                  </a:lnTo>
                  <a:lnTo>
                    <a:pt x="5207" y="9999"/>
                  </a:lnTo>
                  <a:lnTo>
                    <a:pt x="5239" y="9995"/>
                  </a:lnTo>
                  <a:lnTo>
                    <a:pt x="5270" y="9988"/>
                  </a:lnTo>
                  <a:lnTo>
                    <a:pt x="5300" y="9978"/>
                  </a:lnTo>
                  <a:lnTo>
                    <a:pt x="5329" y="9965"/>
                  </a:lnTo>
                  <a:lnTo>
                    <a:pt x="5357" y="9950"/>
                  </a:lnTo>
                  <a:lnTo>
                    <a:pt x="5383" y="9931"/>
                  </a:lnTo>
                  <a:lnTo>
                    <a:pt x="5407" y="9910"/>
                  </a:lnTo>
                  <a:lnTo>
                    <a:pt x="5429" y="9887"/>
                  </a:lnTo>
                  <a:lnTo>
                    <a:pt x="5448" y="9862"/>
                  </a:lnTo>
                  <a:lnTo>
                    <a:pt x="5465" y="9836"/>
                  </a:lnTo>
                  <a:lnTo>
                    <a:pt x="5480" y="9807"/>
                  </a:lnTo>
                  <a:lnTo>
                    <a:pt x="5491" y="9778"/>
                  </a:lnTo>
                  <a:lnTo>
                    <a:pt x="5500" y="9747"/>
                  </a:lnTo>
                  <a:lnTo>
                    <a:pt x="5505" y="9716"/>
                  </a:lnTo>
                  <a:lnTo>
                    <a:pt x="5508" y="9684"/>
                  </a:lnTo>
                  <a:lnTo>
                    <a:pt x="5507" y="9652"/>
                  </a:lnTo>
                  <a:lnTo>
                    <a:pt x="5503" y="9620"/>
                  </a:lnTo>
                  <a:lnTo>
                    <a:pt x="5496" y="9589"/>
                  </a:lnTo>
                  <a:lnTo>
                    <a:pt x="5486" y="9559"/>
                  </a:lnTo>
                  <a:lnTo>
                    <a:pt x="5473" y="9530"/>
                  </a:lnTo>
                  <a:lnTo>
                    <a:pt x="5458" y="9502"/>
                  </a:lnTo>
                  <a:lnTo>
                    <a:pt x="5439" y="9476"/>
                  </a:lnTo>
                  <a:lnTo>
                    <a:pt x="5419" y="9452"/>
                  </a:lnTo>
                  <a:lnTo>
                    <a:pt x="4108" y="8073"/>
                  </a:lnTo>
                  <a:lnTo>
                    <a:pt x="3208" y="6954"/>
                  </a:lnTo>
                  <a:lnTo>
                    <a:pt x="3343" y="6932"/>
                  </a:lnTo>
                  <a:lnTo>
                    <a:pt x="3286" y="6584"/>
                  </a:lnTo>
                  <a:lnTo>
                    <a:pt x="3286" y="6584"/>
                  </a:lnTo>
                  <a:lnTo>
                    <a:pt x="3208" y="6108"/>
                  </a:lnTo>
                  <a:lnTo>
                    <a:pt x="3115" y="5543"/>
                  </a:lnTo>
                  <a:lnTo>
                    <a:pt x="3015" y="4927"/>
                  </a:lnTo>
                  <a:lnTo>
                    <a:pt x="2915" y="4299"/>
                  </a:lnTo>
                  <a:lnTo>
                    <a:pt x="2823" y="3697"/>
                  </a:lnTo>
                  <a:lnTo>
                    <a:pt x="2731" y="3067"/>
                  </a:lnTo>
                  <a:lnTo>
                    <a:pt x="2631" y="2365"/>
                  </a:lnTo>
                  <a:lnTo>
                    <a:pt x="2531" y="1649"/>
                  </a:lnTo>
                  <a:lnTo>
                    <a:pt x="2438" y="977"/>
                  </a:lnTo>
                  <a:lnTo>
                    <a:pt x="2360" y="408"/>
                  </a:lnTo>
                  <a:lnTo>
                    <a:pt x="2360" y="408"/>
                  </a:lnTo>
                  <a:lnTo>
                    <a:pt x="2303" y="0"/>
                  </a:lnTo>
                  <a:lnTo>
                    <a:pt x="1294" y="140"/>
                  </a:lnTo>
                  <a:lnTo>
                    <a:pt x="1351" y="548"/>
                  </a:lnTo>
                  <a:lnTo>
                    <a:pt x="1429" y="1116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83739" y="1182319"/>
              <a:ext cx="344614" cy="980123"/>
            </a:xfrm>
            <a:custGeom>
              <a:avLst/>
              <a:gdLst/>
              <a:ahLst/>
              <a:cxnLst/>
              <a:rect l="0" t="0" r="r" b="b"/>
              <a:pathLst>
                <a:path w="753" h="2187" fill="none">
                  <a:moveTo>
                    <a:pt x="0" y="0"/>
                  </a:moveTo>
                  <a:lnTo>
                    <a:pt x="360" y="0"/>
                  </a:lnTo>
                </a:path>
                <a:path w="753" h="2187" fill="none">
                  <a:moveTo>
                    <a:pt x="56" y="312"/>
                  </a:moveTo>
                  <a:lnTo>
                    <a:pt x="416" y="312"/>
                  </a:lnTo>
                </a:path>
                <a:path w="753" h="2187" fill="none">
                  <a:moveTo>
                    <a:pt x="112" y="625"/>
                  </a:moveTo>
                  <a:lnTo>
                    <a:pt x="472" y="625"/>
                  </a:lnTo>
                </a:path>
                <a:path w="753" h="2187" fill="none">
                  <a:moveTo>
                    <a:pt x="168" y="937"/>
                  </a:moveTo>
                  <a:lnTo>
                    <a:pt x="528" y="937"/>
                  </a:lnTo>
                </a:path>
                <a:path w="753" h="2187" fill="none">
                  <a:moveTo>
                    <a:pt x="225" y="1250"/>
                  </a:moveTo>
                  <a:lnTo>
                    <a:pt x="585" y="1250"/>
                  </a:lnTo>
                </a:path>
                <a:path w="753" h="2187" fill="none">
                  <a:moveTo>
                    <a:pt x="281" y="1562"/>
                  </a:moveTo>
                  <a:lnTo>
                    <a:pt x="641" y="1562"/>
                  </a:lnTo>
                </a:path>
                <a:path w="753" h="2187" fill="none">
                  <a:moveTo>
                    <a:pt x="337" y="1875"/>
                  </a:moveTo>
                  <a:lnTo>
                    <a:pt x="697" y="1875"/>
                  </a:lnTo>
                </a:path>
                <a:path w="753" h="2187" fill="none">
                  <a:moveTo>
                    <a:pt x="393" y="2187"/>
                  </a:moveTo>
                  <a:lnTo>
                    <a:pt x="753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06465" y="1624954"/>
            <a:ext cx="1931579" cy="3182698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42177" y="1490132"/>
            <a:ext cx="895444" cy="434705"/>
            <a:chOff x="1242177" y="1490132"/>
            <a:chExt cx="895444" cy="434705"/>
          </a:xfrm>
        </p:grpSpPr>
        <p:sp>
          <p:nvSpPr>
            <p:cNvPr id="17" name="Forma 16"/>
            <p:cNvSpPr/>
            <p:nvPr/>
          </p:nvSpPr>
          <p:spPr>
            <a:xfrm>
              <a:off x="1242177" y="1490132"/>
              <a:ext cx="895444" cy="434705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5012" y="1532752"/>
              <a:ext cx="697235" cy="304925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1234" y="1681732"/>
              <a:ext cx="781545" cy="179860"/>
            </a:xfrm>
            <a:custGeom>
              <a:avLst/>
              <a:gdLst/>
              <a:ahLst/>
              <a:cxnLst/>
              <a:rect l="0" t="0" r="r" b="b"/>
              <a:pathLst>
                <a:path w="1709" h="401" fill="none">
                  <a:moveTo>
                    <a:pt x="0" y="15"/>
                  </a:moveTo>
                  <a:lnTo>
                    <a:pt x="56" y="16"/>
                  </a:lnTo>
                  <a:lnTo>
                    <a:pt x="194" y="18"/>
                  </a:lnTo>
                  <a:lnTo>
                    <a:pt x="352" y="21"/>
                  </a:lnTo>
                  <a:lnTo>
                    <a:pt x="512" y="24"/>
                  </a:lnTo>
                  <a:lnTo>
                    <a:pt x="652" y="25"/>
                  </a:lnTo>
                  <a:lnTo>
                    <a:pt x="767" y="24"/>
                  </a:lnTo>
                  <a:lnTo>
                    <a:pt x="873" y="22"/>
                  </a:lnTo>
                  <a:lnTo>
                    <a:pt x="974" y="20"/>
                  </a:lnTo>
                  <a:lnTo>
                    <a:pt x="1079" y="17"/>
                  </a:lnTo>
                  <a:lnTo>
                    <a:pt x="1194" y="14"/>
                  </a:lnTo>
                  <a:lnTo>
                    <a:pt x="1332" y="10"/>
                  </a:lnTo>
                  <a:lnTo>
                    <a:pt x="1488" y="6"/>
                  </a:lnTo>
                  <a:lnTo>
                    <a:pt x="1643" y="1"/>
                  </a:lnTo>
                  <a:lnTo>
                    <a:pt x="1690" y="0"/>
                  </a:lnTo>
                </a:path>
                <a:path w="1709" h="401" fill="none">
                  <a:moveTo>
                    <a:pt x="109" y="401"/>
                  </a:moveTo>
                  <a:lnTo>
                    <a:pt x="192" y="381"/>
                  </a:lnTo>
                  <a:lnTo>
                    <a:pt x="309" y="353"/>
                  </a:lnTo>
                  <a:lnTo>
                    <a:pt x="446" y="320"/>
                  </a:lnTo>
                  <a:lnTo>
                    <a:pt x="588" y="286"/>
                  </a:lnTo>
                  <a:lnTo>
                    <a:pt x="719" y="254"/>
                  </a:lnTo>
                  <a:lnTo>
                    <a:pt x="842" y="224"/>
                  </a:lnTo>
                  <a:lnTo>
                    <a:pt x="967" y="193"/>
                  </a:lnTo>
                  <a:lnTo>
                    <a:pt x="1090" y="162"/>
                  </a:lnTo>
                  <a:lnTo>
                    <a:pt x="1212" y="133"/>
                  </a:lnTo>
                  <a:lnTo>
                    <a:pt x="1330" y="107"/>
                  </a:lnTo>
                  <a:lnTo>
                    <a:pt x="1451" y="84"/>
                  </a:lnTo>
                  <a:lnTo>
                    <a:pt x="1577" y="62"/>
                  </a:lnTo>
                  <a:lnTo>
                    <a:pt x="1697" y="42"/>
                  </a:lnTo>
                  <a:lnTo>
                    <a:pt x="1709" y="4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42177" y="1490132"/>
            <a:ext cx="895444" cy="434705"/>
          </a:xfrm>
          <a:custGeom>
            <a:avLst/>
            <a:gdLst/>
            <a:ahLst/>
            <a:cxnLst/>
            <a:rect l="0" t="0" r="r" b="b"/>
            <a:pathLst>
              <a:path w="1958" h="970" fill="none">
                <a:moveTo>
                  <a:pt x="261" y="967"/>
                </a:moveTo>
                <a:lnTo>
                  <a:pt x="296" y="960"/>
                </a:lnTo>
                <a:lnTo>
                  <a:pt x="341" y="950"/>
                </a:lnTo>
                <a:lnTo>
                  <a:pt x="393" y="937"/>
                </a:lnTo>
                <a:lnTo>
                  <a:pt x="394" y="936"/>
                </a:lnTo>
                <a:lnTo>
                  <a:pt x="453" y="922"/>
                </a:lnTo>
                <a:lnTo>
                  <a:pt x="455" y="922"/>
                </a:lnTo>
                <a:lnTo>
                  <a:pt x="519" y="908"/>
                </a:lnTo>
                <a:lnTo>
                  <a:pt x="524" y="907"/>
                </a:lnTo>
                <a:lnTo>
                  <a:pt x="593" y="895"/>
                </a:lnTo>
                <a:lnTo>
                  <a:pt x="598" y="894"/>
                </a:lnTo>
                <a:lnTo>
                  <a:pt x="674" y="883"/>
                </a:lnTo>
                <a:lnTo>
                  <a:pt x="676" y="883"/>
                </a:lnTo>
                <a:lnTo>
                  <a:pt x="761" y="871"/>
                </a:lnTo>
                <a:lnTo>
                  <a:pt x="763" y="870"/>
                </a:lnTo>
                <a:lnTo>
                  <a:pt x="853" y="859"/>
                </a:lnTo>
                <a:lnTo>
                  <a:pt x="856" y="859"/>
                </a:lnTo>
                <a:lnTo>
                  <a:pt x="948" y="848"/>
                </a:lnTo>
                <a:lnTo>
                  <a:pt x="952" y="848"/>
                </a:lnTo>
                <a:lnTo>
                  <a:pt x="1043" y="839"/>
                </a:lnTo>
                <a:lnTo>
                  <a:pt x="1049" y="838"/>
                </a:lnTo>
                <a:lnTo>
                  <a:pt x="1137" y="831"/>
                </a:lnTo>
                <a:lnTo>
                  <a:pt x="1144" y="831"/>
                </a:lnTo>
                <a:lnTo>
                  <a:pt x="1230" y="825"/>
                </a:lnTo>
                <a:lnTo>
                  <a:pt x="1236" y="825"/>
                </a:lnTo>
                <a:lnTo>
                  <a:pt x="1323" y="821"/>
                </a:lnTo>
                <a:lnTo>
                  <a:pt x="1329" y="821"/>
                </a:lnTo>
                <a:lnTo>
                  <a:pt x="1415" y="819"/>
                </a:lnTo>
                <a:lnTo>
                  <a:pt x="1421" y="819"/>
                </a:lnTo>
                <a:lnTo>
                  <a:pt x="1506" y="818"/>
                </a:lnTo>
                <a:lnTo>
                  <a:pt x="1511" y="818"/>
                </a:lnTo>
                <a:lnTo>
                  <a:pt x="1594" y="818"/>
                </a:lnTo>
                <a:lnTo>
                  <a:pt x="1598" y="818"/>
                </a:lnTo>
                <a:lnTo>
                  <a:pt x="1679" y="819"/>
                </a:lnTo>
                <a:lnTo>
                  <a:pt x="1686" y="819"/>
                </a:lnTo>
                <a:lnTo>
                  <a:pt x="1760" y="822"/>
                </a:lnTo>
                <a:lnTo>
                  <a:pt x="1769" y="822"/>
                </a:lnTo>
                <a:lnTo>
                  <a:pt x="1836" y="826"/>
                </a:lnTo>
                <a:lnTo>
                  <a:pt x="1842" y="827"/>
                </a:lnTo>
                <a:lnTo>
                  <a:pt x="1908" y="832"/>
                </a:lnTo>
                <a:lnTo>
                  <a:pt x="1910" y="832"/>
                </a:lnTo>
                <a:lnTo>
                  <a:pt x="1958" y="836"/>
                </a:lnTo>
                <a:lnTo>
                  <a:pt x="1945" y="803"/>
                </a:lnTo>
                <a:lnTo>
                  <a:pt x="1889" y="673"/>
                </a:lnTo>
                <a:lnTo>
                  <a:pt x="1835" y="553"/>
                </a:lnTo>
                <a:lnTo>
                  <a:pt x="1784" y="445"/>
                </a:lnTo>
                <a:lnTo>
                  <a:pt x="1784" y="445"/>
                </a:lnTo>
                <a:lnTo>
                  <a:pt x="1739" y="350"/>
                </a:lnTo>
                <a:lnTo>
                  <a:pt x="1739" y="349"/>
                </a:lnTo>
                <a:lnTo>
                  <a:pt x="1702" y="266"/>
                </a:lnTo>
                <a:lnTo>
                  <a:pt x="1666" y="195"/>
                </a:lnTo>
                <a:lnTo>
                  <a:pt x="1629" y="134"/>
                </a:lnTo>
                <a:lnTo>
                  <a:pt x="1585" y="82"/>
                </a:lnTo>
                <a:lnTo>
                  <a:pt x="1528" y="38"/>
                </a:lnTo>
                <a:lnTo>
                  <a:pt x="1459" y="0"/>
                </a:lnTo>
                <a:lnTo>
                  <a:pt x="1404" y="0"/>
                </a:lnTo>
                <a:lnTo>
                  <a:pt x="1345" y="2"/>
                </a:lnTo>
                <a:lnTo>
                  <a:pt x="1284" y="5"/>
                </a:lnTo>
                <a:lnTo>
                  <a:pt x="1220" y="9"/>
                </a:lnTo>
                <a:lnTo>
                  <a:pt x="1156" y="14"/>
                </a:lnTo>
                <a:lnTo>
                  <a:pt x="1092" y="20"/>
                </a:lnTo>
                <a:lnTo>
                  <a:pt x="1030" y="27"/>
                </a:lnTo>
                <a:lnTo>
                  <a:pt x="970" y="35"/>
                </a:lnTo>
                <a:lnTo>
                  <a:pt x="910" y="43"/>
                </a:lnTo>
                <a:lnTo>
                  <a:pt x="851" y="53"/>
                </a:lnTo>
                <a:lnTo>
                  <a:pt x="794" y="63"/>
                </a:lnTo>
                <a:lnTo>
                  <a:pt x="738" y="74"/>
                </a:lnTo>
                <a:lnTo>
                  <a:pt x="685" y="86"/>
                </a:lnTo>
                <a:lnTo>
                  <a:pt x="634" y="98"/>
                </a:lnTo>
                <a:lnTo>
                  <a:pt x="585" y="111"/>
                </a:lnTo>
                <a:lnTo>
                  <a:pt x="537" y="125"/>
                </a:lnTo>
                <a:lnTo>
                  <a:pt x="491" y="139"/>
                </a:lnTo>
                <a:lnTo>
                  <a:pt x="447" y="155"/>
                </a:lnTo>
                <a:lnTo>
                  <a:pt x="405" y="171"/>
                </a:lnTo>
                <a:lnTo>
                  <a:pt x="365" y="187"/>
                </a:lnTo>
                <a:lnTo>
                  <a:pt x="326" y="204"/>
                </a:lnTo>
                <a:lnTo>
                  <a:pt x="289" y="222"/>
                </a:lnTo>
                <a:lnTo>
                  <a:pt x="255" y="241"/>
                </a:lnTo>
                <a:lnTo>
                  <a:pt x="251" y="243"/>
                </a:lnTo>
                <a:lnTo>
                  <a:pt x="221" y="264"/>
                </a:lnTo>
                <a:lnTo>
                  <a:pt x="131" y="338"/>
                </a:lnTo>
                <a:lnTo>
                  <a:pt x="76" y="388"/>
                </a:lnTo>
                <a:lnTo>
                  <a:pt x="64" y="404"/>
                </a:lnTo>
                <a:lnTo>
                  <a:pt x="50" y="425"/>
                </a:lnTo>
                <a:lnTo>
                  <a:pt x="38" y="447"/>
                </a:lnTo>
                <a:lnTo>
                  <a:pt x="27" y="469"/>
                </a:lnTo>
                <a:lnTo>
                  <a:pt x="19" y="491"/>
                </a:lnTo>
                <a:lnTo>
                  <a:pt x="12" y="513"/>
                </a:lnTo>
                <a:lnTo>
                  <a:pt x="7" y="536"/>
                </a:lnTo>
                <a:lnTo>
                  <a:pt x="3" y="558"/>
                </a:lnTo>
                <a:lnTo>
                  <a:pt x="0" y="580"/>
                </a:lnTo>
                <a:lnTo>
                  <a:pt x="0" y="602"/>
                </a:lnTo>
                <a:lnTo>
                  <a:pt x="0" y="624"/>
                </a:lnTo>
                <a:lnTo>
                  <a:pt x="3" y="646"/>
                </a:lnTo>
                <a:lnTo>
                  <a:pt x="7" y="668"/>
                </a:lnTo>
                <a:lnTo>
                  <a:pt x="13" y="689"/>
                </a:lnTo>
                <a:lnTo>
                  <a:pt x="20" y="711"/>
                </a:lnTo>
                <a:lnTo>
                  <a:pt x="30" y="732"/>
                </a:lnTo>
                <a:lnTo>
                  <a:pt x="41" y="753"/>
                </a:lnTo>
                <a:lnTo>
                  <a:pt x="52" y="774"/>
                </a:lnTo>
                <a:lnTo>
                  <a:pt x="64" y="793"/>
                </a:lnTo>
                <a:lnTo>
                  <a:pt x="77" y="812"/>
                </a:lnTo>
                <a:lnTo>
                  <a:pt x="90" y="830"/>
                </a:lnTo>
                <a:lnTo>
                  <a:pt x="105" y="847"/>
                </a:lnTo>
                <a:lnTo>
                  <a:pt x="119" y="864"/>
                </a:lnTo>
                <a:lnTo>
                  <a:pt x="135" y="880"/>
                </a:lnTo>
                <a:lnTo>
                  <a:pt x="150" y="895"/>
                </a:lnTo>
                <a:lnTo>
                  <a:pt x="166" y="911"/>
                </a:lnTo>
                <a:lnTo>
                  <a:pt x="182" y="926"/>
                </a:lnTo>
                <a:lnTo>
                  <a:pt x="198" y="941"/>
                </a:lnTo>
                <a:lnTo>
                  <a:pt x="214" y="954"/>
                </a:lnTo>
                <a:lnTo>
                  <a:pt x="230" y="964"/>
                </a:lnTo>
                <a:lnTo>
                  <a:pt x="242" y="970"/>
                </a:lnTo>
                <a:lnTo>
                  <a:pt x="261" y="96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110173" y="1498676"/>
            <a:ext cx="1114354" cy="3353805"/>
            <a:chOff x="3110173" y="1498676"/>
            <a:chExt cx="1114354" cy="3353805"/>
          </a:xfrm>
        </p:grpSpPr>
        <p:sp>
          <p:nvSpPr>
            <p:cNvPr id="22" name="Forma 21"/>
            <p:cNvSpPr/>
            <p:nvPr/>
          </p:nvSpPr>
          <p:spPr>
            <a:xfrm>
              <a:off x="3110173" y="1498676"/>
              <a:ext cx="1114354" cy="3353805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138549" y="1809598"/>
              <a:ext cx="992302" cy="2285086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137731" y="3071327"/>
              <a:ext cx="1027336" cy="1174476"/>
            </a:xfrm>
            <a:custGeom>
              <a:avLst/>
              <a:gdLst/>
              <a:ahLst/>
              <a:cxnLst/>
              <a:rect l="0" t="0" r="r" b="b"/>
              <a:pathLst>
                <a:path w="2247" h="2621" fill="none">
                  <a:moveTo>
                    <a:pt x="2247" y="2621"/>
                  </a:moveTo>
                  <a:lnTo>
                    <a:pt x="2165" y="2519"/>
                  </a:lnTo>
                  <a:lnTo>
                    <a:pt x="1979" y="2285"/>
                  </a:lnTo>
                  <a:lnTo>
                    <a:pt x="1762" y="2014"/>
                  </a:lnTo>
                  <a:lnTo>
                    <a:pt x="1540" y="1736"/>
                  </a:lnTo>
                  <a:lnTo>
                    <a:pt x="1337" y="1483"/>
                  </a:lnTo>
                  <a:lnTo>
                    <a:pt x="1150" y="1249"/>
                  </a:lnTo>
                  <a:lnTo>
                    <a:pt x="964" y="1012"/>
                  </a:lnTo>
                  <a:lnTo>
                    <a:pt x="781" y="783"/>
                  </a:lnTo>
                  <a:lnTo>
                    <a:pt x="604" y="570"/>
                  </a:lnTo>
                  <a:lnTo>
                    <a:pt x="437" y="383"/>
                  </a:lnTo>
                  <a:lnTo>
                    <a:pt x="270" y="222"/>
                  </a:lnTo>
                  <a:lnTo>
                    <a:pt x="101" y="79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110173" y="1498676"/>
            <a:ext cx="1114354" cy="3353805"/>
          </a:xfrm>
          <a:custGeom>
            <a:avLst/>
            <a:gdLst/>
            <a:ahLst/>
            <a:cxnLst/>
            <a:rect l="0" t="0" r="r" b="b"/>
            <a:pathLst>
              <a:path w="2437" h="7485" fill="none">
                <a:moveTo>
                  <a:pt x="564" y="26"/>
                </a:moveTo>
                <a:lnTo>
                  <a:pt x="560" y="37"/>
                </a:lnTo>
                <a:lnTo>
                  <a:pt x="555" y="47"/>
                </a:lnTo>
                <a:lnTo>
                  <a:pt x="529" y="95"/>
                </a:lnTo>
                <a:lnTo>
                  <a:pt x="527" y="99"/>
                </a:lnTo>
                <a:lnTo>
                  <a:pt x="493" y="154"/>
                </a:lnTo>
                <a:lnTo>
                  <a:pt x="457" y="215"/>
                </a:lnTo>
                <a:lnTo>
                  <a:pt x="419" y="284"/>
                </a:lnTo>
                <a:lnTo>
                  <a:pt x="383" y="361"/>
                </a:lnTo>
                <a:lnTo>
                  <a:pt x="349" y="450"/>
                </a:lnTo>
                <a:lnTo>
                  <a:pt x="316" y="554"/>
                </a:lnTo>
                <a:lnTo>
                  <a:pt x="282" y="671"/>
                </a:lnTo>
                <a:lnTo>
                  <a:pt x="248" y="799"/>
                </a:lnTo>
                <a:lnTo>
                  <a:pt x="216" y="936"/>
                </a:lnTo>
                <a:lnTo>
                  <a:pt x="186" y="1080"/>
                </a:lnTo>
                <a:lnTo>
                  <a:pt x="159" y="1231"/>
                </a:lnTo>
                <a:lnTo>
                  <a:pt x="135" y="1392"/>
                </a:lnTo>
                <a:lnTo>
                  <a:pt x="113" y="1565"/>
                </a:lnTo>
                <a:lnTo>
                  <a:pt x="93" y="1746"/>
                </a:lnTo>
                <a:lnTo>
                  <a:pt x="76" y="1931"/>
                </a:lnTo>
                <a:lnTo>
                  <a:pt x="61" y="2117"/>
                </a:lnTo>
                <a:lnTo>
                  <a:pt x="48" y="2301"/>
                </a:lnTo>
                <a:lnTo>
                  <a:pt x="48" y="2302"/>
                </a:lnTo>
                <a:lnTo>
                  <a:pt x="34" y="2484"/>
                </a:lnTo>
                <a:lnTo>
                  <a:pt x="34" y="2485"/>
                </a:lnTo>
                <a:lnTo>
                  <a:pt x="19" y="2667"/>
                </a:lnTo>
                <a:lnTo>
                  <a:pt x="6" y="2848"/>
                </a:lnTo>
                <a:lnTo>
                  <a:pt x="0" y="3027"/>
                </a:lnTo>
                <a:lnTo>
                  <a:pt x="2" y="3204"/>
                </a:lnTo>
                <a:lnTo>
                  <a:pt x="17" y="3379"/>
                </a:lnTo>
                <a:lnTo>
                  <a:pt x="47" y="3554"/>
                </a:lnTo>
                <a:lnTo>
                  <a:pt x="92" y="3730"/>
                </a:lnTo>
                <a:lnTo>
                  <a:pt x="147" y="3910"/>
                </a:lnTo>
                <a:lnTo>
                  <a:pt x="207" y="4092"/>
                </a:lnTo>
                <a:lnTo>
                  <a:pt x="207" y="4093"/>
                </a:lnTo>
                <a:lnTo>
                  <a:pt x="267" y="4276"/>
                </a:lnTo>
                <a:lnTo>
                  <a:pt x="268" y="4279"/>
                </a:lnTo>
                <a:lnTo>
                  <a:pt x="322" y="4462"/>
                </a:lnTo>
                <a:lnTo>
                  <a:pt x="323" y="4463"/>
                </a:lnTo>
                <a:lnTo>
                  <a:pt x="374" y="4643"/>
                </a:lnTo>
                <a:lnTo>
                  <a:pt x="426" y="4819"/>
                </a:lnTo>
                <a:lnTo>
                  <a:pt x="427" y="4819"/>
                </a:lnTo>
                <a:lnTo>
                  <a:pt x="479" y="4996"/>
                </a:lnTo>
                <a:lnTo>
                  <a:pt x="479" y="4998"/>
                </a:lnTo>
                <a:lnTo>
                  <a:pt x="529" y="5178"/>
                </a:lnTo>
                <a:lnTo>
                  <a:pt x="530" y="5182"/>
                </a:lnTo>
                <a:lnTo>
                  <a:pt x="575" y="5369"/>
                </a:lnTo>
                <a:lnTo>
                  <a:pt x="576" y="5374"/>
                </a:lnTo>
                <a:lnTo>
                  <a:pt x="614" y="5573"/>
                </a:lnTo>
                <a:lnTo>
                  <a:pt x="614" y="5573"/>
                </a:lnTo>
                <a:lnTo>
                  <a:pt x="658" y="5803"/>
                </a:lnTo>
                <a:lnTo>
                  <a:pt x="712" y="6066"/>
                </a:lnTo>
                <a:lnTo>
                  <a:pt x="712" y="6068"/>
                </a:lnTo>
                <a:lnTo>
                  <a:pt x="761" y="6339"/>
                </a:lnTo>
                <a:lnTo>
                  <a:pt x="762" y="6346"/>
                </a:lnTo>
                <a:lnTo>
                  <a:pt x="770" y="6416"/>
                </a:lnTo>
                <a:lnTo>
                  <a:pt x="871" y="6449"/>
                </a:lnTo>
                <a:lnTo>
                  <a:pt x="881" y="6453"/>
                </a:lnTo>
                <a:lnTo>
                  <a:pt x="1003" y="6507"/>
                </a:lnTo>
                <a:lnTo>
                  <a:pt x="1011" y="6510"/>
                </a:lnTo>
                <a:lnTo>
                  <a:pt x="1137" y="6579"/>
                </a:lnTo>
                <a:lnTo>
                  <a:pt x="1143" y="6582"/>
                </a:lnTo>
                <a:lnTo>
                  <a:pt x="1270" y="6661"/>
                </a:lnTo>
                <a:lnTo>
                  <a:pt x="1274" y="6664"/>
                </a:lnTo>
                <a:lnTo>
                  <a:pt x="1398" y="6750"/>
                </a:lnTo>
                <a:lnTo>
                  <a:pt x="1402" y="6752"/>
                </a:lnTo>
                <a:lnTo>
                  <a:pt x="1518" y="6840"/>
                </a:lnTo>
                <a:lnTo>
                  <a:pt x="1521" y="6842"/>
                </a:lnTo>
                <a:lnTo>
                  <a:pt x="1626" y="6928"/>
                </a:lnTo>
                <a:lnTo>
                  <a:pt x="1633" y="6934"/>
                </a:lnTo>
                <a:lnTo>
                  <a:pt x="1728" y="7026"/>
                </a:lnTo>
                <a:lnTo>
                  <a:pt x="1735" y="7033"/>
                </a:lnTo>
                <a:lnTo>
                  <a:pt x="1823" y="7136"/>
                </a:lnTo>
                <a:lnTo>
                  <a:pt x="1827" y="7140"/>
                </a:lnTo>
                <a:lnTo>
                  <a:pt x="1908" y="7245"/>
                </a:lnTo>
                <a:lnTo>
                  <a:pt x="1909" y="7246"/>
                </a:lnTo>
                <a:lnTo>
                  <a:pt x="1981" y="7344"/>
                </a:lnTo>
                <a:lnTo>
                  <a:pt x="2042" y="7421"/>
                </a:lnTo>
                <a:lnTo>
                  <a:pt x="2092" y="7472"/>
                </a:lnTo>
                <a:lnTo>
                  <a:pt x="2107" y="7485"/>
                </a:lnTo>
                <a:lnTo>
                  <a:pt x="2119" y="7455"/>
                </a:lnTo>
                <a:lnTo>
                  <a:pt x="2141" y="7384"/>
                </a:lnTo>
                <a:lnTo>
                  <a:pt x="2163" y="7293"/>
                </a:lnTo>
                <a:lnTo>
                  <a:pt x="2185" y="7185"/>
                </a:lnTo>
                <a:lnTo>
                  <a:pt x="2207" y="7065"/>
                </a:lnTo>
                <a:lnTo>
                  <a:pt x="2228" y="6936"/>
                </a:lnTo>
                <a:lnTo>
                  <a:pt x="2250" y="6793"/>
                </a:lnTo>
                <a:lnTo>
                  <a:pt x="2271" y="6631"/>
                </a:lnTo>
                <a:lnTo>
                  <a:pt x="2291" y="6458"/>
                </a:lnTo>
                <a:lnTo>
                  <a:pt x="2311" y="6279"/>
                </a:lnTo>
                <a:lnTo>
                  <a:pt x="2330" y="6102"/>
                </a:lnTo>
                <a:lnTo>
                  <a:pt x="2347" y="5932"/>
                </a:lnTo>
                <a:lnTo>
                  <a:pt x="2364" y="5771"/>
                </a:lnTo>
                <a:lnTo>
                  <a:pt x="2380" y="5613"/>
                </a:lnTo>
                <a:lnTo>
                  <a:pt x="2395" y="5458"/>
                </a:lnTo>
                <a:lnTo>
                  <a:pt x="2408" y="5303"/>
                </a:lnTo>
                <a:lnTo>
                  <a:pt x="2419" y="5147"/>
                </a:lnTo>
                <a:lnTo>
                  <a:pt x="2427" y="4989"/>
                </a:lnTo>
                <a:lnTo>
                  <a:pt x="2432" y="4827"/>
                </a:lnTo>
                <a:lnTo>
                  <a:pt x="2436" y="4662"/>
                </a:lnTo>
                <a:lnTo>
                  <a:pt x="2437" y="4497"/>
                </a:lnTo>
                <a:lnTo>
                  <a:pt x="2436" y="4330"/>
                </a:lnTo>
                <a:lnTo>
                  <a:pt x="2432" y="4164"/>
                </a:lnTo>
                <a:lnTo>
                  <a:pt x="2427" y="3998"/>
                </a:lnTo>
                <a:lnTo>
                  <a:pt x="2419" y="3832"/>
                </a:lnTo>
                <a:lnTo>
                  <a:pt x="2410" y="3665"/>
                </a:lnTo>
                <a:lnTo>
                  <a:pt x="2398" y="3499"/>
                </a:lnTo>
                <a:lnTo>
                  <a:pt x="2384" y="3333"/>
                </a:lnTo>
                <a:lnTo>
                  <a:pt x="2368" y="3169"/>
                </a:lnTo>
                <a:lnTo>
                  <a:pt x="2348" y="3008"/>
                </a:lnTo>
                <a:lnTo>
                  <a:pt x="2325" y="2847"/>
                </a:lnTo>
                <a:lnTo>
                  <a:pt x="2300" y="2687"/>
                </a:lnTo>
                <a:lnTo>
                  <a:pt x="2272" y="2528"/>
                </a:lnTo>
                <a:lnTo>
                  <a:pt x="2242" y="2372"/>
                </a:lnTo>
                <a:lnTo>
                  <a:pt x="2208" y="2220"/>
                </a:lnTo>
                <a:lnTo>
                  <a:pt x="2171" y="2072"/>
                </a:lnTo>
                <a:lnTo>
                  <a:pt x="2130" y="1928"/>
                </a:lnTo>
                <a:lnTo>
                  <a:pt x="2085" y="1786"/>
                </a:lnTo>
                <a:lnTo>
                  <a:pt x="2037" y="1648"/>
                </a:lnTo>
                <a:lnTo>
                  <a:pt x="1986" y="1514"/>
                </a:lnTo>
                <a:lnTo>
                  <a:pt x="1933" y="1384"/>
                </a:lnTo>
                <a:lnTo>
                  <a:pt x="1877" y="1260"/>
                </a:lnTo>
                <a:lnTo>
                  <a:pt x="1819" y="1141"/>
                </a:lnTo>
                <a:lnTo>
                  <a:pt x="1758" y="1027"/>
                </a:lnTo>
                <a:lnTo>
                  <a:pt x="1695" y="917"/>
                </a:lnTo>
                <a:lnTo>
                  <a:pt x="1629" y="813"/>
                </a:lnTo>
                <a:lnTo>
                  <a:pt x="1561" y="715"/>
                </a:lnTo>
                <a:lnTo>
                  <a:pt x="1491" y="622"/>
                </a:lnTo>
                <a:lnTo>
                  <a:pt x="1418" y="535"/>
                </a:lnTo>
                <a:lnTo>
                  <a:pt x="1341" y="453"/>
                </a:lnTo>
                <a:lnTo>
                  <a:pt x="1262" y="377"/>
                </a:lnTo>
                <a:lnTo>
                  <a:pt x="1182" y="306"/>
                </a:lnTo>
                <a:lnTo>
                  <a:pt x="1100" y="243"/>
                </a:lnTo>
                <a:lnTo>
                  <a:pt x="1018" y="187"/>
                </a:lnTo>
                <a:lnTo>
                  <a:pt x="931" y="137"/>
                </a:lnTo>
                <a:lnTo>
                  <a:pt x="832" y="91"/>
                </a:lnTo>
                <a:lnTo>
                  <a:pt x="731" y="50"/>
                </a:lnTo>
                <a:lnTo>
                  <a:pt x="635" y="18"/>
                </a:lnTo>
                <a:lnTo>
                  <a:pt x="573" y="0"/>
                </a:lnTo>
                <a:lnTo>
                  <a:pt x="564" y="2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4293" h="7514" fill="none">
                <a:moveTo>
                  <a:pt x="2172" y="3"/>
                </a:moveTo>
                <a:lnTo>
                  <a:pt x="2073" y="17"/>
                </a:lnTo>
                <a:lnTo>
                  <a:pt x="1973" y="42"/>
                </a:lnTo>
                <a:lnTo>
                  <a:pt x="1871" y="76"/>
                </a:lnTo>
                <a:lnTo>
                  <a:pt x="1769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9"/>
                </a:lnTo>
                <a:lnTo>
                  <a:pt x="271" y="7077"/>
                </a:lnTo>
                <a:lnTo>
                  <a:pt x="295" y="7191"/>
                </a:lnTo>
                <a:lnTo>
                  <a:pt x="320" y="7293"/>
                </a:lnTo>
                <a:lnTo>
                  <a:pt x="346" y="7379"/>
                </a:lnTo>
                <a:lnTo>
                  <a:pt x="374" y="7443"/>
                </a:lnTo>
                <a:lnTo>
                  <a:pt x="400" y="7484"/>
                </a:lnTo>
                <a:lnTo>
                  <a:pt x="424" y="7507"/>
                </a:lnTo>
                <a:lnTo>
                  <a:pt x="449" y="7514"/>
                </a:lnTo>
                <a:lnTo>
                  <a:pt x="479" y="7505"/>
                </a:lnTo>
                <a:lnTo>
                  <a:pt x="517" y="7481"/>
                </a:lnTo>
                <a:lnTo>
                  <a:pt x="567" y="7443"/>
                </a:lnTo>
                <a:lnTo>
                  <a:pt x="628" y="7383"/>
                </a:lnTo>
                <a:lnTo>
                  <a:pt x="698" y="7300"/>
                </a:lnTo>
                <a:lnTo>
                  <a:pt x="777" y="7201"/>
                </a:lnTo>
                <a:lnTo>
                  <a:pt x="863" y="7097"/>
                </a:lnTo>
                <a:lnTo>
                  <a:pt x="957" y="6994"/>
                </a:lnTo>
                <a:lnTo>
                  <a:pt x="1059" y="6903"/>
                </a:lnTo>
                <a:lnTo>
                  <a:pt x="1171" y="6817"/>
                </a:lnTo>
                <a:lnTo>
                  <a:pt x="1296" y="6729"/>
                </a:lnTo>
                <a:lnTo>
                  <a:pt x="1428" y="6644"/>
                </a:lnTo>
                <a:lnTo>
                  <a:pt x="1564" y="6565"/>
                </a:lnTo>
                <a:lnTo>
                  <a:pt x="1699" y="6496"/>
                </a:lnTo>
                <a:lnTo>
                  <a:pt x="1829" y="6443"/>
                </a:lnTo>
                <a:lnTo>
                  <a:pt x="1957" y="6404"/>
                </a:lnTo>
                <a:lnTo>
                  <a:pt x="2084" y="6377"/>
                </a:lnTo>
                <a:lnTo>
                  <a:pt x="2212" y="6360"/>
                </a:lnTo>
                <a:lnTo>
                  <a:pt x="2337" y="6353"/>
                </a:lnTo>
                <a:lnTo>
                  <a:pt x="2460" y="6354"/>
                </a:lnTo>
                <a:lnTo>
                  <a:pt x="2578" y="6363"/>
                </a:lnTo>
                <a:lnTo>
                  <a:pt x="2687" y="6381"/>
                </a:lnTo>
                <a:lnTo>
                  <a:pt x="2786" y="6412"/>
                </a:lnTo>
                <a:lnTo>
                  <a:pt x="2883" y="6451"/>
                </a:lnTo>
                <a:lnTo>
                  <a:pt x="2983" y="6495"/>
                </a:lnTo>
                <a:lnTo>
                  <a:pt x="3093" y="6540"/>
                </a:lnTo>
                <a:lnTo>
                  <a:pt x="3220" y="6583"/>
                </a:lnTo>
                <a:lnTo>
                  <a:pt x="3380" y="6640"/>
                </a:lnTo>
                <a:lnTo>
                  <a:pt x="3571" y="6717"/>
                </a:lnTo>
                <a:lnTo>
                  <a:pt x="3773" y="6796"/>
                </a:lnTo>
                <a:lnTo>
                  <a:pt x="3964" y="6857"/>
                </a:lnTo>
                <a:lnTo>
                  <a:pt x="4125" y="6879"/>
                </a:lnTo>
                <a:lnTo>
                  <a:pt x="4235" y="6843"/>
                </a:lnTo>
                <a:lnTo>
                  <a:pt x="4286" y="6736"/>
                </a:lnTo>
                <a:lnTo>
                  <a:pt x="4293" y="6571"/>
                </a:lnTo>
                <a:lnTo>
                  <a:pt x="4269" y="6368"/>
                </a:lnTo>
                <a:lnTo>
                  <a:pt x="4228" y="6146"/>
                </a:lnTo>
                <a:lnTo>
                  <a:pt x="4186" y="5924"/>
                </a:lnTo>
                <a:lnTo>
                  <a:pt x="4154" y="5723"/>
                </a:lnTo>
                <a:lnTo>
                  <a:pt x="4131" y="5538"/>
                </a:lnTo>
                <a:lnTo>
                  <a:pt x="4104" y="5354"/>
                </a:lnTo>
                <a:lnTo>
                  <a:pt x="4075" y="5171"/>
                </a:lnTo>
                <a:lnTo>
                  <a:pt x="4045" y="4989"/>
                </a:lnTo>
                <a:lnTo>
                  <a:pt x="4014" y="4806"/>
                </a:lnTo>
                <a:lnTo>
                  <a:pt x="3985" y="4623"/>
                </a:lnTo>
                <a:lnTo>
                  <a:pt x="3957" y="4439"/>
                </a:lnTo>
                <a:lnTo>
                  <a:pt x="3930" y="4256"/>
                </a:lnTo>
                <a:lnTo>
                  <a:pt x="3903" y="4073"/>
                </a:lnTo>
                <a:lnTo>
                  <a:pt x="3875" y="3889"/>
                </a:lnTo>
                <a:lnTo>
                  <a:pt x="3846" y="3706"/>
                </a:lnTo>
                <a:lnTo>
                  <a:pt x="3816" y="3523"/>
                </a:lnTo>
                <a:lnTo>
                  <a:pt x="3784" y="3339"/>
                </a:lnTo>
                <a:lnTo>
                  <a:pt x="3752" y="3155"/>
                </a:lnTo>
                <a:lnTo>
                  <a:pt x="3718" y="2971"/>
                </a:lnTo>
                <a:lnTo>
                  <a:pt x="3683" y="2788"/>
                </a:lnTo>
                <a:lnTo>
                  <a:pt x="3646" y="2605"/>
                </a:lnTo>
                <a:lnTo>
                  <a:pt x="3606" y="2423"/>
                </a:lnTo>
                <a:lnTo>
                  <a:pt x="3563" y="2238"/>
                </a:lnTo>
                <a:lnTo>
                  <a:pt x="3518" y="2051"/>
                </a:lnTo>
                <a:lnTo>
                  <a:pt x="3470" y="1864"/>
                </a:lnTo>
                <a:lnTo>
                  <a:pt x="3420" y="1681"/>
                </a:lnTo>
                <a:lnTo>
                  <a:pt x="3370" y="1506"/>
                </a:lnTo>
                <a:lnTo>
                  <a:pt x="3319" y="1343"/>
                </a:lnTo>
                <a:lnTo>
                  <a:pt x="3266" y="1189"/>
                </a:lnTo>
                <a:lnTo>
                  <a:pt x="3211" y="1041"/>
                </a:lnTo>
                <a:lnTo>
                  <a:pt x="3155" y="901"/>
                </a:lnTo>
                <a:lnTo>
                  <a:pt x="3099" y="771"/>
                </a:lnTo>
                <a:lnTo>
                  <a:pt x="3045" y="651"/>
                </a:lnTo>
                <a:lnTo>
                  <a:pt x="2994" y="543"/>
                </a:lnTo>
                <a:lnTo>
                  <a:pt x="2949" y="447"/>
                </a:lnTo>
                <a:lnTo>
                  <a:pt x="2911" y="363"/>
                </a:lnTo>
                <a:lnTo>
                  <a:pt x="2875" y="290"/>
                </a:lnTo>
                <a:lnTo>
                  <a:pt x="2835" y="226"/>
                </a:lnTo>
                <a:lnTo>
                  <a:pt x="2788" y="171"/>
                </a:lnTo>
                <a:lnTo>
                  <a:pt x="2728" y="123"/>
                </a:lnTo>
                <a:lnTo>
                  <a:pt x="2652" y="81"/>
                </a:lnTo>
                <a:lnTo>
                  <a:pt x="2565" y="48"/>
                </a:lnTo>
                <a:lnTo>
                  <a:pt x="2470" y="23"/>
                </a:lnTo>
                <a:lnTo>
                  <a:pt x="2371" y="6"/>
                </a:lnTo>
                <a:lnTo>
                  <a:pt x="2270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2657" h="7754" fill="none">
                <a:moveTo>
                  <a:pt x="627" y="3"/>
                </a:moveTo>
                <a:lnTo>
                  <a:pt x="590" y="0"/>
                </a:lnTo>
                <a:lnTo>
                  <a:pt x="576" y="6"/>
                </a:lnTo>
                <a:lnTo>
                  <a:pt x="577" y="23"/>
                </a:lnTo>
                <a:lnTo>
                  <a:pt x="582" y="48"/>
                </a:lnTo>
                <a:lnTo>
                  <a:pt x="582" y="81"/>
                </a:lnTo>
                <a:lnTo>
                  <a:pt x="569" y="123"/>
                </a:lnTo>
                <a:lnTo>
                  <a:pt x="543" y="171"/>
                </a:lnTo>
                <a:lnTo>
                  <a:pt x="509" y="226"/>
                </a:lnTo>
                <a:lnTo>
                  <a:pt x="471" y="290"/>
                </a:lnTo>
                <a:lnTo>
                  <a:pt x="431" y="363"/>
                </a:lnTo>
                <a:lnTo>
                  <a:pt x="392" y="447"/>
                </a:lnTo>
                <a:lnTo>
                  <a:pt x="355" y="543"/>
                </a:lnTo>
                <a:lnTo>
                  <a:pt x="321" y="651"/>
                </a:lnTo>
                <a:lnTo>
                  <a:pt x="286" y="771"/>
                </a:lnTo>
                <a:lnTo>
                  <a:pt x="252" y="901"/>
                </a:lnTo>
                <a:lnTo>
                  <a:pt x="219" y="1041"/>
                </a:lnTo>
                <a:lnTo>
                  <a:pt x="188" y="1189"/>
                </a:lnTo>
                <a:lnTo>
                  <a:pt x="160" y="1343"/>
                </a:lnTo>
                <a:lnTo>
                  <a:pt x="136" y="1506"/>
                </a:lnTo>
                <a:lnTo>
                  <a:pt x="114" y="1681"/>
                </a:lnTo>
                <a:lnTo>
                  <a:pt x="94" y="1864"/>
                </a:lnTo>
                <a:lnTo>
                  <a:pt x="76" y="2051"/>
                </a:lnTo>
                <a:lnTo>
                  <a:pt x="61" y="2238"/>
                </a:lnTo>
                <a:lnTo>
                  <a:pt x="48" y="2423"/>
                </a:lnTo>
                <a:lnTo>
                  <a:pt x="34" y="2605"/>
                </a:lnTo>
                <a:lnTo>
                  <a:pt x="19" y="2788"/>
                </a:lnTo>
                <a:lnTo>
                  <a:pt x="6" y="2971"/>
                </a:lnTo>
                <a:lnTo>
                  <a:pt x="0" y="3155"/>
                </a:lnTo>
                <a:lnTo>
                  <a:pt x="2" y="3339"/>
                </a:lnTo>
                <a:lnTo>
                  <a:pt x="18" y="3523"/>
                </a:lnTo>
                <a:lnTo>
                  <a:pt x="50" y="3706"/>
                </a:lnTo>
                <a:lnTo>
                  <a:pt x="96" y="3889"/>
                </a:lnTo>
                <a:lnTo>
                  <a:pt x="152" y="4073"/>
                </a:lnTo>
                <a:lnTo>
                  <a:pt x="213" y="4256"/>
                </a:lnTo>
                <a:lnTo>
                  <a:pt x="273" y="4439"/>
                </a:lnTo>
                <a:lnTo>
                  <a:pt x="327" y="4623"/>
                </a:lnTo>
                <a:lnTo>
                  <a:pt x="378" y="4803"/>
                </a:lnTo>
                <a:lnTo>
                  <a:pt x="431" y="4980"/>
                </a:lnTo>
                <a:lnTo>
                  <a:pt x="483" y="5156"/>
                </a:lnTo>
                <a:lnTo>
                  <a:pt x="533" y="5337"/>
                </a:lnTo>
                <a:lnTo>
                  <a:pt x="578" y="5524"/>
                </a:lnTo>
                <a:lnTo>
                  <a:pt x="616" y="5723"/>
                </a:lnTo>
                <a:lnTo>
                  <a:pt x="660" y="5953"/>
                </a:lnTo>
                <a:lnTo>
                  <a:pt x="714" y="6217"/>
                </a:lnTo>
                <a:lnTo>
                  <a:pt x="763" y="6488"/>
                </a:lnTo>
                <a:lnTo>
                  <a:pt x="780" y="6633"/>
                </a:lnTo>
                <a:lnTo>
                  <a:pt x="828" y="6644"/>
                </a:lnTo>
                <a:lnTo>
                  <a:pt x="947" y="6683"/>
                </a:lnTo>
                <a:lnTo>
                  <a:pt x="1069" y="6736"/>
                </a:lnTo>
                <a:lnTo>
                  <a:pt x="1195" y="6805"/>
                </a:lnTo>
                <a:lnTo>
                  <a:pt x="1322" y="6884"/>
                </a:lnTo>
                <a:lnTo>
                  <a:pt x="1445" y="6969"/>
                </a:lnTo>
                <a:lnTo>
                  <a:pt x="1562" y="7057"/>
                </a:lnTo>
                <a:lnTo>
                  <a:pt x="1667" y="7143"/>
                </a:lnTo>
                <a:lnTo>
                  <a:pt x="1762" y="7234"/>
                </a:lnTo>
                <a:lnTo>
                  <a:pt x="1850" y="7337"/>
                </a:lnTo>
                <a:lnTo>
                  <a:pt x="1931" y="7441"/>
                </a:lnTo>
                <a:lnTo>
                  <a:pt x="2004" y="7540"/>
                </a:lnTo>
                <a:lnTo>
                  <a:pt x="2069" y="7623"/>
                </a:lnTo>
                <a:lnTo>
                  <a:pt x="2127" y="7683"/>
                </a:lnTo>
                <a:lnTo>
                  <a:pt x="2174" y="7721"/>
                </a:lnTo>
                <a:lnTo>
                  <a:pt x="2209" y="7745"/>
                </a:lnTo>
                <a:lnTo>
                  <a:pt x="2237" y="7754"/>
                </a:lnTo>
                <a:lnTo>
                  <a:pt x="2260" y="7747"/>
                </a:lnTo>
                <a:lnTo>
                  <a:pt x="2282" y="7724"/>
                </a:lnTo>
                <a:lnTo>
                  <a:pt x="2307" y="7683"/>
                </a:lnTo>
                <a:lnTo>
                  <a:pt x="2333" y="7622"/>
                </a:lnTo>
                <a:lnTo>
                  <a:pt x="2357" y="7542"/>
                </a:lnTo>
                <a:lnTo>
                  <a:pt x="2381" y="7446"/>
                </a:lnTo>
                <a:lnTo>
                  <a:pt x="2403" y="7335"/>
                </a:lnTo>
                <a:lnTo>
                  <a:pt x="2425" y="7213"/>
                </a:lnTo>
                <a:lnTo>
                  <a:pt x="2447" y="7083"/>
                </a:lnTo>
                <a:lnTo>
                  <a:pt x="2468" y="6937"/>
                </a:lnTo>
                <a:lnTo>
                  <a:pt x="2490" y="6774"/>
                </a:lnTo>
                <a:lnTo>
                  <a:pt x="2511" y="6600"/>
                </a:lnTo>
                <a:lnTo>
                  <a:pt x="2531" y="6420"/>
                </a:lnTo>
                <a:lnTo>
                  <a:pt x="2549" y="6242"/>
                </a:lnTo>
                <a:lnTo>
                  <a:pt x="2567" y="6073"/>
                </a:lnTo>
                <a:lnTo>
                  <a:pt x="2583" y="5911"/>
                </a:lnTo>
                <a:lnTo>
                  <a:pt x="2599" y="5753"/>
                </a:lnTo>
                <a:lnTo>
                  <a:pt x="2614" y="5597"/>
                </a:lnTo>
                <a:lnTo>
                  <a:pt x="2628" y="5441"/>
                </a:lnTo>
                <a:lnTo>
                  <a:pt x="2639" y="5283"/>
                </a:lnTo>
                <a:lnTo>
                  <a:pt x="2647" y="5123"/>
                </a:lnTo>
                <a:lnTo>
                  <a:pt x="2652" y="4959"/>
                </a:lnTo>
                <a:lnTo>
                  <a:pt x="2656" y="4793"/>
                </a:lnTo>
                <a:lnTo>
                  <a:pt x="2657" y="4626"/>
                </a:lnTo>
                <a:lnTo>
                  <a:pt x="2656" y="4458"/>
                </a:lnTo>
                <a:lnTo>
                  <a:pt x="2652" y="4290"/>
                </a:lnTo>
                <a:lnTo>
                  <a:pt x="2647" y="4123"/>
                </a:lnTo>
                <a:lnTo>
                  <a:pt x="2639" y="3955"/>
                </a:lnTo>
                <a:lnTo>
                  <a:pt x="2630" y="3787"/>
                </a:lnTo>
                <a:lnTo>
                  <a:pt x="2618" y="3620"/>
                </a:lnTo>
                <a:lnTo>
                  <a:pt x="2604" y="3452"/>
                </a:lnTo>
                <a:lnTo>
                  <a:pt x="2587" y="3286"/>
                </a:lnTo>
                <a:lnTo>
                  <a:pt x="2567" y="3123"/>
                </a:lnTo>
                <a:lnTo>
                  <a:pt x="2544" y="2960"/>
                </a:lnTo>
                <a:lnTo>
                  <a:pt x="2519" y="2798"/>
                </a:lnTo>
                <a:lnTo>
                  <a:pt x="2491" y="2637"/>
                </a:lnTo>
                <a:lnTo>
                  <a:pt x="2459" y="2479"/>
                </a:lnTo>
                <a:lnTo>
                  <a:pt x="2425" y="2323"/>
                </a:lnTo>
                <a:lnTo>
                  <a:pt x="2387" y="2173"/>
                </a:lnTo>
                <a:lnTo>
                  <a:pt x="2345" y="2025"/>
                </a:lnTo>
                <a:lnTo>
                  <a:pt x="2299" y="1881"/>
                </a:lnTo>
                <a:lnTo>
                  <a:pt x="2251" y="1740"/>
                </a:lnTo>
                <a:lnTo>
                  <a:pt x="2199" y="1602"/>
                </a:lnTo>
                <a:lnTo>
                  <a:pt x="2144" y="1470"/>
                </a:lnTo>
                <a:lnTo>
                  <a:pt x="2087" y="1343"/>
                </a:lnTo>
                <a:lnTo>
                  <a:pt x="2027" y="1220"/>
                </a:lnTo>
                <a:lnTo>
                  <a:pt x="1965" y="1103"/>
                </a:lnTo>
                <a:lnTo>
                  <a:pt x="1899" y="990"/>
                </a:lnTo>
                <a:lnTo>
                  <a:pt x="1831" y="882"/>
                </a:lnTo>
                <a:lnTo>
                  <a:pt x="1760" y="779"/>
                </a:lnTo>
                <a:lnTo>
                  <a:pt x="1687" y="683"/>
                </a:lnTo>
                <a:lnTo>
                  <a:pt x="1610" y="592"/>
                </a:lnTo>
                <a:lnTo>
                  <a:pt x="1530" y="506"/>
                </a:lnTo>
                <a:lnTo>
                  <a:pt x="1447" y="425"/>
                </a:lnTo>
                <a:lnTo>
                  <a:pt x="1362" y="351"/>
                </a:lnTo>
                <a:lnTo>
                  <a:pt x="1275" y="283"/>
                </a:lnTo>
                <a:lnTo>
                  <a:pt x="1187" y="223"/>
                </a:lnTo>
                <a:lnTo>
                  <a:pt x="1091" y="168"/>
                </a:lnTo>
                <a:lnTo>
                  <a:pt x="986" y="119"/>
                </a:lnTo>
                <a:lnTo>
                  <a:pt x="879" y="76"/>
                </a:lnTo>
                <a:lnTo>
                  <a:pt x="779" y="42"/>
                </a:lnTo>
                <a:lnTo>
                  <a:pt x="692" y="17"/>
                </a:lnTo>
                <a:lnTo>
                  <a:pt x="6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433854" y="1824219"/>
            <a:ext cx="354153" cy="1565219"/>
          </a:xfrm>
          <a:custGeom>
            <a:avLst/>
            <a:gdLst/>
            <a:ahLst/>
            <a:cxnLst/>
            <a:rect l="0" t="0" r="r" b="b"/>
            <a:pathLst>
              <a:path w="2217" h="10000">
                <a:moveTo>
                  <a:pt x="543" y="5395"/>
                </a:moveTo>
                <a:lnTo>
                  <a:pt x="546" y="5419"/>
                </a:lnTo>
                <a:lnTo>
                  <a:pt x="1255" y="10000"/>
                </a:lnTo>
                <a:lnTo>
                  <a:pt x="2217" y="9851"/>
                </a:lnTo>
                <a:lnTo>
                  <a:pt x="1510" y="5283"/>
                </a:lnTo>
                <a:lnTo>
                  <a:pt x="968" y="0"/>
                </a:lnTo>
                <a:lnTo>
                  <a:pt x="0" y="99"/>
                </a:lnTo>
                <a:lnTo>
                  <a:pt x="543" y="5395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494323" y="4302079"/>
            <a:ext cx="334156" cy="754670"/>
          </a:xfrm>
          <a:custGeom>
            <a:avLst/>
            <a:gdLst/>
            <a:ahLst/>
            <a:cxnLst/>
            <a:rect l="0" t="0" r="r" b="b"/>
            <a:pathLst>
              <a:path w="4339" h="10000">
                <a:moveTo>
                  <a:pt x="3316" y="5844"/>
                </a:moveTo>
                <a:lnTo>
                  <a:pt x="3329" y="5784"/>
                </a:lnTo>
                <a:lnTo>
                  <a:pt x="4339" y="440"/>
                </a:lnTo>
                <a:lnTo>
                  <a:pt x="2005" y="0"/>
                </a:lnTo>
                <a:lnTo>
                  <a:pt x="1002" y="5313"/>
                </a:lnTo>
                <a:lnTo>
                  <a:pt x="0" y="9439"/>
                </a:lnTo>
                <a:lnTo>
                  <a:pt x="2307" y="10000"/>
                </a:lnTo>
                <a:lnTo>
                  <a:pt x="3316" y="5844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610951" y="3230775"/>
            <a:ext cx="1215813" cy="1268403"/>
            <a:chOff x="26109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6109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461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04218" y="4283192"/>
            <a:ext cx="3379155" cy="747425"/>
          </a:xfrm>
          <a:custGeom>
            <a:avLst/>
            <a:gdLst/>
            <a:ahLst/>
            <a:cxnLst/>
            <a:rect l="0" t="0" r="r" b="b"/>
            <a:pathLst>
              <a:path w="10000" h="2257">
                <a:moveTo>
                  <a:pt x="139" y="1869"/>
                </a:moveTo>
                <a:lnTo>
                  <a:pt x="160" y="1883"/>
                </a:lnTo>
                <a:lnTo>
                  <a:pt x="179" y="1894"/>
                </a:lnTo>
                <a:lnTo>
                  <a:pt x="200" y="1902"/>
                </a:lnTo>
                <a:lnTo>
                  <a:pt x="248" y="1920"/>
                </a:lnTo>
                <a:lnTo>
                  <a:pt x="270" y="1926"/>
                </a:lnTo>
                <a:lnTo>
                  <a:pt x="291" y="1930"/>
                </a:lnTo>
                <a:lnTo>
                  <a:pt x="313" y="1932"/>
                </a:lnTo>
                <a:lnTo>
                  <a:pt x="336" y="1931"/>
                </a:lnTo>
                <a:lnTo>
                  <a:pt x="399" y="1925"/>
                </a:lnTo>
                <a:lnTo>
                  <a:pt x="421" y="1922"/>
                </a:lnTo>
                <a:lnTo>
                  <a:pt x="442" y="1917"/>
                </a:lnTo>
                <a:lnTo>
                  <a:pt x="462" y="1909"/>
                </a:lnTo>
                <a:lnTo>
                  <a:pt x="481" y="1899"/>
                </a:lnTo>
                <a:lnTo>
                  <a:pt x="563" y="1853"/>
                </a:lnTo>
                <a:lnTo>
                  <a:pt x="579" y="1843"/>
                </a:lnTo>
                <a:lnTo>
                  <a:pt x="593" y="1832"/>
                </a:lnTo>
                <a:lnTo>
                  <a:pt x="606" y="1820"/>
                </a:lnTo>
                <a:lnTo>
                  <a:pt x="708" y="1719"/>
                </a:lnTo>
                <a:lnTo>
                  <a:pt x="721" y="1704"/>
                </a:lnTo>
                <a:lnTo>
                  <a:pt x="839" y="1560"/>
                </a:lnTo>
                <a:lnTo>
                  <a:pt x="840" y="1559"/>
                </a:lnTo>
                <a:lnTo>
                  <a:pt x="971" y="1396"/>
                </a:lnTo>
                <a:lnTo>
                  <a:pt x="1110" y="1239"/>
                </a:lnTo>
                <a:lnTo>
                  <a:pt x="1259" y="1102"/>
                </a:lnTo>
                <a:lnTo>
                  <a:pt x="1433" y="971"/>
                </a:lnTo>
                <a:lnTo>
                  <a:pt x="1631" y="834"/>
                </a:lnTo>
                <a:lnTo>
                  <a:pt x="1839" y="706"/>
                </a:lnTo>
                <a:lnTo>
                  <a:pt x="2046" y="597"/>
                </a:lnTo>
                <a:lnTo>
                  <a:pt x="2240" y="515"/>
                </a:lnTo>
                <a:lnTo>
                  <a:pt x="2426" y="460"/>
                </a:lnTo>
                <a:lnTo>
                  <a:pt x="2614" y="425"/>
                </a:lnTo>
                <a:lnTo>
                  <a:pt x="2802" y="407"/>
                </a:lnTo>
                <a:lnTo>
                  <a:pt x="2986" y="405"/>
                </a:lnTo>
                <a:lnTo>
                  <a:pt x="3159" y="417"/>
                </a:lnTo>
                <a:lnTo>
                  <a:pt x="3308" y="444"/>
                </a:lnTo>
                <a:lnTo>
                  <a:pt x="3445" y="492"/>
                </a:lnTo>
                <a:lnTo>
                  <a:pt x="3596" y="557"/>
                </a:lnTo>
                <a:lnTo>
                  <a:pt x="3598" y="557"/>
                </a:lnTo>
                <a:lnTo>
                  <a:pt x="3771" y="630"/>
                </a:lnTo>
                <a:lnTo>
                  <a:pt x="3784" y="635"/>
                </a:lnTo>
                <a:lnTo>
                  <a:pt x="3988" y="705"/>
                </a:lnTo>
                <a:lnTo>
                  <a:pt x="4000" y="709"/>
                </a:lnTo>
                <a:lnTo>
                  <a:pt x="4266" y="780"/>
                </a:lnTo>
                <a:lnTo>
                  <a:pt x="4269" y="781"/>
                </a:lnTo>
                <a:lnTo>
                  <a:pt x="4585" y="861"/>
                </a:lnTo>
                <a:lnTo>
                  <a:pt x="4587" y="861"/>
                </a:lnTo>
                <a:lnTo>
                  <a:pt x="4907" y="941"/>
                </a:lnTo>
                <a:lnTo>
                  <a:pt x="5070" y="981"/>
                </a:lnTo>
                <a:lnTo>
                  <a:pt x="5073" y="987"/>
                </a:lnTo>
                <a:lnTo>
                  <a:pt x="5084" y="1004"/>
                </a:lnTo>
                <a:lnTo>
                  <a:pt x="5096" y="1020"/>
                </a:lnTo>
                <a:lnTo>
                  <a:pt x="5110" y="1034"/>
                </a:lnTo>
                <a:lnTo>
                  <a:pt x="5125" y="1047"/>
                </a:lnTo>
                <a:lnTo>
                  <a:pt x="5142" y="1059"/>
                </a:lnTo>
                <a:lnTo>
                  <a:pt x="5159" y="1068"/>
                </a:lnTo>
                <a:lnTo>
                  <a:pt x="5178" y="1076"/>
                </a:lnTo>
                <a:lnTo>
                  <a:pt x="5197" y="1082"/>
                </a:lnTo>
                <a:lnTo>
                  <a:pt x="5217" y="1087"/>
                </a:lnTo>
                <a:lnTo>
                  <a:pt x="5333" y="1105"/>
                </a:lnTo>
                <a:lnTo>
                  <a:pt x="5338" y="1106"/>
                </a:lnTo>
                <a:lnTo>
                  <a:pt x="5708" y="1157"/>
                </a:lnTo>
                <a:lnTo>
                  <a:pt x="5709" y="1158"/>
                </a:lnTo>
                <a:lnTo>
                  <a:pt x="6272" y="1233"/>
                </a:lnTo>
                <a:lnTo>
                  <a:pt x="6274" y="1233"/>
                </a:lnTo>
                <a:lnTo>
                  <a:pt x="6882" y="1311"/>
                </a:lnTo>
                <a:lnTo>
                  <a:pt x="6885" y="1311"/>
                </a:lnTo>
                <a:lnTo>
                  <a:pt x="7391" y="1371"/>
                </a:lnTo>
                <a:lnTo>
                  <a:pt x="7399" y="1371"/>
                </a:lnTo>
                <a:lnTo>
                  <a:pt x="7657" y="1391"/>
                </a:lnTo>
                <a:lnTo>
                  <a:pt x="7677" y="1392"/>
                </a:lnTo>
                <a:lnTo>
                  <a:pt x="7697" y="1391"/>
                </a:lnTo>
                <a:lnTo>
                  <a:pt x="7717" y="1387"/>
                </a:lnTo>
                <a:lnTo>
                  <a:pt x="7736" y="1382"/>
                </a:lnTo>
                <a:lnTo>
                  <a:pt x="7755" y="1374"/>
                </a:lnTo>
                <a:lnTo>
                  <a:pt x="7773" y="1365"/>
                </a:lnTo>
                <a:lnTo>
                  <a:pt x="7790" y="1354"/>
                </a:lnTo>
                <a:lnTo>
                  <a:pt x="7806" y="1342"/>
                </a:lnTo>
                <a:lnTo>
                  <a:pt x="7821" y="1328"/>
                </a:lnTo>
                <a:lnTo>
                  <a:pt x="7834" y="1312"/>
                </a:lnTo>
                <a:lnTo>
                  <a:pt x="7845" y="1296"/>
                </a:lnTo>
                <a:lnTo>
                  <a:pt x="7855" y="1278"/>
                </a:lnTo>
                <a:lnTo>
                  <a:pt x="7863" y="1259"/>
                </a:lnTo>
                <a:lnTo>
                  <a:pt x="7869" y="1240"/>
                </a:lnTo>
                <a:lnTo>
                  <a:pt x="7873" y="1220"/>
                </a:lnTo>
                <a:lnTo>
                  <a:pt x="7875" y="1200"/>
                </a:lnTo>
                <a:lnTo>
                  <a:pt x="7875" y="1180"/>
                </a:lnTo>
                <a:lnTo>
                  <a:pt x="7873" y="1160"/>
                </a:lnTo>
                <a:lnTo>
                  <a:pt x="7869" y="1140"/>
                </a:lnTo>
                <a:lnTo>
                  <a:pt x="7863" y="1121"/>
                </a:lnTo>
                <a:lnTo>
                  <a:pt x="7856" y="1102"/>
                </a:lnTo>
                <a:lnTo>
                  <a:pt x="7846" y="1084"/>
                </a:lnTo>
                <a:lnTo>
                  <a:pt x="7835" y="1067"/>
                </a:lnTo>
                <a:lnTo>
                  <a:pt x="7822" y="1052"/>
                </a:lnTo>
                <a:lnTo>
                  <a:pt x="7807" y="1038"/>
                </a:lnTo>
                <a:lnTo>
                  <a:pt x="7792" y="1025"/>
                </a:lnTo>
                <a:lnTo>
                  <a:pt x="7775" y="1014"/>
                </a:lnTo>
                <a:lnTo>
                  <a:pt x="7757" y="1005"/>
                </a:lnTo>
                <a:lnTo>
                  <a:pt x="7738" y="997"/>
                </a:lnTo>
                <a:lnTo>
                  <a:pt x="7648" y="967"/>
                </a:lnTo>
                <a:lnTo>
                  <a:pt x="7622" y="960"/>
                </a:lnTo>
                <a:lnTo>
                  <a:pt x="7284" y="893"/>
                </a:lnTo>
                <a:lnTo>
                  <a:pt x="6846" y="806"/>
                </a:lnTo>
                <a:lnTo>
                  <a:pt x="6768" y="788"/>
                </a:lnTo>
                <a:lnTo>
                  <a:pt x="6840" y="772"/>
                </a:lnTo>
                <a:lnTo>
                  <a:pt x="7032" y="742"/>
                </a:lnTo>
                <a:lnTo>
                  <a:pt x="7196" y="730"/>
                </a:lnTo>
                <a:lnTo>
                  <a:pt x="7366" y="732"/>
                </a:lnTo>
                <a:lnTo>
                  <a:pt x="7539" y="749"/>
                </a:lnTo>
                <a:lnTo>
                  <a:pt x="7713" y="784"/>
                </a:lnTo>
                <a:lnTo>
                  <a:pt x="7884" y="838"/>
                </a:lnTo>
                <a:lnTo>
                  <a:pt x="8063" y="919"/>
                </a:lnTo>
                <a:lnTo>
                  <a:pt x="8255" y="1028"/>
                </a:lnTo>
                <a:lnTo>
                  <a:pt x="8449" y="1156"/>
                </a:lnTo>
                <a:lnTo>
                  <a:pt x="8634" y="1291"/>
                </a:lnTo>
                <a:lnTo>
                  <a:pt x="8795" y="1422"/>
                </a:lnTo>
                <a:lnTo>
                  <a:pt x="8934" y="1558"/>
                </a:lnTo>
                <a:lnTo>
                  <a:pt x="9064" y="1716"/>
                </a:lnTo>
                <a:lnTo>
                  <a:pt x="9186" y="1878"/>
                </a:lnTo>
                <a:lnTo>
                  <a:pt x="9187" y="1880"/>
                </a:lnTo>
                <a:lnTo>
                  <a:pt x="9297" y="2023"/>
                </a:lnTo>
                <a:lnTo>
                  <a:pt x="9310" y="2039"/>
                </a:lnTo>
                <a:lnTo>
                  <a:pt x="9405" y="2140"/>
                </a:lnTo>
                <a:lnTo>
                  <a:pt x="9418" y="2152"/>
                </a:lnTo>
                <a:lnTo>
                  <a:pt x="9432" y="2164"/>
                </a:lnTo>
                <a:lnTo>
                  <a:pt x="9448" y="2174"/>
                </a:lnTo>
                <a:lnTo>
                  <a:pt x="9524" y="2221"/>
                </a:lnTo>
                <a:lnTo>
                  <a:pt x="9540" y="2230"/>
                </a:lnTo>
                <a:lnTo>
                  <a:pt x="9557" y="2237"/>
                </a:lnTo>
                <a:lnTo>
                  <a:pt x="9574" y="2243"/>
                </a:lnTo>
                <a:lnTo>
                  <a:pt x="9592" y="2247"/>
                </a:lnTo>
                <a:lnTo>
                  <a:pt x="9610" y="2250"/>
                </a:lnTo>
                <a:lnTo>
                  <a:pt x="9670" y="2256"/>
                </a:lnTo>
                <a:lnTo>
                  <a:pt x="9688" y="2257"/>
                </a:lnTo>
                <a:lnTo>
                  <a:pt x="9707" y="2256"/>
                </a:lnTo>
                <a:lnTo>
                  <a:pt x="9726" y="2253"/>
                </a:lnTo>
                <a:lnTo>
                  <a:pt x="9745" y="2249"/>
                </a:lnTo>
                <a:lnTo>
                  <a:pt x="9762" y="2243"/>
                </a:lnTo>
                <a:lnTo>
                  <a:pt x="9808" y="2225"/>
                </a:lnTo>
                <a:lnTo>
                  <a:pt x="9829" y="2216"/>
                </a:lnTo>
                <a:lnTo>
                  <a:pt x="9848" y="2204"/>
                </a:lnTo>
                <a:lnTo>
                  <a:pt x="9867" y="2191"/>
                </a:lnTo>
                <a:lnTo>
                  <a:pt x="9877" y="2187"/>
                </a:lnTo>
                <a:lnTo>
                  <a:pt x="9895" y="2178"/>
                </a:lnTo>
                <a:lnTo>
                  <a:pt x="9912" y="2168"/>
                </a:lnTo>
                <a:lnTo>
                  <a:pt x="9928" y="2156"/>
                </a:lnTo>
                <a:lnTo>
                  <a:pt x="9942" y="2142"/>
                </a:lnTo>
                <a:lnTo>
                  <a:pt x="9955" y="2127"/>
                </a:lnTo>
                <a:lnTo>
                  <a:pt x="9967" y="2111"/>
                </a:lnTo>
                <a:lnTo>
                  <a:pt x="9977" y="2094"/>
                </a:lnTo>
                <a:lnTo>
                  <a:pt x="9985" y="2076"/>
                </a:lnTo>
                <a:lnTo>
                  <a:pt x="9992" y="2057"/>
                </a:lnTo>
                <a:lnTo>
                  <a:pt x="9996" y="2038"/>
                </a:lnTo>
                <a:lnTo>
                  <a:pt x="9999" y="2018"/>
                </a:lnTo>
                <a:lnTo>
                  <a:pt x="10000" y="1998"/>
                </a:lnTo>
                <a:lnTo>
                  <a:pt x="9998" y="1978"/>
                </a:lnTo>
                <a:lnTo>
                  <a:pt x="9995" y="1958"/>
                </a:lnTo>
                <a:lnTo>
                  <a:pt x="9990" y="1939"/>
                </a:lnTo>
                <a:lnTo>
                  <a:pt x="9983" y="1920"/>
                </a:lnTo>
                <a:lnTo>
                  <a:pt x="9974" y="1903"/>
                </a:lnTo>
                <a:lnTo>
                  <a:pt x="9964" y="1886"/>
                </a:lnTo>
                <a:lnTo>
                  <a:pt x="9951" y="1870"/>
                </a:lnTo>
                <a:lnTo>
                  <a:pt x="9938" y="1855"/>
                </a:lnTo>
                <a:lnTo>
                  <a:pt x="9923" y="1842"/>
                </a:lnTo>
                <a:lnTo>
                  <a:pt x="9907" y="1831"/>
                </a:lnTo>
                <a:lnTo>
                  <a:pt x="9890" y="1821"/>
                </a:lnTo>
                <a:lnTo>
                  <a:pt x="9871" y="1812"/>
                </a:lnTo>
                <a:lnTo>
                  <a:pt x="9853" y="1806"/>
                </a:lnTo>
                <a:lnTo>
                  <a:pt x="9833" y="1801"/>
                </a:lnTo>
                <a:lnTo>
                  <a:pt x="9813" y="1799"/>
                </a:lnTo>
                <a:lnTo>
                  <a:pt x="9794" y="1798"/>
                </a:lnTo>
                <a:lnTo>
                  <a:pt x="9774" y="1799"/>
                </a:lnTo>
                <a:lnTo>
                  <a:pt x="9754" y="1803"/>
                </a:lnTo>
                <a:lnTo>
                  <a:pt x="9735" y="1808"/>
                </a:lnTo>
                <a:lnTo>
                  <a:pt x="9716" y="1815"/>
                </a:lnTo>
                <a:lnTo>
                  <a:pt x="9689" y="1826"/>
                </a:lnTo>
                <a:lnTo>
                  <a:pt x="9674" y="1834"/>
                </a:lnTo>
                <a:lnTo>
                  <a:pt x="9613" y="1768"/>
                </a:lnTo>
                <a:lnTo>
                  <a:pt x="9510" y="1633"/>
                </a:lnTo>
                <a:lnTo>
                  <a:pt x="9385" y="1468"/>
                </a:lnTo>
                <a:lnTo>
                  <a:pt x="9380" y="1461"/>
                </a:lnTo>
                <a:lnTo>
                  <a:pt x="9240" y="1292"/>
                </a:lnTo>
                <a:lnTo>
                  <a:pt x="9226" y="1277"/>
                </a:lnTo>
                <a:lnTo>
                  <a:pt x="9073" y="1126"/>
                </a:lnTo>
                <a:lnTo>
                  <a:pt x="9058" y="1112"/>
                </a:lnTo>
                <a:lnTo>
                  <a:pt x="8885" y="973"/>
                </a:lnTo>
                <a:lnTo>
                  <a:pt x="8878" y="967"/>
                </a:lnTo>
                <a:lnTo>
                  <a:pt x="8685" y="825"/>
                </a:lnTo>
                <a:lnTo>
                  <a:pt x="8677" y="819"/>
                </a:lnTo>
                <a:lnTo>
                  <a:pt x="8473" y="685"/>
                </a:lnTo>
                <a:lnTo>
                  <a:pt x="8461" y="678"/>
                </a:lnTo>
                <a:lnTo>
                  <a:pt x="8255" y="561"/>
                </a:lnTo>
                <a:lnTo>
                  <a:pt x="8239" y="553"/>
                </a:lnTo>
                <a:lnTo>
                  <a:pt x="8040" y="463"/>
                </a:lnTo>
                <a:lnTo>
                  <a:pt x="8018" y="454"/>
                </a:lnTo>
                <a:lnTo>
                  <a:pt x="7824" y="393"/>
                </a:lnTo>
                <a:lnTo>
                  <a:pt x="7803" y="388"/>
                </a:lnTo>
                <a:lnTo>
                  <a:pt x="7609" y="349"/>
                </a:lnTo>
                <a:lnTo>
                  <a:pt x="7589" y="346"/>
                </a:lnTo>
                <a:lnTo>
                  <a:pt x="7397" y="327"/>
                </a:lnTo>
                <a:lnTo>
                  <a:pt x="7379" y="326"/>
                </a:lnTo>
                <a:lnTo>
                  <a:pt x="7192" y="324"/>
                </a:lnTo>
                <a:lnTo>
                  <a:pt x="7176" y="325"/>
                </a:lnTo>
                <a:lnTo>
                  <a:pt x="6995" y="337"/>
                </a:lnTo>
                <a:lnTo>
                  <a:pt x="6978" y="339"/>
                </a:lnTo>
                <a:lnTo>
                  <a:pt x="6770" y="372"/>
                </a:lnTo>
                <a:lnTo>
                  <a:pt x="6756" y="375"/>
                </a:lnTo>
                <a:lnTo>
                  <a:pt x="6520" y="429"/>
                </a:lnTo>
                <a:lnTo>
                  <a:pt x="6504" y="434"/>
                </a:lnTo>
                <a:lnTo>
                  <a:pt x="6290" y="502"/>
                </a:lnTo>
                <a:lnTo>
                  <a:pt x="6273" y="508"/>
                </a:lnTo>
                <a:lnTo>
                  <a:pt x="6257" y="515"/>
                </a:lnTo>
                <a:lnTo>
                  <a:pt x="6118" y="588"/>
                </a:lnTo>
                <a:lnTo>
                  <a:pt x="6100" y="598"/>
                </a:lnTo>
                <a:lnTo>
                  <a:pt x="6084" y="610"/>
                </a:lnTo>
                <a:lnTo>
                  <a:pt x="6069" y="623"/>
                </a:lnTo>
                <a:lnTo>
                  <a:pt x="6055" y="638"/>
                </a:lnTo>
                <a:lnTo>
                  <a:pt x="6043" y="654"/>
                </a:lnTo>
                <a:lnTo>
                  <a:pt x="6033" y="672"/>
                </a:lnTo>
                <a:lnTo>
                  <a:pt x="6024" y="690"/>
                </a:lnTo>
                <a:lnTo>
                  <a:pt x="6017" y="709"/>
                </a:lnTo>
                <a:lnTo>
                  <a:pt x="6012" y="728"/>
                </a:lnTo>
                <a:lnTo>
                  <a:pt x="6001" y="787"/>
                </a:lnTo>
                <a:lnTo>
                  <a:pt x="5763" y="755"/>
                </a:lnTo>
                <a:lnTo>
                  <a:pt x="5597" y="732"/>
                </a:lnTo>
                <a:lnTo>
                  <a:pt x="5587" y="724"/>
                </a:lnTo>
                <a:lnTo>
                  <a:pt x="5570" y="713"/>
                </a:lnTo>
                <a:lnTo>
                  <a:pt x="5528" y="689"/>
                </a:lnTo>
                <a:lnTo>
                  <a:pt x="5512" y="681"/>
                </a:lnTo>
                <a:lnTo>
                  <a:pt x="5496" y="674"/>
                </a:lnTo>
                <a:lnTo>
                  <a:pt x="5479" y="668"/>
                </a:lnTo>
                <a:lnTo>
                  <a:pt x="5288" y="617"/>
                </a:lnTo>
                <a:lnTo>
                  <a:pt x="5285" y="616"/>
                </a:lnTo>
                <a:lnTo>
                  <a:pt x="5005" y="547"/>
                </a:lnTo>
                <a:lnTo>
                  <a:pt x="5005" y="546"/>
                </a:lnTo>
                <a:lnTo>
                  <a:pt x="4684" y="467"/>
                </a:lnTo>
                <a:lnTo>
                  <a:pt x="4370" y="388"/>
                </a:lnTo>
                <a:lnTo>
                  <a:pt x="4113" y="318"/>
                </a:lnTo>
                <a:lnTo>
                  <a:pt x="3922" y="253"/>
                </a:lnTo>
                <a:lnTo>
                  <a:pt x="3756" y="183"/>
                </a:lnTo>
                <a:lnTo>
                  <a:pt x="3599" y="116"/>
                </a:lnTo>
                <a:lnTo>
                  <a:pt x="3584" y="110"/>
                </a:lnTo>
                <a:lnTo>
                  <a:pt x="3426" y="56"/>
                </a:lnTo>
                <a:lnTo>
                  <a:pt x="3397" y="48"/>
                </a:lnTo>
                <a:lnTo>
                  <a:pt x="3222" y="15"/>
                </a:lnTo>
                <a:lnTo>
                  <a:pt x="3198" y="12"/>
                </a:lnTo>
                <a:lnTo>
                  <a:pt x="3005" y="0"/>
                </a:lnTo>
                <a:lnTo>
                  <a:pt x="2990" y="0"/>
                </a:lnTo>
                <a:lnTo>
                  <a:pt x="2789" y="1"/>
                </a:lnTo>
                <a:lnTo>
                  <a:pt x="2772" y="2"/>
                </a:lnTo>
                <a:lnTo>
                  <a:pt x="2567" y="21"/>
                </a:lnTo>
                <a:lnTo>
                  <a:pt x="2548" y="24"/>
                </a:lnTo>
                <a:lnTo>
                  <a:pt x="2341" y="63"/>
                </a:lnTo>
                <a:lnTo>
                  <a:pt x="2321" y="68"/>
                </a:lnTo>
                <a:lnTo>
                  <a:pt x="2114" y="129"/>
                </a:lnTo>
                <a:lnTo>
                  <a:pt x="2092" y="136"/>
                </a:lnTo>
                <a:lnTo>
                  <a:pt x="1880" y="226"/>
                </a:lnTo>
                <a:lnTo>
                  <a:pt x="1864" y="234"/>
                </a:lnTo>
                <a:lnTo>
                  <a:pt x="1643" y="351"/>
                </a:lnTo>
                <a:lnTo>
                  <a:pt x="1632" y="357"/>
                </a:lnTo>
                <a:lnTo>
                  <a:pt x="1414" y="491"/>
                </a:lnTo>
                <a:lnTo>
                  <a:pt x="1405" y="497"/>
                </a:lnTo>
                <a:lnTo>
                  <a:pt x="1199" y="639"/>
                </a:lnTo>
                <a:lnTo>
                  <a:pt x="1191" y="644"/>
                </a:lnTo>
                <a:lnTo>
                  <a:pt x="1007" y="784"/>
                </a:lnTo>
                <a:lnTo>
                  <a:pt x="991" y="796"/>
                </a:lnTo>
                <a:lnTo>
                  <a:pt x="828" y="947"/>
                </a:lnTo>
                <a:lnTo>
                  <a:pt x="813" y="962"/>
                </a:lnTo>
                <a:lnTo>
                  <a:pt x="664" y="1131"/>
                </a:lnTo>
                <a:lnTo>
                  <a:pt x="658" y="1138"/>
                </a:lnTo>
                <a:lnTo>
                  <a:pt x="525" y="1303"/>
                </a:lnTo>
                <a:lnTo>
                  <a:pt x="414" y="1439"/>
                </a:lnTo>
                <a:lnTo>
                  <a:pt x="339" y="1513"/>
                </a:lnTo>
                <a:lnTo>
                  <a:pt x="337" y="1515"/>
                </a:lnTo>
                <a:lnTo>
                  <a:pt x="324" y="1507"/>
                </a:lnTo>
                <a:lnTo>
                  <a:pt x="307" y="1500"/>
                </a:lnTo>
                <a:lnTo>
                  <a:pt x="278" y="1488"/>
                </a:lnTo>
                <a:lnTo>
                  <a:pt x="260" y="1481"/>
                </a:lnTo>
                <a:lnTo>
                  <a:pt x="240" y="1477"/>
                </a:lnTo>
                <a:lnTo>
                  <a:pt x="221" y="1474"/>
                </a:lnTo>
                <a:lnTo>
                  <a:pt x="201" y="1473"/>
                </a:lnTo>
                <a:lnTo>
                  <a:pt x="181" y="1474"/>
                </a:lnTo>
                <a:lnTo>
                  <a:pt x="161" y="1478"/>
                </a:lnTo>
                <a:lnTo>
                  <a:pt x="142" y="1483"/>
                </a:lnTo>
                <a:lnTo>
                  <a:pt x="123" y="1489"/>
                </a:lnTo>
                <a:lnTo>
                  <a:pt x="105" y="1498"/>
                </a:lnTo>
                <a:lnTo>
                  <a:pt x="88" y="1509"/>
                </a:lnTo>
                <a:lnTo>
                  <a:pt x="72" y="1521"/>
                </a:lnTo>
                <a:lnTo>
                  <a:pt x="58" y="1534"/>
                </a:lnTo>
                <a:lnTo>
                  <a:pt x="44" y="1549"/>
                </a:lnTo>
                <a:lnTo>
                  <a:pt x="33" y="1565"/>
                </a:lnTo>
                <a:lnTo>
                  <a:pt x="23" y="1582"/>
                </a:lnTo>
                <a:lnTo>
                  <a:pt x="14" y="1600"/>
                </a:lnTo>
                <a:lnTo>
                  <a:pt x="8" y="1619"/>
                </a:lnTo>
                <a:lnTo>
                  <a:pt x="3" y="1638"/>
                </a:lnTo>
                <a:lnTo>
                  <a:pt x="0" y="1658"/>
                </a:lnTo>
                <a:lnTo>
                  <a:pt x="0" y="1678"/>
                </a:lnTo>
                <a:lnTo>
                  <a:pt x="1" y="1698"/>
                </a:lnTo>
                <a:lnTo>
                  <a:pt x="4" y="1718"/>
                </a:lnTo>
                <a:lnTo>
                  <a:pt x="9" y="1737"/>
                </a:lnTo>
                <a:lnTo>
                  <a:pt x="16" y="1756"/>
                </a:lnTo>
                <a:lnTo>
                  <a:pt x="24" y="1774"/>
                </a:lnTo>
                <a:lnTo>
                  <a:pt x="35" y="1790"/>
                </a:lnTo>
                <a:lnTo>
                  <a:pt x="47" y="1806"/>
                </a:lnTo>
                <a:lnTo>
                  <a:pt x="60" y="1821"/>
                </a:lnTo>
                <a:lnTo>
                  <a:pt x="75" y="1834"/>
                </a:lnTo>
                <a:lnTo>
                  <a:pt x="91" y="1846"/>
                </a:lnTo>
                <a:lnTo>
                  <a:pt x="108" y="1856"/>
                </a:lnTo>
                <a:lnTo>
                  <a:pt x="126" y="1864"/>
                </a:lnTo>
                <a:lnTo>
                  <a:pt x="139" y="186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464336" y="1474826"/>
            <a:ext cx="1805762" cy="3298160"/>
            <a:chOff x="5464336" y="1474826"/>
            <a:chExt cx="1805762" cy="3298160"/>
          </a:xfrm>
        </p:grpSpPr>
        <p:sp>
          <p:nvSpPr>
            <p:cNvPr id="40" name="Forma 39"/>
            <p:cNvSpPr/>
            <p:nvPr/>
          </p:nvSpPr>
          <p:spPr>
            <a:xfrm>
              <a:off x="5464336" y="1474826"/>
              <a:ext cx="1805762" cy="3298160"/>
            </a:xfrm>
            <a:custGeom>
              <a:avLst/>
              <a:gdLst/>
              <a:ahLst/>
              <a:cxnLst/>
              <a:rect l="0" t="0" r="r" b="b"/>
              <a:pathLst>
                <a:path w="5713" h="10000">
                  <a:moveTo>
                    <a:pt x="2890" y="4"/>
                  </a:moveTo>
                  <a:lnTo>
                    <a:pt x="2759" y="23"/>
                  </a:lnTo>
                  <a:lnTo>
                    <a:pt x="2625" y="56"/>
                  </a:lnTo>
                  <a:lnTo>
                    <a:pt x="2490" y="102"/>
                  </a:lnTo>
                  <a:lnTo>
                    <a:pt x="2354" y="158"/>
                  </a:lnTo>
                  <a:lnTo>
                    <a:pt x="2221" y="224"/>
                  </a:lnTo>
                  <a:lnTo>
                    <a:pt x="2093" y="296"/>
                  </a:lnTo>
                  <a:lnTo>
                    <a:pt x="1967" y="377"/>
                  </a:lnTo>
                  <a:lnTo>
                    <a:pt x="1844" y="467"/>
                  </a:lnTo>
                  <a:lnTo>
                    <a:pt x="1722" y="566"/>
                  </a:lnTo>
                  <a:lnTo>
                    <a:pt x="1604" y="673"/>
                  </a:lnTo>
                  <a:lnTo>
                    <a:pt x="1490" y="787"/>
                  </a:lnTo>
                  <a:lnTo>
                    <a:pt x="1381" y="909"/>
                  </a:lnTo>
                  <a:lnTo>
                    <a:pt x="1276" y="1037"/>
                  </a:lnTo>
                  <a:lnTo>
                    <a:pt x="1175" y="1173"/>
                  </a:lnTo>
                  <a:lnTo>
                    <a:pt x="1078" y="1317"/>
                  </a:lnTo>
                  <a:lnTo>
                    <a:pt x="985" y="1468"/>
                  </a:lnTo>
                  <a:lnTo>
                    <a:pt x="896" y="1624"/>
                  </a:lnTo>
                  <a:lnTo>
                    <a:pt x="811" y="1787"/>
                  </a:lnTo>
                  <a:lnTo>
                    <a:pt x="730" y="1956"/>
                  </a:lnTo>
                  <a:lnTo>
                    <a:pt x="652" y="2132"/>
                  </a:lnTo>
                  <a:lnTo>
                    <a:pt x="578" y="2315"/>
                  </a:lnTo>
                  <a:lnTo>
                    <a:pt x="508" y="2503"/>
                  </a:lnTo>
                  <a:lnTo>
                    <a:pt x="444" y="2696"/>
                  </a:lnTo>
                  <a:lnTo>
                    <a:pt x="384" y="2891"/>
                  </a:lnTo>
                  <a:lnTo>
                    <a:pt x="330" y="3092"/>
                  </a:lnTo>
                  <a:lnTo>
                    <a:pt x="281" y="3299"/>
                  </a:lnTo>
                  <a:lnTo>
                    <a:pt x="236" y="3509"/>
                  </a:lnTo>
                  <a:lnTo>
                    <a:pt x="196" y="3723"/>
                  </a:lnTo>
                  <a:lnTo>
                    <a:pt x="160" y="3939"/>
                  </a:lnTo>
                  <a:lnTo>
                    <a:pt x="128" y="4156"/>
                  </a:lnTo>
                  <a:lnTo>
                    <a:pt x="99" y="4374"/>
                  </a:lnTo>
                  <a:lnTo>
                    <a:pt x="75" y="4594"/>
                  </a:lnTo>
                  <a:lnTo>
                    <a:pt x="55" y="4817"/>
                  </a:lnTo>
                  <a:lnTo>
                    <a:pt x="38" y="5040"/>
                  </a:lnTo>
                  <a:lnTo>
                    <a:pt x="24" y="5264"/>
                  </a:lnTo>
                  <a:lnTo>
                    <a:pt x="14" y="5486"/>
                  </a:lnTo>
                  <a:lnTo>
                    <a:pt x="6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6" y="6599"/>
                  </a:lnTo>
                  <a:lnTo>
                    <a:pt x="14" y="6817"/>
                  </a:lnTo>
                  <a:lnTo>
                    <a:pt x="25" y="7035"/>
                  </a:lnTo>
                  <a:lnTo>
                    <a:pt x="41" y="7252"/>
                  </a:lnTo>
                  <a:lnTo>
                    <a:pt x="60" y="7469"/>
                  </a:lnTo>
                  <a:lnTo>
                    <a:pt x="81" y="7680"/>
                  </a:lnTo>
                  <a:lnTo>
                    <a:pt x="104" y="7885"/>
                  </a:lnTo>
                  <a:lnTo>
                    <a:pt x="128" y="8082"/>
                  </a:lnTo>
                  <a:lnTo>
                    <a:pt x="153" y="8269"/>
                  </a:lnTo>
                  <a:lnTo>
                    <a:pt x="179" y="8449"/>
                  </a:lnTo>
                  <a:lnTo>
                    <a:pt x="208" y="8623"/>
                  </a:lnTo>
                  <a:lnTo>
                    <a:pt x="237" y="8790"/>
                  </a:lnTo>
                  <a:lnTo>
                    <a:pt x="268" y="8951"/>
                  </a:lnTo>
                  <a:lnTo>
                    <a:pt x="299" y="9106"/>
                  </a:lnTo>
                  <a:lnTo>
                    <a:pt x="329" y="9262"/>
                  </a:lnTo>
                  <a:lnTo>
                    <a:pt x="361" y="9419"/>
                  </a:lnTo>
                  <a:lnTo>
                    <a:pt x="393" y="9569"/>
                  </a:lnTo>
                  <a:lnTo>
                    <a:pt x="426" y="9706"/>
                  </a:lnTo>
                  <a:lnTo>
                    <a:pt x="461" y="9820"/>
                  </a:lnTo>
                  <a:lnTo>
                    <a:pt x="498" y="9905"/>
                  </a:lnTo>
                  <a:lnTo>
                    <a:pt x="533" y="9959"/>
                  </a:lnTo>
                  <a:lnTo>
                    <a:pt x="564" y="9990"/>
                  </a:lnTo>
                  <a:lnTo>
                    <a:pt x="598" y="10000"/>
                  </a:lnTo>
                  <a:lnTo>
                    <a:pt x="637" y="9987"/>
                  </a:lnTo>
                  <a:lnTo>
                    <a:pt x="688" y="9956"/>
                  </a:lnTo>
                  <a:lnTo>
                    <a:pt x="754" y="9905"/>
                  </a:lnTo>
                  <a:lnTo>
                    <a:pt x="836" y="9825"/>
                  </a:lnTo>
                  <a:lnTo>
                    <a:pt x="929" y="9714"/>
                  </a:lnTo>
                  <a:lnTo>
                    <a:pt x="1034" y="9584"/>
                  </a:lnTo>
                  <a:lnTo>
                    <a:pt x="1149" y="9444"/>
                  </a:lnTo>
                  <a:lnTo>
                    <a:pt x="1274" y="9308"/>
                  </a:lnTo>
                  <a:lnTo>
                    <a:pt x="1409" y="9186"/>
                  </a:lnTo>
                  <a:lnTo>
                    <a:pt x="1559" y="9072"/>
                  </a:lnTo>
                  <a:lnTo>
                    <a:pt x="1725" y="8955"/>
                  </a:lnTo>
                  <a:lnTo>
                    <a:pt x="1900" y="8842"/>
                  </a:lnTo>
                  <a:lnTo>
                    <a:pt x="2081" y="8737"/>
                  </a:lnTo>
                  <a:lnTo>
                    <a:pt x="2261" y="8645"/>
                  </a:lnTo>
                  <a:lnTo>
                    <a:pt x="2434" y="8574"/>
                  </a:lnTo>
                  <a:lnTo>
                    <a:pt x="2604" y="8522"/>
                  </a:lnTo>
                  <a:lnTo>
                    <a:pt x="2774" y="8486"/>
                  </a:lnTo>
                  <a:lnTo>
                    <a:pt x="2943" y="8464"/>
                  </a:lnTo>
                  <a:lnTo>
                    <a:pt x="3110" y="8455"/>
                  </a:lnTo>
                  <a:lnTo>
                    <a:pt x="3274" y="8456"/>
                  </a:lnTo>
                  <a:lnTo>
                    <a:pt x="3431" y="8467"/>
                  </a:lnTo>
                  <a:lnTo>
                    <a:pt x="3576" y="8493"/>
                  </a:lnTo>
                  <a:lnTo>
                    <a:pt x="3708" y="8533"/>
                  </a:lnTo>
                  <a:lnTo>
                    <a:pt x="3836" y="8586"/>
                  </a:lnTo>
                  <a:lnTo>
                    <a:pt x="3969" y="8644"/>
                  </a:lnTo>
                  <a:lnTo>
                    <a:pt x="4116" y="8704"/>
                  </a:lnTo>
                  <a:lnTo>
                    <a:pt x="4285" y="8760"/>
                  </a:lnTo>
                  <a:lnTo>
                    <a:pt x="4499" y="8836"/>
                  </a:lnTo>
                  <a:lnTo>
                    <a:pt x="4753" y="8940"/>
                  </a:lnTo>
                  <a:lnTo>
                    <a:pt x="5021" y="9045"/>
                  </a:lnTo>
                  <a:lnTo>
                    <a:pt x="5275" y="9125"/>
                  </a:lnTo>
                  <a:lnTo>
                    <a:pt x="5489" y="9154"/>
                  </a:lnTo>
                  <a:lnTo>
                    <a:pt x="5636" y="9106"/>
                  </a:lnTo>
                  <a:lnTo>
                    <a:pt x="5704" y="8964"/>
                  </a:lnTo>
                  <a:lnTo>
                    <a:pt x="5713" y="8744"/>
                  </a:lnTo>
                  <a:lnTo>
                    <a:pt x="5681" y="8474"/>
                  </a:lnTo>
                  <a:lnTo>
                    <a:pt x="5627" y="8179"/>
                  </a:lnTo>
                  <a:lnTo>
                    <a:pt x="5570" y="7884"/>
                  </a:lnTo>
                  <a:lnTo>
                    <a:pt x="5529" y="7616"/>
                  </a:lnTo>
                  <a:lnTo>
                    <a:pt x="5498" y="7370"/>
                  </a:lnTo>
                  <a:lnTo>
                    <a:pt x="5462" y="7126"/>
                  </a:lnTo>
                  <a:lnTo>
                    <a:pt x="5423" y="6882"/>
                  </a:lnTo>
                  <a:lnTo>
                    <a:pt x="5383" y="6639"/>
                  </a:lnTo>
                  <a:lnTo>
                    <a:pt x="5342" y="6396"/>
                  </a:lnTo>
                  <a:lnTo>
                    <a:pt x="5303" y="6152"/>
                  </a:lnTo>
                  <a:lnTo>
                    <a:pt x="5266" y="5908"/>
                  </a:lnTo>
                  <a:lnTo>
                    <a:pt x="5230" y="5664"/>
                  </a:lnTo>
                  <a:lnTo>
                    <a:pt x="5194" y="5420"/>
                  </a:lnTo>
                  <a:lnTo>
                    <a:pt x="5157" y="5176"/>
                  </a:lnTo>
                  <a:lnTo>
                    <a:pt x="5118" y="4932"/>
                  </a:lnTo>
                  <a:lnTo>
                    <a:pt x="5078" y="4688"/>
                  </a:lnTo>
                  <a:lnTo>
                    <a:pt x="5036" y="4444"/>
                  </a:lnTo>
                  <a:lnTo>
                    <a:pt x="4993" y="4199"/>
                  </a:lnTo>
                  <a:lnTo>
                    <a:pt x="4948" y="3954"/>
                  </a:lnTo>
                  <a:lnTo>
                    <a:pt x="4902" y="3710"/>
                  </a:lnTo>
                  <a:lnTo>
                    <a:pt x="4852" y="3467"/>
                  </a:lnTo>
                  <a:lnTo>
                    <a:pt x="4799" y="3224"/>
                  </a:lnTo>
                  <a:lnTo>
                    <a:pt x="4742" y="2979"/>
                  </a:lnTo>
                  <a:lnTo>
                    <a:pt x="4681" y="2729"/>
                  </a:lnTo>
                  <a:lnTo>
                    <a:pt x="4617" y="2481"/>
                  </a:lnTo>
                  <a:lnTo>
                    <a:pt x="4551" y="2237"/>
                  </a:lnTo>
                  <a:lnTo>
                    <a:pt x="4484" y="2005"/>
                  </a:lnTo>
                  <a:lnTo>
                    <a:pt x="4416" y="1787"/>
                  </a:lnTo>
                  <a:lnTo>
                    <a:pt x="4346" y="1582"/>
                  </a:lnTo>
                  <a:lnTo>
                    <a:pt x="4273" y="1386"/>
                  </a:lnTo>
                  <a:lnTo>
                    <a:pt x="4198" y="1200"/>
                  </a:lnTo>
                  <a:lnTo>
                    <a:pt x="4124" y="1026"/>
                  </a:lnTo>
                  <a:lnTo>
                    <a:pt x="4052" y="866"/>
                  </a:lnTo>
                  <a:lnTo>
                    <a:pt x="3984" y="722"/>
                  </a:lnTo>
                  <a:lnTo>
                    <a:pt x="3925" y="595"/>
                  </a:lnTo>
                  <a:lnTo>
                    <a:pt x="3874" y="484"/>
                  </a:lnTo>
                  <a:lnTo>
                    <a:pt x="3826" y="386"/>
                  </a:lnTo>
                  <a:lnTo>
                    <a:pt x="3773" y="301"/>
                  </a:lnTo>
                  <a:lnTo>
                    <a:pt x="3710" y="228"/>
                  </a:lnTo>
                  <a:lnTo>
                    <a:pt x="3630" y="163"/>
                  </a:lnTo>
                  <a:lnTo>
                    <a:pt x="3529" y="108"/>
                  </a:lnTo>
                  <a:lnTo>
                    <a:pt x="3414" y="64"/>
                  </a:lnTo>
                  <a:lnTo>
                    <a:pt x="3288" y="30"/>
                  </a:lnTo>
                  <a:lnTo>
                    <a:pt x="3155" y="9"/>
                  </a:lnTo>
                  <a:lnTo>
                    <a:pt x="3021" y="0"/>
                  </a:lnTo>
                  <a:lnTo>
                    <a:pt x="2890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961691" y="1523170"/>
              <a:ext cx="823809" cy="425834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6047099" y="1564920"/>
              <a:ext cx="641456" cy="298702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633967" y="1474826"/>
            <a:ext cx="1117756" cy="3403498"/>
            <a:chOff x="7633967" y="1474826"/>
            <a:chExt cx="1117756" cy="3403498"/>
          </a:xfrm>
        </p:grpSpPr>
        <p:sp>
          <p:nvSpPr>
            <p:cNvPr id="44" name="Forma 43"/>
            <p:cNvSpPr/>
            <p:nvPr/>
          </p:nvSpPr>
          <p:spPr>
            <a:xfrm>
              <a:off x="7633967" y="1474826"/>
              <a:ext cx="1117756" cy="3403498"/>
            </a:xfrm>
            <a:custGeom>
              <a:avLst/>
              <a:gdLst/>
              <a:ahLst/>
              <a:cxnLst/>
              <a:rect l="0" t="0" r="r" b="b"/>
              <a:pathLst>
                <a:path w="3426" h="10000">
                  <a:moveTo>
                    <a:pt x="808" y="4"/>
                  </a:moveTo>
                  <a:lnTo>
                    <a:pt x="761" y="0"/>
                  </a:lnTo>
                  <a:lnTo>
                    <a:pt x="743" y="8"/>
                  </a:lnTo>
                  <a:lnTo>
                    <a:pt x="743" y="29"/>
                  </a:lnTo>
                  <a:lnTo>
                    <a:pt x="750" y="62"/>
                  </a:lnTo>
                  <a:lnTo>
                    <a:pt x="751" y="105"/>
                  </a:lnTo>
                  <a:lnTo>
                    <a:pt x="734" y="158"/>
                  </a:lnTo>
                  <a:lnTo>
                    <a:pt x="700" y="221"/>
                  </a:lnTo>
                  <a:lnTo>
                    <a:pt x="656" y="292"/>
                  </a:lnTo>
                  <a:lnTo>
                    <a:pt x="607" y="374"/>
                  </a:lnTo>
                  <a:lnTo>
                    <a:pt x="556" y="469"/>
                  </a:lnTo>
                  <a:lnTo>
                    <a:pt x="505" y="577"/>
                  </a:lnTo>
                  <a:lnTo>
                    <a:pt x="458" y="700"/>
                  </a:lnTo>
                  <a:lnTo>
                    <a:pt x="414" y="839"/>
                  </a:lnTo>
                  <a:lnTo>
                    <a:pt x="369" y="994"/>
                  </a:lnTo>
                  <a:lnTo>
                    <a:pt x="324" y="1163"/>
                  </a:lnTo>
                  <a:lnTo>
                    <a:pt x="282" y="1343"/>
                  </a:lnTo>
                  <a:lnTo>
                    <a:pt x="242" y="1533"/>
                  </a:lnTo>
                  <a:lnTo>
                    <a:pt x="207" y="1732"/>
                  </a:lnTo>
                  <a:lnTo>
                    <a:pt x="175" y="1943"/>
                  </a:lnTo>
                  <a:lnTo>
                    <a:pt x="147" y="2168"/>
                  </a:lnTo>
                  <a:lnTo>
                    <a:pt x="121" y="2404"/>
                  </a:lnTo>
                  <a:lnTo>
                    <a:pt x="99" y="2645"/>
                  </a:lnTo>
                  <a:lnTo>
                    <a:pt x="79" y="2887"/>
                  </a:lnTo>
                  <a:lnTo>
                    <a:pt x="62" y="3124"/>
                  </a:lnTo>
                  <a:lnTo>
                    <a:pt x="44" y="3359"/>
                  </a:lnTo>
                  <a:lnTo>
                    <a:pt x="25" y="3595"/>
                  </a:lnTo>
                  <a:lnTo>
                    <a:pt x="8" y="3832"/>
                  </a:lnTo>
                  <a:lnTo>
                    <a:pt x="0" y="4069"/>
                  </a:lnTo>
                  <a:lnTo>
                    <a:pt x="3" y="4306"/>
                  </a:lnTo>
                  <a:lnTo>
                    <a:pt x="23" y="4543"/>
                  </a:lnTo>
                  <a:lnTo>
                    <a:pt x="64" y="4779"/>
                  </a:lnTo>
                  <a:lnTo>
                    <a:pt x="124" y="5016"/>
                  </a:lnTo>
                  <a:lnTo>
                    <a:pt x="196" y="5252"/>
                  </a:lnTo>
                  <a:lnTo>
                    <a:pt x="274" y="5489"/>
                  </a:lnTo>
                  <a:lnTo>
                    <a:pt x="352" y="5725"/>
                  </a:lnTo>
                  <a:lnTo>
                    <a:pt x="422" y="5961"/>
                  </a:lnTo>
                  <a:lnTo>
                    <a:pt x="488" y="6194"/>
                  </a:lnTo>
                  <a:lnTo>
                    <a:pt x="556" y="6422"/>
                  </a:lnTo>
                  <a:lnTo>
                    <a:pt x="623" y="6650"/>
                  </a:lnTo>
                  <a:lnTo>
                    <a:pt x="687" y="6882"/>
                  </a:lnTo>
                  <a:lnTo>
                    <a:pt x="745" y="7124"/>
                  </a:lnTo>
                  <a:lnTo>
                    <a:pt x="795" y="7380"/>
                  </a:lnTo>
                  <a:lnTo>
                    <a:pt x="851" y="7677"/>
                  </a:lnTo>
                  <a:lnTo>
                    <a:pt x="920" y="8017"/>
                  </a:lnTo>
                  <a:lnTo>
                    <a:pt x="984" y="8367"/>
                  </a:lnTo>
                  <a:lnTo>
                    <a:pt x="1006" y="8554"/>
                  </a:lnTo>
                  <a:lnTo>
                    <a:pt x="1067" y="8568"/>
                  </a:lnTo>
                  <a:lnTo>
                    <a:pt x="1221" y="8618"/>
                  </a:lnTo>
                  <a:lnTo>
                    <a:pt x="1378" y="8687"/>
                  </a:lnTo>
                  <a:lnTo>
                    <a:pt x="1541" y="8776"/>
                  </a:lnTo>
                  <a:lnTo>
                    <a:pt x="1704" y="8878"/>
                  </a:lnTo>
                  <a:lnTo>
                    <a:pt x="1864" y="8988"/>
                  </a:lnTo>
                  <a:lnTo>
                    <a:pt x="2014" y="9101"/>
                  </a:lnTo>
                  <a:lnTo>
                    <a:pt x="2149" y="9211"/>
                  </a:lnTo>
                  <a:lnTo>
                    <a:pt x="2272" y="9329"/>
                  </a:lnTo>
                  <a:lnTo>
                    <a:pt x="2385" y="9462"/>
                  </a:lnTo>
                  <a:lnTo>
                    <a:pt x="2489" y="9597"/>
                  </a:lnTo>
                  <a:lnTo>
                    <a:pt x="2584" y="9723"/>
                  </a:lnTo>
                  <a:lnTo>
                    <a:pt x="2668" y="9831"/>
                  </a:lnTo>
                  <a:lnTo>
                    <a:pt x="2742" y="9908"/>
                  </a:lnTo>
                  <a:lnTo>
                    <a:pt x="2802" y="9957"/>
                  </a:lnTo>
                  <a:lnTo>
                    <a:pt x="2848" y="9988"/>
                  </a:lnTo>
                  <a:lnTo>
                    <a:pt x="2884" y="10000"/>
                  </a:lnTo>
                  <a:lnTo>
                    <a:pt x="2914" y="9991"/>
                  </a:lnTo>
                  <a:lnTo>
                    <a:pt x="2943" y="9960"/>
                  </a:lnTo>
                  <a:lnTo>
                    <a:pt x="2974" y="9908"/>
                  </a:lnTo>
                  <a:lnTo>
                    <a:pt x="3008" y="9830"/>
                  </a:lnTo>
                  <a:lnTo>
                    <a:pt x="3039" y="9727"/>
                  </a:lnTo>
                  <a:lnTo>
                    <a:pt x="3069" y="9602"/>
                  </a:lnTo>
                  <a:lnTo>
                    <a:pt x="3098" y="9460"/>
                  </a:lnTo>
                  <a:lnTo>
                    <a:pt x="3127" y="9302"/>
                  </a:lnTo>
                  <a:lnTo>
                    <a:pt x="3155" y="9134"/>
                  </a:lnTo>
                  <a:lnTo>
                    <a:pt x="3183" y="8946"/>
                  </a:lnTo>
                  <a:lnTo>
                    <a:pt x="3210" y="8736"/>
                  </a:lnTo>
                  <a:lnTo>
                    <a:pt x="3237" y="8511"/>
                  </a:lnTo>
                  <a:lnTo>
                    <a:pt x="3263" y="8279"/>
                  </a:lnTo>
                  <a:lnTo>
                    <a:pt x="3287" y="8050"/>
                  </a:lnTo>
                  <a:lnTo>
                    <a:pt x="3309" y="7831"/>
                  </a:lnTo>
                  <a:lnTo>
                    <a:pt x="3331" y="7623"/>
                  </a:lnTo>
                  <a:lnTo>
                    <a:pt x="3351" y="7420"/>
                  </a:lnTo>
                  <a:lnTo>
                    <a:pt x="3371" y="7218"/>
                  </a:lnTo>
                  <a:lnTo>
                    <a:pt x="3388" y="7017"/>
                  </a:lnTo>
                  <a:lnTo>
                    <a:pt x="3402" y="6813"/>
                  </a:lnTo>
                  <a:lnTo>
                    <a:pt x="3413" y="6606"/>
                  </a:lnTo>
                  <a:lnTo>
                    <a:pt x="3420" y="6395"/>
                  </a:lnTo>
                  <a:lnTo>
                    <a:pt x="3424" y="6181"/>
                  </a:lnTo>
                  <a:lnTo>
                    <a:pt x="3426" y="5965"/>
                  </a:lnTo>
                  <a:lnTo>
                    <a:pt x="3424" y="5749"/>
                  </a:lnTo>
                  <a:lnTo>
                    <a:pt x="3420" y="5532"/>
                  </a:lnTo>
                  <a:lnTo>
                    <a:pt x="3413" y="5317"/>
                  </a:lnTo>
                  <a:lnTo>
                    <a:pt x="3403" y="5101"/>
                  </a:lnTo>
                  <a:lnTo>
                    <a:pt x="3391" y="4884"/>
                  </a:lnTo>
                  <a:lnTo>
                    <a:pt x="3376" y="4668"/>
                  </a:lnTo>
                  <a:lnTo>
                    <a:pt x="3357" y="4452"/>
                  </a:lnTo>
                  <a:lnTo>
                    <a:pt x="3335" y="4238"/>
                  </a:lnTo>
                  <a:lnTo>
                    <a:pt x="3309" y="4027"/>
                  </a:lnTo>
                  <a:lnTo>
                    <a:pt x="3280" y="3817"/>
                  </a:lnTo>
                  <a:lnTo>
                    <a:pt x="3247" y="3608"/>
                  </a:lnTo>
                  <a:lnTo>
                    <a:pt x="3211" y="3401"/>
                  </a:lnTo>
                  <a:lnTo>
                    <a:pt x="3171" y="3196"/>
                  </a:lnTo>
                  <a:lnTo>
                    <a:pt x="3127" y="2996"/>
                  </a:lnTo>
                  <a:lnTo>
                    <a:pt x="3077" y="2802"/>
                  </a:lnTo>
                  <a:lnTo>
                    <a:pt x="3023" y="2612"/>
                  </a:lnTo>
                  <a:lnTo>
                    <a:pt x="2965" y="2426"/>
                  </a:lnTo>
                  <a:lnTo>
                    <a:pt x="2902" y="2243"/>
                  </a:lnTo>
                  <a:lnTo>
                    <a:pt x="2835" y="2066"/>
                  </a:lnTo>
                  <a:lnTo>
                    <a:pt x="2764" y="1896"/>
                  </a:lnTo>
                  <a:lnTo>
                    <a:pt x="2691" y="1732"/>
                  </a:lnTo>
                  <a:lnTo>
                    <a:pt x="2614" y="1574"/>
                  </a:lnTo>
                  <a:lnTo>
                    <a:pt x="2533" y="1422"/>
                  </a:lnTo>
                  <a:lnTo>
                    <a:pt x="2449" y="1276"/>
                  </a:lnTo>
                  <a:lnTo>
                    <a:pt x="2361" y="1137"/>
                  </a:lnTo>
                  <a:lnTo>
                    <a:pt x="2270" y="1005"/>
                  </a:lnTo>
                  <a:lnTo>
                    <a:pt x="2175" y="880"/>
                  </a:lnTo>
                  <a:lnTo>
                    <a:pt x="2076" y="763"/>
                  </a:lnTo>
                  <a:lnTo>
                    <a:pt x="1972" y="652"/>
                  </a:lnTo>
                  <a:lnTo>
                    <a:pt x="1866" y="548"/>
                  </a:lnTo>
                  <a:lnTo>
                    <a:pt x="1756" y="453"/>
                  </a:lnTo>
                  <a:lnTo>
                    <a:pt x="1644" y="365"/>
                  </a:lnTo>
                  <a:lnTo>
                    <a:pt x="1530" y="287"/>
                  </a:lnTo>
                  <a:lnTo>
                    <a:pt x="1407" y="217"/>
                  </a:lnTo>
                  <a:lnTo>
                    <a:pt x="1271" y="154"/>
                  </a:lnTo>
                  <a:lnTo>
                    <a:pt x="1134" y="99"/>
                  </a:lnTo>
                  <a:lnTo>
                    <a:pt x="1004" y="54"/>
                  </a:lnTo>
                  <a:lnTo>
                    <a:pt x="892" y="22"/>
                  </a:lnTo>
                  <a:lnTo>
                    <a:pt x="808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680247" y="1531539"/>
              <a:ext cx="1025206" cy="3285360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706353" y="1836115"/>
              <a:ext cx="912918" cy="2238451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922252" cy="3226003"/>
          </a:xfrm>
          <a:custGeom>
            <a:avLst/>
            <a:gdLst/>
            <a:ahLst/>
            <a:cxnLst/>
            <a:rect l="0" t="0" r="r" b="b"/>
            <a:pathLst>
              <a:path w="6217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6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7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9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2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6" y="4728"/>
                </a:lnTo>
                <a:lnTo>
                  <a:pt x="2076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3" y="5228"/>
                </a:lnTo>
                <a:lnTo>
                  <a:pt x="2163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4" y="5728"/>
                </a:lnTo>
                <a:lnTo>
                  <a:pt x="2244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6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4" y="8223"/>
                </a:lnTo>
                <a:lnTo>
                  <a:pt x="2640" y="8330"/>
                </a:lnTo>
                <a:lnTo>
                  <a:pt x="2652" y="8407"/>
                </a:lnTo>
                <a:lnTo>
                  <a:pt x="2653" y="8412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2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9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2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4" y="9828"/>
                </a:lnTo>
                <a:lnTo>
                  <a:pt x="2299" y="9827"/>
                </a:lnTo>
                <a:lnTo>
                  <a:pt x="2295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8" y="9529"/>
                </a:lnTo>
                <a:lnTo>
                  <a:pt x="1281" y="9452"/>
                </a:lnTo>
                <a:lnTo>
                  <a:pt x="1109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18"/>
                </a:lnTo>
                <a:lnTo>
                  <a:pt x="4659" y="9721"/>
                </a:lnTo>
                <a:lnTo>
                  <a:pt x="4853" y="9731"/>
                </a:lnTo>
                <a:lnTo>
                  <a:pt x="5033" y="9727"/>
                </a:lnTo>
                <a:lnTo>
                  <a:pt x="5203" y="9714"/>
                </a:lnTo>
                <a:lnTo>
                  <a:pt x="5370" y="9692"/>
                </a:lnTo>
                <a:lnTo>
                  <a:pt x="5529" y="9659"/>
                </a:lnTo>
                <a:lnTo>
                  <a:pt x="5676" y="9611"/>
                </a:lnTo>
                <a:lnTo>
                  <a:pt x="5807" y="9545"/>
                </a:lnTo>
                <a:lnTo>
                  <a:pt x="5917" y="9455"/>
                </a:lnTo>
                <a:lnTo>
                  <a:pt x="6007" y="9337"/>
                </a:lnTo>
                <a:lnTo>
                  <a:pt x="6080" y="9193"/>
                </a:lnTo>
                <a:lnTo>
                  <a:pt x="6137" y="9030"/>
                </a:lnTo>
                <a:lnTo>
                  <a:pt x="6178" y="8856"/>
                </a:lnTo>
                <a:lnTo>
                  <a:pt x="6204" y="8677"/>
                </a:lnTo>
                <a:lnTo>
                  <a:pt x="6217" y="8503"/>
                </a:lnTo>
                <a:lnTo>
                  <a:pt x="6213" y="8327"/>
                </a:lnTo>
                <a:lnTo>
                  <a:pt x="6193" y="8143"/>
                </a:lnTo>
                <a:lnTo>
                  <a:pt x="6158" y="7954"/>
                </a:lnTo>
                <a:lnTo>
                  <a:pt x="6110" y="7767"/>
                </a:lnTo>
                <a:lnTo>
                  <a:pt x="6052" y="7586"/>
                </a:lnTo>
                <a:lnTo>
                  <a:pt x="5985" y="7414"/>
                </a:lnTo>
                <a:lnTo>
                  <a:pt x="5908" y="7251"/>
                </a:lnTo>
                <a:lnTo>
                  <a:pt x="5817" y="7089"/>
                </a:lnTo>
                <a:lnTo>
                  <a:pt x="5716" y="6934"/>
                </a:lnTo>
                <a:lnTo>
                  <a:pt x="5606" y="6787"/>
                </a:lnTo>
                <a:lnTo>
                  <a:pt x="5491" y="6652"/>
                </a:lnTo>
                <a:lnTo>
                  <a:pt x="5373" y="6530"/>
                </a:lnTo>
                <a:lnTo>
                  <a:pt x="5250" y="6424"/>
                </a:lnTo>
                <a:lnTo>
                  <a:pt x="5121" y="6330"/>
                </a:lnTo>
                <a:lnTo>
                  <a:pt x="4986" y="6247"/>
                </a:lnTo>
                <a:lnTo>
                  <a:pt x="4847" y="6174"/>
                </a:lnTo>
                <a:lnTo>
                  <a:pt x="4703" y="6110"/>
                </a:lnTo>
                <a:lnTo>
                  <a:pt x="4557" y="6054"/>
                </a:lnTo>
                <a:lnTo>
                  <a:pt x="4403" y="6002"/>
                </a:lnTo>
                <a:lnTo>
                  <a:pt x="4239" y="5954"/>
                </a:lnTo>
                <a:lnTo>
                  <a:pt x="4072" y="5915"/>
                </a:lnTo>
                <a:lnTo>
                  <a:pt x="4063" y="5914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4" y="4992"/>
                </a:lnTo>
                <a:lnTo>
                  <a:pt x="3884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90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100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8" y="2051"/>
                </a:lnTo>
                <a:lnTo>
                  <a:pt x="4179" y="1850"/>
                </a:lnTo>
                <a:lnTo>
                  <a:pt x="4180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2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79640" y="1089965"/>
            <a:ext cx="189281" cy="1316736"/>
          </a:xfrm>
          <a:custGeom>
            <a:avLst/>
            <a:gdLst/>
            <a:ahLst/>
            <a:cxnLst/>
            <a:rect l="0" t="0" r="r" b="b"/>
            <a:pathLst>
              <a:path w="450" h="3000" fill="none">
                <a:moveTo>
                  <a:pt x="0" y="0"/>
                </a:moveTo>
                <a:lnTo>
                  <a:pt x="24" y="176"/>
                </a:lnTo>
                <a:lnTo>
                  <a:pt x="58" y="422"/>
                </a:lnTo>
                <a:lnTo>
                  <a:pt x="98" y="712"/>
                </a:lnTo>
                <a:lnTo>
                  <a:pt x="141" y="1022"/>
                </a:lnTo>
                <a:lnTo>
                  <a:pt x="184" y="1326"/>
                </a:lnTo>
                <a:lnTo>
                  <a:pt x="225" y="1600"/>
                </a:lnTo>
                <a:lnTo>
                  <a:pt x="265" y="1861"/>
                </a:lnTo>
                <a:lnTo>
                  <a:pt x="308" y="2133"/>
                </a:lnTo>
                <a:lnTo>
                  <a:pt x="351" y="2400"/>
                </a:lnTo>
                <a:lnTo>
                  <a:pt x="391" y="2644"/>
                </a:lnTo>
                <a:lnTo>
                  <a:pt x="425" y="2850"/>
                </a:lnTo>
                <a:lnTo>
                  <a:pt x="45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468836" y="1655240"/>
            <a:ext cx="1777052" cy="3117745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0339" y="4263615"/>
            <a:ext cx="3098534" cy="996014"/>
          </a:xfrm>
          <a:custGeom>
            <a:avLst/>
            <a:gdLst/>
            <a:ahLst/>
            <a:cxnLst/>
            <a:rect l="0" t="0" r="r" b="b"/>
            <a:pathLst>
              <a:path w="10000" h="3080">
                <a:moveTo>
                  <a:pt x="0" y="2928"/>
                </a:moveTo>
                <a:lnTo>
                  <a:pt x="321" y="2987"/>
                </a:lnTo>
                <a:lnTo>
                  <a:pt x="1127" y="3074"/>
                </a:lnTo>
                <a:lnTo>
                  <a:pt x="1200" y="3080"/>
                </a:lnTo>
                <a:lnTo>
                  <a:pt x="8817" y="3080"/>
                </a:lnTo>
                <a:lnTo>
                  <a:pt x="8890" y="3074"/>
                </a:lnTo>
                <a:lnTo>
                  <a:pt x="9695" y="2987"/>
                </a:lnTo>
                <a:lnTo>
                  <a:pt x="10000" y="2932"/>
                </a:lnTo>
                <a:lnTo>
                  <a:pt x="9759" y="1804"/>
                </a:lnTo>
                <a:lnTo>
                  <a:pt x="9732" y="1815"/>
                </a:lnTo>
                <a:lnTo>
                  <a:pt x="9698" y="1839"/>
                </a:lnTo>
                <a:lnTo>
                  <a:pt x="9652" y="1856"/>
                </a:lnTo>
                <a:lnTo>
                  <a:pt x="9592" y="1851"/>
                </a:lnTo>
                <a:lnTo>
                  <a:pt x="9515" y="1804"/>
                </a:lnTo>
                <a:lnTo>
                  <a:pt x="9420" y="1702"/>
                </a:lnTo>
                <a:lnTo>
                  <a:pt x="9310" y="1558"/>
                </a:lnTo>
                <a:lnTo>
                  <a:pt x="9184" y="1391"/>
                </a:lnTo>
                <a:lnTo>
                  <a:pt x="9044" y="1222"/>
                </a:lnTo>
                <a:lnTo>
                  <a:pt x="8891" y="1071"/>
                </a:lnTo>
                <a:lnTo>
                  <a:pt x="8717" y="931"/>
                </a:lnTo>
                <a:lnTo>
                  <a:pt x="8524" y="788"/>
                </a:lnTo>
                <a:lnTo>
                  <a:pt x="8319" y="654"/>
                </a:lnTo>
                <a:lnTo>
                  <a:pt x="8113" y="537"/>
                </a:lnTo>
                <a:lnTo>
                  <a:pt x="7913" y="446"/>
                </a:lnTo>
                <a:lnTo>
                  <a:pt x="7719" y="385"/>
                </a:lnTo>
                <a:lnTo>
                  <a:pt x="7525" y="346"/>
                </a:lnTo>
                <a:lnTo>
                  <a:pt x="7332" y="327"/>
                </a:lnTo>
                <a:lnTo>
                  <a:pt x="7144" y="325"/>
                </a:lnTo>
                <a:lnTo>
                  <a:pt x="6963" y="338"/>
                </a:lnTo>
                <a:lnTo>
                  <a:pt x="6755" y="371"/>
                </a:lnTo>
                <a:lnTo>
                  <a:pt x="6517" y="425"/>
                </a:lnTo>
                <a:lnTo>
                  <a:pt x="6303" y="494"/>
                </a:lnTo>
                <a:lnTo>
                  <a:pt x="6162" y="567"/>
                </a:lnTo>
                <a:lnTo>
                  <a:pt x="6149" y="636"/>
                </a:lnTo>
                <a:lnTo>
                  <a:pt x="6358" y="714"/>
                </a:lnTo>
                <a:lnTo>
                  <a:pt x="6757" y="804"/>
                </a:lnTo>
                <a:lnTo>
                  <a:pt x="7199" y="891"/>
                </a:lnTo>
                <a:lnTo>
                  <a:pt x="7538" y="959"/>
                </a:lnTo>
                <a:lnTo>
                  <a:pt x="7628" y="989"/>
                </a:lnTo>
                <a:lnTo>
                  <a:pt x="7370" y="969"/>
                </a:lnTo>
                <a:lnTo>
                  <a:pt x="6862" y="910"/>
                </a:lnTo>
                <a:lnTo>
                  <a:pt x="6251" y="831"/>
                </a:lnTo>
                <a:lnTo>
                  <a:pt x="5685" y="756"/>
                </a:lnTo>
                <a:lnTo>
                  <a:pt x="5314" y="704"/>
                </a:lnTo>
                <a:lnTo>
                  <a:pt x="5197" y="686"/>
                </a:lnTo>
                <a:lnTo>
                  <a:pt x="5236" y="685"/>
                </a:lnTo>
                <a:lnTo>
                  <a:pt x="5340" y="691"/>
                </a:lnTo>
                <a:lnTo>
                  <a:pt x="5417" y="688"/>
                </a:lnTo>
                <a:lnTo>
                  <a:pt x="5375" y="664"/>
                </a:lnTo>
                <a:lnTo>
                  <a:pt x="5183" y="612"/>
                </a:lnTo>
                <a:lnTo>
                  <a:pt x="4903" y="542"/>
                </a:lnTo>
                <a:lnTo>
                  <a:pt x="4581" y="463"/>
                </a:lnTo>
                <a:lnTo>
                  <a:pt x="4263" y="383"/>
                </a:lnTo>
                <a:lnTo>
                  <a:pt x="3997" y="311"/>
                </a:lnTo>
                <a:lnTo>
                  <a:pt x="3793" y="241"/>
                </a:lnTo>
                <a:lnTo>
                  <a:pt x="3619" y="168"/>
                </a:lnTo>
                <a:lnTo>
                  <a:pt x="3460" y="100"/>
                </a:lnTo>
                <a:lnTo>
                  <a:pt x="3301" y="45"/>
                </a:lnTo>
                <a:lnTo>
                  <a:pt x="3126" y="12"/>
                </a:lnTo>
                <a:lnTo>
                  <a:pt x="2932" y="0"/>
                </a:lnTo>
                <a:lnTo>
                  <a:pt x="2731" y="1"/>
                </a:lnTo>
                <a:lnTo>
                  <a:pt x="2525" y="21"/>
                </a:lnTo>
                <a:lnTo>
                  <a:pt x="2316" y="59"/>
                </a:lnTo>
                <a:lnTo>
                  <a:pt x="2109" y="121"/>
                </a:lnTo>
                <a:lnTo>
                  <a:pt x="1896" y="211"/>
                </a:lnTo>
                <a:lnTo>
                  <a:pt x="1675" y="328"/>
                </a:lnTo>
                <a:lnTo>
                  <a:pt x="1456" y="463"/>
                </a:lnTo>
                <a:lnTo>
                  <a:pt x="1249" y="605"/>
                </a:lnTo>
                <a:lnTo>
                  <a:pt x="1063" y="745"/>
                </a:lnTo>
                <a:lnTo>
                  <a:pt x="899" y="896"/>
                </a:lnTo>
                <a:lnTo>
                  <a:pt x="749" y="1066"/>
                </a:lnTo>
                <a:lnTo>
                  <a:pt x="615" y="1232"/>
                </a:lnTo>
                <a:lnTo>
                  <a:pt x="497" y="1377"/>
                </a:lnTo>
                <a:lnTo>
                  <a:pt x="395" y="1478"/>
                </a:lnTo>
                <a:lnTo>
                  <a:pt x="312" y="1525"/>
                </a:lnTo>
                <a:lnTo>
                  <a:pt x="249" y="1531"/>
                </a:lnTo>
                <a:lnTo>
                  <a:pt x="200" y="1513"/>
                </a:lnTo>
                <a:lnTo>
                  <a:pt x="163" y="1490"/>
                </a:lnTo>
                <a:lnTo>
                  <a:pt x="134" y="1478"/>
                </a:lnTo>
                <a:lnTo>
                  <a:pt x="0" y="2928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Interpretación: siempre correlacionar con la clínica y buscar la causa.</a:t>
            </a:r>
            <a:endParaRPr lang="es-AR" sz="1850" dirty="0">
              <a:latin typeface="Mali"/>
            </a:endParaRPr>
          </a:p>
        </p:txBody>
      </p:sp>
      <p:grpSp>
        <p:nvGrpSpPr>
          <p:cNvPr id="57" name="Tabla encabezado"/>
          <p:cNvGrpSpPr/>
          <p:nvPr/>
        </p:nvGrpSpPr>
        <p:grpSpPr>
          <a:xfrm>
            <a:off x="9418320" y="914400"/>
            <a:ext cx="2560320" cy="838932"/>
            <a:chOff x="9418320" y="914400"/>
            <a:chExt cx="2560320" cy="838932"/>
          </a:xfrm>
        </p:grpSpPr>
        <p:sp>
          <p:nvSpPr>
            <p:cNvPr id="58" name="Forma 57"/>
            <p:cNvSpPr/>
            <p:nvPr/>
          </p:nvSpPr>
          <p:spPr>
            <a:xfrm>
              <a:off x="9418320" y="914400"/>
              <a:ext cx="1280160" cy="838932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2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59" name="Forma 58"/>
            <p:cNvSpPr/>
            <p:nvPr/>
          </p:nvSpPr>
          <p:spPr>
            <a:xfrm>
              <a:off x="10698480" y="914400"/>
              <a:ext cx="1280160" cy="838932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2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SIGNIFICADO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60" name="Tabla fila 1"/>
          <p:cNvGrpSpPr/>
          <p:nvPr/>
        </p:nvGrpSpPr>
        <p:grpSpPr>
          <a:xfrm>
            <a:off x="9418320" y="1753332"/>
            <a:ext cx="2560320" cy="838932"/>
            <a:chOff x="9418320" y="1753332"/>
            <a:chExt cx="2560320" cy="838932"/>
          </a:xfrm>
        </p:grpSpPr>
        <p:sp>
          <p:nvSpPr>
            <p:cNvPr id="61" name="Forma 60"/>
            <p:cNvSpPr/>
            <p:nvPr/>
          </p:nvSpPr>
          <p:spPr>
            <a:xfrm>
              <a:off x="9418320" y="1753332"/>
              <a:ext cx="1280160" cy="83893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borrado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10698480" y="1753332"/>
              <a:ext cx="1280160" cy="83893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≥ ~200 ml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63" name="Tabla fila 2"/>
          <p:cNvGrpSpPr/>
          <p:nvPr/>
        </p:nvGrpSpPr>
        <p:grpSpPr>
          <a:xfrm>
            <a:off x="9418320" y="2592263"/>
            <a:ext cx="2560320" cy="838932"/>
            <a:chOff x="9418320" y="2592263"/>
            <a:chExt cx="2560320" cy="838932"/>
          </a:xfrm>
        </p:grpSpPr>
        <p:sp>
          <p:nvSpPr>
            <p:cNvPr id="64" name="Forma 63"/>
            <p:cNvSpPr/>
            <p:nvPr/>
          </p:nvSpPr>
          <p:spPr>
            <a:xfrm>
              <a:off x="9418320" y="2592263"/>
              <a:ext cx="1280160" cy="83893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Damoiseau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5" name="Forma 64"/>
            <p:cNvSpPr/>
            <p:nvPr/>
          </p:nvSpPr>
          <p:spPr>
            <a:xfrm>
              <a:off x="10698480" y="2592263"/>
              <a:ext cx="1280160" cy="83893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libre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66" name="Tabla fila 3"/>
          <p:cNvGrpSpPr/>
          <p:nvPr/>
        </p:nvGrpSpPr>
        <p:grpSpPr>
          <a:xfrm>
            <a:off x="9418320" y="3431195"/>
            <a:ext cx="2560320" cy="936163"/>
            <a:chOff x="9418320" y="3431195"/>
            <a:chExt cx="2560320" cy="936163"/>
          </a:xfrm>
        </p:grpSpPr>
        <p:sp>
          <p:nvSpPr>
            <p:cNvPr id="67" name="Forma 66"/>
            <p:cNvSpPr/>
            <p:nvPr/>
          </p:nvSpPr>
          <p:spPr>
            <a:xfrm>
              <a:off x="9418320" y="3431195"/>
              <a:ext cx="1280160" cy="93616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Hemitórax opaco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8" name="Forma 67"/>
            <p:cNvSpPr/>
            <p:nvPr/>
          </p:nvSpPr>
          <p:spPr>
            <a:xfrm>
              <a:off x="10698480" y="3431195"/>
              <a:ext cx="1280160" cy="93616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masivo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69" name="Tabla fila 4"/>
          <p:cNvGrpSpPr/>
          <p:nvPr/>
        </p:nvGrpSpPr>
        <p:grpSpPr>
          <a:xfrm>
            <a:off x="9418320" y="4367357"/>
            <a:ext cx="2560320" cy="936163"/>
            <a:chOff x="9418320" y="4367357"/>
            <a:chExt cx="2560320" cy="936163"/>
          </a:xfrm>
        </p:grpSpPr>
        <p:sp>
          <p:nvSpPr>
            <p:cNvPr id="70" name="Forma 69"/>
            <p:cNvSpPr/>
            <p:nvPr/>
          </p:nvSpPr>
          <p:spPr>
            <a:xfrm>
              <a:off x="9418320" y="4367357"/>
              <a:ext cx="1280160" cy="93616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 → sano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71" name="Forma 70"/>
            <p:cNvSpPr/>
            <p:nvPr/>
          </p:nvSpPr>
          <p:spPr>
            <a:xfrm>
              <a:off x="10698480" y="4367357"/>
              <a:ext cx="1280160" cy="93616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391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Efecto de masa</a:t>
              </a:r>
              <a:endParaRPr lang="es-AR" sz="12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16050" y="91440"/>
            <a:ext cx="571105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RADIOLÓGICA FINAL</a:t>
            </a:r>
            <a:endParaRPr lang="es-AR" sz="2400" dirty="0">
              <a:latin typeface="Mali"/>
            </a:endParaRPr>
          </a:p>
        </p:txBody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8/8</a:t>
            </a:r>
            <a:endParaRPr lang="es-AR" sz="1300" dirty="0">
              <a:latin typeface="Mali"/>
            </a:endParaRPr>
          </a:p>
        </p:txBody>
      </p:sp>
      <p:sp>
        <p:nvSpPr>
          <p:cNvPr id="7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TACPantalla"/>
          <p:cNvSpPr/>
          <p:nvPr/>
        </p:nvSpPr>
        <p:spPr>
          <a:xfrm>
            <a:off x="274320" y="914400"/>
            <a:ext cx="3749040" cy="374904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!!TACCuerpo"/>
          <p:cNvSpPr/>
          <p:nvPr/>
        </p:nvSpPr>
        <p:spPr>
          <a:xfrm>
            <a:off x="453180" y="1251814"/>
            <a:ext cx="3391319" cy="3114480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6" name="!!TACPulmonD"/>
          <p:cNvGrpSpPr/>
          <p:nvPr/>
        </p:nvGrpSpPr>
        <p:grpSpPr>
          <a:xfrm>
            <a:off x="826956" y="1773815"/>
            <a:ext cx="1145540" cy="2246734"/>
            <a:chOff x="826956" y="1773815"/>
            <a:chExt cx="1145540" cy="2246734"/>
          </a:xfrm>
        </p:grpSpPr>
        <p:sp>
          <p:nvSpPr>
            <p:cNvPr id="7" name="Forma 6"/>
            <p:cNvSpPr/>
            <p:nvPr/>
          </p:nvSpPr>
          <p:spPr>
            <a:xfrm>
              <a:off x="826956" y="1773815"/>
              <a:ext cx="1145540" cy="2246734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877930" y="1843141"/>
              <a:ext cx="1049913" cy="1801030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9" name="!!TACPulmonI"/>
          <p:cNvGrpSpPr/>
          <p:nvPr/>
        </p:nvGrpSpPr>
        <p:grpSpPr>
          <a:xfrm>
            <a:off x="2411273" y="1746045"/>
            <a:ext cx="969196" cy="2275893"/>
            <a:chOff x="2411273" y="1746045"/>
            <a:chExt cx="969196" cy="2275893"/>
          </a:xfrm>
        </p:grpSpPr>
        <p:sp>
          <p:nvSpPr>
            <p:cNvPr id="10" name="Forma 9"/>
            <p:cNvSpPr/>
            <p:nvPr/>
          </p:nvSpPr>
          <p:spPr>
            <a:xfrm>
              <a:off x="2411273" y="1746045"/>
              <a:ext cx="969196" cy="227589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" name="Forma 10"/>
            <p:cNvSpPr/>
            <p:nvPr/>
          </p:nvSpPr>
          <p:spPr>
            <a:xfrm>
              <a:off x="2605729" y="2061782"/>
              <a:ext cx="589446" cy="1617812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12" name="!!TACCorazon"/>
          <p:cNvSpPr/>
          <p:nvPr/>
        </p:nvSpPr>
        <p:spPr>
          <a:xfrm>
            <a:off x="1848917" y="2138652"/>
            <a:ext cx="825396" cy="893261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3" name="!!TACVertebra"/>
          <p:cNvSpPr/>
          <p:nvPr/>
        </p:nvSpPr>
        <p:spPr>
          <a:xfrm>
            <a:off x="1886407" y="3557473"/>
            <a:ext cx="524866" cy="487375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4" name="!!TACAorta"/>
          <p:cNvSpPr/>
          <p:nvPr/>
        </p:nvSpPr>
        <p:spPr>
          <a:xfrm>
            <a:off x="2231319" y="3171322"/>
            <a:ext cx="284927" cy="284927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15" name="!!TACLiquido"/>
          <p:cNvSpPr/>
          <p:nvPr/>
        </p:nvSpPr>
        <p:spPr>
          <a:xfrm>
            <a:off x="850624" y="3637703"/>
            <a:ext cx="1114889" cy="480301"/>
          </a:xfrm>
          <a:custGeom>
            <a:avLst/>
            <a:gdLst/>
            <a:ahLst/>
            <a:cxnLst/>
            <a:rect l="0" t="0" r="r" b="b"/>
            <a:pathLst>
              <a:path w="10000" h="4308">
                <a:moveTo>
                  <a:pt x="252" y="515"/>
                </a:moveTo>
                <a:lnTo>
                  <a:pt x="811" y="1371"/>
                </a:lnTo>
                <a:lnTo>
                  <a:pt x="875" y="1457"/>
                </a:lnTo>
                <a:lnTo>
                  <a:pt x="1518" y="2219"/>
                </a:lnTo>
                <a:lnTo>
                  <a:pt x="1589" y="2293"/>
                </a:lnTo>
                <a:lnTo>
                  <a:pt x="2279" y="2938"/>
                </a:lnTo>
                <a:lnTo>
                  <a:pt x="2364" y="3009"/>
                </a:lnTo>
                <a:lnTo>
                  <a:pt x="3063" y="3514"/>
                </a:lnTo>
                <a:lnTo>
                  <a:pt x="3119" y="3551"/>
                </a:lnTo>
                <a:lnTo>
                  <a:pt x="3178" y="3584"/>
                </a:lnTo>
                <a:lnTo>
                  <a:pt x="3849" y="3926"/>
                </a:lnTo>
                <a:lnTo>
                  <a:pt x="3922" y="3959"/>
                </a:lnTo>
                <a:lnTo>
                  <a:pt x="3998" y="3985"/>
                </a:lnTo>
                <a:lnTo>
                  <a:pt x="4678" y="4187"/>
                </a:lnTo>
                <a:lnTo>
                  <a:pt x="4751" y="4205"/>
                </a:lnTo>
                <a:lnTo>
                  <a:pt x="4825" y="4217"/>
                </a:lnTo>
                <a:lnTo>
                  <a:pt x="5552" y="4302"/>
                </a:lnTo>
                <a:lnTo>
                  <a:pt x="5635" y="4308"/>
                </a:lnTo>
                <a:lnTo>
                  <a:pt x="5719" y="4305"/>
                </a:lnTo>
                <a:lnTo>
                  <a:pt x="6455" y="4250"/>
                </a:lnTo>
                <a:lnTo>
                  <a:pt x="6552" y="4237"/>
                </a:lnTo>
                <a:lnTo>
                  <a:pt x="6648" y="4213"/>
                </a:lnTo>
                <a:lnTo>
                  <a:pt x="7356" y="3995"/>
                </a:lnTo>
                <a:lnTo>
                  <a:pt x="7428" y="3969"/>
                </a:lnTo>
                <a:lnTo>
                  <a:pt x="7498" y="3937"/>
                </a:lnTo>
                <a:lnTo>
                  <a:pt x="7564" y="3899"/>
                </a:lnTo>
                <a:lnTo>
                  <a:pt x="8207" y="3493"/>
                </a:lnTo>
                <a:lnTo>
                  <a:pt x="8276" y="3445"/>
                </a:lnTo>
                <a:lnTo>
                  <a:pt x="8340" y="3391"/>
                </a:lnTo>
                <a:lnTo>
                  <a:pt x="8398" y="3330"/>
                </a:lnTo>
                <a:lnTo>
                  <a:pt x="8938" y="2715"/>
                </a:lnTo>
                <a:lnTo>
                  <a:pt x="8987" y="2654"/>
                </a:lnTo>
                <a:lnTo>
                  <a:pt x="9030" y="2590"/>
                </a:lnTo>
                <a:lnTo>
                  <a:pt x="9067" y="2522"/>
                </a:lnTo>
                <a:lnTo>
                  <a:pt x="9506" y="1622"/>
                </a:lnTo>
                <a:lnTo>
                  <a:pt x="9533" y="1562"/>
                </a:lnTo>
                <a:lnTo>
                  <a:pt x="9555" y="1500"/>
                </a:lnTo>
                <a:lnTo>
                  <a:pt x="9925" y="320"/>
                </a:lnTo>
                <a:lnTo>
                  <a:pt x="9944" y="248"/>
                </a:lnTo>
                <a:lnTo>
                  <a:pt x="10000" y="0"/>
                </a:lnTo>
                <a:lnTo>
                  <a:pt x="8966" y="0"/>
                </a:lnTo>
                <a:lnTo>
                  <a:pt x="8961" y="23"/>
                </a:lnTo>
                <a:lnTo>
                  <a:pt x="8596" y="1188"/>
                </a:lnTo>
                <a:lnTo>
                  <a:pt x="8191" y="2017"/>
                </a:lnTo>
                <a:lnTo>
                  <a:pt x="2770" y="2017"/>
                </a:lnTo>
                <a:lnTo>
                  <a:pt x="2284" y="1562"/>
                </a:lnTo>
                <a:lnTo>
                  <a:pt x="1651" y="812"/>
                </a:lnTo>
                <a:lnTo>
                  <a:pt x="1120" y="0"/>
                </a:lnTo>
                <a:lnTo>
                  <a:pt x="0" y="0"/>
                </a:lnTo>
                <a:lnTo>
                  <a:pt x="194" y="411"/>
                </a:lnTo>
                <a:lnTo>
                  <a:pt x="252" y="515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16" name="!!TACRótulo"/>
          <p:cNvSpPr txBox="1"/>
          <p:nvPr/>
        </p:nvSpPr>
        <p:spPr>
          <a:xfrm>
            <a:off x="349301" y="989381"/>
            <a:ext cx="1124712" cy="224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17" name="!!TACPantalla_2"/>
          <p:cNvSpPr/>
          <p:nvPr/>
        </p:nvSpPr>
        <p:spPr>
          <a:xfrm>
            <a:off x="4206240" y="914400"/>
            <a:ext cx="3749040" cy="374904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8" name="!!TACCuerpo_2"/>
          <p:cNvSpPr/>
          <p:nvPr/>
        </p:nvSpPr>
        <p:spPr>
          <a:xfrm>
            <a:off x="4385100" y="1251814"/>
            <a:ext cx="3391319" cy="3114480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19" name="!!TACPulmonD_2"/>
          <p:cNvGrpSpPr/>
          <p:nvPr/>
        </p:nvGrpSpPr>
        <p:grpSpPr>
          <a:xfrm>
            <a:off x="4758876" y="1773815"/>
            <a:ext cx="1145540" cy="2246734"/>
            <a:chOff x="4758876" y="1773815"/>
            <a:chExt cx="1145540" cy="2246734"/>
          </a:xfrm>
        </p:grpSpPr>
        <p:sp>
          <p:nvSpPr>
            <p:cNvPr id="20" name="Forma 19"/>
            <p:cNvSpPr/>
            <p:nvPr/>
          </p:nvSpPr>
          <p:spPr>
            <a:xfrm>
              <a:off x="4758876" y="1773815"/>
              <a:ext cx="1145540" cy="2246734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809850" y="1843141"/>
              <a:ext cx="1049913" cy="1801030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22" name="!!TACPulmonI_2"/>
          <p:cNvGrpSpPr/>
          <p:nvPr/>
        </p:nvGrpSpPr>
        <p:grpSpPr>
          <a:xfrm>
            <a:off x="6343193" y="1746045"/>
            <a:ext cx="969196" cy="2275893"/>
            <a:chOff x="6343193" y="1746045"/>
            <a:chExt cx="969196" cy="2275893"/>
          </a:xfrm>
        </p:grpSpPr>
        <p:sp>
          <p:nvSpPr>
            <p:cNvPr id="23" name="Forma 22"/>
            <p:cNvSpPr/>
            <p:nvPr/>
          </p:nvSpPr>
          <p:spPr>
            <a:xfrm>
              <a:off x="6343193" y="1746045"/>
              <a:ext cx="969196" cy="227589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6537649" y="2061782"/>
              <a:ext cx="589446" cy="1617812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25" name="!!TACCorazon_2"/>
          <p:cNvSpPr/>
          <p:nvPr/>
        </p:nvSpPr>
        <p:spPr>
          <a:xfrm>
            <a:off x="5780837" y="2138652"/>
            <a:ext cx="825396" cy="893261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6" name="!!TACVertebra_2"/>
          <p:cNvSpPr/>
          <p:nvPr/>
        </p:nvSpPr>
        <p:spPr>
          <a:xfrm>
            <a:off x="5818327" y="3557473"/>
            <a:ext cx="524866" cy="487375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7" name="!!TACAorta_2"/>
          <p:cNvSpPr/>
          <p:nvPr/>
        </p:nvSpPr>
        <p:spPr>
          <a:xfrm>
            <a:off x="6163239" y="3171322"/>
            <a:ext cx="284927" cy="284927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28" name="!!TACLiquido_2"/>
          <p:cNvSpPr/>
          <p:nvPr/>
        </p:nvSpPr>
        <p:spPr>
          <a:xfrm>
            <a:off x="4675579" y="3208812"/>
            <a:ext cx="1295351" cy="909191"/>
          </a:xfrm>
          <a:custGeom>
            <a:avLst/>
            <a:gdLst/>
            <a:ahLst/>
            <a:cxnLst/>
            <a:rect l="0" t="0" r="r" b="b"/>
            <a:pathLst>
              <a:path w="10000" h="7018">
                <a:moveTo>
                  <a:pt x="86" y="747"/>
                </a:moveTo>
                <a:lnTo>
                  <a:pt x="283" y="1783"/>
                </a:lnTo>
                <a:lnTo>
                  <a:pt x="302" y="1861"/>
                </a:lnTo>
                <a:lnTo>
                  <a:pt x="576" y="2764"/>
                </a:lnTo>
                <a:lnTo>
                  <a:pt x="616" y="2868"/>
                </a:lnTo>
                <a:lnTo>
                  <a:pt x="993" y="3664"/>
                </a:lnTo>
                <a:lnTo>
                  <a:pt x="1043" y="3754"/>
                </a:lnTo>
                <a:lnTo>
                  <a:pt x="1524" y="4490"/>
                </a:lnTo>
                <a:lnTo>
                  <a:pt x="1579" y="4564"/>
                </a:lnTo>
                <a:lnTo>
                  <a:pt x="2132" y="5220"/>
                </a:lnTo>
                <a:lnTo>
                  <a:pt x="2193" y="5284"/>
                </a:lnTo>
                <a:lnTo>
                  <a:pt x="2787" y="5839"/>
                </a:lnTo>
                <a:lnTo>
                  <a:pt x="2860" y="5900"/>
                </a:lnTo>
                <a:lnTo>
                  <a:pt x="3462" y="6334"/>
                </a:lnTo>
                <a:lnTo>
                  <a:pt x="3510" y="6367"/>
                </a:lnTo>
                <a:lnTo>
                  <a:pt x="3561" y="6395"/>
                </a:lnTo>
                <a:lnTo>
                  <a:pt x="4139" y="6689"/>
                </a:lnTo>
                <a:lnTo>
                  <a:pt x="4201" y="6718"/>
                </a:lnTo>
                <a:lnTo>
                  <a:pt x="4266" y="6740"/>
                </a:lnTo>
                <a:lnTo>
                  <a:pt x="4852" y="6914"/>
                </a:lnTo>
                <a:lnTo>
                  <a:pt x="4915" y="6929"/>
                </a:lnTo>
                <a:lnTo>
                  <a:pt x="4978" y="6940"/>
                </a:lnTo>
                <a:lnTo>
                  <a:pt x="5604" y="7013"/>
                </a:lnTo>
                <a:lnTo>
                  <a:pt x="5676" y="7018"/>
                </a:lnTo>
                <a:lnTo>
                  <a:pt x="5748" y="7016"/>
                </a:lnTo>
                <a:lnTo>
                  <a:pt x="6381" y="6968"/>
                </a:lnTo>
                <a:lnTo>
                  <a:pt x="6465" y="6957"/>
                </a:lnTo>
                <a:lnTo>
                  <a:pt x="6547" y="6937"/>
                </a:lnTo>
                <a:lnTo>
                  <a:pt x="7157" y="6748"/>
                </a:lnTo>
                <a:lnTo>
                  <a:pt x="7219" y="6726"/>
                </a:lnTo>
                <a:lnTo>
                  <a:pt x="7279" y="6699"/>
                </a:lnTo>
                <a:lnTo>
                  <a:pt x="7336" y="6666"/>
                </a:lnTo>
                <a:lnTo>
                  <a:pt x="7890" y="6317"/>
                </a:lnTo>
                <a:lnTo>
                  <a:pt x="7949" y="6275"/>
                </a:lnTo>
                <a:lnTo>
                  <a:pt x="8004" y="6229"/>
                </a:lnTo>
                <a:lnTo>
                  <a:pt x="8054" y="6177"/>
                </a:lnTo>
                <a:lnTo>
                  <a:pt x="8519" y="5647"/>
                </a:lnTo>
                <a:lnTo>
                  <a:pt x="8560" y="5595"/>
                </a:lnTo>
                <a:lnTo>
                  <a:pt x="8597" y="5539"/>
                </a:lnTo>
                <a:lnTo>
                  <a:pt x="8629" y="5481"/>
                </a:lnTo>
                <a:lnTo>
                  <a:pt x="9008" y="4707"/>
                </a:lnTo>
                <a:lnTo>
                  <a:pt x="9031" y="4655"/>
                </a:lnTo>
                <a:lnTo>
                  <a:pt x="9050" y="4601"/>
                </a:lnTo>
                <a:lnTo>
                  <a:pt x="9368" y="3586"/>
                </a:lnTo>
                <a:lnTo>
                  <a:pt x="9384" y="3524"/>
                </a:lnTo>
                <a:lnTo>
                  <a:pt x="9646" y="2348"/>
                </a:lnTo>
                <a:lnTo>
                  <a:pt x="9654" y="2308"/>
                </a:lnTo>
                <a:lnTo>
                  <a:pt x="9864" y="1052"/>
                </a:lnTo>
                <a:lnTo>
                  <a:pt x="9868" y="1024"/>
                </a:lnTo>
                <a:lnTo>
                  <a:pt x="10000" y="0"/>
                </a:lnTo>
                <a:lnTo>
                  <a:pt x="9124" y="0"/>
                </a:lnTo>
                <a:lnTo>
                  <a:pt x="9007" y="911"/>
                </a:lnTo>
                <a:lnTo>
                  <a:pt x="8869" y="1736"/>
                </a:lnTo>
                <a:lnTo>
                  <a:pt x="1172" y="1736"/>
                </a:lnTo>
                <a:lnTo>
                  <a:pt x="1135" y="1615"/>
                </a:lnTo>
                <a:lnTo>
                  <a:pt x="939" y="589"/>
                </a:lnTo>
                <a:lnTo>
                  <a:pt x="873" y="0"/>
                </a:lnTo>
                <a:lnTo>
                  <a:pt x="0" y="0"/>
                </a:lnTo>
                <a:lnTo>
                  <a:pt x="77" y="690"/>
                </a:lnTo>
                <a:lnTo>
                  <a:pt x="86" y="747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29" name="!!TACTabiques"/>
          <p:cNvSpPr/>
          <p:nvPr/>
        </p:nvSpPr>
        <p:spPr>
          <a:xfrm>
            <a:off x="4956048" y="3313786"/>
            <a:ext cx="937260" cy="674827"/>
          </a:xfrm>
          <a:custGeom>
            <a:avLst/>
            <a:gdLst/>
            <a:ahLst/>
            <a:cxnLst/>
            <a:rect l="0" t="0" r="r" b="b"/>
            <a:pathLst>
              <a:path w="2500" h="1800" fill="none">
                <a:moveTo>
                  <a:pt x="0" y="0"/>
                </a:moveTo>
                <a:lnTo>
                  <a:pt x="500" y="600"/>
                </a:lnTo>
              </a:path>
              <a:path w="2500" h="1800" fill="none">
                <a:moveTo>
                  <a:pt x="1000" y="1200"/>
                </a:moveTo>
                <a:lnTo>
                  <a:pt x="1200" y="1800"/>
                </a:lnTo>
              </a:path>
              <a:path w="2500" h="1800" fill="none">
                <a:moveTo>
                  <a:pt x="2200" y="600"/>
                </a:moveTo>
                <a:lnTo>
                  <a:pt x="2500" y="1200"/>
                </a:lnTo>
              </a:path>
            </a:pathLst>
          </a:custGeom>
          <a:noFill/>
          <a:ln w="31750" cap="rnd">
            <a:solidFill>
              <a:srgbClr val="FFFFFF"/>
            </a:solidFill>
            <a:round/>
          </a:ln>
        </p:spPr>
      </p:sp>
      <p:sp>
        <p:nvSpPr>
          <p:cNvPr id="30" name="!!TACRótulo_2"/>
          <p:cNvSpPr txBox="1"/>
          <p:nvPr/>
        </p:nvSpPr>
        <p:spPr>
          <a:xfrm>
            <a:off x="4281221" y="989381"/>
            <a:ext cx="1124712" cy="224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31" name="Forma 30"/>
          <p:cNvSpPr/>
          <p:nvPr/>
        </p:nvSpPr>
        <p:spPr>
          <a:xfrm>
            <a:off x="274320" y="4754880"/>
            <a:ext cx="37490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PEQUEÑO (declive)</a:t>
            </a:r>
            <a:endParaRPr lang="es-AR" sz="1300" dirty="0">
              <a:latin typeface="Mali"/>
            </a:endParaRPr>
          </a:p>
        </p:txBody>
      </p:sp>
      <p:sp>
        <p:nvSpPr>
          <p:cNvPr id="32" name="Forma 31"/>
          <p:cNvSpPr/>
          <p:nvPr/>
        </p:nvSpPr>
        <p:spPr>
          <a:xfrm>
            <a:off x="4206240" y="4754880"/>
            <a:ext cx="37490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TABICADO (loculado)</a:t>
            </a:r>
            <a:endParaRPr lang="es-AR" sz="1300" dirty="0">
              <a:latin typeface="Mali"/>
            </a:endParaRPr>
          </a:p>
        </p:txBody>
      </p:sp>
      <p:grpSp>
        <p:nvGrpSpPr>
          <p:cNvPr id="33" name="Recuadro Sensibilidad"/>
          <p:cNvGrpSpPr/>
          <p:nvPr/>
        </p:nvGrpSpPr>
        <p:grpSpPr>
          <a:xfrm>
            <a:off x="8183880" y="914400"/>
            <a:ext cx="3749040" cy="1257300"/>
            <a:chOff x="8183880" y="914400"/>
            <a:chExt cx="3749040" cy="1257300"/>
          </a:xfrm>
        </p:grpSpPr>
        <p:sp>
          <p:nvSpPr>
            <p:cNvPr id="34" name="Forma 33"/>
            <p:cNvSpPr/>
            <p:nvPr/>
          </p:nvSpPr>
          <p:spPr>
            <a:xfrm>
              <a:off x="8183880" y="1280160"/>
              <a:ext cx="3749040" cy="8915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Detecta derrames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tabicados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los diferencia del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engrosamiento pleural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5" name="Forma 34"/>
            <p:cNvSpPr/>
            <p:nvPr/>
          </p:nvSpPr>
          <p:spPr>
            <a:xfrm>
              <a:off x="8183880" y="91440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SENSIBILIDAD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36" name="Recuadro Hallazgo"/>
          <p:cNvGrpSpPr/>
          <p:nvPr/>
        </p:nvGrpSpPr>
        <p:grpSpPr>
          <a:xfrm>
            <a:off x="8183880" y="2308860"/>
            <a:ext cx="3749040" cy="1257300"/>
            <a:chOff x="8183880" y="2308860"/>
            <a:chExt cx="3749040" cy="1257300"/>
          </a:xfrm>
        </p:grpSpPr>
        <p:sp>
          <p:nvSpPr>
            <p:cNvPr id="37" name="Forma 36"/>
            <p:cNvSpPr/>
            <p:nvPr/>
          </p:nvSpPr>
          <p:spPr>
            <a:xfrm>
              <a:off x="8183880" y="2674620"/>
              <a:ext cx="3749040" cy="8915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Densidad aumentada («blanca») entre la pleura parietal y el pulmón, en zona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declive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8" name="Forma 37"/>
            <p:cNvSpPr/>
            <p:nvPr/>
          </p:nvSpPr>
          <p:spPr>
            <a:xfrm>
              <a:off x="8183880" y="230886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39" name="Recuadro Causa"/>
          <p:cNvGrpSpPr/>
          <p:nvPr/>
        </p:nvGrpSpPr>
        <p:grpSpPr>
          <a:xfrm>
            <a:off x="8183880" y="3703320"/>
            <a:ext cx="3749040" cy="1257300"/>
            <a:chOff x="8183880" y="3703320"/>
            <a:chExt cx="3749040" cy="1257300"/>
          </a:xfrm>
        </p:grpSpPr>
        <p:sp>
          <p:nvSpPr>
            <p:cNvPr id="40" name="Forma 39"/>
            <p:cNvSpPr/>
            <p:nvPr/>
          </p:nvSpPr>
          <p:spPr>
            <a:xfrm>
              <a:off x="8183880" y="4069080"/>
              <a:ext cx="3749040" cy="8915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796"/>
                </a:lnSpc>
                <a:spcAft>
                  <a:spcPts val="3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Permite ver </a:t>
              </a: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adenopatías, tumores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patología pulmonar subyacente.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41" name="Forma 40"/>
            <p:cNvSpPr/>
            <p:nvPr/>
          </p:nvSpPr>
          <p:spPr>
            <a:xfrm>
              <a:off x="8183880" y="370332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2" name="Recuadro Indicación"/>
          <p:cNvGrpSpPr/>
          <p:nvPr/>
        </p:nvGrpSpPr>
        <p:grpSpPr>
          <a:xfrm>
            <a:off x="8183880" y="5097780"/>
            <a:ext cx="3749040" cy="1257300"/>
            <a:chOff x="8183880" y="5097780"/>
            <a:chExt cx="3749040" cy="1257300"/>
          </a:xfrm>
        </p:grpSpPr>
        <p:sp>
          <p:nvSpPr>
            <p:cNvPr id="43" name="Forma 42"/>
            <p:cNvSpPr/>
            <p:nvPr/>
          </p:nvSpPr>
          <p:spPr>
            <a:xfrm>
              <a:off x="8183880" y="5463540"/>
              <a:ext cx="3749040" cy="8915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Derrames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loculados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sospecha de causa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maligna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4" name="Forma 43"/>
            <p:cNvSpPr/>
            <p:nvPr/>
          </p:nvSpPr>
          <p:spPr>
            <a:xfrm>
              <a:off x="8183880" y="509778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INDICACIÓN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5" name="Lectura TAC"/>
          <p:cNvSpPr/>
          <p:nvPr/>
        </p:nvSpPr>
        <p:spPr>
          <a:xfrm>
            <a:off x="274320" y="5257800"/>
            <a:ext cx="768096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axial en decúbito supino: el líquido libre se dispone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posterior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(declive); los tabiques lo fragmentan en compartimentos.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73043" y="91440"/>
            <a:ext cx="905406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TAC: MAYOR SENSIBILIDAD QUE LA RADIOGRAFÍA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8" grpId="0" animBg="1"/>
      <p:bldP spid="29" grpId="0" animBg="1"/>
      <p:bldP spid="45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TransductorEcografico"/>
          <p:cNvGrpSpPr/>
          <p:nvPr/>
        </p:nvGrpSpPr>
        <p:grpSpPr>
          <a:xfrm>
            <a:off x="914400" y="713232"/>
            <a:ext cx="685800" cy="1239926"/>
            <a:chOff x="914400" y="713232"/>
            <a:chExt cx="685800" cy="1239926"/>
          </a:xfrm>
        </p:grpSpPr>
        <p:sp>
          <p:nvSpPr>
            <p:cNvPr id="5" name="Forma 4"/>
            <p:cNvSpPr/>
            <p:nvPr/>
          </p:nvSpPr>
          <p:spPr>
            <a:xfrm>
              <a:off x="1175004" y="713232"/>
              <a:ext cx="164592" cy="438912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914400" y="1097280"/>
              <a:ext cx="685800" cy="82296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948690" y="1843430"/>
              <a:ext cx="617220" cy="109728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8" name="!!EcoPantalla"/>
          <p:cNvSpPr/>
          <p:nvPr/>
        </p:nvSpPr>
        <p:spPr>
          <a:xfrm>
            <a:off x="1920240" y="914400"/>
            <a:ext cx="4572000" cy="402336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9" name="!!EcoPartesBlandas"/>
          <p:cNvSpPr/>
          <p:nvPr/>
        </p:nvSpPr>
        <p:spPr>
          <a:xfrm>
            <a:off x="1940402" y="921180"/>
            <a:ext cx="4524767" cy="133674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10" name="!!EcoCostillas"/>
          <p:cNvGrpSpPr/>
          <p:nvPr/>
        </p:nvGrpSpPr>
        <p:grpSpPr>
          <a:xfrm>
            <a:off x="2103120" y="2121408"/>
            <a:ext cx="4206240" cy="2816352"/>
            <a:chOff x="2103120" y="2121408"/>
            <a:chExt cx="4206240" cy="2816352"/>
          </a:xfrm>
        </p:grpSpPr>
        <p:sp>
          <p:nvSpPr>
            <p:cNvPr id="11" name="Forma 10"/>
            <p:cNvSpPr/>
            <p:nvPr/>
          </p:nvSpPr>
          <p:spPr>
            <a:xfrm>
              <a:off x="2103120" y="2242109"/>
              <a:ext cx="1097280" cy="269565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103120" y="2121408"/>
              <a:ext cx="1097280" cy="24140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5212080" y="2242109"/>
              <a:ext cx="1097280" cy="269565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12080" y="2121408"/>
              <a:ext cx="1097280" cy="24140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15" name="!!EcoLineaPleural"/>
          <p:cNvSpPr/>
          <p:nvPr/>
        </p:nvSpPr>
        <p:spPr>
          <a:xfrm>
            <a:off x="3200400" y="2330623"/>
            <a:ext cx="2011680" cy="6437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6" name="!!EcoAnecoico"/>
          <p:cNvSpPr/>
          <p:nvPr/>
        </p:nvSpPr>
        <p:spPr>
          <a:xfrm>
            <a:off x="3223260" y="2423160"/>
            <a:ext cx="1965960" cy="1548994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7" name="!!EcoPulmonCompr"/>
          <p:cNvSpPr/>
          <p:nvPr/>
        </p:nvSpPr>
        <p:spPr>
          <a:xfrm>
            <a:off x="3274815" y="4044626"/>
            <a:ext cx="1865176" cy="867299"/>
          </a:xfrm>
          <a:custGeom>
            <a:avLst/>
            <a:gdLst/>
            <a:ahLst/>
            <a:cxnLst/>
            <a:rect l="0" t="0" r="r" b="b"/>
            <a:pathLst>
              <a:path w="4079" h="2155">
                <a:moveTo>
                  <a:pt x="878" y="1080"/>
                </a:moveTo>
                <a:cubicBezTo>
                  <a:pt x="878" y="1099"/>
                  <a:pt x="862" y="1115"/>
                  <a:pt x="843" y="1115"/>
                </a:cubicBezTo>
                <a:cubicBezTo>
                  <a:pt x="824" y="1115"/>
                  <a:pt x="808" y="1099"/>
                  <a:pt x="808" y="1080"/>
                </a:cubicBezTo>
                <a:cubicBezTo>
                  <a:pt x="808" y="1061"/>
                  <a:pt x="824" y="1045"/>
                  <a:pt x="843" y="1045"/>
                </a:cubicBezTo>
                <a:cubicBezTo>
                  <a:pt x="862" y="1045"/>
                  <a:pt x="878" y="1061"/>
                  <a:pt x="878" y="1080"/>
                </a:cubicBezTo>
                <a:close/>
                <a:moveTo>
                  <a:pt x="498" y="1148"/>
                </a:moveTo>
                <a:cubicBezTo>
                  <a:pt x="498" y="1180"/>
                  <a:pt x="472" y="1206"/>
                  <a:pt x="440" y="1206"/>
                </a:cubicBezTo>
                <a:cubicBezTo>
                  <a:pt x="408" y="1206"/>
                  <a:pt x="382" y="1180"/>
                  <a:pt x="382" y="1148"/>
                </a:cubicBezTo>
                <a:cubicBezTo>
                  <a:pt x="382" y="1116"/>
                  <a:pt x="408" y="1090"/>
                  <a:pt x="440" y="1090"/>
                </a:cubicBezTo>
                <a:cubicBezTo>
                  <a:pt x="472" y="1090"/>
                  <a:pt x="498" y="1116"/>
                  <a:pt x="498" y="1148"/>
                </a:cubicBezTo>
                <a:close/>
                <a:moveTo>
                  <a:pt x="3553" y="1102"/>
                </a:moveTo>
                <a:cubicBezTo>
                  <a:pt x="3553" y="1125"/>
                  <a:pt x="3534" y="1144"/>
                  <a:pt x="3511" y="1144"/>
                </a:cubicBezTo>
                <a:cubicBezTo>
                  <a:pt x="3488" y="1144"/>
                  <a:pt x="3469" y="1125"/>
                  <a:pt x="3469" y="1102"/>
                </a:cubicBezTo>
                <a:cubicBezTo>
                  <a:pt x="3469" y="1079"/>
                  <a:pt x="3488" y="1060"/>
                  <a:pt x="3511" y="1060"/>
                </a:cubicBezTo>
                <a:cubicBezTo>
                  <a:pt x="3534" y="1060"/>
                  <a:pt x="3553" y="1079"/>
                  <a:pt x="3553" y="1102"/>
                </a:cubicBezTo>
                <a:close/>
                <a:moveTo>
                  <a:pt x="340" y="600"/>
                </a:moveTo>
                <a:cubicBezTo>
                  <a:pt x="340" y="621"/>
                  <a:pt x="323" y="639"/>
                  <a:pt x="301" y="639"/>
                </a:cubicBezTo>
                <a:cubicBezTo>
                  <a:pt x="279" y="639"/>
                  <a:pt x="262" y="621"/>
                  <a:pt x="262" y="600"/>
                </a:cubicBezTo>
                <a:cubicBezTo>
                  <a:pt x="262" y="578"/>
                  <a:pt x="279" y="560"/>
                  <a:pt x="301" y="560"/>
                </a:cubicBezTo>
                <a:cubicBezTo>
                  <a:pt x="323" y="560"/>
                  <a:pt x="340" y="578"/>
                  <a:pt x="340" y="600"/>
                </a:cubicBezTo>
                <a:close/>
                <a:moveTo>
                  <a:pt x="3861" y="265"/>
                </a:moveTo>
                <a:cubicBezTo>
                  <a:pt x="3861" y="298"/>
                  <a:pt x="3835" y="324"/>
                  <a:pt x="3803" y="324"/>
                </a:cubicBezTo>
                <a:cubicBezTo>
                  <a:pt x="3771" y="324"/>
                  <a:pt x="3744" y="298"/>
                  <a:pt x="3744" y="265"/>
                </a:cubicBezTo>
                <a:cubicBezTo>
                  <a:pt x="3744" y="233"/>
                  <a:pt x="3771" y="207"/>
                  <a:pt x="3803" y="207"/>
                </a:cubicBezTo>
                <a:cubicBezTo>
                  <a:pt x="3835" y="207"/>
                  <a:pt x="3861" y="233"/>
                  <a:pt x="3861" y="265"/>
                </a:cubicBezTo>
                <a:close/>
                <a:moveTo>
                  <a:pt x="1982" y="931"/>
                </a:moveTo>
                <a:cubicBezTo>
                  <a:pt x="1982" y="952"/>
                  <a:pt x="1965" y="969"/>
                  <a:pt x="1944" y="969"/>
                </a:cubicBezTo>
                <a:cubicBezTo>
                  <a:pt x="1923" y="969"/>
                  <a:pt x="1906" y="952"/>
                  <a:pt x="1906" y="931"/>
                </a:cubicBezTo>
                <a:cubicBezTo>
                  <a:pt x="1906" y="910"/>
                  <a:pt x="1923" y="893"/>
                  <a:pt x="1944" y="893"/>
                </a:cubicBezTo>
                <a:cubicBezTo>
                  <a:pt x="1965" y="893"/>
                  <a:pt x="1982" y="910"/>
                  <a:pt x="1982" y="931"/>
                </a:cubicBezTo>
                <a:close/>
                <a:moveTo>
                  <a:pt x="3934" y="410"/>
                </a:moveTo>
                <a:cubicBezTo>
                  <a:pt x="3934" y="436"/>
                  <a:pt x="3913" y="457"/>
                  <a:pt x="3887" y="457"/>
                </a:cubicBezTo>
                <a:cubicBezTo>
                  <a:pt x="3861" y="457"/>
                  <a:pt x="3840" y="436"/>
                  <a:pt x="3840" y="410"/>
                </a:cubicBezTo>
                <a:cubicBezTo>
                  <a:pt x="3840" y="384"/>
                  <a:pt x="3861" y="363"/>
                  <a:pt x="3887" y="363"/>
                </a:cubicBezTo>
                <a:cubicBezTo>
                  <a:pt x="3913" y="363"/>
                  <a:pt x="3934" y="384"/>
                  <a:pt x="3934" y="410"/>
                </a:cubicBezTo>
                <a:close/>
                <a:moveTo>
                  <a:pt x="2116" y="438"/>
                </a:moveTo>
                <a:cubicBezTo>
                  <a:pt x="2116" y="459"/>
                  <a:pt x="2100" y="475"/>
                  <a:pt x="2080" y="475"/>
                </a:cubicBezTo>
                <a:cubicBezTo>
                  <a:pt x="2059" y="475"/>
                  <a:pt x="2043" y="459"/>
                  <a:pt x="2043" y="438"/>
                </a:cubicBezTo>
                <a:cubicBezTo>
                  <a:pt x="2043" y="418"/>
                  <a:pt x="2059" y="402"/>
                  <a:pt x="2080" y="402"/>
                </a:cubicBezTo>
                <a:cubicBezTo>
                  <a:pt x="2100" y="402"/>
                  <a:pt x="2116" y="418"/>
                  <a:pt x="2116" y="438"/>
                </a:cubicBezTo>
                <a:close/>
                <a:moveTo>
                  <a:pt x="4030" y="1680"/>
                </a:moveTo>
                <a:cubicBezTo>
                  <a:pt x="4030" y="1709"/>
                  <a:pt x="4007" y="1732"/>
                  <a:pt x="3978" y="1732"/>
                </a:cubicBezTo>
                <a:cubicBezTo>
                  <a:pt x="3950" y="1732"/>
                  <a:pt x="3926" y="1709"/>
                  <a:pt x="3926" y="1680"/>
                </a:cubicBezTo>
                <a:cubicBezTo>
                  <a:pt x="3926" y="1651"/>
                  <a:pt x="3950" y="1628"/>
                  <a:pt x="3978" y="1628"/>
                </a:cubicBezTo>
                <a:cubicBezTo>
                  <a:pt x="4007" y="1628"/>
                  <a:pt x="4030" y="1651"/>
                  <a:pt x="4030" y="1680"/>
                </a:cubicBezTo>
                <a:close/>
                <a:moveTo>
                  <a:pt x="3699" y="226"/>
                </a:moveTo>
                <a:cubicBezTo>
                  <a:pt x="3699" y="255"/>
                  <a:pt x="3677" y="277"/>
                  <a:pt x="3648" y="277"/>
                </a:cubicBezTo>
                <a:cubicBezTo>
                  <a:pt x="3620" y="277"/>
                  <a:pt x="3597" y="255"/>
                  <a:pt x="3597" y="226"/>
                </a:cubicBezTo>
                <a:cubicBezTo>
                  <a:pt x="3597" y="198"/>
                  <a:pt x="3620" y="175"/>
                  <a:pt x="3648" y="175"/>
                </a:cubicBezTo>
                <a:cubicBezTo>
                  <a:pt x="3677" y="175"/>
                  <a:pt x="3699" y="198"/>
                  <a:pt x="3699" y="226"/>
                </a:cubicBezTo>
                <a:close/>
                <a:moveTo>
                  <a:pt x="3083" y="493"/>
                </a:moveTo>
                <a:cubicBezTo>
                  <a:pt x="3083" y="517"/>
                  <a:pt x="3063" y="536"/>
                  <a:pt x="3039" y="536"/>
                </a:cubicBezTo>
                <a:cubicBezTo>
                  <a:pt x="3015" y="536"/>
                  <a:pt x="2995" y="517"/>
                  <a:pt x="2995" y="493"/>
                </a:cubicBezTo>
                <a:cubicBezTo>
                  <a:pt x="2995" y="469"/>
                  <a:pt x="3015" y="449"/>
                  <a:pt x="3039" y="449"/>
                </a:cubicBezTo>
                <a:cubicBezTo>
                  <a:pt x="3063" y="449"/>
                  <a:pt x="3083" y="469"/>
                  <a:pt x="3083" y="493"/>
                </a:cubicBezTo>
                <a:close/>
                <a:moveTo>
                  <a:pt x="3987" y="706"/>
                </a:moveTo>
                <a:cubicBezTo>
                  <a:pt x="3987" y="735"/>
                  <a:pt x="3964" y="758"/>
                  <a:pt x="3934" y="758"/>
                </a:cubicBezTo>
                <a:cubicBezTo>
                  <a:pt x="3905" y="758"/>
                  <a:pt x="3882" y="735"/>
                  <a:pt x="3882" y="706"/>
                </a:cubicBezTo>
                <a:cubicBezTo>
                  <a:pt x="3882" y="676"/>
                  <a:pt x="3905" y="653"/>
                  <a:pt x="3934" y="653"/>
                </a:cubicBezTo>
                <a:cubicBezTo>
                  <a:pt x="3964" y="653"/>
                  <a:pt x="3987" y="676"/>
                  <a:pt x="3987" y="706"/>
                </a:cubicBezTo>
                <a:close/>
                <a:moveTo>
                  <a:pt x="736" y="1420"/>
                </a:moveTo>
                <a:cubicBezTo>
                  <a:pt x="736" y="1441"/>
                  <a:pt x="719" y="1459"/>
                  <a:pt x="698" y="1459"/>
                </a:cubicBezTo>
                <a:cubicBezTo>
                  <a:pt x="677" y="1459"/>
                  <a:pt x="660" y="1441"/>
                  <a:pt x="660" y="1420"/>
                </a:cubicBezTo>
                <a:cubicBezTo>
                  <a:pt x="660" y="1399"/>
                  <a:pt x="677" y="1382"/>
                  <a:pt x="698" y="1382"/>
                </a:cubicBezTo>
                <a:cubicBezTo>
                  <a:pt x="719" y="1382"/>
                  <a:pt x="736" y="1399"/>
                  <a:pt x="736" y="1420"/>
                </a:cubicBezTo>
                <a:close/>
                <a:moveTo>
                  <a:pt x="2128" y="801"/>
                </a:moveTo>
                <a:cubicBezTo>
                  <a:pt x="2128" y="832"/>
                  <a:pt x="2103" y="857"/>
                  <a:pt x="2072" y="857"/>
                </a:cubicBezTo>
                <a:cubicBezTo>
                  <a:pt x="2041" y="857"/>
                  <a:pt x="2016" y="832"/>
                  <a:pt x="2016" y="801"/>
                </a:cubicBezTo>
                <a:cubicBezTo>
                  <a:pt x="2016" y="770"/>
                  <a:pt x="2041" y="745"/>
                  <a:pt x="2072" y="745"/>
                </a:cubicBezTo>
                <a:cubicBezTo>
                  <a:pt x="2103" y="745"/>
                  <a:pt x="2128" y="770"/>
                  <a:pt x="2128" y="801"/>
                </a:cubicBezTo>
                <a:close/>
                <a:moveTo>
                  <a:pt x="3067" y="1078"/>
                </a:moveTo>
                <a:cubicBezTo>
                  <a:pt x="3067" y="1106"/>
                  <a:pt x="3044" y="1129"/>
                  <a:pt x="3016" y="1129"/>
                </a:cubicBezTo>
                <a:cubicBezTo>
                  <a:pt x="2988" y="1129"/>
                  <a:pt x="2966" y="1106"/>
                  <a:pt x="2966" y="1078"/>
                </a:cubicBezTo>
                <a:cubicBezTo>
                  <a:pt x="2966" y="1050"/>
                  <a:pt x="2988" y="1027"/>
                  <a:pt x="3016" y="1027"/>
                </a:cubicBezTo>
                <a:cubicBezTo>
                  <a:pt x="3044" y="1027"/>
                  <a:pt x="3067" y="1050"/>
                  <a:pt x="3067" y="1078"/>
                </a:cubicBezTo>
                <a:close/>
                <a:moveTo>
                  <a:pt x="1785" y="1708"/>
                </a:moveTo>
                <a:cubicBezTo>
                  <a:pt x="1785" y="1729"/>
                  <a:pt x="1768" y="1746"/>
                  <a:pt x="1747" y="1746"/>
                </a:cubicBezTo>
                <a:cubicBezTo>
                  <a:pt x="1727" y="1746"/>
                  <a:pt x="1710" y="1729"/>
                  <a:pt x="1710" y="1708"/>
                </a:cubicBezTo>
                <a:cubicBezTo>
                  <a:pt x="1710" y="1688"/>
                  <a:pt x="1727" y="1671"/>
                  <a:pt x="1747" y="1671"/>
                </a:cubicBezTo>
                <a:cubicBezTo>
                  <a:pt x="1768" y="1671"/>
                  <a:pt x="1785" y="1688"/>
                  <a:pt x="1785" y="1708"/>
                </a:cubicBezTo>
                <a:close/>
                <a:moveTo>
                  <a:pt x="2255" y="1249"/>
                </a:moveTo>
                <a:cubicBezTo>
                  <a:pt x="2255" y="1272"/>
                  <a:pt x="2236" y="1291"/>
                  <a:pt x="2213" y="1291"/>
                </a:cubicBezTo>
                <a:cubicBezTo>
                  <a:pt x="2190" y="1291"/>
                  <a:pt x="2172" y="1272"/>
                  <a:pt x="2172" y="1249"/>
                </a:cubicBezTo>
                <a:cubicBezTo>
                  <a:pt x="2172" y="1226"/>
                  <a:pt x="2190" y="1208"/>
                  <a:pt x="2213" y="1208"/>
                </a:cubicBezTo>
                <a:cubicBezTo>
                  <a:pt x="2236" y="1208"/>
                  <a:pt x="2255" y="1226"/>
                  <a:pt x="2255" y="1249"/>
                </a:cubicBezTo>
                <a:close/>
                <a:moveTo>
                  <a:pt x="272" y="376"/>
                </a:moveTo>
                <a:cubicBezTo>
                  <a:pt x="272" y="403"/>
                  <a:pt x="250" y="425"/>
                  <a:pt x="223" y="425"/>
                </a:cubicBezTo>
                <a:cubicBezTo>
                  <a:pt x="196" y="425"/>
                  <a:pt x="174" y="403"/>
                  <a:pt x="174" y="376"/>
                </a:cubicBezTo>
                <a:cubicBezTo>
                  <a:pt x="174" y="349"/>
                  <a:pt x="196" y="327"/>
                  <a:pt x="223" y="327"/>
                </a:cubicBezTo>
                <a:cubicBezTo>
                  <a:pt x="250" y="327"/>
                  <a:pt x="272" y="349"/>
                  <a:pt x="272" y="376"/>
                </a:cubicBezTo>
                <a:close/>
                <a:moveTo>
                  <a:pt x="927" y="1611"/>
                </a:moveTo>
                <a:cubicBezTo>
                  <a:pt x="927" y="1636"/>
                  <a:pt x="907" y="1657"/>
                  <a:pt x="882" y="1657"/>
                </a:cubicBezTo>
                <a:cubicBezTo>
                  <a:pt x="857" y="1657"/>
                  <a:pt x="837" y="1636"/>
                  <a:pt x="837" y="1611"/>
                </a:cubicBezTo>
                <a:cubicBezTo>
                  <a:pt x="837" y="1587"/>
                  <a:pt x="857" y="1566"/>
                  <a:pt x="882" y="1566"/>
                </a:cubicBezTo>
                <a:cubicBezTo>
                  <a:pt x="907" y="1566"/>
                  <a:pt x="927" y="1587"/>
                  <a:pt x="927" y="1611"/>
                </a:cubicBezTo>
                <a:close/>
                <a:moveTo>
                  <a:pt x="3901" y="1800"/>
                </a:moveTo>
                <a:cubicBezTo>
                  <a:pt x="3901" y="1828"/>
                  <a:pt x="3878" y="1852"/>
                  <a:pt x="3849" y="1852"/>
                </a:cubicBezTo>
                <a:cubicBezTo>
                  <a:pt x="3821" y="1852"/>
                  <a:pt x="3797" y="1828"/>
                  <a:pt x="3797" y="1800"/>
                </a:cubicBezTo>
                <a:cubicBezTo>
                  <a:pt x="3797" y="1771"/>
                  <a:pt x="3821" y="1748"/>
                  <a:pt x="3849" y="1748"/>
                </a:cubicBezTo>
                <a:cubicBezTo>
                  <a:pt x="3878" y="1748"/>
                  <a:pt x="3901" y="1771"/>
                  <a:pt x="3901" y="1800"/>
                </a:cubicBezTo>
                <a:close/>
                <a:moveTo>
                  <a:pt x="1573" y="111"/>
                </a:moveTo>
                <a:cubicBezTo>
                  <a:pt x="1573" y="137"/>
                  <a:pt x="1553" y="157"/>
                  <a:pt x="1527" y="157"/>
                </a:cubicBezTo>
                <a:cubicBezTo>
                  <a:pt x="1501" y="157"/>
                  <a:pt x="1480" y="137"/>
                  <a:pt x="1480" y="111"/>
                </a:cubicBezTo>
                <a:cubicBezTo>
                  <a:pt x="1480" y="85"/>
                  <a:pt x="1501" y="64"/>
                  <a:pt x="1527" y="64"/>
                </a:cubicBezTo>
                <a:cubicBezTo>
                  <a:pt x="1553" y="64"/>
                  <a:pt x="1573" y="85"/>
                  <a:pt x="1573" y="111"/>
                </a:cubicBezTo>
                <a:close/>
                <a:moveTo>
                  <a:pt x="3056" y="1954"/>
                </a:moveTo>
                <a:cubicBezTo>
                  <a:pt x="3056" y="1974"/>
                  <a:pt x="3039" y="1990"/>
                  <a:pt x="3019" y="1990"/>
                </a:cubicBezTo>
                <a:cubicBezTo>
                  <a:pt x="2999" y="1990"/>
                  <a:pt x="2983" y="1974"/>
                  <a:pt x="2983" y="1954"/>
                </a:cubicBezTo>
                <a:cubicBezTo>
                  <a:pt x="2983" y="1934"/>
                  <a:pt x="2999" y="1918"/>
                  <a:pt x="3019" y="1918"/>
                </a:cubicBezTo>
                <a:cubicBezTo>
                  <a:pt x="3039" y="1918"/>
                  <a:pt x="3056" y="1934"/>
                  <a:pt x="3056" y="1954"/>
                </a:cubicBezTo>
                <a:close/>
                <a:moveTo>
                  <a:pt x="723" y="2078"/>
                </a:moveTo>
                <a:cubicBezTo>
                  <a:pt x="723" y="2107"/>
                  <a:pt x="699" y="2131"/>
                  <a:pt x="671" y="2131"/>
                </a:cubicBezTo>
                <a:cubicBezTo>
                  <a:pt x="642" y="2131"/>
                  <a:pt x="618" y="2107"/>
                  <a:pt x="618" y="2078"/>
                </a:cubicBezTo>
                <a:cubicBezTo>
                  <a:pt x="618" y="2050"/>
                  <a:pt x="642" y="2026"/>
                  <a:pt x="671" y="2026"/>
                </a:cubicBezTo>
                <a:cubicBezTo>
                  <a:pt x="699" y="2026"/>
                  <a:pt x="723" y="2050"/>
                  <a:pt x="723" y="2078"/>
                </a:cubicBezTo>
                <a:close/>
                <a:moveTo>
                  <a:pt x="2010" y="1570"/>
                </a:moveTo>
                <a:cubicBezTo>
                  <a:pt x="2010" y="1589"/>
                  <a:pt x="1994" y="1605"/>
                  <a:pt x="1975" y="1605"/>
                </a:cubicBezTo>
                <a:cubicBezTo>
                  <a:pt x="1956" y="1605"/>
                  <a:pt x="1941" y="1589"/>
                  <a:pt x="1941" y="1570"/>
                </a:cubicBezTo>
                <a:cubicBezTo>
                  <a:pt x="1941" y="1551"/>
                  <a:pt x="1956" y="1536"/>
                  <a:pt x="1975" y="1536"/>
                </a:cubicBezTo>
                <a:cubicBezTo>
                  <a:pt x="1994" y="1536"/>
                  <a:pt x="2010" y="1551"/>
                  <a:pt x="2010" y="1570"/>
                </a:cubicBezTo>
                <a:close/>
                <a:moveTo>
                  <a:pt x="2261" y="1424"/>
                </a:moveTo>
                <a:cubicBezTo>
                  <a:pt x="2261" y="1450"/>
                  <a:pt x="2239" y="1472"/>
                  <a:pt x="2213" y="1472"/>
                </a:cubicBezTo>
                <a:cubicBezTo>
                  <a:pt x="2186" y="1472"/>
                  <a:pt x="2165" y="1450"/>
                  <a:pt x="2165" y="1424"/>
                </a:cubicBezTo>
                <a:cubicBezTo>
                  <a:pt x="2165" y="1397"/>
                  <a:pt x="2186" y="1375"/>
                  <a:pt x="2213" y="1375"/>
                </a:cubicBezTo>
                <a:cubicBezTo>
                  <a:pt x="2239" y="1375"/>
                  <a:pt x="2261" y="1397"/>
                  <a:pt x="2261" y="1424"/>
                </a:cubicBezTo>
                <a:close/>
                <a:moveTo>
                  <a:pt x="730" y="307"/>
                </a:moveTo>
                <a:cubicBezTo>
                  <a:pt x="730" y="334"/>
                  <a:pt x="708" y="355"/>
                  <a:pt x="681" y="355"/>
                </a:cubicBezTo>
                <a:cubicBezTo>
                  <a:pt x="654" y="355"/>
                  <a:pt x="633" y="334"/>
                  <a:pt x="633" y="307"/>
                </a:cubicBezTo>
                <a:cubicBezTo>
                  <a:pt x="633" y="280"/>
                  <a:pt x="654" y="258"/>
                  <a:pt x="681" y="258"/>
                </a:cubicBezTo>
                <a:cubicBezTo>
                  <a:pt x="708" y="258"/>
                  <a:pt x="730" y="280"/>
                  <a:pt x="730" y="307"/>
                </a:cubicBezTo>
                <a:close/>
                <a:moveTo>
                  <a:pt x="3604" y="309"/>
                </a:moveTo>
                <a:cubicBezTo>
                  <a:pt x="3604" y="326"/>
                  <a:pt x="3591" y="340"/>
                  <a:pt x="3574" y="340"/>
                </a:cubicBezTo>
                <a:cubicBezTo>
                  <a:pt x="3557" y="340"/>
                  <a:pt x="3544" y="326"/>
                  <a:pt x="3544" y="309"/>
                </a:cubicBezTo>
                <a:cubicBezTo>
                  <a:pt x="3544" y="293"/>
                  <a:pt x="3557" y="279"/>
                  <a:pt x="3574" y="279"/>
                </a:cubicBezTo>
                <a:cubicBezTo>
                  <a:pt x="3591" y="279"/>
                  <a:pt x="3604" y="293"/>
                  <a:pt x="3604" y="309"/>
                </a:cubicBezTo>
                <a:close/>
                <a:moveTo>
                  <a:pt x="410" y="1668"/>
                </a:moveTo>
                <a:cubicBezTo>
                  <a:pt x="410" y="1691"/>
                  <a:pt x="391" y="1710"/>
                  <a:pt x="368" y="1710"/>
                </a:cubicBezTo>
                <a:cubicBezTo>
                  <a:pt x="345" y="1710"/>
                  <a:pt x="326" y="1691"/>
                  <a:pt x="326" y="1668"/>
                </a:cubicBezTo>
                <a:cubicBezTo>
                  <a:pt x="326" y="1645"/>
                  <a:pt x="345" y="1627"/>
                  <a:pt x="368" y="1627"/>
                </a:cubicBezTo>
                <a:cubicBezTo>
                  <a:pt x="391" y="1627"/>
                  <a:pt x="410" y="1645"/>
                  <a:pt x="410" y="1668"/>
                </a:cubicBezTo>
                <a:close/>
                <a:moveTo>
                  <a:pt x="1908" y="2107"/>
                </a:moveTo>
                <a:cubicBezTo>
                  <a:pt x="1908" y="2134"/>
                  <a:pt x="1887" y="2155"/>
                  <a:pt x="1860" y="2155"/>
                </a:cubicBezTo>
                <a:cubicBezTo>
                  <a:pt x="1833" y="2155"/>
                  <a:pt x="1812" y="2134"/>
                  <a:pt x="1812" y="2107"/>
                </a:cubicBezTo>
                <a:cubicBezTo>
                  <a:pt x="1812" y="2080"/>
                  <a:pt x="1833" y="2058"/>
                  <a:pt x="1860" y="2058"/>
                </a:cubicBezTo>
                <a:cubicBezTo>
                  <a:pt x="1887" y="2058"/>
                  <a:pt x="1908" y="2080"/>
                  <a:pt x="1908" y="2107"/>
                </a:cubicBezTo>
                <a:close/>
                <a:moveTo>
                  <a:pt x="1120" y="1491"/>
                </a:moveTo>
                <a:cubicBezTo>
                  <a:pt x="1120" y="1508"/>
                  <a:pt x="1107" y="1521"/>
                  <a:pt x="1090" y="1521"/>
                </a:cubicBezTo>
                <a:cubicBezTo>
                  <a:pt x="1073" y="1521"/>
                  <a:pt x="1060" y="1508"/>
                  <a:pt x="1060" y="1491"/>
                </a:cubicBezTo>
                <a:cubicBezTo>
                  <a:pt x="1060" y="1475"/>
                  <a:pt x="1073" y="1461"/>
                  <a:pt x="1090" y="1461"/>
                </a:cubicBezTo>
                <a:cubicBezTo>
                  <a:pt x="1107" y="1461"/>
                  <a:pt x="1120" y="1475"/>
                  <a:pt x="1120" y="1491"/>
                </a:cubicBezTo>
                <a:close/>
                <a:moveTo>
                  <a:pt x="1198" y="1486"/>
                </a:moveTo>
                <a:cubicBezTo>
                  <a:pt x="1198" y="1506"/>
                  <a:pt x="1182" y="1522"/>
                  <a:pt x="1163" y="1522"/>
                </a:cubicBezTo>
                <a:cubicBezTo>
                  <a:pt x="1143" y="1522"/>
                  <a:pt x="1128" y="1506"/>
                  <a:pt x="1128" y="1486"/>
                </a:cubicBezTo>
                <a:cubicBezTo>
                  <a:pt x="1128" y="1467"/>
                  <a:pt x="1143" y="1451"/>
                  <a:pt x="1163" y="1451"/>
                </a:cubicBezTo>
                <a:cubicBezTo>
                  <a:pt x="1182" y="1451"/>
                  <a:pt x="1198" y="1467"/>
                  <a:pt x="1198" y="1486"/>
                </a:cubicBezTo>
                <a:close/>
                <a:moveTo>
                  <a:pt x="207" y="1108"/>
                </a:moveTo>
                <a:cubicBezTo>
                  <a:pt x="207" y="1130"/>
                  <a:pt x="189" y="1148"/>
                  <a:pt x="167" y="1148"/>
                </a:cubicBezTo>
                <a:cubicBezTo>
                  <a:pt x="145" y="1148"/>
                  <a:pt x="128" y="1130"/>
                  <a:pt x="128" y="1108"/>
                </a:cubicBezTo>
                <a:cubicBezTo>
                  <a:pt x="128" y="1086"/>
                  <a:pt x="145" y="1068"/>
                  <a:pt x="167" y="1068"/>
                </a:cubicBezTo>
                <a:cubicBezTo>
                  <a:pt x="189" y="1068"/>
                  <a:pt x="207" y="1086"/>
                  <a:pt x="207" y="1108"/>
                </a:cubicBezTo>
                <a:close/>
                <a:moveTo>
                  <a:pt x="3976" y="233"/>
                </a:moveTo>
                <a:cubicBezTo>
                  <a:pt x="3976" y="263"/>
                  <a:pt x="3951" y="287"/>
                  <a:pt x="3922" y="287"/>
                </a:cubicBezTo>
                <a:cubicBezTo>
                  <a:pt x="3892" y="287"/>
                  <a:pt x="3867" y="263"/>
                  <a:pt x="3867" y="233"/>
                </a:cubicBezTo>
                <a:cubicBezTo>
                  <a:pt x="3867" y="203"/>
                  <a:pt x="3892" y="179"/>
                  <a:pt x="3922" y="179"/>
                </a:cubicBezTo>
                <a:cubicBezTo>
                  <a:pt x="3951" y="179"/>
                  <a:pt x="3976" y="203"/>
                  <a:pt x="3976" y="233"/>
                </a:cubicBezTo>
                <a:close/>
                <a:moveTo>
                  <a:pt x="1634" y="1711"/>
                </a:moveTo>
                <a:cubicBezTo>
                  <a:pt x="1634" y="1735"/>
                  <a:pt x="1615" y="1754"/>
                  <a:pt x="1591" y="1754"/>
                </a:cubicBezTo>
                <a:cubicBezTo>
                  <a:pt x="1567" y="1754"/>
                  <a:pt x="1547" y="1735"/>
                  <a:pt x="1547" y="1711"/>
                </a:cubicBezTo>
                <a:cubicBezTo>
                  <a:pt x="1547" y="1687"/>
                  <a:pt x="1567" y="1667"/>
                  <a:pt x="1591" y="1667"/>
                </a:cubicBezTo>
                <a:cubicBezTo>
                  <a:pt x="1615" y="1667"/>
                  <a:pt x="1634" y="1687"/>
                  <a:pt x="1634" y="1711"/>
                </a:cubicBezTo>
                <a:close/>
                <a:moveTo>
                  <a:pt x="2743" y="705"/>
                </a:moveTo>
                <a:cubicBezTo>
                  <a:pt x="2743" y="726"/>
                  <a:pt x="2727" y="742"/>
                  <a:pt x="2706" y="742"/>
                </a:cubicBezTo>
                <a:cubicBezTo>
                  <a:pt x="2686" y="742"/>
                  <a:pt x="2670" y="726"/>
                  <a:pt x="2670" y="705"/>
                </a:cubicBezTo>
                <a:cubicBezTo>
                  <a:pt x="2670" y="685"/>
                  <a:pt x="2686" y="669"/>
                  <a:pt x="2706" y="669"/>
                </a:cubicBezTo>
                <a:cubicBezTo>
                  <a:pt x="2727" y="669"/>
                  <a:pt x="2743" y="685"/>
                  <a:pt x="2743" y="705"/>
                </a:cubicBezTo>
                <a:close/>
                <a:moveTo>
                  <a:pt x="1887" y="1700"/>
                </a:moveTo>
                <a:cubicBezTo>
                  <a:pt x="1887" y="1722"/>
                  <a:pt x="1869" y="1740"/>
                  <a:pt x="1846" y="1740"/>
                </a:cubicBezTo>
                <a:cubicBezTo>
                  <a:pt x="1824" y="1740"/>
                  <a:pt x="1806" y="1722"/>
                  <a:pt x="1806" y="1700"/>
                </a:cubicBezTo>
                <a:cubicBezTo>
                  <a:pt x="1806" y="1678"/>
                  <a:pt x="1824" y="1659"/>
                  <a:pt x="1846" y="1659"/>
                </a:cubicBezTo>
                <a:cubicBezTo>
                  <a:pt x="1869" y="1659"/>
                  <a:pt x="1887" y="1678"/>
                  <a:pt x="1887" y="1700"/>
                </a:cubicBezTo>
                <a:close/>
                <a:moveTo>
                  <a:pt x="989" y="893"/>
                </a:moveTo>
                <a:cubicBezTo>
                  <a:pt x="989" y="911"/>
                  <a:pt x="975" y="926"/>
                  <a:pt x="956" y="926"/>
                </a:cubicBezTo>
                <a:cubicBezTo>
                  <a:pt x="938" y="926"/>
                  <a:pt x="923" y="911"/>
                  <a:pt x="923" y="893"/>
                </a:cubicBezTo>
                <a:cubicBezTo>
                  <a:pt x="923" y="875"/>
                  <a:pt x="938" y="860"/>
                  <a:pt x="956" y="860"/>
                </a:cubicBezTo>
                <a:cubicBezTo>
                  <a:pt x="975" y="860"/>
                  <a:pt x="989" y="875"/>
                  <a:pt x="989" y="893"/>
                </a:cubicBezTo>
                <a:close/>
                <a:moveTo>
                  <a:pt x="1346" y="1222"/>
                </a:moveTo>
                <a:cubicBezTo>
                  <a:pt x="1346" y="1248"/>
                  <a:pt x="1325" y="1269"/>
                  <a:pt x="1300" y="1269"/>
                </a:cubicBezTo>
                <a:cubicBezTo>
                  <a:pt x="1274" y="1269"/>
                  <a:pt x="1253" y="1248"/>
                  <a:pt x="1253" y="1222"/>
                </a:cubicBezTo>
                <a:cubicBezTo>
                  <a:pt x="1253" y="1197"/>
                  <a:pt x="1274" y="1176"/>
                  <a:pt x="1300" y="1176"/>
                </a:cubicBezTo>
                <a:cubicBezTo>
                  <a:pt x="1325" y="1176"/>
                  <a:pt x="1346" y="1197"/>
                  <a:pt x="1346" y="1222"/>
                </a:cubicBezTo>
                <a:close/>
                <a:moveTo>
                  <a:pt x="2457" y="628"/>
                </a:moveTo>
                <a:cubicBezTo>
                  <a:pt x="2457" y="645"/>
                  <a:pt x="2444" y="659"/>
                  <a:pt x="2427" y="659"/>
                </a:cubicBezTo>
                <a:cubicBezTo>
                  <a:pt x="2410" y="659"/>
                  <a:pt x="2396" y="645"/>
                  <a:pt x="2396" y="628"/>
                </a:cubicBezTo>
                <a:cubicBezTo>
                  <a:pt x="2396" y="611"/>
                  <a:pt x="2410" y="598"/>
                  <a:pt x="2427" y="598"/>
                </a:cubicBezTo>
                <a:cubicBezTo>
                  <a:pt x="2444" y="598"/>
                  <a:pt x="2457" y="611"/>
                  <a:pt x="2457" y="628"/>
                </a:cubicBezTo>
                <a:close/>
                <a:moveTo>
                  <a:pt x="179" y="731"/>
                </a:moveTo>
                <a:cubicBezTo>
                  <a:pt x="179" y="751"/>
                  <a:pt x="163" y="767"/>
                  <a:pt x="143" y="767"/>
                </a:cubicBezTo>
                <a:cubicBezTo>
                  <a:pt x="123" y="767"/>
                  <a:pt x="107" y="751"/>
                  <a:pt x="107" y="731"/>
                </a:cubicBezTo>
                <a:cubicBezTo>
                  <a:pt x="107" y="711"/>
                  <a:pt x="123" y="695"/>
                  <a:pt x="143" y="695"/>
                </a:cubicBezTo>
                <a:cubicBezTo>
                  <a:pt x="163" y="695"/>
                  <a:pt x="179" y="711"/>
                  <a:pt x="179" y="731"/>
                </a:cubicBezTo>
                <a:close/>
                <a:moveTo>
                  <a:pt x="2365" y="577"/>
                </a:moveTo>
                <a:cubicBezTo>
                  <a:pt x="2365" y="606"/>
                  <a:pt x="2342" y="629"/>
                  <a:pt x="2313" y="629"/>
                </a:cubicBezTo>
                <a:cubicBezTo>
                  <a:pt x="2283" y="629"/>
                  <a:pt x="2260" y="606"/>
                  <a:pt x="2260" y="577"/>
                </a:cubicBezTo>
                <a:cubicBezTo>
                  <a:pt x="2260" y="547"/>
                  <a:pt x="2283" y="524"/>
                  <a:pt x="2313" y="524"/>
                </a:cubicBezTo>
                <a:cubicBezTo>
                  <a:pt x="2342" y="524"/>
                  <a:pt x="2365" y="547"/>
                  <a:pt x="2365" y="577"/>
                </a:cubicBezTo>
                <a:close/>
                <a:moveTo>
                  <a:pt x="2494" y="1410"/>
                </a:moveTo>
                <a:cubicBezTo>
                  <a:pt x="2494" y="1439"/>
                  <a:pt x="2471" y="1462"/>
                  <a:pt x="2442" y="1462"/>
                </a:cubicBezTo>
                <a:cubicBezTo>
                  <a:pt x="2413" y="1462"/>
                  <a:pt x="2390" y="1439"/>
                  <a:pt x="2390" y="1410"/>
                </a:cubicBezTo>
                <a:cubicBezTo>
                  <a:pt x="2390" y="1382"/>
                  <a:pt x="2413" y="1358"/>
                  <a:pt x="2442" y="1358"/>
                </a:cubicBezTo>
                <a:cubicBezTo>
                  <a:pt x="2471" y="1358"/>
                  <a:pt x="2494" y="1382"/>
                  <a:pt x="2494" y="1410"/>
                </a:cubicBezTo>
                <a:close/>
                <a:moveTo>
                  <a:pt x="2162" y="915"/>
                </a:moveTo>
                <a:cubicBezTo>
                  <a:pt x="2162" y="937"/>
                  <a:pt x="2145" y="954"/>
                  <a:pt x="2123" y="954"/>
                </a:cubicBezTo>
                <a:cubicBezTo>
                  <a:pt x="2102" y="954"/>
                  <a:pt x="2084" y="937"/>
                  <a:pt x="2084" y="915"/>
                </a:cubicBezTo>
                <a:cubicBezTo>
                  <a:pt x="2084" y="893"/>
                  <a:pt x="2102" y="876"/>
                  <a:pt x="2123" y="876"/>
                </a:cubicBezTo>
                <a:cubicBezTo>
                  <a:pt x="2145" y="876"/>
                  <a:pt x="2162" y="893"/>
                  <a:pt x="2162" y="915"/>
                </a:cubicBezTo>
                <a:close/>
                <a:moveTo>
                  <a:pt x="333" y="1688"/>
                </a:moveTo>
                <a:cubicBezTo>
                  <a:pt x="333" y="1713"/>
                  <a:pt x="313" y="1733"/>
                  <a:pt x="288" y="1733"/>
                </a:cubicBezTo>
                <a:cubicBezTo>
                  <a:pt x="264" y="1733"/>
                  <a:pt x="243" y="1713"/>
                  <a:pt x="243" y="1688"/>
                </a:cubicBezTo>
                <a:cubicBezTo>
                  <a:pt x="243" y="1663"/>
                  <a:pt x="264" y="1643"/>
                  <a:pt x="288" y="1643"/>
                </a:cubicBezTo>
                <a:cubicBezTo>
                  <a:pt x="313" y="1643"/>
                  <a:pt x="333" y="1663"/>
                  <a:pt x="333" y="1688"/>
                </a:cubicBezTo>
                <a:close/>
                <a:moveTo>
                  <a:pt x="483" y="1965"/>
                </a:moveTo>
                <a:cubicBezTo>
                  <a:pt x="483" y="1991"/>
                  <a:pt x="462" y="2013"/>
                  <a:pt x="436" y="2013"/>
                </a:cubicBezTo>
                <a:cubicBezTo>
                  <a:pt x="409" y="2013"/>
                  <a:pt x="388" y="1991"/>
                  <a:pt x="388" y="1965"/>
                </a:cubicBezTo>
                <a:cubicBezTo>
                  <a:pt x="388" y="1939"/>
                  <a:pt x="409" y="1918"/>
                  <a:pt x="436" y="1918"/>
                </a:cubicBezTo>
                <a:cubicBezTo>
                  <a:pt x="462" y="1918"/>
                  <a:pt x="483" y="1939"/>
                  <a:pt x="483" y="1965"/>
                </a:cubicBezTo>
                <a:close/>
                <a:moveTo>
                  <a:pt x="2565" y="941"/>
                </a:moveTo>
                <a:cubicBezTo>
                  <a:pt x="2565" y="959"/>
                  <a:pt x="2550" y="974"/>
                  <a:pt x="2531" y="974"/>
                </a:cubicBezTo>
                <a:cubicBezTo>
                  <a:pt x="2512" y="974"/>
                  <a:pt x="2497" y="959"/>
                  <a:pt x="2497" y="941"/>
                </a:cubicBezTo>
                <a:cubicBezTo>
                  <a:pt x="2497" y="922"/>
                  <a:pt x="2512" y="907"/>
                  <a:pt x="2531" y="907"/>
                </a:cubicBezTo>
                <a:cubicBezTo>
                  <a:pt x="2550" y="907"/>
                  <a:pt x="2565" y="922"/>
                  <a:pt x="2565" y="941"/>
                </a:cubicBezTo>
                <a:close/>
                <a:moveTo>
                  <a:pt x="4076" y="373"/>
                </a:moveTo>
                <a:cubicBezTo>
                  <a:pt x="4076" y="395"/>
                  <a:pt x="4058" y="414"/>
                  <a:pt x="4035" y="414"/>
                </a:cubicBezTo>
                <a:cubicBezTo>
                  <a:pt x="4012" y="414"/>
                  <a:pt x="3994" y="395"/>
                  <a:pt x="3994" y="373"/>
                </a:cubicBezTo>
                <a:cubicBezTo>
                  <a:pt x="3994" y="350"/>
                  <a:pt x="4012" y="332"/>
                  <a:pt x="4035" y="332"/>
                </a:cubicBezTo>
                <a:cubicBezTo>
                  <a:pt x="4058" y="332"/>
                  <a:pt x="4076" y="350"/>
                  <a:pt x="4076" y="373"/>
                </a:cubicBezTo>
                <a:close/>
                <a:moveTo>
                  <a:pt x="4079" y="276"/>
                </a:moveTo>
                <a:cubicBezTo>
                  <a:pt x="4079" y="301"/>
                  <a:pt x="4059" y="321"/>
                  <a:pt x="4034" y="321"/>
                </a:cubicBezTo>
                <a:cubicBezTo>
                  <a:pt x="4009" y="321"/>
                  <a:pt x="3989" y="301"/>
                  <a:pt x="3989" y="276"/>
                </a:cubicBezTo>
                <a:cubicBezTo>
                  <a:pt x="3989" y="251"/>
                  <a:pt x="4009" y="231"/>
                  <a:pt x="4034" y="231"/>
                </a:cubicBezTo>
                <a:cubicBezTo>
                  <a:pt x="4059" y="231"/>
                  <a:pt x="4079" y="251"/>
                  <a:pt x="4079" y="276"/>
                </a:cubicBezTo>
                <a:close/>
                <a:moveTo>
                  <a:pt x="2013" y="539"/>
                </a:moveTo>
                <a:cubicBezTo>
                  <a:pt x="2013" y="571"/>
                  <a:pt x="1987" y="597"/>
                  <a:pt x="1955" y="597"/>
                </a:cubicBezTo>
                <a:cubicBezTo>
                  <a:pt x="1923" y="597"/>
                  <a:pt x="1898" y="571"/>
                  <a:pt x="1898" y="539"/>
                </a:cubicBezTo>
                <a:cubicBezTo>
                  <a:pt x="1898" y="508"/>
                  <a:pt x="1923" y="482"/>
                  <a:pt x="1955" y="482"/>
                </a:cubicBezTo>
                <a:cubicBezTo>
                  <a:pt x="1987" y="482"/>
                  <a:pt x="2013" y="508"/>
                  <a:pt x="2013" y="539"/>
                </a:cubicBezTo>
                <a:close/>
                <a:moveTo>
                  <a:pt x="1738" y="44"/>
                </a:moveTo>
                <a:cubicBezTo>
                  <a:pt x="1738" y="68"/>
                  <a:pt x="1718" y="88"/>
                  <a:pt x="1693" y="88"/>
                </a:cubicBezTo>
                <a:cubicBezTo>
                  <a:pt x="1669" y="88"/>
                  <a:pt x="1649" y="68"/>
                  <a:pt x="1649" y="44"/>
                </a:cubicBezTo>
                <a:cubicBezTo>
                  <a:pt x="1649" y="19"/>
                  <a:pt x="1669" y="0"/>
                  <a:pt x="1693" y="0"/>
                </a:cubicBezTo>
                <a:cubicBezTo>
                  <a:pt x="1718" y="0"/>
                  <a:pt x="1738" y="19"/>
                  <a:pt x="1738" y="44"/>
                </a:cubicBezTo>
                <a:close/>
                <a:moveTo>
                  <a:pt x="112" y="1507"/>
                </a:moveTo>
                <a:cubicBezTo>
                  <a:pt x="112" y="1538"/>
                  <a:pt x="87" y="1563"/>
                  <a:pt x="56" y="1563"/>
                </a:cubicBezTo>
                <a:cubicBezTo>
                  <a:pt x="25" y="1563"/>
                  <a:pt x="0" y="1538"/>
                  <a:pt x="0" y="1507"/>
                </a:cubicBezTo>
                <a:cubicBezTo>
                  <a:pt x="0" y="1476"/>
                  <a:pt x="25" y="1451"/>
                  <a:pt x="56" y="1451"/>
                </a:cubicBezTo>
                <a:cubicBezTo>
                  <a:pt x="87" y="1451"/>
                  <a:pt x="112" y="1476"/>
                  <a:pt x="112" y="1507"/>
                </a:cubicBezTo>
                <a:close/>
                <a:moveTo>
                  <a:pt x="3710" y="120"/>
                </a:moveTo>
                <a:cubicBezTo>
                  <a:pt x="3710" y="148"/>
                  <a:pt x="3687" y="170"/>
                  <a:pt x="3659" y="170"/>
                </a:cubicBezTo>
                <a:cubicBezTo>
                  <a:pt x="3632" y="170"/>
                  <a:pt x="3609" y="148"/>
                  <a:pt x="3609" y="120"/>
                </a:cubicBezTo>
                <a:cubicBezTo>
                  <a:pt x="3609" y="92"/>
                  <a:pt x="3632" y="70"/>
                  <a:pt x="3659" y="70"/>
                </a:cubicBezTo>
                <a:cubicBezTo>
                  <a:pt x="3687" y="70"/>
                  <a:pt x="3710" y="92"/>
                  <a:pt x="3710" y="120"/>
                </a:cubicBezTo>
                <a:close/>
                <a:moveTo>
                  <a:pt x="1295" y="1012"/>
                </a:moveTo>
                <a:cubicBezTo>
                  <a:pt x="1295" y="1033"/>
                  <a:pt x="1277" y="1051"/>
                  <a:pt x="1256" y="1051"/>
                </a:cubicBezTo>
                <a:cubicBezTo>
                  <a:pt x="1234" y="1051"/>
                  <a:pt x="1217" y="1033"/>
                  <a:pt x="1217" y="1012"/>
                </a:cubicBezTo>
                <a:cubicBezTo>
                  <a:pt x="1217" y="990"/>
                  <a:pt x="1234" y="973"/>
                  <a:pt x="1256" y="973"/>
                </a:cubicBezTo>
                <a:cubicBezTo>
                  <a:pt x="1277" y="973"/>
                  <a:pt x="1295" y="990"/>
                  <a:pt x="1295" y="1012"/>
                </a:cubicBezTo>
                <a:close/>
                <a:moveTo>
                  <a:pt x="1306" y="298"/>
                </a:moveTo>
                <a:cubicBezTo>
                  <a:pt x="1306" y="325"/>
                  <a:pt x="1284" y="347"/>
                  <a:pt x="1257" y="347"/>
                </a:cubicBezTo>
                <a:cubicBezTo>
                  <a:pt x="1230" y="347"/>
                  <a:pt x="1208" y="325"/>
                  <a:pt x="1208" y="298"/>
                </a:cubicBezTo>
                <a:cubicBezTo>
                  <a:pt x="1208" y="271"/>
                  <a:pt x="1230" y="249"/>
                  <a:pt x="1257" y="249"/>
                </a:cubicBezTo>
                <a:cubicBezTo>
                  <a:pt x="1284" y="249"/>
                  <a:pt x="1306" y="271"/>
                  <a:pt x="1306" y="298"/>
                </a:cubicBezTo>
                <a:close/>
                <a:moveTo>
                  <a:pt x="422" y="2044"/>
                </a:moveTo>
                <a:cubicBezTo>
                  <a:pt x="422" y="2061"/>
                  <a:pt x="408" y="2075"/>
                  <a:pt x="391" y="2075"/>
                </a:cubicBezTo>
                <a:cubicBezTo>
                  <a:pt x="374" y="2075"/>
                  <a:pt x="360" y="2061"/>
                  <a:pt x="360" y="2044"/>
                </a:cubicBezTo>
                <a:cubicBezTo>
                  <a:pt x="360" y="2027"/>
                  <a:pt x="374" y="2013"/>
                  <a:pt x="391" y="2013"/>
                </a:cubicBezTo>
                <a:cubicBezTo>
                  <a:pt x="408" y="2013"/>
                  <a:pt x="422" y="2027"/>
                  <a:pt x="422" y="2044"/>
                </a:cubicBezTo>
                <a:close/>
                <a:moveTo>
                  <a:pt x="3926" y="422"/>
                </a:moveTo>
                <a:cubicBezTo>
                  <a:pt x="3926" y="440"/>
                  <a:pt x="3911" y="454"/>
                  <a:pt x="3893" y="454"/>
                </a:cubicBezTo>
                <a:cubicBezTo>
                  <a:pt x="3875" y="454"/>
                  <a:pt x="3861" y="440"/>
                  <a:pt x="3861" y="422"/>
                </a:cubicBezTo>
                <a:cubicBezTo>
                  <a:pt x="3861" y="404"/>
                  <a:pt x="3875" y="389"/>
                  <a:pt x="3893" y="389"/>
                </a:cubicBezTo>
                <a:cubicBezTo>
                  <a:pt x="3911" y="389"/>
                  <a:pt x="3926" y="404"/>
                  <a:pt x="3926" y="422"/>
                </a:cubicBezTo>
                <a:close/>
                <a:moveTo>
                  <a:pt x="3069" y="1134"/>
                </a:moveTo>
                <a:cubicBezTo>
                  <a:pt x="3069" y="1164"/>
                  <a:pt x="3045" y="1187"/>
                  <a:pt x="3016" y="1187"/>
                </a:cubicBezTo>
                <a:cubicBezTo>
                  <a:pt x="2987" y="1187"/>
                  <a:pt x="2963" y="1164"/>
                  <a:pt x="2963" y="1134"/>
                </a:cubicBezTo>
                <a:cubicBezTo>
                  <a:pt x="2963" y="1105"/>
                  <a:pt x="2987" y="1081"/>
                  <a:pt x="3016" y="1081"/>
                </a:cubicBezTo>
                <a:cubicBezTo>
                  <a:pt x="3045" y="1081"/>
                  <a:pt x="3069" y="1105"/>
                  <a:pt x="3069" y="1134"/>
                </a:cubicBezTo>
                <a:close/>
                <a:moveTo>
                  <a:pt x="2103" y="1344"/>
                </a:moveTo>
                <a:cubicBezTo>
                  <a:pt x="2103" y="1361"/>
                  <a:pt x="2089" y="1376"/>
                  <a:pt x="2071" y="1376"/>
                </a:cubicBezTo>
                <a:cubicBezTo>
                  <a:pt x="2053" y="1376"/>
                  <a:pt x="2038" y="1361"/>
                  <a:pt x="2038" y="1344"/>
                </a:cubicBezTo>
                <a:cubicBezTo>
                  <a:pt x="2038" y="1326"/>
                  <a:pt x="2053" y="1311"/>
                  <a:pt x="2071" y="1311"/>
                </a:cubicBezTo>
                <a:cubicBezTo>
                  <a:pt x="2089" y="1311"/>
                  <a:pt x="2103" y="1326"/>
                  <a:pt x="2103" y="1344"/>
                </a:cubicBezTo>
                <a:close/>
                <a:moveTo>
                  <a:pt x="2791" y="1096"/>
                </a:moveTo>
                <a:cubicBezTo>
                  <a:pt x="2791" y="1128"/>
                  <a:pt x="2765" y="1154"/>
                  <a:pt x="2732" y="1154"/>
                </a:cubicBezTo>
                <a:cubicBezTo>
                  <a:pt x="2700" y="1154"/>
                  <a:pt x="2673" y="1128"/>
                  <a:pt x="2673" y="1096"/>
                </a:cubicBezTo>
                <a:cubicBezTo>
                  <a:pt x="2673" y="1063"/>
                  <a:pt x="2700" y="1037"/>
                  <a:pt x="2732" y="1037"/>
                </a:cubicBezTo>
                <a:cubicBezTo>
                  <a:pt x="2765" y="1037"/>
                  <a:pt x="2791" y="1063"/>
                  <a:pt x="2791" y="1096"/>
                </a:cubicBezTo>
                <a:close/>
                <a:moveTo>
                  <a:pt x="112" y="163"/>
                </a:moveTo>
                <a:cubicBezTo>
                  <a:pt x="112" y="191"/>
                  <a:pt x="89" y="213"/>
                  <a:pt x="62" y="213"/>
                </a:cubicBezTo>
                <a:cubicBezTo>
                  <a:pt x="34" y="213"/>
                  <a:pt x="11" y="191"/>
                  <a:pt x="11" y="163"/>
                </a:cubicBezTo>
                <a:cubicBezTo>
                  <a:pt x="11" y="135"/>
                  <a:pt x="34" y="113"/>
                  <a:pt x="62" y="113"/>
                </a:cubicBezTo>
                <a:cubicBezTo>
                  <a:pt x="89" y="113"/>
                  <a:pt x="112" y="135"/>
                  <a:pt x="112" y="163"/>
                </a:cubicBezTo>
                <a:close/>
                <a:moveTo>
                  <a:pt x="3793" y="905"/>
                </a:moveTo>
                <a:cubicBezTo>
                  <a:pt x="3793" y="933"/>
                  <a:pt x="3770" y="956"/>
                  <a:pt x="3741" y="956"/>
                </a:cubicBezTo>
                <a:cubicBezTo>
                  <a:pt x="3713" y="956"/>
                  <a:pt x="3690" y="933"/>
                  <a:pt x="3690" y="905"/>
                </a:cubicBezTo>
                <a:cubicBezTo>
                  <a:pt x="3690" y="877"/>
                  <a:pt x="3713" y="854"/>
                  <a:pt x="3741" y="854"/>
                </a:cubicBezTo>
                <a:cubicBezTo>
                  <a:pt x="3770" y="854"/>
                  <a:pt x="3793" y="877"/>
                  <a:pt x="3793" y="905"/>
                </a:cubicBezTo>
                <a:close/>
                <a:moveTo>
                  <a:pt x="2323" y="840"/>
                </a:moveTo>
                <a:cubicBezTo>
                  <a:pt x="2323" y="865"/>
                  <a:pt x="2303" y="884"/>
                  <a:pt x="2279" y="884"/>
                </a:cubicBezTo>
                <a:cubicBezTo>
                  <a:pt x="2255" y="884"/>
                  <a:pt x="2235" y="865"/>
                  <a:pt x="2235" y="840"/>
                </a:cubicBezTo>
                <a:cubicBezTo>
                  <a:pt x="2235" y="816"/>
                  <a:pt x="2255" y="796"/>
                  <a:pt x="2279" y="796"/>
                </a:cubicBezTo>
                <a:cubicBezTo>
                  <a:pt x="2303" y="796"/>
                  <a:pt x="2323" y="816"/>
                  <a:pt x="2323" y="840"/>
                </a:cubicBezTo>
                <a:close/>
                <a:moveTo>
                  <a:pt x="2482" y="80"/>
                </a:moveTo>
                <a:cubicBezTo>
                  <a:pt x="2482" y="102"/>
                  <a:pt x="2465" y="119"/>
                  <a:pt x="2443" y="119"/>
                </a:cubicBezTo>
                <a:cubicBezTo>
                  <a:pt x="2422" y="119"/>
                  <a:pt x="2404" y="102"/>
                  <a:pt x="2404" y="80"/>
                </a:cubicBezTo>
                <a:cubicBezTo>
                  <a:pt x="2404" y="58"/>
                  <a:pt x="2422" y="41"/>
                  <a:pt x="2443" y="41"/>
                </a:cubicBezTo>
                <a:cubicBezTo>
                  <a:pt x="2465" y="41"/>
                  <a:pt x="2482" y="58"/>
                  <a:pt x="2482" y="80"/>
                </a:cubicBezTo>
                <a:close/>
                <a:moveTo>
                  <a:pt x="3033" y="561"/>
                </a:moveTo>
                <a:cubicBezTo>
                  <a:pt x="3033" y="586"/>
                  <a:pt x="3013" y="606"/>
                  <a:pt x="2989" y="606"/>
                </a:cubicBezTo>
                <a:cubicBezTo>
                  <a:pt x="2965" y="606"/>
                  <a:pt x="2945" y="586"/>
                  <a:pt x="2945" y="561"/>
                </a:cubicBezTo>
                <a:cubicBezTo>
                  <a:pt x="2945" y="537"/>
                  <a:pt x="2965" y="517"/>
                  <a:pt x="2989" y="517"/>
                </a:cubicBezTo>
                <a:cubicBezTo>
                  <a:pt x="3013" y="517"/>
                  <a:pt x="3033" y="537"/>
                  <a:pt x="3033" y="561"/>
                </a:cubicBezTo>
                <a:close/>
                <a:moveTo>
                  <a:pt x="1113" y="770"/>
                </a:moveTo>
                <a:cubicBezTo>
                  <a:pt x="1113" y="798"/>
                  <a:pt x="1091" y="820"/>
                  <a:pt x="1064" y="820"/>
                </a:cubicBezTo>
                <a:cubicBezTo>
                  <a:pt x="1036" y="820"/>
                  <a:pt x="1014" y="798"/>
                  <a:pt x="1014" y="770"/>
                </a:cubicBezTo>
                <a:cubicBezTo>
                  <a:pt x="1014" y="743"/>
                  <a:pt x="1036" y="721"/>
                  <a:pt x="1064" y="721"/>
                </a:cubicBezTo>
                <a:cubicBezTo>
                  <a:pt x="1091" y="721"/>
                  <a:pt x="1113" y="743"/>
                  <a:pt x="1113" y="770"/>
                </a:cubicBezTo>
                <a:close/>
                <a:moveTo>
                  <a:pt x="3056" y="2029"/>
                </a:moveTo>
                <a:cubicBezTo>
                  <a:pt x="3056" y="2053"/>
                  <a:pt x="3036" y="2073"/>
                  <a:pt x="3012" y="2073"/>
                </a:cubicBezTo>
                <a:cubicBezTo>
                  <a:pt x="2987" y="2073"/>
                  <a:pt x="2967" y="2053"/>
                  <a:pt x="2967" y="2029"/>
                </a:cubicBezTo>
                <a:cubicBezTo>
                  <a:pt x="2967" y="2004"/>
                  <a:pt x="2987" y="1984"/>
                  <a:pt x="3012" y="1984"/>
                </a:cubicBezTo>
                <a:cubicBezTo>
                  <a:pt x="3036" y="1984"/>
                  <a:pt x="3056" y="2004"/>
                  <a:pt x="3056" y="2029"/>
                </a:cubicBezTo>
                <a:close/>
                <a:moveTo>
                  <a:pt x="880" y="727"/>
                </a:moveTo>
                <a:cubicBezTo>
                  <a:pt x="880" y="744"/>
                  <a:pt x="865" y="759"/>
                  <a:pt x="848" y="759"/>
                </a:cubicBezTo>
                <a:cubicBezTo>
                  <a:pt x="830" y="759"/>
                  <a:pt x="816" y="744"/>
                  <a:pt x="816" y="727"/>
                </a:cubicBezTo>
                <a:cubicBezTo>
                  <a:pt x="816" y="709"/>
                  <a:pt x="830" y="695"/>
                  <a:pt x="848" y="695"/>
                </a:cubicBezTo>
                <a:cubicBezTo>
                  <a:pt x="865" y="695"/>
                  <a:pt x="880" y="709"/>
                  <a:pt x="880" y="727"/>
                </a:cubicBezTo>
                <a:close/>
                <a:moveTo>
                  <a:pt x="1043" y="1247"/>
                </a:moveTo>
                <a:cubicBezTo>
                  <a:pt x="1043" y="1274"/>
                  <a:pt x="1022" y="1295"/>
                  <a:pt x="995" y="1295"/>
                </a:cubicBezTo>
                <a:cubicBezTo>
                  <a:pt x="968" y="1295"/>
                  <a:pt x="947" y="1274"/>
                  <a:pt x="947" y="1247"/>
                </a:cubicBezTo>
                <a:cubicBezTo>
                  <a:pt x="947" y="1220"/>
                  <a:pt x="968" y="1199"/>
                  <a:pt x="995" y="1199"/>
                </a:cubicBezTo>
                <a:cubicBezTo>
                  <a:pt x="1022" y="1199"/>
                  <a:pt x="1043" y="1220"/>
                  <a:pt x="1043" y="1247"/>
                </a:cubicBezTo>
                <a:close/>
                <a:moveTo>
                  <a:pt x="1036" y="401"/>
                </a:moveTo>
                <a:cubicBezTo>
                  <a:pt x="1036" y="419"/>
                  <a:pt x="1021" y="434"/>
                  <a:pt x="1003" y="434"/>
                </a:cubicBezTo>
                <a:cubicBezTo>
                  <a:pt x="984" y="434"/>
                  <a:pt x="970" y="419"/>
                  <a:pt x="970" y="401"/>
                </a:cubicBezTo>
                <a:cubicBezTo>
                  <a:pt x="970" y="383"/>
                  <a:pt x="984" y="368"/>
                  <a:pt x="1003" y="368"/>
                </a:cubicBezTo>
                <a:cubicBezTo>
                  <a:pt x="1021" y="368"/>
                  <a:pt x="1036" y="383"/>
                  <a:pt x="1036" y="401"/>
                </a:cubicBezTo>
                <a:close/>
                <a:moveTo>
                  <a:pt x="789" y="1072"/>
                </a:moveTo>
                <a:cubicBezTo>
                  <a:pt x="789" y="1093"/>
                  <a:pt x="772" y="1110"/>
                  <a:pt x="751" y="1110"/>
                </a:cubicBezTo>
                <a:cubicBezTo>
                  <a:pt x="731" y="1110"/>
                  <a:pt x="714" y="1093"/>
                  <a:pt x="714" y="1072"/>
                </a:cubicBezTo>
                <a:cubicBezTo>
                  <a:pt x="714" y="1052"/>
                  <a:pt x="731" y="1035"/>
                  <a:pt x="751" y="1035"/>
                </a:cubicBezTo>
                <a:cubicBezTo>
                  <a:pt x="772" y="1035"/>
                  <a:pt x="789" y="1052"/>
                  <a:pt x="789" y="1072"/>
                </a:cubicBezTo>
                <a:close/>
                <a:moveTo>
                  <a:pt x="3612" y="1206"/>
                </a:moveTo>
                <a:cubicBezTo>
                  <a:pt x="3612" y="1228"/>
                  <a:pt x="3594" y="1246"/>
                  <a:pt x="3572" y="1246"/>
                </a:cubicBezTo>
                <a:cubicBezTo>
                  <a:pt x="3549" y="1246"/>
                  <a:pt x="3531" y="1228"/>
                  <a:pt x="3531" y="1206"/>
                </a:cubicBezTo>
                <a:cubicBezTo>
                  <a:pt x="3531" y="1183"/>
                  <a:pt x="3549" y="1165"/>
                  <a:pt x="3572" y="1165"/>
                </a:cubicBezTo>
                <a:cubicBezTo>
                  <a:pt x="3594" y="1165"/>
                  <a:pt x="3612" y="1183"/>
                  <a:pt x="3612" y="1206"/>
                </a:cubicBezTo>
                <a:close/>
                <a:moveTo>
                  <a:pt x="1813" y="103"/>
                </a:moveTo>
                <a:cubicBezTo>
                  <a:pt x="1813" y="132"/>
                  <a:pt x="1790" y="155"/>
                  <a:pt x="1761" y="155"/>
                </a:cubicBezTo>
                <a:cubicBezTo>
                  <a:pt x="1732" y="155"/>
                  <a:pt x="1709" y="132"/>
                  <a:pt x="1709" y="103"/>
                </a:cubicBezTo>
                <a:cubicBezTo>
                  <a:pt x="1709" y="75"/>
                  <a:pt x="1732" y="51"/>
                  <a:pt x="1761" y="51"/>
                </a:cubicBezTo>
                <a:cubicBezTo>
                  <a:pt x="1790" y="51"/>
                  <a:pt x="1813" y="75"/>
                  <a:pt x="1813" y="103"/>
                </a:cubicBezTo>
                <a:close/>
                <a:moveTo>
                  <a:pt x="3093" y="783"/>
                </a:moveTo>
                <a:cubicBezTo>
                  <a:pt x="3093" y="812"/>
                  <a:pt x="3070" y="835"/>
                  <a:pt x="3041" y="835"/>
                </a:cubicBezTo>
                <a:cubicBezTo>
                  <a:pt x="3012" y="835"/>
                  <a:pt x="2989" y="812"/>
                  <a:pt x="2989" y="783"/>
                </a:cubicBezTo>
                <a:cubicBezTo>
                  <a:pt x="2989" y="754"/>
                  <a:pt x="3012" y="731"/>
                  <a:pt x="3041" y="731"/>
                </a:cubicBezTo>
                <a:cubicBezTo>
                  <a:pt x="3070" y="731"/>
                  <a:pt x="3093" y="754"/>
                  <a:pt x="3093" y="783"/>
                </a:cubicBezTo>
                <a:close/>
                <a:moveTo>
                  <a:pt x="1164" y="480"/>
                </a:moveTo>
                <a:cubicBezTo>
                  <a:pt x="1164" y="501"/>
                  <a:pt x="1147" y="517"/>
                  <a:pt x="1127" y="517"/>
                </a:cubicBezTo>
                <a:cubicBezTo>
                  <a:pt x="1106" y="517"/>
                  <a:pt x="1090" y="501"/>
                  <a:pt x="1090" y="480"/>
                </a:cubicBezTo>
                <a:cubicBezTo>
                  <a:pt x="1090" y="460"/>
                  <a:pt x="1106" y="443"/>
                  <a:pt x="1127" y="443"/>
                </a:cubicBezTo>
                <a:cubicBezTo>
                  <a:pt x="1147" y="443"/>
                  <a:pt x="1164" y="460"/>
                  <a:pt x="1164" y="480"/>
                </a:cubicBezTo>
                <a:close/>
                <a:moveTo>
                  <a:pt x="873" y="1292"/>
                </a:moveTo>
                <a:cubicBezTo>
                  <a:pt x="873" y="1319"/>
                  <a:pt x="851" y="1341"/>
                  <a:pt x="823" y="1341"/>
                </a:cubicBezTo>
                <a:cubicBezTo>
                  <a:pt x="796" y="1341"/>
                  <a:pt x="774" y="1319"/>
                  <a:pt x="774" y="1292"/>
                </a:cubicBezTo>
                <a:cubicBezTo>
                  <a:pt x="774" y="1264"/>
                  <a:pt x="796" y="1242"/>
                  <a:pt x="823" y="1242"/>
                </a:cubicBezTo>
                <a:cubicBezTo>
                  <a:pt x="851" y="1242"/>
                  <a:pt x="873" y="1264"/>
                  <a:pt x="873" y="1292"/>
                </a:cubicBezTo>
                <a:close/>
                <a:moveTo>
                  <a:pt x="3001" y="237"/>
                </a:moveTo>
                <a:cubicBezTo>
                  <a:pt x="3001" y="267"/>
                  <a:pt x="2977" y="290"/>
                  <a:pt x="2948" y="290"/>
                </a:cubicBezTo>
                <a:cubicBezTo>
                  <a:pt x="2918" y="290"/>
                  <a:pt x="2895" y="267"/>
                  <a:pt x="2895" y="237"/>
                </a:cubicBezTo>
                <a:cubicBezTo>
                  <a:pt x="2895" y="208"/>
                  <a:pt x="2918" y="184"/>
                  <a:pt x="2948" y="184"/>
                </a:cubicBezTo>
                <a:cubicBezTo>
                  <a:pt x="2977" y="184"/>
                  <a:pt x="3001" y="208"/>
                  <a:pt x="3001" y="237"/>
                </a:cubicBezTo>
                <a:close/>
                <a:moveTo>
                  <a:pt x="1995" y="814"/>
                </a:moveTo>
                <a:cubicBezTo>
                  <a:pt x="1995" y="839"/>
                  <a:pt x="1975" y="859"/>
                  <a:pt x="1950" y="859"/>
                </a:cubicBezTo>
                <a:cubicBezTo>
                  <a:pt x="1925" y="859"/>
                  <a:pt x="1905" y="839"/>
                  <a:pt x="1905" y="814"/>
                </a:cubicBezTo>
                <a:cubicBezTo>
                  <a:pt x="1905" y="789"/>
                  <a:pt x="1925" y="769"/>
                  <a:pt x="1950" y="769"/>
                </a:cubicBezTo>
                <a:cubicBezTo>
                  <a:pt x="1975" y="769"/>
                  <a:pt x="1995" y="789"/>
                  <a:pt x="1995" y="814"/>
                </a:cubicBezTo>
                <a:close/>
                <a:moveTo>
                  <a:pt x="1810" y="440"/>
                </a:moveTo>
                <a:cubicBezTo>
                  <a:pt x="1810" y="463"/>
                  <a:pt x="1791" y="481"/>
                  <a:pt x="1768" y="481"/>
                </a:cubicBezTo>
                <a:cubicBezTo>
                  <a:pt x="1745" y="481"/>
                  <a:pt x="1726" y="463"/>
                  <a:pt x="1726" y="440"/>
                </a:cubicBezTo>
                <a:cubicBezTo>
                  <a:pt x="1726" y="416"/>
                  <a:pt x="1745" y="398"/>
                  <a:pt x="1768" y="398"/>
                </a:cubicBezTo>
                <a:cubicBezTo>
                  <a:pt x="1791" y="398"/>
                  <a:pt x="1810" y="416"/>
                  <a:pt x="1810" y="440"/>
                </a:cubicBezTo>
                <a:close/>
                <a:moveTo>
                  <a:pt x="2678" y="1521"/>
                </a:moveTo>
                <a:cubicBezTo>
                  <a:pt x="2678" y="1553"/>
                  <a:pt x="2653" y="1579"/>
                  <a:pt x="2621" y="1579"/>
                </a:cubicBezTo>
                <a:cubicBezTo>
                  <a:pt x="2589" y="1579"/>
                  <a:pt x="2564" y="1553"/>
                  <a:pt x="2564" y="1521"/>
                </a:cubicBezTo>
                <a:cubicBezTo>
                  <a:pt x="2564" y="1490"/>
                  <a:pt x="2589" y="1464"/>
                  <a:pt x="2621" y="1464"/>
                </a:cubicBezTo>
                <a:cubicBezTo>
                  <a:pt x="2653" y="1464"/>
                  <a:pt x="2678" y="1490"/>
                  <a:pt x="2678" y="1521"/>
                </a:cubicBezTo>
                <a:close/>
                <a:moveTo>
                  <a:pt x="868" y="1890"/>
                </a:moveTo>
                <a:cubicBezTo>
                  <a:pt x="868" y="1920"/>
                  <a:pt x="844" y="1944"/>
                  <a:pt x="814" y="1944"/>
                </a:cubicBezTo>
                <a:cubicBezTo>
                  <a:pt x="784" y="1944"/>
                  <a:pt x="760" y="1920"/>
                  <a:pt x="760" y="1890"/>
                </a:cubicBezTo>
                <a:cubicBezTo>
                  <a:pt x="760" y="1861"/>
                  <a:pt x="784" y="1836"/>
                  <a:pt x="814" y="1836"/>
                </a:cubicBezTo>
                <a:cubicBezTo>
                  <a:pt x="844" y="1836"/>
                  <a:pt x="868" y="1861"/>
                  <a:pt x="868" y="1890"/>
                </a:cubicBezTo>
                <a:close/>
                <a:moveTo>
                  <a:pt x="2923" y="2076"/>
                </a:moveTo>
                <a:cubicBezTo>
                  <a:pt x="2923" y="2095"/>
                  <a:pt x="2907" y="2110"/>
                  <a:pt x="2889" y="2110"/>
                </a:cubicBezTo>
                <a:cubicBezTo>
                  <a:pt x="2870" y="2110"/>
                  <a:pt x="2854" y="2095"/>
                  <a:pt x="2854" y="2076"/>
                </a:cubicBezTo>
                <a:cubicBezTo>
                  <a:pt x="2854" y="2057"/>
                  <a:pt x="2870" y="2042"/>
                  <a:pt x="2889" y="2042"/>
                </a:cubicBezTo>
                <a:cubicBezTo>
                  <a:pt x="2907" y="2042"/>
                  <a:pt x="2923" y="2057"/>
                  <a:pt x="2923" y="2076"/>
                </a:cubicBezTo>
                <a:close/>
                <a:moveTo>
                  <a:pt x="3177" y="1908"/>
                </a:moveTo>
                <a:cubicBezTo>
                  <a:pt x="3177" y="1927"/>
                  <a:pt x="3162" y="1942"/>
                  <a:pt x="3143" y="1942"/>
                </a:cubicBezTo>
                <a:cubicBezTo>
                  <a:pt x="3125" y="1942"/>
                  <a:pt x="3109" y="1927"/>
                  <a:pt x="3109" y="1908"/>
                </a:cubicBezTo>
                <a:cubicBezTo>
                  <a:pt x="3109" y="1890"/>
                  <a:pt x="3125" y="1874"/>
                  <a:pt x="3143" y="1874"/>
                </a:cubicBezTo>
                <a:cubicBezTo>
                  <a:pt x="3162" y="1874"/>
                  <a:pt x="3177" y="1890"/>
                  <a:pt x="3177" y="1908"/>
                </a:cubicBezTo>
                <a:close/>
                <a:moveTo>
                  <a:pt x="2454" y="2008"/>
                </a:moveTo>
                <a:cubicBezTo>
                  <a:pt x="2454" y="2030"/>
                  <a:pt x="2437" y="2047"/>
                  <a:pt x="2415" y="2047"/>
                </a:cubicBezTo>
                <a:cubicBezTo>
                  <a:pt x="2394" y="2047"/>
                  <a:pt x="2377" y="2030"/>
                  <a:pt x="2377" y="2008"/>
                </a:cubicBezTo>
                <a:cubicBezTo>
                  <a:pt x="2377" y="1987"/>
                  <a:pt x="2394" y="1969"/>
                  <a:pt x="2415" y="1969"/>
                </a:cubicBezTo>
                <a:cubicBezTo>
                  <a:pt x="2437" y="1969"/>
                  <a:pt x="2454" y="1987"/>
                  <a:pt x="2454" y="2008"/>
                </a:cubicBezTo>
                <a:close/>
                <a:moveTo>
                  <a:pt x="3501" y="1923"/>
                </a:moveTo>
                <a:cubicBezTo>
                  <a:pt x="3501" y="1946"/>
                  <a:pt x="3482" y="1966"/>
                  <a:pt x="3458" y="1966"/>
                </a:cubicBezTo>
                <a:cubicBezTo>
                  <a:pt x="3434" y="1966"/>
                  <a:pt x="3415" y="1946"/>
                  <a:pt x="3415" y="1923"/>
                </a:cubicBezTo>
                <a:cubicBezTo>
                  <a:pt x="3415" y="1899"/>
                  <a:pt x="3434" y="1880"/>
                  <a:pt x="3458" y="1880"/>
                </a:cubicBezTo>
                <a:cubicBezTo>
                  <a:pt x="3482" y="1880"/>
                  <a:pt x="3501" y="1899"/>
                  <a:pt x="3501" y="1923"/>
                </a:cubicBezTo>
                <a:close/>
                <a:moveTo>
                  <a:pt x="672" y="472"/>
                </a:moveTo>
                <a:cubicBezTo>
                  <a:pt x="672" y="502"/>
                  <a:pt x="648" y="527"/>
                  <a:pt x="618" y="527"/>
                </a:cubicBezTo>
                <a:cubicBezTo>
                  <a:pt x="587" y="527"/>
                  <a:pt x="563" y="502"/>
                  <a:pt x="563" y="472"/>
                </a:cubicBezTo>
                <a:cubicBezTo>
                  <a:pt x="563" y="442"/>
                  <a:pt x="587" y="417"/>
                  <a:pt x="618" y="417"/>
                </a:cubicBezTo>
                <a:cubicBezTo>
                  <a:pt x="648" y="417"/>
                  <a:pt x="672" y="442"/>
                  <a:pt x="672" y="472"/>
                </a:cubicBezTo>
                <a:close/>
                <a:moveTo>
                  <a:pt x="1769" y="682"/>
                </a:moveTo>
                <a:cubicBezTo>
                  <a:pt x="1769" y="706"/>
                  <a:pt x="1749" y="726"/>
                  <a:pt x="1725" y="726"/>
                </a:cubicBezTo>
                <a:cubicBezTo>
                  <a:pt x="1701" y="726"/>
                  <a:pt x="1682" y="706"/>
                  <a:pt x="1682" y="682"/>
                </a:cubicBezTo>
                <a:cubicBezTo>
                  <a:pt x="1682" y="658"/>
                  <a:pt x="1701" y="639"/>
                  <a:pt x="1725" y="639"/>
                </a:cubicBezTo>
                <a:cubicBezTo>
                  <a:pt x="1749" y="639"/>
                  <a:pt x="1769" y="658"/>
                  <a:pt x="1769" y="682"/>
                </a:cubicBezTo>
                <a:close/>
                <a:moveTo>
                  <a:pt x="3780" y="553"/>
                </a:moveTo>
                <a:cubicBezTo>
                  <a:pt x="3780" y="570"/>
                  <a:pt x="3766" y="583"/>
                  <a:pt x="3749" y="583"/>
                </a:cubicBezTo>
                <a:cubicBezTo>
                  <a:pt x="3733" y="583"/>
                  <a:pt x="3719" y="570"/>
                  <a:pt x="3719" y="553"/>
                </a:cubicBezTo>
                <a:cubicBezTo>
                  <a:pt x="3719" y="536"/>
                  <a:pt x="3733" y="522"/>
                  <a:pt x="3749" y="522"/>
                </a:cubicBezTo>
                <a:cubicBezTo>
                  <a:pt x="3766" y="522"/>
                  <a:pt x="3780" y="536"/>
                  <a:pt x="3780" y="553"/>
                </a:cubicBezTo>
                <a:close/>
                <a:moveTo>
                  <a:pt x="3875" y="685"/>
                </a:moveTo>
                <a:cubicBezTo>
                  <a:pt x="3875" y="708"/>
                  <a:pt x="3856" y="726"/>
                  <a:pt x="3834" y="726"/>
                </a:cubicBezTo>
                <a:cubicBezTo>
                  <a:pt x="3811" y="726"/>
                  <a:pt x="3792" y="708"/>
                  <a:pt x="3792" y="685"/>
                </a:cubicBezTo>
                <a:cubicBezTo>
                  <a:pt x="3792" y="662"/>
                  <a:pt x="3811" y="643"/>
                  <a:pt x="3834" y="643"/>
                </a:cubicBezTo>
                <a:cubicBezTo>
                  <a:pt x="3856" y="643"/>
                  <a:pt x="3875" y="662"/>
                  <a:pt x="3875" y="685"/>
                </a:cubicBezTo>
                <a:close/>
                <a:moveTo>
                  <a:pt x="3973" y="611"/>
                </a:moveTo>
                <a:cubicBezTo>
                  <a:pt x="3973" y="629"/>
                  <a:pt x="3958" y="644"/>
                  <a:pt x="3940" y="644"/>
                </a:cubicBezTo>
                <a:cubicBezTo>
                  <a:pt x="3922" y="644"/>
                  <a:pt x="3908" y="629"/>
                  <a:pt x="3908" y="611"/>
                </a:cubicBezTo>
                <a:cubicBezTo>
                  <a:pt x="3908" y="593"/>
                  <a:pt x="3922" y="579"/>
                  <a:pt x="3940" y="579"/>
                </a:cubicBezTo>
                <a:cubicBezTo>
                  <a:pt x="3958" y="579"/>
                  <a:pt x="3973" y="593"/>
                  <a:pt x="3973" y="611"/>
                </a:cubicBezTo>
                <a:close/>
                <a:moveTo>
                  <a:pt x="3624" y="531"/>
                </a:moveTo>
                <a:cubicBezTo>
                  <a:pt x="3624" y="552"/>
                  <a:pt x="3608" y="568"/>
                  <a:pt x="3588" y="568"/>
                </a:cubicBezTo>
                <a:cubicBezTo>
                  <a:pt x="3567" y="568"/>
                  <a:pt x="3551" y="552"/>
                  <a:pt x="3551" y="531"/>
                </a:cubicBezTo>
                <a:cubicBezTo>
                  <a:pt x="3551" y="511"/>
                  <a:pt x="3567" y="495"/>
                  <a:pt x="3588" y="495"/>
                </a:cubicBezTo>
                <a:cubicBezTo>
                  <a:pt x="3608" y="495"/>
                  <a:pt x="3624" y="511"/>
                  <a:pt x="3624" y="531"/>
                </a:cubicBezTo>
                <a:close/>
                <a:moveTo>
                  <a:pt x="3844" y="501"/>
                </a:moveTo>
                <a:cubicBezTo>
                  <a:pt x="3844" y="533"/>
                  <a:pt x="3819" y="558"/>
                  <a:pt x="3787" y="558"/>
                </a:cubicBezTo>
                <a:cubicBezTo>
                  <a:pt x="3756" y="558"/>
                  <a:pt x="3730" y="533"/>
                  <a:pt x="3730" y="501"/>
                </a:cubicBezTo>
                <a:cubicBezTo>
                  <a:pt x="3730" y="470"/>
                  <a:pt x="3756" y="444"/>
                  <a:pt x="3787" y="444"/>
                </a:cubicBezTo>
                <a:cubicBezTo>
                  <a:pt x="3819" y="444"/>
                  <a:pt x="3844" y="470"/>
                  <a:pt x="3844" y="501"/>
                </a:cubicBezTo>
                <a:close/>
                <a:moveTo>
                  <a:pt x="1406" y="656"/>
                </a:moveTo>
                <a:cubicBezTo>
                  <a:pt x="1406" y="676"/>
                  <a:pt x="1389" y="693"/>
                  <a:pt x="1369" y="693"/>
                </a:cubicBezTo>
                <a:cubicBezTo>
                  <a:pt x="1349" y="693"/>
                  <a:pt x="1333" y="676"/>
                  <a:pt x="1333" y="656"/>
                </a:cubicBezTo>
                <a:cubicBezTo>
                  <a:pt x="1333" y="636"/>
                  <a:pt x="1349" y="620"/>
                  <a:pt x="1369" y="620"/>
                </a:cubicBezTo>
                <a:cubicBezTo>
                  <a:pt x="1389" y="620"/>
                  <a:pt x="1406" y="636"/>
                  <a:pt x="1406" y="656"/>
                </a:cubicBezTo>
                <a:close/>
                <a:moveTo>
                  <a:pt x="2248" y="1196"/>
                </a:moveTo>
                <a:cubicBezTo>
                  <a:pt x="2248" y="1219"/>
                  <a:pt x="2229" y="1238"/>
                  <a:pt x="2206" y="1238"/>
                </a:cubicBezTo>
                <a:cubicBezTo>
                  <a:pt x="2183" y="1238"/>
                  <a:pt x="2164" y="1219"/>
                  <a:pt x="2164" y="1196"/>
                </a:cubicBezTo>
                <a:cubicBezTo>
                  <a:pt x="2164" y="1172"/>
                  <a:pt x="2183" y="1154"/>
                  <a:pt x="2206" y="1154"/>
                </a:cubicBezTo>
                <a:cubicBezTo>
                  <a:pt x="2229" y="1154"/>
                  <a:pt x="2248" y="1172"/>
                  <a:pt x="2248" y="1196"/>
                </a:cubicBezTo>
                <a:close/>
                <a:moveTo>
                  <a:pt x="2122" y="645"/>
                </a:moveTo>
                <a:cubicBezTo>
                  <a:pt x="2122" y="676"/>
                  <a:pt x="2097" y="701"/>
                  <a:pt x="2066" y="701"/>
                </a:cubicBezTo>
                <a:cubicBezTo>
                  <a:pt x="2036" y="701"/>
                  <a:pt x="2011" y="676"/>
                  <a:pt x="2011" y="645"/>
                </a:cubicBezTo>
                <a:cubicBezTo>
                  <a:pt x="2011" y="615"/>
                  <a:pt x="2036" y="590"/>
                  <a:pt x="2066" y="590"/>
                </a:cubicBezTo>
                <a:cubicBezTo>
                  <a:pt x="2097" y="590"/>
                  <a:pt x="2122" y="615"/>
                  <a:pt x="2122" y="645"/>
                </a:cubicBezTo>
                <a:close/>
                <a:moveTo>
                  <a:pt x="3827" y="1601"/>
                </a:moveTo>
                <a:cubicBezTo>
                  <a:pt x="3827" y="1631"/>
                  <a:pt x="3802" y="1655"/>
                  <a:pt x="3772" y="1655"/>
                </a:cubicBezTo>
                <a:cubicBezTo>
                  <a:pt x="3742" y="1655"/>
                  <a:pt x="3718" y="1631"/>
                  <a:pt x="3718" y="1601"/>
                </a:cubicBezTo>
                <a:cubicBezTo>
                  <a:pt x="3718" y="1571"/>
                  <a:pt x="3742" y="1546"/>
                  <a:pt x="3772" y="1546"/>
                </a:cubicBezTo>
                <a:cubicBezTo>
                  <a:pt x="3802" y="1546"/>
                  <a:pt x="3827" y="1571"/>
                  <a:pt x="3827" y="1601"/>
                </a:cubicBezTo>
                <a:close/>
                <a:moveTo>
                  <a:pt x="356" y="545"/>
                </a:moveTo>
                <a:cubicBezTo>
                  <a:pt x="356" y="565"/>
                  <a:pt x="340" y="581"/>
                  <a:pt x="320" y="581"/>
                </a:cubicBezTo>
                <a:cubicBezTo>
                  <a:pt x="300" y="581"/>
                  <a:pt x="284" y="565"/>
                  <a:pt x="284" y="545"/>
                </a:cubicBezTo>
                <a:cubicBezTo>
                  <a:pt x="284" y="525"/>
                  <a:pt x="300" y="509"/>
                  <a:pt x="320" y="509"/>
                </a:cubicBezTo>
                <a:cubicBezTo>
                  <a:pt x="340" y="509"/>
                  <a:pt x="356" y="525"/>
                  <a:pt x="356" y="545"/>
                </a:cubicBezTo>
                <a:close/>
                <a:moveTo>
                  <a:pt x="713" y="2053"/>
                </a:moveTo>
                <a:cubicBezTo>
                  <a:pt x="713" y="2085"/>
                  <a:pt x="688" y="2110"/>
                  <a:pt x="656" y="2110"/>
                </a:cubicBezTo>
                <a:cubicBezTo>
                  <a:pt x="624" y="2110"/>
                  <a:pt x="599" y="2085"/>
                  <a:pt x="599" y="2053"/>
                </a:cubicBezTo>
                <a:cubicBezTo>
                  <a:pt x="599" y="2022"/>
                  <a:pt x="624" y="1996"/>
                  <a:pt x="656" y="1996"/>
                </a:cubicBezTo>
                <a:cubicBezTo>
                  <a:pt x="688" y="1996"/>
                  <a:pt x="713" y="2022"/>
                  <a:pt x="713" y="2053"/>
                </a:cubicBezTo>
                <a:close/>
                <a:moveTo>
                  <a:pt x="3727" y="1191"/>
                </a:moveTo>
                <a:cubicBezTo>
                  <a:pt x="3727" y="1209"/>
                  <a:pt x="3712" y="1224"/>
                  <a:pt x="3693" y="1224"/>
                </a:cubicBezTo>
                <a:cubicBezTo>
                  <a:pt x="3675" y="1224"/>
                  <a:pt x="3660" y="1209"/>
                  <a:pt x="3660" y="1191"/>
                </a:cubicBezTo>
                <a:cubicBezTo>
                  <a:pt x="3660" y="1172"/>
                  <a:pt x="3675" y="1157"/>
                  <a:pt x="3693" y="1157"/>
                </a:cubicBezTo>
                <a:cubicBezTo>
                  <a:pt x="3712" y="1157"/>
                  <a:pt x="3727" y="1172"/>
                  <a:pt x="3727" y="1191"/>
                </a:cubicBezTo>
                <a:close/>
                <a:moveTo>
                  <a:pt x="1802" y="137"/>
                </a:moveTo>
                <a:cubicBezTo>
                  <a:pt x="1802" y="169"/>
                  <a:pt x="1776" y="195"/>
                  <a:pt x="1745" y="195"/>
                </a:cubicBezTo>
                <a:cubicBezTo>
                  <a:pt x="1713" y="195"/>
                  <a:pt x="1688" y="169"/>
                  <a:pt x="1688" y="137"/>
                </a:cubicBezTo>
                <a:cubicBezTo>
                  <a:pt x="1688" y="106"/>
                  <a:pt x="1713" y="80"/>
                  <a:pt x="1745" y="80"/>
                </a:cubicBezTo>
                <a:cubicBezTo>
                  <a:pt x="1776" y="80"/>
                  <a:pt x="1802" y="106"/>
                  <a:pt x="1802" y="137"/>
                </a:cubicBezTo>
                <a:close/>
                <a:moveTo>
                  <a:pt x="1157" y="624"/>
                </a:moveTo>
                <a:cubicBezTo>
                  <a:pt x="1157" y="657"/>
                  <a:pt x="1131" y="683"/>
                  <a:pt x="1099" y="683"/>
                </a:cubicBezTo>
                <a:cubicBezTo>
                  <a:pt x="1067" y="683"/>
                  <a:pt x="1040" y="657"/>
                  <a:pt x="1040" y="624"/>
                </a:cubicBezTo>
                <a:cubicBezTo>
                  <a:pt x="1040" y="592"/>
                  <a:pt x="1067" y="566"/>
                  <a:pt x="1099" y="566"/>
                </a:cubicBezTo>
                <a:cubicBezTo>
                  <a:pt x="1131" y="566"/>
                  <a:pt x="1157" y="592"/>
                  <a:pt x="1157" y="624"/>
                </a:cubicBezTo>
                <a:close/>
                <a:moveTo>
                  <a:pt x="878" y="1957"/>
                </a:moveTo>
                <a:cubicBezTo>
                  <a:pt x="878" y="1979"/>
                  <a:pt x="860" y="1996"/>
                  <a:pt x="839" y="1996"/>
                </a:cubicBezTo>
                <a:cubicBezTo>
                  <a:pt x="817" y="1996"/>
                  <a:pt x="799" y="1979"/>
                  <a:pt x="799" y="1957"/>
                </a:cubicBezTo>
                <a:cubicBezTo>
                  <a:pt x="799" y="1935"/>
                  <a:pt x="817" y="1917"/>
                  <a:pt x="839" y="1917"/>
                </a:cubicBezTo>
                <a:cubicBezTo>
                  <a:pt x="860" y="1917"/>
                  <a:pt x="878" y="1935"/>
                  <a:pt x="878" y="1957"/>
                </a:cubicBezTo>
                <a:close/>
                <a:moveTo>
                  <a:pt x="2753" y="243"/>
                </a:moveTo>
                <a:cubicBezTo>
                  <a:pt x="2753" y="275"/>
                  <a:pt x="2727" y="300"/>
                  <a:pt x="2696" y="300"/>
                </a:cubicBezTo>
                <a:cubicBezTo>
                  <a:pt x="2665" y="300"/>
                  <a:pt x="2639" y="275"/>
                  <a:pt x="2639" y="243"/>
                </a:cubicBezTo>
                <a:cubicBezTo>
                  <a:pt x="2639" y="212"/>
                  <a:pt x="2665" y="186"/>
                  <a:pt x="2696" y="186"/>
                </a:cubicBezTo>
                <a:cubicBezTo>
                  <a:pt x="2727" y="186"/>
                  <a:pt x="2753" y="212"/>
                  <a:pt x="2753" y="243"/>
                </a:cubicBezTo>
                <a:close/>
                <a:moveTo>
                  <a:pt x="1681" y="744"/>
                </a:moveTo>
                <a:cubicBezTo>
                  <a:pt x="1681" y="771"/>
                  <a:pt x="1659" y="794"/>
                  <a:pt x="1631" y="794"/>
                </a:cubicBezTo>
                <a:cubicBezTo>
                  <a:pt x="1604" y="794"/>
                  <a:pt x="1582" y="771"/>
                  <a:pt x="1582" y="744"/>
                </a:cubicBezTo>
                <a:cubicBezTo>
                  <a:pt x="1582" y="717"/>
                  <a:pt x="1604" y="694"/>
                  <a:pt x="1631" y="694"/>
                </a:cubicBezTo>
                <a:cubicBezTo>
                  <a:pt x="1659" y="694"/>
                  <a:pt x="1681" y="717"/>
                  <a:pt x="1681" y="744"/>
                </a:cubicBezTo>
                <a:close/>
                <a:moveTo>
                  <a:pt x="2444" y="546"/>
                </a:moveTo>
                <a:cubicBezTo>
                  <a:pt x="2444" y="565"/>
                  <a:pt x="2429" y="580"/>
                  <a:pt x="2410" y="580"/>
                </a:cubicBezTo>
                <a:cubicBezTo>
                  <a:pt x="2392" y="580"/>
                  <a:pt x="2377" y="565"/>
                  <a:pt x="2377" y="546"/>
                </a:cubicBezTo>
                <a:cubicBezTo>
                  <a:pt x="2377" y="528"/>
                  <a:pt x="2392" y="513"/>
                  <a:pt x="2410" y="513"/>
                </a:cubicBezTo>
                <a:cubicBezTo>
                  <a:pt x="2429" y="513"/>
                  <a:pt x="2444" y="528"/>
                  <a:pt x="2444" y="546"/>
                </a:cubicBezTo>
                <a:close/>
                <a:moveTo>
                  <a:pt x="2395" y="71"/>
                </a:moveTo>
                <a:cubicBezTo>
                  <a:pt x="2395" y="102"/>
                  <a:pt x="2370" y="127"/>
                  <a:pt x="2339" y="127"/>
                </a:cubicBezTo>
                <a:cubicBezTo>
                  <a:pt x="2308" y="127"/>
                  <a:pt x="2282" y="102"/>
                  <a:pt x="2282" y="71"/>
                </a:cubicBezTo>
                <a:cubicBezTo>
                  <a:pt x="2282" y="40"/>
                  <a:pt x="2308" y="15"/>
                  <a:pt x="2339" y="15"/>
                </a:cubicBezTo>
                <a:cubicBezTo>
                  <a:pt x="2370" y="15"/>
                  <a:pt x="2395" y="40"/>
                  <a:pt x="2395" y="71"/>
                </a:cubicBezTo>
                <a:close/>
                <a:moveTo>
                  <a:pt x="1452" y="376"/>
                </a:moveTo>
                <a:cubicBezTo>
                  <a:pt x="1452" y="398"/>
                  <a:pt x="1434" y="415"/>
                  <a:pt x="1412" y="415"/>
                </a:cubicBezTo>
                <a:cubicBezTo>
                  <a:pt x="1390" y="415"/>
                  <a:pt x="1372" y="398"/>
                  <a:pt x="1372" y="376"/>
                </a:cubicBezTo>
                <a:cubicBezTo>
                  <a:pt x="1372" y="354"/>
                  <a:pt x="1390" y="336"/>
                  <a:pt x="1412" y="336"/>
                </a:cubicBezTo>
                <a:cubicBezTo>
                  <a:pt x="1434" y="336"/>
                  <a:pt x="1452" y="354"/>
                  <a:pt x="1452" y="376"/>
                </a:cubicBezTo>
                <a:close/>
                <a:moveTo>
                  <a:pt x="538" y="684"/>
                </a:moveTo>
                <a:cubicBezTo>
                  <a:pt x="538" y="710"/>
                  <a:pt x="518" y="731"/>
                  <a:pt x="492" y="731"/>
                </a:cubicBezTo>
                <a:cubicBezTo>
                  <a:pt x="466" y="731"/>
                  <a:pt x="446" y="710"/>
                  <a:pt x="446" y="684"/>
                </a:cubicBezTo>
                <a:cubicBezTo>
                  <a:pt x="446" y="659"/>
                  <a:pt x="466" y="638"/>
                  <a:pt x="492" y="638"/>
                </a:cubicBezTo>
                <a:cubicBezTo>
                  <a:pt x="518" y="638"/>
                  <a:pt x="538" y="659"/>
                  <a:pt x="538" y="684"/>
                </a:cubicBezTo>
                <a:close/>
                <a:moveTo>
                  <a:pt x="1703" y="721"/>
                </a:moveTo>
                <a:cubicBezTo>
                  <a:pt x="1703" y="743"/>
                  <a:pt x="1686" y="760"/>
                  <a:pt x="1664" y="760"/>
                </a:cubicBezTo>
                <a:cubicBezTo>
                  <a:pt x="1643" y="760"/>
                  <a:pt x="1626" y="743"/>
                  <a:pt x="1626" y="721"/>
                </a:cubicBezTo>
                <a:cubicBezTo>
                  <a:pt x="1626" y="700"/>
                  <a:pt x="1643" y="683"/>
                  <a:pt x="1664" y="683"/>
                </a:cubicBezTo>
                <a:cubicBezTo>
                  <a:pt x="1686" y="683"/>
                  <a:pt x="1703" y="700"/>
                  <a:pt x="1703" y="721"/>
                </a:cubicBezTo>
                <a:close/>
                <a:moveTo>
                  <a:pt x="2026" y="1655"/>
                </a:moveTo>
                <a:cubicBezTo>
                  <a:pt x="2026" y="1678"/>
                  <a:pt x="2007" y="1698"/>
                  <a:pt x="1983" y="1698"/>
                </a:cubicBezTo>
                <a:cubicBezTo>
                  <a:pt x="1959" y="1698"/>
                  <a:pt x="1940" y="1678"/>
                  <a:pt x="1940" y="1655"/>
                </a:cubicBezTo>
                <a:cubicBezTo>
                  <a:pt x="1940" y="1631"/>
                  <a:pt x="1959" y="1611"/>
                  <a:pt x="1983" y="1611"/>
                </a:cubicBezTo>
                <a:cubicBezTo>
                  <a:pt x="2007" y="1611"/>
                  <a:pt x="2026" y="1631"/>
                  <a:pt x="2026" y="1655"/>
                </a:cubicBezTo>
                <a:close/>
                <a:moveTo>
                  <a:pt x="3142" y="1033"/>
                </a:moveTo>
                <a:cubicBezTo>
                  <a:pt x="3142" y="1052"/>
                  <a:pt x="3127" y="1067"/>
                  <a:pt x="3108" y="1067"/>
                </a:cubicBezTo>
                <a:cubicBezTo>
                  <a:pt x="3090" y="1067"/>
                  <a:pt x="3075" y="1052"/>
                  <a:pt x="3075" y="1033"/>
                </a:cubicBezTo>
                <a:cubicBezTo>
                  <a:pt x="3075" y="1014"/>
                  <a:pt x="3090" y="999"/>
                  <a:pt x="3108" y="999"/>
                </a:cubicBezTo>
                <a:cubicBezTo>
                  <a:pt x="3127" y="999"/>
                  <a:pt x="3142" y="1014"/>
                  <a:pt x="3142" y="1033"/>
                </a:cubicBezTo>
                <a:close/>
                <a:moveTo>
                  <a:pt x="762" y="1799"/>
                </a:moveTo>
                <a:cubicBezTo>
                  <a:pt x="762" y="1824"/>
                  <a:pt x="742" y="1844"/>
                  <a:pt x="718" y="1844"/>
                </a:cubicBezTo>
                <a:cubicBezTo>
                  <a:pt x="693" y="1844"/>
                  <a:pt x="673" y="1824"/>
                  <a:pt x="673" y="1799"/>
                </a:cubicBezTo>
                <a:cubicBezTo>
                  <a:pt x="673" y="1775"/>
                  <a:pt x="693" y="1755"/>
                  <a:pt x="718" y="1755"/>
                </a:cubicBezTo>
                <a:cubicBezTo>
                  <a:pt x="742" y="1755"/>
                  <a:pt x="762" y="1775"/>
                  <a:pt x="762" y="1799"/>
                </a:cubicBezTo>
                <a:close/>
                <a:moveTo>
                  <a:pt x="1622" y="1102"/>
                </a:moveTo>
                <a:cubicBezTo>
                  <a:pt x="1622" y="1133"/>
                  <a:pt x="1597" y="1158"/>
                  <a:pt x="1566" y="1158"/>
                </a:cubicBezTo>
                <a:cubicBezTo>
                  <a:pt x="1536" y="1158"/>
                  <a:pt x="1511" y="1133"/>
                  <a:pt x="1511" y="1102"/>
                </a:cubicBezTo>
                <a:cubicBezTo>
                  <a:pt x="1511" y="1072"/>
                  <a:pt x="1536" y="1047"/>
                  <a:pt x="1566" y="1047"/>
                </a:cubicBezTo>
                <a:cubicBezTo>
                  <a:pt x="1597" y="1047"/>
                  <a:pt x="1622" y="1072"/>
                  <a:pt x="1622" y="1102"/>
                </a:cubicBezTo>
                <a:close/>
                <a:moveTo>
                  <a:pt x="1579" y="779"/>
                </a:moveTo>
                <a:cubicBezTo>
                  <a:pt x="1579" y="801"/>
                  <a:pt x="1561" y="820"/>
                  <a:pt x="1538" y="820"/>
                </a:cubicBezTo>
                <a:cubicBezTo>
                  <a:pt x="1515" y="820"/>
                  <a:pt x="1497" y="801"/>
                  <a:pt x="1497" y="779"/>
                </a:cubicBezTo>
                <a:cubicBezTo>
                  <a:pt x="1497" y="756"/>
                  <a:pt x="1515" y="738"/>
                  <a:pt x="1538" y="738"/>
                </a:cubicBezTo>
                <a:cubicBezTo>
                  <a:pt x="1561" y="738"/>
                  <a:pt x="1579" y="756"/>
                  <a:pt x="1579" y="779"/>
                </a:cubicBezTo>
                <a:close/>
                <a:moveTo>
                  <a:pt x="124" y="1164"/>
                </a:moveTo>
                <a:cubicBezTo>
                  <a:pt x="124" y="1188"/>
                  <a:pt x="104" y="1208"/>
                  <a:pt x="80" y="1208"/>
                </a:cubicBezTo>
                <a:cubicBezTo>
                  <a:pt x="55" y="1208"/>
                  <a:pt x="36" y="1188"/>
                  <a:pt x="36" y="1164"/>
                </a:cubicBezTo>
                <a:cubicBezTo>
                  <a:pt x="36" y="1139"/>
                  <a:pt x="55" y="1119"/>
                  <a:pt x="80" y="1119"/>
                </a:cubicBezTo>
                <a:cubicBezTo>
                  <a:pt x="104" y="1119"/>
                  <a:pt x="124" y="1139"/>
                  <a:pt x="124" y="1164"/>
                </a:cubicBezTo>
                <a:close/>
                <a:moveTo>
                  <a:pt x="2064" y="968"/>
                </a:moveTo>
                <a:cubicBezTo>
                  <a:pt x="2064" y="992"/>
                  <a:pt x="2044" y="1012"/>
                  <a:pt x="2020" y="1012"/>
                </a:cubicBezTo>
                <a:cubicBezTo>
                  <a:pt x="1995" y="1012"/>
                  <a:pt x="1976" y="992"/>
                  <a:pt x="1976" y="968"/>
                </a:cubicBezTo>
                <a:cubicBezTo>
                  <a:pt x="1976" y="943"/>
                  <a:pt x="1995" y="924"/>
                  <a:pt x="2020" y="924"/>
                </a:cubicBezTo>
                <a:cubicBezTo>
                  <a:pt x="2044" y="924"/>
                  <a:pt x="2064" y="943"/>
                  <a:pt x="2064" y="968"/>
                </a:cubicBezTo>
                <a:close/>
                <a:moveTo>
                  <a:pt x="2958" y="410"/>
                </a:moveTo>
                <a:cubicBezTo>
                  <a:pt x="2958" y="443"/>
                  <a:pt x="2931" y="470"/>
                  <a:pt x="2899" y="470"/>
                </a:cubicBezTo>
                <a:cubicBezTo>
                  <a:pt x="2866" y="470"/>
                  <a:pt x="2839" y="443"/>
                  <a:pt x="2839" y="410"/>
                </a:cubicBezTo>
                <a:cubicBezTo>
                  <a:pt x="2839" y="377"/>
                  <a:pt x="2866" y="351"/>
                  <a:pt x="2899" y="351"/>
                </a:cubicBezTo>
                <a:cubicBezTo>
                  <a:pt x="2931" y="351"/>
                  <a:pt x="2958" y="377"/>
                  <a:pt x="2958" y="410"/>
                </a:cubicBezTo>
                <a:close/>
                <a:moveTo>
                  <a:pt x="531" y="1839"/>
                </a:moveTo>
                <a:cubicBezTo>
                  <a:pt x="531" y="1858"/>
                  <a:pt x="515" y="1874"/>
                  <a:pt x="495" y="1874"/>
                </a:cubicBezTo>
                <a:cubicBezTo>
                  <a:pt x="476" y="1874"/>
                  <a:pt x="460" y="1858"/>
                  <a:pt x="460" y="1839"/>
                </a:cubicBezTo>
                <a:cubicBezTo>
                  <a:pt x="460" y="1819"/>
                  <a:pt x="476" y="1803"/>
                  <a:pt x="495" y="1803"/>
                </a:cubicBezTo>
                <a:cubicBezTo>
                  <a:pt x="515" y="1803"/>
                  <a:pt x="531" y="1819"/>
                  <a:pt x="531" y="1839"/>
                </a:cubicBezTo>
                <a:close/>
                <a:moveTo>
                  <a:pt x="3250" y="566"/>
                </a:moveTo>
                <a:cubicBezTo>
                  <a:pt x="3250" y="584"/>
                  <a:pt x="3235" y="599"/>
                  <a:pt x="3218" y="599"/>
                </a:cubicBezTo>
                <a:cubicBezTo>
                  <a:pt x="3200" y="599"/>
                  <a:pt x="3185" y="584"/>
                  <a:pt x="3185" y="566"/>
                </a:cubicBezTo>
                <a:cubicBezTo>
                  <a:pt x="3185" y="549"/>
                  <a:pt x="3200" y="534"/>
                  <a:pt x="3218" y="534"/>
                </a:cubicBezTo>
                <a:cubicBezTo>
                  <a:pt x="3235" y="534"/>
                  <a:pt x="3250" y="549"/>
                  <a:pt x="3250" y="566"/>
                </a:cubicBezTo>
                <a:close/>
                <a:moveTo>
                  <a:pt x="2255" y="1781"/>
                </a:moveTo>
                <a:cubicBezTo>
                  <a:pt x="2255" y="1812"/>
                  <a:pt x="2230" y="1837"/>
                  <a:pt x="2199" y="1837"/>
                </a:cubicBezTo>
                <a:cubicBezTo>
                  <a:pt x="2169" y="1837"/>
                  <a:pt x="2144" y="1812"/>
                  <a:pt x="2144" y="1781"/>
                </a:cubicBezTo>
                <a:cubicBezTo>
                  <a:pt x="2144" y="1751"/>
                  <a:pt x="2169" y="1726"/>
                  <a:pt x="2199" y="1726"/>
                </a:cubicBezTo>
                <a:cubicBezTo>
                  <a:pt x="2230" y="1726"/>
                  <a:pt x="2255" y="1751"/>
                  <a:pt x="2255" y="1781"/>
                </a:cubicBezTo>
                <a:close/>
                <a:moveTo>
                  <a:pt x="3576" y="2077"/>
                </a:moveTo>
                <a:cubicBezTo>
                  <a:pt x="3576" y="2094"/>
                  <a:pt x="3562" y="2108"/>
                  <a:pt x="3545" y="2108"/>
                </a:cubicBezTo>
                <a:cubicBezTo>
                  <a:pt x="3527" y="2108"/>
                  <a:pt x="3513" y="2094"/>
                  <a:pt x="3513" y="2077"/>
                </a:cubicBezTo>
                <a:cubicBezTo>
                  <a:pt x="3513" y="2059"/>
                  <a:pt x="3527" y="2045"/>
                  <a:pt x="3545" y="2045"/>
                </a:cubicBezTo>
                <a:cubicBezTo>
                  <a:pt x="3562" y="2045"/>
                  <a:pt x="3576" y="2059"/>
                  <a:pt x="3576" y="2077"/>
                </a:cubicBezTo>
                <a:close/>
              </a:path>
            </a:pathLst>
          </a:custGeom>
          <a:solidFill>
            <a:srgbClr val="9A9A9A"/>
          </a:solidFill>
          <a:ln>
            <a:noFill/>
          </a:ln>
        </p:spPr>
      </p:sp>
      <p:grpSp>
        <p:nvGrpSpPr>
          <p:cNvPr id="18" name="!!OndaUltrasonido"/>
          <p:cNvGrpSpPr/>
          <p:nvPr/>
        </p:nvGrpSpPr>
        <p:grpSpPr>
          <a:xfrm>
            <a:off x="727375" y="2478661"/>
            <a:ext cx="1050707" cy="538859"/>
            <a:chOff x="727375" y="2478661"/>
            <a:chExt cx="1050707" cy="538859"/>
          </a:xfrm>
        </p:grpSpPr>
        <p:sp>
          <p:nvSpPr>
            <p:cNvPr id="19" name="Flecha 18_2"/>
            <p:cNvSpPr/>
            <p:nvPr/>
          </p:nvSpPr>
          <p:spPr>
            <a:xfrm>
              <a:off x="1077610" y="2478661"/>
              <a:ext cx="350236" cy="81659"/>
            </a:xfrm>
            <a:custGeom>
              <a:avLst/>
              <a:gdLst/>
              <a:ahLst/>
              <a:cxnLst/>
              <a:rect l="0" t="0" r="r" b="b"/>
              <a:pathLst>
                <a:path w="383" h="89" fill="none">
                  <a:moveTo>
                    <a:pt x="383" y="0"/>
                  </a:moveTo>
                  <a:lnTo>
                    <a:pt x="357" y="26"/>
                  </a:lnTo>
                  <a:lnTo>
                    <a:pt x="328" y="48"/>
                  </a:lnTo>
                  <a:lnTo>
                    <a:pt x="297" y="65"/>
                  </a:lnTo>
                  <a:lnTo>
                    <a:pt x="263" y="78"/>
                  </a:lnTo>
                  <a:lnTo>
                    <a:pt x="227" y="86"/>
                  </a:lnTo>
                  <a:lnTo>
                    <a:pt x="191" y="89"/>
                  </a:lnTo>
                  <a:lnTo>
                    <a:pt x="155" y="86"/>
                  </a:lnTo>
                  <a:lnTo>
                    <a:pt x="119" y="78"/>
                  </a:lnTo>
                  <a:lnTo>
                    <a:pt x="85" y="65"/>
                  </a:lnTo>
                  <a:lnTo>
                    <a:pt x="54" y="48"/>
                  </a:lnTo>
                  <a:lnTo>
                    <a:pt x="25" y="26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1C40F"/>
              </a:solidFill>
              <a:round/>
            </a:ln>
          </p:spPr>
        </p:sp>
        <p:sp>
          <p:nvSpPr>
            <p:cNvPr id="20" name="Flecha 20_2"/>
            <p:cNvSpPr/>
            <p:nvPr/>
          </p:nvSpPr>
          <p:spPr>
            <a:xfrm>
              <a:off x="902492" y="2625602"/>
              <a:ext cx="700471" cy="163318"/>
            </a:xfrm>
            <a:custGeom>
              <a:avLst/>
              <a:gdLst/>
              <a:ahLst/>
              <a:cxnLst/>
              <a:rect l="0" t="0" r="r" b="b"/>
              <a:pathLst>
                <a:path w="766" h="178" fill="none">
                  <a:moveTo>
                    <a:pt x="766" y="0"/>
                  </a:moveTo>
                  <a:lnTo>
                    <a:pt x="715" y="52"/>
                  </a:lnTo>
                  <a:lnTo>
                    <a:pt x="657" y="96"/>
                  </a:lnTo>
                  <a:lnTo>
                    <a:pt x="594" y="131"/>
                  </a:lnTo>
                  <a:lnTo>
                    <a:pt x="526" y="157"/>
                  </a:lnTo>
                  <a:lnTo>
                    <a:pt x="455" y="173"/>
                  </a:lnTo>
                  <a:lnTo>
                    <a:pt x="383" y="178"/>
                  </a:lnTo>
                  <a:lnTo>
                    <a:pt x="310" y="173"/>
                  </a:lnTo>
                  <a:lnTo>
                    <a:pt x="239" y="157"/>
                  </a:lnTo>
                  <a:lnTo>
                    <a:pt x="171" y="131"/>
                  </a:lnTo>
                  <a:lnTo>
                    <a:pt x="108" y="96"/>
                  </a:lnTo>
                  <a:lnTo>
                    <a:pt x="50" y="52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1C40F"/>
              </a:solidFill>
              <a:round/>
            </a:ln>
          </p:spPr>
        </p:sp>
        <p:sp>
          <p:nvSpPr>
            <p:cNvPr id="21" name="Flecha 22_2"/>
            <p:cNvSpPr/>
            <p:nvPr/>
          </p:nvSpPr>
          <p:spPr>
            <a:xfrm>
              <a:off x="727375" y="2772544"/>
              <a:ext cx="1050707" cy="244976"/>
            </a:xfrm>
            <a:custGeom>
              <a:avLst/>
              <a:gdLst/>
              <a:ahLst/>
              <a:cxnLst/>
              <a:rect l="0" t="0" r="r" b="b"/>
              <a:pathLst>
                <a:path w="1149" h="267" fill="none">
                  <a:moveTo>
                    <a:pt x="1149" y="0"/>
                  </a:moveTo>
                  <a:lnTo>
                    <a:pt x="1073" y="78"/>
                  </a:lnTo>
                  <a:lnTo>
                    <a:pt x="986" y="144"/>
                  </a:lnTo>
                  <a:lnTo>
                    <a:pt x="891" y="197"/>
                  </a:lnTo>
                  <a:lnTo>
                    <a:pt x="789" y="236"/>
                  </a:lnTo>
                  <a:lnTo>
                    <a:pt x="683" y="259"/>
                  </a:lnTo>
                  <a:lnTo>
                    <a:pt x="574" y="267"/>
                  </a:lnTo>
                  <a:lnTo>
                    <a:pt x="465" y="259"/>
                  </a:lnTo>
                  <a:lnTo>
                    <a:pt x="359" y="236"/>
                  </a:lnTo>
                  <a:lnTo>
                    <a:pt x="257" y="197"/>
                  </a:lnTo>
                  <a:lnTo>
                    <a:pt x="162" y="144"/>
                  </a:lnTo>
                  <a:lnTo>
                    <a:pt x="75" y="78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1C40F"/>
              </a:solidFill>
              <a:round/>
            </a:ln>
          </p:spPr>
        </p:sp>
      </p:grpSp>
      <p:grpSp>
        <p:nvGrpSpPr>
          <p:cNvPr id="22" name="Rótulo Líquido = NEGRO (aneco"/>
          <p:cNvGrpSpPr/>
          <p:nvPr/>
        </p:nvGrpSpPr>
        <p:grpSpPr>
          <a:xfrm>
            <a:off x="2834640" y="3167482"/>
            <a:ext cx="2743200" cy="2456078"/>
            <a:chOff x="2834640" y="3167482"/>
            <a:chExt cx="2743200" cy="2456078"/>
          </a:xfrm>
        </p:grpSpPr>
        <p:sp>
          <p:nvSpPr>
            <p:cNvPr id="23" name="Flecha 25_2"/>
            <p:cNvSpPr/>
            <p:nvPr/>
          </p:nvSpPr>
          <p:spPr>
            <a:xfrm>
              <a:off x="4206240" y="3167482"/>
              <a:ext cx="9144" cy="2181758"/>
            </a:xfrm>
            <a:custGeom>
              <a:avLst/>
              <a:gdLst/>
              <a:ahLst/>
              <a:cxnLst/>
              <a:rect l="0" t="0" r="r" b="b"/>
              <a:pathLst>
                <a:path w="10" h="2385" fill="none">
                  <a:moveTo>
                    <a:pt x="0" y="0"/>
                  </a:moveTo>
                  <a:lnTo>
                    <a:pt x="0" y="2385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4" name="Forma 27"/>
            <p:cNvSpPr/>
            <p:nvPr/>
          </p:nvSpPr>
          <p:spPr>
            <a:xfrm>
              <a:off x="2834640" y="5120640"/>
              <a:ext cx="2743200" cy="502920"/>
            </a:xfrm>
            <a:prstGeom prst="rect">
              <a:avLst/>
            </a:prstGeom>
            <a:solidFill>
              <a:srgbClr val="7CC8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= NEGRO (anecoico)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5" name="Escala Líquido"/>
          <p:cNvGrpSpPr/>
          <p:nvPr/>
        </p:nvGrpSpPr>
        <p:grpSpPr>
          <a:xfrm>
            <a:off x="6858000" y="914400"/>
            <a:ext cx="5029200" cy="1005840"/>
            <a:chOff x="6858000" y="914400"/>
            <a:chExt cx="5029200" cy="1005840"/>
          </a:xfrm>
        </p:grpSpPr>
        <p:sp>
          <p:nvSpPr>
            <p:cNvPr id="26" name="Forma 29"/>
            <p:cNvSpPr/>
            <p:nvPr/>
          </p:nvSpPr>
          <p:spPr>
            <a:xfrm>
              <a:off x="6858000" y="914400"/>
              <a:ext cx="914400" cy="1005840"/>
            </a:xfrm>
            <a:prstGeom prst="rect">
              <a:avLst/>
            </a:prstGeom>
            <a:solidFill>
              <a:srgbClr val="111111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7" name="Forma 30"/>
            <p:cNvSpPr/>
            <p:nvPr/>
          </p:nvSpPr>
          <p:spPr>
            <a:xfrm>
              <a:off x="7863840" y="914400"/>
              <a:ext cx="4023360" cy="10058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Imagen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negra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(anecoica)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28" name="Escala Tejidos intermedios"/>
          <p:cNvGrpSpPr/>
          <p:nvPr/>
        </p:nvGrpSpPr>
        <p:grpSpPr>
          <a:xfrm>
            <a:off x="6858000" y="2103120"/>
            <a:ext cx="5029200" cy="1005840"/>
            <a:chOff x="6858000" y="2103120"/>
            <a:chExt cx="5029200" cy="1005840"/>
          </a:xfrm>
        </p:grpSpPr>
        <p:sp>
          <p:nvSpPr>
            <p:cNvPr id="29" name="Forma 32"/>
            <p:cNvSpPr/>
            <p:nvPr/>
          </p:nvSpPr>
          <p:spPr>
            <a:xfrm>
              <a:off x="6858000" y="2103120"/>
              <a:ext cx="914400" cy="1005840"/>
            </a:xfrm>
            <a:prstGeom prst="rect">
              <a:avLst/>
            </a:prstGeom>
            <a:solidFill>
              <a:srgbClr val="888888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0" name="Forma 33"/>
            <p:cNvSpPr/>
            <p:nvPr/>
          </p:nvSpPr>
          <p:spPr>
            <a:xfrm>
              <a:off x="7863840" y="2103120"/>
              <a:ext cx="4023360" cy="10058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Tejidos intermedios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Escala de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grises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31" name="Escala Muy denso (hueso)"/>
          <p:cNvGrpSpPr/>
          <p:nvPr/>
        </p:nvGrpSpPr>
        <p:grpSpPr>
          <a:xfrm>
            <a:off x="6858000" y="3291840"/>
            <a:ext cx="5029200" cy="1005840"/>
            <a:chOff x="6858000" y="3291840"/>
            <a:chExt cx="5029200" cy="1005840"/>
          </a:xfrm>
        </p:grpSpPr>
        <p:sp>
          <p:nvSpPr>
            <p:cNvPr id="32" name="Forma 35"/>
            <p:cNvSpPr/>
            <p:nvPr/>
          </p:nvSpPr>
          <p:spPr>
            <a:xfrm>
              <a:off x="6858000" y="3291840"/>
              <a:ext cx="914400" cy="1005840"/>
            </a:xfrm>
            <a:prstGeom prst="rect">
              <a:avLst/>
            </a:prstGeom>
            <a:solidFill>
              <a:srgbClr val="F2F2F2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6"/>
            <p:cNvSpPr/>
            <p:nvPr/>
          </p:nvSpPr>
          <p:spPr>
            <a:xfrm>
              <a:off x="7863840" y="3291840"/>
              <a:ext cx="4023360" cy="10058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Muy denso (hueso)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Muy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blanco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cono de sombra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posterior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34" name="Ecogenicidad"/>
          <p:cNvSpPr/>
          <p:nvPr/>
        </p:nvSpPr>
        <p:spPr>
          <a:xfrm>
            <a:off x="6858000" y="4572000"/>
            <a:ext cx="5029200" cy="17830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ecogenicidad depende de la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densidad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del tejido que genera el eco. Solo el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 anecoico; los tejidos blandos tienen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ecogenicidad intermedia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(ver auditoría).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679455" y="91440"/>
            <a:ext cx="734764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ECOGRAFÍA: EL LÍQUIDO ES ANECOICO</a:t>
            </a:r>
            <a:endParaRPr lang="es-AR" sz="2400" dirty="0">
              <a:latin typeface="Mali"/>
            </a:endParaRPr>
          </a:p>
        </p:txBody>
      </p:sp>
      <p:sp>
        <p:nvSpPr>
          <p:cNvPr id="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Punción y aspiración del espacio pleural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Objetivos diagnósticos y terapéuticos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 de la pared: el paquete vasculonervioso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Obtención de la muestra (concepto)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tres frascos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Indicaciones y algoritmo en sospecha de ICC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Complicaciones e iatrogenia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paciente"/>
          <p:cNvGrpSpPr/>
          <p:nvPr/>
        </p:nvGrpSpPr>
        <p:grpSpPr>
          <a:xfrm>
            <a:off x="7243267" y="658368"/>
            <a:ext cx="2155546" cy="3694176"/>
            <a:chOff x="7243267" y="658368"/>
            <a:chExt cx="2155546" cy="3694176"/>
          </a:xfrm>
        </p:grpSpPr>
        <p:sp>
          <p:nvSpPr>
            <p:cNvPr id="12" name="Forma 11"/>
            <p:cNvSpPr/>
            <p:nvPr/>
          </p:nvSpPr>
          <p:spPr>
            <a:xfrm>
              <a:off x="7975397" y="658368"/>
              <a:ext cx="691286" cy="841248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243267" y="1517904"/>
              <a:ext cx="2155546" cy="2834640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8321040" y="1591056"/>
              <a:ext cx="16459" cy="2560320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7662672" y="1737360"/>
              <a:ext cx="1316736" cy="950976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grpSp>
        <p:nvGrpSpPr>
          <p:cNvPr id="16" name="Arte tubo 0"/>
          <p:cNvGrpSpPr/>
          <p:nvPr/>
        </p:nvGrpSpPr>
        <p:grpSpPr>
          <a:xfrm>
            <a:off x="9939528" y="3749040"/>
            <a:ext cx="512064" cy="1737360"/>
            <a:chOff x="9939528" y="3749040"/>
            <a:chExt cx="512064" cy="1737360"/>
          </a:xfrm>
        </p:grpSpPr>
        <p:sp>
          <p:nvSpPr>
            <p:cNvPr id="17" name="Forma 16"/>
            <p:cNvSpPr/>
            <p:nvPr/>
          </p:nvSpPr>
          <p:spPr>
            <a:xfrm>
              <a:off x="9939528" y="3749040"/>
              <a:ext cx="512064" cy="17373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9998964" y="4516953"/>
              <a:ext cx="393192" cy="94338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38B"/>
                </a:gs>
                <a:gs pos="100000">
                  <a:srgbClr val="D9C16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9998964" y="4490893"/>
              <a:ext cx="393192" cy="60808"/>
            </a:xfrm>
            <a:prstGeom prst="ellipse">
              <a:avLst/>
            </a:prstGeom>
            <a:solidFill>
              <a:srgbClr val="F9E69A"/>
            </a:solidFill>
            <a:ln w="9525" cap="rnd">
              <a:solidFill>
                <a:srgbClr val="AC9A4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9966960" y="3922776"/>
              <a:ext cx="457200" cy="156362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10040112" y="4047866"/>
              <a:ext cx="54864" cy="938174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2" name="Arte tubo 1"/>
          <p:cNvGrpSpPr/>
          <p:nvPr/>
        </p:nvGrpSpPr>
        <p:grpSpPr>
          <a:xfrm>
            <a:off x="10579608" y="3749040"/>
            <a:ext cx="512064" cy="1737360"/>
            <a:chOff x="10579608" y="3749040"/>
            <a:chExt cx="512064" cy="1737360"/>
          </a:xfrm>
        </p:grpSpPr>
        <p:sp>
          <p:nvSpPr>
            <p:cNvPr id="23" name="Forma 22"/>
            <p:cNvSpPr/>
            <p:nvPr/>
          </p:nvSpPr>
          <p:spPr>
            <a:xfrm>
              <a:off x="10579608" y="3749040"/>
              <a:ext cx="512064" cy="17373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10639044" y="4516953"/>
              <a:ext cx="393192" cy="94338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9F99"/>
                </a:gs>
                <a:gs pos="100000">
                  <a:srgbClr val="BE7770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10639044" y="4490893"/>
              <a:ext cx="393192" cy="60808"/>
            </a:xfrm>
            <a:prstGeom prst="ellipse">
              <a:avLst/>
            </a:prstGeom>
            <a:solidFill>
              <a:srgbClr val="E4ABA6"/>
            </a:solidFill>
            <a:ln w="9525" cap="rnd">
              <a:solidFill>
                <a:srgbClr val="975F59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10607040" y="3922776"/>
              <a:ext cx="457200" cy="156362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10680192" y="4047866"/>
              <a:ext cx="54864" cy="938174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8" name="Arte tubo 2"/>
          <p:cNvGrpSpPr/>
          <p:nvPr/>
        </p:nvGrpSpPr>
        <p:grpSpPr>
          <a:xfrm>
            <a:off x="11219688" y="3749040"/>
            <a:ext cx="512064" cy="1737360"/>
            <a:chOff x="11219688" y="3749040"/>
            <a:chExt cx="512064" cy="1737360"/>
          </a:xfrm>
        </p:grpSpPr>
        <p:sp>
          <p:nvSpPr>
            <p:cNvPr id="29" name="Forma 28"/>
            <p:cNvSpPr/>
            <p:nvPr/>
          </p:nvSpPr>
          <p:spPr>
            <a:xfrm>
              <a:off x="11219688" y="3749040"/>
              <a:ext cx="512064" cy="17373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11279124" y="4516953"/>
              <a:ext cx="393192" cy="94338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11279124" y="4490893"/>
              <a:ext cx="393192" cy="60808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11247120" y="3922776"/>
              <a:ext cx="457200" cy="156362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11320272" y="4047866"/>
              <a:ext cx="54864" cy="938174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521396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VIII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4000" dirty="0">
              <a:latin typeface="Mali"/>
            </a:endParaRPr>
          </a:p>
        </p:txBody>
      </p:sp>
      <p:sp>
        <p:nvSpPr>
          <p:cNvPr id="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aciente"/>
          <p:cNvGrpSpPr/>
          <p:nvPr/>
        </p:nvGrpSpPr>
        <p:grpSpPr>
          <a:xfrm>
            <a:off x="1569537" y="941375"/>
            <a:ext cx="3179430" cy="5448910"/>
            <a:chOff x="1569537" y="941375"/>
            <a:chExt cx="3179430" cy="5448910"/>
          </a:xfrm>
        </p:grpSpPr>
        <p:sp>
          <p:nvSpPr>
            <p:cNvPr id="5" name="Forma 4"/>
            <p:cNvSpPr/>
            <p:nvPr/>
          </p:nvSpPr>
          <p:spPr>
            <a:xfrm>
              <a:off x="2649428" y="941375"/>
              <a:ext cx="1019647" cy="1240841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569537" y="2209190"/>
              <a:ext cx="3179430" cy="4181094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3159252" y="2317090"/>
              <a:ext cx="24277" cy="3776472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88159" y="2532888"/>
              <a:ext cx="1942186" cy="1402690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grpSp>
        <p:nvGrpSpPr>
          <p:cNvPr id="10" name="Recuadro Definición"/>
          <p:cNvGrpSpPr/>
          <p:nvPr/>
        </p:nvGrpSpPr>
        <p:grpSpPr>
          <a:xfrm>
            <a:off x="6217920" y="914400"/>
            <a:ext cx="5669280" cy="1688592"/>
            <a:chOff x="6217920" y="914400"/>
            <a:chExt cx="5669280" cy="1688592"/>
          </a:xfrm>
        </p:grpSpPr>
        <p:sp>
          <p:nvSpPr>
            <p:cNvPr id="11" name="Forma 10"/>
            <p:cNvSpPr/>
            <p:nvPr/>
          </p:nvSpPr>
          <p:spPr>
            <a:xfrm>
              <a:off x="6217920" y="1280160"/>
              <a:ext cx="5669280" cy="132283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Punción y aspiración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espacio pleural.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6217920" y="914400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DEFINICIÓN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Recuadro Doble finalidad"/>
          <p:cNvGrpSpPr/>
          <p:nvPr/>
        </p:nvGrpSpPr>
        <p:grpSpPr>
          <a:xfrm>
            <a:off x="6217920" y="2767584"/>
            <a:ext cx="5669280" cy="1688592"/>
            <a:chOff x="6217920" y="2767584"/>
            <a:chExt cx="5669280" cy="1688592"/>
          </a:xfrm>
        </p:grpSpPr>
        <p:sp>
          <p:nvSpPr>
            <p:cNvPr id="14" name="Forma 13"/>
            <p:cNvSpPr/>
            <p:nvPr/>
          </p:nvSpPr>
          <p:spPr>
            <a:xfrm>
              <a:off x="6217920" y="3133344"/>
              <a:ext cx="5669280" cy="132283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Diagnóstica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(analizar el líquido) y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terapéutica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(evacuarlo para aliviar la disnea).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217920" y="2767584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DOBLE FINALIDAD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ecuadro Cuándo"/>
          <p:cNvGrpSpPr/>
          <p:nvPr/>
        </p:nvGrpSpPr>
        <p:grpSpPr>
          <a:xfrm>
            <a:off x="6217920" y="4620768"/>
            <a:ext cx="5669280" cy="1688592"/>
            <a:chOff x="6217920" y="4620768"/>
            <a:chExt cx="5669280" cy="1688592"/>
          </a:xfrm>
        </p:grpSpPr>
        <p:sp>
          <p:nvSpPr>
            <p:cNvPr id="17" name="Forma 16"/>
            <p:cNvSpPr/>
            <p:nvPr/>
          </p:nvSpPr>
          <p:spPr>
            <a:xfrm>
              <a:off x="6217920" y="4986528"/>
              <a:ext cx="5669280" cy="1322832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Estudio fundamental ante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todo derrame de causa no clara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217920" y="4620768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CUÁNDO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PACIENTE</a:t>
            </a:r>
            <a:endParaRPr lang="es-AR" sz="2400" dirty="0">
              <a:latin typeface="Mali"/>
            </a:endParaRPr>
          </a:p>
        </p:txBody>
      </p:sp>
      <p:sp>
        <p:nvSpPr>
          <p:cNvPr id="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1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aciente"/>
          <p:cNvGrpSpPr/>
          <p:nvPr/>
        </p:nvGrpSpPr>
        <p:grpSpPr>
          <a:xfrm>
            <a:off x="1569537" y="941375"/>
            <a:ext cx="3179430" cy="5448910"/>
            <a:chOff x="1569537" y="941375"/>
            <a:chExt cx="3179430" cy="5448910"/>
          </a:xfrm>
        </p:grpSpPr>
        <p:sp>
          <p:nvSpPr>
            <p:cNvPr id="5" name="Forma 4"/>
            <p:cNvSpPr/>
            <p:nvPr/>
          </p:nvSpPr>
          <p:spPr>
            <a:xfrm>
              <a:off x="2649428" y="941375"/>
              <a:ext cx="1019647" cy="1240841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569537" y="2209190"/>
              <a:ext cx="3179430" cy="4181094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3159252" y="2317090"/>
              <a:ext cx="24277" cy="3776472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88159" y="2532888"/>
              <a:ext cx="1942186" cy="1402690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sp>
        <p:nvSpPr>
          <p:cNvPr id="10" name="!!CostillasPosteriores"/>
          <p:cNvSpPr/>
          <p:nvPr/>
        </p:nvSpPr>
        <p:spPr>
          <a:xfrm>
            <a:off x="1751167" y="2586838"/>
            <a:ext cx="2816169" cy="3236976"/>
          </a:xfrm>
          <a:custGeom>
            <a:avLst/>
            <a:gdLst/>
            <a:ahLst/>
            <a:cxnLst/>
            <a:rect l="0" t="0" r="r" b="b"/>
            <a:pathLst>
              <a:path w="5800" h="6000" fill="none">
                <a:moveTo>
                  <a:pt x="2600" y="200"/>
                </a:moveTo>
                <a:lnTo>
                  <a:pt x="2435" y="163"/>
                </a:lnTo>
                <a:lnTo>
                  <a:pt x="2201" y="105"/>
                </a:lnTo>
                <a:lnTo>
                  <a:pt x="1930" y="46"/>
                </a:lnTo>
                <a:lnTo>
                  <a:pt x="1652" y="4"/>
                </a:lnTo>
                <a:lnTo>
                  <a:pt x="1400" y="0"/>
                </a:lnTo>
                <a:lnTo>
                  <a:pt x="1160" y="40"/>
                </a:lnTo>
                <a:lnTo>
                  <a:pt x="914" y="111"/>
                </a:lnTo>
                <a:lnTo>
                  <a:pt x="677" y="204"/>
                </a:lnTo>
                <a:lnTo>
                  <a:pt x="467" y="303"/>
                </a:lnTo>
                <a:lnTo>
                  <a:pt x="300" y="400"/>
                </a:lnTo>
                <a:lnTo>
                  <a:pt x="184" y="501"/>
                </a:lnTo>
                <a:lnTo>
                  <a:pt x="108" y="616"/>
                </a:lnTo>
                <a:lnTo>
                  <a:pt x="60" y="731"/>
                </a:lnTo>
                <a:lnTo>
                  <a:pt x="28" y="830"/>
                </a:lnTo>
                <a:lnTo>
                  <a:pt x="0" y="900"/>
                </a:lnTo>
              </a:path>
              <a:path w="5800" h="6000" fill="none">
                <a:moveTo>
                  <a:pt x="3200" y="200"/>
                </a:moveTo>
                <a:lnTo>
                  <a:pt x="3364" y="163"/>
                </a:lnTo>
                <a:lnTo>
                  <a:pt x="3598" y="105"/>
                </a:lnTo>
                <a:lnTo>
                  <a:pt x="3869" y="46"/>
                </a:lnTo>
                <a:lnTo>
                  <a:pt x="4147" y="4"/>
                </a:lnTo>
                <a:lnTo>
                  <a:pt x="4400" y="0"/>
                </a:lnTo>
                <a:lnTo>
                  <a:pt x="4639" y="40"/>
                </a:lnTo>
                <a:lnTo>
                  <a:pt x="4885" y="111"/>
                </a:lnTo>
                <a:lnTo>
                  <a:pt x="5122" y="204"/>
                </a:lnTo>
                <a:lnTo>
                  <a:pt x="5332" y="303"/>
                </a:lnTo>
                <a:lnTo>
                  <a:pt x="5500" y="400"/>
                </a:lnTo>
                <a:lnTo>
                  <a:pt x="5616" y="501"/>
                </a:lnTo>
                <a:lnTo>
                  <a:pt x="5692" y="616"/>
                </a:lnTo>
                <a:lnTo>
                  <a:pt x="5740" y="731"/>
                </a:lnTo>
                <a:lnTo>
                  <a:pt x="5771" y="830"/>
                </a:lnTo>
                <a:lnTo>
                  <a:pt x="5800" y="900"/>
                </a:lnTo>
              </a:path>
              <a:path w="5800" h="6000" fill="none">
                <a:moveTo>
                  <a:pt x="2600" y="1050"/>
                </a:moveTo>
                <a:lnTo>
                  <a:pt x="2435" y="1013"/>
                </a:lnTo>
                <a:lnTo>
                  <a:pt x="2201" y="955"/>
                </a:lnTo>
                <a:lnTo>
                  <a:pt x="1930" y="896"/>
                </a:lnTo>
                <a:lnTo>
                  <a:pt x="1652" y="854"/>
                </a:lnTo>
                <a:lnTo>
                  <a:pt x="1400" y="850"/>
                </a:lnTo>
                <a:lnTo>
                  <a:pt x="1160" y="890"/>
                </a:lnTo>
                <a:lnTo>
                  <a:pt x="914" y="961"/>
                </a:lnTo>
                <a:lnTo>
                  <a:pt x="677" y="1054"/>
                </a:lnTo>
                <a:lnTo>
                  <a:pt x="467" y="1153"/>
                </a:lnTo>
                <a:lnTo>
                  <a:pt x="300" y="1250"/>
                </a:lnTo>
                <a:lnTo>
                  <a:pt x="184" y="1351"/>
                </a:lnTo>
                <a:lnTo>
                  <a:pt x="108" y="1466"/>
                </a:lnTo>
                <a:lnTo>
                  <a:pt x="60" y="1581"/>
                </a:lnTo>
                <a:lnTo>
                  <a:pt x="28" y="1680"/>
                </a:lnTo>
                <a:lnTo>
                  <a:pt x="0" y="1750"/>
                </a:lnTo>
              </a:path>
              <a:path w="5800" h="6000" fill="none">
                <a:moveTo>
                  <a:pt x="3200" y="1050"/>
                </a:moveTo>
                <a:lnTo>
                  <a:pt x="3364" y="1013"/>
                </a:lnTo>
                <a:lnTo>
                  <a:pt x="3598" y="955"/>
                </a:lnTo>
                <a:lnTo>
                  <a:pt x="3869" y="896"/>
                </a:lnTo>
                <a:lnTo>
                  <a:pt x="4147" y="854"/>
                </a:lnTo>
                <a:lnTo>
                  <a:pt x="4400" y="850"/>
                </a:lnTo>
                <a:lnTo>
                  <a:pt x="4639" y="890"/>
                </a:lnTo>
                <a:lnTo>
                  <a:pt x="4885" y="961"/>
                </a:lnTo>
                <a:lnTo>
                  <a:pt x="5122" y="1054"/>
                </a:lnTo>
                <a:lnTo>
                  <a:pt x="5332" y="1153"/>
                </a:lnTo>
                <a:lnTo>
                  <a:pt x="5500" y="1250"/>
                </a:lnTo>
                <a:lnTo>
                  <a:pt x="5616" y="1351"/>
                </a:lnTo>
                <a:lnTo>
                  <a:pt x="5692" y="1466"/>
                </a:lnTo>
                <a:lnTo>
                  <a:pt x="5740" y="1581"/>
                </a:lnTo>
                <a:lnTo>
                  <a:pt x="5771" y="1680"/>
                </a:lnTo>
                <a:lnTo>
                  <a:pt x="5800" y="1750"/>
                </a:lnTo>
              </a:path>
              <a:path w="5800" h="6000" fill="none">
                <a:moveTo>
                  <a:pt x="2600" y="1900"/>
                </a:moveTo>
                <a:lnTo>
                  <a:pt x="2435" y="1863"/>
                </a:lnTo>
                <a:lnTo>
                  <a:pt x="2201" y="1805"/>
                </a:lnTo>
                <a:lnTo>
                  <a:pt x="1930" y="1746"/>
                </a:lnTo>
                <a:lnTo>
                  <a:pt x="1652" y="1704"/>
                </a:lnTo>
                <a:lnTo>
                  <a:pt x="1400" y="1700"/>
                </a:lnTo>
                <a:lnTo>
                  <a:pt x="1160" y="1740"/>
                </a:lnTo>
                <a:lnTo>
                  <a:pt x="914" y="1812"/>
                </a:lnTo>
                <a:lnTo>
                  <a:pt x="677" y="1904"/>
                </a:lnTo>
                <a:lnTo>
                  <a:pt x="467" y="2004"/>
                </a:lnTo>
                <a:lnTo>
                  <a:pt x="300" y="2100"/>
                </a:lnTo>
                <a:lnTo>
                  <a:pt x="184" y="2201"/>
                </a:lnTo>
                <a:lnTo>
                  <a:pt x="108" y="2316"/>
                </a:lnTo>
                <a:lnTo>
                  <a:pt x="60" y="2431"/>
                </a:lnTo>
                <a:lnTo>
                  <a:pt x="28" y="2530"/>
                </a:lnTo>
                <a:lnTo>
                  <a:pt x="0" y="2600"/>
                </a:lnTo>
              </a:path>
              <a:path w="5800" h="6000" fill="none">
                <a:moveTo>
                  <a:pt x="3200" y="1900"/>
                </a:moveTo>
                <a:lnTo>
                  <a:pt x="3364" y="1863"/>
                </a:lnTo>
                <a:lnTo>
                  <a:pt x="3598" y="1805"/>
                </a:lnTo>
                <a:lnTo>
                  <a:pt x="3869" y="1746"/>
                </a:lnTo>
                <a:lnTo>
                  <a:pt x="4147" y="1704"/>
                </a:lnTo>
                <a:lnTo>
                  <a:pt x="4400" y="1700"/>
                </a:lnTo>
                <a:lnTo>
                  <a:pt x="4639" y="1740"/>
                </a:lnTo>
                <a:lnTo>
                  <a:pt x="4885" y="1812"/>
                </a:lnTo>
                <a:lnTo>
                  <a:pt x="5122" y="1904"/>
                </a:lnTo>
                <a:lnTo>
                  <a:pt x="5332" y="2004"/>
                </a:lnTo>
                <a:lnTo>
                  <a:pt x="5500" y="2100"/>
                </a:lnTo>
                <a:lnTo>
                  <a:pt x="5616" y="2201"/>
                </a:lnTo>
                <a:lnTo>
                  <a:pt x="5692" y="2316"/>
                </a:lnTo>
                <a:lnTo>
                  <a:pt x="5740" y="2431"/>
                </a:lnTo>
                <a:lnTo>
                  <a:pt x="5771" y="2530"/>
                </a:lnTo>
                <a:lnTo>
                  <a:pt x="5800" y="2600"/>
                </a:lnTo>
              </a:path>
              <a:path w="5800" h="6000" fill="none">
                <a:moveTo>
                  <a:pt x="2600" y="2750"/>
                </a:moveTo>
                <a:lnTo>
                  <a:pt x="2435" y="2713"/>
                </a:lnTo>
                <a:lnTo>
                  <a:pt x="2201" y="2655"/>
                </a:lnTo>
                <a:lnTo>
                  <a:pt x="1930" y="2596"/>
                </a:lnTo>
                <a:lnTo>
                  <a:pt x="1652" y="2554"/>
                </a:lnTo>
                <a:lnTo>
                  <a:pt x="1400" y="2550"/>
                </a:lnTo>
                <a:lnTo>
                  <a:pt x="1160" y="2590"/>
                </a:lnTo>
                <a:lnTo>
                  <a:pt x="914" y="2661"/>
                </a:lnTo>
                <a:lnTo>
                  <a:pt x="677" y="2754"/>
                </a:lnTo>
                <a:lnTo>
                  <a:pt x="467" y="2854"/>
                </a:lnTo>
                <a:lnTo>
                  <a:pt x="300" y="2950"/>
                </a:lnTo>
                <a:lnTo>
                  <a:pt x="184" y="3051"/>
                </a:lnTo>
                <a:lnTo>
                  <a:pt x="108" y="3166"/>
                </a:lnTo>
                <a:lnTo>
                  <a:pt x="60" y="3281"/>
                </a:lnTo>
                <a:lnTo>
                  <a:pt x="28" y="3380"/>
                </a:lnTo>
                <a:lnTo>
                  <a:pt x="0" y="3450"/>
                </a:lnTo>
              </a:path>
              <a:path w="5800" h="6000" fill="none">
                <a:moveTo>
                  <a:pt x="3200" y="2750"/>
                </a:moveTo>
                <a:lnTo>
                  <a:pt x="3364" y="2713"/>
                </a:lnTo>
                <a:lnTo>
                  <a:pt x="3598" y="2655"/>
                </a:lnTo>
                <a:lnTo>
                  <a:pt x="3869" y="2596"/>
                </a:lnTo>
                <a:lnTo>
                  <a:pt x="4147" y="2554"/>
                </a:lnTo>
                <a:lnTo>
                  <a:pt x="4400" y="2550"/>
                </a:lnTo>
                <a:lnTo>
                  <a:pt x="4639" y="2590"/>
                </a:lnTo>
                <a:lnTo>
                  <a:pt x="4885" y="2661"/>
                </a:lnTo>
                <a:lnTo>
                  <a:pt x="5122" y="2754"/>
                </a:lnTo>
                <a:lnTo>
                  <a:pt x="5332" y="2854"/>
                </a:lnTo>
                <a:lnTo>
                  <a:pt x="5500" y="2950"/>
                </a:lnTo>
                <a:lnTo>
                  <a:pt x="5616" y="3051"/>
                </a:lnTo>
                <a:lnTo>
                  <a:pt x="5692" y="3166"/>
                </a:lnTo>
                <a:lnTo>
                  <a:pt x="5740" y="3281"/>
                </a:lnTo>
                <a:lnTo>
                  <a:pt x="5771" y="3380"/>
                </a:lnTo>
                <a:lnTo>
                  <a:pt x="5800" y="3450"/>
                </a:lnTo>
              </a:path>
              <a:path w="5800" h="6000" fill="none">
                <a:moveTo>
                  <a:pt x="2600" y="3600"/>
                </a:moveTo>
                <a:lnTo>
                  <a:pt x="2435" y="3563"/>
                </a:lnTo>
                <a:lnTo>
                  <a:pt x="2201" y="3505"/>
                </a:lnTo>
                <a:lnTo>
                  <a:pt x="1930" y="3446"/>
                </a:lnTo>
                <a:lnTo>
                  <a:pt x="1652" y="3404"/>
                </a:lnTo>
                <a:lnTo>
                  <a:pt x="1400" y="3400"/>
                </a:lnTo>
                <a:lnTo>
                  <a:pt x="1160" y="3440"/>
                </a:lnTo>
                <a:lnTo>
                  <a:pt x="914" y="3511"/>
                </a:lnTo>
                <a:lnTo>
                  <a:pt x="677" y="3604"/>
                </a:lnTo>
                <a:lnTo>
                  <a:pt x="467" y="3704"/>
                </a:lnTo>
                <a:lnTo>
                  <a:pt x="300" y="3800"/>
                </a:lnTo>
                <a:lnTo>
                  <a:pt x="184" y="3901"/>
                </a:lnTo>
                <a:lnTo>
                  <a:pt x="108" y="4016"/>
                </a:lnTo>
                <a:lnTo>
                  <a:pt x="60" y="4131"/>
                </a:lnTo>
                <a:lnTo>
                  <a:pt x="28" y="4230"/>
                </a:lnTo>
                <a:lnTo>
                  <a:pt x="0" y="4300"/>
                </a:lnTo>
              </a:path>
              <a:path w="5800" h="6000" fill="none">
                <a:moveTo>
                  <a:pt x="3200" y="3600"/>
                </a:moveTo>
                <a:lnTo>
                  <a:pt x="3364" y="3563"/>
                </a:lnTo>
                <a:lnTo>
                  <a:pt x="3598" y="3505"/>
                </a:lnTo>
                <a:lnTo>
                  <a:pt x="3869" y="3446"/>
                </a:lnTo>
                <a:lnTo>
                  <a:pt x="4147" y="3404"/>
                </a:lnTo>
                <a:lnTo>
                  <a:pt x="4400" y="3400"/>
                </a:lnTo>
                <a:lnTo>
                  <a:pt x="4639" y="3440"/>
                </a:lnTo>
                <a:lnTo>
                  <a:pt x="4885" y="3511"/>
                </a:lnTo>
                <a:lnTo>
                  <a:pt x="5122" y="3604"/>
                </a:lnTo>
                <a:lnTo>
                  <a:pt x="5332" y="3704"/>
                </a:lnTo>
                <a:lnTo>
                  <a:pt x="5500" y="3800"/>
                </a:lnTo>
                <a:lnTo>
                  <a:pt x="5616" y="3901"/>
                </a:lnTo>
                <a:lnTo>
                  <a:pt x="5692" y="4016"/>
                </a:lnTo>
                <a:lnTo>
                  <a:pt x="5740" y="4131"/>
                </a:lnTo>
                <a:lnTo>
                  <a:pt x="5771" y="4230"/>
                </a:lnTo>
                <a:lnTo>
                  <a:pt x="5800" y="4300"/>
                </a:lnTo>
              </a:path>
              <a:path w="5800" h="6000" fill="none">
                <a:moveTo>
                  <a:pt x="2600" y="4450"/>
                </a:moveTo>
                <a:lnTo>
                  <a:pt x="2435" y="4413"/>
                </a:lnTo>
                <a:lnTo>
                  <a:pt x="2201" y="4355"/>
                </a:lnTo>
                <a:lnTo>
                  <a:pt x="1930" y="4296"/>
                </a:lnTo>
                <a:lnTo>
                  <a:pt x="1652" y="4254"/>
                </a:lnTo>
                <a:lnTo>
                  <a:pt x="1400" y="4250"/>
                </a:lnTo>
                <a:lnTo>
                  <a:pt x="1160" y="4290"/>
                </a:lnTo>
                <a:lnTo>
                  <a:pt x="914" y="4361"/>
                </a:lnTo>
                <a:lnTo>
                  <a:pt x="677" y="4454"/>
                </a:lnTo>
                <a:lnTo>
                  <a:pt x="467" y="4554"/>
                </a:lnTo>
                <a:lnTo>
                  <a:pt x="300" y="4650"/>
                </a:lnTo>
                <a:lnTo>
                  <a:pt x="184" y="4751"/>
                </a:lnTo>
                <a:lnTo>
                  <a:pt x="108" y="4866"/>
                </a:lnTo>
                <a:lnTo>
                  <a:pt x="60" y="4981"/>
                </a:lnTo>
                <a:lnTo>
                  <a:pt x="28" y="5080"/>
                </a:lnTo>
                <a:lnTo>
                  <a:pt x="0" y="5150"/>
                </a:lnTo>
              </a:path>
              <a:path w="5800" h="6000" fill="none">
                <a:moveTo>
                  <a:pt x="3200" y="4450"/>
                </a:moveTo>
                <a:lnTo>
                  <a:pt x="3364" y="4413"/>
                </a:lnTo>
                <a:lnTo>
                  <a:pt x="3598" y="4355"/>
                </a:lnTo>
                <a:lnTo>
                  <a:pt x="3869" y="4296"/>
                </a:lnTo>
                <a:lnTo>
                  <a:pt x="4147" y="4254"/>
                </a:lnTo>
                <a:lnTo>
                  <a:pt x="4400" y="4250"/>
                </a:lnTo>
                <a:lnTo>
                  <a:pt x="4639" y="4290"/>
                </a:lnTo>
                <a:lnTo>
                  <a:pt x="4885" y="4361"/>
                </a:lnTo>
                <a:lnTo>
                  <a:pt x="5122" y="4454"/>
                </a:lnTo>
                <a:lnTo>
                  <a:pt x="5332" y="4554"/>
                </a:lnTo>
                <a:lnTo>
                  <a:pt x="5500" y="4650"/>
                </a:lnTo>
                <a:lnTo>
                  <a:pt x="5616" y="4751"/>
                </a:lnTo>
                <a:lnTo>
                  <a:pt x="5692" y="4866"/>
                </a:lnTo>
                <a:lnTo>
                  <a:pt x="5740" y="4981"/>
                </a:lnTo>
                <a:lnTo>
                  <a:pt x="5771" y="5080"/>
                </a:lnTo>
                <a:lnTo>
                  <a:pt x="5800" y="5150"/>
                </a:lnTo>
              </a:path>
              <a:path w="5800" h="6000" fill="none">
                <a:moveTo>
                  <a:pt x="2600" y="5300"/>
                </a:moveTo>
                <a:lnTo>
                  <a:pt x="2435" y="5263"/>
                </a:lnTo>
                <a:lnTo>
                  <a:pt x="2201" y="5205"/>
                </a:lnTo>
                <a:lnTo>
                  <a:pt x="1930" y="5146"/>
                </a:lnTo>
                <a:lnTo>
                  <a:pt x="1652" y="5104"/>
                </a:lnTo>
                <a:lnTo>
                  <a:pt x="1400" y="5100"/>
                </a:lnTo>
                <a:lnTo>
                  <a:pt x="1160" y="5140"/>
                </a:lnTo>
                <a:lnTo>
                  <a:pt x="914" y="5211"/>
                </a:lnTo>
                <a:lnTo>
                  <a:pt x="677" y="5304"/>
                </a:lnTo>
                <a:lnTo>
                  <a:pt x="467" y="5404"/>
                </a:lnTo>
                <a:lnTo>
                  <a:pt x="300" y="5500"/>
                </a:lnTo>
                <a:lnTo>
                  <a:pt x="184" y="5601"/>
                </a:lnTo>
                <a:lnTo>
                  <a:pt x="108" y="5716"/>
                </a:lnTo>
                <a:lnTo>
                  <a:pt x="60" y="5831"/>
                </a:lnTo>
                <a:lnTo>
                  <a:pt x="28" y="5930"/>
                </a:lnTo>
                <a:lnTo>
                  <a:pt x="0" y="6000"/>
                </a:lnTo>
              </a:path>
              <a:path w="5800" h="6000" fill="none">
                <a:moveTo>
                  <a:pt x="3200" y="5300"/>
                </a:moveTo>
                <a:lnTo>
                  <a:pt x="3364" y="5263"/>
                </a:lnTo>
                <a:lnTo>
                  <a:pt x="3598" y="5205"/>
                </a:lnTo>
                <a:lnTo>
                  <a:pt x="3869" y="5146"/>
                </a:lnTo>
                <a:lnTo>
                  <a:pt x="4147" y="5104"/>
                </a:lnTo>
                <a:lnTo>
                  <a:pt x="4400" y="5100"/>
                </a:lnTo>
                <a:lnTo>
                  <a:pt x="4639" y="5140"/>
                </a:lnTo>
                <a:lnTo>
                  <a:pt x="4885" y="5211"/>
                </a:lnTo>
                <a:lnTo>
                  <a:pt x="5122" y="5304"/>
                </a:lnTo>
                <a:lnTo>
                  <a:pt x="5332" y="5404"/>
                </a:lnTo>
                <a:lnTo>
                  <a:pt x="5500" y="5500"/>
                </a:lnTo>
                <a:lnTo>
                  <a:pt x="5616" y="5601"/>
                </a:lnTo>
                <a:lnTo>
                  <a:pt x="5692" y="5716"/>
                </a:lnTo>
                <a:lnTo>
                  <a:pt x="5740" y="5831"/>
                </a:lnTo>
                <a:lnTo>
                  <a:pt x="5771" y="5930"/>
                </a:lnTo>
                <a:lnTo>
                  <a:pt x="5800" y="6000"/>
                </a:lnTo>
              </a:path>
            </a:pathLst>
          </a:custGeom>
          <a:noFill/>
          <a:ln w="50800" cap="rnd">
            <a:solidFill>
              <a:srgbClr val="918A75"/>
            </a:solidFill>
            <a:round/>
          </a:ln>
        </p:spPr>
      </p:sp>
      <p:sp>
        <p:nvSpPr>
          <p:cNvPr id="11" name="Espacios"/>
          <p:cNvSpPr/>
          <p:nvPr/>
        </p:nvSpPr>
        <p:spPr>
          <a:xfrm>
            <a:off x="6217920" y="914400"/>
            <a:ext cx="5669280" cy="21031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Proyección posterior de las costillas: los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espacios intercostales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son la vía de acceso al espacio pleural.</a:t>
            </a:r>
            <a:endParaRPr lang="es-AR" sz="2000" dirty="0">
              <a:latin typeface="Mali"/>
            </a:endParaRPr>
          </a:p>
        </p:txBody>
      </p:sp>
      <p:sp>
        <p:nvSpPr>
          <p:cNvPr id="12" name="Nivel del líquido"/>
          <p:cNvSpPr/>
          <p:nvPr/>
        </p:nvSpPr>
        <p:spPr>
          <a:xfrm>
            <a:off x="6217920" y="3246120"/>
            <a:ext cx="5669280" cy="310896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nivel superior del líquido se delimita por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matidez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la percusión y por las imágenes (Unidades VI y VII). Ese dato, no una regla fija, guía el sitio de acceso.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346934" y="91440"/>
            <a:ext cx="468016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TÓRAX DESDE ATRÁS</a:t>
            </a:r>
            <a:endParaRPr lang="es-AR" sz="2400" dirty="0">
              <a:latin typeface="Mali"/>
            </a:endParaRPr>
          </a:p>
        </p:txBody>
      </p:sp>
      <p:sp>
        <p:nvSpPr>
          <p:cNvPr id="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1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aciente"/>
          <p:cNvGrpSpPr/>
          <p:nvPr/>
        </p:nvGrpSpPr>
        <p:grpSpPr>
          <a:xfrm>
            <a:off x="1569537" y="941375"/>
            <a:ext cx="3179430" cy="5448910"/>
            <a:chOff x="1569537" y="941375"/>
            <a:chExt cx="3179430" cy="5448910"/>
          </a:xfrm>
        </p:grpSpPr>
        <p:sp>
          <p:nvSpPr>
            <p:cNvPr id="5" name="Forma 4"/>
            <p:cNvSpPr/>
            <p:nvPr/>
          </p:nvSpPr>
          <p:spPr>
            <a:xfrm>
              <a:off x="2649428" y="941375"/>
              <a:ext cx="1019647" cy="1240841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569537" y="2209190"/>
              <a:ext cx="3179430" cy="4181094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3159252" y="2317090"/>
              <a:ext cx="24277" cy="3776472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88159" y="2532888"/>
              <a:ext cx="1942186" cy="1402690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sp>
        <p:nvSpPr>
          <p:cNvPr id="10" name="!!CostillasPosteriores"/>
          <p:cNvSpPr/>
          <p:nvPr/>
        </p:nvSpPr>
        <p:spPr>
          <a:xfrm>
            <a:off x="1751167" y="2586838"/>
            <a:ext cx="2816169" cy="3236976"/>
          </a:xfrm>
          <a:custGeom>
            <a:avLst/>
            <a:gdLst/>
            <a:ahLst/>
            <a:cxnLst/>
            <a:rect l="0" t="0" r="r" b="b"/>
            <a:pathLst>
              <a:path w="5800" h="6000" fill="none">
                <a:moveTo>
                  <a:pt x="2600" y="200"/>
                </a:moveTo>
                <a:lnTo>
                  <a:pt x="2435" y="163"/>
                </a:lnTo>
                <a:lnTo>
                  <a:pt x="2201" y="105"/>
                </a:lnTo>
                <a:lnTo>
                  <a:pt x="1930" y="46"/>
                </a:lnTo>
                <a:lnTo>
                  <a:pt x="1652" y="4"/>
                </a:lnTo>
                <a:lnTo>
                  <a:pt x="1400" y="0"/>
                </a:lnTo>
                <a:lnTo>
                  <a:pt x="1160" y="40"/>
                </a:lnTo>
                <a:lnTo>
                  <a:pt x="914" y="111"/>
                </a:lnTo>
                <a:lnTo>
                  <a:pt x="677" y="204"/>
                </a:lnTo>
                <a:lnTo>
                  <a:pt x="467" y="303"/>
                </a:lnTo>
                <a:lnTo>
                  <a:pt x="300" y="400"/>
                </a:lnTo>
                <a:lnTo>
                  <a:pt x="184" y="501"/>
                </a:lnTo>
                <a:lnTo>
                  <a:pt x="108" y="616"/>
                </a:lnTo>
                <a:lnTo>
                  <a:pt x="60" y="731"/>
                </a:lnTo>
                <a:lnTo>
                  <a:pt x="28" y="830"/>
                </a:lnTo>
                <a:lnTo>
                  <a:pt x="0" y="900"/>
                </a:lnTo>
              </a:path>
              <a:path w="5800" h="6000" fill="none">
                <a:moveTo>
                  <a:pt x="3200" y="200"/>
                </a:moveTo>
                <a:lnTo>
                  <a:pt x="3364" y="163"/>
                </a:lnTo>
                <a:lnTo>
                  <a:pt x="3598" y="105"/>
                </a:lnTo>
                <a:lnTo>
                  <a:pt x="3869" y="46"/>
                </a:lnTo>
                <a:lnTo>
                  <a:pt x="4147" y="4"/>
                </a:lnTo>
                <a:lnTo>
                  <a:pt x="4400" y="0"/>
                </a:lnTo>
                <a:lnTo>
                  <a:pt x="4639" y="40"/>
                </a:lnTo>
                <a:lnTo>
                  <a:pt x="4885" y="111"/>
                </a:lnTo>
                <a:lnTo>
                  <a:pt x="5122" y="204"/>
                </a:lnTo>
                <a:lnTo>
                  <a:pt x="5332" y="303"/>
                </a:lnTo>
                <a:lnTo>
                  <a:pt x="5500" y="400"/>
                </a:lnTo>
                <a:lnTo>
                  <a:pt x="5616" y="501"/>
                </a:lnTo>
                <a:lnTo>
                  <a:pt x="5692" y="616"/>
                </a:lnTo>
                <a:lnTo>
                  <a:pt x="5740" y="731"/>
                </a:lnTo>
                <a:lnTo>
                  <a:pt x="5771" y="830"/>
                </a:lnTo>
                <a:lnTo>
                  <a:pt x="5800" y="900"/>
                </a:lnTo>
              </a:path>
              <a:path w="5800" h="6000" fill="none">
                <a:moveTo>
                  <a:pt x="2600" y="1050"/>
                </a:moveTo>
                <a:lnTo>
                  <a:pt x="2435" y="1013"/>
                </a:lnTo>
                <a:lnTo>
                  <a:pt x="2201" y="955"/>
                </a:lnTo>
                <a:lnTo>
                  <a:pt x="1930" y="896"/>
                </a:lnTo>
                <a:lnTo>
                  <a:pt x="1652" y="854"/>
                </a:lnTo>
                <a:lnTo>
                  <a:pt x="1400" y="850"/>
                </a:lnTo>
                <a:lnTo>
                  <a:pt x="1160" y="890"/>
                </a:lnTo>
                <a:lnTo>
                  <a:pt x="914" y="961"/>
                </a:lnTo>
                <a:lnTo>
                  <a:pt x="677" y="1054"/>
                </a:lnTo>
                <a:lnTo>
                  <a:pt x="467" y="1153"/>
                </a:lnTo>
                <a:lnTo>
                  <a:pt x="300" y="1250"/>
                </a:lnTo>
                <a:lnTo>
                  <a:pt x="184" y="1351"/>
                </a:lnTo>
                <a:lnTo>
                  <a:pt x="108" y="1466"/>
                </a:lnTo>
                <a:lnTo>
                  <a:pt x="60" y="1581"/>
                </a:lnTo>
                <a:lnTo>
                  <a:pt x="28" y="1680"/>
                </a:lnTo>
                <a:lnTo>
                  <a:pt x="0" y="1750"/>
                </a:lnTo>
              </a:path>
              <a:path w="5800" h="6000" fill="none">
                <a:moveTo>
                  <a:pt x="3200" y="1050"/>
                </a:moveTo>
                <a:lnTo>
                  <a:pt x="3364" y="1013"/>
                </a:lnTo>
                <a:lnTo>
                  <a:pt x="3598" y="955"/>
                </a:lnTo>
                <a:lnTo>
                  <a:pt x="3869" y="896"/>
                </a:lnTo>
                <a:lnTo>
                  <a:pt x="4147" y="854"/>
                </a:lnTo>
                <a:lnTo>
                  <a:pt x="4400" y="850"/>
                </a:lnTo>
                <a:lnTo>
                  <a:pt x="4639" y="890"/>
                </a:lnTo>
                <a:lnTo>
                  <a:pt x="4885" y="961"/>
                </a:lnTo>
                <a:lnTo>
                  <a:pt x="5122" y="1054"/>
                </a:lnTo>
                <a:lnTo>
                  <a:pt x="5332" y="1153"/>
                </a:lnTo>
                <a:lnTo>
                  <a:pt x="5500" y="1250"/>
                </a:lnTo>
                <a:lnTo>
                  <a:pt x="5616" y="1351"/>
                </a:lnTo>
                <a:lnTo>
                  <a:pt x="5692" y="1466"/>
                </a:lnTo>
                <a:lnTo>
                  <a:pt x="5740" y="1581"/>
                </a:lnTo>
                <a:lnTo>
                  <a:pt x="5771" y="1680"/>
                </a:lnTo>
                <a:lnTo>
                  <a:pt x="5800" y="1750"/>
                </a:lnTo>
              </a:path>
              <a:path w="5800" h="6000" fill="none">
                <a:moveTo>
                  <a:pt x="2600" y="1900"/>
                </a:moveTo>
                <a:lnTo>
                  <a:pt x="2435" y="1863"/>
                </a:lnTo>
                <a:lnTo>
                  <a:pt x="2201" y="1805"/>
                </a:lnTo>
                <a:lnTo>
                  <a:pt x="1930" y="1746"/>
                </a:lnTo>
                <a:lnTo>
                  <a:pt x="1652" y="1704"/>
                </a:lnTo>
                <a:lnTo>
                  <a:pt x="1400" y="1700"/>
                </a:lnTo>
                <a:lnTo>
                  <a:pt x="1160" y="1740"/>
                </a:lnTo>
                <a:lnTo>
                  <a:pt x="914" y="1812"/>
                </a:lnTo>
                <a:lnTo>
                  <a:pt x="677" y="1904"/>
                </a:lnTo>
                <a:lnTo>
                  <a:pt x="467" y="2004"/>
                </a:lnTo>
                <a:lnTo>
                  <a:pt x="300" y="2100"/>
                </a:lnTo>
                <a:lnTo>
                  <a:pt x="184" y="2201"/>
                </a:lnTo>
                <a:lnTo>
                  <a:pt x="108" y="2316"/>
                </a:lnTo>
                <a:lnTo>
                  <a:pt x="60" y="2431"/>
                </a:lnTo>
                <a:lnTo>
                  <a:pt x="28" y="2530"/>
                </a:lnTo>
                <a:lnTo>
                  <a:pt x="0" y="2600"/>
                </a:lnTo>
              </a:path>
              <a:path w="5800" h="6000" fill="none">
                <a:moveTo>
                  <a:pt x="3200" y="1900"/>
                </a:moveTo>
                <a:lnTo>
                  <a:pt x="3364" y="1863"/>
                </a:lnTo>
                <a:lnTo>
                  <a:pt x="3598" y="1805"/>
                </a:lnTo>
                <a:lnTo>
                  <a:pt x="3869" y="1746"/>
                </a:lnTo>
                <a:lnTo>
                  <a:pt x="4147" y="1704"/>
                </a:lnTo>
                <a:lnTo>
                  <a:pt x="4400" y="1700"/>
                </a:lnTo>
                <a:lnTo>
                  <a:pt x="4639" y="1740"/>
                </a:lnTo>
                <a:lnTo>
                  <a:pt x="4885" y="1812"/>
                </a:lnTo>
                <a:lnTo>
                  <a:pt x="5122" y="1904"/>
                </a:lnTo>
                <a:lnTo>
                  <a:pt x="5332" y="2004"/>
                </a:lnTo>
                <a:lnTo>
                  <a:pt x="5500" y="2100"/>
                </a:lnTo>
                <a:lnTo>
                  <a:pt x="5616" y="2201"/>
                </a:lnTo>
                <a:lnTo>
                  <a:pt x="5692" y="2316"/>
                </a:lnTo>
                <a:lnTo>
                  <a:pt x="5740" y="2431"/>
                </a:lnTo>
                <a:lnTo>
                  <a:pt x="5771" y="2530"/>
                </a:lnTo>
                <a:lnTo>
                  <a:pt x="5800" y="2600"/>
                </a:lnTo>
              </a:path>
              <a:path w="5800" h="6000" fill="none">
                <a:moveTo>
                  <a:pt x="2600" y="2750"/>
                </a:moveTo>
                <a:lnTo>
                  <a:pt x="2435" y="2713"/>
                </a:lnTo>
                <a:lnTo>
                  <a:pt x="2201" y="2655"/>
                </a:lnTo>
                <a:lnTo>
                  <a:pt x="1930" y="2596"/>
                </a:lnTo>
                <a:lnTo>
                  <a:pt x="1652" y="2554"/>
                </a:lnTo>
                <a:lnTo>
                  <a:pt x="1400" y="2550"/>
                </a:lnTo>
                <a:lnTo>
                  <a:pt x="1160" y="2590"/>
                </a:lnTo>
                <a:lnTo>
                  <a:pt x="914" y="2661"/>
                </a:lnTo>
                <a:lnTo>
                  <a:pt x="677" y="2754"/>
                </a:lnTo>
                <a:lnTo>
                  <a:pt x="467" y="2854"/>
                </a:lnTo>
                <a:lnTo>
                  <a:pt x="300" y="2950"/>
                </a:lnTo>
                <a:lnTo>
                  <a:pt x="184" y="3051"/>
                </a:lnTo>
                <a:lnTo>
                  <a:pt x="108" y="3166"/>
                </a:lnTo>
                <a:lnTo>
                  <a:pt x="60" y="3281"/>
                </a:lnTo>
                <a:lnTo>
                  <a:pt x="28" y="3380"/>
                </a:lnTo>
                <a:lnTo>
                  <a:pt x="0" y="3450"/>
                </a:lnTo>
              </a:path>
              <a:path w="5800" h="6000" fill="none">
                <a:moveTo>
                  <a:pt x="3200" y="2750"/>
                </a:moveTo>
                <a:lnTo>
                  <a:pt x="3364" y="2713"/>
                </a:lnTo>
                <a:lnTo>
                  <a:pt x="3598" y="2655"/>
                </a:lnTo>
                <a:lnTo>
                  <a:pt x="3869" y="2596"/>
                </a:lnTo>
                <a:lnTo>
                  <a:pt x="4147" y="2554"/>
                </a:lnTo>
                <a:lnTo>
                  <a:pt x="4400" y="2550"/>
                </a:lnTo>
                <a:lnTo>
                  <a:pt x="4639" y="2590"/>
                </a:lnTo>
                <a:lnTo>
                  <a:pt x="4885" y="2661"/>
                </a:lnTo>
                <a:lnTo>
                  <a:pt x="5122" y="2754"/>
                </a:lnTo>
                <a:lnTo>
                  <a:pt x="5332" y="2854"/>
                </a:lnTo>
                <a:lnTo>
                  <a:pt x="5500" y="2950"/>
                </a:lnTo>
                <a:lnTo>
                  <a:pt x="5616" y="3051"/>
                </a:lnTo>
                <a:lnTo>
                  <a:pt x="5692" y="3166"/>
                </a:lnTo>
                <a:lnTo>
                  <a:pt x="5740" y="3281"/>
                </a:lnTo>
                <a:lnTo>
                  <a:pt x="5771" y="3380"/>
                </a:lnTo>
                <a:lnTo>
                  <a:pt x="5800" y="3450"/>
                </a:lnTo>
              </a:path>
              <a:path w="5800" h="6000" fill="none">
                <a:moveTo>
                  <a:pt x="2600" y="3600"/>
                </a:moveTo>
                <a:lnTo>
                  <a:pt x="2435" y="3563"/>
                </a:lnTo>
                <a:lnTo>
                  <a:pt x="2201" y="3505"/>
                </a:lnTo>
                <a:lnTo>
                  <a:pt x="1930" y="3446"/>
                </a:lnTo>
                <a:lnTo>
                  <a:pt x="1652" y="3404"/>
                </a:lnTo>
                <a:lnTo>
                  <a:pt x="1400" y="3400"/>
                </a:lnTo>
                <a:lnTo>
                  <a:pt x="1160" y="3440"/>
                </a:lnTo>
                <a:lnTo>
                  <a:pt x="914" y="3511"/>
                </a:lnTo>
                <a:lnTo>
                  <a:pt x="677" y="3604"/>
                </a:lnTo>
                <a:lnTo>
                  <a:pt x="467" y="3704"/>
                </a:lnTo>
                <a:lnTo>
                  <a:pt x="300" y="3800"/>
                </a:lnTo>
                <a:lnTo>
                  <a:pt x="184" y="3901"/>
                </a:lnTo>
                <a:lnTo>
                  <a:pt x="108" y="4016"/>
                </a:lnTo>
                <a:lnTo>
                  <a:pt x="60" y="4131"/>
                </a:lnTo>
                <a:lnTo>
                  <a:pt x="28" y="4230"/>
                </a:lnTo>
                <a:lnTo>
                  <a:pt x="0" y="4300"/>
                </a:lnTo>
              </a:path>
              <a:path w="5800" h="6000" fill="none">
                <a:moveTo>
                  <a:pt x="3200" y="3600"/>
                </a:moveTo>
                <a:lnTo>
                  <a:pt x="3364" y="3563"/>
                </a:lnTo>
                <a:lnTo>
                  <a:pt x="3598" y="3505"/>
                </a:lnTo>
                <a:lnTo>
                  <a:pt x="3869" y="3446"/>
                </a:lnTo>
                <a:lnTo>
                  <a:pt x="4147" y="3404"/>
                </a:lnTo>
                <a:lnTo>
                  <a:pt x="4400" y="3400"/>
                </a:lnTo>
                <a:lnTo>
                  <a:pt x="4639" y="3440"/>
                </a:lnTo>
                <a:lnTo>
                  <a:pt x="4885" y="3511"/>
                </a:lnTo>
                <a:lnTo>
                  <a:pt x="5122" y="3604"/>
                </a:lnTo>
                <a:lnTo>
                  <a:pt x="5332" y="3704"/>
                </a:lnTo>
                <a:lnTo>
                  <a:pt x="5500" y="3800"/>
                </a:lnTo>
                <a:lnTo>
                  <a:pt x="5616" y="3901"/>
                </a:lnTo>
                <a:lnTo>
                  <a:pt x="5692" y="4016"/>
                </a:lnTo>
                <a:lnTo>
                  <a:pt x="5740" y="4131"/>
                </a:lnTo>
                <a:lnTo>
                  <a:pt x="5771" y="4230"/>
                </a:lnTo>
                <a:lnTo>
                  <a:pt x="5800" y="4300"/>
                </a:lnTo>
              </a:path>
              <a:path w="5800" h="6000" fill="none">
                <a:moveTo>
                  <a:pt x="2600" y="4450"/>
                </a:moveTo>
                <a:lnTo>
                  <a:pt x="2435" y="4413"/>
                </a:lnTo>
                <a:lnTo>
                  <a:pt x="2201" y="4355"/>
                </a:lnTo>
                <a:lnTo>
                  <a:pt x="1930" y="4296"/>
                </a:lnTo>
                <a:lnTo>
                  <a:pt x="1652" y="4254"/>
                </a:lnTo>
                <a:lnTo>
                  <a:pt x="1400" y="4250"/>
                </a:lnTo>
                <a:lnTo>
                  <a:pt x="1160" y="4290"/>
                </a:lnTo>
                <a:lnTo>
                  <a:pt x="914" y="4361"/>
                </a:lnTo>
                <a:lnTo>
                  <a:pt x="677" y="4454"/>
                </a:lnTo>
                <a:lnTo>
                  <a:pt x="467" y="4554"/>
                </a:lnTo>
                <a:lnTo>
                  <a:pt x="300" y="4650"/>
                </a:lnTo>
                <a:lnTo>
                  <a:pt x="184" y="4751"/>
                </a:lnTo>
                <a:lnTo>
                  <a:pt x="108" y="4866"/>
                </a:lnTo>
                <a:lnTo>
                  <a:pt x="60" y="4981"/>
                </a:lnTo>
                <a:lnTo>
                  <a:pt x="28" y="5080"/>
                </a:lnTo>
                <a:lnTo>
                  <a:pt x="0" y="5150"/>
                </a:lnTo>
              </a:path>
              <a:path w="5800" h="6000" fill="none">
                <a:moveTo>
                  <a:pt x="3200" y="4450"/>
                </a:moveTo>
                <a:lnTo>
                  <a:pt x="3364" y="4413"/>
                </a:lnTo>
                <a:lnTo>
                  <a:pt x="3598" y="4355"/>
                </a:lnTo>
                <a:lnTo>
                  <a:pt x="3869" y="4296"/>
                </a:lnTo>
                <a:lnTo>
                  <a:pt x="4147" y="4254"/>
                </a:lnTo>
                <a:lnTo>
                  <a:pt x="4400" y="4250"/>
                </a:lnTo>
                <a:lnTo>
                  <a:pt x="4639" y="4290"/>
                </a:lnTo>
                <a:lnTo>
                  <a:pt x="4885" y="4361"/>
                </a:lnTo>
                <a:lnTo>
                  <a:pt x="5122" y="4454"/>
                </a:lnTo>
                <a:lnTo>
                  <a:pt x="5332" y="4554"/>
                </a:lnTo>
                <a:lnTo>
                  <a:pt x="5500" y="4650"/>
                </a:lnTo>
                <a:lnTo>
                  <a:pt x="5616" y="4751"/>
                </a:lnTo>
                <a:lnTo>
                  <a:pt x="5692" y="4866"/>
                </a:lnTo>
                <a:lnTo>
                  <a:pt x="5740" y="4981"/>
                </a:lnTo>
                <a:lnTo>
                  <a:pt x="5771" y="5080"/>
                </a:lnTo>
                <a:lnTo>
                  <a:pt x="5800" y="5150"/>
                </a:lnTo>
              </a:path>
              <a:path w="5800" h="6000" fill="none">
                <a:moveTo>
                  <a:pt x="2600" y="5300"/>
                </a:moveTo>
                <a:lnTo>
                  <a:pt x="2435" y="5263"/>
                </a:lnTo>
                <a:lnTo>
                  <a:pt x="2201" y="5205"/>
                </a:lnTo>
                <a:lnTo>
                  <a:pt x="1930" y="5146"/>
                </a:lnTo>
                <a:lnTo>
                  <a:pt x="1652" y="5104"/>
                </a:lnTo>
                <a:lnTo>
                  <a:pt x="1400" y="5100"/>
                </a:lnTo>
                <a:lnTo>
                  <a:pt x="1160" y="5140"/>
                </a:lnTo>
                <a:lnTo>
                  <a:pt x="914" y="5211"/>
                </a:lnTo>
                <a:lnTo>
                  <a:pt x="677" y="5304"/>
                </a:lnTo>
                <a:lnTo>
                  <a:pt x="467" y="5404"/>
                </a:lnTo>
                <a:lnTo>
                  <a:pt x="300" y="5500"/>
                </a:lnTo>
                <a:lnTo>
                  <a:pt x="184" y="5601"/>
                </a:lnTo>
                <a:lnTo>
                  <a:pt x="108" y="5716"/>
                </a:lnTo>
                <a:lnTo>
                  <a:pt x="60" y="5831"/>
                </a:lnTo>
                <a:lnTo>
                  <a:pt x="28" y="5930"/>
                </a:lnTo>
                <a:lnTo>
                  <a:pt x="0" y="6000"/>
                </a:lnTo>
              </a:path>
              <a:path w="5800" h="6000" fill="none">
                <a:moveTo>
                  <a:pt x="3200" y="5300"/>
                </a:moveTo>
                <a:lnTo>
                  <a:pt x="3364" y="5263"/>
                </a:lnTo>
                <a:lnTo>
                  <a:pt x="3598" y="5205"/>
                </a:lnTo>
                <a:lnTo>
                  <a:pt x="3869" y="5146"/>
                </a:lnTo>
                <a:lnTo>
                  <a:pt x="4147" y="5104"/>
                </a:lnTo>
                <a:lnTo>
                  <a:pt x="4400" y="5100"/>
                </a:lnTo>
                <a:lnTo>
                  <a:pt x="4639" y="5140"/>
                </a:lnTo>
                <a:lnTo>
                  <a:pt x="4885" y="5211"/>
                </a:lnTo>
                <a:lnTo>
                  <a:pt x="5122" y="5304"/>
                </a:lnTo>
                <a:lnTo>
                  <a:pt x="5332" y="5404"/>
                </a:lnTo>
                <a:lnTo>
                  <a:pt x="5500" y="5500"/>
                </a:lnTo>
                <a:lnTo>
                  <a:pt x="5616" y="5601"/>
                </a:lnTo>
                <a:lnTo>
                  <a:pt x="5692" y="5716"/>
                </a:lnTo>
                <a:lnTo>
                  <a:pt x="5740" y="5831"/>
                </a:lnTo>
                <a:lnTo>
                  <a:pt x="5771" y="5930"/>
                </a:lnTo>
                <a:lnTo>
                  <a:pt x="5800" y="6000"/>
                </a:lnTo>
              </a:path>
            </a:pathLst>
          </a:custGeom>
          <a:noFill/>
          <a:ln w="50800" cap="rnd">
            <a:solidFill>
              <a:srgbClr val="918A75"/>
            </a:solidFill>
            <a:round/>
          </a:ln>
        </p:spPr>
      </p:sp>
      <p:sp>
        <p:nvSpPr>
          <p:cNvPr id="11" name="!!ZonaLiquido"/>
          <p:cNvSpPr/>
          <p:nvPr/>
        </p:nvSpPr>
        <p:spPr>
          <a:xfrm>
            <a:off x="3175178" y="4040887"/>
            <a:ext cx="1553360" cy="2020305"/>
          </a:xfrm>
          <a:custGeom>
            <a:avLst/>
            <a:gdLst/>
            <a:ahLst/>
            <a:cxnLst/>
            <a:rect l="0" t="0" r="r" b="b"/>
            <a:pathLst>
              <a:path w="8543" h="10000">
                <a:moveTo>
                  <a:pt x="713" y="1615"/>
                </a:moveTo>
                <a:lnTo>
                  <a:pt x="1702" y="828"/>
                </a:lnTo>
                <a:lnTo>
                  <a:pt x="3178" y="271"/>
                </a:lnTo>
                <a:lnTo>
                  <a:pt x="4828" y="0"/>
                </a:lnTo>
                <a:lnTo>
                  <a:pt x="6336" y="72"/>
                </a:lnTo>
                <a:lnTo>
                  <a:pt x="7389" y="546"/>
                </a:lnTo>
                <a:lnTo>
                  <a:pt x="8008" y="1683"/>
                </a:lnTo>
                <a:lnTo>
                  <a:pt x="8404" y="3443"/>
                </a:lnTo>
                <a:lnTo>
                  <a:pt x="8543" y="5436"/>
                </a:lnTo>
                <a:lnTo>
                  <a:pt x="8393" y="7271"/>
                </a:lnTo>
                <a:lnTo>
                  <a:pt x="7923" y="8558"/>
                </a:lnTo>
                <a:lnTo>
                  <a:pt x="6906" y="9316"/>
                </a:lnTo>
                <a:lnTo>
                  <a:pt x="5364" y="9807"/>
                </a:lnTo>
                <a:lnTo>
                  <a:pt x="3635" y="10000"/>
                </a:lnTo>
                <a:lnTo>
                  <a:pt x="2061" y="9861"/>
                </a:lnTo>
                <a:lnTo>
                  <a:pt x="980" y="9359"/>
                </a:lnTo>
                <a:lnTo>
                  <a:pt x="388" y="8250"/>
                </a:lnTo>
                <a:lnTo>
                  <a:pt x="59" y="6556"/>
                </a:lnTo>
                <a:lnTo>
                  <a:pt x="0" y="4642"/>
                </a:lnTo>
                <a:lnTo>
                  <a:pt x="215" y="2873"/>
                </a:lnTo>
                <a:lnTo>
                  <a:pt x="713" y="1615"/>
                </a:lnTo>
                <a:close/>
              </a:path>
            </a:pathLst>
          </a:custGeom>
          <a:solidFill>
            <a:srgbClr val="7CC8F0">
              <a:alpha val="55000"/>
            </a:srgbClr>
          </a:solidFill>
          <a:ln w="25400" cap="rnd">
            <a:solidFill>
              <a:srgbClr val="2E86C1"/>
            </a:solidFill>
            <a:prstDash val="dash"/>
            <a:round/>
          </a:ln>
        </p:spPr>
      </p:sp>
      <p:sp>
        <p:nvSpPr>
          <p:cNvPr id="12" name="Forma 11"/>
          <p:cNvSpPr/>
          <p:nvPr/>
        </p:nvSpPr>
        <p:spPr>
          <a:xfrm>
            <a:off x="4433011" y="6093562"/>
            <a:ext cx="3050435" cy="288925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Zona de matidez (lado derecho)</a:t>
            </a:r>
            <a:endParaRPr lang="es-AR" sz="1300" dirty="0">
              <a:latin typeface="Mali"/>
            </a:endParaRPr>
          </a:p>
        </p:txBody>
      </p:sp>
      <p:grpSp>
        <p:nvGrpSpPr>
          <p:cNvPr id="13" name="Recuadro Clínica e imágenes"/>
          <p:cNvGrpSpPr/>
          <p:nvPr/>
        </p:nvGrpSpPr>
        <p:grpSpPr>
          <a:xfrm>
            <a:off x="6217920" y="914400"/>
            <a:ext cx="5669280" cy="1746504"/>
            <a:chOff x="6217920" y="914400"/>
            <a:chExt cx="5669280" cy="1746504"/>
          </a:xfrm>
        </p:grpSpPr>
        <p:sp>
          <p:nvSpPr>
            <p:cNvPr id="14" name="Forma 13"/>
            <p:cNvSpPr/>
            <p:nvPr/>
          </p:nvSpPr>
          <p:spPr>
            <a:xfrm>
              <a:off x="6217920" y="1280160"/>
              <a:ext cx="5669280" cy="1380744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la radiografía y las imágenes delimitan dónde está el líquido.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217920" y="914400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 E IMÁGENES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ecuadro Vista posterior"/>
          <p:cNvGrpSpPr/>
          <p:nvPr/>
        </p:nvGrpSpPr>
        <p:grpSpPr>
          <a:xfrm>
            <a:off x="6217920" y="2825496"/>
            <a:ext cx="5669280" cy="1746504"/>
            <a:chOff x="6217920" y="2825496"/>
            <a:chExt cx="5669280" cy="1746504"/>
          </a:xfrm>
        </p:grpSpPr>
        <p:sp>
          <p:nvSpPr>
            <p:cNvPr id="17" name="Forma 16"/>
            <p:cNvSpPr/>
            <p:nvPr/>
          </p:nvSpPr>
          <p:spPr>
            <a:xfrm>
              <a:off x="6217920" y="3191256"/>
              <a:ext cx="5669280" cy="1380744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Aquí el lado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derecho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paciente queda a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derecha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imagen.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217920" y="2825496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VISTA POSTERIOR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94348" y="91440"/>
            <a:ext cx="563275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LOCALIZACIÓN DEL LÍQUIDO</a:t>
            </a:r>
            <a:endParaRPr lang="es-AR" sz="2400" dirty="0">
              <a:latin typeface="Mali"/>
            </a:endParaRPr>
          </a:p>
        </p:txBody>
      </p:sp>
      <p:sp>
        <p:nvSpPr>
          <p:cNvPr id="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1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718542" cy="720090"/>
            <a:chOff x="274320" y="868680"/>
            <a:chExt cx="7718542" cy="72009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589520" cy="25923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7912"/>
              <a:ext cx="7589520" cy="46085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089" y="1254648"/>
              <a:ext cx="7695773" cy="20738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29261" y="1588770"/>
            <a:ext cx="8196682" cy="1209751"/>
            <a:chOff x="-29261" y="1588770"/>
            <a:chExt cx="8196682" cy="1209751"/>
          </a:xfrm>
        </p:grpSpPr>
        <p:sp>
          <p:nvSpPr>
            <p:cNvPr id="9" name="Forma 8"/>
            <p:cNvSpPr/>
            <p:nvPr/>
          </p:nvSpPr>
          <p:spPr>
            <a:xfrm>
              <a:off x="274320" y="1588770"/>
              <a:ext cx="7589520" cy="120975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29261" y="1617574"/>
              <a:ext cx="8196682" cy="11521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09167" y="1640616"/>
            <a:ext cx="5919826" cy="1013887"/>
            <a:chOff x="1109167" y="1640616"/>
            <a:chExt cx="5919826" cy="1013887"/>
          </a:xfrm>
        </p:grpSpPr>
        <p:sp>
          <p:nvSpPr>
            <p:cNvPr id="12" name="Forma 11"/>
            <p:cNvSpPr/>
            <p:nvPr/>
          </p:nvSpPr>
          <p:spPr>
            <a:xfrm>
              <a:off x="1109167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97569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07508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495910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771272" y="2303099"/>
            <a:ext cx="4356384" cy="437815"/>
            <a:chOff x="2771272" y="2303099"/>
            <a:chExt cx="4356384" cy="437815"/>
          </a:xfrm>
        </p:grpSpPr>
        <p:sp>
          <p:nvSpPr>
            <p:cNvPr id="17" name="Forma 16"/>
            <p:cNvSpPr/>
            <p:nvPr/>
          </p:nvSpPr>
          <p:spPr>
            <a:xfrm>
              <a:off x="2771272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47167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92704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869613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945508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991045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Orientación"/>
          <p:cNvGrpSpPr/>
          <p:nvPr/>
        </p:nvGrpSpPr>
        <p:grpSpPr>
          <a:xfrm>
            <a:off x="1830172" y="891723"/>
            <a:ext cx="5995721" cy="207386"/>
            <a:chOff x="1830172" y="891723"/>
            <a:chExt cx="5995721" cy="207386"/>
          </a:xfrm>
        </p:grpSpPr>
        <p:sp>
          <p:nvSpPr>
            <p:cNvPr id="24" name="Forma 23"/>
            <p:cNvSpPr/>
            <p:nvPr/>
          </p:nvSpPr>
          <p:spPr>
            <a:xfrm>
              <a:off x="1830172" y="891723"/>
              <a:ext cx="1442009" cy="207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5D4037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◄</a:t>
              </a:r>
              <a:r>
                <a:rPr lang="es-AR" sz="1100" b="1" dirty="0">
                  <a:solidFill>
                    <a:srgbClr val="5D4037"/>
                  </a:solidFill>
                  <a:latin typeface="Mali"/>
                  <a:ea typeface="Mali"/>
                  <a:cs typeface="Mali"/>
                  <a:sym typeface="Mali"/>
                </a:rPr>
                <a:t> CRANEAL</a:t>
              </a:r>
              <a:endParaRPr lang="es-AR" sz="110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383884" y="891723"/>
              <a:ext cx="1442009" cy="207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5D4037"/>
                  </a:solidFill>
                  <a:latin typeface="Mali"/>
                  <a:ea typeface="Mali"/>
                  <a:cs typeface="Mali"/>
                  <a:sym typeface="Mali"/>
                </a:rPr>
                <a:t>CAUDAL </a:t>
              </a:r>
              <a:r>
                <a:rPr lang="es-AR" sz="1100" b="1" dirty="0">
                  <a:solidFill>
                    <a:srgbClr val="5D4037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►</a:t>
              </a:r>
              <a:endParaRPr lang="es-AR" sz="1100" dirty="0">
                <a:latin typeface="Mali"/>
              </a:endParaRPr>
            </a:p>
          </p:txBody>
        </p:sp>
      </p:grpSp>
      <p:grpSp>
        <p:nvGrpSpPr>
          <p:cNvPr id="26" name="!!PleuraParietal"/>
          <p:cNvGrpSpPr/>
          <p:nvPr/>
        </p:nvGrpSpPr>
        <p:grpSpPr>
          <a:xfrm>
            <a:off x="266730" y="2856128"/>
            <a:ext cx="7604699" cy="420533"/>
            <a:chOff x="266730" y="2856128"/>
            <a:chExt cx="7604699" cy="420533"/>
          </a:xfrm>
        </p:grpSpPr>
        <p:sp>
          <p:nvSpPr>
            <p:cNvPr id="27" name="Forma 26"/>
            <p:cNvSpPr/>
            <p:nvPr/>
          </p:nvSpPr>
          <p:spPr>
            <a:xfrm>
              <a:off x="274320" y="2856128"/>
              <a:ext cx="7589520" cy="39172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266730" y="3172968"/>
              <a:ext cx="7604699" cy="10369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410931" y="3201772"/>
              <a:ext cx="7316297" cy="4608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30" name="!!CapilarSistemico"/>
          <p:cNvSpPr/>
          <p:nvPr/>
        </p:nvSpPr>
        <p:spPr>
          <a:xfrm>
            <a:off x="274320" y="2959821"/>
            <a:ext cx="7589520" cy="161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31" name="!!VasoLinfatico"/>
          <p:cNvGrpSpPr/>
          <p:nvPr/>
        </p:nvGrpSpPr>
        <p:grpSpPr>
          <a:xfrm>
            <a:off x="4220870" y="2879171"/>
            <a:ext cx="3642970" cy="391729"/>
            <a:chOff x="4220870" y="2879171"/>
            <a:chExt cx="3642970" cy="391729"/>
          </a:xfrm>
        </p:grpSpPr>
        <p:sp>
          <p:nvSpPr>
            <p:cNvPr id="32" name="Forma 31"/>
            <p:cNvSpPr/>
            <p:nvPr/>
          </p:nvSpPr>
          <p:spPr>
            <a:xfrm>
              <a:off x="4220870" y="2879171"/>
              <a:ext cx="3642970" cy="17282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759726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974050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036582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6" name="!!LiquidoPleural"/>
          <p:cNvSpPr/>
          <p:nvPr/>
        </p:nvSpPr>
        <p:spPr>
          <a:xfrm>
            <a:off x="274320" y="3276661"/>
            <a:ext cx="7589520" cy="792099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7" name="!!PleuraVisceral"/>
          <p:cNvGrpSpPr/>
          <p:nvPr/>
        </p:nvGrpSpPr>
        <p:grpSpPr>
          <a:xfrm>
            <a:off x="-181051" y="4062999"/>
            <a:ext cx="8500262" cy="305318"/>
            <a:chOff x="-181051" y="4062999"/>
            <a:chExt cx="8500262" cy="305318"/>
          </a:xfrm>
        </p:grpSpPr>
        <p:sp>
          <p:nvSpPr>
            <p:cNvPr id="38" name="Forma 37"/>
            <p:cNvSpPr/>
            <p:nvPr/>
          </p:nvSpPr>
          <p:spPr>
            <a:xfrm>
              <a:off x="-181051" y="4068760"/>
              <a:ext cx="8500262" cy="299557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-112746" y="4062999"/>
              <a:ext cx="8363651" cy="10369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1455" y="4091803"/>
              <a:ext cx="8075249" cy="4608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1" name="!!CapilarPulmonar"/>
          <p:cNvSpPr/>
          <p:nvPr/>
        </p:nvSpPr>
        <p:spPr>
          <a:xfrm>
            <a:off x="-181051" y="4230060"/>
            <a:ext cx="8500262" cy="10369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2" name="!!Alveolos"/>
          <p:cNvGrpSpPr/>
          <p:nvPr/>
        </p:nvGrpSpPr>
        <p:grpSpPr>
          <a:xfrm>
            <a:off x="-181051" y="4414403"/>
            <a:ext cx="8568568" cy="2214997"/>
            <a:chOff x="-181051" y="4414403"/>
            <a:chExt cx="8568568" cy="2214997"/>
          </a:xfrm>
        </p:grpSpPr>
        <p:sp>
          <p:nvSpPr>
            <p:cNvPr id="43" name="Forma 42"/>
            <p:cNvSpPr/>
            <p:nvPr/>
          </p:nvSpPr>
          <p:spPr>
            <a:xfrm>
              <a:off x="-181051" y="4414403"/>
              <a:ext cx="8500262" cy="22149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114940" y="4477771"/>
              <a:ext cx="8272577" cy="165908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6" name="Corte"/>
          <p:cNvSpPr/>
          <p:nvPr/>
        </p:nvSpPr>
        <p:spPr>
          <a:xfrm>
            <a:off x="8138160" y="914400"/>
            <a:ext cx="3749040" cy="23774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sagital del espacio intercostal (izquierda = craneal; derecha = caudal) con derrame entre las hojas.</a:t>
            </a:r>
            <a:endParaRPr lang="es-AR" sz="2000" dirty="0">
              <a:latin typeface="Mali"/>
            </a:endParaRPr>
          </a:p>
        </p:txBody>
      </p:sp>
      <p:sp>
        <p:nvSpPr>
          <p:cNvPr id="47" name="Capas"/>
          <p:cNvSpPr/>
          <p:nvPr/>
        </p:nvSpPr>
        <p:spPr>
          <a:xfrm>
            <a:off x="8138160" y="3474720"/>
            <a:ext cx="3749040" cy="288036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Capas de afuera hacia adentro: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piel → tejido subcutáneo → músculos intercostales → pleura parietal → espacio pleural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(líquido) → pleura visceral → pulmón.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93464" y="91440"/>
            <a:ext cx="693364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ACERCAMIENTO: CORTE DE LA PARED</a:t>
            </a:r>
            <a:endParaRPr lang="es-AR" sz="2400" dirty="0">
              <a:latin typeface="Mali"/>
            </a:endParaRPr>
          </a:p>
        </p:txBody>
      </p:sp>
      <p:sp>
        <p:nvSpPr>
          <p:cNvPr id="4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718542" cy="720090"/>
            <a:chOff x="274320" y="868680"/>
            <a:chExt cx="7718542" cy="72009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589520" cy="25923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7912"/>
              <a:ext cx="7589520" cy="46085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089" y="1254648"/>
              <a:ext cx="7695773" cy="20738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29261" y="1588770"/>
            <a:ext cx="8196682" cy="1209751"/>
            <a:chOff x="-29261" y="1588770"/>
            <a:chExt cx="8196682" cy="1209751"/>
          </a:xfrm>
        </p:grpSpPr>
        <p:sp>
          <p:nvSpPr>
            <p:cNvPr id="9" name="Forma 8"/>
            <p:cNvSpPr/>
            <p:nvPr/>
          </p:nvSpPr>
          <p:spPr>
            <a:xfrm>
              <a:off x="274320" y="1588770"/>
              <a:ext cx="7589520" cy="120975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29261" y="1617574"/>
              <a:ext cx="8196682" cy="11521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09167" y="1640616"/>
            <a:ext cx="5919826" cy="1013887"/>
            <a:chOff x="1109167" y="1640616"/>
            <a:chExt cx="5919826" cy="1013887"/>
          </a:xfrm>
        </p:grpSpPr>
        <p:sp>
          <p:nvSpPr>
            <p:cNvPr id="12" name="Forma 11"/>
            <p:cNvSpPr/>
            <p:nvPr/>
          </p:nvSpPr>
          <p:spPr>
            <a:xfrm>
              <a:off x="1109167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97569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07508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495910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771272" y="2303099"/>
            <a:ext cx="4356384" cy="437815"/>
            <a:chOff x="2771272" y="2303099"/>
            <a:chExt cx="4356384" cy="437815"/>
          </a:xfrm>
        </p:grpSpPr>
        <p:sp>
          <p:nvSpPr>
            <p:cNvPr id="17" name="Forma 16"/>
            <p:cNvSpPr/>
            <p:nvPr/>
          </p:nvSpPr>
          <p:spPr>
            <a:xfrm>
              <a:off x="2771272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47167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92704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869613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945508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991045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Orientación"/>
          <p:cNvGrpSpPr/>
          <p:nvPr/>
        </p:nvGrpSpPr>
        <p:grpSpPr>
          <a:xfrm>
            <a:off x="1830172" y="891723"/>
            <a:ext cx="5995721" cy="207386"/>
            <a:chOff x="1830172" y="891723"/>
            <a:chExt cx="5995721" cy="207386"/>
          </a:xfrm>
        </p:grpSpPr>
        <p:sp>
          <p:nvSpPr>
            <p:cNvPr id="24" name="Forma 23"/>
            <p:cNvSpPr/>
            <p:nvPr/>
          </p:nvSpPr>
          <p:spPr>
            <a:xfrm>
              <a:off x="1830172" y="891723"/>
              <a:ext cx="1442009" cy="207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5D4037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◄</a:t>
              </a:r>
              <a:r>
                <a:rPr lang="es-AR" sz="1100" b="1" dirty="0">
                  <a:solidFill>
                    <a:srgbClr val="5D4037"/>
                  </a:solidFill>
                  <a:latin typeface="Mali"/>
                  <a:ea typeface="Mali"/>
                  <a:cs typeface="Mali"/>
                  <a:sym typeface="Mali"/>
                </a:rPr>
                <a:t> CRANEAL</a:t>
              </a:r>
              <a:endParaRPr lang="es-AR" sz="110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383884" y="891723"/>
              <a:ext cx="1442009" cy="207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5D4037"/>
                  </a:solidFill>
                  <a:latin typeface="Mali"/>
                  <a:ea typeface="Mali"/>
                  <a:cs typeface="Mali"/>
                  <a:sym typeface="Mali"/>
                </a:rPr>
                <a:t>CAUDAL </a:t>
              </a:r>
              <a:r>
                <a:rPr lang="es-AR" sz="1100" b="1" dirty="0">
                  <a:solidFill>
                    <a:srgbClr val="5D4037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►</a:t>
              </a:r>
              <a:endParaRPr lang="es-AR" sz="1100" dirty="0">
                <a:latin typeface="Mali"/>
              </a:endParaRPr>
            </a:p>
          </p:txBody>
        </p:sp>
      </p:grpSp>
      <p:grpSp>
        <p:nvGrpSpPr>
          <p:cNvPr id="26" name="!!PleuraParietal"/>
          <p:cNvGrpSpPr/>
          <p:nvPr/>
        </p:nvGrpSpPr>
        <p:grpSpPr>
          <a:xfrm>
            <a:off x="266730" y="2856128"/>
            <a:ext cx="7604699" cy="420533"/>
            <a:chOff x="266730" y="2856128"/>
            <a:chExt cx="7604699" cy="420533"/>
          </a:xfrm>
        </p:grpSpPr>
        <p:sp>
          <p:nvSpPr>
            <p:cNvPr id="27" name="Forma 26"/>
            <p:cNvSpPr/>
            <p:nvPr/>
          </p:nvSpPr>
          <p:spPr>
            <a:xfrm>
              <a:off x="274320" y="2856128"/>
              <a:ext cx="7589520" cy="39172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266730" y="3172968"/>
              <a:ext cx="7604699" cy="10369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410931" y="3201772"/>
              <a:ext cx="7316297" cy="4608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30" name="!!CapilarSistemico"/>
          <p:cNvSpPr/>
          <p:nvPr/>
        </p:nvSpPr>
        <p:spPr>
          <a:xfrm>
            <a:off x="274320" y="2959821"/>
            <a:ext cx="7589520" cy="161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31" name="!!VasoLinfatico"/>
          <p:cNvGrpSpPr/>
          <p:nvPr/>
        </p:nvGrpSpPr>
        <p:grpSpPr>
          <a:xfrm>
            <a:off x="4220870" y="2879171"/>
            <a:ext cx="3642970" cy="391729"/>
            <a:chOff x="4220870" y="2879171"/>
            <a:chExt cx="3642970" cy="391729"/>
          </a:xfrm>
        </p:grpSpPr>
        <p:sp>
          <p:nvSpPr>
            <p:cNvPr id="32" name="Forma 31"/>
            <p:cNvSpPr/>
            <p:nvPr/>
          </p:nvSpPr>
          <p:spPr>
            <a:xfrm>
              <a:off x="4220870" y="2879171"/>
              <a:ext cx="3642970" cy="17282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759726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974050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036582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6" name="!!LiquidoPleural"/>
          <p:cNvSpPr/>
          <p:nvPr/>
        </p:nvSpPr>
        <p:spPr>
          <a:xfrm>
            <a:off x="274320" y="3276661"/>
            <a:ext cx="7589520" cy="792099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7" name="!!PleuraVisceral"/>
          <p:cNvGrpSpPr/>
          <p:nvPr/>
        </p:nvGrpSpPr>
        <p:grpSpPr>
          <a:xfrm>
            <a:off x="-181051" y="4062999"/>
            <a:ext cx="8500262" cy="305318"/>
            <a:chOff x="-181051" y="4062999"/>
            <a:chExt cx="8500262" cy="305318"/>
          </a:xfrm>
        </p:grpSpPr>
        <p:sp>
          <p:nvSpPr>
            <p:cNvPr id="38" name="Forma 37"/>
            <p:cNvSpPr/>
            <p:nvPr/>
          </p:nvSpPr>
          <p:spPr>
            <a:xfrm>
              <a:off x="-181051" y="4068760"/>
              <a:ext cx="8500262" cy="299557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-112746" y="4062999"/>
              <a:ext cx="8363651" cy="10369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1455" y="4091803"/>
              <a:ext cx="8075249" cy="4608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1" name="!!CapilarPulmonar"/>
          <p:cNvSpPr/>
          <p:nvPr/>
        </p:nvSpPr>
        <p:spPr>
          <a:xfrm>
            <a:off x="-181051" y="4230060"/>
            <a:ext cx="8500262" cy="10369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2" name="!!Alveolos"/>
          <p:cNvGrpSpPr/>
          <p:nvPr/>
        </p:nvGrpSpPr>
        <p:grpSpPr>
          <a:xfrm>
            <a:off x="-181051" y="4414403"/>
            <a:ext cx="8568568" cy="2214997"/>
            <a:chOff x="-181051" y="4414403"/>
            <a:chExt cx="8568568" cy="2214997"/>
          </a:xfrm>
        </p:grpSpPr>
        <p:sp>
          <p:nvSpPr>
            <p:cNvPr id="43" name="Forma 42"/>
            <p:cNvSpPr/>
            <p:nvPr/>
          </p:nvSpPr>
          <p:spPr>
            <a:xfrm>
              <a:off x="-181051" y="4414403"/>
              <a:ext cx="8500262" cy="22149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114940" y="4477771"/>
              <a:ext cx="8272577" cy="165908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6" name="Rótulo Paquete vasculonervios"/>
          <p:cNvGrpSpPr/>
          <p:nvPr/>
        </p:nvGrpSpPr>
        <p:grpSpPr>
          <a:xfrm>
            <a:off x="2930652" y="914400"/>
            <a:ext cx="8133588" cy="1624889"/>
            <a:chOff x="2930652" y="914400"/>
            <a:chExt cx="8133588" cy="1624889"/>
          </a:xfrm>
        </p:grpSpPr>
        <p:sp>
          <p:nvSpPr>
            <p:cNvPr id="47" name="Flecha 46_2"/>
            <p:cNvSpPr/>
            <p:nvPr/>
          </p:nvSpPr>
          <p:spPr>
            <a:xfrm>
              <a:off x="2930652" y="1188720"/>
              <a:ext cx="5207508" cy="1350569"/>
            </a:xfrm>
            <a:custGeom>
              <a:avLst/>
              <a:gdLst/>
              <a:ahLst/>
              <a:cxnLst/>
              <a:rect l="0" t="0" r="r" b="b"/>
              <a:pathLst>
                <a:path w="5695" h="1476" fill="none">
                  <a:moveTo>
                    <a:pt x="0" y="1476"/>
                  </a:moveTo>
                  <a:lnTo>
                    <a:pt x="5695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8" name="Forma 48"/>
            <p:cNvSpPr/>
            <p:nvPr/>
          </p:nvSpPr>
          <p:spPr>
            <a:xfrm>
              <a:off x="8138160" y="914400"/>
              <a:ext cx="2926080" cy="548640"/>
            </a:xfrm>
            <a:prstGeom prst="rect">
              <a:avLst/>
            </a:prstGeom>
            <a:solidFill>
              <a:srgbClr val="FFC00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Paquete vasculonervioso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9" name="Rótulo Borde superior costill"/>
          <p:cNvGrpSpPr/>
          <p:nvPr/>
        </p:nvGrpSpPr>
        <p:grpSpPr>
          <a:xfrm>
            <a:off x="5245456" y="1554480"/>
            <a:ext cx="6184544" cy="593080"/>
            <a:chOff x="5245456" y="1554480"/>
            <a:chExt cx="6184544" cy="593080"/>
          </a:xfrm>
        </p:grpSpPr>
        <p:sp>
          <p:nvSpPr>
            <p:cNvPr id="50" name="Flecha 50_2"/>
            <p:cNvSpPr/>
            <p:nvPr/>
          </p:nvSpPr>
          <p:spPr>
            <a:xfrm>
              <a:off x="5245456" y="1828800"/>
              <a:ext cx="2892704" cy="318760"/>
            </a:xfrm>
            <a:custGeom>
              <a:avLst/>
              <a:gdLst/>
              <a:ahLst/>
              <a:cxnLst/>
              <a:rect l="0" t="0" r="r" b="b"/>
              <a:pathLst>
                <a:path w="3163" h="348" fill="none">
                  <a:moveTo>
                    <a:pt x="0" y="348"/>
                  </a:moveTo>
                  <a:lnTo>
                    <a:pt x="3163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1" name="Forma 52"/>
            <p:cNvSpPr/>
            <p:nvPr/>
          </p:nvSpPr>
          <p:spPr>
            <a:xfrm>
              <a:off x="8138160" y="1554480"/>
              <a:ext cx="3291840" cy="548640"/>
            </a:xfrm>
            <a:prstGeom prst="rect">
              <a:avLst/>
            </a:prstGeom>
            <a:solidFill>
              <a:srgbClr val="92D05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Borde superior costilla inferior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2" name="Recuadro Surco subcostal"/>
          <p:cNvGrpSpPr/>
          <p:nvPr/>
        </p:nvGrpSpPr>
        <p:grpSpPr>
          <a:xfrm>
            <a:off x="8138160" y="2286000"/>
            <a:ext cx="3749040" cy="1264920"/>
            <a:chOff x="8138160" y="2286000"/>
            <a:chExt cx="3749040" cy="1264920"/>
          </a:xfrm>
        </p:grpSpPr>
        <p:sp>
          <p:nvSpPr>
            <p:cNvPr id="53" name="Forma 54"/>
            <p:cNvSpPr/>
            <p:nvPr/>
          </p:nvSpPr>
          <p:spPr>
            <a:xfrm>
              <a:off x="8138160" y="2651760"/>
              <a:ext cx="3749040" cy="8991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paquete corre por el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borde INFERIOR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cada costilla.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54" name="Forma 55"/>
            <p:cNvSpPr/>
            <p:nvPr/>
          </p:nvSpPr>
          <p:spPr>
            <a:xfrm>
              <a:off x="8138160" y="228600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SURCO SUBCOSTAL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5" name="Recuadro Principio"/>
          <p:cNvGrpSpPr/>
          <p:nvPr/>
        </p:nvGrpSpPr>
        <p:grpSpPr>
          <a:xfrm>
            <a:off x="8138160" y="3688080"/>
            <a:ext cx="3749040" cy="1264920"/>
            <a:chOff x="8138160" y="3688080"/>
            <a:chExt cx="3749040" cy="1264920"/>
          </a:xfrm>
        </p:grpSpPr>
        <p:sp>
          <p:nvSpPr>
            <p:cNvPr id="56" name="Forma 57"/>
            <p:cNvSpPr/>
            <p:nvPr/>
          </p:nvSpPr>
          <p:spPr>
            <a:xfrm>
              <a:off x="8138160" y="4053840"/>
              <a:ext cx="3749040" cy="89916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ingresa </a:t>
              </a:r>
              <a:r>
                <a:rPr lang="es-AR" sz="14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por encima del borde superior</a:t>
              </a:r>
              <a:r>
                <a:rPr lang="es-AR" sz="14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de la costilla </a:t>
              </a:r>
              <a:r>
                <a:rPr lang="es-AR" sz="14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inferior</a:t>
              </a:r>
              <a:r>
                <a:rPr lang="es-AR" sz="14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para alejarse del paquete.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57" name="Forma 58"/>
            <p:cNvSpPr/>
            <p:nvPr/>
          </p:nvSpPr>
          <p:spPr>
            <a:xfrm>
              <a:off x="8138160" y="368808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PRINCIPIO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58" name="Recuadro En revisión"/>
          <p:cNvGrpSpPr/>
          <p:nvPr/>
        </p:nvGrpSpPr>
        <p:grpSpPr>
          <a:xfrm>
            <a:off x="8138160" y="5090160"/>
            <a:ext cx="3749040" cy="1264920"/>
            <a:chOff x="8138160" y="5090160"/>
            <a:chExt cx="3749040" cy="1264920"/>
          </a:xfrm>
        </p:grpSpPr>
        <p:sp>
          <p:nvSpPr>
            <p:cNvPr id="59" name="Forma 60"/>
            <p:cNvSpPr/>
            <p:nvPr/>
          </p:nvSpPr>
          <p:spPr>
            <a:xfrm>
              <a:off x="8138160" y="5455920"/>
              <a:ext cx="3749040" cy="89916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orden de vena, arteria y nervio dentro del paquete debe verificarse (Auditoría).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60" name="Forma 61"/>
            <p:cNvSpPr/>
            <p:nvPr/>
          </p:nvSpPr>
          <p:spPr>
            <a:xfrm>
              <a:off x="8138160" y="509016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 REVISIÓN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93557" y="91440"/>
            <a:ext cx="903354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245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ESTRUCTURAS RELEVANTES: EL PAQUETE VASCULONERVIOSO</a:t>
            </a:r>
            <a:endParaRPr lang="es-AR" sz="2000" dirty="0">
              <a:latin typeface="Mali"/>
            </a:endParaRPr>
          </a:p>
        </p:txBody>
      </p:sp>
      <p:sp>
        <p:nvSpPr>
          <p:cNvPr id="4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718542" cy="720090"/>
            <a:chOff x="274320" y="868680"/>
            <a:chExt cx="7718542" cy="72009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589520" cy="25923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7912"/>
              <a:ext cx="7589520" cy="46085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089" y="1254648"/>
              <a:ext cx="7695773" cy="20738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29261" y="1588770"/>
            <a:ext cx="8196682" cy="1209751"/>
            <a:chOff x="-29261" y="1588770"/>
            <a:chExt cx="8196682" cy="1209751"/>
          </a:xfrm>
        </p:grpSpPr>
        <p:sp>
          <p:nvSpPr>
            <p:cNvPr id="9" name="Forma 8"/>
            <p:cNvSpPr/>
            <p:nvPr/>
          </p:nvSpPr>
          <p:spPr>
            <a:xfrm>
              <a:off x="274320" y="1588770"/>
              <a:ext cx="7589520" cy="120975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29261" y="1617574"/>
              <a:ext cx="8196682" cy="11521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09167" y="1640616"/>
            <a:ext cx="5919826" cy="1013887"/>
            <a:chOff x="1109167" y="1640616"/>
            <a:chExt cx="5919826" cy="1013887"/>
          </a:xfrm>
        </p:grpSpPr>
        <p:sp>
          <p:nvSpPr>
            <p:cNvPr id="12" name="Forma 11"/>
            <p:cNvSpPr/>
            <p:nvPr/>
          </p:nvSpPr>
          <p:spPr>
            <a:xfrm>
              <a:off x="1109167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97569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07508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495910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771272" y="2303099"/>
            <a:ext cx="4356384" cy="437815"/>
            <a:chOff x="2771272" y="2303099"/>
            <a:chExt cx="4356384" cy="437815"/>
          </a:xfrm>
        </p:grpSpPr>
        <p:sp>
          <p:nvSpPr>
            <p:cNvPr id="17" name="Forma 16"/>
            <p:cNvSpPr/>
            <p:nvPr/>
          </p:nvSpPr>
          <p:spPr>
            <a:xfrm>
              <a:off x="2771272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47167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92704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869613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945508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991045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Orientación"/>
          <p:cNvGrpSpPr/>
          <p:nvPr/>
        </p:nvGrpSpPr>
        <p:grpSpPr>
          <a:xfrm>
            <a:off x="1830172" y="891723"/>
            <a:ext cx="5995721" cy="207386"/>
            <a:chOff x="1830172" y="891723"/>
            <a:chExt cx="5995721" cy="207386"/>
          </a:xfrm>
        </p:grpSpPr>
        <p:sp>
          <p:nvSpPr>
            <p:cNvPr id="24" name="Forma 23"/>
            <p:cNvSpPr/>
            <p:nvPr/>
          </p:nvSpPr>
          <p:spPr>
            <a:xfrm>
              <a:off x="1830172" y="891723"/>
              <a:ext cx="1442009" cy="207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5D4037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◄</a:t>
              </a:r>
              <a:r>
                <a:rPr lang="es-AR" sz="1100" b="1" dirty="0">
                  <a:solidFill>
                    <a:srgbClr val="5D4037"/>
                  </a:solidFill>
                  <a:latin typeface="Mali"/>
                  <a:ea typeface="Mali"/>
                  <a:cs typeface="Mali"/>
                  <a:sym typeface="Mali"/>
                </a:rPr>
                <a:t> CRANEAL</a:t>
              </a:r>
              <a:endParaRPr lang="es-AR" sz="110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383884" y="891723"/>
              <a:ext cx="1442009" cy="207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5D4037"/>
                  </a:solidFill>
                  <a:latin typeface="Mali"/>
                  <a:ea typeface="Mali"/>
                  <a:cs typeface="Mali"/>
                  <a:sym typeface="Mali"/>
                </a:rPr>
                <a:t>CAUDAL </a:t>
              </a:r>
              <a:r>
                <a:rPr lang="es-AR" sz="1100" b="1" dirty="0">
                  <a:solidFill>
                    <a:srgbClr val="5D4037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►</a:t>
              </a:r>
              <a:endParaRPr lang="es-AR" sz="1100" dirty="0">
                <a:latin typeface="Mali"/>
              </a:endParaRPr>
            </a:p>
          </p:txBody>
        </p:sp>
      </p:grpSp>
      <p:grpSp>
        <p:nvGrpSpPr>
          <p:cNvPr id="26" name="!!PleuraParietal"/>
          <p:cNvGrpSpPr/>
          <p:nvPr/>
        </p:nvGrpSpPr>
        <p:grpSpPr>
          <a:xfrm>
            <a:off x="266730" y="2856128"/>
            <a:ext cx="7604699" cy="420533"/>
            <a:chOff x="266730" y="2856128"/>
            <a:chExt cx="7604699" cy="420533"/>
          </a:xfrm>
        </p:grpSpPr>
        <p:sp>
          <p:nvSpPr>
            <p:cNvPr id="27" name="Forma 26"/>
            <p:cNvSpPr/>
            <p:nvPr/>
          </p:nvSpPr>
          <p:spPr>
            <a:xfrm>
              <a:off x="274320" y="2856128"/>
              <a:ext cx="7589520" cy="39172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266730" y="3172968"/>
              <a:ext cx="7604699" cy="10369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410931" y="3201772"/>
              <a:ext cx="7316297" cy="4608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30" name="!!CapilarSistemico"/>
          <p:cNvSpPr/>
          <p:nvPr/>
        </p:nvSpPr>
        <p:spPr>
          <a:xfrm>
            <a:off x="274320" y="2959821"/>
            <a:ext cx="7589520" cy="161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31" name="!!VasoLinfatico"/>
          <p:cNvGrpSpPr/>
          <p:nvPr/>
        </p:nvGrpSpPr>
        <p:grpSpPr>
          <a:xfrm>
            <a:off x="4220870" y="2879171"/>
            <a:ext cx="3642970" cy="391729"/>
            <a:chOff x="4220870" y="2879171"/>
            <a:chExt cx="3642970" cy="391729"/>
          </a:xfrm>
        </p:grpSpPr>
        <p:sp>
          <p:nvSpPr>
            <p:cNvPr id="32" name="Forma 31"/>
            <p:cNvSpPr/>
            <p:nvPr/>
          </p:nvSpPr>
          <p:spPr>
            <a:xfrm>
              <a:off x="4220870" y="2879171"/>
              <a:ext cx="3642970" cy="17282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759726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974050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036582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6" name="!!LiquidoPleural"/>
          <p:cNvSpPr/>
          <p:nvPr/>
        </p:nvSpPr>
        <p:spPr>
          <a:xfrm>
            <a:off x="274320" y="3276661"/>
            <a:ext cx="7589520" cy="792099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7" name="!!PleuraVisceral"/>
          <p:cNvGrpSpPr/>
          <p:nvPr/>
        </p:nvGrpSpPr>
        <p:grpSpPr>
          <a:xfrm>
            <a:off x="-181051" y="4062999"/>
            <a:ext cx="8500262" cy="305318"/>
            <a:chOff x="-181051" y="4062999"/>
            <a:chExt cx="8500262" cy="305318"/>
          </a:xfrm>
        </p:grpSpPr>
        <p:sp>
          <p:nvSpPr>
            <p:cNvPr id="38" name="Forma 37"/>
            <p:cNvSpPr/>
            <p:nvPr/>
          </p:nvSpPr>
          <p:spPr>
            <a:xfrm>
              <a:off x="-181051" y="4068760"/>
              <a:ext cx="8500262" cy="299557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-112746" y="4062999"/>
              <a:ext cx="8363651" cy="10369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1455" y="4091803"/>
              <a:ext cx="8075249" cy="4608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1" name="!!CapilarPulmonar"/>
          <p:cNvSpPr/>
          <p:nvPr/>
        </p:nvSpPr>
        <p:spPr>
          <a:xfrm>
            <a:off x="-181051" y="4230060"/>
            <a:ext cx="8500262" cy="10369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2" name="!!Alveolos"/>
          <p:cNvGrpSpPr/>
          <p:nvPr/>
        </p:nvGrpSpPr>
        <p:grpSpPr>
          <a:xfrm>
            <a:off x="-181051" y="4414403"/>
            <a:ext cx="8568568" cy="2214997"/>
            <a:chOff x="-181051" y="4414403"/>
            <a:chExt cx="8568568" cy="2214997"/>
          </a:xfrm>
        </p:grpSpPr>
        <p:sp>
          <p:nvSpPr>
            <p:cNvPr id="43" name="Forma 42"/>
            <p:cNvSpPr/>
            <p:nvPr/>
          </p:nvSpPr>
          <p:spPr>
            <a:xfrm>
              <a:off x="-181051" y="4414403"/>
              <a:ext cx="8500262" cy="22149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114940" y="4477771"/>
              <a:ext cx="8272577" cy="165908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6" name="!!Aguja"/>
          <p:cNvSpPr/>
          <p:nvPr/>
        </p:nvSpPr>
        <p:spPr>
          <a:xfrm>
            <a:off x="5208880" y="-594360"/>
            <a:ext cx="73152" cy="1645920"/>
          </a:xfrm>
          <a:prstGeom prst="rect">
            <a:avLst/>
          </a:prstGeom>
          <a:gradFill rotWithShape="1">
            <a:gsLst>
              <a:gs pos="0">
                <a:srgbClr val="858C8D"/>
              </a:gs>
              <a:gs pos="30000">
                <a:srgbClr val="D8DEDF"/>
              </a:gs>
              <a:gs pos="55000">
                <a:srgbClr val="BFC9CA"/>
              </a:gs>
              <a:gs pos="100000">
                <a:srgbClr val="858C8D"/>
              </a:gs>
            </a:gsLst>
            <a:lin ang="0" scaled="0"/>
          </a:gradFill>
          <a:ln w="15875" cap="rnd">
            <a:solidFill>
              <a:srgbClr val="000000"/>
            </a:solidFill>
            <a:round/>
          </a:ln>
        </p:spPr>
      </p:sp>
      <p:sp>
        <p:nvSpPr>
          <p:cNvPr id="47" name="Trayecto"/>
          <p:cNvSpPr/>
          <p:nvPr/>
        </p:nvSpPr>
        <p:spPr>
          <a:xfrm>
            <a:off x="8138160" y="914400"/>
            <a:ext cx="3749040" cy="2743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aguja atraviesa piel, músculo intercostal y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parietal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hasta el líquido,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alcanzar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pleura visceral.</a:t>
            </a:r>
            <a:endParaRPr lang="es-AR" sz="2000" dirty="0">
              <a:latin typeface="Mali"/>
            </a:endParaRPr>
          </a:p>
        </p:txBody>
      </p:sp>
      <p:sp>
        <p:nvSpPr>
          <p:cNvPr id="48" name="Seguridad"/>
          <p:cNvSpPr/>
          <p:nvPr/>
        </p:nvSpPr>
        <p:spPr>
          <a:xfrm>
            <a:off x="8138160" y="3840480"/>
            <a:ext cx="3749040" cy="25146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Esquema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didáctico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el sitio de punción se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individualiza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en cada paciente; no es un protocolo universal.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38361" y="91440"/>
            <a:ext cx="898874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89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OBTENCIÓN DE LA MUESTRA: REPRESENTACIÓN CONCEPTUAL</a:t>
            </a:r>
            <a:endParaRPr lang="es-AR" sz="1950" dirty="0">
              <a:latin typeface="Mali"/>
            </a:endParaRPr>
          </a:p>
        </p:txBody>
      </p:sp>
      <p:sp>
        <p:nvSpPr>
          <p:cNvPr id="4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822 E" pathEditMode="relative" ptsTypes="">
                                      <p:cBhvr>
                                        <p:cTn id="8" dur="12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91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8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5" name="Frasco Bacteriología"/>
          <p:cNvGrpSpPr/>
          <p:nvPr/>
        </p:nvGrpSpPr>
        <p:grpSpPr>
          <a:xfrm>
            <a:off x="548640" y="1005840"/>
            <a:ext cx="3474720" cy="5349240"/>
            <a:chOff x="548640" y="1005840"/>
            <a:chExt cx="3474720" cy="5349240"/>
          </a:xfrm>
        </p:grpSpPr>
        <p:grpSp>
          <p:nvGrpSpPr>
            <p:cNvPr id="6" name="!!Frasco1"/>
            <p:cNvGrpSpPr/>
            <p:nvPr/>
          </p:nvGrpSpPr>
          <p:grpSpPr>
            <a:xfrm>
              <a:off x="1722730" y="1005840"/>
              <a:ext cx="1126541" cy="3108960"/>
              <a:chOff x="1722730" y="1005840"/>
              <a:chExt cx="1126541" cy="3108960"/>
            </a:xfrm>
          </p:grpSpPr>
          <p:sp>
            <p:nvSpPr>
              <p:cNvPr id="7" name="Forma 6"/>
              <p:cNvSpPr/>
              <p:nvPr/>
            </p:nvSpPr>
            <p:spPr>
              <a:xfrm>
                <a:off x="1722730" y="1005840"/>
                <a:ext cx="1126541" cy="310896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8" name="Forma 7"/>
              <p:cNvSpPr/>
              <p:nvPr/>
            </p:nvSpPr>
            <p:spPr>
              <a:xfrm>
                <a:off x="1853489" y="2380000"/>
                <a:ext cx="865022" cy="1688165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8E38B"/>
                  </a:gs>
                  <a:gs pos="100000">
                    <a:srgbClr val="D9C161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853489" y="2333366"/>
                <a:ext cx="865022" cy="108814"/>
              </a:xfrm>
              <a:prstGeom prst="ellipse">
                <a:avLst/>
              </a:prstGeom>
              <a:solidFill>
                <a:srgbClr val="F9E69A"/>
              </a:solidFill>
              <a:ln w="9525" cap="rnd">
                <a:solidFill>
                  <a:srgbClr val="AC9A4D"/>
                </a:solidFill>
                <a:round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783080" y="1316736"/>
                <a:ext cx="1005840" cy="27980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11" name="Forma 10"/>
              <p:cNvSpPr/>
              <p:nvPr/>
            </p:nvSpPr>
            <p:spPr>
              <a:xfrm>
                <a:off x="1944014" y="1540581"/>
                <a:ext cx="120701" cy="167883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12" name="Recuadro 1 · Bacteriología"/>
            <p:cNvGrpSpPr/>
            <p:nvPr/>
          </p:nvGrpSpPr>
          <p:grpSpPr>
            <a:xfrm>
              <a:off x="548640" y="4343400"/>
              <a:ext cx="3474720" cy="2011680"/>
              <a:chOff x="548640" y="4343400"/>
              <a:chExt cx="3474720" cy="2011680"/>
            </a:xfrm>
          </p:grpSpPr>
          <p:sp>
            <p:nvSpPr>
              <p:cNvPr id="13" name="Forma 12"/>
              <p:cNvSpPr/>
              <p:nvPr/>
            </p:nvSpPr>
            <p:spPr>
              <a:xfrm>
                <a:off x="548640" y="4709160"/>
                <a:ext cx="3474720" cy="1645920"/>
              </a:xfrm>
              <a:prstGeom prst="rect">
                <a:avLst/>
              </a:prstGeom>
              <a:solidFill>
                <a:srgbClr val="00B0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318"/>
                  </a:lnSpc>
                  <a:spcAft>
                    <a:spcPts val="300"/>
                  </a:spcAft>
                  <a:buNone/>
                </a:pP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Agente causal: </a:t>
                </a: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cultivo, Gram, BAAR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(TBC).</a:t>
                </a:r>
                <a:endParaRPr lang="es-AR" sz="2000" dirty="0">
                  <a:latin typeface="Mali"/>
                </a:endParaRPr>
              </a:p>
            </p:txBody>
          </p:sp>
          <p:sp>
            <p:nvSpPr>
              <p:cNvPr id="14" name="Forma 13"/>
              <p:cNvSpPr/>
              <p:nvPr/>
            </p:nvSpPr>
            <p:spPr>
              <a:xfrm>
                <a:off x="548640" y="4343400"/>
                <a:ext cx="34747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1 · BACTERIOLOGÍA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5" name="Frasco Anatomía patológica"/>
          <p:cNvGrpSpPr/>
          <p:nvPr/>
        </p:nvGrpSpPr>
        <p:grpSpPr>
          <a:xfrm>
            <a:off x="4389120" y="1005840"/>
            <a:ext cx="3474720" cy="5349240"/>
            <a:chOff x="4389120" y="1005840"/>
            <a:chExt cx="3474720" cy="5349240"/>
          </a:xfrm>
        </p:grpSpPr>
        <p:grpSp>
          <p:nvGrpSpPr>
            <p:cNvPr id="16" name="!!Frasco2"/>
            <p:cNvGrpSpPr/>
            <p:nvPr/>
          </p:nvGrpSpPr>
          <p:grpSpPr>
            <a:xfrm>
              <a:off x="5563210" y="1005840"/>
              <a:ext cx="1126541" cy="3108960"/>
              <a:chOff x="5563210" y="1005840"/>
              <a:chExt cx="1126541" cy="3108960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5563210" y="1005840"/>
                <a:ext cx="1126541" cy="310896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5693969" y="2380000"/>
                <a:ext cx="865022" cy="1688165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BBFBB"/>
                  </a:gs>
                  <a:gs pos="100000">
                    <a:srgbClr val="CA9A95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5693969" y="2333366"/>
                <a:ext cx="865022" cy="108814"/>
              </a:xfrm>
              <a:prstGeom prst="ellipse">
                <a:avLst/>
              </a:prstGeom>
              <a:solidFill>
                <a:srgbClr val="EDC7C3"/>
              </a:solidFill>
              <a:ln w="9525" cap="rnd">
                <a:solidFill>
                  <a:srgbClr val="A17B76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5623560" y="1316736"/>
                <a:ext cx="1005840" cy="27980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21" name="Forma 20"/>
              <p:cNvSpPr/>
              <p:nvPr/>
            </p:nvSpPr>
            <p:spPr>
              <a:xfrm>
                <a:off x="5784494" y="1540581"/>
                <a:ext cx="120701" cy="167883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22" name="Recuadro 2 · Anatomía patológica"/>
            <p:cNvGrpSpPr/>
            <p:nvPr/>
          </p:nvGrpSpPr>
          <p:grpSpPr>
            <a:xfrm>
              <a:off x="4389120" y="4343400"/>
              <a:ext cx="3474720" cy="2011680"/>
              <a:chOff x="4389120" y="4343400"/>
              <a:chExt cx="3474720" cy="2011680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4389120" y="4709160"/>
                <a:ext cx="3474720" cy="1645920"/>
              </a:xfrm>
              <a:prstGeom prst="rect">
                <a:avLst/>
              </a:prstGeom>
              <a:solidFill>
                <a:srgbClr val="CCC0D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318"/>
                  </a:lnSpc>
                  <a:spcAft>
                    <a:spcPts val="300"/>
                  </a:spcAft>
                  <a:buNone/>
                </a:pP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Citología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: búsqueda de células malignas.</a:t>
                </a:r>
                <a:endParaRPr lang="es-AR" sz="2000" dirty="0">
                  <a:latin typeface="Mali"/>
                </a:endParaRPr>
              </a:p>
            </p:txBody>
          </p:sp>
          <p:sp>
            <p:nvSpPr>
              <p:cNvPr id="24" name="Forma 23"/>
              <p:cNvSpPr/>
              <p:nvPr/>
            </p:nvSpPr>
            <p:spPr>
              <a:xfrm>
                <a:off x="4389120" y="4343400"/>
                <a:ext cx="34747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2 · ANATOMÍA PATOLÓGICA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5" name="Frasco Fisicoquímico"/>
          <p:cNvGrpSpPr/>
          <p:nvPr/>
        </p:nvGrpSpPr>
        <p:grpSpPr>
          <a:xfrm>
            <a:off x="8229600" y="1005840"/>
            <a:ext cx="3474720" cy="5349240"/>
            <a:chOff x="8229600" y="1005840"/>
            <a:chExt cx="3474720" cy="5349240"/>
          </a:xfrm>
        </p:grpSpPr>
        <p:grpSp>
          <p:nvGrpSpPr>
            <p:cNvPr id="26" name="!!Frasco3"/>
            <p:cNvGrpSpPr/>
            <p:nvPr/>
          </p:nvGrpSpPr>
          <p:grpSpPr>
            <a:xfrm>
              <a:off x="9403690" y="1005840"/>
              <a:ext cx="1126541" cy="3108960"/>
              <a:chOff x="9403690" y="1005840"/>
              <a:chExt cx="1126541" cy="3108960"/>
            </a:xfrm>
          </p:grpSpPr>
          <p:sp>
            <p:nvSpPr>
              <p:cNvPr id="27" name="Forma 26"/>
              <p:cNvSpPr/>
              <p:nvPr/>
            </p:nvSpPr>
            <p:spPr>
              <a:xfrm>
                <a:off x="9403690" y="1005840"/>
                <a:ext cx="1126541" cy="310896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9534449" y="2380000"/>
                <a:ext cx="865022" cy="1688165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AEBB2"/>
                  </a:gs>
                  <a:gs pos="100000">
                    <a:srgbClr val="DBCB8B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9534449" y="2333366"/>
                <a:ext cx="865022" cy="108814"/>
              </a:xfrm>
              <a:prstGeom prst="ellipse">
                <a:avLst/>
              </a:prstGeom>
              <a:solidFill>
                <a:srgbClr val="FAEEBB"/>
              </a:solidFill>
              <a:ln w="9525" cap="rnd">
                <a:solidFill>
                  <a:srgbClr val="AEA16F"/>
                </a:solidFill>
                <a:round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9464040" y="1316736"/>
                <a:ext cx="1005840" cy="27980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9624974" y="1540581"/>
                <a:ext cx="120701" cy="167883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32" name="Recuadro 3 · Fisicoquímico"/>
            <p:cNvGrpSpPr/>
            <p:nvPr/>
          </p:nvGrpSpPr>
          <p:grpSpPr>
            <a:xfrm>
              <a:off x="8229600" y="4343400"/>
              <a:ext cx="3474720" cy="2011680"/>
              <a:chOff x="8229600" y="4343400"/>
              <a:chExt cx="3474720" cy="2011680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8229600" y="4709160"/>
                <a:ext cx="3474720" cy="164592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318"/>
                  </a:lnSpc>
                  <a:spcAft>
                    <a:spcPts val="300"/>
                  </a:spcAft>
                  <a:buNone/>
                </a:pP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El </a:t>
                </a: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más importante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: permite aplicar los </a:t>
                </a: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criterios de Light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2000" dirty="0">
                  <a:latin typeface="Mali"/>
                </a:endParaRPr>
              </a:p>
            </p:txBody>
          </p:sp>
          <p:sp>
            <p:nvSpPr>
              <p:cNvPr id="34" name="Forma 33"/>
              <p:cNvSpPr/>
              <p:nvPr/>
            </p:nvSpPr>
            <p:spPr>
              <a:xfrm>
                <a:off x="8229600" y="4343400"/>
                <a:ext cx="34747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3 · FISICOQUÍMICO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TRES FRASCOS</a:t>
            </a:r>
            <a:endParaRPr lang="es-AR" sz="2400" dirty="0">
              <a:latin typeface="Mali"/>
            </a:endParaRPr>
          </a:p>
        </p:txBody>
      </p:sp>
      <p:sp>
        <p:nvSpPr>
          <p:cNvPr id="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sp>
        <p:nvSpPr>
          <p:cNvPr id="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5" name="!!Frasco1"/>
          <p:cNvGrpSpPr/>
          <p:nvPr/>
        </p:nvGrpSpPr>
        <p:grpSpPr>
          <a:xfrm>
            <a:off x="510235" y="1371600"/>
            <a:ext cx="716890" cy="2194560"/>
            <a:chOff x="510235" y="1371600"/>
            <a:chExt cx="716890" cy="2194560"/>
          </a:xfrm>
        </p:grpSpPr>
        <p:sp>
          <p:nvSpPr>
            <p:cNvPr id="6" name="Forma 5"/>
            <p:cNvSpPr/>
            <p:nvPr/>
          </p:nvSpPr>
          <p:spPr>
            <a:xfrm>
              <a:off x="510235" y="1371600"/>
              <a:ext cx="716890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3446" y="2341596"/>
              <a:ext cx="550469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38B"/>
                </a:gs>
                <a:gs pos="100000">
                  <a:srgbClr val="D9C16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593446" y="2308677"/>
              <a:ext cx="550469" cy="76810"/>
            </a:xfrm>
            <a:prstGeom prst="ellipse">
              <a:avLst/>
            </a:prstGeom>
            <a:solidFill>
              <a:srgbClr val="F9E69A"/>
            </a:solidFill>
            <a:ln w="9525" cap="rnd">
              <a:solidFill>
                <a:srgbClr val="AC9A4D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548640" y="1591056"/>
              <a:ext cx="64008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651053" y="1749064"/>
              <a:ext cx="76810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11" name="!!Frasco2"/>
          <p:cNvGrpSpPr/>
          <p:nvPr/>
        </p:nvGrpSpPr>
        <p:grpSpPr>
          <a:xfrm>
            <a:off x="1424635" y="1371600"/>
            <a:ext cx="716890" cy="2194560"/>
            <a:chOff x="1424635" y="1371600"/>
            <a:chExt cx="716890" cy="2194560"/>
          </a:xfrm>
        </p:grpSpPr>
        <p:sp>
          <p:nvSpPr>
            <p:cNvPr id="12" name="Forma 11"/>
            <p:cNvSpPr/>
            <p:nvPr/>
          </p:nvSpPr>
          <p:spPr>
            <a:xfrm>
              <a:off x="1424635" y="1371600"/>
              <a:ext cx="716890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507846" y="2341596"/>
              <a:ext cx="550469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BBFBB"/>
                </a:gs>
                <a:gs pos="100000">
                  <a:srgbClr val="CA9A95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507846" y="2308677"/>
              <a:ext cx="550469" cy="76810"/>
            </a:xfrm>
            <a:prstGeom prst="ellipse">
              <a:avLst/>
            </a:prstGeom>
            <a:solidFill>
              <a:srgbClr val="EDC7C3"/>
            </a:solidFill>
            <a:ln w="9525" cap="rnd">
              <a:solidFill>
                <a:srgbClr val="A17B76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463040" y="1591056"/>
              <a:ext cx="64008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565453" y="1749064"/>
              <a:ext cx="76810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17" name="!!Frasco3"/>
          <p:cNvGrpSpPr/>
          <p:nvPr/>
        </p:nvGrpSpPr>
        <p:grpSpPr>
          <a:xfrm>
            <a:off x="2339035" y="1371600"/>
            <a:ext cx="716890" cy="2194560"/>
            <a:chOff x="2339035" y="1371600"/>
            <a:chExt cx="716890" cy="2194560"/>
          </a:xfrm>
        </p:grpSpPr>
        <p:sp>
          <p:nvSpPr>
            <p:cNvPr id="18" name="Forma 17"/>
            <p:cNvSpPr/>
            <p:nvPr/>
          </p:nvSpPr>
          <p:spPr>
            <a:xfrm>
              <a:off x="2339035" y="1371600"/>
              <a:ext cx="716890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422246" y="2341596"/>
              <a:ext cx="550469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2422246" y="2308677"/>
              <a:ext cx="550469" cy="76810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2377440" y="1591056"/>
              <a:ext cx="64008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2479853" y="1749064"/>
              <a:ext cx="76810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3" name="Tabla encabezado"/>
          <p:cNvGrpSpPr/>
          <p:nvPr/>
        </p:nvGrpSpPr>
        <p:grpSpPr>
          <a:xfrm>
            <a:off x="3474720" y="914400"/>
            <a:ext cx="8412480" cy="868013"/>
            <a:chOff x="3474720" y="914400"/>
            <a:chExt cx="8412480" cy="868013"/>
          </a:xfrm>
        </p:grpSpPr>
        <p:sp>
          <p:nvSpPr>
            <p:cNvPr id="24" name="Forma 23"/>
            <p:cNvSpPr/>
            <p:nvPr/>
          </p:nvSpPr>
          <p:spPr>
            <a:xfrm>
              <a:off x="3474720" y="914400"/>
              <a:ext cx="2549236" cy="868013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FRASCO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023956" y="914400"/>
              <a:ext cx="5863244" cy="868013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DETERMINACIONES (ver Unidades IX y X)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6" name="Tabla fila 1"/>
          <p:cNvGrpSpPr/>
          <p:nvPr/>
        </p:nvGrpSpPr>
        <p:grpSpPr>
          <a:xfrm>
            <a:off x="3474720" y="1782413"/>
            <a:ext cx="8412480" cy="868013"/>
            <a:chOff x="3474720" y="1782413"/>
            <a:chExt cx="8412480" cy="868013"/>
          </a:xfrm>
        </p:grpSpPr>
        <p:sp>
          <p:nvSpPr>
            <p:cNvPr id="27" name="Forma 26"/>
            <p:cNvSpPr/>
            <p:nvPr/>
          </p:nvSpPr>
          <p:spPr>
            <a:xfrm>
              <a:off x="3474720" y="1782413"/>
              <a:ext cx="2549236" cy="86801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Bacteriología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023956" y="1782413"/>
              <a:ext cx="5863244" cy="86801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· cultivo · BAAR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29" name="Tabla fila 2"/>
          <p:cNvGrpSpPr/>
          <p:nvPr/>
        </p:nvGrpSpPr>
        <p:grpSpPr>
          <a:xfrm>
            <a:off x="3474720" y="2650426"/>
            <a:ext cx="8412480" cy="868013"/>
            <a:chOff x="3474720" y="2650426"/>
            <a:chExt cx="8412480" cy="868013"/>
          </a:xfrm>
        </p:grpSpPr>
        <p:sp>
          <p:nvSpPr>
            <p:cNvPr id="30" name="Forma 29"/>
            <p:cNvSpPr/>
            <p:nvPr/>
          </p:nvSpPr>
          <p:spPr>
            <a:xfrm>
              <a:off x="3474720" y="2650426"/>
              <a:ext cx="2549236" cy="86801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Anatomía patológica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6023956" y="2650426"/>
              <a:ext cx="5863244" cy="86801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(células malignas)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32" name="Tabla fila 3"/>
          <p:cNvGrpSpPr/>
          <p:nvPr/>
        </p:nvGrpSpPr>
        <p:grpSpPr>
          <a:xfrm>
            <a:off x="3474720" y="3518440"/>
            <a:ext cx="8412480" cy="1053560"/>
            <a:chOff x="3474720" y="3518440"/>
            <a:chExt cx="8412480" cy="1053560"/>
          </a:xfrm>
        </p:grpSpPr>
        <p:sp>
          <p:nvSpPr>
            <p:cNvPr id="33" name="Forma 32"/>
            <p:cNvSpPr/>
            <p:nvPr/>
          </p:nvSpPr>
          <p:spPr>
            <a:xfrm>
              <a:off x="3474720" y="3518440"/>
              <a:ext cx="2549236" cy="105356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Fisicoquímico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6023956" y="3518440"/>
              <a:ext cx="5863244" cy="105356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y LDH (con valores séricos) · glucosa · pH · ADA · amilasa · triglicéridos · colesterol · recuento celular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35" name="Muestra simultánea"/>
          <p:cNvSpPr/>
          <p:nvPr/>
        </p:nvSpPr>
        <p:spPr>
          <a:xfrm>
            <a:off x="548640" y="4846320"/>
            <a:ext cx="11338560" cy="15087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proteínas y la LDH se miden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líquido y en la sangre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 mismo tiempo: los criterios se basan en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relaciones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761860" y="91440"/>
            <a:ext cx="726524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ANÁLISIS: QUÉ APORTA CADA ESTUDIO</a:t>
            </a:r>
            <a:endParaRPr lang="es-AR" sz="2400" dirty="0">
              <a:latin typeface="Mali"/>
            </a:endParaRPr>
          </a:p>
        </p:txBody>
      </p:sp>
      <p:sp>
        <p:nvSpPr>
          <p:cNvPr id="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sp>
        <p:nvSpPr>
          <p:cNvPr id="3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Forma 4"/>
          <p:cNvSpPr/>
          <p:nvPr/>
        </p:nvSpPr>
        <p:spPr>
          <a:xfrm>
            <a:off x="1554480" y="914400"/>
            <a:ext cx="3200400" cy="11887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Fisicoquímico</a:t>
            </a:r>
            <a:endParaRPr lang="es-AR" sz="2100" dirty="0">
              <a:latin typeface="Mali"/>
            </a:endParaRPr>
          </a:p>
        </p:txBody>
      </p:sp>
      <p:sp>
        <p:nvSpPr>
          <p:cNvPr id="6" name="Flecha 5_2"/>
          <p:cNvSpPr/>
          <p:nvPr/>
        </p:nvSpPr>
        <p:spPr>
          <a:xfrm>
            <a:off x="4782312" y="150876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39" h="10" fill="none">
                <a:moveTo>
                  <a:pt x="0" y="0"/>
                </a:moveTo>
                <a:lnTo>
                  <a:pt x="3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7" name="Forma 7"/>
          <p:cNvSpPr/>
          <p:nvPr/>
        </p:nvSpPr>
        <p:spPr>
          <a:xfrm>
            <a:off x="5120640" y="914400"/>
            <a:ext cx="3200400" cy="11887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2100" dirty="0">
              <a:latin typeface="Mali"/>
            </a:endParaRPr>
          </a:p>
        </p:txBody>
      </p:sp>
      <p:sp>
        <p:nvSpPr>
          <p:cNvPr id="8" name="Flecha 8_2"/>
          <p:cNvSpPr/>
          <p:nvPr/>
        </p:nvSpPr>
        <p:spPr>
          <a:xfrm>
            <a:off x="8348472" y="150876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40" h="10" fill="none">
                <a:moveTo>
                  <a:pt x="0" y="0"/>
                </a:moveTo>
                <a:lnTo>
                  <a:pt x="3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9" name="Forma 10"/>
          <p:cNvSpPr/>
          <p:nvPr/>
        </p:nvSpPr>
        <p:spPr>
          <a:xfrm>
            <a:off x="8686800" y="914400"/>
            <a:ext cx="320040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¿≥ 1 criterio positivo?</a:t>
            </a:r>
            <a:endParaRPr lang="es-AR" sz="2100" dirty="0">
              <a:latin typeface="Mali"/>
            </a:endParaRPr>
          </a:p>
        </p:txBody>
      </p:sp>
      <p:sp>
        <p:nvSpPr>
          <p:cNvPr id="10" name="Exudado ruta"/>
          <p:cNvSpPr/>
          <p:nvPr/>
        </p:nvSpPr>
        <p:spPr>
          <a:xfrm>
            <a:off x="548640" y="2560320"/>
            <a:ext cx="5486400" cy="1828800"/>
          </a:xfrm>
          <a:prstGeom prst="rect">
            <a:avLst/>
          </a:prstGeom>
          <a:solidFill>
            <a:srgbClr val="E9C46A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 → EXUDADO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buscar causa local con bacteriología, citología y parámetros (Unidad X).</a:t>
            </a:r>
            <a:endParaRPr lang="es-AR" sz="2100" dirty="0">
              <a:latin typeface="Mali"/>
            </a:endParaRPr>
          </a:p>
        </p:txBody>
      </p:sp>
      <p:sp>
        <p:nvSpPr>
          <p:cNvPr id="11" name="Trasudado ruta"/>
          <p:cNvSpPr/>
          <p:nvPr/>
        </p:nvSpPr>
        <p:spPr>
          <a:xfrm>
            <a:off x="6400800" y="2560320"/>
            <a:ext cx="5486400" cy="18288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→ TRASUDADO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tratar la enfermedad sistémica de base.</a:t>
            </a:r>
            <a:endParaRPr lang="es-AR" sz="2100" dirty="0">
              <a:latin typeface="Mali"/>
            </a:endParaRPr>
          </a:p>
        </p:txBody>
      </p:sp>
      <p:sp>
        <p:nvSpPr>
          <p:cNvPr id="12" name="Síndrome a etiología"/>
          <p:cNvSpPr/>
          <p:nvPr/>
        </p:nvSpPr>
        <p:spPr>
          <a:xfrm>
            <a:off x="548640" y="4663440"/>
            <a:ext cx="11338560" cy="169164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La toracocentesis transforma un 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(derrame) en una 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orientación etiológica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2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33944" y="91440"/>
            <a:ext cx="899315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INTERPRETACIÓN: DEL FRASCO AL DIAGNÓSTICO</a:t>
            </a:r>
            <a:endParaRPr lang="es-AR" sz="2400" dirty="0">
              <a:latin typeface="Mali"/>
            </a:endParaRPr>
          </a:p>
        </p:txBody>
      </p:sp>
      <p:sp>
        <p:nvSpPr>
          <p:cNvPr id="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1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Recuadro Indicaciones generales"/>
          <p:cNvGrpSpPr/>
          <p:nvPr/>
        </p:nvGrpSpPr>
        <p:grpSpPr>
          <a:xfrm>
            <a:off x="365760" y="914400"/>
            <a:ext cx="5577840" cy="2514600"/>
            <a:chOff x="365760" y="914400"/>
            <a:chExt cx="5577840" cy="251460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5577840" cy="21488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 marL="171450" indent="-171450">
                <a:lnSpc>
                  <a:spcPts val="2086"/>
                </a:lnSpc>
                <a:spcAft>
                  <a:spcPts val="300"/>
                </a:spcAft>
                <a:buClr>
                  <a:srgbClr val="000000"/>
                </a:buClr>
                <a:buFont typeface="Arial"/>
                <a:buChar char="•"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 etiológico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(causa desconocida)</a:t>
              </a:r>
              <a:endParaRPr lang="es-AR" sz="1800" dirty="0">
                <a:latin typeface="Mali"/>
              </a:endParaRPr>
            </a:p>
            <a:p>
              <a:pPr algn="l" marL="171450" indent="-171450">
                <a:lnSpc>
                  <a:spcPts val="2086"/>
                </a:lnSpc>
                <a:spcAft>
                  <a:spcPts val="300"/>
                </a:spcAft>
                <a:buClr>
                  <a:srgbClr val="000000"/>
                </a:buClr>
                <a:buFont typeface="Arial"/>
                <a:buChar char="•"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Evacuación terapéutica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(alivio de la disnea)</a:t>
              </a:r>
              <a:endParaRPr lang="es-AR" sz="1800" dirty="0">
                <a:latin typeface="Mali"/>
              </a:endParaRPr>
            </a:p>
            <a:p>
              <a:pPr algn="l" marL="171450" indent="-171450">
                <a:lnSpc>
                  <a:spcPts val="2086"/>
                </a:lnSpc>
                <a:spcAft>
                  <a:spcPts val="300"/>
                </a:spcAft>
                <a:buClr>
                  <a:srgbClr val="000000"/>
                </a:buClr>
                <a:buFont typeface="Arial"/>
                <a:buChar char="•"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paraneumónico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drenar cuando es complicado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INDICACIONES GENERALES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Recuadro Umbral a revisar"/>
          <p:cNvGrpSpPr/>
          <p:nvPr/>
        </p:nvGrpSpPr>
        <p:grpSpPr>
          <a:xfrm>
            <a:off x="365760" y="3611880"/>
            <a:ext cx="5577840" cy="2743200"/>
            <a:chOff x="365760" y="3611880"/>
            <a:chExt cx="5577840" cy="2743200"/>
          </a:xfrm>
        </p:grpSpPr>
        <p:sp>
          <p:nvSpPr>
            <p:cNvPr id="8" name="Forma 7"/>
            <p:cNvSpPr/>
            <p:nvPr/>
          </p:nvSpPr>
          <p:spPr>
            <a:xfrm>
              <a:off x="365760" y="3977640"/>
              <a:ext cx="5577840" cy="23774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propone puncionar «todo derrame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&gt; 2 cm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en proyección en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decúbito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»: umbral y proyección deben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verificarse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antes de enseñarse como regla (Auditoría).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365760" y="361188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UMBRAL A REVISAR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" name="Forma 9"/>
          <p:cNvSpPr/>
          <p:nvPr/>
        </p:nvSpPr>
        <p:spPr>
          <a:xfrm>
            <a:off x="6217920" y="914400"/>
            <a:ext cx="5669280" cy="672084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Sospecha de ICC</a:t>
            </a:r>
            <a:endParaRPr lang="es-AR" sz="2000" dirty="0">
              <a:latin typeface="Mali"/>
            </a:endParaRPr>
          </a:p>
        </p:txBody>
      </p:sp>
      <p:sp>
        <p:nvSpPr>
          <p:cNvPr id="11" name="Flecha 10_2"/>
          <p:cNvSpPr/>
          <p:nvPr/>
        </p:nvSpPr>
        <p:spPr>
          <a:xfrm>
            <a:off x="9052560" y="1613916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2" name="Forma 12"/>
          <p:cNvSpPr/>
          <p:nvPr/>
        </p:nvSpPr>
        <p:spPr>
          <a:xfrm>
            <a:off x="6217920" y="1787652"/>
            <a:ext cx="5669280" cy="67208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Diuréticos y observación</a:t>
            </a:r>
            <a:endParaRPr lang="es-AR" sz="2000" dirty="0">
              <a:latin typeface="Mali"/>
            </a:endParaRPr>
          </a:p>
        </p:txBody>
      </p:sp>
      <p:sp>
        <p:nvSpPr>
          <p:cNvPr id="13" name="Flecha 13_2"/>
          <p:cNvSpPr/>
          <p:nvPr/>
        </p:nvSpPr>
        <p:spPr>
          <a:xfrm>
            <a:off x="9052560" y="2487168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60" fill="none">
                <a:moveTo>
                  <a:pt x="0" y="0"/>
                </a:moveTo>
                <a:lnTo>
                  <a:pt x="0" y="16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4" name="Forma 15"/>
          <p:cNvSpPr/>
          <p:nvPr/>
        </p:nvSpPr>
        <p:spPr>
          <a:xfrm>
            <a:off x="6217920" y="2660904"/>
            <a:ext cx="5669280" cy="672084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¿Remite?</a:t>
            </a:r>
            <a:endParaRPr lang="es-AR" sz="2000" dirty="0">
              <a:latin typeface="Mali"/>
            </a:endParaRPr>
          </a:p>
        </p:txBody>
      </p:sp>
      <p:sp>
        <p:nvSpPr>
          <p:cNvPr id="15" name="Flecha 16_2"/>
          <p:cNvSpPr/>
          <p:nvPr/>
        </p:nvSpPr>
        <p:spPr>
          <a:xfrm>
            <a:off x="9052560" y="3360420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60" fill="none">
                <a:moveTo>
                  <a:pt x="0" y="0"/>
                </a:moveTo>
                <a:lnTo>
                  <a:pt x="0" y="16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6" name="Forma 18"/>
          <p:cNvSpPr/>
          <p:nvPr/>
        </p:nvSpPr>
        <p:spPr>
          <a:xfrm>
            <a:off x="6217920" y="3534156"/>
            <a:ext cx="5669280" cy="672084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→ toracocentesis</a:t>
            </a:r>
            <a:endParaRPr lang="es-AR" sz="2000" dirty="0">
              <a:latin typeface="Mali"/>
            </a:endParaRPr>
          </a:p>
        </p:txBody>
      </p:sp>
      <p:sp>
        <p:nvSpPr>
          <p:cNvPr id="17" name="Indicaciones absolutas"/>
          <p:cNvSpPr/>
          <p:nvPr/>
        </p:nvSpPr>
        <p:spPr>
          <a:xfrm>
            <a:off x="6217920" y="4389120"/>
            <a:ext cx="5669280" cy="1965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Aun con ICC, puncionar si hay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asimetría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persistente de la expansión,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fiebre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persistente,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que no cede o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falta de remisión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el tratamiento.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INDICACIONES</a:t>
            </a:r>
            <a:endParaRPr lang="es-AR" sz="2400" dirty="0">
              <a:latin typeface="Mali"/>
            </a:endParaRPr>
          </a:p>
        </p:txBody>
      </p:sp>
      <p:sp>
        <p:nvSpPr>
          <p:cNvPr id="1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1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mplicación Neumotórax iatrogénico"/>
          <p:cNvGrpSpPr/>
          <p:nvPr/>
        </p:nvGrpSpPr>
        <p:grpSpPr>
          <a:xfrm>
            <a:off x="274320" y="1022299"/>
            <a:ext cx="2743200" cy="4006901"/>
            <a:chOff x="274320" y="1022299"/>
            <a:chExt cx="2743200" cy="4006901"/>
          </a:xfrm>
        </p:grpSpPr>
        <p:sp>
          <p:nvSpPr>
            <p:cNvPr id="5" name="ParedToracica"/>
            <p:cNvSpPr/>
            <p:nvPr/>
          </p:nvSpPr>
          <p:spPr>
            <a:xfrm>
              <a:off x="38953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17957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438912" y="1238098"/>
              <a:ext cx="2414016" cy="2222724"/>
              <a:chOff x="438912" y="1238098"/>
              <a:chExt cx="2414016" cy="2222724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165076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319492" y="1022299"/>
              <a:ext cx="652856" cy="1157207"/>
              <a:chOff x="1319492" y="1022299"/>
              <a:chExt cx="652856" cy="1157207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31949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159654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6" name="AirePleur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482" y="8375"/>
                  </a:moveTo>
                  <a:lnTo>
                    <a:pt x="1480" y="8377"/>
                  </a:lnTo>
                  <a:lnTo>
                    <a:pt x="1477" y="8378"/>
                  </a:lnTo>
                  <a:lnTo>
                    <a:pt x="1475" y="8379"/>
                  </a:lnTo>
                  <a:lnTo>
                    <a:pt x="1473" y="8380"/>
                  </a:lnTo>
                  <a:lnTo>
                    <a:pt x="1470" y="8381"/>
                  </a:lnTo>
                  <a:lnTo>
                    <a:pt x="1467" y="8381"/>
                  </a:lnTo>
                  <a:lnTo>
                    <a:pt x="1465" y="8381"/>
                  </a:lnTo>
                  <a:lnTo>
                    <a:pt x="1462" y="8381"/>
                  </a:lnTo>
                  <a:lnTo>
                    <a:pt x="1460" y="8381"/>
                  </a:lnTo>
                  <a:lnTo>
                    <a:pt x="1457" y="8380"/>
                  </a:lnTo>
                  <a:lnTo>
                    <a:pt x="1455" y="8379"/>
                  </a:lnTo>
                  <a:lnTo>
                    <a:pt x="1452" y="8378"/>
                  </a:lnTo>
                  <a:lnTo>
                    <a:pt x="1450" y="8377"/>
                  </a:lnTo>
                  <a:lnTo>
                    <a:pt x="1448" y="8375"/>
                  </a:lnTo>
                  <a:lnTo>
                    <a:pt x="1446" y="8373"/>
                  </a:lnTo>
                  <a:lnTo>
                    <a:pt x="1444" y="8371"/>
                  </a:lnTo>
                  <a:lnTo>
                    <a:pt x="1443" y="8369"/>
                  </a:lnTo>
                  <a:lnTo>
                    <a:pt x="1441" y="8367"/>
                  </a:lnTo>
                  <a:lnTo>
                    <a:pt x="1440" y="8365"/>
                  </a:lnTo>
                  <a:lnTo>
                    <a:pt x="1428" y="8336"/>
                  </a:lnTo>
                  <a:lnTo>
                    <a:pt x="1427" y="8333"/>
                  </a:lnTo>
                  <a:lnTo>
                    <a:pt x="1406" y="8259"/>
                  </a:lnTo>
                  <a:lnTo>
                    <a:pt x="1406" y="8257"/>
                  </a:lnTo>
                  <a:lnTo>
                    <a:pt x="1385" y="8163"/>
                  </a:lnTo>
                  <a:lnTo>
                    <a:pt x="1384" y="8163"/>
                  </a:lnTo>
                  <a:lnTo>
                    <a:pt x="1363" y="8056"/>
                  </a:lnTo>
                  <a:lnTo>
                    <a:pt x="1363" y="8056"/>
                  </a:lnTo>
                  <a:lnTo>
                    <a:pt x="1342" y="7943"/>
                  </a:lnTo>
                  <a:lnTo>
                    <a:pt x="1321" y="7831"/>
                  </a:lnTo>
                  <a:lnTo>
                    <a:pt x="1301" y="7720"/>
                  </a:lnTo>
                  <a:lnTo>
                    <a:pt x="1301" y="7720"/>
                  </a:lnTo>
                  <a:lnTo>
                    <a:pt x="1280" y="7605"/>
                  </a:lnTo>
                  <a:lnTo>
                    <a:pt x="1280" y="7605"/>
                  </a:lnTo>
                  <a:lnTo>
                    <a:pt x="1261" y="7486"/>
                  </a:lnTo>
                  <a:lnTo>
                    <a:pt x="1261" y="7485"/>
                  </a:lnTo>
                  <a:lnTo>
                    <a:pt x="1242" y="7362"/>
                  </a:lnTo>
                  <a:lnTo>
                    <a:pt x="1242" y="7361"/>
                  </a:lnTo>
                  <a:lnTo>
                    <a:pt x="1224" y="7233"/>
                  </a:lnTo>
                  <a:lnTo>
                    <a:pt x="1224" y="7232"/>
                  </a:lnTo>
                  <a:lnTo>
                    <a:pt x="1207" y="7099"/>
                  </a:lnTo>
                  <a:lnTo>
                    <a:pt x="1207" y="7099"/>
                  </a:lnTo>
                  <a:lnTo>
                    <a:pt x="1191" y="6959"/>
                  </a:lnTo>
                  <a:lnTo>
                    <a:pt x="1191" y="6958"/>
                  </a:lnTo>
                  <a:lnTo>
                    <a:pt x="1176" y="6812"/>
                  </a:lnTo>
                  <a:lnTo>
                    <a:pt x="1176" y="6811"/>
                  </a:lnTo>
                  <a:lnTo>
                    <a:pt x="1162" y="6660"/>
                  </a:lnTo>
                  <a:lnTo>
                    <a:pt x="1162" y="6660"/>
                  </a:lnTo>
                  <a:lnTo>
                    <a:pt x="1149" y="6505"/>
                  </a:lnTo>
                  <a:lnTo>
                    <a:pt x="1149" y="6505"/>
                  </a:lnTo>
                  <a:lnTo>
                    <a:pt x="1139" y="6350"/>
                  </a:lnTo>
                  <a:lnTo>
                    <a:pt x="1139" y="6349"/>
                  </a:lnTo>
                  <a:lnTo>
                    <a:pt x="1131" y="6195"/>
                  </a:lnTo>
                  <a:lnTo>
                    <a:pt x="1131" y="6194"/>
                  </a:lnTo>
                  <a:lnTo>
                    <a:pt x="1126" y="6039"/>
                  </a:lnTo>
                  <a:lnTo>
                    <a:pt x="1126" y="6039"/>
                  </a:lnTo>
                  <a:lnTo>
                    <a:pt x="1123" y="5881"/>
                  </a:lnTo>
                  <a:lnTo>
                    <a:pt x="1123" y="5881"/>
                  </a:lnTo>
                  <a:lnTo>
                    <a:pt x="1122" y="5722"/>
                  </a:lnTo>
                  <a:lnTo>
                    <a:pt x="1122" y="5722"/>
                  </a:lnTo>
                  <a:lnTo>
                    <a:pt x="1123" y="5562"/>
                  </a:lnTo>
                  <a:lnTo>
                    <a:pt x="1123" y="5562"/>
                  </a:lnTo>
                  <a:lnTo>
                    <a:pt x="1126" y="5402"/>
                  </a:lnTo>
                  <a:lnTo>
                    <a:pt x="1126" y="5402"/>
                  </a:lnTo>
                  <a:lnTo>
                    <a:pt x="1131" y="5243"/>
                  </a:lnTo>
                  <a:lnTo>
                    <a:pt x="1131" y="5243"/>
                  </a:lnTo>
                  <a:lnTo>
                    <a:pt x="1138" y="5084"/>
                  </a:lnTo>
                  <a:lnTo>
                    <a:pt x="1138" y="5083"/>
                  </a:lnTo>
                  <a:lnTo>
                    <a:pt x="1147" y="4924"/>
                  </a:lnTo>
                  <a:lnTo>
                    <a:pt x="1147" y="4923"/>
                  </a:lnTo>
                  <a:lnTo>
                    <a:pt x="1158" y="4764"/>
                  </a:lnTo>
                  <a:lnTo>
                    <a:pt x="1158" y="4763"/>
                  </a:lnTo>
                  <a:lnTo>
                    <a:pt x="1172" y="4605"/>
                  </a:lnTo>
                  <a:lnTo>
                    <a:pt x="1172" y="4604"/>
                  </a:lnTo>
                  <a:lnTo>
                    <a:pt x="1188" y="4447"/>
                  </a:lnTo>
                  <a:lnTo>
                    <a:pt x="1188" y="4447"/>
                  </a:lnTo>
                  <a:lnTo>
                    <a:pt x="1207" y="4292"/>
                  </a:lnTo>
                  <a:lnTo>
                    <a:pt x="1207" y="4292"/>
                  </a:lnTo>
                  <a:lnTo>
                    <a:pt x="1229" y="4137"/>
                  </a:lnTo>
                  <a:lnTo>
                    <a:pt x="1229" y="4137"/>
                  </a:lnTo>
                  <a:lnTo>
                    <a:pt x="1253" y="3983"/>
                  </a:lnTo>
                  <a:lnTo>
                    <a:pt x="1253" y="3983"/>
                  </a:lnTo>
                  <a:lnTo>
                    <a:pt x="1279" y="3831"/>
                  </a:lnTo>
                  <a:lnTo>
                    <a:pt x="1280" y="3830"/>
                  </a:lnTo>
                  <a:lnTo>
                    <a:pt x="1309" y="3681"/>
                  </a:lnTo>
                  <a:lnTo>
                    <a:pt x="1309" y="3680"/>
                  </a:lnTo>
                  <a:lnTo>
                    <a:pt x="1341" y="3534"/>
                  </a:lnTo>
                  <a:lnTo>
                    <a:pt x="1342" y="3534"/>
                  </a:lnTo>
                  <a:lnTo>
                    <a:pt x="1377" y="3392"/>
                  </a:lnTo>
                  <a:lnTo>
                    <a:pt x="1378" y="3391"/>
                  </a:lnTo>
                  <a:lnTo>
                    <a:pt x="1417" y="3253"/>
                  </a:lnTo>
                  <a:lnTo>
                    <a:pt x="1417" y="3252"/>
                  </a:lnTo>
                  <a:lnTo>
                    <a:pt x="1460" y="3117"/>
                  </a:lnTo>
                  <a:lnTo>
                    <a:pt x="1460" y="3116"/>
                  </a:lnTo>
                  <a:lnTo>
                    <a:pt x="1506" y="2983"/>
                  </a:lnTo>
                  <a:lnTo>
                    <a:pt x="1506" y="2983"/>
                  </a:lnTo>
                  <a:lnTo>
                    <a:pt x="1555" y="2854"/>
                  </a:lnTo>
                  <a:lnTo>
                    <a:pt x="1555" y="2853"/>
                  </a:lnTo>
                  <a:lnTo>
                    <a:pt x="1606" y="2729"/>
                  </a:lnTo>
                  <a:lnTo>
                    <a:pt x="1607" y="2729"/>
                  </a:lnTo>
                  <a:lnTo>
                    <a:pt x="1660" y="2610"/>
                  </a:lnTo>
                  <a:lnTo>
                    <a:pt x="1660" y="2609"/>
                  </a:lnTo>
                  <a:lnTo>
                    <a:pt x="1716" y="2495"/>
                  </a:lnTo>
                  <a:lnTo>
                    <a:pt x="1716" y="2494"/>
                  </a:lnTo>
                  <a:lnTo>
                    <a:pt x="1775" y="2385"/>
                  </a:lnTo>
                  <a:lnTo>
                    <a:pt x="1775" y="2384"/>
                  </a:lnTo>
                  <a:lnTo>
                    <a:pt x="1836" y="2279"/>
                  </a:lnTo>
                  <a:lnTo>
                    <a:pt x="1836" y="2278"/>
                  </a:lnTo>
                  <a:lnTo>
                    <a:pt x="1899" y="2178"/>
                  </a:lnTo>
                  <a:lnTo>
                    <a:pt x="1900" y="2177"/>
                  </a:lnTo>
                  <a:lnTo>
                    <a:pt x="1965" y="2083"/>
                  </a:lnTo>
                  <a:lnTo>
                    <a:pt x="1966" y="2082"/>
                  </a:lnTo>
                  <a:lnTo>
                    <a:pt x="2033" y="1993"/>
                  </a:lnTo>
                  <a:lnTo>
                    <a:pt x="2034" y="1992"/>
                  </a:lnTo>
                  <a:lnTo>
                    <a:pt x="2104" y="1909"/>
                  </a:lnTo>
                  <a:lnTo>
                    <a:pt x="2105" y="1908"/>
                  </a:lnTo>
                  <a:lnTo>
                    <a:pt x="2178" y="1830"/>
                  </a:lnTo>
                  <a:lnTo>
                    <a:pt x="2179" y="1829"/>
                  </a:lnTo>
                  <a:lnTo>
                    <a:pt x="2255" y="1755"/>
                  </a:lnTo>
                  <a:lnTo>
                    <a:pt x="2256" y="1754"/>
                  </a:lnTo>
                  <a:lnTo>
                    <a:pt x="2333" y="1687"/>
                  </a:lnTo>
                  <a:lnTo>
                    <a:pt x="2334" y="1686"/>
                  </a:lnTo>
                  <a:lnTo>
                    <a:pt x="2413" y="1625"/>
                  </a:lnTo>
                  <a:lnTo>
                    <a:pt x="2414" y="1624"/>
                  </a:lnTo>
                  <a:lnTo>
                    <a:pt x="2493" y="1570"/>
                  </a:lnTo>
                  <a:lnTo>
                    <a:pt x="2494" y="1569"/>
                  </a:lnTo>
                  <a:lnTo>
                    <a:pt x="2577" y="1520"/>
                  </a:lnTo>
                  <a:lnTo>
                    <a:pt x="2578" y="1519"/>
                  </a:lnTo>
                  <a:lnTo>
                    <a:pt x="2667" y="1475"/>
                  </a:lnTo>
                  <a:lnTo>
                    <a:pt x="2668" y="1475"/>
                  </a:lnTo>
                  <a:lnTo>
                    <a:pt x="2758" y="1436"/>
                  </a:lnTo>
                  <a:lnTo>
                    <a:pt x="2759" y="1436"/>
                  </a:lnTo>
                  <a:lnTo>
                    <a:pt x="2846" y="1405"/>
                  </a:lnTo>
                  <a:lnTo>
                    <a:pt x="2848" y="1405"/>
                  </a:lnTo>
                  <a:lnTo>
                    <a:pt x="2927" y="1383"/>
                  </a:lnTo>
                  <a:lnTo>
                    <a:pt x="2929" y="1382"/>
                  </a:lnTo>
                  <a:lnTo>
                    <a:pt x="2995" y="1371"/>
                  </a:lnTo>
                  <a:lnTo>
                    <a:pt x="2998" y="1370"/>
                  </a:lnTo>
                  <a:lnTo>
                    <a:pt x="3048" y="1368"/>
                  </a:lnTo>
                  <a:lnTo>
                    <a:pt x="3050" y="1368"/>
                  </a:lnTo>
                  <a:lnTo>
                    <a:pt x="3052" y="1368"/>
                  </a:lnTo>
                  <a:lnTo>
                    <a:pt x="3091" y="1373"/>
                  </a:lnTo>
                  <a:lnTo>
                    <a:pt x="3093" y="1373"/>
                  </a:lnTo>
                  <a:lnTo>
                    <a:pt x="3096" y="1374"/>
                  </a:lnTo>
                  <a:lnTo>
                    <a:pt x="3128" y="1384"/>
                  </a:lnTo>
                  <a:lnTo>
                    <a:pt x="3130" y="1384"/>
                  </a:lnTo>
                  <a:lnTo>
                    <a:pt x="3132" y="1385"/>
                  </a:lnTo>
                  <a:lnTo>
                    <a:pt x="3163" y="1401"/>
                  </a:lnTo>
                  <a:lnTo>
                    <a:pt x="3164" y="1402"/>
                  </a:lnTo>
                  <a:lnTo>
                    <a:pt x="3166" y="1404"/>
                  </a:lnTo>
                  <a:lnTo>
                    <a:pt x="3199" y="1428"/>
                  </a:lnTo>
                  <a:lnTo>
                    <a:pt x="3202" y="1430"/>
                  </a:lnTo>
                  <a:lnTo>
                    <a:pt x="3238" y="1462"/>
                  </a:lnTo>
                  <a:lnTo>
                    <a:pt x="3240" y="1464"/>
                  </a:lnTo>
                  <a:lnTo>
                    <a:pt x="3275" y="1502"/>
                  </a:lnTo>
                  <a:lnTo>
                    <a:pt x="3277" y="1505"/>
                  </a:lnTo>
                  <a:lnTo>
                    <a:pt x="3310" y="1549"/>
                  </a:lnTo>
                  <a:lnTo>
                    <a:pt x="3311" y="1551"/>
                  </a:lnTo>
                  <a:lnTo>
                    <a:pt x="3344" y="1605"/>
                  </a:lnTo>
                  <a:lnTo>
                    <a:pt x="3344" y="1607"/>
                  </a:lnTo>
                  <a:lnTo>
                    <a:pt x="3378" y="1672"/>
                  </a:lnTo>
                  <a:lnTo>
                    <a:pt x="3378" y="1673"/>
                  </a:lnTo>
                  <a:lnTo>
                    <a:pt x="3413" y="1749"/>
                  </a:lnTo>
                  <a:lnTo>
                    <a:pt x="3414" y="1750"/>
                  </a:lnTo>
                  <a:lnTo>
                    <a:pt x="3451" y="1839"/>
                  </a:lnTo>
                  <a:lnTo>
                    <a:pt x="3451" y="1840"/>
                  </a:lnTo>
                  <a:lnTo>
                    <a:pt x="3492" y="1941"/>
                  </a:lnTo>
                  <a:lnTo>
                    <a:pt x="3492" y="1942"/>
                  </a:lnTo>
                  <a:lnTo>
                    <a:pt x="3534" y="2054"/>
                  </a:lnTo>
                  <a:lnTo>
                    <a:pt x="3534" y="2055"/>
                  </a:lnTo>
                  <a:lnTo>
                    <a:pt x="3576" y="2178"/>
                  </a:lnTo>
                  <a:lnTo>
                    <a:pt x="3576" y="2178"/>
                  </a:lnTo>
                  <a:lnTo>
                    <a:pt x="3618" y="2310"/>
                  </a:lnTo>
                  <a:lnTo>
                    <a:pt x="3619" y="2310"/>
                  </a:lnTo>
                  <a:lnTo>
                    <a:pt x="3659" y="2449"/>
                  </a:lnTo>
                  <a:lnTo>
                    <a:pt x="3659" y="2450"/>
                  </a:lnTo>
                  <a:lnTo>
                    <a:pt x="3697" y="2594"/>
                  </a:lnTo>
                  <a:lnTo>
                    <a:pt x="3697" y="2595"/>
                  </a:lnTo>
                  <a:lnTo>
                    <a:pt x="3732" y="2749"/>
                  </a:lnTo>
                  <a:lnTo>
                    <a:pt x="3733" y="2750"/>
                  </a:lnTo>
                  <a:lnTo>
                    <a:pt x="3767" y="2915"/>
                  </a:lnTo>
                  <a:lnTo>
                    <a:pt x="3767" y="2916"/>
                  </a:lnTo>
                  <a:lnTo>
                    <a:pt x="3800" y="3089"/>
                  </a:lnTo>
                  <a:lnTo>
                    <a:pt x="3800" y="3090"/>
                  </a:lnTo>
                  <a:lnTo>
                    <a:pt x="3831" y="3267"/>
                  </a:lnTo>
                  <a:lnTo>
                    <a:pt x="3831" y="3268"/>
                  </a:lnTo>
                  <a:lnTo>
                    <a:pt x="3860" y="3446"/>
                  </a:lnTo>
                  <a:lnTo>
                    <a:pt x="3860" y="3446"/>
                  </a:lnTo>
                  <a:lnTo>
                    <a:pt x="3887" y="3622"/>
                  </a:lnTo>
                  <a:lnTo>
                    <a:pt x="3887" y="3622"/>
                  </a:lnTo>
                  <a:lnTo>
                    <a:pt x="3911" y="3795"/>
                  </a:lnTo>
                  <a:lnTo>
                    <a:pt x="3911" y="3796"/>
                  </a:lnTo>
                  <a:lnTo>
                    <a:pt x="3932" y="3970"/>
                  </a:lnTo>
                  <a:lnTo>
                    <a:pt x="3932" y="3970"/>
                  </a:lnTo>
                  <a:lnTo>
                    <a:pt x="3951" y="4145"/>
                  </a:lnTo>
                  <a:lnTo>
                    <a:pt x="3951" y="4145"/>
                  </a:lnTo>
                  <a:lnTo>
                    <a:pt x="3969" y="4320"/>
                  </a:lnTo>
                  <a:lnTo>
                    <a:pt x="3969" y="4320"/>
                  </a:lnTo>
                  <a:lnTo>
                    <a:pt x="3985" y="4496"/>
                  </a:lnTo>
                  <a:lnTo>
                    <a:pt x="3985" y="4496"/>
                  </a:lnTo>
                  <a:lnTo>
                    <a:pt x="4001" y="4672"/>
                  </a:lnTo>
                  <a:lnTo>
                    <a:pt x="4001" y="4672"/>
                  </a:lnTo>
                  <a:lnTo>
                    <a:pt x="4016" y="4847"/>
                  </a:lnTo>
                  <a:lnTo>
                    <a:pt x="4016" y="4847"/>
                  </a:lnTo>
                  <a:lnTo>
                    <a:pt x="4030" y="5022"/>
                  </a:lnTo>
                  <a:lnTo>
                    <a:pt x="4030" y="5022"/>
                  </a:lnTo>
                  <a:lnTo>
                    <a:pt x="4042" y="5197"/>
                  </a:lnTo>
                  <a:lnTo>
                    <a:pt x="4042" y="5197"/>
                  </a:lnTo>
                  <a:lnTo>
                    <a:pt x="4054" y="5373"/>
                  </a:lnTo>
                  <a:lnTo>
                    <a:pt x="4066" y="5548"/>
                  </a:lnTo>
                  <a:lnTo>
                    <a:pt x="4066" y="5549"/>
                  </a:lnTo>
                  <a:lnTo>
                    <a:pt x="4078" y="5724"/>
                  </a:lnTo>
                  <a:lnTo>
                    <a:pt x="4078" y="5725"/>
                  </a:lnTo>
                  <a:lnTo>
                    <a:pt x="4091" y="5900"/>
                  </a:lnTo>
                  <a:lnTo>
                    <a:pt x="4091" y="5900"/>
                  </a:lnTo>
                  <a:lnTo>
                    <a:pt x="4105" y="6075"/>
                  </a:lnTo>
                  <a:lnTo>
                    <a:pt x="4119" y="6251"/>
                  </a:lnTo>
                  <a:lnTo>
                    <a:pt x="4119" y="6251"/>
                  </a:lnTo>
                  <a:lnTo>
                    <a:pt x="4132" y="6426"/>
                  </a:lnTo>
                  <a:lnTo>
                    <a:pt x="4132" y="6426"/>
                  </a:lnTo>
                  <a:lnTo>
                    <a:pt x="4144" y="6601"/>
                  </a:lnTo>
                  <a:lnTo>
                    <a:pt x="4144" y="6601"/>
                  </a:lnTo>
                  <a:lnTo>
                    <a:pt x="4155" y="6777"/>
                  </a:lnTo>
                  <a:lnTo>
                    <a:pt x="4155" y="6778"/>
                  </a:lnTo>
                  <a:lnTo>
                    <a:pt x="4168" y="6971"/>
                  </a:lnTo>
                  <a:lnTo>
                    <a:pt x="4168" y="6972"/>
                  </a:lnTo>
                  <a:lnTo>
                    <a:pt x="4184" y="7184"/>
                  </a:lnTo>
                  <a:lnTo>
                    <a:pt x="4184" y="7184"/>
                  </a:lnTo>
                  <a:lnTo>
                    <a:pt x="4200" y="7395"/>
                  </a:lnTo>
                  <a:lnTo>
                    <a:pt x="4200" y="7396"/>
                  </a:lnTo>
                  <a:lnTo>
                    <a:pt x="4210" y="7586"/>
                  </a:lnTo>
                  <a:lnTo>
                    <a:pt x="4210" y="7588"/>
                  </a:lnTo>
                  <a:lnTo>
                    <a:pt x="4209" y="7692"/>
                  </a:lnTo>
                  <a:lnTo>
                    <a:pt x="4209" y="7695"/>
                  </a:lnTo>
                  <a:lnTo>
                    <a:pt x="4209" y="7697"/>
                  </a:lnTo>
                  <a:lnTo>
                    <a:pt x="4208" y="7700"/>
                  </a:lnTo>
                  <a:lnTo>
                    <a:pt x="4207" y="7702"/>
                  </a:lnTo>
                  <a:lnTo>
                    <a:pt x="4206" y="7705"/>
                  </a:lnTo>
                  <a:lnTo>
                    <a:pt x="4205" y="7707"/>
                  </a:lnTo>
                  <a:lnTo>
                    <a:pt x="4203" y="7709"/>
                  </a:lnTo>
                  <a:lnTo>
                    <a:pt x="4201" y="7711"/>
                  </a:lnTo>
                  <a:lnTo>
                    <a:pt x="4200" y="7713"/>
                  </a:lnTo>
                  <a:lnTo>
                    <a:pt x="4197" y="7714"/>
                  </a:lnTo>
                  <a:lnTo>
                    <a:pt x="4195" y="7716"/>
                  </a:lnTo>
                  <a:lnTo>
                    <a:pt x="4193" y="7717"/>
                  </a:lnTo>
                  <a:lnTo>
                    <a:pt x="4190" y="7718"/>
                  </a:lnTo>
                  <a:lnTo>
                    <a:pt x="4188" y="7718"/>
                  </a:lnTo>
                  <a:lnTo>
                    <a:pt x="4185" y="7719"/>
                  </a:lnTo>
                  <a:lnTo>
                    <a:pt x="4183" y="7719"/>
                  </a:lnTo>
                  <a:lnTo>
                    <a:pt x="4180" y="7719"/>
                  </a:lnTo>
                  <a:lnTo>
                    <a:pt x="4178" y="7718"/>
                  </a:lnTo>
                  <a:lnTo>
                    <a:pt x="4175" y="7718"/>
                  </a:lnTo>
                  <a:lnTo>
                    <a:pt x="4173" y="7717"/>
                  </a:lnTo>
                  <a:lnTo>
                    <a:pt x="4170" y="7716"/>
                  </a:lnTo>
                  <a:lnTo>
                    <a:pt x="4168" y="7715"/>
                  </a:lnTo>
                  <a:lnTo>
                    <a:pt x="4166" y="7713"/>
                  </a:lnTo>
                  <a:lnTo>
                    <a:pt x="4164" y="7711"/>
                  </a:lnTo>
                  <a:lnTo>
                    <a:pt x="4162" y="7709"/>
                  </a:lnTo>
                  <a:lnTo>
                    <a:pt x="4133" y="7675"/>
                  </a:lnTo>
                  <a:lnTo>
                    <a:pt x="4130" y="7671"/>
                  </a:lnTo>
                  <a:lnTo>
                    <a:pt x="4059" y="7597"/>
                  </a:lnTo>
                  <a:lnTo>
                    <a:pt x="4054" y="7592"/>
                  </a:lnTo>
                  <a:lnTo>
                    <a:pt x="4048" y="7587"/>
                  </a:lnTo>
                  <a:lnTo>
                    <a:pt x="3973" y="7533"/>
                  </a:lnTo>
                  <a:lnTo>
                    <a:pt x="3967" y="7529"/>
                  </a:lnTo>
                  <a:lnTo>
                    <a:pt x="3961" y="7526"/>
                  </a:lnTo>
                  <a:lnTo>
                    <a:pt x="3880" y="7486"/>
                  </a:lnTo>
                  <a:lnTo>
                    <a:pt x="3879" y="7485"/>
                  </a:lnTo>
                  <a:lnTo>
                    <a:pt x="3790" y="7442"/>
                  </a:lnTo>
                  <a:lnTo>
                    <a:pt x="3787" y="7441"/>
                  </a:lnTo>
                  <a:lnTo>
                    <a:pt x="3691" y="7399"/>
                  </a:lnTo>
                  <a:lnTo>
                    <a:pt x="3687" y="7397"/>
                  </a:lnTo>
                  <a:lnTo>
                    <a:pt x="3587" y="7360"/>
                  </a:lnTo>
                  <a:lnTo>
                    <a:pt x="3580" y="7358"/>
                  </a:lnTo>
                  <a:lnTo>
                    <a:pt x="3478" y="7328"/>
                  </a:lnTo>
                  <a:lnTo>
                    <a:pt x="3468" y="7326"/>
                  </a:lnTo>
                  <a:lnTo>
                    <a:pt x="3366" y="7308"/>
                  </a:lnTo>
                  <a:lnTo>
                    <a:pt x="3357" y="7307"/>
                  </a:lnTo>
                  <a:lnTo>
                    <a:pt x="3252" y="7299"/>
                  </a:lnTo>
                  <a:lnTo>
                    <a:pt x="3246" y="7299"/>
                  </a:lnTo>
                  <a:lnTo>
                    <a:pt x="3137" y="7298"/>
                  </a:lnTo>
                  <a:lnTo>
                    <a:pt x="3131" y="7298"/>
                  </a:lnTo>
                  <a:lnTo>
                    <a:pt x="3019" y="7305"/>
                  </a:lnTo>
                  <a:lnTo>
                    <a:pt x="3012" y="7306"/>
                  </a:lnTo>
                  <a:lnTo>
                    <a:pt x="2899" y="7321"/>
                  </a:lnTo>
                  <a:lnTo>
                    <a:pt x="2892" y="7323"/>
                  </a:lnTo>
                  <a:lnTo>
                    <a:pt x="2778" y="7348"/>
                  </a:lnTo>
                  <a:lnTo>
                    <a:pt x="2770" y="7351"/>
                  </a:lnTo>
                  <a:lnTo>
                    <a:pt x="2657" y="7387"/>
                  </a:lnTo>
                  <a:lnTo>
                    <a:pt x="2649" y="7391"/>
                  </a:lnTo>
                  <a:lnTo>
                    <a:pt x="2533" y="7442"/>
                  </a:lnTo>
                  <a:lnTo>
                    <a:pt x="2526" y="7445"/>
                  </a:lnTo>
                  <a:lnTo>
                    <a:pt x="2406" y="7510"/>
                  </a:lnTo>
                  <a:lnTo>
                    <a:pt x="2401" y="7513"/>
                  </a:lnTo>
                  <a:lnTo>
                    <a:pt x="2280" y="7588"/>
                  </a:lnTo>
                  <a:lnTo>
                    <a:pt x="2277" y="7591"/>
                  </a:lnTo>
                  <a:lnTo>
                    <a:pt x="2159" y="7672"/>
                  </a:lnTo>
                  <a:lnTo>
                    <a:pt x="2156" y="7674"/>
                  </a:lnTo>
                  <a:lnTo>
                    <a:pt x="2045" y="7758"/>
                  </a:lnTo>
                  <a:lnTo>
                    <a:pt x="2042" y="7760"/>
                  </a:lnTo>
                  <a:lnTo>
                    <a:pt x="1942" y="7842"/>
                  </a:lnTo>
                  <a:lnTo>
                    <a:pt x="1936" y="7847"/>
                  </a:lnTo>
                  <a:lnTo>
                    <a:pt x="1846" y="7934"/>
                  </a:lnTo>
                  <a:lnTo>
                    <a:pt x="1840" y="7940"/>
                  </a:lnTo>
                  <a:lnTo>
                    <a:pt x="1756" y="8038"/>
                  </a:lnTo>
                  <a:lnTo>
                    <a:pt x="1753" y="8041"/>
                  </a:lnTo>
                  <a:lnTo>
                    <a:pt x="1676" y="8141"/>
                  </a:lnTo>
                  <a:lnTo>
                    <a:pt x="1675" y="8143"/>
                  </a:lnTo>
                  <a:lnTo>
                    <a:pt x="1606" y="8236"/>
                  </a:lnTo>
                  <a:lnTo>
                    <a:pt x="1606" y="8236"/>
                  </a:lnTo>
                  <a:lnTo>
                    <a:pt x="1547" y="8311"/>
                  </a:lnTo>
                  <a:lnTo>
                    <a:pt x="1545" y="8313"/>
                  </a:lnTo>
                  <a:lnTo>
                    <a:pt x="1498" y="8362"/>
                  </a:lnTo>
                  <a:lnTo>
                    <a:pt x="1496" y="8364"/>
                  </a:lnTo>
                  <a:lnTo>
                    <a:pt x="1482" y="8375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17" name="PulmonDerecho"/>
            <p:cNvGrpSpPr/>
            <p:nvPr/>
          </p:nvGrpSpPr>
          <p:grpSpPr>
            <a:xfrm>
              <a:off x="826582" y="1541630"/>
              <a:ext cx="625666" cy="1410775"/>
              <a:chOff x="826582" y="1541630"/>
              <a:chExt cx="625666" cy="1410775"/>
            </a:xfrm>
          </p:grpSpPr>
          <p:sp>
            <p:nvSpPr>
              <p:cNvPr id="18" name="Forma 17"/>
              <p:cNvSpPr/>
              <p:nvPr/>
            </p:nvSpPr>
            <p:spPr>
              <a:xfrm>
                <a:off x="826582" y="1541630"/>
                <a:ext cx="625666" cy="1410775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9" name="Forma 18"/>
              <p:cNvSpPr/>
              <p:nvPr/>
            </p:nvSpPr>
            <p:spPr>
              <a:xfrm>
                <a:off x="872434" y="1680080"/>
                <a:ext cx="485450" cy="1009937"/>
              </a:xfrm>
              <a:custGeom>
                <a:avLst/>
                <a:gdLst/>
                <a:ahLst/>
                <a:cxnLst/>
                <a:rect l="0" t="0" r="r" b="b"/>
                <a:pathLst>
                  <a:path w="1769" h="3744" fill="none">
                    <a:moveTo>
                      <a:pt x="1769" y="1763"/>
                    </a:moveTo>
                    <a:lnTo>
                      <a:pt x="1301" y="1512"/>
                    </a:lnTo>
                    <a:lnTo>
                      <a:pt x="725" y="1080"/>
                    </a:lnTo>
                    <a:lnTo>
                      <a:pt x="401" y="648"/>
                    </a:lnTo>
                  </a:path>
                  <a:path w="1769" h="3744" fill="none">
                    <a:moveTo>
                      <a:pt x="1301" y="1512"/>
                    </a:moveTo>
                    <a:lnTo>
                      <a:pt x="1085" y="863"/>
                    </a:lnTo>
                    <a:lnTo>
                      <a:pt x="977" y="143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085" y="1872"/>
                    </a:lnTo>
                    <a:lnTo>
                      <a:pt x="365" y="1872"/>
                    </a:lnTo>
                    <a:lnTo>
                      <a:pt x="5" y="1943"/>
                    </a:lnTo>
                  </a:path>
                  <a:path w="1769" h="3744" fill="none">
                    <a:moveTo>
                      <a:pt x="1085" y="1872"/>
                    </a:moveTo>
                    <a:lnTo>
                      <a:pt x="581" y="2376"/>
                    </a:lnTo>
                    <a:lnTo>
                      <a:pt x="185" y="2807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301" y="2376"/>
                    </a:lnTo>
                    <a:lnTo>
                      <a:pt x="869" y="3096"/>
                    </a:lnTo>
                    <a:lnTo>
                      <a:pt x="473" y="3672"/>
                    </a:lnTo>
                  </a:path>
                  <a:path w="1769" h="3744" fill="none">
                    <a:moveTo>
                      <a:pt x="1301" y="2376"/>
                    </a:moveTo>
                    <a:lnTo>
                      <a:pt x="1517" y="3096"/>
                    </a:lnTo>
                    <a:lnTo>
                      <a:pt x="1301" y="3744"/>
                    </a:lnTo>
                  </a:path>
                  <a:path w="1769" h="3744" fill="none">
                    <a:moveTo>
                      <a:pt x="869" y="3096"/>
                    </a:moveTo>
                    <a:lnTo>
                      <a:pt x="293" y="3456"/>
                    </a:lnTo>
                    <a:lnTo>
                      <a:pt x="5" y="3672"/>
                    </a:lnTo>
                  </a:path>
                  <a:path w="1769" h="3744" fill="none">
                    <a:moveTo>
                      <a:pt x="725" y="1080"/>
                    </a:moveTo>
                    <a:lnTo>
                      <a:pt x="221" y="1223"/>
                    </a:lnTo>
                    <a:lnTo>
                      <a:pt x="0" y="1390"/>
                    </a:lnTo>
                  </a:path>
                  <a:path w="1769" h="3744" fill="none">
                    <a:moveTo>
                      <a:pt x="1085" y="863"/>
                    </a:moveTo>
                    <a:lnTo>
                      <a:pt x="653" y="432"/>
                    </a:lnTo>
                  </a:path>
                  <a:path w="1769" h="3744" fill="none">
                    <a:moveTo>
                      <a:pt x="581" y="2376"/>
                    </a:moveTo>
                    <a:lnTo>
                      <a:pt x="653" y="2880"/>
                    </a:lnTo>
                    <a:lnTo>
                      <a:pt x="437" y="3384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661" y="1223"/>
                    </a:lnTo>
                    <a:lnTo>
                      <a:pt x="1445" y="648"/>
                    </a:lnTo>
                    <a:lnTo>
                      <a:pt x="1301" y="0"/>
                    </a:lnTo>
                  </a:path>
                  <a:path w="1769" h="3744" fill="none">
                    <a:moveTo>
                      <a:pt x="365" y="1872"/>
                    </a:moveTo>
                    <a:lnTo>
                      <a:pt x="149" y="2304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842956" y="2155915"/>
                <a:ext cx="524804" cy="589984"/>
              </a:xfrm>
              <a:custGeom>
                <a:avLst/>
                <a:gdLst/>
                <a:ahLst/>
                <a:cxnLst/>
                <a:rect l="0" t="0" r="r" b="b"/>
                <a:pathLst>
                  <a:path w="1913" h="2187" fill="none">
                    <a:moveTo>
                      <a:pt x="0" y="119"/>
                    </a:moveTo>
                    <a:lnTo>
                      <a:pt x="131" y="132"/>
                    </a:lnTo>
                    <a:lnTo>
                      <a:pt x="299" y="148"/>
                    </a:lnTo>
                    <a:lnTo>
                      <a:pt x="468" y="160"/>
                    </a:lnTo>
                    <a:lnTo>
                      <a:pt x="617" y="165"/>
                    </a:lnTo>
                    <a:lnTo>
                      <a:pt x="740" y="162"/>
                    </a:lnTo>
                    <a:lnTo>
                      <a:pt x="852" y="153"/>
                    </a:lnTo>
                    <a:lnTo>
                      <a:pt x="959" y="140"/>
                    </a:lnTo>
                    <a:lnTo>
                      <a:pt x="1071" y="124"/>
                    </a:lnTo>
                    <a:lnTo>
                      <a:pt x="1193" y="108"/>
                    </a:lnTo>
                    <a:lnTo>
                      <a:pt x="1339" y="87"/>
                    </a:lnTo>
                    <a:lnTo>
                      <a:pt x="1505" y="63"/>
                    </a:lnTo>
                    <a:lnTo>
                      <a:pt x="1670" y="37"/>
                    </a:lnTo>
                    <a:lnTo>
                      <a:pt x="1812" y="15"/>
                    </a:lnTo>
                    <a:lnTo>
                      <a:pt x="1913" y="0"/>
                    </a:lnTo>
                  </a:path>
                  <a:path w="1913" h="2187" fill="none">
                    <a:moveTo>
                      <a:pt x="48" y="2187"/>
                    </a:moveTo>
                    <a:lnTo>
                      <a:pt x="129" y="2088"/>
                    </a:lnTo>
                    <a:lnTo>
                      <a:pt x="253" y="1936"/>
                    </a:lnTo>
                    <a:lnTo>
                      <a:pt x="398" y="1758"/>
                    </a:lnTo>
                    <a:lnTo>
                      <a:pt x="549" y="1575"/>
                    </a:lnTo>
                    <a:lnTo>
                      <a:pt x="689" y="1403"/>
                    </a:lnTo>
                    <a:lnTo>
                      <a:pt x="819" y="1240"/>
                    </a:lnTo>
                    <a:lnTo>
                      <a:pt x="951" y="1073"/>
                    </a:lnTo>
                    <a:lnTo>
                      <a:pt x="1083" y="908"/>
                    </a:lnTo>
                    <a:lnTo>
                      <a:pt x="1212" y="751"/>
                    </a:lnTo>
                    <a:lnTo>
                      <a:pt x="1337" y="612"/>
                    </a:lnTo>
                    <a:lnTo>
                      <a:pt x="1466" y="484"/>
                    </a:lnTo>
                    <a:lnTo>
                      <a:pt x="1600" y="365"/>
                    </a:lnTo>
                    <a:lnTo>
                      <a:pt x="1727" y="259"/>
                    </a:lnTo>
                    <a:lnTo>
                      <a:pt x="1835" y="171"/>
                    </a:lnTo>
                    <a:lnTo>
                      <a:pt x="1913" y="10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1" name="PleuraVisceralD"/>
            <p:cNvSpPr/>
            <p:nvPr/>
          </p:nvSpPr>
          <p:spPr>
            <a:xfrm>
              <a:off x="826582" y="1541630"/>
              <a:ext cx="625666" cy="1410775"/>
            </a:xfrm>
            <a:custGeom>
              <a:avLst/>
              <a:gdLst/>
              <a:ahLst/>
              <a:cxnLst/>
              <a:rect l="0" t="0" r="r" b="b"/>
              <a:pathLst>
                <a:path w="2280" h="5229" fill="none">
                  <a:moveTo>
                    <a:pt x="248" y="5221"/>
                  </a:moveTo>
                  <a:lnTo>
                    <a:pt x="283" y="5184"/>
                  </a:lnTo>
                  <a:lnTo>
                    <a:pt x="328" y="5128"/>
                  </a:lnTo>
                  <a:lnTo>
                    <a:pt x="380" y="5058"/>
                  </a:lnTo>
                  <a:lnTo>
                    <a:pt x="380" y="5057"/>
                  </a:lnTo>
                  <a:lnTo>
                    <a:pt x="439" y="4982"/>
                  </a:lnTo>
                  <a:lnTo>
                    <a:pt x="441" y="4978"/>
                  </a:lnTo>
                  <a:lnTo>
                    <a:pt x="505" y="4905"/>
                  </a:lnTo>
                  <a:lnTo>
                    <a:pt x="510" y="4899"/>
                  </a:lnTo>
                  <a:lnTo>
                    <a:pt x="578" y="4833"/>
                  </a:lnTo>
                  <a:lnTo>
                    <a:pt x="583" y="4829"/>
                  </a:lnTo>
                  <a:lnTo>
                    <a:pt x="659" y="4767"/>
                  </a:lnTo>
                  <a:lnTo>
                    <a:pt x="661" y="4765"/>
                  </a:lnTo>
                  <a:lnTo>
                    <a:pt x="745" y="4702"/>
                  </a:lnTo>
                  <a:lnTo>
                    <a:pt x="748" y="4700"/>
                  </a:lnTo>
                  <a:lnTo>
                    <a:pt x="836" y="4639"/>
                  </a:lnTo>
                  <a:lnTo>
                    <a:pt x="840" y="4637"/>
                  </a:lnTo>
                  <a:lnTo>
                    <a:pt x="931" y="4580"/>
                  </a:lnTo>
                  <a:lnTo>
                    <a:pt x="935" y="4578"/>
                  </a:lnTo>
                  <a:lnTo>
                    <a:pt x="1026" y="4528"/>
                  </a:lnTo>
                  <a:lnTo>
                    <a:pt x="1032" y="4525"/>
                  </a:lnTo>
                  <a:lnTo>
                    <a:pt x="1120" y="4487"/>
                  </a:lnTo>
                  <a:lnTo>
                    <a:pt x="1127" y="4484"/>
                  </a:lnTo>
                  <a:lnTo>
                    <a:pt x="1213" y="4456"/>
                  </a:lnTo>
                  <a:lnTo>
                    <a:pt x="1220" y="4454"/>
                  </a:lnTo>
                  <a:lnTo>
                    <a:pt x="1306" y="4434"/>
                  </a:lnTo>
                  <a:lnTo>
                    <a:pt x="1312" y="4433"/>
                  </a:lnTo>
                  <a:lnTo>
                    <a:pt x="1398" y="4421"/>
                  </a:lnTo>
                  <a:lnTo>
                    <a:pt x="1404" y="4421"/>
                  </a:lnTo>
                  <a:lnTo>
                    <a:pt x="1489" y="4416"/>
                  </a:lnTo>
                  <a:lnTo>
                    <a:pt x="1494" y="4415"/>
                  </a:lnTo>
                  <a:lnTo>
                    <a:pt x="1577" y="4416"/>
                  </a:lnTo>
                  <a:lnTo>
                    <a:pt x="1582" y="4417"/>
                  </a:lnTo>
                  <a:lnTo>
                    <a:pt x="1662" y="4423"/>
                  </a:lnTo>
                  <a:lnTo>
                    <a:pt x="1669" y="4424"/>
                  </a:lnTo>
                  <a:lnTo>
                    <a:pt x="1747" y="4437"/>
                  </a:lnTo>
                  <a:lnTo>
                    <a:pt x="1755" y="4439"/>
                  </a:lnTo>
                  <a:lnTo>
                    <a:pt x="1833" y="4461"/>
                  </a:lnTo>
                  <a:lnTo>
                    <a:pt x="1839" y="4463"/>
                  </a:lnTo>
                  <a:lnTo>
                    <a:pt x="1914" y="4491"/>
                  </a:lnTo>
                  <a:lnTo>
                    <a:pt x="1919" y="4493"/>
                  </a:lnTo>
                  <a:lnTo>
                    <a:pt x="1991" y="4524"/>
                  </a:lnTo>
                  <a:lnTo>
                    <a:pt x="1993" y="4526"/>
                  </a:lnTo>
                  <a:lnTo>
                    <a:pt x="2061" y="4558"/>
                  </a:lnTo>
                  <a:lnTo>
                    <a:pt x="2062" y="4559"/>
                  </a:lnTo>
                  <a:lnTo>
                    <a:pt x="2123" y="4589"/>
                  </a:lnTo>
                  <a:lnTo>
                    <a:pt x="2129" y="4592"/>
                  </a:lnTo>
                  <a:lnTo>
                    <a:pt x="2134" y="4596"/>
                  </a:lnTo>
                  <a:lnTo>
                    <a:pt x="2191" y="4637"/>
                  </a:lnTo>
                  <a:lnTo>
                    <a:pt x="2196" y="4641"/>
                  </a:lnTo>
                  <a:lnTo>
                    <a:pt x="2201" y="4646"/>
                  </a:lnTo>
                  <a:lnTo>
                    <a:pt x="2255" y="4702"/>
                  </a:lnTo>
                  <a:lnTo>
                    <a:pt x="2258" y="4706"/>
                  </a:lnTo>
                  <a:lnTo>
                    <a:pt x="2280" y="4732"/>
                  </a:lnTo>
                  <a:lnTo>
                    <a:pt x="2280" y="4653"/>
                  </a:lnTo>
                  <a:lnTo>
                    <a:pt x="2273" y="4510"/>
                  </a:lnTo>
                  <a:lnTo>
                    <a:pt x="2261" y="4351"/>
                  </a:lnTo>
                  <a:lnTo>
                    <a:pt x="2249" y="4192"/>
                  </a:lnTo>
                  <a:lnTo>
                    <a:pt x="2249" y="4191"/>
                  </a:lnTo>
                  <a:lnTo>
                    <a:pt x="2239" y="4046"/>
                  </a:lnTo>
                  <a:lnTo>
                    <a:pt x="2239" y="4045"/>
                  </a:lnTo>
                  <a:lnTo>
                    <a:pt x="2231" y="3913"/>
                  </a:lnTo>
                  <a:lnTo>
                    <a:pt x="2222" y="3781"/>
                  </a:lnTo>
                  <a:lnTo>
                    <a:pt x="2212" y="3650"/>
                  </a:lnTo>
                  <a:lnTo>
                    <a:pt x="2202" y="3518"/>
                  </a:lnTo>
                  <a:lnTo>
                    <a:pt x="2191" y="3387"/>
                  </a:lnTo>
                  <a:lnTo>
                    <a:pt x="2191" y="3387"/>
                  </a:lnTo>
                  <a:lnTo>
                    <a:pt x="2181" y="3255"/>
                  </a:lnTo>
                  <a:lnTo>
                    <a:pt x="2181" y="3254"/>
                  </a:lnTo>
                  <a:lnTo>
                    <a:pt x="2172" y="3122"/>
                  </a:lnTo>
                  <a:lnTo>
                    <a:pt x="2172" y="3122"/>
                  </a:lnTo>
                  <a:lnTo>
                    <a:pt x="2163" y="2990"/>
                  </a:lnTo>
                  <a:lnTo>
                    <a:pt x="2154" y="2858"/>
                  </a:lnTo>
                  <a:lnTo>
                    <a:pt x="2145" y="2727"/>
                  </a:lnTo>
                  <a:lnTo>
                    <a:pt x="2135" y="2595"/>
                  </a:lnTo>
                  <a:lnTo>
                    <a:pt x="2124" y="2464"/>
                  </a:lnTo>
                  <a:lnTo>
                    <a:pt x="2112" y="2332"/>
                  </a:lnTo>
                  <a:lnTo>
                    <a:pt x="2099" y="2200"/>
                  </a:lnTo>
                  <a:lnTo>
                    <a:pt x="2086" y="2068"/>
                  </a:lnTo>
                  <a:lnTo>
                    <a:pt x="2072" y="1937"/>
                  </a:lnTo>
                  <a:lnTo>
                    <a:pt x="2056" y="1806"/>
                  </a:lnTo>
                  <a:lnTo>
                    <a:pt x="2038" y="1676"/>
                  </a:lnTo>
                  <a:lnTo>
                    <a:pt x="2018" y="1544"/>
                  </a:lnTo>
                  <a:lnTo>
                    <a:pt x="1996" y="1410"/>
                  </a:lnTo>
                  <a:lnTo>
                    <a:pt x="1973" y="1277"/>
                  </a:lnTo>
                  <a:lnTo>
                    <a:pt x="1948" y="1146"/>
                  </a:lnTo>
                  <a:lnTo>
                    <a:pt x="1922" y="1022"/>
                  </a:lnTo>
                  <a:lnTo>
                    <a:pt x="1895" y="906"/>
                  </a:lnTo>
                  <a:lnTo>
                    <a:pt x="1867" y="797"/>
                  </a:lnTo>
                  <a:lnTo>
                    <a:pt x="1837" y="693"/>
                  </a:lnTo>
                  <a:lnTo>
                    <a:pt x="1805" y="594"/>
                  </a:lnTo>
                  <a:lnTo>
                    <a:pt x="1773" y="502"/>
                  </a:lnTo>
                  <a:lnTo>
                    <a:pt x="1742" y="417"/>
                  </a:lnTo>
                  <a:lnTo>
                    <a:pt x="1712" y="341"/>
                  </a:lnTo>
                  <a:lnTo>
                    <a:pt x="1684" y="274"/>
                  </a:lnTo>
                  <a:lnTo>
                    <a:pt x="1657" y="217"/>
                  </a:lnTo>
                  <a:lnTo>
                    <a:pt x="1632" y="168"/>
                  </a:lnTo>
                  <a:lnTo>
                    <a:pt x="1608" y="127"/>
                  </a:lnTo>
                  <a:lnTo>
                    <a:pt x="1583" y="94"/>
                  </a:lnTo>
                  <a:lnTo>
                    <a:pt x="1557" y="65"/>
                  </a:lnTo>
                  <a:lnTo>
                    <a:pt x="1529" y="41"/>
                  </a:lnTo>
                  <a:lnTo>
                    <a:pt x="1504" y="22"/>
                  </a:lnTo>
                  <a:lnTo>
                    <a:pt x="1481" y="10"/>
                  </a:lnTo>
                  <a:lnTo>
                    <a:pt x="1457" y="3"/>
                  </a:lnTo>
                  <a:lnTo>
                    <a:pt x="1428" y="0"/>
                  </a:lnTo>
                  <a:lnTo>
                    <a:pt x="1391" y="1"/>
                  </a:lnTo>
                  <a:lnTo>
                    <a:pt x="1342" y="10"/>
                  </a:lnTo>
                  <a:lnTo>
                    <a:pt x="1282" y="26"/>
                  </a:lnTo>
                  <a:lnTo>
                    <a:pt x="1217" y="49"/>
                  </a:lnTo>
                  <a:lnTo>
                    <a:pt x="1150" y="78"/>
                  </a:lnTo>
                  <a:lnTo>
                    <a:pt x="1083" y="111"/>
                  </a:lnTo>
                  <a:lnTo>
                    <a:pt x="1021" y="148"/>
                  </a:lnTo>
                  <a:lnTo>
                    <a:pt x="962" y="188"/>
                  </a:lnTo>
                  <a:lnTo>
                    <a:pt x="903" y="234"/>
                  </a:lnTo>
                  <a:lnTo>
                    <a:pt x="845" y="285"/>
                  </a:lnTo>
                  <a:lnTo>
                    <a:pt x="788" y="340"/>
                  </a:lnTo>
                  <a:lnTo>
                    <a:pt x="733" y="399"/>
                  </a:lnTo>
                  <a:lnTo>
                    <a:pt x="680" y="462"/>
                  </a:lnTo>
                  <a:lnTo>
                    <a:pt x="630" y="528"/>
                  </a:lnTo>
                  <a:lnTo>
                    <a:pt x="581" y="599"/>
                  </a:lnTo>
                  <a:lnTo>
                    <a:pt x="534" y="674"/>
                  </a:lnTo>
                  <a:lnTo>
                    <a:pt x="488" y="753"/>
                  </a:lnTo>
                  <a:lnTo>
                    <a:pt x="444" y="835"/>
                  </a:lnTo>
                  <a:lnTo>
                    <a:pt x="402" y="921"/>
                  </a:lnTo>
                  <a:lnTo>
                    <a:pt x="362" y="1010"/>
                  </a:lnTo>
                  <a:lnTo>
                    <a:pt x="324" y="1103"/>
                  </a:lnTo>
                  <a:lnTo>
                    <a:pt x="287" y="1200"/>
                  </a:lnTo>
                  <a:lnTo>
                    <a:pt x="253" y="1299"/>
                  </a:lnTo>
                  <a:lnTo>
                    <a:pt x="221" y="1401"/>
                  </a:lnTo>
                  <a:lnTo>
                    <a:pt x="191" y="1505"/>
                  </a:lnTo>
                  <a:lnTo>
                    <a:pt x="164" y="1612"/>
                  </a:lnTo>
                  <a:lnTo>
                    <a:pt x="140" y="1721"/>
                  </a:lnTo>
                  <a:lnTo>
                    <a:pt x="118" y="1834"/>
                  </a:lnTo>
                  <a:lnTo>
                    <a:pt x="98" y="1948"/>
                  </a:lnTo>
                  <a:lnTo>
                    <a:pt x="80" y="2063"/>
                  </a:lnTo>
                  <a:lnTo>
                    <a:pt x="64" y="2179"/>
                  </a:lnTo>
                  <a:lnTo>
                    <a:pt x="49" y="2296"/>
                  </a:lnTo>
                  <a:lnTo>
                    <a:pt x="37" y="2413"/>
                  </a:lnTo>
                  <a:lnTo>
                    <a:pt x="27" y="2533"/>
                  </a:lnTo>
                  <a:lnTo>
                    <a:pt x="19" y="2652"/>
                  </a:lnTo>
                  <a:lnTo>
                    <a:pt x="12" y="2772"/>
                  </a:lnTo>
                  <a:lnTo>
                    <a:pt x="7" y="2892"/>
                  </a:lnTo>
                  <a:lnTo>
                    <a:pt x="3" y="3011"/>
                  </a:lnTo>
                  <a:lnTo>
                    <a:pt x="0" y="3131"/>
                  </a:lnTo>
                  <a:lnTo>
                    <a:pt x="0" y="3251"/>
                  </a:lnTo>
                  <a:lnTo>
                    <a:pt x="0" y="3370"/>
                  </a:lnTo>
                  <a:lnTo>
                    <a:pt x="3" y="3489"/>
                  </a:lnTo>
                  <a:lnTo>
                    <a:pt x="7" y="3605"/>
                  </a:lnTo>
                  <a:lnTo>
                    <a:pt x="12" y="3722"/>
                  </a:lnTo>
                  <a:lnTo>
                    <a:pt x="20" y="3838"/>
                  </a:lnTo>
                  <a:lnTo>
                    <a:pt x="30" y="3954"/>
                  </a:lnTo>
                  <a:lnTo>
                    <a:pt x="40" y="4068"/>
                  </a:lnTo>
                  <a:lnTo>
                    <a:pt x="52" y="4178"/>
                  </a:lnTo>
                  <a:lnTo>
                    <a:pt x="64" y="4283"/>
                  </a:lnTo>
                  <a:lnTo>
                    <a:pt x="76" y="4384"/>
                  </a:lnTo>
                  <a:lnTo>
                    <a:pt x="90" y="4480"/>
                  </a:lnTo>
                  <a:lnTo>
                    <a:pt x="104" y="4573"/>
                  </a:lnTo>
                  <a:lnTo>
                    <a:pt x="119" y="4663"/>
                  </a:lnTo>
                  <a:lnTo>
                    <a:pt x="134" y="4749"/>
                  </a:lnTo>
                  <a:lnTo>
                    <a:pt x="149" y="4833"/>
                  </a:lnTo>
                  <a:lnTo>
                    <a:pt x="165" y="4917"/>
                  </a:lnTo>
                  <a:lnTo>
                    <a:pt x="181" y="5001"/>
                  </a:lnTo>
                  <a:lnTo>
                    <a:pt x="197" y="5081"/>
                  </a:lnTo>
                  <a:lnTo>
                    <a:pt x="213" y="5152"/>
                  </a:lnTo>
                  <a:lnTo>
                    <a:pt x="229" y="5208"/>
                  </a:lnTo>
                  <a:lnTo>
                    <a:pt x="238" y="5229"/>
                  </a:lnTo>
                  <a:lnTo>
                    <a:pt x="248" y="522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2" name="PulmonIzquierdo"/>
            <p:cNvGrpSpPr/>
            <p:nvPr/>
          </p:nvGrpSpPr>
          <p:grpSpPr>
            <a:xfrm>
              <a:off x="1862471" y="1288580"/>
              <a:ext cx="809405" cy="2024231"/>
              <a:chOff x="1862471" y="1288580"/>
              <a:chExt cx="809405" cy="2024231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186247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4" name="Forma 23"/>
              <p:cNvSpPr/>
              <p:nvPr/>
            </p:nvSpPr>
            <p:spPr>
              <a:xfrm>
                <a:off x="193395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5" name="Forma 24"/>
              <p:cNvSpPr/>
              <p:nvPr/>
            </p:nvSpPr>
            <p:spPr>
              <a:xfrm>
                <a:off x="194218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6" name="PleuraVisceralI"/>
            <p:cNvSpPr/>
            <p:nvPr/>
          </p:nvSpPr>
          <p:spPr>
            <a:xfrm>
              <a:off x="186247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7" name="PleuraPariet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PleuraPariet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9" name="VenaCavaSup"/>
            <p:cNvSpPr/>
            <p:nvPr/>
          </p:nvSpPr>
          <p:spPr>
            <a:xfrm>
              <a:off x="148408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0" name="VenaCavaInf"/>
            <p:cNvSpPr/>
            <p:nvPr/>
          </p:nvSpPr>
          <p:spPr>
            <a:xfrm>
              <a:off x="150878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1" name="Corazon"/>
            <p:cNvGrpSpPr/>
            <p:nvPr/>
          </p:nvGrpSpPr>
          <p:grpSpPr>
            <a:xfrm>
              <a:off x="1497990" y="2336478"/>
              <a:ext cx="729488" cy="763630"/>
              <a:chOff x="1497990" y="2336478"/>
              <a:chExt cx="729488" cy="763630"/>
            </a:xfrm>
          </p:grpSpPr>
          <p:sp>
            <p:nvSpPr>
              <p:cNvPr id="32" name="Forma 31"/>
              <p:cNvSpPr/>
              <p:nvPr/>
            </p:nvSpPr>
            <p:spPr>
              <a:xfrm>
                <a:off x="149799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3" name="Forma 32"/>
              <p:cNvSpPr/>
              <p:nvPr/>
            </p:nvSpPr>
            <p:spPr>
              <a:xfrm>
                <a:off x="187909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4" name="Diafragma"/>
            <p:cNvSpPr/>
            <p:nvPr/>
          </p:nvSpPr>
          <p:spPr>
            <a:xfrm>
              <a:off x="64465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5" name="Clavículas"/>
            <p:cNvGrpSpPr/>
            <p:nvPr/>
          </p:nvGrpSpPr>
          <p:grpSpPr>
            <a:xfrm>
              <a:off x="822960" y="1130198"/>
              <a:ext cx="1645920" cy="107899"/>
              <a:chOff x="822960" y="1130198"/>
              <a:chExt cx="1645920" cy="107899"/>
            </a:xfrm>
          </p:grpSpPr>
          <p:sp>
            <p:nvSpPr>
              <p:cNvPr id="36" name="Forma 35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7" name="Forma 36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8" name="Forma 37"/>
            <p:cNvSpPr/>
            <p:nvPr/>
          </p:nvSpPr>
          <p:spPr>
            <a:xfrm>
              <a:off x="274320" y="3703320"/>
              <a:ext cx="2743200" cy="50292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iatrogénico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27432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3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Punción inadvertida del pulmón / pleura visceral.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40" name="Complicación Hemotórax"/>
          <p:cNvGrpSpPr/>
          <p:nvPr/>
        </p:nvGrpSpPr>
        <p:grpSpPr>
          <a:xfrm>
            <a:off x="3200400" y="1022299"/>
            <a:ext cx="2743200" cy="4006901"/>
            <a:chOff x="3200400" y="1022299"/>
            <a:chExt cx="2743200" cy="4006901"/>
          </a:xfrm>
        </p:grpSpPr>
        <p:sp>
          <p:nvSpPr>
            <p:cNvPr id="41" name="ParedToracica_2"/>
            <p:cNvSpPr/>
            <p:nvPr/>
          </p:nvSpPr>
          <p:spPr>
            <a:xfrm>
              <a:off x="331561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2" name="Mediastino_2"/>
            <p:cNvSpPr/>
            <p:nvPr/>
          </p:nvSpPr>
          <p:spPr>
            <a:xfrm>
              <a:off x="410565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3" name="Costillas_2"/>
            <p:cNvGrpSpPr/>
            <p:nvPr/>
          </p:nvGrpSpPr>
          <p:grpSpPr>
            <a:xfrm>
              <a:off x="3364992" y="1238098"/>
              <a:ext cx="2414016" cy="2222724"/>
              <a:chOff x="3364992" y="1238098"/>
              <a:chExt cx="2414016" cy="2222724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5" name="Forma 44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6" name="EspacioPleur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7" name="EspacioPleur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8" name="Aorta_2"/>
            <p:cNvSpPr/>
            <p:nvPr/>
          </p:nvSpPr>
          <p:spPr>
            <a:xfrm>
              <a:off x="457684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49" name="Traquea_2"/>
            <p:cNvGrpSpPr/>
            <p:nvPr/>
          </p:nvGrpSpPr>
          <p:grpSpPr>
            <a:xfrm>
              <a:off x="4245572" y="1022299"/>
              <a:ext cx="652856" cy="1157207"/>
              <a:chOff x="4245572" y="1022299"/>
              <a:chExt cx="652856" cy="1157207"/>
            </a:xfrm>
          </p:grpSpPr>
          <p:sp>
            <p:nvSpPr>
              <p:cNvPr id="50" name="Forma 49"/>
              <p:cNvSpPr/>
              <p:nvPr/>
            </p:nvSpPr>
            <p:spPr>
              <a:xfrm>
                <a:off x="424557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1" name="Forma 50"/>
              <p:cNvSpPr/>
              <p:nvPr/>
            </p:nvSpPr>
            <p:spPr>
              <a:xfrm>
                <a:off x="452262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2" name="LiquidoPleuralD"/>
            <p:cNvSpPr/>
            <p:nvPr/>
          </p:nvSpPr>
          <p:spPr>
            <a:xfrm>
              <a:off x="3518611" y="2088707"/>
              <a:ext cx="921715" cy="1197115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gradFill rotWithShape="1">
              <a:gsLst>
                <a:gs pos="0">
                  <a:srgbClr val="E8C9C0"/>
                </a:gs>
                <a:gs pos="100000">
                  <a:srgbClr val="B22222"/>
                </a:gs>
              </a:gsLst>
              <a:path path="circle">
                <a:fillToRect l="40000" t="20000" r="60000" b="80000"/>
              </a:path>
            </a:gradFill>
            <a:ln w="22225" cap="rnd">
              <a:solidFill>
                <a:srgbClr val="611212"/>
              </a:solidFill>
              <a:round/>
            </a:ln>
          </p:spPr>
        </p:sp>
        <p:grpSp>
          <p:nvGrpSpPr>
            <p:cNvPr id="53" name="PulmonDerecho_2"/>
            <p:cNvGrpSpPr/>
            <p:nvPr/>
          </p:nvGrpSpPr>
          <p:grpSpPr>
            <a:xfrm>
              <a:off x="3662266" y="1288580"/>
              <a:ext cx="722659" cy="1128856"/>
              <a:chOff x="3662266" y="1288580"/>
              <a:chExt cx="722659" cy="1128856"/>
            </a:xfrm>
          </p:grpSpPr>
          <p:sp>
            <p:nvSpPr>
              <p:cNvPr id="54" name="Forma 53"/>
              <p:cNvSpPr/>
              <p:nvPr/>
            </p:nvSpPr>
            <p:spPr>
              <a:xfrm>
                <a:off x="3662266" y="1288580"/>
                <a:ext cx="722659" cy="1128856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5" name="Forma 54"/>
              <p:cNvSpPr/>
              <p:nvPr/>
            </p:nvSpPr>
            <p:spPr>
              <a:xfrm>
                <a:off x="3712970" y="1399362"/>
                <a:ext cx="570994" cy="808118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3680530" y="1780110"/>
                <a:ext cx="614990" cy="472706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57" name="PleuraVisceralD_2"/>
            <p:cNvSpPr/>
            <p:nvPr/>
          </p:nvSpPr>
          <p:spPr>
            <a:xfrm>
              <a:off x="3662266" y="1288580"/>
              <a:ext cx="722659" cy="1128856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58" name="PulmonIzquierdo_2"/>
            <p:cNvGrpSpPr/>
            <p:nvPr/>
          </p:nvGrpSpPr>
          <p:grpSpPr>
            <a:xfrm>
              <a:off x="4788551" y="1288580"/>
              <a:ext cx="809405" cy="2024231"/>
              <a:chOff x="4788551" y="1288580"/>
              <a:chExt cx="809405" cy="2024231"/>
            </a:xfrm>
          </p:grpSpPr>
          <p:sp>
            <p:nvSpPr>
              <p:cNvPr id="59" name="Forma 58"/>
              <p:cNvSpPr/>
              <p:nvPr/>
            </p:nvSpPr>
            <p:spPr>
              <a:xfrm>
                <a:off x="478855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0" name="Forma 59"/>
              <p:cNvSpPr/>
              <p:nvPr/>
            </p:nvSpPr>
            <p:spPr>
              <a:xfrm>
                <a:off x="486003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1" name="Forma 60"/>
              <p:cNvSpPr/>
              <p:nvPr/>
            </p:nvSpPr>
            <p:spPr>
              <a:xfrm>
                <a:off x="486826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2" name="PleuraVisceralI_2"/>
            <p:cNvSpPr/>
            <p:nvPr/>
          </p:nvSpPr>
          <p:spPr>
            <a:xfrm>
              <a:off x="478855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3" name="PleuraPariet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4" name="PleuraPariet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5" name="VenaCavaSup_2"/>
            <p:cNvSpPr/>
            <p:nvPr/>
          </p:nvSpPr>
          <p:spPr>
            <a:xfrm>
              <a:off x="441016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6" name="VenaCavaInf_2"/>
            <p:cNvSpPr/>
            <p:nvPr/>
          </p:nvSpPr>
          <p:spPr>
            <a:xfrm>
              <a:off x="443486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7" name="Corazon_2"/>
            <p:cNvGrpSpPr/>
            <p:nvPr/>
          </p:nvGrpSpPr>
          <p:grpSpPr>
            <a:xfrm>
              <a:off x="4424070" y="2336478"/>
              <a:ext cx="729488" cy="763630"/>
              <a:chOff x="4424070" y="2336478"/>
              <a:chExt cx="729488" cy="763630"/>
            </a:xfrm>
          </p:grpSpPr>
          <p:sp>
            <p:nvSpPr>
              <p:cNvPr id="68" name="Forma 67"/>
              <p:cNvSpPr/>
              <p:nvPr/>
            </p:nvSpPr>
            <p:spPr>
              <a:xfrm>
                <a:off x="442407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9" name="Forma 68"/>
              <p:cNvSpPr/>
              <p:nvPr/>
            </p:nvSpPr>
            <p:spPr>
              <a:xfrm>
                <a:off x="480517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0" name="Diafragma_2"/>
            <p:cNvSpPr/>
            <p:nvPr/>
          </p:nvSpPr>
          <p:spPr>
            <a:xfrm>
              <a:off x="357073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1" name="Clavículas_2"/>
            <p:cNvGrpSpPr/>
            <p:nvPr/>
          </p:nvGrpSpPr>
          <p:grpSpPr>
            <a:xfrm>
              <a:off x="3749040" y="1130198"/>
              <a:ext cx="1645920" cy="107899"/>
              <a:chOff x="3749040" y="1130198"/>
              <a:chExt cx="1645920" cy="107899"/>
            </a:xfrm>
          </p:grpSpPr>
          <p:sp>
            <p:nvSpPr>
              <p:cNvPr id="72" name="Forma 71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3" name="Forma 72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4" name="Forma 73"/>
            <p:cNvSpPr/>
            <p:nvPr/>
          </p:nvSpPr>
          <p:spPr>
            <a:xfrm>
              <a:off x="3200400" y="3703320"/>
              <a:ext cx="2743200" cy="502920"/>
            </a:xfrm>
            <a:prstGeom prst="rect">
              <a:avLst/>
            </a:prstGeom>
            <a:solidFill>
              <a:srgbClr val="B2222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Hemotórax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320040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Hemorragia que se suma al derrame.</a:t>
              </a:r>
              <a:endParaRPr lang="es-AR" sz="1750" dirty="0">
                <a:latin typeface="Mali"/>
              </a:endParaRPr>
            </a:p>
          </p:txBody>
        </p:sp>
      </p:grpSp>
      <p:grpSp>
        <p:nvGrpSpPr>
          <p:cNvPr id="76" name="Complicación Hidroneumotórax"/>
          <p:cNvGrpSpPr/>
          <p:nvPr/>
        </p:nvGrpSpPr>
        <p:grpSpPr>
          <a:xfrm>
            <a:off x="6126480" y="1022299"/>
            <a:ext cx="2743200" cy="4006901"/>
            <a:chOff x="6126480" y="1022299"/>
            <a:chExt cx="2743200" cy="4006901"/>
          </a:xfrm>
        </p:grpSpPr>
        <p:sp>
          <p:nvSpPr>
            <p:cNvPr id="77" name="ParedToracica_3"/>
            <p:cNvSpPr/>
            <p:nvPr/>
          </p:nvSpPr>
          <p:spPr>
            <a:xfrm>
              <a:off x="624169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8" name="Mediastino_3"/>
            <p:cNvSpPr/>
            <p:nvPr/>
          </p:nvSpPr>
          <p:spPr>
            <a:xfrm>
              <a:off x="703173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9" name="Costillas_3"/>
            <p:cNvGrpSpPr/>
            <p:nvPr/>
          </p:nvGrpSpPr>
          <p:grpSpPr>
            <a:xfrm>
              <a:off x="6291072" y="1238098"/>
              <a:ext cx="2414016" cy="2222724"/>
              <a:chOff x="6291072" y="1238098"/>
              <a:chExt cx="2414016" cy="2222724"/>
            </a:xfrm>
          </p:grpSpPr>
          <p:sp>
            <p:nvSpPr>
              <p:cNvPr id="80" name="Forma 79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1" name="Forma 80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2" name="EspacioPleur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3" name="EspacioPleur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4" name="Aorta_3"/>
            <p:cNvSpPr/>
            <p:nvPr/>
          </p:nvSpPr>
          <p:spPr>
            <a:xfrm>
              <a:off x="750292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5" name="Traquea_3"/>
            <p:cNvGrpSpPr/>
            <p:nvPr/>
          </p:nvGrpSpPr>
          <p:grpSpPr>
            <a:xfrm>
              <a:off x="7171652" y="1022299"/>
              <a:ext cx="652856" cy="1157207"/>
              <a:chOff x="7171652" y="1022299"/>
              <a:chExt cx="652856" cy="1157207"/>
            </a:xfrm>
          </p:grpSpPr>
          <p:sp>
            <p:nvSpPr>
              <p:cNvPr id="86" name="Forma 85"/>
              <p:cNvSpPr/>
              <p:nvPr/>
            </p:nvSpPr>
            <p:spPr>
              <a:xfrm>
                <a:off x="717165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87" name="Forma 86"/>
              <p:cNvSpPr/>
              <p:nvPr/>
            </p:nvSpPr>
            <p:spPr>
              <a:xfrm>
                <a:off x="744870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88" name="LiquidoPleuralD_2"/>
            <p:cNvSpPr/>
            <p:nvPr/>
          </p:nvSpPr>
          <p:spPr>
            <a:xfrm>
              <a:off x="6444940" y="2645643"/>
              <a:ext cx="926343" cy="640179"/>
            </a:xfrm>
            <a:custGeom>
              <a:avLst/>
              <a:gdLst/>
              <a:ahLst/>
              <a:cxnLst/>
              <a:rect l="0" t="0" r="r" b="b"/>
              <a:pathLst>
                <a:path w="10000" h="7027">
                  <a:moveTo>
                    <a:pt x="54" y="915"/>
                  </a:moveTo>
                  <a:lnTo>
                    <a:pt x="93" y="1395"/>
                  </a:lnTo>
                  <a:lnTo>
                    <a:pt x="137" y="1866"/>
                  </a:lnTo>
                  <a:lnTo>
                    <a:pt x="185" y="2323"/>
                  </a:lnTo>
                  <a:lnTo>
                    <a:pt x="234" y="2759"/>
                  </a:lnTo>
                  <a:lnTo>
                    <a:pt x="285" y="3176"/>
                  </a:lnTo>
                  <a:lnTo>
                    <a:pt x="341" y="3577"/>
                  </a:lnTo>
                  <a:lnTo>
                    <a:pt x="400" y="3964"/>
                  </a:lnTo>
                  <a:lnTo>
                    <a:pt x="462" y="4336"/>
                  </a:lnTo>
                  <a:lnTo>
                    <a:pt x="525" y="4694"/>
                  </a:lnTo>
                  <a:lnTo>
                    <a:pt x="589" y="5039"/>
                  </a:lnTo>
                  <a:lnTo>
                    <a:pt x="653" y="5385"/>
                  </a:lnTo>
                  <a:lnTo>
                    <a:pt x="718" y="5734"/>
                  </a:lnTo>
                  <a:lnTo>
                    <a:pt x="785" y="6070"/>
                  </a:lnTo>
                  <a:lnTo>
                    <a:pt x="854" y="6374"/>
                  </a:lnTo>
                  <a:lnTo>
                    <a:pt x="927" y="6628"/>
                  </a:lnTo>
                  <a:lnTo>
                    <a:pt x="1004" y="6816"/>
                  </a:lnTo>
                  <a:lnTo>
                    <a:pt x="1076" y="6937"/>
                  </a:lnTo>
                  <a:lnTo>
                    <a:pt x="1142" y="7006"/>
                  </a:lnTo>
                  <a:lnTo>
                    <a:pt x="1211" y="7027"/>
                  </a:lnTo>
                  <a:lnTo>
                    <a:pt x="1293" y="7000"/>
                  </a:lnTo>
                  <a:lnTo>
                    <a:pt x="1399" y="6929"/>
                  </a:lnTo>
                  <a:lnTo>
                    <a:pt x="1537" y="6816"/>
                  </a:lnTo>
                  <a:lnTo>
                    <a:pt x="1707" y="6639"/>
                  </a:lnTo>
                  <a:lnTo>
                    <a:pt x="1901" y="6392"/>
                  </a:lnTo>
                  <a:lnTo>
                    <a:pt x="2118" y="6101"/>
                  </a:lnTo>
                  <a:lnTo>
                    <a:pt x="2357" y="5791"/>
                  </a:lnTo>
                  <a:lnTo>
                    <a:pt x="2618" y="5488"/>
                  </a:lnTo>
                  <a:lnTo>
                    <a:pt x="2899" y="5217"/>
                  </a:lnTo>
                  <a:lnTo>
                    <a:pt x="3210" y="4963"/>
                  </a:lnTo>
                  <a:lnTo>
                    <a:pt x="3555" y="4703"/>
                  </a:lnTo>
                  <a:lnTo>
                    <a:pt x="3921" y="4451"/>
                  </a:lnTo>
                  <a:lnTo>
                    <a:pt x="4296" y="4217"/>
                  </a:lnTo>
                  <a:lnTo>
                    <a:pt x="4670" y="4014"/>
                  </a:lnTo>
                  <a:lnTo>
                    <a:pt x="5031" y="3855"/>
                  </a:lnTo>
                  <a:lnTo>
                    <a:pt x="5383" y="3740"/>
                  </a:lnTo>
                  <a:lnTo>
                    <a:pt x="5737" y="3659"/>
                  </a:lnTo>
                  <a:lnTo>
                    <a:pt x="6090" y="3610"/>
                  </a:lnTo>
                  <a:lnTo>
                    <a:pt x="6437" y="3589"/>
                  </a:lnTo>
                  <a:lnTo>
                    <a:pt x="6776" y="3593"/>
                  </a:lnTo>
                  <a:lnTo>
                    <a:pt x="7104" y="3618"/>
                  </a:lnTo>
                  <a:lnTo>
                    <a:pt x="7425" y="3674"/>
                  </a:lnTo>
                  <a:lnTo>
                    <a:pt x="7745" y="3765"/>
                  </a:lnTo>
                  <a:lnTo>
                    <a:pt x="8055" y="3881"/>
                  </a:lnTo>
                  <a:lnTo>
                    <a:pt x="8352" y="4010"/>
                  </a:lnTo>
                  <a:lnTo>
                    <a:pt x="8629" y="4143"/>
                  </a:lnTo>
                  <a:lnTo>
                    <a:pt x="8881" y="4269"/>
                  </a:lnTo>
                  <a:lnTo>
                    <a:pt x="9113" y="4438"/>
                  </a:lnTo>
                  <a:lnTo>
                    <a:pt x="9333" y="4668"/>
                  </a:lnTo>
                  <a:lnTo>
                    <a:pt x="9532" y="4902"/>
                  </a:lnTo>
                  <a:lnTo>
                    <a:pt x="9706" y="5081"/>
                  </a:lnTo>
                  <a:lnTo>
                    <a:pt x="9846" y="5146"/>
                  </a:lnTo>
                  <a:lnTo>
                    <a:pt x="9947" y="5039"/>
                  </a:lnTo>
                  <a:lnTo>
                    <a:pt x="9997" y="4722"/>
                  </a:lnTo>
                  <a:lnTo>
                    <a:pt x="10000" y="4234"/>
                  </a:lnTo>
                  <a:lnTo>
                    <a:pt x="9969" y="3633"/>
                  </a:lnTo>
                  <a:lnTo>
                    <a:pt x="9921" y="2975"/>
                  </a:lnTo>
                  <a:lnTo>
                    <a:pt x="9869" y="2319"/>
                  </a:lnTo>
                  <a:lnTo>
                    <a:pt x="9828" y="1723"/>
                  </a:lnTo>
                  <a:lnTo>
                    <a:pt x="9796" y="1176"/>
                  </a:lnTo>
                  <a:lnTo>
                    <a:pt x="9758" y="633"/>
                  </a:lnTo>
                  <a:lnTo>
                    <a:pt x="9717" y="91"/>
                  </a:lnTo>
                  <a:lnTo>
                    <a:pt x="9710" y="0"/>
                  </a:lnTo>
                  <a:lnTo>
                    <a:pt x="0" y="0"/>
                  </a:lnTo>
                  <a:lnTo>
                    <a:pt x="21" y="430"/>
                  </a:lnTo>
                  <a:lnTo>
                    <a:pt x="54" y="915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sp>
          <p:nvSpPr>
            <p:cNvPr id="89" name="AirePleuralD_2"/>
            <p:cNvSpPr/>
            <p:nvPr/>
          </p:nvSpPr>
          <p:spPr>
            <a:xfrm>
              <a:off x="6441948" y="1258828"/>
              <a:ext cx="902321" cy="1426012"/>
            </a:xfrm>
            <a:custGeom>
              <a:avLst/>
              <a:gdLst/>
              <a:ahLst/>
              <a:cxnLst/>
              <a:rect l="0" t="0" r="r" b="b"/>
              <a:pathLst>
                <a:path w="6222" h="10000">
                  <a:moveTo>
                    <a:pt x="3516" y="80"/>
                  </a:moveTo>
                  <a:lnTo>
                    <a:pt x="3331" y="145"/>
                  </a:lnTo>
                  <a:lnTo>
                    <a:pt x="3142" y="225"/>
                  </a:lnTo>
                  <a:lnTo>
                    <a:pt x="2955" y="319"/>
                  </a:lnTo>
                  <a:lnTo>
                    <a:pt x="2780" y="422"/>
                  </a:lnTo>
                  <a:lnTo>
                    <a:pt x="2614" y="536"/>
                  </a:lnTo>
                  <a:lnTo>
                    <a:pt x="2449" y="664"/>
                  </a:lnTo>
                  <a:lnTo>
                    <a:pt x="2288" y="805"/>
                  </a:lnTo>
                  <a:lnTo>
                    <a:pt x="2131" y="957"/>
                  </a:lnTo>
                  <a:lnTo>
                    <a:pt x="1980" y="1120"/>
                  </a:lnTo>
                  <a:lnTo>
                    <a:pt x="1834" y="1292"/>
                  </a:lnTo>
                  <a:lnTo>
                    <a:pt x="1695" y="1474"/>
                  </a:lnTo>
                  <a:lnTo>
                    <a:pt x="1561" y="1668"/>
                  </a:lnTo>
                  <a:lnTo>
                    <a:pt x="1432" y="1872"/>
                  </a:lnTo>
                  <a:lnTo>
                    <a:pt x="1309" y="2086"/>
                  </a:lnTo>
                  <a:lnTo>
                    <a:pt x="1191" y="2309"/>
                  </a:lnTo>
                  <a:lnTo>
                    <a:pt x="1078" y="2540"/>
                  </a:lnTo>
                  <a:lnTo>
                    <a:pt x="970" y="2781"/>
                  </a:lnTo>
                  <a:lnTo>
                    <a:pt x="866" y="3031"/>
                  </a:lnTo>
                  <a:lnTo>
                    <a:pt x="768" y="3291"/>
                  </a:lnTo>
                  <a:lnTo>
                    <a:pt x="676" y="3558"/>
                  </a:lnTo>
                  <a:lnTo>
                    <a:pt x="589" y="3832"/>
                  </a:lnTo>
                  <a:lnTo>
                    <a:pt x="510" y="4110"/>
                  </a:lnTo>
                  <a:lnTo>
                    <a:pt x="438" y="4396"/>
                  </a:lnTo>
                  <a:lnTo>
                    <a:pt x="373" y="4689"/>
                  </a:lnTo>
                  <a:lnTo>
                    <a:pt x="314" y="4989"/>
                  </a:lnTo>
                  <a:lnTo>
                    <a:pt x="261" y="5293"/>
                  </a:lnTo>
                  <a:lnTo>
                    <a:pt x="213" y="5600"/>
                  </a:lnTo>
                  <a:lnTo>
                    <a:pt x="170" y="5907"/>
                  </a:lnTo>
                  <a:lnTo>
                    <a:pt x="132" y="6217"/>
                  </a:lnTo>
                  <a:lnTo>
                    <a:pt x="100" y="6531"/>
                  </a:lnTo>
                  <a:lnTo>
                    <a:pt x="73" y="6847"/>
                  </a:lnTo>
                  <a:lnTo>
                    <a:pt x="51" y="7165"/>
                  </a:lnTo>
                  <a:lnTo>
                    <a:pt x="33" y="7483"/>
                  </a:lnTo>
                  <a:lnTo>
                    <a:pt x="18" y="7799"/>
                  </a:lnTo>
                  <a:lnTo>
                    <a:pt x="8" y="8115"/>
                  </a:lnTo>
                  <a:lnTo>
                    <a:pt x="2" y="8433"/>
                  </a:lnTo>
                  <a:lnTo>
                    <a:pt x="0" y="8751"/>
                  </a:lnTo>
                  <a:lnTo>
                    <a:pt x="2" y="9067"/>
                  </a:lnTo>
                  <a:lnTo>
                    <a:pt x="8" y="9381"/>
                  </a:lnTo>
                  <a:lnTo>
                    <a:pt x="18" y="9691"/>
                  </a:lnTo>
                  <a:lnTo>
                    <a:pt x="34" y="10000"/>
                  </a:lnTo>
                  <a:lnTo>
                    <a:pt x="19" y="9706"/>
                  </a:lnTo>
                  <a:lnTo>
                    <a:pt x="6222" y="9706"/>
                  </a:lnTo>
                  <a:lnTo>
                    <a:pt x="6200" y="9437"/>
                  </a:lnTo>
                  <a:lnTo>
                    <a:pt x="6173" y="9091"/>
                  </a:lnTo>
                  <a:lnTo>
                    <a:pt x="6147" y="8745"/>
                  </a:lnTo>
                  <a:lnTo>
                    <a:pt x="6123" y="8398"/>
                  </a:lnTo>
                  <a:lnTo>
                    <a:pt x="6100" y="8051"/>
                  </a:lnTo>
                  <a:lnTo>
                    <a:pt x="6076" y="7704"/>
                  </a:lnTo>
                  <a:lnTo>
                    <a:pt x="6052" y="7358"/>
                  </a:lnTo>
                  <a:lnTo>
                    <a:pt x="6025" y="7011"/>
                  </a:lnTo>
                  <a:lnTo>
                    <a:pt x="5996" y="6664"/>
                  </a:lnTo>
                  <a:lnTo>
                    <a:pt x="5964" y="6317"/>
                  </a:lnTo>
                  <a:lnTo>
                    <a:pt x="5931" y="5969"/>
                  </a:lnTo>
                  <a:lnTo>
                    <a:pt x="5897" y="5621"/>
                  </a:lnTo>
                  <a:lnTo>
                    <a:pt x="5859" y="5274"/>
                  </a:lnTo>
                  <a:lnTo>
                    <a:pt x="5816" y="4928"/>
                  </a:lnTo>
                  <a:lnTo>
                    <a:pt x="5769" y="4583"/>
                  </a:lnTo>
                  <a:lnTo>
                    <a:pt x="5716" y="4234"/>
                  </a:lnTo>
                  <a:lnTo>
                    <a:pt x="5658" y="3880"/>
                  </a:lnTo>
                  <a:lnTo>
                    <a:pt x="5596" y="3526"/>
                  </a:lnTo>
                  <a:lnTo>
                    <a:pt x="5531" y="3181"/>
                  </a:lnTo>
                  <a:lnTo>
                    <a:pt x="5462" y="2850"/>
                  </a:lnTo>
                  <a:lnTo>
                    <a:pt x="5391" y="2540"/>
                  </a:lnTo>
                  <a:lnTo>
                    <a:pt x="5315" y="2249"/>
                  </a:lnTo>
                  <a:lnTo>
                    <a:pt x="5234" y="1970"/>
                  </a:lnTo>
                  <a:lnTo>
                    <a:pt x="5149" y="1706"/>
                  </a:lnTo>
                  <a:lnTo>
                    <a:pt x="5064" y="1459"/>
                  </a:lnTo>
                  <a:lnTo>
                    <a:pt x="4980" y="1231"/>
                  </a:lnTo>
                  <a:lnTo>
                    <a:pt x="4899" y="1027"/>
                  </a:lnTo>
                  <a:lnTo>
                    <a:pt x="4823" y="846"/>
                  </a:lnTo>
                  <a:lnTo>
                    <a:pt x="4750" y="688"/>
                  </a:lnTo>
                  <a:lnTo>
                    <a:pt x="4679" y="549"/>
                  </a:lnTo>
                  <a:lnTo>
                    <a:pt x="4606" y="429"/>
                  </a:lnTo>
                  <a:lnTo>
                    <a:pt x="4529" y="324"/>
                  </a:lnTo>
                  <a:lnTo>
                    <a:pt x="4445" y="232"/>
                  </a:lnTo>
                  <a:lnTo>
                    <a:pt x="4358" y="154"/>
                  </a:lnTo>
                  <a:lnTo>
                    <a:pt x="4271" y="91"/>
                  </a:lnTo>
                  <a:lnTo>
                    <a:pt x="4180" y="43"/>
                  </a:lnTo>
                  <a:lnTo>
                    <a:pt x="4080" y="12"/>
                  </a:lnTo>
                  <a:lnTo>
                    <a:pt x="3968" y="0"/>
                  </a:lnTo>
                  <a:lnTo>
                    <a:pt x="3839" y="5"/>
                  </a:lnTo>
                  <a:lnTo>
                    <a:pt x="3688" y="32"/>
                  </a:lnTo>
                  <a:lnTo>
                    <a:pt x="3516" y="80"/>
                  </a:lnTo>
                  <a:close/>
                  <a:moveTo>
                    <a:pt x="2438" y="9113"/>
                  </a:moveTo>
                  <a:lnTo>
                    <a:pt x="2434" y="9115"/>
                  </a:lnTo>
                  <a:lnTo>
                    <a:pt x="2431" y="9116"/>
                  </a:lnTo>
                  <a:lnTo>
                    <a:pt x="2427" y="9117"/>
                  </a:lnTo>
                  <a:lnTo>
                    <a:pt x="2423" y="9117"/>
                  </a:lnTo>
                  <a:lnTo>
                    <a:pt x="2420" y="9118"/>
                  </a:lnTo>
                  <a:lnTo>
                    <a:pt x="2416" y="9117"/>
                  </a:lnTo>
                  <a:lnTo>
                    <a:pt x="2412" y="9117"/>
                  </a:lnTo>
                  <a:lnTo>
                    <a:pt x="2409" y="9116"/>
                  </a:lnTo>
                  <a:lnTo>
                    <a:pt x="2405" y="9114"/>
                  </a:lnTo>
                  <a:lnTo>
                    <a:pt x="2402" y="9113"/>
                  </a:lnTo>
                  <a:lnTo>
                    <a:pt x="2398" y="9111"/>
                  </a:lnTo>
                  <a:lnTo>
                    <a:pt x="2396" y="9109"/>
                  </a:lnTo>
                  <a:lnTo>
                    <a:pt x="2393" y="9106"/>
                  </a:lnTo>
                  <a:lnTo>
                    <a:pt x="2390" y="9103"/>
                  </a:lnTo>
                  <a:lnTo>
                    <a:pt x="2388" y="9100"/>
                  </a:lnTo>
                  <a:lnTo>
                    <a:pt x="2386" y="9097"/>
                  </a:lnTo>
                  <a:lnTo>
                    <a:pt x="2371" y="9067"/>
                  </a:lnTo>
                  <a:lnTo>
                    <a:pt x="2369" y="9063"/>
                  </a:lnTo>
                  <a:lnTo>
                    <a:pt x="2342" y="8987"/>
                  </a:lnTo>
                  <a:lnTo>
                    <a:pt x="2342" y="8985"/>
                  </a:lnTo>
                  <a:lnTo>
                    <a:pt x="2314" y="8889"/>
                  </a:lnTo>
                  <a:lnTo>
                    <a:pt x="2314" y="8888"/>
                  </a:lnTo>
                  <a:lnTo>
                    <a:pt x="2287" y="8779"/>
                  </a:lnTo>
                  <a:lnTo>
                    <a:pt x="2287" y="8779"/>
                  </a:lnTo>
                  <a:lnTo>
                    <a:pt x="2260" y="8664"/>
                  </a:lnTo>
                  <a:lnTo>
                    <a:pt x="2234" y="8550"/>
                  </a:lnTo>
                  <a:lnTo>
                    <a:pt x="2208" y="8437"/>
                  </a:lnTo>
                  <a:lnTo>
                    <a:pt x="2208" y="8436"/>
                  </a:lnTo>
                  <a:lnTo>
                    <a:pt x="2182" y="8319"/>
                  </a:lnTo>
                  <a:lnTo>
                    <a:pt x="2182" y="8318"/>
                  </a:lnTo>
                  <a:lnTo>
                    <a:pt x="2157" y="8197"/>
                  </a:lnTo>
                  <a:lnTo>
                    <a:pt x="2156" y="8196"/>
                  </a:lnTo>
                  <a:lnTo>
                    <a:pt x="2132" y="8070"/>
                  </a:lnTo>
                  <a:lnTo>
                    <a:pt x="2132" y="8069"/>
                  </a:lnTo>
                  <a:lnTo>
                    <a:pt x="2110" y="7939"/>
                  </a:lnTo>
                  <a:lnTo>
                    <a:pt x="2109" y="7938"/>
                  </a:lnTo>
                  <a:lnTo>
                    <a:pt x="2088" y="7802"/>
                  </a:lnTo>
                  <a:lnTo>
                    <a:pt x="2088" y="7801"/>
                  </a:lnTo>
                  <a:lnTo>
                    <a:pt x="2068" y="7658"/>
                  </a:lnTo>
                  <a:lnTo>
                    <a:pt x="2068" y="7658"/>
                  </a:lnTo>
                  <a:lnTo>
                    <a:pt x="2049" y="7508"/>
                  </a:lnTo>
                  <a:lnTo>
                    <a:pt x="2049" y="7508"/>
                  </a:lnTo>
                  <a:lnTo>
                    <a:pt x="2031" y="7354"/>
                  </a:lnTo>
                  <a:lnTo>
                    <a:pt x="2031" y="7353"/>
                  </a:lnTo>
                  <a:lnTo>
                    <a:pt x="2015" y="7196"/>
                  </a:lnTo>
                  <a:lnTo>
                    <a:pt x="2015" y="7195"/>
                  </a:lnTo>
                  <a:lnTo>
                    <a:pt x="2001" y="7037"/>
                  </a:lnTo>
                  <a:lnTo>
                    <a:pt x="2001" y="7036"/>
                  </a:lnTo>
                  <a:lnTo>
                    <a:pt x="1991" y="6878"/>
                  </a:lnTo>
                  <a:lnTo>
                    <a:pt x="1991" y="6877"/>
                  </a:lnTo>
                  <a:lnTo>
                    <a:pt x="1985" y="6719"/>
                  </a:lnTo>
                  <a:lnTo>
                    <a:pt x="1985" y="6718"/>
                  </a:lnTo>
                  <a:lnTo>
                    <a:pt x="1981" y="6558"/>
                  </a:lnTo>
                  <a:lnTo>
                    <a:pt x="1981" y="6557"/>
                  </a:lnTo>
                  <a:lnTo>
                    <a:pt x="1979" y="6395"/>
                  </a:lnTo>
                  <a:lnTo>
                    <a:pt x="1979" y="6395"/>
                  </a:lnTo>
                  <a:lnTo>
                    <a:pt x="1981" y="6232"/>
                  </a:lnTo>
                  <a:lnTo>
                    <a:pt x="1981" y="6231"/>
                  </a:lnTo>
                  <a:lnTo>
                    <a:pt x="1985" y="6069"/>
                  </a:lnTo>
                  <a:lnTo>
                    <a:pt x="1985" y="6068"/>
                  </a:lnTo>
                  <a:lnTo>
                    <a:pt x="1991" y="5906"/>
                  </a:lnTo>
                  <a:lnTo>
                    <a:pt x="1991" y="5905"/>
                  </a:lnTo>
                  <a:lnTo>
                    <a:pt x="2000" y="5743"/>
                  </a:lnTo>
                  <a:lnTo>
                    <a:pt x="2000" y="5743"/>
                  </a:lnTo>
                  <a:lnTo>
                    <a:pt x="2012" y="5580"/>
                  </a:lnTo>
                  <a:lnTo>
                    <a:pt x="2012" y="5579"/>
                  </a:lnTo>
                  <a:lnTo>
                    <a:pt x="2026" y="5417"/>
                  </a:lnTo>
                  <a:lnTo>
                    <a:pt x="2026" y="5416"/>
                  </a:lnTo>
                  <a:lnTo>
                    <a:pt x="2043" y="5254"/>
                  </a:lnTo>
                  <a:lnTo>
                    <a:pt x="2043" y="5254"/>
                  </a:lnTo>
                  <a:lnTo>
                    <a:pt x="2064" y="5094"/>
                  </a:lnTo>
                  <a:lnTo>
                    <a:pt x="2064" y="5093"/>
                  </a:lnTo>
                  <a:lnTo>
                    <a:pt x="2088" y="4935"/>
                  </a:lnTo>
                  <a:lnTo>
                    <a:pt x="2088" y="4934"/>
                  </a:lnTo>
                  <a:lnTo>
                    <a:pt x="2116" y="4777"/>
                  </a:lnTo>
                  <a:lnTo>
                    <a:pt x="2116" y="4776"/>
                  </a:lnTo>
                  <a:lnTo>
                    <a:pt x="2146" y="4619"/>
                  </a:lnTo>
                  <a:lnTo>
                    <a:pt x="2147" y="4618"/>
                  </a:lnTo>
                  <a:lnTo>
                    <a:pt x="2180" y="4463"/>
                  </a:lnTo>
                  <a:lnTo>
                    <a:pt x="2181" y="4462"/>
                  </a:lnTo>
                  <a:lnTo>
                    <a:pt x="2218" y="4310"/>
                  </a:lnTo>
                  <a:lnTo>
                    <a:pt x="2218" y="4309"/>
                  </a:lnTo>
                  <a:lnTo>
                    <a:pt x="2260" y="4160"/>
                  </a:lnTo>
                  <a:lnTo>
                    <a:pt x="2260" y="4159"/>
                  </a:lnTo>
                  <a:lnTo>
                    <a:pt x="2305" y="4015"/>
                  </a:lnTo>
                  <a:lnTo>
                    <a:pt x="2306" y="4013"/>
                  </a:lnTo>
                  <a:lnTo>
                    <a:pt x="2356" y="3872"/>
                  </a:lnTo>
                  <a:lnTo>
                    <a:pt x="2356" y="3871"/>
                  </a:lnTo>
                  <a:lnTo>
                    <a:pt x="2411" y="3733"/>
                  </a:lnTo>
                  <a:lnTo>
                    <a:pt x="2411" y="3732"/>
                  </a:lnTo>
                  <a:lnTo>
                    <a:pt x="2469" y="3597"/>
                  </a:lnTo>
                  <a:lnTo>
                    <a:pt x="2470" y="3595"/>
                  </a:lnTo>
                  <a:lnTo>
                    <a:pt x="2532" y="3464"/>
                  </a:lnTo>
                  <a:lnTo>
                    <a:pt x="2532" y="3463"/>
                  </a:lnTo>
                  <a:lnTo>
                    <a:pt x="2598" y="3337"/>
                  </a:lnTo>
                  <a:lnTo>
                    <a:pt x="2598" y="3335"/>
                  </a:lnTo>
                  <a:lnTo>
                    <a:pt x="2666" y="3214"/>
                  </a:lnTo>
                  <a:lnTo>
                    <a:pt x="2667" y="3213"/>
                  </a:lnTo>
                  <a:lnTo>
                    <a:pt x="2738" y="3097"/>
                  </a:lnTo>
                  <a:lnTo>
                    <a:pt x="2738" y="3096"/>
                  </a:lnTo>
                  <a:lnTo>
                    <a:pt x="2812" y="2984"/>
                  </a:lnTo>
                  <a:lnTo>
                    <a:pt x="2813" y="2983"/>
                  </a:lnTo>
                  <a:lnTo>
                    <a:pt x="2890" y="2876"/>
                  </a:lnTo>
                  <a:lnTo>
                    <a:pt x="2891" y="2874"/>
                  </a:lnTo>
                  <a:lnTo>
                    <a:pt x="2971" y="2773"/>
                  </a:lnTo>
                  <a:lnTo>
                    <a:pt x="2972" y="2771"/>
                  </a:lnTo>
                  <a:lnTo>
                    <a:pt x="3055" y="2675"/>
                  </a:lnTo>
                  <a:lnTo>
                    <a:pt x="3057" y="2674"/>
                  </a:lnTo>
                  <a:lnTo>
                    <a:pt x="3142" y="2584"/>
                  </a:lnTo>
                  <a:lnTo>
                    <a:pt x="3144" y="2582"/>
                  </a:lnTo>
                  <a:lnTo>
                    <a:pt x="3233" y="2497"/>
                  </a:lnTo>
                  <a:lnTo>
                    <a:pt x="3235" y="2496"/>
                  </a:lnTo>
                  <a:lnTo>
                    <a:pt x="3328" y="2416"/>
                  </a:lnTo>
                  <a:lnTo>
                    <a:pt x="3329" y="2415"/>
                  </a:lnTo>
                  <a:lnTo>
                    <a:pt x="3425" y="2340"/>
                  </a:lnTo>
                  <a:lnTo>
                    <a:pt x="3427" y="2339"/>
                  </a:lnTo>
                  <a:lnTo>
                    <a:pt x="3525" y="2270"/>
                  </a:lnTo>
                  <a:lnTo>
                    <a:pt x="3527" y="2269"/>
                  </a:lnTo>
                  <a:lnTo>
                    <a:pt x="3627" y="2207"/>
                  </a:lnTo>
                  <a:lnTo>
                    <a:pt x="3629" y="2206"/>
                  </a:lnTo>
                  <a:lnTo>
                    <a:pt x="3729" y="2151"/>
                  </a:lnTo>
                  <a:lnTo>
                    <a:pt x="3731" y="2149"/>
                  </a:lnTo>
                  <a:lnTo>
                    <a:pt x="3836" y="2100"/>
                  </a:lnTo>
                  <a:lnTo>
                    <a:pt x="3838" y="2099"/>
                  </a:lnTo>
                  <a:lnTo>
                    <a:pt x="3950" y="2054"/>
                  </a:lnTo>
                  <a:lnTo>
                    <a:pt x="3952" y="2053"/>
                  </a:lnTo>
                  <a:lnTo>
                    <a:pt x="4066" y="2014"/>
                  </a:lnTo>
                  <a:lnTo>
                    <a:pt x="4068" y="2014"/>
                  </a:lnTo>
                  <a:lnTo>
                    <a:pt x="4179" y="1983"/>
                  </a:lnTo>
                  <a:lnTo>
                    <a:pt x="4181" y="1982"/>
                  </a:lnTo>
                  <a:lnTo>
                    <a:pt x="4281" y="1960"/>
                  </a:lnTo>
                  <a:lnTo>
                    <a:pt x="4284" y="1959"/>
                  </a:lnTo>
                  <a:lnTo>
                    <a:pt x="4367" y="1948"/>
                  </a:lnTo>
                  <a:lnTo>
                    <a:pt x="4371" y="1947"/>
                  </a:lnTo>
                  <a:lnTo>
                    <a:pt x="4434" y="1945"/>
                  </a:lnTo>
                  <a:lnTo>
                    <a:pt x="4439" y="1945"/>
                  </a:lnTo>
                  <a:lnTo>
                    <a:pt x="4488" y="1950"/>
                  </a:lnTo>
                  <a:lnTo>
                    <a:pt x="4491" y="1950"/>
                  </a:lnTo>
                  <a:lnTo>
                    <a:pt x="4494" y="1950"/>
                  </a:lnTo>
                  <a:lnTo>
                    <a:pt x="4535" y="1961"/>
                  </a:lnTo>
                  <a:lnTo>
                    <a:pt x="4537" y="1961"/>
                  </a:lnTo>
                  <a:lnTo>
                    <a:pt x="4540" y="1962"/>
                  </a:lnTo>
                  <a:lnTo>
                    <a:pt x="4579" y="1979"/>
                  </a:lnTo>
                  <a:lnTo>
                    <a:pt x="4584" y="1981"/>
                  </a:lnTo>
                  <a:lnTo>
                    <a:pt x="4626" y="2006"/>
                  </a:lnTo>
                  <a:lnTo>
                    <a:pt x="4629" y="2008"/>
                  </a:lnTo>
                  <a:lnTo>
                    <a:pt x="4675" y="2041"/>
                  </a:lnTo>
                  <a:lnTo>
                    <a:pt x="4678" y="2043"/>
                  </a:lnTo>
                  <a:lnTo>
                    <a:pt x="4723" y="2082"/>
                  </a:lnTo>
                  <a:lnTo>
                    <a:pt x="4726" y="2085"/>
                  </a:lnTo>
                  <a:lnTo>
                    <a:pt x="4768" y="2131"/>
                  </a:lnTo>
                  <a:lnTo>
                    <a:pt x="4770" y="2134"/>
                  </a:lnTo>
                  <a:lnTo>
                    <a:pt x="4811" y="2189"/>
                  </a:lnTo>
                  <a:lnTo>
                    <a:pt x="4813" y="2191"/>
                  </a:lnTo>
                  <a:lnTo>
                    <a:pt x="4855" y="2257"/>
                  </a:lnTo>
                  <a:lnTo>
                    <a:pt x="4856" y="2259"/>
                  </a:lnTo>
                  <a:lnTo>
                    <a:pt x="4901" y="2337"/>
                  </a:lnTo>
                  <a:lnTo>
                    <a:pt x="4902" y="2338"/>
                  </a:lnTo>
                  <a:lnTo>
                    <a:pt x="4949" y="2429"/>
                  </a:lnTo>
                  <a:lnTo>
                    <a:pt x="4950" y="2429"/>
                  </a:lnTo>
                  <a:lnTo>
                    <a:pt x="5001" y="2533"/>
                  </a:lnTo>
                  <a:lnTo>
                    <a:pt x="5001" y="2534"/>
                  </a:lnTo>
                  <a:lnTo>
                    <a:pt x="5055" y="2649"/>
                  </a:lnTo>
                  <a:lnTo>
                    <a:pt x="5055" y="2650"/>
                  </a:lnTo>
                  <a:lnTo>
                    <a:pt x="5109" y="2775"/>
                  </a:lnTo>
                  <a:lnTo>
                    <a:pt x="5109" y="2776"/>
                  </a:lnTo>
                  <a:lnTo>
                    <a:pt x="5163" y="2910"/>
                  </a:lnTo>
                  <a:lnTo>
                    <a:pt x="5163" y="2911"/>
                  </a:lnTo>
                  <a:lnTo>
                    <a:pt x="5214" y="3052"/>
                  </a:lnTo>
                  <a:lnTo>
                    <a:pt x="5215" y="3054"/>
                  </a:lnTo>
                  <a:lnTo>
                    <a:pt x="5263" y="3201"/>
                  </a:lnTo>
                  <a:lnTo>
                    <a:pt x="5263" y="3202"/>
                  </a:lnTo>
                  <a:lnTo>
                    <a:pt x="5308" y="3360"/>
                  </a:lnTo>
                  <a:lnTo>
                    <a:pt x="5309" y="3361"/>
                  </a:lnTo>
                  <a:lnTo>
                    <a:pt x="5352" y="3529"/>
                  </a:lnTo>
                  <a:lnTo>
                    <a:pt x="5352" y="3530"/>
                  </a:lnTo>
                  <a:lnTo>
                    <a:pt x="5394" y="3707"/>
                  </a:lnTo>
                  <a:lnTo>
                    <a:pt x="5395" y="3708"/>
                  </a:lnTo>
                  <a:lnTo>
                    <a:pt x="5434" y="3889"/>
                  </a:lnTo>
                  <a:lnTo>
                    <a:pt x="5434" y="3889"/>
                  </a:lnTo>
                  <a:lnTo>
                    <a:pt x="5471" y="4071"/>
                  </a:lnTo>
                  <a:lnTo>
                    <a:pt x="5471" y="4072"/>
                  </a:lnTo>
                  <a:lnTo>
                    <a:pt x="5505" y="4251"/>
                  </a:lnTo>
                  <a:lnTo>
                    <a:pt x="5505" y="4251"/>
                  </a:lnTo>
                  <a:lnTo>
                    <a:pt x="5536" y="4428"/>
                  </a:lnTo>
                  <a:lnTo>
                    <a:pt x="5536" y="4429"/>
                  </a:lnTo>
                  <a:lnTo>
                    <a:pt x="5563" y="4606"/>
                  </a:lnTo>
                  <a:lnTo>
                    <a:pt x="5563" y="4606"/>
                  </a:lnTo>
                  <a:lnTo>
                    <a:pt x="5587" y="4785"/>
                  </a:lnTo>
                  <a:lnTo>
                    <a:pt x="5587" y="4785"/>
                  </a:lnTo>
                  <a:lnTo>
                    <a:pt x="5610" y="4964"/>
                  </a:lnTo>
                  <a:lnTo>
                    <a:pt x="5610" y="4964"/>
                  </a:lnTo>
                  <a:lnTo>
                    <a:pt x="5631" y="5143"/>
                  </a:lnTo>
                  <a:lnTo>
                    <a:pt x="5631" y="5143"/>
                  </a:lnTo>
                  <a:lnTo>
                    <a:pt x="5651" y="5322"/>
                  </a:lnTo>
                  <a:lnTo>
                    <a:pt x="5651" y="5323"/>
                  </a:lnTo>
                  <a:lnTo>
                    <a:pt x="5670" y="5501"/>
                  </a:lnTo>
                  <a:lnTo>
                    <a:pt x="5670" y="5501"/>
                  </a:lnTo>
                  <a:lnTo>
                    <a:pt x="5687" y="5680"/>
                  </a:lnTo>
                  <a:lnTo>
                    <a:pt x="5687" y="5680"/>
                  </a:lnTo>
                  <a:lnTo>
                    <a:pt x="5703" y="5859"/>
                  </a:lnTo>
                  <a:lnTo>
                    <a:pt x="5703" y="5859"/>
                  </a:lnTo>
                  <a:lnTo>
                    <a:pt x="5718" y="6038"/>
                  </a:lnTo>
                  <a:lnTo>
                    <a:pt x="5733" y="6217"/>
                  </a:lnTo>
                  <a:lnTo>
                    <a:pt x="5748" y="6396"/>
                  </a:lnTo>
                  <a:lnTo>
                    <a:pt x="5748" y="6396"/>
                  </a:lnTo>
                  <a:lnTo>
                    <a:pt x="5765" y="6576"/>
                  </a:lnTo>
                  <a:lnTo>
                    <a:pt x="5783" y="6754"/>
                  </a:lnTo>
                  <a:lnTo>
                    <a:pt x="5800" y="6933"/>
                  </a:lnTo>
                  <a:lnTo>
                    <a:pt x="5800" y="6933"/>
                  </a:lnTo>
                  <a:lnTo>
                    <a:pt x="5817" y="7111"/>
                  </a:lnTo>
                  <a:lnTo>
                    <a:pt x="5817" y="7111"/>
                  </a:lnTo>
                  <a:lnTo>
                    <a:pt x="5832" y="7290"/>
                  </a:lnTo>
                  <a:lnTo>
                    <a:pt x="5832" y="7290"/>
                  </a:lnTo>
                  <a:lnTo>
                    <a:pt x="5846" y="7470"/>
                  </a:lnTo>
                  <a:lnTo>
                    <a:pt x="5846" y="7471"/>
                  </a:lnTo>
                  <a:lnTo>
                    <a:pt x="5862" y="7667"/>
                  </a:lnTo>
                  <a:lnTo>
                    <a:pt x="5863" y="7668"/>
                  </a:lnTo>
                  <a:lnTo>
                    <a:pt x="5884" y="7884"/>
                  </a:lnTo>
                  <a:lnTo>
                    <a:pt x="5884" y="7885"/>
                  </a:lnTo>
                  <a:lnTo>
                    <a:pt x="5904" y="8100"/>
                  </a:lnTo>
                  <a:lnTo>
                    <a:pt x="5904" y="8101"/>
                  </a:lnTo>
                  <a:lnTo>
                    <a:pt x="5916" y="8295"/>
                  </a:lnTo>
                  <a:lnTo>
                    <a:pt x="5916" y="8298"/>
                  </a:lnTo>
                  <a:lnTo>
                    <a:pt x="5915" y="8404"/>
                  </a:lnTo>
                  <a:lnTo>
                    <a:pt x="5915" y="8408"/>
                  </a:lnTo>
                  <a:lnTo>
                    <a:pt x="5915" y="8412"/>
                  </a:lnTo>
                  <a:lnTo>
                    <a:pt x="5914" y="8415"/>
                  </a:lnTo>
                  <a:lnTo>
                    <a:pt x="5913" y="8419"/>
                  </a:lnTo>
                  <a:lnTo>
                    <a:pt x="5911" y="8422"/>
                  </a:lnTo>
                  <a:lnTo>
                    <a:pt x="5909" y="8425"/>
                  </a:lnTo>
                  <a:lnTo>
                    <a:pt x="5907" y="8428"/>
                  </a:lnTo>
                  <a:lnTo>
                    <a:pt x="5905" y="8431"/>
                  </a:lnTo>
                  <a:lnTo>
                    <a:pt x="5902" y="8433"/>
                  </a:lnTo>
                  <a:lnTo>
                    <a:pt x="5899" y="8435"/>
                  </a:lnTo>
                  <a:lnTo>
                    <a:pt x="5896" y="8437"/>
                  </a:lnTo>
                  <a:lnTo>
                    <a:pt x="5893" y="8439"/>
                  </a:lnTo>
                  <a:lnTo>
                    <a:pt x="5889" y="8440"/>
                  </a:lnTo>
                  <a:lnTo>
                    <a:pt x="5886" y="8441"/>
                  </a:lnTo>
                  <a:lnTo>
                    <a:pt x="5882" y="8442"/>
                  </a:lnTo>
                  <a:lnTo>
                    <a:pt x="5878" y="8442"/>
                  </a:lnTo>
                  <a:lnTo>
                    <a:pt x="5875" y="8442"/>
                  </a:lnTo>
                  <a:lnTo>
                    <a:pt x="5871" y="8441"/>
                  </a:lnTo>
                  <a:lnTo>
                    <a:pt x="5868" y="8441"/>
                  </a:lnTo>
                  <a:lnTo>
                    <a:pt x="5864" y="8440"/>
                  </a:lnTo>
                  <a:lnTo>
                    <a:pt x="5861" y="8438"/>
                  </a:lnTo>
                  <a:lnTo>
                    <a:pt x="5858" y="8436"/>
                  </a:lnTo>
                  <a:lnTo>
                    <a:pt x="5855" y="8434"/>
                  </a:lnTo>
                  <a:lnTo>
                    <a:pt x="5852" y="8432"/>
                  </a:lnTo>
                  <a:lnTo>
                    <a:pt x="5814" y="8397"/>
                  </a:lnTo>
                  <a:lnTo>
                    <a:pt x="5810" y="8393"/>
                  </a:lnTo>
                  <a:lnTo>
                    <a:pt x="5721" y="8318"/>
                  </a:lnTo>
                  <a:lnTo>
                    <a:pt x="5714" y="8313"/>
                  </a:lnTo>
                  <a:lnTo>
                    <a:pt x="5707" y="8308"/>
                  </a:lnTo>
                  <a:lnTo>
                    <a:pt x="5612" y="8253"/>
                  </a:lnTo>
                  <a:lnTo>
                    <a:pt x="5605" y="8249"/>
                  </a:lnTo>
                  <a:lnTo>
                    <a:pt x="5597" y="8246"/>
                  </a:lnTo>
                  <a:lnTo>
                    <a:pt x="5494" y="8204"/>
                  </a:lnTo>
                  <a:lnTo>
                    <a:pt x="5493" y="8204"/>
                  </a:lnTo>
                  <a:lnTo>
                    <a:pt x="5379" y="8160"/>
                  </a:lnTo>
                  <a:lnTo>
                    <a:pt x="5375" y="8159"/>
                  </a:lnTo>
                  <a:lnTo>
                    <a:pt x="5254" y="8116"/>
                  </a:lnTo>
                  <a:lnTo>
                    <a:pt x="5248" y="8114"/>
                  </a:lnTo>
                  <a:lnTo>
                    <a:pt x="5121" y="8076"/>
                  </a:lnTo>
                  <a:lnTo>
                    <a:pt x="5112" y="8074"/>
                  </a:lnTo>
                  <a:lnTo>
                    <a:pt x="4982" y="8044"/>
                  </a:lnTo>
                  <a:lnTo>
                    <a:pt x="4970" y="8042"/>
                  </a:lnTo>
                  <a:lnTo>
                    <a:pt x="4839" y="8024"/>
                  </a:lnTo>
                  <a:lnTo>
                    <a:pt x="4828" y="8022"/>
                  </a:lnTo>
                  <a:lnTo>
                    <a:pt x="4694" y="8014"/>
                  </a:lnTo>
                  <a:lnTo>
                    <a:pt x="4686" y="8014"/>
                  </a:lnTo>
                  <a:lnTo>
                    <a:pt x="4548" y="8013"/>
                  </a:lnTo>
                  <a:lnTo>
                    <a:pt x="4539" y="8013"/>
                  </a:lnTo>
                  <a:lnTo>
                    <a:pt x="4397" y="8020"/>
                  </a:lnTo>
                  <a:lnTo>
                    <a:pt x="4388" y="8021"/>
                  </a:lnTo>
                  <a:lnTo>
                    <a:pt x="4244" y="8037"/>
                  </a:lnTo>
                  <a:lnTo>
                    <a:pt x="4234" y="8038"/>
                  </a:lnTo>
                  <a:lnTo>
                    <a:pt x="4090" y="8064"/>
                  </a:lnTo>
                  <a:lnTo>
                    <a:pt x="4080" y="8067"/>
                  </a:lnTo>
                  <a:lnTo>
                    <a:pt x="3936" y="8104"/>
                  </a:lnTo>
                  <a:lnTo>
                    <a:pt x="3925" y="8108"/>
                  </a:lnTo>
                  <a:lnTo>
                    <a:pt x="3778" y="8160"/>
                  </a:lnTo>
                  <a:lnTo>
                    <a:pt x="3769" y="8163"/>
                  </a:lnTo>
                  <a:lnTo>
                    <a:pt x="3616" y="8230"/>
                  </a:lnTo>
                  <a:lnTo>
                    <a:pt x="3610" y="8232"/>
                  </a:lnTo>
                  <a:lnTo>
                    <a:pt x="3457" y="8309"/>
                  </a:lnTo>
                  <a:lnTo>
                    <a:pt x="3452" y="8312"/>
                  </a:lnTo>
                  <a:lnTo>
                    <a:pt x="3302" y="8395"/>
                  </a:lnTo>
                  <a:lnTo>
                    <a:pt x="3298" y="8397"/>
                  </a:lnTo>
                  <a:lnTo>
                    <a:pt x="3157" y="8482"/>
                  </a:lnTo>
                  <a:lnTo>
                    <a:pt x="3154" y="8484"/>
                  </a:lnTo>
                  <a:lnTo>
                    <a:pt x="3026" y="8567"/>
                  </a:lnTo>
                  <a:lnTo>
                    <a:pt x="3019" y="8573"/>
                  </a:lnTo>
                  <a:lnTo>
                    <a:pt x="2905" y="8661"/>
                  </a:lnTo>
                  <a:lnTo>
                    <a:pt x="2897" y="8667"/>
                  </a:lnTo>
                  <a:lnTo>
                    <a:pt x="2791" y="8766"/>
                  </a:lnTo>
                  <a:lnTo>
                    <a:pt x="2787" y="8770"/>
                  </a:lnTo>
                  <a:lnTo>
                    <a:pt x="2689" y="8872"/>
                  </a:lnTo>
                  <a:lnTo>
                    <a:pt x="2688" y="8873"/>
                  </a:lnTo>
                  <a:lnTo>
                    <a:pt x="2600" y="8968"/>
                  </a:lnTo>
                  <a:lnTo>
                    <a:pt x="2599" y="8969"/>
                  </a:lnTo>
                  <a:lnTo>
                    <a:pt x="2525" y="9045"/>
                  </a:lnTo>
                  <a:lnTo>
                    <a:pt x="2522" y="9047"/>
                  </a:lnTo>
                  <a:lnTo>
                    <a:pt x="2462" y="9097"/>
                  </a:lnTo>
                  <a:lnTo>
                    <a:pt x="2459" y="9100"/>
                  </a:lnTo>
                  <a:lnTo>
                    <a:pt x="2441" y="9111"/>
                  </a:lnTo>
                  <a:lnTo>
                    <a:pt x="2438" y="9113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0" name="PulmonDerecho_3"/>
            <p:cNvGrpSpPr/>
            <p:nvPr/>
          </p:nvGrpSpPr>
          <p:grpSpPr>
            <a:xfrm>
              <a:off x="6734528" y="1541630"/>
              <a:ext cx="559971" cy="1012045"/>
              <a:chOff x="6734528" y="1541630"/>
              <a:chExt cx="559971" cy="1012045"/>
            </a:xfrm>
          </p:grpSpPr>
          <p:sp>
            <p:nvSpPr>
              <p:cNvPr id="91" name="Forma 90"/>
              <p:cNvSpPr/>
              <p:nvPr/>
            </p:nvSpPr>
            <p:spPr>
              <a:xfrm>
                <a:off x="6734528" y="1541630"/>
                <a:ext cx="559971" cy="1012045"/>
              </a:xfrm>
              <a:custGeom>
                <a:avLst/>
                <a:gdLst/>
                <a:ahLst/>
                <a:cxnLst/>
                <a:rect l="0" t="0" r="r" b="b"/>
                <a:pathLst>
                  <a:path w="5440" h="10000">
                    <a:moveTo>
                      <a:pt x="592" y="9983"/>
                    </a:moveTo>
                    <a:lnTo>
                      <a:pt x="677" y="9913"/>
                    </a:lnTo>
                    <a:lnTo>
                      <a:pt x="782" y="9806"/>
                    </a:lnTo>
                    <a:lnTo>
                      <a:pt x="906" y="9672"/>
                    </a:lnTo>
                    <a:lnTo>
                      <a:pt x="908" y="9670"/>
                    </a:lnTo>
                    <a:lnTo>
                      <a:pt x="1047" y="9526"/>
                    </a:lnTo>
                    <a:lnTo>
                      <a:pt x="1053" y="9520"/>
                    </a:lnTo>
                    <a:lnTo>
                      <a:pt x="1204" y="9379"/>
                    </a:lnTo>
                    <a:lnTo>
                      <a:pt x="1216" y="9368"/>
                    </a:lnTo>
                    <a:lnTo>
                      <a:pt x="1380" y="9242"/>
                    </a:lnTo>
                    <a:lnTo>
                      <a:pt x="1391" y="9234"/>
                    </a:lnTo>
                    <a:lnTo>
                      <a:pt x="1572" y="9116"/>
                    </a:lnTo>
                    <a:lnTo>
                      <a:pt x="1578" y="9112"/>
                    </a:lnTo>
                    <a:lnTo>
                      <a:pt x="1777" y="8992"/>
                    </a:lnTo>
                    <a:lnTo>
                      <a:pt x="1784" y="8988"/>
                    </a:lnTo>
                    <a:lnTo>
                      <a:pt x="1996" y="8870"/>
                    </a:lnTo>
                    <a:lnTo>
                      <a:pt x="2003" y="8866"/>
                    </a:lnTo>
                    <a:lnTo>
                      <a:pt x="2221" y="8758"/>
                    </a:lnTo>
                    <a:lnTo>
                      <a:pt x="2231" y="8753"/>
                    </a:lnTo>
                    <a:lnTo>
                      <a:pt x="2448" y="8659"/>
                    </a:lnTo>
                    <a:lnTo>
                      <a:pt x="2462" y="8653"/>
                    </a:lnTo>
                    <a:lnTo>
                      <a:pt x="2671" y="8579"/>
                    </a:lnTo>
                    <a:lnTo>
                      <a:pt x="2689" y="8574"/>
                    </a:lnTo>
                    <a:lnTo>
                      <a:pt x="2893" y="8520"/>
                    </a:lnTo>
                    <a:lnTo>
                      <a:pt x="2910" y="8517"/>
                    </a:lnTo>
                    <a:lnTo>
                      <a:pt x="3115" y="8479"/>
                    </a:lnTo>
                    <a:lnTo>
                      <a:pt x="3131" y="8477"/>
                    </a:lnTo>
                    <a:lnTo>
                      <a:pt x="3335" y="8454"/>
                    </a:lnTo>
                    <a:lnTo>
                      <a:pt x="3350" y="8453"/>
                    </a:lnTo>
                    <a:lnTo>
                      <a:pt x="3551" y="8443"/>
                    </a:lnTo>
                    <a:lnTo>
                      <a:pt x="3565" y="8443"/>
                    </a:lnTo>
                    <a:lnTo>
                      <a:pt x="3761" y="8445"/>
                    </a:lnTo>
                    <a:lnTo>
                      <a:pt x="3774" y="8445"/>
                    </a:lnTo>
                    <a:lnTo>
                      <a:pt x="3964" y="8457"/>
                    </a:lnTo>
                    <a:lnTo>
                      <a:pt x="3982" y="8458"/>
                    </a:lnTo>
                    <a:lnTo>
                      <a:pt x="4168" y="8484"/>
                    </a:lnTo>
                    <a:lnTo>
                      <a:pt x="4188" y="8488"/>
                    </a:lnTo>
                    <a:lnTo>
                      <a:pt x="4373" y="8530"/>
                    </a:lnTo>
                    <a:lnTo>
                      <a:pt x="4387" y="8534"/>
                    </a:lnTo>
                    <a:lnTo>
                      <a:pt x="4567" y="8588"/>
                    </a:lnTo>
                    <a:lnTo>
                      <a:pt x="4577" y="8591"/>
                    </a:lnTo>
                    <a:lnTo>
                      <a:pt x="4749" y="8651"/>
                    </a:lnTo>
                    <a:lnTo>
                      <a:pt x="4755" y="8654"/>
                    </a:lnTo>
                    <a:lnTo>
                      <a:pt x="4916" y="8716"/>
                    </a:lnTo>
                    <a:lnTo>
                      <a:pt x="4918" y="8717"/>
                    </a:lnTo>
                    <a:lnTo>
                      <a:pt x="5064" y="8775"/>
                    </a:lnTo>
                    <a:lnTo>
                      <a:pt x="5078" y="8781"/>
                    </a:lnTo>
                    <a:lnTo>
                      <a:pt x="5091" y="8788"/>
                    </a:lnTo>
                    <a:lnTo>
                      <a:pt x="5225" y="8866"/>
                    </a:lnTo>
                    <a:lnTo>
                      <a:pt x="5239" y="8875"/>
                    </a:lnTo>
                    <a:lnTo>
                      <a:pt x="5251" y="8885"/>
                    </a:lnTo>
                    <a:lnTo>
                      <a:pt x="5379" y="8992"/>
                    </a:lnTo>
                    <a:lnTo>
                      <a:pt x="5385" y="8998"/>
                    </a:lnTo>
                    <a:lnTo>
                      <a:pt x="5439" y="9048"/>
                    </a:lnTo>
                    <a:lnTo>
                      <a:pt x="5440" y="8898"/>
                    </a:lnTo>
                    <a:lnTo>
                      <a:pt x="5422" y="8624"/>
                    </a:lnTo>
                    <a:lnTo>
                      <a:pt x="5394" y="8320"/>
                    </a:lnTo>
                    <a:lnTo>
                      <a:pt x="5364" y="8016"/>
                    </a:lnTo>
                    <a:lnTo>
                      <a:pt x="5364" y="8014"/>
                    </a:lnTo>
                    <a:lnTo>
                      <a:pt x="5341" y="7737"/>
                    </a:lnTo>
                    <a:lnTo>
                      <a:pt x="5341" y="7736"/>
                    </a:lnTo>
                    <a:lnTo>
                      <a:pt x="5322" y="7482"/>
                    </a:lnTo>
                    <a:lnTo>
                      <a:pt x="5300" y="7231"/>
                    </a:lnTo>
                    <a:lnTo>
                      <a:pt x="5276" y="6979"/>
                    </a:lnTo>
                    <a:lnTo>
                      <a:pt x="5252" y="6728"/>
                    </a:lnTo>
                    <a:lnTo>
                      <a:pt x="5227" y="6476"/>
                    </a:lnTo>
                    <a:lnTo>
                      <a:pt x="5227" y="6476"/>
                    </a:lnTo>
                    <a:lnTo>
                      <a:pt x="5203" y="6224"/>
                    </a:lnTo>
                    <a:lnTo>
                      <a:pt x="5203" y="6223"/>
                    </a:lnTo>
                    <a:lnTo>
                      <a:pt x="5181" y="5970"/>
                    </a:lnTo>
                    <a:lnTo>
                      <a:pt x="5181" y="5970"/>
                    </a:lnTo>
                    <a:lnTo>
                      <a:pt x="5160" y="5718"/>
                    </a:lnTo>
                    <a:lnTo>
                      <a:pt x="5139" y="5465"/>
                    </a:lnTo>
                    <a:lnTo>
                      <a:pt x="5117" y="5214"/>
                    </a:lnTo>
                    <a:lnTo>
                      <a:pt x="5093" y="4962"/>
                    </a:lnTo>
                    <a:lnTo>
                      <a:pt x="5066" y="4711"/>
                    </a:lnTo>
                    <a:lnTo>
                      <a:pt x="5038" y="4459"/>
                    </a:lnTo>
                    <a:lnTo>
                      <a:pt x="5008" y="4207"/>
                    </a:lnTo>
                    <a:lnTo>
                      <a:pt x="4976" y="3955"/>
                    </a:lnTo>
                    <a:lnTo>
                      <a:pt x="4942" y="3704"/>
                    </a:lnTo>
                    <a:lnTo>
                      <a:pt x="4904" y="3454"/>
                    </a:lnTo>
                    <a:lnTo>
                      <a:pt x="4861" y="3205"/>
                    </a:lnTo>
                    <a:lnTo>
                      <a:pt x="4814" y="2953"/>
                    </a:lnTo>
                    <a:lnTo>
                      <a:pt x="4762" y="2697"/>
                    </a:lnTo>
                    <a:lnTo>
                      <a:pt x="4706" y="2442"/>
                    </a:lnTo>
                    <a:lnTo>
                      <a:pt x="4647" y="2192"/>
                    </a:lnTo>
                    <a:lnTo>
                      <a:pt x="4585" y="1954"/>
                    </a:lnTo>
                    <a:lnTo>
                      <a:pt x="4521" y="1733"/>
                    </a:lnTo>
                    <a:lnTo>
                      <a:pt x="4454" y="1525"/>
                    </a:lnTo>
                    <a:lnTo>
                      <a:pt x="4382" y="1326"/>
                    </a:lnTo>
                    <a:lnTo>
                      <a:pt x="4307" y="1137"/>
                    </a:lnTo>
                    <a:lnTo>
                      <a:pt x="4231" y="961"/>
                    </a:lnTo>
                    <a:lnTo>
                      <a:pt x="4156" y="798"/>
                    </a:lnTo>
                    <a:lnTo>
                      <a:pt x="4084" y="653"/>
                    </a:lnTo>
                    <a:lnTo>
                      <a:pt x="4016" y="525"/>
                    </a:lnTo>
                    <a:lnTo>
                      <a:pt x="3954" y="415"/>
                    </a:lnTo>
                    <a:lnTo>
                      <a:pt x="3894" y="322"/>
                    </a:lnTo>
                    <a:lnTo>
                      <a:pt x="3835" y="244"/>
                    </a:lnTo>
                    <a:lnTo>
                      <a:pt x="3776" y="180"/>
                    </a:lnTo>
                    <a:lnTo>
                      <a:pt x="3713" y="125"/>
                    </a:lnTo>
                    <a:lnTo>
                      <a:pt x="3648" y="78"/>
                    </a:lnTo>
                    <a:lnTo>
                      <a:pt x="3589" y="43"/>
                    </a:lnTo>
                    <a:lnTo>
                      <a:pt x="3534" y="20"/>
                    </a:lnTo>
                    <a:lnTo>
                      <a:pt x="3476" y="6"/>
                    </a:lnTo>
                    <a:lnTo>
                      <a:pt x="3407" y="0"/>
                    </a:lnTo>
                    <a:lnTo>
                      <a:pt x="3318" y="3"/>
                    </a:lnTo>
                    <a:lnTo>
                      <a:pt x="3201" y="19"/>
                    </a:lnTo>
                    <a:lnTo>
                      <a:pt x="3059" y="51"/>
                    </a:lnTo>
                    <a:lnTo>
                      <a:pt x="2904" y="95"/>
                    </a:lnTo>
                    <a:lnTo>
                      <a:pt x="2742" y="150"/>
                    </a:lnTo>
                    <a:lnTo>
                      <a:pt x="2584" y="213"/>
                    </a:lnTo>
                    <a:lnTo>
                      <a:pt x="2437" y="283"/>
                    </a:lnTo>
                    <a:lnTo>
                      <a:pt x="2296" y="360"/>
                    </a:lnTo>
                    <a:lnTo>
                      <a:pt x="2155" y="448"/>
                    </a:lnTo>
                    <a:lnTo>
                      <a:pt x="2016" y="545"/>
                    </a:lnTo>
                    <a:lnTo>
                      <a:pt x="1881" y="650"/>
                    </a:lnTo>
                    <a:lnTo>
                      <a:pt x="1750" y="763"/>
                    </a:lnTo>
                    <a:lnTo>
                      <a:pt x="1624" y="883"/>
                    </a:lnTo>
                    <a:lnTo>
                      <a:pt x="1503" y="1010"/>
                    </a:lnTo>
                    <a:lnTo>
                      <a:pt x="1386" y="1145"/>
                    </a:lnTo>
                    <a:lnTo>
                      <a:pt x="1273" y="1289"/>
                    </a:lnTo>
                    <a:lnTo>
                      <a:pt x="1165" y="1440"/>
                    </a:lnTo>
                    <a:lnTo>
                      <a:pt x="1060" y="1597"/>
                    </a:lnTo>
                    <a:lnTo>
                      <a:pt x="960" y="1761"/>
                    </a:lnTo>
                    <a:lnTo>
                      <a:pt x="865" y="1932"/>
                    </a:lnTo>
                    <a:lnTo>
                      <a:pt x="773" y="2110"/>
                    </a:lnTo>
                    <a:lnTo>
                      <a:pt x="686" y="2295"/>
                    </a:lnTo>
                    <a:lnTo>
                      <a:pt x="604" y="2485"/>
                    </a:lnTo>
                    <a:lnTo>
                      <a:pt x="527" y="2680"/>
                    </a:lnTo>
                    <a:lnTo>
                      <a:pt x="457" y="2879"/>
                    </a:lnTo>
                    <a:lnTo>
                      <a:pt x="393" y="3082"/>
                    </a:lnTo>
                    <a:lnTo>
                      <a:pt x="335" y="3292"/>
                    </a:lnTo>
                    <a:lnTo>
                      <a:pt x="282" y="3506"/>
                    </a:lnTo>
                    <a:lnTo>
                      <a:pt x="234" y="3725"/>
                    </a:lnTo>
                    <a:lnTo>
                      <a:pt x="191" y="3946"/>
                    </a:lnTo>
                    <a:lnTo>
                      <a:pt x="152" y="4167"/>
                    </a:lnTo>
                    <a:lnTo>
                      <a:pt x="118" y="4390"/>
                    </a:lnTo>
                    <a:lnTo>
                      <a:pt x="90" y="4615"/>
                    </a:lnTo>
                    <a:lnTo>
                      <a:pt x="65" y="4843"/>
                    </a:lnTo>
                    <a:lnTo>
                      <a:pt x="46" y="5072"/>
                    </a:lnTo>
                    <a:lnTo>
                      <a:pt x="29" y="5301"/>
                    </a:lnTo>
                    <a:lnTo>
                      <a:pt x="17" y="5530"/>
                    </a:lnTo>
                    <a:lnTo>
                      <a:pt x="7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7" y="6671"/>
                    </a:lnTo>
                    <a:lnTo>
                      <a:pt x="17" y="6894"/>
                    </a:lnTo>
                    <a:lnTo>
                      <a:pt x="31" y="7117"/>
                    </a:lnTo>
                    <a:lnTo>
                      <a:pt x="49" y="7340"/>
                    </a:lnTo>
                    <a:lnTo>
                      <a:pt x="72" y="7561"/>
                    </a:lnTo>
                    <a:lnTo>
                      <a:pt x="97" y="7779"/>
                    </a:lnTo>
                    <a:lnTo>
                      <a:pt x="124" y="7989"/>
                    </a:lnTo>
                    <a:lnTo>
                      <a:pt x="153" y="8191"/>
                    </a:lnTo>
                    <a:lnTo>
                      <a:pt x="182" y="8382"/>
                    </a:lnTo>
                    <a:lnTo>
                      <a:pt x="214" y="8567"/>
                    </a:lnTo>
                    <a:lnTo>
                      <a:pt x="248" y="8745"/>
                    </a:lnTo>
                    <a:lnTo>
                      <a:pt x="284" y="8916"/>
                    </a:lnTo>
                    <a:lnTo>
                      <a:pt x="320" y="9081"/>
                    </a:lnTo>
                    <a:lnTo>
                      <a:pt x="357" y="9241"/>
                    </a:lnTo>
                    <a:lnTo>
                      <a:pt x="394" y="9402"/>
                    </a:lnTo>
                    <a:lnTo>
                      <a:pt x="432" y="9563"/>
                    </a:lnTo>
                    <a:lnTo>
                      <a:pt x="470" y="9716"/>
                    </a:lnTo>
                    <a:lnTo>
                      <a:pt x="508" y="9851"/>
                    </a:lnTo>
                    <a:lnTo>
                      <a:pt x="546" y="9958"/>
                    </a:lnTo>
                    <a:lnTo>
                      <a:pt x="567" y="10000"/>
                    </a:lnTo>
                    <a:lnTo>
                      <a:pt x="592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2" name="Forma 91"/>
              <p:cNvSpPr/>
              <p:nvPr/>
            </p:nvSpPr>
            <p:spPr>
              <a:xfrm>
                <a:off x="6776953" y="1640949"/>
                <a:ext cx="433091" cy="724496"/>
              </a:xfrm>
              <a:custGeom>
                <a:avLst/>
                <a:gdLst/>
                <a:ahLst/>
                <a:cxnLst/>
                <a:rect l="0" t="0" r="r" b="b"/>
                <a:pathLst>
                  <a:path w="1578" h="2685" fill="none">
                    <a:moveTo>
                      <a:pt x="1578" y="1265"/>
                    </a:moveTo>
                    <a:lnTo>
                      <a:pt x="1159" y="1084"/>
                    </a:lnTo>
                    <a:lnTo>
                      <a:pt x="644" y="774"/>
                    </a:lnTo>
                    <a:lnTo>
                      <a:pt x="354" y="464"/>
                    </a:lnTo>
                  </a:path>
                  <a:path w="1578" h="2685" fill="none">
                    <a:moveTo>
                      <a:pt x="1159" y="1084"/>
                    </a:moveTo>
                    <a:lnTo>
                      <a:pt x="966" y="619"/>
                    </a:lnTo>
                    <a:lnTo>
                      <a:pt x="869" y="103"/>
                    </a:lnTo>
                  </a:path>
                  <a:path w="1578" h="2685" fill="none">
                    <a:moveTo>
                      <a:pt x="1578" y="1265"/>
                    </a:moveTo>
                    <a:lnTo>
                      <a:pt x="966" y="1342"/>
                    </a:lnTo>
                    <a:lnTo>
                      <a:pt x="322" y="1342"/>
                    </a:lnTo>
                    <a:lnTo>
                      <a:pt x="0" y="1394"/>
                    </a:lnTo>
                  </a:path>
                  <a:path w="1578" h="2685" fill="none">
                    <a:moveTo>
                      <a:pt x="966" y="1342"/>
                    </a:moveTo>
                    <a:lnTo>
                      <a:pt x="515" y="1704"/>
                    </a:lnTo>
                    <a:lnTo>
                      <a:pt x="161" y="2014"/>
                    </a:lnTo>
                  </a:path>
                  <a:path w="1578" h="2685" fill="none">
                    <a:moveTo>
                      <a:pt x="1578" y="1265"/>
                    </a:moveTo>
                    <a:lnTo>
                      <a:pt x="1159" y="1704"/>
                    </a:lnTo>
                    <a:lnTo>
                      <a:pt x="773" y="2220"/>
                    </a:lnTo>
                    <a:lnTo>
                      <a:pt x="418" y="2634"/>
                    </a:lnTo>
                  </a:path>
                  <a:path w="1578" h="2685" fill="none">
                    <a:moveTo>
                      <a:pt x="1159" y="1704"/>
                    </a:moveTo>
                    <a:lnTo>
                      <a:pt x="1353" y="2220"/>
                    </a:lnTo>
                    <a:lnTo>
                      <a:pt x="1159" y="2685"/>
                    </a:lnTo>
                  </a:path>
                  <a:path w="1578" h="2685" fill="none">
                    <a:moveTo>
                      <a:pt x="773" y="2220"/>
                    </a:moveTo>
                    <a:lnTo>
                      <a:pt x="257" y="2479"/>
                    </a:lnTo>
                    <a:lnTo>
                      <a:pt x="0" y="2634"/>
                    </a:lnTo>
                  </a:path>
                  <a:path w="1578" h="2685" fill="none">
                    <a:moveTo>
                      <a:pt x="644" y="774"/>
                    </a:moveTo>
                    <a:lnTo>
                      <a:pt x="193" y="878"/>
                    </a:lnTo>
                    <a:lnTo>
                      <a:pt x="2" y="992"/>
                    </a:lnTo>
                  </a:path>
                  <a:path w="1578" h="2685" fill="none">
                    <a:moveTo>
                      <a:pt x="966" y="619"/>
                    </a:moveTo>
                    <a:lnTo>
                      <a:pt x="579" y="309"/>
                    </a:lnTo>
                  </a:path>
                  <a:path w="1578" h="2685" fill="none">
                    <a:moveTo>
                      <a:pt x="515" y="1704"/>
                    </a:moveTo>
                    <a:lnTo>
                      <a:pt x="579" y="2066"/>
                    </a:lnTo>
                    <a:lnTo>
                      <a:pt x="386" y="2427"/>
                    </a:lnTo>
                  </a:path>
                  <a:path w="1578" h="2685" fill="none">
                    <a:moveTo>
                      <a:pt x="1578" y="1265"/>
                    </a:moveTo>
                    <a:lnTo>
                      <a:pt x="1482" y="878"/>
                    </a:lnTo>
                    <a:lnTo>
                      <a:pt x="1288" y="464"/>
                    </a:lnTo>
                    <a:lnTo>
                      <a:pt x="1159" y="0"/>
                    </a:lnTo>
                  </a:path>
                  <a:path w="1578" h="2685" fill="none">
                    <a:moveTo>
                      <a:pt x="322" y="1342"/>
                    </a:moveTo>
                    <a:lnTo>
                      <a:pt x="128" y="165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3" name="Forma 92"/>
              <p:cNvSpPr/>
              <p:nvPr/>
            </p:nvSpPr>
            <p:spPr>
              <a:xfrm>
                <a:off x="6749772" y="1982298"/>
                <a:ext cx="469110" cy="422732"/>
              </a:xfrm>
              <a:custGeom>
                <a:avLst/>
                <a:gdLst/>
                <a:ahLst/>
                <a:cxnLst/>
                <a:rect l="0" t="0" r="r" b="b"/>
                <a:pathLst>
                  <a:path w="1710" h="1567" fill="none">
                    <a:moveTo>
                      <a:pt x="0" y="85"/>
                    </a:moveTo>
                    <a:lnTo>
                      <a:pt x="115" y="94"/>
                    </a:lnTo>
                    <a:lnTo>
                      <a:pt x="265" y="106"/>
                    </a:lnTo>
                    <a:lnTo>
                      <a:pt x="417" y="115"/>
                    </a:lnTo>
                    <a:lnTo>
                      <a:pt x="550" y="118"/>
                    </a:lnTo>
                    <a:lnTo>
                      <a:pt x="660" y="116"/>
                    </a:lnTo>
                    <a:lnTo>
                      <a:pt x="760" y="109"/>
                    </a:lnTo>
                    <a:lnTo>
                      <a:pt x="857" y="100"/>
                    </a:lnTo>
                    <a:lnTo>
                      <a:pt x="956" y="89"/>
                    </a:lnTo>
                    <a:lnTo>
                      <a:pt x="1065" y="77"/>
                    </a:lnTo>
                    <a:lnTo>
                      <a:pt x="1196" y="63"/>
                    </a:lnTo>
                    <a:lnTo>
                      <a:pt x="1345" y="45"/>
                    </a:lnTo>
                    <a:lnTo>
                      <a:pt x="1492" y="27"/>
                    </a:lnTo>
                    <a:lnTo>
                      <a:pt x="1620" y="11"/>
                    </a:lnTo>
                    <a:lnTo>
                      <a:pt x="1710" y="0"/>
                    </a:lnTo>
                  </a:path>
                  <a:path w="1710" h="1567" fill="none">
                    <a:moveTo>
                      <a:pt x="43" y="1567"/>
                    </a:moveTo>
                    <a:lnTo>
                      <a:pt x="113" y="1498"/>
                    </a:lnTo>
                    <a:lnTo>
                      <a:pt x="224" y="1388"/>
                    </a:lnTo>
                    <a:lnTo>
                      <a:pt x="354" y="1261"/>
                    </a:lnTo>
                    <a:lnTo>
                      <a:pt x="489" y="1129"/>
                    </a:lnTo>
                    <a:lnTo>
                      <a:pt x="614" y="1007"/>
                    </a:lnTo>
                    <a:lnTo>
                      <a:pt x="731" y="890"/>
                    </a:lnTo>
                    <a:lnTo>
                      <a:pt x="849" y="770"/>
                    </a:lnTo>
                    <a:lnTo>
                      <a:pt x="967" y="651"/>
                    </a:lnTo>
                    <a:lnTo>
                      <a:pt x="1082" y="539"/>
                    </a:lnTo>
                    <a:lnTo>
                      <a:pt x="1194" y="439"/>
                    </a:lnTo>
                    <a:lnTo>
                      <a:pt x="1310" y="347"/>
                    </a:lnTo>
                    <a:lnTo>
                      <a:pt x="1430" y="262"/>
                    </a:lnTo>
                    <a:lnTo>
                      <a:pt x="1544" y="186"/>
                    </a:lnTo>
                    <a:lnTo>
                      <a:pt x="1641" y="123"/>
                    </a:lnTo>
                    <a:lnTo>
                      <a:pt x="1710" y="77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4" name="PleuraVisceralD_3"/>
            <p:cNvSpPr/>
            <p:nvPr/>
          </p:nvSpPr>
          <p:spPr>
            <a:xfrm>
              <a:off x="6734528" y="1541630"/>
              <a:ext cx="559971" cy="1012045"/>
            </a:xfrm>
            <a:custGeom>
              <a:avLst/>
              <a:gdLst/>
              <a:ahLst/>
              <a:cxnLst/>
              <a:rect l="0" t="0" r="r" b="b"/>
              <a:pathLst>
                <a:path w="2041" h="3751" fill="none">
                  <a:moveTo>
                    <a:pt x="222" y="3745"/>
                  </a:moveTo>
                  <a:lnTo>
                    <a:pt x="254" y="3719"/>
                  </a:lnTo>
                  <a:lnTo>
                    <a:pt x="293" y="3679"/>
                  </a:lnTo>
                  <a:lnTo>
                    <a:pt x="340" y="3628"/>
                  </a:lnTo>
                  <a:lnTo>
                    <a:pt x="340" y="3628"/>
                  </a:lnTo>
                  <a:lnTo>
                    <a:pt x="393" y="3574"/>
                  </a:lnTo>
                  <a:lnTo>
                    <a:pt x="395" y="3571"/>
                  </a:lnTo>
                  <a:lnTo>
                    <a:pt x="452" y="3518"/>
                  </a:lnTo>
                  <a:lnTo>
                    <a:pt x="456" y="3514"/>
                  </a:lnTo>
                  <a:lnTo>
                    <a:pt x="517" y="3467"/>
                  </a:lnTo>
                  <a:lnTo>
                    <a:pt x="522" y="3464"/>
                  </a:lnTo>
                  <a:lnTo>
                    <a:pt x="590" y="3420"/>
                  </a:lnTo>
                  <a:lnTo>
                    <a:pt x="592" y="3418"/>
                  </a:lnTo>
                  <a:lnTo>
                    <a:pt x="667" y="3373"/>
                  </a:lnTo>
                  <a:lnTo>
                    <a:pt x="669" y="3372"/>
                  </a:lnTo>
                  <a:lnTo>
                    <a:pt x="749" y="3328"/>
                  </a:lnTo>
                  <a:lnTo>
                    <a:pt x="751" y="3326"/>
                  </a:lnTo>
                  <a:lnTo>
                    <a:pt x="833" y="3285"/>
                  </a:lnTo>
                  <a:lnTo>
                    <a:pt x="837" y="3284"/>
                  </a:lnTo>
                  <a:lnTo>
                    <a:pt x="918" y="3248"/>
                  </a:lnTo>
                  <a:lnTo>
                    <a:pt x="923" y="3246"/>
                  </a:lnTo>
                  <a:lnTo>
                    <a:pt x="1002" y="3218"/>
                  </a:lnTo>
                  <a:lnTo>
                    <a:pt x="1009" y="3216"/>
                  </a:lnTo>
                  <a:lnTo>
                    <a:pt x="1085" y="3196"/>
                  </a:lnTo>
                  <a:lnTo>
                    <a:pt x="1092" y="3195"/>
                  </a:lnTo>
                  <a:lnTo>
                    <a:pt x="1169" y="3181"/>
                  </a:lnTo>
                  <a:lnTo>
                    <a:pt x="1174" y="3180"/>
                  </a:lnTo>
                  <a:lnTo>
                    <a:pt x="1251" y="3172"/>
                  </a:lnTo>
                  <a:lnTo>
                    <a:pt x="1257" y="3171"/>
                  </a:lnTo>
                  <a:lnTo>
                    <a:pt x="1332" y="3167"/>
                  </a:lnTo>
                  <a:lnTo>
                    <a:pt x="1337" y="3167"/>
                  </a:lnTo>
                  <a:lnTo>
                    <a:pt x="1411" y="3168"/>
                  </a:lnTo>
                  <a:lnTo>
                    <a:pt x="1416" y="3168"/>
                  </a:lnTo>
                  <a:lnTo>
                    <a:pt x="1487" y="3172"/>
                  </a:lnTo>
                  <a:lnTo>
                    <a:pt x="1494" y="3173"/>
                  </a:lnTo>
                  <a:lnTo>
                    <a:pt x="1564" y="3183"/>
                  </a:lnTo>
                  <a:lnTo>
                    <a:pt x="1571" y="3184"/>
                  </a:lnTo>
                  <a:lnTo>
                    <a:pt x="1640" y="3200"/>
                  </a:lnTo>
                  <a:lnTo>
                    <a:pt x="1646" y="3202"/>
                  </a:lnTo>
                  <a:lnTo>
                    <a:pt x="1713" y="3222"/>
                  </a:lnTo>
                  <a:lnTo>
                    <a:pt x="1717" y="3223"/>
                  </a:lnTo>
                  <a:lnTo>
                    <a:pt x="1782" y="3246"/>
                  </a:lnTo>
                  <a:lnTo>
                    <a:pt x="1784" y="3246"/>
                  </a:lnTo>
                  <a:lnTo>
                    <a:pt x="1844" y="3270"/>
                  </a:lnTo>
                  <a:lnTo>
                    <a:pt x="1845" y="3270"/>
                  </a:lnTo>
                  <a:lnTo>
                    <a:pt x="1900" y="3292"/>
                  </a:lnTo>
                  <a:lnTo>
                    <a:pt x="1905" y="3294"/>
                  </a:lnTo>
                  <a:lnTo>
                    <a:pt x="1910" y="3297"/>
                  </a:lnTo>
                  <a:lnTo>
                    <a:pt x="1960" y="3326"/>
                  </a:lnTo>
                  <a:lnTo>
                    <a:pt x="1966" y="3329"/>
                  </a:lnTo>
                  <a:lnTo>
                    <a:pt x="1970" y="3333"/>
                  </a:lnTo>
                  <a:lnTo>
                    <a:pt x="2018" y="3373"/>
                  </a:lnTo>
                  <a:lnTo>
                    <a:pt x="2020" y="3375"/>
                  </a:lnTo>
                  <a:lnTo>
                    <a:pt x="2040" y="3394"/>
                  </a:lnTo>
                  <a:lnTo>
                    <a:pt x="2041" y="3338"/>
                  </a:lnTo>
                  <a:lnTo>
                    <a:pt x="2034" y="3235"/>
                  </a:lnTo>
                  <a:lnTo>
                    <a:pt x="2024" y="3121"/>
                  </a:lnTo>
                  <a:lnTo>
                    <a:pt x="2013" y="3007"/>
                  </a:lnTo>
                  <a:lnTo>
                    <a:pt x="2013" y="3006"/>
                  </a:lnTo>
                  <a:lnTo>
                    <a:pt x="2004" y="2902"/>
                  </a:lnTo>
                  <a:lnTo>
                    <a:pt x="2004" y="2902"/>
                  </a:lnTo>
                  <a:lnTo>
                    <a:pt x="1997" y="2807"/>
                  </a:lnTo>
                  <a:lnTo>
                    <a:pt x="1988" y="2713"/>
                  </a:lnTo>
                  <a:lnTo>
                    <a:pt x="1980" y="2618"/>
                  </a:lnTo>
                  <a:lnTo>
                    <a:pt x="1970" y="2524"/>
                  </a:lnTo>
                  <a:lnTo>
                    <a:pt x="1961" y="2429"/>
                  </a:lnTo>
                  <a:lnTo>
                    <a:pt x="1961" y="2429"/>
                  </a:lnTo>
                  <a:lnTo>
                    <a:pt x="1952" y="2335"/>
                  </a:lnTo>
                  <a:lnTo>
                    <a:pt x="1952" y="2334"/>
                  </a:lnTo>
                  <a:lnTo>
                    <a:pt x="1944" y="2240"/>
                  </a:lnTo>
                  <a:lnTo>
                    <a:pt x="1944" y="2240"/>
                  </a:lnTo>
                  <a:lnTo>
                    <a:pt x="1936" y="2145"/>
                  </a:lnTo>
                  <a:lnTo>
                    <a:pt x="1928" y="2050"/>
                  </a:lnTo>
                  <a:lnTo>
                    <a:pt x="1920" y="1956"/>
                  </a:lnTo>
                  <a:lnTo>
                    <a:pt x="1911" y="1862"/>
                  </a:lnTo>
                  <a:lnTo>
                    <a:pt x="1901" y="1767"/>
                  </a:lnTo>
                  <a:lnTo>
                    <a:pt x="1890" y="1673"/>
                  </a:lnTo>
                  <a:lnTo>
                    <a:pt x="1879" y="1578"/>
                  </a:lnTo>
                  <a:lnTo>
                    <a:pt x="1867" y="1483"/>
                  </a:lnTo>
                  <a:lnTo>
                    <a:pt x="1854" y="1389"/>
                  </a:lnTo>
                  <a:lnTo>
                    <a:pt x="1840" y="1296"/>
                  </a:lnTo>
                  <a:lnTo>
                    <a:pt x="1824" y="1202"/>
                  </a:lnTo>
                  <a:lnTo>
                    <a:pt x="1806" y="1108"/>
                  </a:lnTo>
                  <a:lnTo>
                    <a:pt x="1786" y="1012"/>
                  </a:lnTo>
                  <a:lnTo>
                    <a:pt x="1765" y="916"/>
                  </a:lnTo>
                  <a:lnTo>
                    <a:pt x="1743" y="822"/>
                  </a:lnTo>
                  <a:lnTo>
                    <a:pt x="1720" y="733"/>
                  </a:lnTo>
                  <a:lnTo>
                    <a:pt x="1696" y="650"/>
                  </a:lnTo>
                  <a:lnTo>
                    <a:pt x="1671" y="572"/>
                  </a:lnTo>
                  <a:lnTo>
                    <a:pt x="1644" y="497"/>
                  </a:lnTo>
                  <a:lnTo>
                    <a:pt x="1616" y="426"/>
                  </a:lnTo>
                  <a:lnTo>
                    <a:pt x="1587" y="360"/>
                  </a:lnTo>
                  <a:lnTo>
                    <a:pt x="1559" y="299"/>
                  </a:lnTo>
                  <a:lnTo>
                    <a:pt x="1532" y="245"/>
                  </a:lnTo>
                  <a:lnTo>
                    <a:pt x="1507" y="197"/>
                  </a:lnTo>
                  <a:lnTo>
                    <a:pt x="1483" y="155"/>
                  </a:lnTo>
                  <a:lnTo>
                    <a:pt x="1461" y="120"/>
                  </a:lnTo>
                  <a:lnTo>
                    <a:pt x="1439" y="91"/>
                  </a:lnTo>
                  <a:lnTo>
                    <a:pt x="1417" y="67"/>
                  </a:lnTo>
                  <a:lnTo>
                    <a:pt x="1393" y="47"/>
                  </a:lnTo>
                  <a:lnTo>
                    <a:pt x="1369" y="29"/>
                  </a:lnTo>
                  <a:lnTo>
                    <a:pt x="1346" y="16"/>
                  </a:lnTo>
                  <a:lnTo>
                    <a:pt x="1326" y="7"/>
                  </a:lnTo>
                  <a:lnTo>
                    <a:pt x="1304" y="2"/>
                  </a:lnTo>
                  <a:lnTo>
                    <a:pt x="1278" y="0"/>
                  </a:lnTo>
                  <a:lnTo>
                    <a:pt x="1245" y="1"/>
                  </a:lnTo>
                  <a:lnTo>
                    <a:pt x="1201" y="7"/>
                  </a:lnTo>
                  <a:lnTo>
                    <a:pt x="1148" y="19"/>
                  </a:lnTo>
                  <a:lnTo>
                    <a:pt x="1089" y="35"/>
                  </a:lnTo>
                  <a:lnTo>
                    <a:pt x="1029" y="56"/>
                  </a:lnTo>
                  <a:lnTo>
                    <a:pt x="969" y="80"/>
                  </a:lnTo>
                  <a:lnTo>
                    <a:pt x="914" y="106"/>
                  </a:lnTo>
                  <a:lnTo>
                    <a:pt x="861" y="135"/>
                  </a:lnTo>
                  <a:lnTo>
                    <a:pt x="808" y="168"/>
                  </a:lnTo>
                  <a:lnTo>
                    <a:pt x="756" y="204"/>
                  </a:lnTo>
                  <a:lnTo>
                    <a:pt x="706" y="244"/>
                  </a:lnTo>
                  <a:lnTo>
                    <a:pt x="656" y="286"/>
                  </a:lnTo>
                  <a:lnTo>
                    <a:pt x="609" y="331"/>
                  </a:lnTo>
                  <a:lnTo>
                    <a:pt x="564" y="379"/>
                  </a:lnTo>
                  <a:lnTo>
                    <a:pt x="520" y="429"/>
                  </a:lnTo>
                  <a:lnTo>
                    <a:pt x="477" y="483"/>
                  </a:lnTo>
                  <a:lnTo>
                    <a:pt x="437" y="540"/>
                  </a:lnTo>
                  <a:lnTo>
                    <a:pt x="398" y="599"/>
                  </a:lnTo>
                  <a:lnTo>
                    <a:pt x="360" y="660"/>
                  </a:lnTo>
                  <a:lnTo>
                    <a:pt x="324" y="724"/>
                  </a:lnTo>
                  <a:lnTo>
                    <a:pt x="290" y="791"/>
                  </a:lnTo>
                  <a:lnTo>
                    <a:pt x="257" y="861"/>
                  </a:lnTo>
                  <a:lnTo>
                    <a:pt x="226" y="932"/>
                  </a:lnTo>
                  <a:lnTo>
                    <a:pt x="198" y="1005"/>
                  </a:lnTo>
                  <a:lnTo>
                    <a:pt x="171" y="1080"/>
                  </a:lnTo>
                  <a:lnTo>
                    <a:pt x="147" y="1156"/>
                  </a:lnTo>
                  <a:lnTo>
                    <a:pt x="125" y="1235"/>
                  </a:lnTo>
                  <a:lnTo>
                    <a:pt x="105" y="1315"/>
                  </a:lnTo>
                  <a:lnTo>
                    <a:pt x="88" y="1397"/>
                  </a:lnTo>
                  <a:lnTo>
                    <a:pt x="71" y="1480"/>
                  </a:lnTo>
                  <a:lnTo>
                    <a:pt x="57" y="1563"/>
                  </a:lnTo>
                  <a:lnTo>
                    <a:pt x="44" y="1647"/>
                  </a:lnTo>
                  <a:lnTo>
                    <a:pt x="33" y="1731"/>
                  </a:lnTo>
                  <a:lnTo>
                    <a:pt x="24" y="1817"/>
                  </a:lnTo>
                  <a:lnTo>
                    <a:pt x="17" y="1903"/>
                  </a:lnTo>
                  <a:lnTo>
                    <a:pt x="11" y="1989"/>
                  </a:lnTo>
                  <a:lnTo>
                    <a:pt x="6" y="2074"/>
                  </a:lnTo>
                  <a:lnTo>
                    <a:pt x="2" y="2160"/>
                  </a:lnTo>
                  <a:lnTo>
                    <a:pt x="0" y="2246"/>
                  </a:lnTo>
                  <a:lnTo>
                    <a:pt x="0" y="2332"/>
                  </a:lnTo>
                  <a:lnTo>
                    <a:pt x="0" y="2418"/>
                  </a:lnTo>
                  <a:lnTo>
                    <a:pt x="2" y="2503"/>
                  </a:lnTo>
                  <a:lnTo>
                    <a:pt x="6" y="2586"/>
                  </a:lnTo>
                  <a:lnTo>
                    <a:pt x="11" y="2670"/>
                  </a:lnTo>
                  <a:lnTo>
                    <a:pt x="18" y="2753"/>
                  </a:lnTo>
                  <a:lnTo>
                    <a:pt x="27" y="2836"/>
                  </a:lnTo>
                  <a:lnTo>
                    <a:pt x="36" y="2918"/>
                  </a:lnTo>
                  <a:lnTo>
                    <a:pt x="46" y="2997"/>
                  </a:lnTo>
                  <a:lnTo>
                    <a:pt x="57" y="3073"/>
                  </a:lnTo>
                  <a:lnTo>
                    <a:pt x="68" y="3145"/>
                  </a:lnTo>
                  <a:lnTo>
                    <a:pt x="80" y="3214"/>
                  </a:lnTo>
                  <a:lnTo>
                    <a:pt x="93" y="3281"/>
                  </a:lnTo>
                  <a:lnTo>
                    <a:pt x="106" y="3345"/>
                  </a:lnTo>
                  <a:lnTo>
                    <a:pt x="120" y="3407"/>
                  </a:lnTo>
                  <a:lnTo>
                    <a:pt x="134" y="3467"/>
                  </a:lnTo>
                  <a:lnTo>
                    <a:pt x="148" y="3527"/>
                  </a:lnTo>
                  <a:lnTo>
                    <a:pt x="162" y="3588"/>
                  </a:lnTo>
                  <a:lnTo>
                    <a:pt x="176" y="3645"/>
                  </a:lnTo>
                  <a:lnTo>
                    <a:pt x="190" y="3696"/>
                  </a:lnTo>
                  <a:lnTo>
                    <a:pt x="205" y="3736"/>
                  </a:lnTo>
                  <a:lnTo>
                    <a:pt x="213" y="3751"/>
                  </a:lnTo>
                  <a:lnTo>
                    <a:pt x="222" y="374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5" name="PulmonIzquierdo_3"/>
            <p:cNvGrpSpPr/>
            <p:nvPr/>
          </p:nvGrpSpPr>
          <p:grpSpPr>
            <a:xfrm>
              <a:off x="7714631" y="1288580"/>
              <a:ext cx="809405" cy="2024231"/>
              <a:chOff x="7714631" y="1288580"/>
              <a:chExt cx="809405" cy="2024231"/>
            </a:xfrm>
          </p:grpSpPr>
          <p:sp>
            <p:nvSpPr>
              <p:cNvPr id="96" name="Forma 95"/>
              <p:cNvSpPr/>
              <p:nvPr/>
            </p:nvSpPr>
            <p:spPr>
              <a:xfrm>
                <a:off x="771463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7" name="Forma 96"/>
              <p:cNvSpPr/>
              <p:nvPr/>
            </p:nvSpPr>
            <p:spPr>
              <a:xfrm>
                <a:off x="778611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8" name="Forma 97"/>
              <p:cNvSpPr/>
              <p:nvPr/>
            </p:nvSpPr>
            <p:spPr>
              <a:xfrm>
                <a:off x="779434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9" name="PleuraVisceralI_3"/>
            <p:cNvSpPr/>
            <p:nvPr/>
          </p:nvSpPr>
          <p:spPr>
            <a:xfrm>
              <a:off x="771463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0" name="PleuraPariet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1" name="PleuraPariet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2" name="VenaCavaSup_3"/>
            <p:cNvSpPr/>
            <p:nvPr/>
          </p:nvSpPr>
          <p:spPr>
            <a:xfrm>
              <a:off x="733624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3" name="VenaCavaInf_3"/>
            <p:cNvSpPr/>
            <p:nvPr/>
          </p:nvSpPr>
          <p:spPr>
            <a:xfrm>
              <a:off x="736094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4" name="Corazon_3"/>
            <p:cNvGrpSpPr/>
            <p:nvPr/>
          </p:nvGrpSpPr>
          <p:grpSpPr>
            <a:xfrm>
              <a:off x="7350150" y="2336478"/>
              <a:ext cx="729488" cy="763630"/>
              <a:chOff x="7350150" y="2336478"/>
              <a:chExt cx="729488" cy="763630"/>
            </a:xfrm>
          </p:grpSpPr>
          <p:sp>
            <p:nvSpPr>
              <p:cNvPr id="105" name="Forma 104"/>
              <p:cNvSpPr/>
              <p:nvPr/>
            </p:nvSpPr>
            <p:spPr>
              <a:xfrm>
                <a:off x="735015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6" name="Forma 105"/>
              <p:cNvSpPr/>
              <p:nvPr/>
            </p:nvSpPr>
            <p:spPr>
              <a:xfrm>
                <a:off x="773125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7" name="Diafragma_3"/>
            <p:cNvSpPr/>
            <p:nvPr/>
          </p:nvSpPr>
          <p:spPr>
            <a:xfrm>
              <a:off x="649681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08" name="Clavículas_3"/>
            <p:cNvGrpSpPr/>
            <p:nvPr/>
          </p:nvGrpSpPr>
          <p:grpSpPr>
            <a:xfrm>
              <a:off x="6675120" y="1130198"/>
              <a:ext cx="1645920" cy="107899"/>
              <a:chOff x="6675120" y="1130198"/>
              <a:chExt cx="1645920" cy="107899"/>
            </a:xfrm>
          </p:grpSpPr>
          <p:sp>
            <p:nvSpPr>
              <p:cNvPr id="109" name="Forma 108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0" name="Forma 109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1" name="Forma 110"/>
            <p:cNvSpPr/>
            <p:nvPr/>
          </p:nvSpPr>
          <p:spPr>
            <a:xfrm>
              <a:off x="6126480" y="3703320"/>
              <a:ext cx="2743200" cy="502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Hidroneumotórax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612648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que ingresa con evacuación incompleta.</a:t>
              </a:r>
              <a:endParaRPr lang="es-AR" sz="1650" dirty="0">
                <a:latin typeface="Mali"/>
              </a:endParaRPr>
            </a:p>
          </p:txBody>
        </p:sp>
      </p:grpSp>
      <p:grpSp>
        <p:nvGrpSpPr>
          <p:cNvPr id="113" name="Complicación Edema de reexpansión"/>
          <p:cNvGrpSpPr/>
          <p:nvPr/>
        </p:nvGrpSpPr>
        <p:grpSpPr>
          <a:xfrm>
            <a:off x="9052560" y="1022299"/>
            <a:ext cx="2743200" cy="4006901"/>
            <a:chOff x="9052560" y="1022299"/>
            <a:chExt cx="2743200" cy="4006901"/>
          </a:xfrm>
        </p:grpSpPr>
        <p:sp>
          <p:nvSpPr>
            <p:cNvPr id="114" name="ParedToracica_4"/>
            <p:cNvSpPr/>
            <p:nvPr/>
          </p:nvSpPr>
          <p:spPr>
            <a:xfrm>
              <a:off x="916777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5" name="Mediastino_4"/>
            <p:cNvSpPr/>
            <p:nvPr/>
          </p:nvSpPr>
          <p:spPr>
            <a:xfrm>
              <a:off x="995781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16" name="Costillas_4"/>
            <p:cNvGrpSpPr/>
            <p:nvPr/>
          </p:nvGrpSpPr>
          <p:grpSpPr>
            <a:xfrm>
              <a:off x="9217152" y="1238098"/>
              <a:ext cx="2414016" cy="2222724"/>
              <a:chOff x="9217152" y="1238098"/>
              <a:chExt cx="2414016" cy="2222724"/>
            </a:xfrm>
          </p:grpSpPr>
          <p:sp>
            <p:nvSpPr>
              <p:cNvPr id="117" name="Forma 116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18" name="Forma 117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9" name="EspacioPleuralD_4"/>
            <p:cNvSpPr/>
            <p:nvPr/>
          </p:nvSpPr>
          <p:spPr>
            <a:xfrm>
              <a:off x="936802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0" name="EspacioPleuralI_4"/>
            <p:cNvSpPr/>
            <p:nvPr/>
          </p:nvSpPr>
          <p:spPr>
            <a:xfrm>
              <a:off x="1061053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1" name="Aorta_4"/>
            <p:cNvSpPr/>
            <p:nvPr/>
          </p:nvSpPr>
          <p:spPr>
            <a:xfrm>
              <a:off x="1042900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22" name="Traquea_4"/>
            <p:cNvGrpSpPr/>
            <p:nvPr/>
          </p:nvGrpSpPr>
          <p:grpSpPr>
            <a:xfrm>
              <a:off x="10097732" y="1022299"/>
              <a:ext cx="652856" cy="1157207"/>
              <a:chOff x="10097732" y="1022299"/>
              <a:chExt cx="652856" cy="1157207"/>
            </a:xfrm>
          </p:grpSpPr>
          <p:sp>
            <p:nvSpPr>
              <p:cNvPr id="123" name="Forma 122"/>
              <p:cNvSpPr/>
              <p:nvPr/>
            </p:nvSpPr>
            <p:spPr>
              <a:xfrm>
                <a:off x="1009773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24" name="Forma 123"/>
              <p:cNvSpPr/>
              <p:nvPr/>
            </p:nvSpPr>
            <p:spPr>
              <a:xfrm>
                <a:off x="1037478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25" name="PulmonDerecho_4"/>
            <p:cNvGrpSpPr/>
            <p:nvPr/>
          </p:nvGrpSpPr>
          <p:grpSpPr>
            <a:xfrm>
              <a:off x="9398204" y="1288580"/>
              <a:ext cx="868980" cy="1959410"/>
              <a:chOff x="9398204" y="1288580"/>
              <a:chExt cx="868980" cy="1959410"/>
            </a:xfrm>
          </p:grpSpPr>
          <p:sp>
            <p:nvSpPr>
              <p:cNvPr id="126" name="Forma 125"/>
              <p:cNvSpPr/>
              <p:nvPr/>
            </p:nvSpPr>
            <p:spPr>
              <a:xfrm>
                <a:off x="9398204" y="1288580"/>
                <a:ext cx="868980" cy="1959410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CA7AF"/>
                  </a:gs>
                  <a:gs pos="55000">
                    <a:srgbClr val="C0606F"/>
                  </a:gs>
                  <a:gs pos="100000">
                    <a:srgbClr val="954A56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7" name="Forma 126"/>
              <p:cNvSpPr/>
              <p:nvPr/>
            </p:nvSpPr>
            <p:spPr>
              <a:xfrm>
                <a:off x="9454409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7C3E48"/>
                </a:solidFill>
                <a:round/>
              </a:ln>
            </p:spPr>
          </p:sp>
          <p:sp>
            <p:nvSpPr>
              <p:cNvPr id="128" name="Forma 127"/>
              <p:cNvSpPr/>
              <p:nvPr/>
            </p:nvSpPr>
            <p:spPr>
              <a:xfrm>
                <a:off x="9418823" y="2141753"/>
                <a:ext cx="731017" cy="821635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603037"/>
                </a:solidFill>
                <a:prstDash val="dash"/>
                <a:round/>
              </a:ln>
            </p:spPr>
          </p:sp>
        </p:grpSp>
        <p:sp>
          <p:nvSpPr>
            <p:cNvPr id="129" name="PleuraVisceralD_4"/>
            <p:cNvSpPr/>
            <p:nvPr/>
          </p:nvSpPr>
          <p:spPr>
            <a:xfrm>
              <a:off x="9398204" y="1288580"/>
              <a:ext cx="868980" cy="1959410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30" name="PulmonIzquierdo_4"/>
            <p:cNvGrpSpPr/>
            <p:nvPr/>
          </p:nvGrpSpPr>
          <p:grpSpPr>
            <a:xfrm>
              <a:off x="10640711" y="1288580"/>
              <a:ext cx="809405" cy="2024231"/>
              <a:chOff x="10640711" y="1288580"/>
              <a:chExt cx="809405" cy="2024231"/>
            </a:xfrm>
          </p:grpSpPr>
          <p:sp>
            <p:nvSpPr>
              <p:cNvPr id="131" name="Forma 130"/>
              <p:cNvSpPr/>
              <p:nvPr/>
            </p:nvSpPr>
            <p:spPr>
              <a:xfrm>
                <a:off x="1064071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2" name="Forma 131"/>
              <p:cNvSpPr/>
              <p:nvPr/>
            </p:nvSpPr>
            <p:spPr>
              <a:xfrm>
                <a:off x="1071219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33" name="Forma 132"/>
              <p:cNvSpPr/>
              <p:nvPr/>
            </p:nvSpPr>
            <p:spPr>
              <a:xfrm>
                <a:off x="1072042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34" name="PleuraVisceralI_4"/>
            <p:cNvSpPr/>
            <p:nvPr/>
          </p:nvSpPr>
          <p:spPr>
            <a:xfrm>
              <a:off x="1064071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35" name="PleuraParietalD_4"/>
            <p:cNvSpPr/>
            <p:nvPr/>
          </p:nvSpPr>
          <p:spPr>
            <a:xfrm>
              <a:off x="936802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6" name="PleuraParietalI_4"/>
            <p:cNvSpPr/>
            <p:nvPr/>
          </p:nvSpPr>
          <p:spPr>
            <a:xfrm>
              <a:off x="1061053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7" name="VenaCavaSup_4"/>
            <p:cNvSpPr/>
            <p:nvPr/>
          </p:nvSpPr>
          <p:spPr>
            <a:xfrm>
              <a:off x="1026232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38" name="VenaCavaInf_4"/>
            <p:cNvSpPr/>
            <p:nvPr/>
          </p:nvSpPr>
          <p:spPr>
            <a:xfrm>
              <a:off x="1028702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39" name="Corazon_4"/>
            <p:cNvGrpSpPr/>
            <p:nvPr/>
          </p:nvGrpSpPr>
          <p:grpSpPr>
            <a:xfrm>
              <a:off x="10276230" y="2336478"/>
              <a:ext cx="729488" cy="763630"/>
              <a:chOff x="10276230" y="2336478"/>
              <a:chExt cx="729488" cy="763630"/>
            </a:xfrm>
          </p:grpSpPr>
          <p:sp>
            <p:nvSpPr>
              <p:cNvPr id="140" name="Forma 139"/>
              <p:cNvSpPr/>
              <p:nvPr/>
            </p:nvSpPr>
            <p:spPr>
              <a:xfrm>
                <a:off x="1027623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1" name="Forma 140"/>
              <p:cNvSpPr/>
              <p:nvPr/>
            </p:nvSpPr>
            <p:spPr>
              <a:xfrm>
                <a:off x="1065733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42" name="Diafragma_4"/>
            <p:cNvSpPr/>
            <p:nvPr/>
          </p:nvSpPr>
          <p:spPr>
            <a:xfrm>
              <a:off x="942289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43" name="Clavículas_4"/>
            <p:cNvGrpSpPr/>
            <p:nvPr/>
          </p:nvGrpSpPr>
          <p:grpSpPr>
            <a:xfrm>
              <a:off x="9601200" y="1130198"/>
              <a:ext cx="1645920" cy="107899"/>
              <a:chOff x="9601200" y="1130198"/>
              <a:chExt cx="1645920" cy="107899"/>
            </a:xfrm>
          </p:grpSpPr>
          <p:sp>
            <p:nvSpPr>
              <p:cNvPr id="144" name="Forma 143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45" name="Forma 144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46" name="Forma 145"/>
            <p:cNvSpPr/>
            <p:nvPr/>
          </p:nvSpPr>
          <p:spPr>
            <a:xfrm>
              <a:off x="9052560" y="3703320"/>
              <a:ext cx="2743200" cy="502920"/>
            </a:xfrm>
            <a:prstGeom prst="rect">
              <a:avLst/>
            </a:prstGeom>
            <a:solidFill>
              <a:srgbClr val="F4B6C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de reexpansión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147" name="Forma 146"/>
            <p:cNvSpPr/>
            <p:nvPr/>
          </p:nvSpPr>
          <p:spPr>
            <a:xfrm>
              <a:off x="905256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del pulmón reexpandido.</a:t>
              </a:r>
              <a:endParaRPr lang="es-AR" sz="1750" dirty="0">
                <a:latin typeface="Mali"/>
              </a:endParaRPr>
            </a:p>
          </p:txBody>
        </p:sp>
      </p:grpSp>
      <p:sp>
        <p:nvSpPr>
          <p:cNvPr id="148" name="Vigilar"/>
          <p:cNvSpPr/>
          <p:nvPr/>
        </p:nvSpPr>
        <p:spPr>
          <a:xfrm>
            <a:off x="274320" y="5166360"/>
            <a:ext cx="11704320" cy="11887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Evaluar el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contexto cardiovascular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antes del procedimiento y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vigilar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después: una complicación súbita (aire que se suma al derrame) puede llevar a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neumotórax a tensión y shock obstructivo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376197" y="91440"/>
            <a:ext cx="665090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COMPLICACIONES: LA IATROGENIA</a:t>
            </a:r>
            <a:endParaRPr lang="es-AR" sz="2400" dirty="0">
              <a:latin typeface="Mali"/>
            </a:endParaRPr>
          </a:p>
        </p:txBody>
      </p:sp>
      <p:sp>
        <p:nvSpPr>
          <p:cNvPr id="1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Comparar el líquido con la sangre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 pleurales / séricas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LDH pleural / sérica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LDH pleural frente al límite superior normal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Regla de interpretación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Signos &gt; y ≥: diferencias entre fuentes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Limitaciones y gradiente de albúmina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pleural"/>
          <p:cNvGrpSpPr/>
          <p:nvPr/>
        </p:nvGrpSpPr>
        <p:grpSpPr>
          <a:xfrm>
            <a:off x="6675120" y="1097280"/>
            <a:ext cx="1645920" cy="3895344"/>
            <a:chOff x="6675120" y="1097280"/>
            <a:chExt cx="1645920" cy="3895344"/>
          </a:xfrm>
        </p:grpSpPr>
        <p:sp>
          <p:nvSpPr>
            <p:cNvPr id="12" name="Forma 11"/>
            <p:cNvSpPr/>
            <p:nvPr/>
          </p:nvSpPr>
          <p:spPr>
            <a:xfrm>
              <a:off x="6883603" y="1097280"/>
              <a:ext cx="1228954" cy="347472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026250" y="2633106"/>
              <a:ext cx="943661" cy="1886773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7026250" y="2580985"/>
              <a:ext cx="943661" cy="121615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949440" y="1444752"/>
              <a:ext cx="1097280" cy="312724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7125005" y="1694932"/>
              <a:ext cx="131674" cy="187634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6675120" y="4626864"/>
              <a:ext cx="164592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pleural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8" name="Arte sangre"/>
          <p:cNvGrpSpPr/>
          <p:nvPr/>
        </p:nvGrpSpPr>
        <p:grpSpPr>
          <a:xfrm>
            <a:off x="9235440" y="1097280"/>
            <a:ext cx="1645920" cy="3895344"/>
            <a:chOff x="9235440" y="1097280"/>
            <a:chExt cx="1645920" cy="3895344"/>
          </a:xfrm>
        </p:grpSpPr>
        <p:sp>
          <p:nvSpPr>
            <p:cNvPr id="19" name="Forma 18"/>
            <p:cNvSpPr/>
            <p:nvPr/>
          </p:nvSpPr>
          <p:spPr>
            <a:xfrm>
              <a:off x="9443923" y="1097280"/>
              <a:ext cx="1228954" cy="347472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9586570" y="2633106"/>
              <a:ext cx="943661" cy="1886773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BF6157"/>
                </a:gs>
                <a:gs pos="100000">
                  <a:srgbClr val="9A3328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9586570" y="2580985"/>
              <a:ext cx="943661" cy="121615"/>
            </a:xfrm>
            <a:prstGeom prst="ellipse">
              <a:avLst/>
            </a:prstGeom>
            <a:solidFill>
              <a:srgbClr val="C7756C"/>
            </a:solidFill>
            <a:ln w="9525" cap="rnd">
              <a:solidFill>
                <a:srgbClr val="7B282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9509760" y="1444752"/>
              <a:ext cx="1097280" cy="312724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9685325" y="1694932"/>
              <a:ext cx="131674" cy="187634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9235440" y="4626864"/>
              <a:ext cx="164592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Sangre (suero)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5" name="Arte comparación"/>
          <p:cNvSpPr/>
          <p:nvPr/>
        </p:nvSpPr>
        <p:spPr>
          <a:xfrm>
            <a:off x="8229600" y="2377440"/>
            <a:ext cx="1097280" cy="731520"/>
          </a:xfrm>
          <a:prstGeom prst="leftRightArrow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2205023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IX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4000" dirty="0">
              <a:latin typeface="Mali"/>
            </a:endParaRPr>
          </a:p>
        </p:txBody>
      </p:sp>
      <p:sp>
        <p:nvSpPr>
          <p:cNvPr id="2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Muestra pleural"/>
          <p:cNvGrpSpPr/>
          <p:nvPr/>
        </p:nvGrpSpPr>
        <p:grpSpPr>
          <a:xfrm>
            <a:off x="91440" y="960120"/>
            <a:ext cx="1325880" cy="2798064"/>
            <a:chOff x="91440" y="960120"/>
            <a:chExt cx="1325880" cy="2798064"/>
          </a:xfrm>
        </p:grpSpPr>
        <p:sp>
          <p:nvSpPr>
            <p:cNvPr id="5" name="Forma 4"/>
            <p:cNvSpPr/>
            <p:nvPr/>
          </p:nvSpPr>
          <p:spPr>
            <a:xfrm>
              <a:off x="319126" y="960120"/>
              <a:ext cx="870509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420167" y="2010948"/>
              <a:ext cx="668426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420167" y="1975287"/>
              <a:ext cx="668426" cy="83210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5760" y="1197864"/>
              <a:ext cx="77724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490118" y="1369040"/>
              <a:ext cx="93269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0" name="Forma 9"/>
            <p:cNvSpPr/>
            <p:nvPr/>
          </p:nvSpPr>
          <p:spPr>
            <a:xfrm>
              <a:off x="91440" y="3392424"/>
              <a:ext cx="132588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pleural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1" name="Muestra sangre"/>
          <p:cNvGrpSpPr/>
          <p:nvPr/>
        </p:nvGrpSpPr>
        <p:grpSpPr>
          <a:xfrm>
            <a:off x="1417320" y="960120"/>
            <a:ext cx="1325880" cy="2798064"/>
            <a:chOff x="1417320" y="960120"/>
            <a:chExt cx="1325880" cy="2798064"/>
          </a:xfrm>
        </p:grpSpPr>
        <p:sp>
          <p:nvSpPr>
            <p:cNvPr id="12" name="Forma 11"/>
            <p:cNvSpPr/>
            <p:nvPr/>
          </p:nvSpPr>
          <p:spPr>
            <a:xfrm>
              <a:off x="1645006" y="960120"/>
              <a:ext cx="870509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746047" y="2010948"/>
              <a:ext cx="668426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BF6157"/>
                </a:gs>
                <a:gs pos="100000">
                  <a:srgbClr val="9A3328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746047" y="1975287"/>
              <a:ext cx="668426" cy="83210"/>
            </a:xfrm>
            <a:prstGeom prst="ellipse">
              <a:avLst/>
            </a:prstGeom>
            <a:solidFill>
              <a:srgbClr val="C7756C"/>
            </a:solidFill>
            <a:ln w="9525" cap="rnd">
              <a:solidFill>
                <a:srgbClr val="7B2820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691640" y="1197864"/>
              <a:ext cx="77724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815998" y="1369040"/>
              <a:ext cx="93269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417320" y="3392424"/>
              <a:ext cx="132588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Sangre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18" name="Comparación"/>
          <p:cNvSpPr/>
          <p:nvPr/>
        </p:nvSpPr>
        <p:spPr>
          <a:xfrm>
            <a:off x="411480" y="3886200"/>
            <a:ext cx="21488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 y LDH:</a:t>
            </a:r>
            <a:endParaRPr lang="es-AR" sz="1300" dirty="0">
              <a:latin typeface="Mali"/>
            </a:endParaRPr>
          </a:p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¿cuánto pasó al líquido?</a:t>
            </a:r>
            <a:endParaRPr lang="es-AR" sz="1300" dirty="0">
              <a:latin typeface="Mali"/>
            </a:endParaRPr>
          </a:p>
        </p:txBody>
      </p:sp>
      <p:grpSp>
        <p:nvGrpSpPr>
          <p:cNvPr id="19" name="Tabla encabezado"/>
          <p:cNvGrpSpPr/>
          <p:nvPr/>
        </p:nvGrpSpPr>
        <p:grpSpPr>
          <a:xfrm>
            <a:off x="2788920" y="960120"/>
            <a:ext cx="9098280" cy="768661"/>
            <a:chOff x="2788920" y="960120"/>
            <a:chExt cx="9098280" cy="768661"/>
          </a:xfrm>
        </p:grpSpPr>
        <p:sp>
          <p:nvSpPr>
            <p:cNvPr id="20" name="Forma 19"/>
            <p:cNvSpPr/>
            <p:nvPr/>
          </p:nvSpPr>
          <p:spPr>
            <a:xfrm>
              <a:off x="2788920" y="960120"/>
              <a:ext cx="1505471" cy="76866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4294391" y="960120"/>
              <a:ext cx="2487300" cy="76866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FÓRMULA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6781690" y="960120"/>
              <a:ext cx="1243650" cy="76866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UMBRAL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8025340" y="960120"/>
              <a:ext cx="1570926" cy="76866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9596266" y="960120"/>
              <a:ext cx="2290934" cy="76866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INTERPRETACIÓN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5" name="Tabla fila 1"/>
          <p:cNvGrpSpPr/>
          <p:nvPr/>
        </p:nvGrpSpPr>
        <p:grpSpPr>
          <a:xfrm>
            <a:off x="2788920" y="1728781"/>
            <a:ext cx="9098280" cy="924770"/>
            <a:chOff x="2788920" y="1728781"/>
            <a:chExt cx="9098280" cy="924770"/>
          </a:xfrm>
        </p:grpSpPr>
        <p:sp>
          <p:nvSpPr>
            <p:cNvPr id="26" name="Forma 25"/>
            <p:cNvSpPr/>
            <p:nvPr/>
          </p:nvSpPr>
          <p:spPr>
            <a:xfrm>
              <a:off x="2788920" y="1728781"/>
              <a:ext cx="1505471" cy="92477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 · Proteínas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4294391" y="1728781"/>
              <a:ext cx="2487300" cy="92477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pleura / proteínas suero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781690" y="1728781"/>
              <a:ext cx="1243650" cy="92477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9" name="Forma 28"/>
            <p:cNvSpPr/>
            <p:nvPr/>
          </p:nvSpPr>
          <p:spPr>
            <a:xfrm>
              <a:off x="8025340" y="1728781"/>
              <a:ext cx="1570926" cy="92477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 si lo supera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9596266" y="1728781"/>
              <a:ext cx="2290934" cy="92477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barrera dejó pasar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31" name="Tabla fila 2"/>
          <p:cNvGrpSpPr/>
          <p:nvPr/>
        </p:nvGrpSpPr>
        <p:grpSpPr>
          <a:xfrm>
            <a:off x="2788920" y="2653551"/>
            <a:ext cx="9098280" cy="924770"/>
            <a:chOff x="2788920" y="2653551"/>
            <a:chExt cx="9098280" cy="924770"/>
          </a:xfrm>
        </p:grpSpPr>
        <p:sp>
          <p:nvSpPr>
            <p:cNvPr id="32" name="Forma 31"/>
            <p:cNvSpPr/>
            <p:nvPr/>
          </p:nvSpPr>
          <p:spPr>
            <a:xfrm>
              <a:off x="2788920" y="2653551"/>
              <a:ext cx="1505471" cy="92477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 · LDH relativa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4294391" y="2653551"/>
              <a:ext cx="2487300" cy="92477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pleura / LDH suero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6781690" y="2653551"/>
              <a:ext cx="1243650" cy="92477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5" name="Forma 34"/>
            <p:cNvSpPr/>
            <p:nvPr/>
          </p:nvSpPr>
          <p:spPr>
            <a:xfrm>
              <a:off x="8025340" y="2653551"/>
              <a:ext cx="1570926" cy="92477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 si lo supera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6" name="Forma 35"/>
            <p:cNvSpPr/>
            <p:nvPr/>
          </p:nvSpPr>
          <p:spPr>
            <a:xfrm>
              <a:off x="9596266" y="2653551"/>
              <a:ext cx="2290934" cy="92477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 / daño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celular local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37" name="Tabla fila 3"/>
          <p:cNvGrpSpPr/>
          <p:nvPr/>
        </p:nvGrpSpPr>
        <p:grpSpPr>
          <a:xfrm>
            <a:off x="2788920" y="3578320"/>
            <a:ext cx="9098280" cy="1130840"/>
            <a:chOff x="2788920" y="3578320"/>
            <a:chExt cx="9098280" cy="1130840"/>
          </a:xfrm>
        </p:grpSpPr>
        <p:sp>
          <p:nvSpPr>
            <p:cNvPr id="38" name="Forma 37"/>
            <p:cNvSpPr/>
            <p:nvPr/>
          </p:nvSpPr>
          <p:spPr>
            <a:xfrm>
              <a:off x="2788920" y="3578320"/>
              <a:ext cx="1505471" cy="113084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 · LDH absoluta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4294391" y="3578320"/>
              <a:ext cx="2487300" cy="113084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pleural vs. límite superior normal de LDH sérica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781690" y="3578320"/>
              <a:ext cx="1243650" cy="113084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2/3 (o ≥ 2/3)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1" name="Forma 40"/>
            <p:cNvSpPr/>
            <p:nvPr/>
          </p:nvSpPr>
          <p:spPr>
            <a:xfrm>
              <a:off x="8025340" y="3578320"/>
              <a:ext cx="1570926" cy="113084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 si lo alcanza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9596266" y="3578320"/>
              <a:ext cx="2290934" cy="113084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Producción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local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LDH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3" name="Umbral 1"/>
          <p:cNvSpPr/>
          <p:nvPr/>
        </p:nvSpPr>
        <p:spPr>
          <a:xfrm>
            <a:off x="6781690" y="1897380"/>
            <a:ext cx="1243650" cy="937260"/>
          </a:xfrm>
          <a:prstGeom prst="rect">
            <a:avLst/>
          </a:prstGeom>
          <a:noFill/>
          <a:ln w="57150" cap="rnd">
            <a:solidFill>
              <a:srgbClr val="FF0000"/>
            </a:solidFill>
            <a:round/>
          </a:ln>
        </p:spPr>
      </p:sp>
      <p:sp>
        <p:nvSpPr>
          <p:cNvPr id="44" name="Umbral 2"/>
          <p:cNvSpPr/>
          <p:nvPr/>
        </p:nvSpPr>
        <p:spPr>
          <a:xfrm>
            <a:off x="6781690" y="2834640"/>
            <a:ext cx="1243650" cy="937260"/>
          </a:xfrm>
          <a:prstGeom prst="rect">
            <a:avLst/>
          </a:prstGeom>
          <a:noFill/>
          <a:ln w="57150" cap="rnd">
            <a:solidFill>
              <a:srgbClr val="FF0000"/>
            </a:solidFill>
            <a:round/>
          </a:ln>
        </p:spPr>
      </p:sp>
      <p:sp>
        <p:nvSpPr>
          <p:cNvPr id="45" name="Umbral 3"/>
          <p:cNvSpPr/>
          <p:nvPr/>
        </p:nvSpPr>
        <p:spPr>
          <a:xfrm>
            <a:off x="6781690" y="3771900"/>
            <a:ext cx="1243650" cy="937260"/>
          </a:xfrm>
          <a:prstGeom prst="rect">
            <a:avLst/>
          </a:prstGeom>
          <a:noFill/>
          <a:ln w="57150" cap="rnd">
            <a:solidFill>
              <a:srgbClr val="FF0000"/>
            </a:solidFill>
            <a:round/>
          </a:ln>
        </p:spPr>
      </p:sp>
      <p:sp>
        <p:nvSpPr>
          <p:cNvPr id="46" name="Regla"/>
          <p:cNvSpPr/>
          <p:nvPr/>
        </p:nvSpPr>
        <p:spPr>
          <a:xfrm>
            <a:off x="411480" y="4892040"/>
            <a:ext cx="7315200" cy="14630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782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≥ 1 criterio positivo → EXUDADO</a:t>
            </a:r>
            <a:endParaRPr lang="es-AR" sz="2400" dirty="0">
              <a:latin typeface="Mali"/>
            </a:endParaRPr>
          </a:p>
          <a:p>
            <a:pPr algn="ctr">
              <a:lnSpc>
                <a:spcPts val="2782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Ningún criterio → TRASUDADO</a:t>
            </a:r>
            <a:endParaRPr lang="es-AR" sz="2400" dirty="0">
              <a:latin typeface="Mali"/>
            </a:endParaRPr>
          </a:p>
        </p:txBody>
      </p:sp>
      <p:sp>
        <p:nvSpPr>
          <p:cNvPr id="47" name="Dos criterios"/>
          <p:cNvSpPr/>
          <p:nvPr/>
        </p:nvSpPr>
        <p:spPr>
          <a:xfrm>
            <a:off x="7909560" y="4892040"/>
            <a:ext cx="397764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Algunos autores exigen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criterios como mínimo.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03441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93624" y="91440"/>
            <a:ext cx="853347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TRASUDADO O EXUDADO: LOS TRES CRITERIOS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300" autoRev="1" fill="hold"/>
                                        <p:tgtEl>
                                          <p:spTgt spid="4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30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521440" cy="785851"/>
            <a:chOff x="365760" y="914400"/>
            <a:chExt cx="11521440" cy="785851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27035" cy="78585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492795" y="914400"/>
              <a:ext cx="3545058" cy="78585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1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6037854" y="914400"/>
              <a:ext cx="3545058" cy="78585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2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9582912" y="914400"/>
              <a:ext cx="2304288" cy="78585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9" name="Tabla fila 1"/>
          <p:cNvGrpSpPr/>
          <p:nvPr/>
        </p:nvGrpSpPr>
        <p:grpSpPr>
          <a:xfrm>
            <a:off x="365760" y="1700251"/>
            <a:ext cx="11521440" cy="785851"/>
            <a:chOff x="365760" y="1700251"/>
            <a:chExt cx="11521440" cy="785851"/>
          </a:xfrm>
        </p:grpSpPr>
        <p:sp>
          <p:nvSpPr>
            <p:cNvPr id="10" name="Forma 9"/>
            <p:cNvSpPr/>
            <p:nvPr/>
          </p:nvSpPr>
          <p:spPr>
            <a:xfrm>
              <a:off x="365760" y="1700251"/>
              <a:ext cx="2127035" cy="78585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pl/sér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2492795" y="1700251"/>
              <a:ext cx="3545058" cy="7858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 exudado · ≤ 0,5 trasudado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6037854" y="1700251"/>
              <a:ext cx="3545058" cy="7858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9582912" y="1700251"/>
              <a:ext cx="2304288" cy="785851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Coinciden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4" name="Tabla fila 2"/>
          <p:cNvGrpSpPr/>
          <p:nvPr/>
        </p:nvGrpSpPr>
        <p:grpSpPr>
          <a:xfrm>
            <a:off x="365760" y="2486101"/>
            <a:ext cx="11521440" cy="785851"/>
            <a:chOff x="365760" y="2486101"/>
            <a:chExt cx="11521440" cy="785851"/>
          </a:xfrm>
        </p:grpSpPr>
        <p:sp>
          <p:nvSpPr>
            <p:cNvPr id="15" name="Forma 14"/>
            <p:cNvSpPr/>
            <p:nvPr/>
          </p:nvSpPr>
          <p:spPr>
            <a:xfrm>
              <a:off x="365760" y="2486101"/>
              <a:ext cx="2127035" cy="78585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pl/sér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2492795" y="2486101"/>
              <a:ext cx="3545058" cy="78585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 exudado · ≤ 0,6 trasudado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6037854" y="2486101"/>
              <a:ext cx="3545058" cy="78585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9582912" y="2486101"/>
              <a:ext cx="2304288" cy="785851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Coinciden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9" name="Tabla fila 3"/>
          <p:cNvGrpSpPr/>
          <p:nvPr/>
        </p:nvGrpSpPr>
        <p:grpSpPr>
          <a:xfrm>
            <a:off x="365760" y="3271952"/>
            <a:ext cx="11521440" cy="785851"/>
            <a:chOff x="365760" y="3271952"/>
            <a:chExt cx="11521440" cy="785851"/>
          </a:xfrm>
        </p:grpSpPr>
        <p:sp>
          <p:nvSpPr>
            <p:cNvPr id="20" name="Forma 19"/>
            <p:cNvSpPr/>
            <p:nvPr/>
          </p:nvSpPr>
          <p:spPr>
            <a:xfrm>
              <a:off x="365760" y="3271952"/>
              <a:ext cx="2127035" cy="78585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absoluta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2492795" y="3271952"/>
              <a:ext cx="3545058" cy="7858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≥ 2/3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límite superior normal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6037854" y="3271952"/>
              <a:ext cx="3545058" cy="7858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2/3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límite superior normal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9582912" y="3271952"/>
              <a:ext cx="2304288" cy="785851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Difieren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verificar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24" name="Tabla fila 4"/>
          <p:cNvGrpSpPr/>
          <p:nvPr/>
        </p:nvGrpSpPr>
        <p:grpSpPr>
          <a:xfrm>
            <a:off x="365760" y="4057802"/>
            <a:ext cx="11521440" cy="971398"/>
            <a:chOff x="365760" y="4057802"/>
            <a:chExt cx="11521440" cy="971398"/>
          </a:xfrm>
        </p:grpSpPr>
        <p:sp>
          <p:nvSpPr>
            <p:cNvPr id="25" name="Forma 24"/>
            <p:cNvSpPr/>
            <p:nvPr/>
          </p:nvSpPr>
          <p:spPr>
            <a:xfrm>
              <a:off x="365760" y="4057802"/>
              <a:ext cx="2127035" cy="9713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Número de criterios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492795" y="4057802"/>
              <a:ext cx="3545058" cy="9713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≥ 1 → exudado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6037854" y="4057802"/>
              <a:ext cx="3545058" cy="9713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 basta; algunos autores exigen 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9582912" y="4057802"/>
              <a:ext cx="2304288" cy="971398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Matiz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29" name="Sin alterar"/>
          <p:cNvSpPr/>
          <p:nvPr/>
        </p:nvSpPr>
        <p:spPr>
          <a:xfrm>
            <a:off x="365760" y="5212080"/>
            <a:ext cx="11521440" cy="11430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Hasta resolver la diferencia, la presentación muestra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ambas formulaciones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sin alterar ningún umbral.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03441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143086" y="91440"/>
            <a:ext cx="78840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&gt; Y ≥: LO QUE DICEN LAS FUENTES</a:t>
            </a:r>
            <a:endParaRPr lang="es-AR" sz="2400" dirty="0">
              <a:latin typeface="Mali"/>
            </a:endParaRPr>
          </a:p>
        </p:txBody>
      </p:sp>
      <p:sp>
        <p:nvSpPr>
          <p:cNvPr id="3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Recuadro Falsos exudados"/>
          <p:cNvGrpSpPr/>
          <p:nvPr/>
        </p:nvGrpSpPr>
        <p:grpSpPr>
          <a:xfrm>
            <a:off x="365760" y="914400"/>
            <a:ext cx="5577840" cy="2606040"/>
            <a:chOff x="365760" y="914400"/>
            <a:chExt cx="5577840" cy="260604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5577840" cy="22402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76"/>
                </a:lnSpc>
                <a:spcAft>
                  <a:spcPts val="300"/>
                </a:spcAft>
                <a:buNone/>
              </a:pP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Los criterios clasifican erróneamente ~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25 %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los 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trasudados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como exudados (falsos positivos).</a:t>
              </a:r>
              <a:endParaRPr lang="es-AR" sz="20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FALSOS EXUDADOS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Recuadro Gradiente de albúmina"/>
          <p:cNvGrpSpPr/>
          <p:nvPr/>
        </p:nvGrpSpPr>
        <p:grpSpPr>
          <a:xfrm>
            <a:off x="6263640" y="914400"/>
            <a:ext cx="5623560" cy="2606040"/>
            <a:chOff x="6263640" y="914400"/>
            <a:chExt cx="5623560" cy="2606040"/>
          </a:xfrm>
        </p:grpSpPr>
        <p:sp>
          <p:nvSpPr>
            <p:cNvPr id="8" name="Forma 7"/>
            <p:cNvSpPr/>
            <p:nvPr/>
          </p:nvSpPr>
          <p:spPr>
            <a:xfrm>
              <a:off x="6263640" y="1280160"/>
              <a:ext cx="5623560" cy="22402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apunta a trasudado (p. ej., ICC tratada con diuréticos), solicitar el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gradiente de albúmina suero–pleura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Su umbral no se especifica aquí.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6263640" y="914400"/>
              <a:ext cx="5623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GRADIENTE DE ALBÚMINA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Recuadro Otros criterios"/>
          <p:cNvGrpSpPr/>
          <p:nvPr/>
        </p:nvGrpSpPr>
        <p:grpSpPr>
          <a:xfrm>
            <a:off x="365760" y="3703320"/>
            <a:ext cx="5577840" cy="2651760"/>
            <a:chOff x="365760" y="3703320"/>
            <a:chExt cx="5577840" cy="2651760"/>
          </a:xfrm>
        </p:grpSpPr>
        <p:sp>
          <p:nvSpPr>
            <p:cNvPr id="11" name="Forma 10"/>
            <p:cNvSpPr/>
            <p:nvPr/>
          </p:nvSpPr>
          <p:spPr>
            <a:xfrm>
              <a:off x="365760" y="4069080"/>
              <a:ext cx="5577840" cy="228600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76"/>
                </a:lnSpc>
                <a:spcAft>
                  <a:spcPts val="300"/>
                </a:spcAft>
                <a:buNone/>
              </a:pP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Criterios adicionales mencionados: 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colesterol pleural &gt; 45 mg/dl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pleurales &gt; 3 g/dl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365760" y="370332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OTROS CRITERIOS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Recuadro Nunca es solo uno"/>
          <p:cNvGrpSpPr/>
          <p:nvPr/>
        </p:nvGrpSpPr>
        <p:grpSpPr>
          <a:xfrm>
            <a:off x="6263640" y="3703320"/>
            <a:ext cx="5623560" cy="2651760"/>
            <a:chOff x="6263640" y="3703320"/>
            <a:chExt cx="5623560" cy="2651760"/>
          </a:xfrm>
        </p:grpSpPr>
        <p:sp>
          <p:nvSpPr>
            <p:cNvPr id="14" name="Forma 13"/>
            <p:cNvSpPr/>
            <p:nvPr/>
          </p:nvSpPr>
          <p:spPr>
            <a:xfrm>
              <a:off x="6263640" y="4069080"/>
              <a:ext cx="5623560" cy="228600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Buscar siempre datos que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refuten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la clasificación única. La interpretación del colesterol como dato «sistémico» que invalida el exudado se registra para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revisión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263640" y="3703320"/>
              <a:ext cx="5623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NUNCA ES SOLO UNO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03441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47598" y="91440"/>
            <a:ext cx="707950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LIMITACIONES DE LA CLASIFICACIÓN</a:t>
            </a:r>
            <a:endParaRPr lang="es-AR" sz="2400" dirty="0">
              <a:latin typeface="Mali"/>
            </a:endParaRPr>
          </a:p>
        </p:txBody>
      </p:sp>
      <p:sp>
        <p:nvSpPr>
          <p:cNvPr id="1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Aspecto, bioquímica, células y microbiología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Aspecto macroscópico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Glucosa y pH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ADA y linfocitos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Recuento celular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Amilasa, triglicéridos y otros marcadores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Citología y microbiología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tubo 0"/>
          <p:cNvGrpSpPr/>
          <p:nvPr/>
        </p:nvGrpSpPr>
        <p:grpSpPr>
          <a:xfrm>
            <a:off x="6539789" y="1463040"/>
            <a:ext cx="819302" cy="3108960"/>
            <a:chOff x="6539789" y="1463040"/>
            <a:chExt cx="819302" cy="3108960"/>
          </a:xfrm>
        </p:grpSpPr>
        <p:sp>
          <p:nvSpPr>
            <p:cNvPr id="12" name="Forma 11"/>
            <p:cNvSpPr/>
            <p:nvPr/>
          </p:nvSpPr>
          <p:spPr>
            <a:xfrm>
              <a:off x="6539789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6634886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6634886" y="2790566"/>
              <a:ext cx="629107" cy="108814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583680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6700723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17" name="Arte tubo 1"/>
          <p:cNvGrpSpPr/>
          <p:nvPr/>
        </p:nvGrpSpPr>
        <p:grpSpPr>
          <a:xfrm>
            <a:off x="7618781" y="1463040"/>
            <a:ext cx="819302" cy="3108960"/>
            <a:chOff x="7618781" y="1463040"/>
            <a:chExt cx="819302" cy="3108960"/>
          </a:xfrm>
        </p:grpSpPr>
        <p:sp>
          <p:nvSpPr>
            <p:cNvPr id="18" name="Forma 17"/>
            <p:cNvSpPr/>
            <p:nvPr/>
          </p:nvSpPr>
          <p:spPr>
            <a:xfrm>
              <a:off x="7618781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7713878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C14E4E"/>
                </a:gs>
                <a:gs pos="100000">
                  <a:srgbClr val="9C1D1D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7713878" y="2790566"/>
              <a:ext cx="629107" cy="108814"/>
            </a:xfrm>
            <a:prstGeom prst="ellipse">
              <a:avLst/>
            </a:prstGeom>
            <a:solidFill>
              <a:srgbClr val="C96464"/>
            </a:solidFill>
            <a:ln w="9525" cap="rnd">
              <a:solidFill>
                <a:srgbClr val="7C1717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62672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779715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3" name="Arte tubo 2"/>
          <p:cNvGrpSpPr/>
          <p:nvPr/>
        </p:nvGrpSpPr>
        <p:grpSpPr>
          <a:xfrm>
            <a:off x="8697773" y="1463040"/>
            <a:ext cx="819302" cy="3108960"/>
            <a:chOff x="8697773" y="1463040"/>
            <a:chExt cx="819302" cy="3108960"/>
          </a:xfrm>
        </p:grpSpPr>
        <p:sp>
          <p:nvSpPr>
            <p:cNvPr id="24" name="Forma 23"/>
            <p:cNvSpPr/>
            <p:nvPr/>
          </p:nvSpPr>
          <p:spPr>
            <a:xfrm>
              <a:off x="8697773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8792870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6F3EB"/>
                </a:gs>
                <a:gs pos="100000">
                  <a:srgbClr val="D6D4C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8792870" y="2790566"/>
              <a:ext cx="629107" cy="108814"/>
            </a:xfrm>
            <a:prstGeom prst="ellipse">
              <a:avLst/>
            </a:prstGeom>
            <a:solidFill>
              <a:srgbClr val="F7F5ED"/>
            </a:solidFill>
            <a:ln w="9525" cap="rnd">
              <a:solidFill>
                <a:srgbClr val="AAA8A1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8829446" y="2961559"/>
              <a:ext cx="555955" cy="138784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40" y="686"/>
                  </a:moveTo>
                  <a:cubicBezTo>
                    <a:pt x="440" y="711"/>
                    <a:pt x="418" y="733"/>
                    <a:pt x="393" y="733"/>
                  </a:cubicBezTo>
                  <a:cubicBezTo>
                    <a:pt x="367" y="733"/>
                    <a:pt x="346" y="711"/>
                    <a:pt x="346" y="686"/>
                  </a:cubicBezTo>
                  <a:cubicBezTo>
                    <a:pt x="346" y="660"/>
                    <a:pt x="367" y="639"/>
                    <a:pt x="393" y="639"/>
                  </a:cubicBezTo>
                  <a:cubicBezTo>
                    <a:pt x="418" y="639"/>
                    <a:pt x="440" y="660"/>
                    <a:pt x="440" y="686"/>
                  </a:cubicBezTo>
                  <a:close/>
                  <a:moveTo>
                    <a:pt x="342" y="458"/>
                  </a:moveTo>
                  <a:cubicBezTo>
                    <a:pt x="342" y="490"/>
                    <a:pt x="315" y="517"/>
                    <a:pt x="283" y="517"/>
                  </a:cubicBezTo>
                  <a:cubicBezTo>
                    <a:pt x="250" y="517"/>
                    <a:pt x="224" y="490"/>
                    <a:pt x="224" y="458"/>
                  </a:cubicBezTo>
                  <a:cubicBezTo>
                    <a:pt x="224" y="425"/>
                    <a:pt x="250" y="399"/>
                    <a:pt x="283" y="399"/>
                  </a:cubicBezTo>
                  <a:cubicBezTo>
                    <a:pt x="315" y="399"/>
                    <a:pt x="342" y="425"/>
                    <a:pt x="342" y="458"/>
                  </a:cubicBezTo>
                  <a:close/>
                  <a:moveTo>
                    <a:pt x="818" y="565"/>
                  </a:moveTo>
                  <a:cubicBezTo>
                    <a:pt x="818" y="592"/>
                    <a:pt x="795" y="615"/>
                    <a:pt x="768" y="615"/>
                  </a:cubicBezTo>
                  <a:cubicBezTo>
                    <a:pt x="740" y="615"/>
                    <a:pt x="718" y="592"/>
                    <a:pt x="718" y="565"/>
                  </a:cubicBezTo>
                  <a:cubicBezTo>
                    <a:pt x="718" y="537"/>
                    <a:pt x="740" y="515"/>
                    <a:pt x="768" y="515"/>
                  </a:cubicBezTo>
                  <a:cubicBezTo>
                    <a:pt x="795" y="515"/>
                    <a:pt x="818" y="537"/>
                    <a:pt x="818" y="565"/>
                  </a:cubicBezTo>
                  <a:close/>
                  <a:moveTo>
                    <a:pt x="793" y="147"/>
                  </a:moveTo>
                  <a:cubicBezTo>
                    <a:pt x="793" y="174"/>
                    <a:pt x="771" y="196"/>
                    <a:pt x="744" y="196"/>
                  </a:cubicBezTo>
                  <a:cubicBezTo>
                    <a:pt x="716" y="196"/>
                    <a:pt x="695" y="174"/>
                    <a:pt x="695" y="147"/>
                  </a:cubicBezTo>
                  <a:cubicBezTo>
                    <a:pt x="695" y="119"/>
                    <a:pt x="716" y="98"/>
                    <a:pt x="744" y="98"/>
                  </a:cubicBezTo>
                  <a:cubicBezTo>
                    <a:pt x="771" y="98"/>
                    <a:pt x="793" y="119"/>
                    <a:pt x="793" y="147"/>
                  </a:cubicBezTo>
                  <a:close/>
                  <a:moveTo>
                    <a:pt x="201" y="560"/>
                  </a:moveTo>
                  <a:cubicBezTo>
                    <a:pt x="201" y="580"/>
                    <a:pt x="183" y="598"/>
                    <a:pt x="163" y="598"/>
                  </a:cubicBezTo>
                  <a:cubicBezTo>
                    <a:pt x="142" y="598"/>
                    <a:pt x="125" y="580"/>
                    <a:pt x="125" y="560"/>
                  </a:cubicBezTo>
                  <a:cubicBezTo>
                    <a:pt x="125" y="539"/>
                    <a:pt x="142" y="522"/>
                    <a:pt x="163" y="522"/>
                  </a:cubicBezTo>
                  <a:cubicBezTo>
                    <a:pt x="183" y="522"/>
                    <a:pt x="201" y="539"/>
                    <a:pt x="201" y="560"/>
                  </a:cubicBezTo>
                  <a:close/>
                  <a:moveTo>
                    <a:pt x="750" y="319"/>
                  </a:moveTo>
                  <a:cubicBezTo>
                    <a:pt x="750" y="338"/>
                    <a:pt x="733" y="355"/>
                    <a:pt x="714" y="355"/>
                  </a:cubicBezTo>
                  <a:cubicBezTo>
                    <a:pt x="694" y="355"/>
                    <a:pt x="678" y="338"/>
                    <a:pt x="678" y="319"/>
                  </a:cubicBezTo>
                  <a:cubicBezTo>
                    <a:pt x="678" y="299"/>
                    <a:pt x="694" y="283"/>
                    <a:pt x="714" y="283"/>
                  </a:cubicBezTo>
                  <a:cubicBezTo>
                    <a:pt x="733" y="283"/>
                    <a:pt x="750" y="299"/>
                    <a:pt x="750" y="319"/>
                  </a:cubicBezTo>
                  <a:close/>
                  <a:moveTo>
                    <a:pt x="687" y="633"/>
                  </a:moveTo>
                  <a:cubicBezTo>
                    <a:pt x="687" y="663"/>
                    <a:pt x="661" y="689"/>
                    <a:pt x="631" y="689"/>
                  </a:cubicBezTo>
                  <a:cubicBezTo>
                    <a:pt x="600" y="689"/>
                    <a:pt x="575" y="663"/>
                    <a:pt x="575" y="633"/>
                  </a:cubicBezTo>
                  <a:cubicBezTo>
                    <a:pt x="575" y="602"/>
                    <a:pt x="600" y="577"/>
                    <a:pt x="631" y="577"/>
                  </a:cubicBezTo>
                  <a:cubicBezTo>
                    <a:pt x="661" y="577"/>
                    <a:pt x="687" y="602"/>
                    <a:pt x="687" y="633"/>
                  </a:cubicBezTo>
                  <a:close/>
                  <a:moveTo>
                    <a:pt x="754" y="567"/>
                  </a:moveTo>
                  <a:cubicBezTo>
                    <a:pt x="754" y="590"/>
                    <a:pt x="735" y="609"/>
                    <a:pt x="712" y="609"/>
                  </a:cubicBezTo>
                  <a:cubicBezTo>
                    <a:pt x="688" y="609"/>
                    <a:pt x="670" y="590"/>
                    <a:pt x="670" y="567"/>
                  </a:cubicBezTo>
                  <a:cubicBezTo>
                    <a:pt x="670" y="543"/>
                    <a:pt x="688" y="525"/>
                    <a:pt x="712" y="525"/>
                  </a:cubicBezTo>
                  <a:cubicBezTo>
                    <a:pt x="735" y="525"/>
                    <a:pt x="754" y="543"/>
                    <a:pt x="754" y="567"/>
                  </a:cubicBezTo>
                  <a:close/>
                  <a:moveTo>
                    <a:pt x="841" y="234"/>
                  </a:moveTo>
                  <a:cubicBezTo>
                    <a:pt x="841" y="254"/>
                    <a:pt x="824" y="271"/>
                    <a:pt x="804" y="271"/>
                  </a:cubicBezTo>
                  <a:cubicBezTo>
                    <a:pt x="783" y="271"/>
                    <a:pt x="767" y="254"/>
                    <a:pt x="767" y="234"/>
                  </a:cubicBezTo>
                  <a:cubicBezTo>
                    <a:pt x="767" y="213"/>
                    <a:pt x="783" y="197"/>
                    <a:pt x="804" y="197"/>
                  </a:cubicBezTo>
                  <a:cubicBezTo>
                    <a:pt x="824" y="197"/>
                    <a:pt x="841" y="213"/>
                    <a:pt x="841" y="234"/>
                  </a:cubicBezTo>
                  <a:close/>
                  <a:moveTo>
                    <a:pt x="857" y="235"/>
                  </a:moveTo>
                  <a:cubicBezTo>
                    <a:pt x="857" y="266"/>
                    <a:pt x="831" y="292"/>
                    <a:pt x="800" y="292"/>
                  </a:cubicBezTo>
                  <a:cubicBezTo>
                    <a:pt x="768" y="292"/>
                    <a:pt x="743" y="266"/>
                    <a:pt x="743" y="235"/>
                  </a:cubicBezTo>
                  <a:cubicBezTo>
                    <a:pt x="743" y="203"/>
                    <a:pt x="768" y="178"/>
                    <a:pt x="800" y="178"/>
                  </a:cubicBezTo>
                  <a:cubicBezTo>
                    <a:pt x="831" y="178"/>
                    <a:pt x="857" y="203"/>
                    <a:pt x="857" y="235"/>
                  </a:cubicBezTo>
                  <a:close/>
                  <a:moveTo>
                    <a:pt x="738" y="479"/>
                  </a:moveTo>
                  <a:cubicBezTo>
                    <a:pt x="738" y="508"/>
                    <a:pt x="714" y="532"/>
                    <a:pt x="685" y="532"/>
                  </a:cubicBezTo>
                  <a:cubicBezTo>
                    <a:pt x="655" y="532"/>
                    <a:pt x="632" y="508"/>
                    <a:pt x="632" y="479"/>
                  </a:cubicBezTo>
                  <a:cubicBezTo>
                    <a:pt x="632" y="449"/>
                    <a:pt x="655" y="426"/>
                    <a:pt x="685" y="426"/>
                  </a:cubicBezTo>
                  <a:cubicBezTo>
                    <a:pt x="714" y="426"/>
                    <a:pt x="738" y="449"/>
                    <a:pt x="738" y="479"/>
                  </a:cubicBezTo>
                  <a:close/>
                  <a:moveTo>
                    <a:pt x="219" y="767"/>
                  </a:moveTo>
                  <a:cubicBezTo>
                    <a:pt x="219" y="796"/>
                    <a:pt x="194" y="821"/>
                    <a:pt x="165" y="821"/>
                  </a:cubicBezTo>
                  <a:cubicBezTo>
                    <a:pt x="135" y="821"/>
                    <a:pt x="111" y="796"/>
                    <a:pt x="111" y="767"/>
                  </a:cubicBezTo>
                  <a:cubicBezTo>
                    <a:pt x="111" y="737"/>
                    <a:pt x="135" y="713"/>
                    <a:pt x="165" y="713"/>
                  </a:cubicBezTo>
                  <a:cubicBezTo>
                    <a:pt x="194" y="713"/>
                    <a:pt x="219" y="737"/>
                    <a:pt x="219" y="767"/>
                  </a:cubicBezTo>
                  <a:close/>
                  <a:moveTo>
                    <a:pt x="269" y="243"/>
                  </a:moveTo>
                  <a:cubicBezTo>
                    <a:pt x="269" y="272"/>
                    <a:pt x="244" y="297"/>
                    <a:pt x="215" y="297"/>
                  </a:cubicBezTo>
                  <a:cubicBezTo>
                    <a:pt x="185" y="297"/>
                    <a:pt x="161" y="272"/>
                    <a:pt x="161" y="243"/>
                  </a:cubicBezTo>
                  <a:cubicBezTo>
                    <a:pt x="161" y="213"/>
                    <a:pt x="185" y="189"/>
                    <a:pt x="215" y="189"/>
                  </a:cubicBezTo>
                  <a:cubicBezTo>
                    <a:pt x="244" y="189"/>
                    <a:pt x="269" y="213"/>
                    <a:pt x="269" y="243"/>
                  </a:cubicBezTo>
                  <a:close/>
                  <a:moveTo>
                    <a:pt x="794" y="123"/>
                  </a:moveTo>
                  <a:cubicBezTo>
                    <a:pt x="794" y="144"/>
                    <a:pt x="776" y="162"/>
                    <a:pt x="755" y="162"/>
                  </a:cubicBezTo>
                  <a:cubicBezTo>
                    <a:pt x="733" y="162"/>
                    <a:pt x="716" y="144"/>
                    <a:pt x="716" y="123"/>
                  </a:cubicBezTo>
                  <a:cubicBezTo>
                    <a:pt x="716" y="101"/>
                    <a:pt x="733" y="84"/>
                    <a:pt x="755" y="84"/>
                  </a:cubicBezTo>
                  <a:cubicBezTo>
                    <a:pt x="776" y="84"/>
                    <a:pt x="794" y="101"/>
                    <a:pt x="794" y="123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8741664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8858707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30" name="Arte tubo 3"/>
          <p:cNvGrpSpPr/>
          <p:nvPr/>
        </p:nvGrpSpPr>
        <p:grpSpPr>
          <a:xfrm>
            <a:off x="9776765" y="1463040"/>
            <a:ext cx="819302" cy="3108960"/>
            <a:chOff x="9776765" y="1463040"/>
            <a:chExt cx="819302" cy="3108960"/>
          </a:xfrm>
        </p:grpSpPr>
        <p:sp>
          <p:nvSpPr>
            <p:cNvPr id="31" name="Forma 30"/>
            <p:cNvSpPr/>
            <p:nvPr/>
          </p:nvSpPr>
          <p:spPr>
            <a:xfrm>
              <a:off x="9776765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9871862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9871862" y="2790566"/>
              <a:ext cx="629107" cy="108814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9908438" y="2961559"/>
              <a:ext cx="555955" cy="138784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40" y="686"/>
                  </a:moveTo>
                  <a:cubicBezTo>
                    <a:pt x="440" y="711"/>
                    <a:pt x="418" y="733"/>
                    <a:pt x="393" y="733"/>
                  </a:cubicBezTo>
                  <a:cubicBezTo>
                    <a:pt x="367" y="733"/>
                    <a:pt x="346" y="711"/>
                    <a:pt x="346" y="686"/>
                  </a:cubicBezTo>
                  <a:cubicBezTo>
                    <a:pt x="346" y="660"/>
                    <a:pt x="367" y="639"/>
                    <a:pt x="393" y="639"/>
                  </a:cubicBezTo>
                  <a:cubicBezTo>
                    <a:pt x="418" y="639"/>
                    <a:pt x="440" y="660"/>
                    <a:pt x="440" y="686"/>
                  </a:cubicBezTo>
                  <a:close/>
                  <a:moveTo>
                    <a:pt x="342" y="458"/>
                  </a:moveTo>
                  <a:cubicBezTo>
                    <a:pt x="342" y="490"/>
                    <a:pt x="315" y="517"/>
                    <a:pt x="283" y="517"/>
                  </a:cubicBezTo>
                  <a:cubicBezTo>
                    <a:pt x="250" y="517"/>
                    <a:pt x="224" y="490"/>
                    <a:pt x="224" y="458"/>
                  </a:cubicBezTo>
                  <a:cubicBezTo>
                    <a:pt x="224" y="425"/>
                    <a:pt x="250" y="399"/>
                    <a:pt x="283" y="399"/>
                  </a:cubicBezTo>
                  <a:cubicBezTo>
                    <a:pt x="315" y="399"/>
                    <a:pt x="342" y="425"/>
                    <a:pt x="342" y="458"/>
                  </a:cubicBezTo>
                  <a:close/>
                  <a:moveTo>
                    <a:pt x="818" y="565"/>
                  </a:moveTo>
                  <a:cubicBezTo>
                    <a:pt x="818" y="592"/>
                    <a:pt x="795" y="615"/>
                    <a:pt x="768" y="615"/>
                  </a:cubicBezTo>
                  <a:cubicBezTo>
                    <a:pt x="740" y="615"/>
                    <a:pt x="718" y="592"/>
                    <a:pt x="718" y="565"/>
                  </a:cubicBezTo>
                  <a:cubicBezTo>
                    <a:pt x="718" y="537"/>
                    <a:pt x="740" y="515"/>
                    <a:pt x="768" y="515"/>
                  </a:cubicBezTo>
                  <a:cubicBezTo>
                    <a:pt x="795" y="515"/>
                    <a:pt x="818" y="537"/>
                    <a:pt x="818" y="565"/>
                  </a:cubicBezTo>
                  <a:close/>
                  <a:moveTo>
                    <a:pt x="793" y="147"/>
                  </a:moveTo>
                  <a:cubicBezTo>
                    <a:pt x="793" y="174"/>
                    <a:pt x="771" y="196"/>
                    <a:pt x="744" y="196"/>
                  </a:cubicBezTo>
                  <a:cubicBezTo>
                    <a:pt x="716" y="196"/>
                    <a:pt x="695" y="174"/>
                    <a:pt x="695" y="147"/>
                  </a:cubicBezTo>
                  <a:cubicBezTo>
                    <a:pt x="695" y="119"/>
                    <a:pt x="716" y="98"/>
                    <a:pt x="744" y="98"/>
                  </a:cubicBezTo>
                  <a:cubicBezTo>
                    <a:pt x="771" y="98"/>
                    <a:pt x="793" y="119"/>
                    <a:pt x="793" y="147"/>
                  </a:cubicBezTo>
                  <a:close/>
                  <a:moveTo>
                    <a:pt x="201" y="560"/>
                  </a:moveTo>
                  <a:cubicBezTo>
                    <a:pt x="201" y="580"/>
                    <a:pt x="183" y="598"/>
                    <a:pt x="163" y="598"/>
                  </a:cubicBezTo>
                  <a:cubicBezTo>
                    <a:pt x="142" y="598"/>
                    <a:pt x="125" y="580"/>
                    <a:pt x="125" y="560"/>
                  </a:cubicBezTo>
                  <a:cubicBezTo>
                    <a:pt x="125" y="539"/>
                    <a:pt x="142" y="522"/>
                    <a:pt x="163" y="522"/>
                  </a:cubicBezTo>
                  <a:cubicBezTo>
                    <a:pt x="183" y="522"/>
                    <a:pt x="201" y="539"/>
                    <a:pt x="201" y="560"/>
                  </a:cubicBezTo>
                  <a:close/>
                  <a:moveTo>
                    <a:pt x="750" y="319"/>
                  </a:moveTo>
                  <a:cubicBezTo>
                    <a:pt x="750" y="338"/>
                    <a:pt x="733" y="355"/>
                    <a:pt x="714" y="355"/>
                  </a:cubicBezTo>
                  <a:cubicBezTo>
                    <a:pt x="694" y="355"/>
                    <a:pt x="678" y="338"/>
                    <a:pt x="678" y="319"/>
                  </a:cubicBezTo>
                  <a:cubicBezTo>
                    <a:pt x="678" y="299"/>
                    <a:pt x="694" y="283"/>
                    <a:pt x="714" y="283"/>
                  </a:cubicBezTo>
                  <a:cubicBezTo>
                    <a:pt x="733" y="283"/>
                    <a:pt x="750" y="299"/>
                    <a:pt x="750" y="319"/>
                  </a:cubicBezTo>
                  <a:close/>
                  <a:moveTo>
                    <a:pt x="687" y="633"/>
                  </a:moveTo>
                  <a:cubicBezTo>
                    <a:pt x="687" y="663"/>
                    <a:pt x="661" y="689"/>
                    <a:pt x="631" y="689"/>
                  </a:cubicBezTo>
                  <a:cubicBezTo>
                    <a:pt x="600" y="689"/>
                    <a:pt x="575" y="663"/>
                    <a:pt x="575" y="633"/>
                  </a:cubicBezTo>
                  <a:cubicBezTo>
                    <a:pt x="575" y="602"/>
                    <a:pt x="600" y="577"/>
                    <a:pt x="631" y="577"/>
                  </a:cubicBezTo>
                  <a:cubicBezTo>
                    <a:pt x="661" y="577"/>
                    <a:pt x="687" y="602"/>
                    <a:pt x="687" y="633"/>
                  </a:cubicBezTo>
                  <a:close/>
                  <a:moveTo>
                    <a:pt x="754" y="567"/>
                  </a:moveTo>
                  <a:cubicBezTo>
                    <a:pt x="754" y="590"/>
                    <a:pt x="735" y="609"/>
                    <a:pt x="712" y="609"/>
                  </a:cubicBezTo>
                  <a:cubicBezTo>
                    <a:pt x="688" y="609"/>
                    <a:pt x="670" y="590"/>
                    <a:pt x="670" y="567"/>
                  </a:cubicBezTo>
                  <a:cubicBezTo>
                    <a:pt x="670" y="543"/>
                    <a:pt x="688" y="525"/>
                    <a:pt x="712" y="525"/>
                  </a:cubicBezTo>
                  <a:cubicBezTo>
                    <a:pt x="735" y="525"/>
                    <a:pt x="754" y="543"/>
                    <a:pt x="754" y="567"/>
                  </a:cubicBezTo>
                  <a:close/>
                  <a:moveTo>
                    <a:pt x="841" y="234"/>
                  </a:moveTo>
                  <a:cubicBezTo>
                    <a:pt x="841" y="254"/>
                    <a:pt x="824" y="271"/>
                    <a:pt x="804" y="271"/>
                  </a:cubicBezTo>
                  <a:cubicBezTo>
                    <a:pt x="783" y="271"/>
                    <a:pt x="767" y="254"/>
                    <a:pt x="767" y="234"/>
                  </a:cubicBezTo>
                  <a:cubicBezTo>
                    <a:pt x="767" y="213"/>
                    <a:pt x="783" y="197"/>
                    <a:pt x="804" y="197"/>
                  </a:cubicBezTo>
                  <a:cubicBezTo>
                    <a:pt x="824" y="197"/>
                    <a:pt x="841" y="213"/>
                    <a:pt x="841" y="234"/>
                  </a:cubicBezTo>
                  <a:close/>
                  <a:moveTo>
                    <a:pt x="857" y="235"/>
                  </a:moveTo>
                  <a:cubicBezTo>
                    <a:pt x="857" y="266"/>
                    <a:pt x="831" y="292"/>
                    <a:pt x="800" y="292"/>
                  </a:cubicBezTo>
                  <a:cubicBezTo>
                    <a:pt x="768" y="292"/>
                    <a:pt x="743" y="266"/>
                    <a:pt x="743" y="235"/>
                  </a:cubicBezTo>
                  <a:cubicBezTo>
                    <a:pt x="743" y="203"/>
                    <a:pt x="768" y="178"/>
                    <a:pt x="800" y="178"/>
                  </a:cubicBezTo>
                  <a:cubicBezTo>
                    <a:pt x="831" y="178"/>
                    <a:pt x="857" y="203"/>
                    <a:pt x="857" y="235"/>
                  </a:cubicBezTo>
                  <a:close/>
                  <a:moveTo>
                    <a:pt x="738" y="479"/>
                  </a:moveTo>
                  <a:cubicBezTo>
                    <a:pt x="738" y="508"/>
                    <a:pt x="714" y="532"/>
                    <a:pt x="685" y="532"/>
                  </a:cubicBezTo>
                  <a:cubicBezTo>
                    <a:pt x="655" y="532"/>
                    <a:pt x="632" y="508"/>
                    <a:pt x="632" y="479"/>
                  </a:cubicBezTo>
                  <a:cubicBezTo>
                    <a:pt x="632" y="449"/>
                    <a:pt x="655" y="426"/>
                    <a:pt x="685" y="426"/>
                  </a:cubicBezTo>
                  <a:cubicBezTo>
                    <a:pt x="714" y="426"/>
                    <a:pt x="738" y="449"/>
                    <a:pt x="738" y="479"/>
                  </a:cubicBezTo>
                  <a:close/>
                  <a:moveTo>
                    <a:pt x="219" y="767"/>
                  </a:moveTo>
                  <a:cubicBezTo>
                    <a:pt x="219" y="796"/>
                    <a:pt x="194" y="821"/>
                    <a:pt x="165" y="821"/>
                  </a:cubicBezTo>
                  <a:cubicBezTo>
                    <a:pt x="135" y="821"/>
                    <a:pt x="111" y="796"/>
                    <a:pt x="111" y="767"/>
                  </a:cubicBezTo>
                  <a:cubicBezTo>
                    <a:pt x="111" y="737"/>
                    <a:pt x="135" y="713"/>
                    <a:pt x="165" y="713"/>
                  </a:cubicBezTo>
                  <a:cubicBezTo>
                    <a:pt x="194" y="713"/>
                    <a:pt x="219" y="737"/>
                    <a:pt x="219" y="767"/>
                  </a:cubicBezTo>
                  <a:close/>
                  <a:moveTo>
                    <a:pt x="269" y="243"/>
                  </a:moveTo>
                  <a:cubicBezTo>
                    <a:pt x="269" y="272"/>
                    <a:pt x="244" y="297"/>
                    <a:pt x="215" y="297"/>
                  </a:cubicBezTo>
                  <a:cubicBezTo>
                    <a:pt x="185" y="297"/>
                    <a:pt x="161" y="272"/>
                    <a:pt x="161" y="243"/>
                  </a:cubicBezTo>
                  <a:cubicBezTo>
                    <a:pt x="161" y="213"/>
                    <a:pt x="185" y="189"/>
                    <a:pt x="215" y="189"/>
                  </a:cubicBezTo>
                  <a:cubicBezTo>
                    <a:pt x="244" y="189"/>
                    <a:pt x="269" y="213"/>
                    <a:pt x="269" y="243"/>
                  </a:cubicBezTo>
                  <a:close/>
                  <a:moveTo>
                    <a:pt x="794" y="123"/>
                  </a:moveTo>
                  <a:cubicBezTo>
                    <a:pt x="794" y="144"/>
                    <a:pt x="776" y="162"/>
                    <a:pt x="755" y="162"/>
                  </a:cubicBezTo>
                  <a:cubicBezTo>
                    <a:pt x="733" y="162"/>
                    <a:pt x="716" y="144"/>
                    <a:pt x="716" y="123"/>
                  </a:cubicBezTo>
                  <a:cubicBezTo>
                    <a:pt x="716" y="101"/>
                    <a:pt x="733" y="84"/>
                    <a:pt x="755" y="84"/>
                  </a:cubicBezTo>
                  <a:cubicBezTo>
                    <a:pt x="776" y="84"/>
                    <a:pt x="794" y="101"/>
                    <a:pt x="794" y="123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9820656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9937699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37" name="Arte tubo 4"/>
          <p:cNvGrpSpPr/>
          <p:nvPr/>
        </p:nvGrpSpPr>
        <p:grpSpPr>
          <a:xfrm>
            <a:off x="10855757" y="1463040"/>
            <a:ext cx="819302" cy="3108960"/>
            <a:chOff x="10855757" y="1463040"/>
            <a:chExt cx="819302" cy="3108960"/>
          </a:xfrm>
        </p:grpSpPr>
        <p:sp>
          <p:nvSpPr>
            <p:cNvPr id="38" name="Forma 37"/>
            <p:cNvSpPr/>
            <p:nvPr/>
          </p:nvSpPr>
          <p:spPr>
            <a:xfrm>
              <a:off x="10855757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10950854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D3BF94"/>
                </a:gs>
                <a:gs pos="100000">
                  <a:srgbClr val="B09A6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10950854" y="2790566"/>
              <a:ext cx="629107" cy="108814"/>
            </a:xfrm>
            <a:prstGeom prst="ellipse">
              <a:avLst/>
            </a:prstGeom>
            <a:solidFill>
              <a:srgbClr val="D9C7A1"/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11082528" y="2464125"/>
              <a:ext cx="365760" cy="6217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cubicBezTo>
                    <a:pt x="250" y="400"/>
                    <a:pt x="150" y="700"/>
                    <a:pt x="200" y="1000"/>
                  </a:cubicBezTo>
                  <a:lnTo>
                    <a:pt x="800" y="1000"/>
                  </a:lnTo>
                  <a:cubicBezTo>
                    <a:pt x="850" y="700"/>
                    <a:pt x="750" y="400"/>
                    <a:pt x="700" y="0"/>
                  </a:cubicBezTo>
                  <a:close/>
                </a:path>
              </a:pathLst>
            </a:custGeom>
            <a:solidFill>
              <a:srgbClr val="D1BB8D">
                <a:alpha val="90000"/>
              </a:srgbClr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0899648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1016691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043349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 PLEURAL</a:t>
            </a:r>
            <a:endParaRPr lang="es-AR" sz="4000" dirty="0">
              <a:latin typeface="Mali"/>
            </a:endParaRPr>
          </a:p>
        </p:txBody>
      </p:sp>
      <p:sp>
        <p:nvSpPr>
          <p:cNvPr id="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Aspecto Seroso / serohemático"/>
          <p:cNvGrpSpPr/>
          <p:nvPr/>
        </p:nvGrpSpPr>
        <p:grpSpPr>
          <a:xfrm>
            <a:off x="411480" y="960120"/>
            <a:ext cx="2743200" cy="4892040"/>
            <a:chOff x="411480" y="960120"/>
            <a:chExt cx="2743200" cy="4892040"/>
          </a:xfrm>
        </p:grpSpPr>
        <p:grpSp>
          <p:nvGrpSpPr>
            <p:cNvPr id="5" name="Tubo Seroso / serohemático"/>
            <p:cNvGrpSpPr/>
            <p:nvPr/>
          </p:nvGrpSpPr>
          <p:grpSpPr>
            <a:xfrm>
              <a:off x="1293876" y="960120"/>
              <a:ext cx="1024128" cy="2743200"/>
              <a:chOff x="1293876" y="960120"/>
              <a:chExt cx="1024128" cy="27432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129387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7" name="Forma 6"/>
              <p:cNvSpPr/>
              <p:nvPr/>
            </p:nvSpPr>
            <p:spPr>
              <a:xfrm>
                <a:off x="141274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8EBB7"/>
                  </a:gs>
                  <a:gs pos="100000">
                    <a:srgbClr val="D9CB92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8" name="Forma 7"/>
              <p:cNvSpPr/>
              <p:nvPr/>
            </p:nvSpPr>
            <p:spPr>
              <a:xfrm>
                <a:off x="1412748" y="2131466"/>
                <a:ext cx="786384" cy="96012"/>
              </a:xfrm>
              <a:prstGeom prst="ellipse">
                <a:avLst/>
              </a:prstGeom>
              <a:solidFill>
                <a:srgbClr val="F9EEC0"/>
              </a:solidFill>
              <a:ln w="9525" cap="rnd">
                <a:solidFill>
                  <a:srgbClr val="ACA174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34874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49504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11" name="Recuadro Seroso / serohemático"/>
            <p:cNvGrpSpPr/>
            <p:nvPr/>
          </p:nvGrpSpPr>
          <p:grpSpPr>
            <a:xfrm>
              <a:off x="411480" y="4023360"/>
              <a:ext cx="2743200" cy="1828800"/>
              <a:chOff x="411480" y="4023360"/>
              <a:chExt cx="2743200" cy="1828800"/>
            </a:xfrm>
          </p:grpSpPr>
          <p:sp>
            <p:nvSpPr>
              <p:cNvPr id="12" name="Forma 11"/>
              <p:cNvSpPr/>
              <p:nvPr/>
            </p:nvSpPr>
            <p:spPr>
              <a:xfrm>
                <a:off x="411480" y="4389120"/>
                <a:ext cx="2743200" cy="14630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144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El más frecuente;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sin significado específico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por sí solo.</a:t>
                </a:r>
                <a:endParaRPr lang="es-AR" sz="1850" dirty="0">
                  <a:latin typeface="Mali"/>
                </a:endParaRPr>
              </a:p>
            </p:txBody>
          </p:sp>
          <p:sp>
            <p:nvSpPr>
              <p:cNvPr id="13" name="Forma 12"/>
              <p:cNvSpPr/>
              <p:nvPr/>
            </p:nvSpPr>
            <p:spPr>
              <a:xfrm>
                <a:off x="41148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769"/>
                  </a:lnSpc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SEROSO / SEROHEMÁTICO</a:t>
                </a:r>
                <a:endParaRPr lang="es-AR" sz="1450" dirty="0">
                  <a:latin typeface="Mali"/>
                </a:endParaRPr>
              </a:p>
            </p:txBody>
          </p:sp>
        </p:grpSp>
      </p:grpSp>
      <p:grpSp>
        <p:nvGrpSpPr>
          <p:cNvPr id="14" name="Aspecto Hemorrágico"/>
          <p:cNvGrpSpPr/>
          <p:nvPr/>
        </p:nvGrpSpPr>
        <p:grpSpPr>
          <a:xfrm>
            <a:off x="3291840" y="960120"/>
            <a:ext cx="2743200" cy="4892040"/>
            <a:chOff x="3291840" y="960120"/>
            <a:chExt cx="2743200" cy="4892040"/>
          </a:xfrm>
        </p:grpSpPr>
        <p:grpSp>
          <p:nvGrpSpPr>
            <p:cNvPr id="15" name="Tubo Hemorrágico"/>
            <p:cNvGrpSpPr/>
            <p:nvPr/>
          </p:nvGrpSpPr>
          <p:grpSpPr>
            <a:xfrm>
              <a:off x="4174236" y="960120"/>
              <a:ext cx="1024128" cy="2743200"/>
              <a:chOff x="4174236" y="960120"/>
              <a:chExt cx="1024128" cy="2743200"/>
            </a:xfrm>
          </p:grpSpPr>
          <p:sp>
            <p:nvSpPr>
              <p:cNvPr id="16" name="Forma 15"/>
              <p:cNvSpPr/>
              <p:nvPr/>
            </p:nvSpPr>
            <p:spPr>
              <a:xfrm>
                <a:off x="417423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17" name="Forma 16"/>
              <p:cNvSpPr/>
              <p:nvPr/>
            </p:nvSpPr>
            <p:spPr>
              <a:xfrm>
                <a:off x="429310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14E4E"/>
                  </a:gs>
                  <a:gs pos="100000">
                    <a:srgbClr val="9C1D1D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4293108" y="2131466"/>
                <a:ext cx="786384" cy="96012"/>
              </a:xfrm>
              <a:prstGeom prst="ellipse">
                <a:avLst/>
              </a:prstGeom>
              <a:solidFill>
                <a:srgbClr val="C96464"/>
              </a:solidFill>
              <a:ln w="9525" cap="rnd">
                <a:solidFill>
                  <a:srgbClr val="7C1717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422910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437540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21" name="Recuadro Hemorrágico"/>
            <p:cNvGrpSpPr/>
            <p:nvPr/>
          </p:nvGrpSpPr>
          <p:grpSpPr>
            <a:xfrm>
              <a:off x="3291840" y="4023360"/>
              <a:ext cx="2743200" cy="1828800"/>
              <a:chOff x="3291840" y="4023360"/>
              <a:chExt cx="2743200" cy="1828800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3291840" y="4389120"/>
                <a:ext cx="2743200" cy="1463040"/>
              </a:xfrm>
              <a:prstGeom prst="rect">
                <a:avLst/>
              </a:prstGeom>
              <a:solidFill>
                <a:srgbClr val="F1948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1739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Traumatismo o malignidad</a:t>
                </a:r>
                <a:r>
                  <a:rPr lang="es-AR" sz="15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(&gt;50 % de los tumores). Pleurocrito &gt; 50 % del Hto = </a:t>
                </a: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hemotórax</a:t>
                </a:r>
                <a:r>
                  <a:rPr lang="es-AR" sz="15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500" dirty="0">
                  <a:latin typeface="Mali"/>
                </a:endParaRPr>
              </a:p>
            </p:txBody>
          </p:sp>
          <p:sp>
            <p:nvSpPr>
              <p:cNvPr id="23" name="Forma 22"/>
              <p:cNvSpPr/>
              <p:nvPr/>
            </p:nvSpPr>
            <p:spPr>
              <a:xfrm>
                <a:off x="329184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13"/>
                  </a:lnSpc>
                  <a:spcAft>
                    <a:spcPts val="300"/>
                  </a:spcAft>
                  <a:buNone/>
                </a:pPr>
                <a:r>
                  <a:rPr lang="es-AR" sz="16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HEMORRÁGICO</a:t>
                </a:r>
                <a:endParaRPr lang="es-AR" sz="1650" dirty="0">
                  <a:latin typeface="Mali"/>
                </a:endParaRPr>
              </a:p>
            </p:txBody>
          </p:sp>
        </p:grpSp>
      </p:grpSp>
      <p:grpSp>
        <p:nvGrpSpPr>
          <p:cNvPr id="24" name="Aspecto Lechoso"/>
          <p:cNvGrpSpPr/>
          <p:nvPr/>
        </p:nvGrpSpPr>
        <p:grpSpPr>
          <a:xfrm>
            <a:off x="6172200" y="960120"/>
            <a:ext cx="2743200" cy="4892040"/>
            <a:chOff x="6172200" y="960120"/>
            <a:chExt cx="2743200" cy="4892040"/>
          </a:xfrm>
        </p:grpSpPr>
        <p:grpSp>
          <p:nvGrpSpPr>
            <p:cNvPr id="25" name="Tubo Lechoso"/>
            <p:cNvGrpSpPr/>
            <p:nvPr/>
          </p:nvGrpSpPr>
          <p:grpSpPr>
            <a:xfrm>
              <a:off x="7054596" y="960120"/>
              <a:ext cx="1024128" cy="2743200"/>
              <a:chOff x="7054596" y="960120"/>
              <a:chExt cx="1024128" cy="2743200"/>
            </a:xfrm>
          </p:grpSpPr>
          <p:sp>
            <p:nvSpPr>
              <p:cNvPr id="26" name="Forma 25"/>
              <p:cNvSpPr/>
              <p:nvPr/>
            </p:nvSpPr>
            <p:spPr>
              <a:xfrm>
                <a:off x="705459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27" name="Forma 26"/>
              <p:cNvSpPr/>
              <p:nvPr/>
            </p:nvSpPr>
            <p:spPr>
              <a:xfrm>
                <a:off x="717346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6F3EB"/>
                  </a:gs>
                  <a:gs pos="100000">
                    <a:srgbClr val="D6D4CA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7173468" y="2131466"/>
                <a:ext cx="786384" cy="96012"/>
              </a:xfrm>
              <a:prstGeom prst="ellipse">
                <a:avLst/>
              </a:prstGeom>
              <a:solidFill>
                <a:srgbClr val="F7F5ED"/>
              </a:solidFill>
              <a:ln w="9525" cap="rnd">
                <a:solidFill>
                  <a:srgbClr val="AAA8A1"/>
                </a:solidFill>
                <a:round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7219188" y="2282342"/>
                <a:ext cx="694944" cy="12245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440" y="686"/>
                    </a:moveTo>
                    <a:cubicBezTo>
                      <a:pt x="440" y="711"/>
                      <a:pt x="418" y="733"/>
                      <a:pt x="393" y="733"/>
                    </a:cubicBezTo>
                    <a:cubicBezTo>
                      <a:pt x="367" y="733"/>
                      <a:pt x="346" y="711"/>
                      <a:pt x="346" y="686"/>
                    </a:cubicBezTo>
                    <a:cubicBezTo>
                      <a:pt x="346" y="660"/>
                      <a:pt x="367" y="639"/>
                      <a:pt x="393" y="639"/>
                    </a:cubicBezTo>
                    <a:cubicBezTo>
                      <a:pt x="418" y="639"/>
                      <a:pt x="440" y="660"/>
                      <a:pt x="440" y="686"/>
                    </a:cubicBezTo>
                    <a:close/>
                    <a:moveTo>
                      <a:pt x="342" y="458"/>
                    </a:moveTo>
                    <a:cubicBezTo>
                      <a:pt x="342" y="490"/>
                      <a:pt x="315" y="517"/>
                      <a:pt x="283" y="517"/>
                    </a:cubicBezTo>
                    <a:cubicBezTo>
                      <a:pt x="250" y="517"/>
                      <a:pt x="224" y="490"/>
                      <a:pt x="224" y="458"/>
                    </a:cubicBezTo>
                    <a:cubicBezTo>
                      <a:pt x="224" y="425"/>
                      <a:pt x="250" y="399"/>
                      <a:pt x="283" y="399"/>
                    </a:cubicBezTo>
                    <a:cubicBezTo>
                      <a:pt x="315" y="399"/>
                      <a:pt x="342" y="425"/>
                      <a:pt x="342" y="458"/>
                    </a:cubicBezTo>
                    <a:close/>
                    <a:moveTo>
                      <a:pt x="818" y="565"/>
                    </a:moveTo>
                    <a:cubicBezTo>
                      <a:pt x="818" y="592"/>
                      <a:pt x="795" y="615"/>
                      <a:pt x="768" y="615"/>
                    </a:cubicBezTo>
                    <a:cubicBezTo>
                      <a:pt x="740" y="615"/>
                      <a:pt x="718" y="592"/>
                      <a:pt x="718" y="565"/>
                    </a:cubicBezTo>
                    <a:cubicBezTo>
                      <a:pt x="718" y="537"/>
                      <a:pt x="740" y="515"/>
                      <a:pt x="768" y="515"/>
                    </a:cubicBezTo>
                    <a:cubicBezTo>
                      <a:pt x="795" y="515"/>
                      <a:pt x="818" y="537"/>
                      <a:pt x="818" y="565"/>
                    </a:cubicBezTo>
                    <a:close/>
                    <a:moveTo>
                      <a:pt x="793" y="147"/>
                    </a:moveTo>
                    <a:cubicBezTo>
                      <a:pt x="793" y="174"/>
                      <a:pt x="771" y="196"/>
                      <a:pt x="744" y="196"/>
                    </a:cubicBezTo>
                    <a:cubicBezTo>
                      <a:pt x="716" y="196"/>
                      <a:pt x="695" y="174"/>
                      <a:pt x="695" y="147"/>
                    </a:cubicBezTo>
                    <a:cubicBezTo>
                      <a:pt x="695" y="119"/>
                      <a:pt x="716" y="98"/>
                      <a:pt x="744" y="98"/>
                    </a:cubicBezTo>
                    <a:cubicBezTo>
                      <a:pt x="771" y="98"/>
                      <a:pt x="793" y="119"/>
                      <a:pt x="793" y="147"/>
                    </a:cubicBezTo>
                    <a:close/>
                    <a:moveTo>
                      <a:pt x="201" y="560"/>
                    </a:moveTo>
                    <a:cubicBezTo>
                      <a:pt x="201" y="580"/>
                      <a:pt x="183" y="598"/>
                      <a:pt x="163" y="598"/>
                    </a:cubicBezTo>
                    <a:cubicBezTo>
                      <a:pt x="142" y="598"/>
                      <a:pt x="125" y="580"/>
                      <a:pt x="125" y="560"/>
                    </a:cubicBezTo>
                    <a:cubicBezTo>
                      <a:pt x="125" y="539"/>
                      <a:pt x="142" y="522"/>
                      <a:pt x="163" y="522"/>
                    </a:cubicBezTo>
                    <a:cubicBezTo>
                      <a:pt x="183" y="522"/>
                      <a:pt x="201" y="539"/>
                      <a:pt x="201" y="560"/>
                    </a:cubicBezTo>
                    <a:close/>
                    <a:moveTo>
                      <a:pt x="750" y="319"/>
                    </a:moveTo>
                    <a:cubicBezTo>
                      <a:pt x="750" y="338"/>
                      <a:pt x="733" y="355"/>
                      <a:pt x="714" y="355"/>
                    </a:cubicBezTo>
                    <a:cubicBezTo>
                      <a:pt x="694" y="355"/>
                      <a:pt x="678" y="338"/>
                      <a:pt x="678" y="319"/>
                    </a:cubicBezTo>
                    <a:cubicBezTo>
                      <a:pt x="678" y="299"/>
                      <a:pt x="694" y="283"/>
                      <a:pt x="714" y="283"/>
                    </a:cubicBezTo>
                    <a:cubicBezTo>
                      <a:pt x="733" y="283"/>
                      <a:pt x="750" y="299"/>
                      <a:pt x="750" y="319"/>
                    </a:cubicBezTo>
                    <a:close/>
                    <a:moveTo>
                      <a:pt x="687" y="633"/>
                    </a:moveTo>
                    <a:cubicBezTo>
                      <a:pt x="687" y="663"/>
                      <a:pt x="661" y="689"/>
                      <a:pt x="631" y="689"/>
                    </a:cubicBezTo>
                    <a:cubicBezTo>
                      <a:pt x="600" y="689"/>
                      <a:pt x="575" y="663"/>
                      <a:pt x="575" y="633"/>
                    </a:cubicBezTo>
                    <a:cubicBezTo>
                      <a:pt x="575" y="602"/>
                      <a:pt x="600" y="577"/>
                      <a:pt x="631" y="577"/>
                    </a:cubicBezTo>
                    <a:cubicBezTo>
                      <a:pt x="661" y="577"/>
                      <a:pt x="687" y="602"/>
                      <a:pt x="687" y="633"/>
                    </a:cubicBezTo>
                    <a:close/>
                    <a:moveTo>
                      <a:pt x="754" y="567"/>
                    </a:moveTo>
                    <a:cubicBezTo>
                      <a:pt x="754" y="590"/>
                      <a:pt x="735" y="609"/>
                      <a:pt x="712" y="609"/>
                    </a:cubicBezTo>
                    <a:cubicBezTo>
                      <a:pt x="688" y="609"/>
                      <a:pt x="670" y="590"/>
                      <a:pt x="670" y="567"/>
                    </a:cubicBezTo>
                    <a:cubicBezTo>
                      <a:pt x="670" y="543"/>
                      <a:pt x="688" y="525"/>
                      <a:pt x="712" y="525"/>
                    </a:cubicBezTo>
                    <a:cubicBezTo>
                      <a:pt x="735" y="525"/>
                      <a:pt x="754" y="543"/>
                      <a:pt x="754" y="567"/>
                    </a:cubicBezTo>
                    <a:close/>
                    <a:moveTo>
                      <a:pt x="841" y="234"/>
                    </a:moveTo>
                    <a:cubicBezTo>
                      <a:pt x="841" y="254"/>
                      <a:pt x="824" y="271"/>
                      <a:pt x="804" y="271"/>
                    </a:cubicBezTo>
                    <a:cubicBezTo>
                      <a:pt x="783" y="271"/>
                      <a:pt x="767" y="254"/>
                      <a:pt x="767" y="234"/>
                    </a:cubicBezTo>
                    <a:cubicBezTo>
                      <a:pt x="767" y="213"/>
                      <a:pt x="783" y="197"/>
                      <a:pt x="804" y="197"/>
                    </a:cubicBezTo>
                    <a:cubicBezTo>
                      <a:pt x="824" y="197"/>
                      <a:pt x="841" y="213"/>
                      <a:pt x="841" y="234"/>
                    </a:cubicBezTo>
                    <a:close/>
                    <a:moveTo>
                      <a:pt x="857" y="235"/>
                    </a:moveTo>
                    <a:cubicBezTo>
                      <a:pt x="857" y="266"/>
                      <a:pt x="831" y="292"/>
                      <a:pt x="800" y="292"/>
                    </a:cubicBezTo>
                    <a:cubicBezTo>
                      <a:pt x="768" y="292"/>
                      <a:pt x="743" y="266"/>
                      <a:pt x="743" y="235"/>
                    </a:cubicBezTo>
                    <a:cubicBezTo>
                      <a:pt x="743" y="203"/>
                      <a:pt x="768" y="178"/>
                      <a:pt x="800" y="178"/>
                    </a:cubicBezTo>
                    <a:cubicBezTo>
                      <a:pt x="831" y="178"/>
                      <a:pt x="857" y="203"/>
                      <a:pt x="857" y="235"/>
                    </a:cubicBezTo>
                    <a:close/>
                    <a:moveTo>
                      <a:pt x="738" y="479"/>
                    </a:moveTo>
                    <a:cubicBezTo>
                      <a:pt x="738" y="508"/>
                      <a:pt x="714" y="532"/>
                      <a:pt x="685" y="532"/>
                    </a:cubicBezTo>
                    <a:cubicBezTo>
                      <a:pt x="655" y="532"/>
                      <a:pt x="632" y="508"/>
                      <a:pt x="632" y="479"/>
                    </a:cubicBezTo>
                    <a:cubicBezTo>
                      <a:pt x="632" y="449"/>
                      <a:pt x="655" y="426"/>
                      <a:pt x="685" y="426"/>
                    </a:cubicBezTo>
                    <a:cubicBezTo>
                      <a:pt x="714" y="426"/>
                      <a:pt x="738" y="449"/>
                      <a:pt x="738" y="479"/>
                    </a:cubicBezTo>
                    <a:close/>
                    <a:moveTo>
                      <a:pt x="219" y="767"/>
                    </a:moveTo>
                    <a:cubicBezTo>
                      <a:pt x="219" y="796"/>
                      <a:pt x="194" y="821"/>
                      <a:pt x="165" y="821"/>
                    </a:cubicBezTo>
                    <a:cubicBezTo>
                      <a:pt x="135" y="821"/>
                      <a:pt x="111" y="796"/>
                      <a:pt x="111" y="767"/>
                    </a:cubicBezTo>
                    <a:cubicBezTo>
                      <a:pt x="111" y="737"/>
                      <a:pt x="135" y="713"/>
                      <a:pt x="165" y="713"/>
                    </a:cubicBezTo>
                    <a:cubicBezTo>
                      <a:pt x="194" y="713"/>
                      <a:pt x="219" y="737"/>
                      <a:pt x="219" y="767"/>
                    </a:cubicBezTo>
                    <a:close/>
                    <a:moveTo>
                      <a:pt x="269" y="243"/>
                    </a:moveTo>
                    <a:cubicBezTo>
                      <a:pt x="269" y="272"/>
                      <a:pt x="244" y="297"/>
                      <a:pt x="215" y="297"/>
                    </a:cubicBezTo>
                    <a:cubicBezTo>
                      <a:pt x="185" y="297"/>
                      <a:pt x="161" y="272"/>
                      <a:pt x="161" y="243"/>
                    </a:cubicBezTo>
                    <a:cubicBezTo>
                      <a:pt x="161" y="213"/>
                      <a:pt x="185" y="189"/>
                      <a:pt x="215" y="189"/>
                    </a:cubicBezTo>
                    <a:cubicBezTo>
                      <a:pt x="244" y="189"/>
                      <a:pt x="269" y="213"/>
                      <a:pt x="269" y="243"/>
                    </a:cubicBezTo>
                    <a:close/>
                    <a:moveTo>
                      <a:pt x="794" y="123"/>
                    </a:moveTo>
                    <a:cubicBezTo>
                      <a:pt x="794" y="144"/>
                      <a:pt x="776" y="162"/>
                      <a:pt x="755" y="162"/>
                    </a:cubicBezTo>
                    <a:cubicBezTo>
                      <a:pt x="733" y="162"/>
                      <a:pt x="716" y="144"/>
                      <a:pt x="716" y="123"/>
                    </a:cubicBezTo>
                    <a:cubicBezTo>
                      <a:pt x="716" y="101"/>
                      <a:pt x="733" y="84"/>
                      <a:pt x="755" y="84"/>
                    </a:cubicBezTo>
                    <a:cubicBezTo>
                      <a:pt x="776" y="84"/>
                      <a:pt x="794" y="101"/>
                      <a:pt x="794" y="123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710946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725576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32" name="Recuadro Lechoso"/>
            <p:cNvGrpSpPr/>
            <p:nvPr/>
          </p:nvGrpSpPr>
          <p:grpSpPr>
            <a:xfrm>
              <a:off x="6172200" y="4023360"/>
              <a:ext cx="2743200" cy="1828800"/>
              <a:chOff x="6172200" y="4023360"/>
              <a:chExt cx="2743200" cy="1828800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6172200" y="4389120"/>
                <a:ext cx="2743200" cy="146304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1739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Quilotórax</a:t>
                </a:r>
                <a:r>
                  <a:rPr lang="es-AR" sz="15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(TG &gt; 110 mg/dl) · pseudoquilotórax (colesterol &gt; 200 mg/dl) · empiema.</a:t>
                </a:r>
                <a:endParaRPr lang="es-AR" sz="1500" dirty="0">
                  <a:latin typeface="Mali"/>
                </a:endParaRPr>
              </a:p>
            </p:txBody>
          </p:sp>
          <p:sp>
            <p:nvSpPr>
              <p:cNvPr id="34" name="Forma 33"/>
              <p:cNvSpPr/>
              <p:nvPr/>
            </p:nvSpPr>
            <p:spPr>
              <a:xfrm>
                <a:off x="617220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13"/>
                  </a:lnSpc>
                  <a:spcAft>
                    <a:spcPts val="300"/>
                  </a:spcAft>
                  <a:buNone/>
                </a:pPr>
                <a:r>
                  <a:rPr lang="es-AR" sz="16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LECHOSO</a:t>
                </a:r>
                <a:endParaRPr lang="es-AR" sz="1650" dirty="0">
                  <a:latin typeface="Mali"/>
                </a:endParaRPr>
              </a:p>
            </p:txBody>
          </p:sp>
        </p:grpSp>
      </p:grpSp>
      <p:grpSp>
        <p:nvGrpSpPr>
          <p:cNvPr id="35" name="Aspecto Purulento"/>
          <p:cNvGrpSpPr/>
          <p:nvPr/>
        </p:nvGrpSpPr>
        <p:grpSpPr>
          <a:xfrm>
            <a:off x="9052560" y="960120"/>
            <a:ext cx="2743200" cy="4892040"/>
            <a:chOff x="9052560" y="960120"/>
            <a:chExt cx="2743200" cy="4892040"/>
          </a:xfrm>
        </p:grpSpPr>
        <p:grpSp>
          <p:nvGrpSpPr>
            <p:cNvPr id="36" name="Tubo Purulento"/>
            <p:cNvGrpSpPr/>
            <p:nvPr/>
          </p:nvGrpSpPr>
          <p:grpSpPr>
            <a:xfrm>
              <a:off x="9934956" y="960120"/>
              <a:ext cx="1024128" cy="2743200"/>
              <a:chOff x="9934956" y="960120"/>
              <a:chExt cx="1024128" cy="2743200"/>
            </a:xfrm>
          </p:grpSpPr>
          <p:sp>
            <p:nvSpPr>
              <p:cNvPr id="37" name="Forma 36"/>
              <p:cNvSpPr/>
              <p:nvPr/>
            </p:nvSpPr>
            <p:spPr>
              <a:xfrm>
                <a:off x="993495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38" name="Forma 37"/>
              <p:cNvSpPr/>
              <p:nvPr/>
            </p:nvSpPr>
            <p:spPr>
              <a:xfrm>
                <a:off x="1005382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7D37B"/>
                  </a:gs>
                  <a:gs pos="100000">
                    <a:srgbClr val="C6B04F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39" name="Forma 38"/>
              <p:cNvSpPr/>
              <p:nvPr/>
            </p:nvSpPr>
            <p:spPr>
              <a:xfrm>
                <a:off x="10053828" y="2131466"/>
                <a:ext cx="786384" cy="96012"/>
              </a:xfrm>
              <a:prstGeom prst="ellipse">
                <a:avLst/>
              </a:prstGeom>
              <a:solidFill>
                <a:srgbClr val="EAD88B"/>
              </a:solidFill>
              <a:ln w="9525" cap="rnd">
                <a:solidFill>
                  <a:srgbClr val="9E8C3E"/>
                </a:solidFill>
                <a:round/>
              </a:ln>
            </p:spPr>
          </p:sp>
          <p:sp>
            <p:nvSpPr>
              <p:cNvPr id="40" name="Forma 39"/>
              <p:cNvSpPr/>
              <p:nvPr/>
            </p:nvSpPr>
            <p:spPr>
              <a:xfrm>
                <a:off x="10099548" y="2282342"/>
                <a:ext cx="694944" cy="12245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440" y="686"/>
                    </a:moveTo>
                    <a:cubicBezTo>
                      <a:pt x="440" y="711"/>
                      <a:pt x="418" y="733"/>
                      <a:pt x="393" y="733"/>
                    </a:cubicBezTo>
                    <a:cubicBezTo>
                      <a:pt x="367" y="733"/>
                      <a:pt x="346" y="711"/>
                      <a:pt x="346" y="686"/>
                    </a:cubicBezTo>
                    <a:cubicBezTo>
                      <a:pt x="346" y="660"/>
                      <a:pt x="367" y="639"/>
                      <a:pt x="393" y="639"/>
                    </a:cubicBezTo>
                    <a:cubicBezTo>
                      <a:pt x="418" y="639"/>
                      <a:pt x="440" y="660"/>
                      <a:pt x="440" y="686"/>
                    </a:cubicBezTo>
                    <a:close/>
                    <a:moveTo>
                      <a:pt x="342" y="458"/>
                    </a:moveTo>
                    <a:cubicBezTo>
                      <a:pt x="342" y="490"/>
                      <a:pt x="315" y="517"/>
                      <a:pt x="283" y="517"/>
                    </a:cubicBezTo>
                    <a:cubicBezTo>
                      <a:pt x="250" y="517"/>
                      <a:pt x="224" y="490"/>
                      <a:pt x="224" y="458"/>
                    </a:cubicBezTo>
                    <a:cubicBezTo>
                      <a:pt x="224" y="425"/>
                      <a:pt x="250" y="399"/>
                      <a:pt x="283" y="399"/>
                    </a:cubicBezTo>
                    <a:cubicBezTo>
                      <a:pt x="315" y="399"/>
                      <a:pt x="342" y="425"/>
                      <a:pt x="342" y="458"/>
                    </a:cubicBezTo>
                    <a:close/>
                    <a:moveTo>
                      <a:pt x="818" y="565"/>
                    </a:moveTo>
                    <a:cubicBezTo>
                      <a:pt x="818" y="592"/>
                      <a:pt x="795" y="615"/>
                      <a:pt x="768" y="615"/>
                    </a:cubicBezTo>
                    <a:cubicBezTo>
                      <a:pt x="740" y="615"/>
                      <a:pt x="718" y="592"/>
                      <a:pt x="718" y="565"/>
                    </a:cubicBezTo>
                    <a:cubicBezTo>
                      <a:pt x="718" y="537"/>
                      <a:pt x="740" y="515"/>
                      <a:pt x="768" y="515"/>
                    </a:cubicBezTo>
                    <a:cubicBezTo>
                      <a:pt x="795" y="515"/>
                      <a:pt x="818" y="537"/>
                      <a:pt x="818" y="565"/>
                    </a:cubicBezTo>
                    <a:close/>
                    <a:moveTo>
                      <a:pt x="793" y="147"/>
                    </a:moveTo>
                    <a:cubicBezTo>
                      <a:pt x="793" y="174"/>
                      <a:pt x="771" y="196"/>
                      <a:pt x="744" y="196"/>
                    </a:cubicBezTo>
                    <a:cubicBezTo>
                      <a:pt x="716" y="196"/>
                      <a:pt x="695" y="174"/>
                      <a:pt x="695" y="147"/>
                    </a:cubicBezTo>
                    <a:cubicBezTo>
                      <a:pt x="695" y="119"/>
                      <a:pt x="716" y="98"/>
                      <a:pt x="744" y="98"/>
                    </a:cubicBezTo>
                    <a:cubicBezTo>
                      <a:pt x="771" y="98"/>
                      <a:pt x="793" y="119"/>
                      <a:pt x="793" y="147"/>
                    </a:cubicBezTo>
                    <a:close/>
                    <a:moveTo>
                      <a:pt x="201" y="560"/>
                    </a:moveTo>
                    <a:cubicBezTo>
                      <a:pt x="201" y="580"/>
                      <a:pt x="183" y="598"/>
                      <a:pt x="163" y="598"/>
                    </a:cubicBezTo>
                    <a:cubicBezTo>
                      <a:pt x="142" y="598"/>
                      <a:pt x="125" y="580"/>
                      <a:pt x="125" y="560"/>
                    </a:cubicBezTo>
                    <a:cubicBezTo>
                      <a:pt x="125" y="539"/>
                      <a:pt x="142" y="522"/>
                      <a:pt x="163" y="522"/>
                    </a:cubicBezTo>
                    <a:cubicBezTo>
                      <a:pt x="183" y="522"/>
                      <a:pt x="201" y="539"/>
                      <a:pt x="201" y="560"/>
                    </a:cubicBezTo>
                    <a:close/>
                    <a:moveTo>
                      <a:pt x="750" y="319"/>
                    </a:moveTo>
                    <a:cubicBezTo>
                      <a:pt x="750" y="338"/>
                      <a:pt x="733" y="355"/>
                      <a:pt x="714" y="355"/>
                    </a:cubicBezTo>
                    <a:cubicBezTo>
                      <a:pt x="694" y="355"/>
                      <a:pt x="678" y="338"/>
                      <a:pt x="678" y="319"/>
                    </a:cubicBezTo>
                    <a:cubicBezTo>
                      <a:pt x="678" y="299"/>
                      <a:pt x="694" y="283"/>
                      <a:pt x="714" y="283"/>
                    </a:cubicBezTo>
                    <a:cubicBezTo>
                      <a:pt x="733" y="283"/>
                      <a:pt x="750" y="299"/>
                      <a:pt x="750" y="319"/>
                    </a:cubicBezTo>
                    <a:close/>
                    <a:moveTo>
                      <a:pt x="687" y="633"/>
                    </a:moveTo>
                    <a:cubicBezTo>
                      <a:pt x="687" y="663"/>
                      <a:pt x="661" y="689"/>
                      <a:pt x="631" y="689"/>
                    </a:cubicBezTo>
                    <a:cubicBezTo>
                      <a:pt x="600" y="689"/>
                      <a:pt x="575" y="663"/>
                      <a:pt x="575" y="633"/>
                    </a:cubicBezTo>
                    <a:cubicBezTo>
                      <a:pt x="575" y="602"/>
                      <a:pt x="600" y="577"/>
                      <a:pt x="631" y="577"/>
                    </a:cubicBezTo>
                    <a:cubicBezTo>
                      <a:pt x="661" y="577"/>
                      <a:pt x="687" y="602"/>
                      <a:pt x="687" y="633"/>
                    </a:cubicBezTo>
                    <a:close/>
                    <a:moveTo>
                      <a:pt x="754" y="567"/>
                    </a:moveTo>
                    <a:cubicBezTo>
                      <a:pt x="754" y="590"/>
                      <a:pt x="735" y="609"/>
                      <a:pt x="712" y="609"/>
                    </a:cubicBezTo>
                    <a:cubicBezTo>
                      <a:pt x="688" y="609"/>
                      <a:pt x="670" y="590"/>
                      <a:pt x="670" y="567"/>
                    </a:cubicBezTo>
                    <a:cubicBezTo>
                      <a:pt x="670" y="543"/>
                      <a:pt x="688" y="525"/>
                      <a:pt x="712" y="525"/>
                    </a:cubicBezTo>
                    <a:cubicBezTo>
                      <a:pt x="735" y="525"/>
                      <a:pt x="754" y="543"/>
                      <a:pt x="754" y="567"/>
                    </a:cubicBezTo>
                    <a:close/>
                    <a:moveTo>
                      <a:pt x="841" y="234"/>
                    </a:moveTo>
                    <a:cubicBezTo>
                      <a:pt x="841" y="254"/>
                      <a:pt x="824" y="271"/>
                      <a:pt x="804" y="271"/>
                    </a:cubicBezTo>
                    <a:cubicBezTo>
                      <a:pt x="783" y="271"/>
                      <a:pt x="767" y="254"/>
                      <a:pt x="767" y="234"/>
                    </a:cubicBezTo>
                    <a:cubicBezTo>
                      <a:pt x="767" y="213"/>
                      <a:pt x="783" y="197"/>
                      <a:pt x="804" y="197"/>
                    </a:cubicBezTo>
                    <a:cubicBezTo>
                      <a:pt x="824" y="197"/>
                      <a:pt x="841" y="213"/>
                      <a:pt x="841" y="234"/>
                    </a:cubicBezTo>
                    <a:close/>
                    <a:moveTo>
                      <a:pt x="857" y="235"/>
                    </a:moveTo>
                    <a:cubicBezTo>
                      <a:pt x="857" y="266"/>
                      <a:pt x="831" y="292"/>
                      <a:pt x="800" y="292"/>
                    </a:cubicBezTo>
                    <a:cubicBezTo>
                      <a:pt x="768" y="292"/>
                      <a:pt x="743" y="266"/>
                      <a:pt x="743" y="235"/>
                    </a:cubicBezTo>
                    <a:cubicBezTo>
                      <a:pt x="743" y="203"/>
                      <a:pt x="768" y="178"/>
                      <a:pt x="800" y="178"/>
                    </a:cubicBezTo>
                    <a:cubicBezTo>
                      <a:pt x="831" y="178"/>
                      <a:pt x="857" y="203"/>
                      <a:pt x="857" y="235"/>
                    </a:cubicBezTo>
                    <a:close/>
                    <a:moveTo>
                      <a:pt x="738" y="479"/>
                    </a:moveTo>
                    <a:cubicBezTo>
                      <a:pt x="738" y="508"/>
                      <a:pt x="714" y="532"/>
                      <a:pt x="685" y="532"/>
                    </a:cubicBezTo>
                    <a:cubicBezTo>
                      <a:pt x="655" y="532"/>
                      <a:pt x="632" y="508"/>
                      <a:pt x="632" y="479"/>
                    </a:cubicBezTo>
                    <a:cubicBezTo>
                      <a:pt x="632" y="449"/>
                      <a:pt x="655" y="426"/>
                      <a:pt x="685" y="426"/>
                    </a:cubicBezTo>
                    <a:cubicBezTo>
                      <a:pt x="714" y="426"/>
                      <a:pt x="738" y="449"/>
                      <a:pt x="738" y="479"/>
                    </a:cubicBezTo>
                    <a:close/>
                    <a:moveTo>
                      <a:pt x="219" y="767"/>
                    </a:moveTo>
                    <a:cubicBezTo>
                      <a:pt x="219" y="796"/>
                      <a:pt x="194" y="821"/>
                      <a:pt x="165" y="821"/>
                    </a:cubicBezTo>
                    <a:cubicBezTo>
                      <a:pt x="135" y="821"/>
                      <a:pt x="111" y="796"/>
                      <a:pt x="111" y="767"/>
                    </a:cubicBezTo>
                    <a:cubicBezTo>
                      <a:pt x="111" y="737"/>
                      <a:pt x="135" y="713"/>
                      <a:pt x="165" y="713"/>
                    </a:cubicBezTo>
                    <a:cubicBezTo>
                      <a:pt x="194" y="713"/>
                      <a:pt x="219" y="737"/>
                      <a:pt x="219" y="767"/>
                    </a:cubicBezTo>
                    <a:close/>
                    <a:moveTo>
                      <a:pt x="269" y="243"/>
                    </a:moveTo>
                    <a:cubicBezTo>
                      <a:pt x="269" y="272"/>
                      <a:pt x="244" y="297"/>
                      <a:pt x="215" y="297"/>
                    </a:cubicBezTo>
                    <a:cubicBezTo>
                      <a:pt x="185" y="297"/>
                      <a:pt x="161" y="272"/>
                      <a:pt x="161" y="243"/>
                    </a:cubicBezTo>
                    <a:cubicBezTo>
                      <a:pt x="161" y="213"/>
                      <a:pt x="185" y="189"/>
                      <a:pt x="215" y="189"/>
                    </a:cubicBezTo>
                    <a:cubicBezTo>
                      <a:pt x="244" y="189"/>
                      <a:pt x="269" y="213"/>
                      <a:pt x="269" y="243"/>
                    </a:cubicBezTo>
                    <a:close/>
                    <a:moveTo>
                      <a:pt x="794" y="123"/>
                    </a:moveTo>
                    <a:cubicBezTo>
                      <a:pt x="794" y="144"/>
                      <a:pt x="776" y="162"/>
                      <a:pt x="755" y="162"/>
                    </a:cubicBezTo>
                    <a:cubicBezTo>
                      <a:pt x="733" y="162"/>
                      <a:pt x="716" y="144"/>
                      <a:pt x="716" y="123"/>
                    </a:cubicBezTo>
                    <a:cubicBezTo>
                      <a:pt x="716" y="101"/>
                      <a:pt x="733" y="84"/>
                      <a:pt x="755" y="84"/>
                    </a:cubicBezTo>
                    <a:cubicBezTo>
                      <a:pt x="776" y="84"/>
                      <a:pt x="794" y="101"/>
                      <a:pt x="794" y="123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</p:sp>
          <p:sp>
            <p:nvSpPr>
              <p:cNvPr id="41" name="Forma 40"/>
              <p:cNvSpPr/>
              <p:nvPr/>
            </p:nvSpPr>
            <p:spPr>
              <a:xfrm>
                <a:off x="998982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42" name="Forma 41"/>
              <p:cNvSpPr/>
              <p:nvPr/>
            </p:nvSpPr>
            <p:spPr>
              <a:xfrm>
                <a:off x="1013612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43" name="Recuadro Purulento"/>
            <p:cNvGrpSpPr/>
            <p:nvPr/>
          </p:nvGrpSpPr>
          <p:grpSpPr>
            <a:xfrm>
              <a:off x="9052560" y="4023360"/>
              <a:ext cx="2743200" cy="1828800"/>
              <a:chOff x="9052560" y="4023360"/>
              <a:chExt cx="2743200" cy="182880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9052560" y="4389120"/>
                <a:ext cx="2743200" cy="1463040"/>
              </a:xfrm>
              <a:prstGeom prst="rect">
                <a:avLst/>
              </a:prstGeom>
              <a:solidFill>
                <a:srgbClr val="E2C85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Empiema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(pus).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905256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PURULENTO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50156" y="91440"/>
            <a:ext cx="597694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ASPECTO MACROSCÓPICO (1/2)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Aspecto Negro"/>
          <p:cNvGrpSpPr/>
          <p:nvPr/>
        </p:nvGrpSpPr>
        <p:grpSpPr>
          <a:xfrm>
            <a:off x="411480" y="960120"/>
            <a:ext cx="3703320" cy="4892040"/>
            <a:chOff x="411480" y="960120"/>
            <a:chExt cx="3703320" cy="4892040"/>
          </a:xfrm>
        </p:grpSpPr>
        <p:grpSp>
          <p:nvGrpSpPr>
            <p:cNvPr id="5" name="Tubo Negro"/>
            <p:cNvGrpSpPr/>
            <p:nvPr/>
          </p:nvGrpSpPr>
          <p:grpSpPr>
            <a:xfrm>
              <a:off x="1773936" y="960120"/>
              <a:ext cx="1024128" cy="2743200"/>
              <a:chOff x="1773936" y="960120"/>
              <a:chExt cx="1024128" cy="27432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177393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7" name="Forma 6"/>
              <p:cNvSpPr/>
              <p:nvPr/>
            </p:nvSpPr>
            <p:spPr>
              <a:xfrm>
                <a:off x="189280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494949"/>
                  </a:gs>
                  <a:gs pos="100000">
                    <a:srgbClr val="181818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8" name="Forma 7"/>
              <p:cNvSpPr/>
              <p:nvPr/>
            </p:nvSpPr>
            <p:spPr>
              <a:xfrm>
                <a:off x="1892808" y="2131466"/>
                <a:ext cx="786384" cy="96012"/>
              </a:xfrm>
              <a:prstGeom prst="ellipse">
                <a:avLst/>
              </a:prstGeom>
              <a:solidFill>
                <a:srgbClr val="606060"/>
              </a:solidFill>
              <a:ln w="9525" cap="rnd">
                <a:solidFill>
                  <a:srgbClr val="131313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82880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97510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11" name="Recuadro Negro"/>
            <p:cNvGrpSpPr/>
            <p:nvPr/>
          </p:nvGrpSpPr>
          <p:grpSpPr>
            <a:xfrm>
              <a:off x="411480" y="4023360"/>
              <a:ext cx="3703320" cy="1828800"/>
              <a:chOff x="411480" y="4023360"/>
              <a:chExt cx="3703320" cy="1828800"/>
            </a:xfrm>
          </p:grpSpPr>
          <p:sp>
            <p:nvSpPr>
              <p:cNvPr id="12" name="Forma 11"/>
              <p:cNvSpPr/>
              <p:nvPr/>
            </p:nvSpPr>
            <p:spPr>
              <a:xfrm>
                <a:off x="411480" y="4389120"/>
                <a:ext cx="3703320" cy="1463040"/>
              </a:xfrm>
              <a:prstGeom prst="rect">
                <a:avLst/>
              </a:prstGeom>
              <a:solidFill>
                <a:srgbClr val="BFBFB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Infección por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hongos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(muy infrecuente).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13" name="Forma 12"/>
              <p:cNvSpPr/>
              <p:nvPr/>
            </p:nvSpPr>
            <p:spPr>
              <a:xfrm>
                <a:off x="411480" y="40233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NEGRO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4" name="Aspecto Amarillo verdoso"/>
          <p:cNvGrpSpPr/>
          <p:nvPr/>
        </p:nvGrpSpPr>
        <p:grpSpPr>
          <a:xfrm>
            <a:off x="4251960" y="960120"/>
            <a:ext cx="3703320" cy="4892040"/>
            <a:chOff x="4251960" y="960120"/>
            <a:chExt cx="3703320" cy="4892040"/>
          </a:xfrm>
        </p:grpSpPr>
        <p:grpSp>
          <p:nvGrpSpPr>
            <p:cNvPr id="15" name="Tubo Amarillo verdoso"/>
            <p:cNvGrpSpPr/>
            <p:nvPr/>
          </p:nvGrpSpPr>
          <p:grpSpPr>
            <a:xfrm>
              <a:off x="5614416" y="960120"/>
              <a:ext cx="1024128" cy="2743200"/>
              <a:chOff x="5614416" y="960120"/>
              <a:chExt cx="1024128" cy="2743200"/>
            </a:xfrm>
          </p:grpSpPr>
          <p:sp>
            <p:nvSpPr>
              <p:cNvPr id="16" name="Forma 15"/>
              <p:cNvSpPr/>
              <p:nvPr/>
            </p:nvSpPr>
            <p:spPr>
              <a:xfrm>
                <a:off x="561441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17" name="Forma 16"/>
              <p:cNvSpPr/>
              <p:nvPr/>
            </p:nvSpPr>
            <p:spPr>
              <a:xfrm>
                <a:off x="573328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5CE6E"/>
                  </a:gs>
                  <a:gs pos="100000">
                    <a:srgbClr val="A1AA41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5733288" y="2131466"/>
                <a:ext cx="786384" cy="96012"/>
              </a:xfrm>
              <a:prstGeom prst="ellipse">
                <a:avLst/>
              </a:prstGeom>
              <a:solidFill>
                <a:srgbClr val="CCD480"/>
              </a:solidFill>
              <a:ln w="9525" cap="rnd">
                <a:solidFill>
                  <a:srgbClr val="808733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5779008" y="2282342"/>
                <a:ext cx="694944" cy="12245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440" y="686"/>
                    </a:moveTo>
                    <a:cubicBezTo>
                      <a:pt x="440" y="711"/>
                      <a:pt x="418" y="733"/>
                      <a:pt x="393" y="733"/>
                    </a:cubicBezTo>
                    <a:cubicBezTo>
                      <a:pt x="367" y="733"/>
                      <a:pt x="346" y="711"/>
                      <a:pt x="346" y="686"/>
                    </a:cubicBezTo>
                    <a:cubicBezTo>
                      <a:pt x="346" y="660"/>
                      <a:pt x="367" y="639"/>
                      <a:pt x="393" y="639"/>
                    </a:cubicBezTo>
                    <a:cubicBezTo>
                      <a:pt x="418" y="639"/>
                      <a:pt x="440" y="660"/>
                      <a:pt x="440" y="686"/>
                    </a:cubicBezTo>
                    <a:close/>
                    <a:moveTo>
                      <a:pt x="342" y="458"/>
                    </a:moveTo>
                    <a:cubicBezTo>
                      <a:pt x="342" y="490"/>
                      <a:pt x="315" y="517"/>
                      <a:pt x="283" y="517"/>
                    </a:cubicBezTo>
                    <a:cubicBezTo>
                      <a:pt x="250" y="517"/>
                      <a:pt x="224" y="490"/>
                      <a:pt x="224" y="458"/>
                    </a:cubicBezTo>
                    <a:cubicBezTo>
                      <a:pt x="224" y="425"/>
                      <a:pt x="250" y="399"/>
                      <a:pt x="283" y="399"/>
                    </a:cubicBezTo>
                    <a:cubicBezTo>
                      <a:pt x="315" y="399"/>
                      <a:pt x="342" y="425"/>
                      <a:pt x="342" y="458"/>
                    </a:cubicBezTo>
                    <a:close/>
                    <a:moveTo>
                      <a:pt x="818" y="565"/>
                    </a:moveTo>
                    <a:cubicBezTo>
                      <a:pt x="818" y="592"/>
                      <a:pt x="795" y="615"/>
                      <a:pt x="768" y="615"/>
                    </a:cubicBezTo>
                    <a:cubicBezTo>
                      <a:pt x="740" y="615"/>
                      <a:pt x="718" y="592"/>
                      <a:pt x="718" y="565"/>
                    </a:cubicBezTo>
                    <a:cubicBezTo>
                      <a:pt x="718" y="537"/>
                      <a:pt x="740" y="515"/>
                      <a:pt x="768" y="515"/>
                    </a:cubicBezTo>
                    <a:cubicBezTo>
                      <a:pt x="795" y="515"/>
                      <a:pt x="818" y="537"/>
                      <a:pt x="818" y="565"/>
                    </a:cubicBezTo>
                    <a:close/>
                    <a:moveTo>
                      <a:pt x="793" y="147"/>
                    </a:moveTo>
                    <a:cubicBezTo>
                      <a:pt x="793" y="174"/>
                      <a:pt x="771" y="196"/>
                      <a:pt x="744" y="196"/>
                    </a:cubicBezTo>
                    <a:cubicBezTo>
                      <a:pt x="716" y="196"/>
                      <a:pt x="695" y="174"/>
                      <a:pt x="695" y="147"/>
                    </a:cubicBezTo>
                    <a:cubicBezTo>
                      <a:pt x="695" y="119"/>
                      <a:pt x="716" y="98"/>
                      <a:pt x="744" y="98"/>
                    </a:cubicBezTo>
                    <a:cubicBezTo>
                      <a:pt x="771" y="98"/>
                      <a:pt x="793" y="119"/>
                      <a:pt x="793" y="147"/>
                    </a:cubicBezTo>
                    <a:close/>
                    <a:moveTo>
                      <a:pt x="201" y="560"/>
                    </a:moveTo>
                    <a:cubicBezTo>
                      <a:pt x="201" y="580"/>
                      <a:pt x="183" y="598"/>
                      <a:pt x="163" y="598"/>
                    </a:cubicBezTo>
                    <a:cubicBezTo>
                      <a:pt x="142" y="598"/>
                      <a:pt x="125" y="580"/>
                      <a:pt x="125" y="560"/>
                    </a:cubicBezTo>
                    <a:cubicBezTo>
                      <a:pt x="125" y="539"/>
                      <a:pt x="142" y="522"/>
                      <a:pt x="163" y="522"/>
                    </a:cubicBezTo>
                    <a:cubicBezTo>
                      <a:pt x="183" y="522"/>
                      <a:pt x="201" y="539"/>
                      <a:pt x="201" y="560"/>
                    </a:cubicBezTo>
                    <a:close/>
                    <a:moveTo>
                      <a:pt x="750" y="319"/>
                    </a:moveTo>
                    <a:cubicBezTo>
                      <a:pt x="750" y="338"/>
                      <a:pt x="733" y="355"/>
                      <a:pt x="714" y="355"/>
                    </a:cubicBezTo>
                    <a:cubicBezTo>
                      <a:pt x="694" y="355"/>
                      <a:pt x="678" y="338"/>
                      <a:pt x="678" y="319"/>
                    </a:cubicBezTo>
                    <a:cubicBezTo>
                      <a:pt x="678" y="299"/>
                      <a:pt x="694" y="283"/>
                      <a:pt x="714" y="283"/>
                    </a:cubicBezTo>
                    <a:cubicBezTo>
                      <a:pt x="733" y="283"/>
                      <a:pt x="750" y="299"/>
                      <a:pt x="750" y="319"/>
                    </a:cubicBezTo>
                    <a:close/>
                    <a:moveTo>
                      <a:pt x="687" y="633"/>
                    </a:moveTo>
                    <a:cubicBezTo>
                      <a:pt x="687" y="663"/>
                      <a:pt x="661" y="689"/>
                      <a:pt x="631" y="689"/>
                    </a:cubicBezTo>
                    <a:cubicBezTo>
                      <a:pt x="600" y="689"/>
                      <a:pt x="575" y="663"/>
                      <a:pt x="575" y="633"/>
                    </a:cubicBezTo>
                    <a:cubicBezTo>
                      <a:pt x="575" y="602"/>
                      <a:pt x="600" y="577"/>
                      <a:pt x="631" y="577"/>
                    </a:cubicBezTo>
                    <a:cubicBezTo>
                      <a:pt x="661" y="577"/>
                      <a:pt x="687" y="602"/>
                      <a:pt x="687" y="633"/>
                    </a:cubicBezTo>
                    <a:close/>
                    <a:moveTo>
                      <a:pt x="754" y="567"/>
                    </a:moveTo>
                    <a:cubicBezTo>
                      <a:pt x="754" y="590"/>
                      <a:pt x="735" y="609"/>
                      <a:pt x="712" y="609"/>
                    </a:cubicBezTo>
                    <a:cubicBezTo>
                      <a:pt x="688" y="609"/>
                      <a:pt x="670" y="590"/>
                      <a:pt x="670" y="567"/>
                    </a:cubicBezTo>
                    <a:cubicBezTo>
                      <a:pt x="670" y="543"/>
                      <a:pt x="688" y="525"/>
                      <a:pt x="712" y="525"/>
                    </a:cubicBezTo>
                    <a:cubicBezTo>
                      <a:pt x="735" y="525"/>
                      <a:pt x="754" y="543"/>
                      <a:pt x="754" y="567"/>
                    </a:cubicBezTo>
                    <a:close/>
                    <a:moveTo>
                      <a:pt x="841" y="234"/>
                    </a:moveTo>
                    <a:cubicBezTo>
                      <a:pt x="841" y="254"/>
                      <a:pt x="824" y="271"/>
                      <a:pt x="804" y="271"/>
                    </a:cubicBezTo>
                    <a:cubicBezTo>
                      <a:pt x="783" y="271"/>
                      <a:pt x="767" y="254"/>
                      <a:pt x="767" y="234"/>
                    </a:cubicBezTo>
                    <a:cubicBezTo>
                      <a:pt x="767" y="213"/>
                      <a:pt x="783" y="197"/>
                      <a:pt x="804" y="197"/>
                    </a:cubicBezTo>
                    <a:cubicBezTo>
                      <a:pt x="824" y="197"/>
                      <a:pt x="841" y="213"/>
                      <a:pt x="841" y="234"/>
                    </a:cubicBezTo>
                    <a:close/>
                    <a:moveTo>
                      <a:pt x="857" y="235"/>
                    </a:moveTo>
                    <a:cubicBezTo>
                      <a:pt x="857" y="266"/>
                      <a:pt x="831" y="292"/>
                      <a:pt x="800" y="292"/>
                    </a:cubicBezTo>
                    <a:cubicBezTo>
                      <a:pt x="768" y="292"/>
                      <a:pt x="743" y="266"/>
                      <a:pt x="743" y="235"/>
                    </a:cubicBezTo>
                    <a:cubicBezTo>
                      <a:pt x="743" y="203"/>
                      <a:pt x="768" y="178"/>
                      <a:pt x="800" y="178"/>
                    </a:cubicBezTo>
                    <a:cubicBezTo>
                      <a:pt x="831" y="178"/>
                      <a:pt x="857" y="203"/>
                      <a:pt x="857" y="235"/>
                    </a:cubicBezTo>
                    <a:close/>
                    <a:moveTo>
                      <a:pt x="738" y="479"/>
                    </a:moveTo>
                    <a:cubicBezTo>
                      <a:pt x="738" y="508"/>
                      <a:pt x="714" y="532"/>
                      <a:pt x="685" y="532"/>
                    </a:cubicBezTo>
                    <a:cubicBezTo>
                      <a:pt x="655" y="532"/>
                      <a:pt x="632" y="508"/>
                      <a:pt x="632" y="479"/>
                    </a:cubicBezTo>
                    <a:cubicBezTo>
                      <a:pt x="632" y="449"/>
                      <a:pt x="655" y="426"/>
                      <a:pt x="685" y="426"/>
                    </a:cubicBezTo>
                    <a:cubicBezTo>
                      <a:pt x="714" y="426"/>
                      <a:pt x="738" y="449"/>
                      <a:pt x="738" y="479"/>
                    </a:cubicBezTo>
                    <a:close/>
                    <a:moveTo>
                      <a:pt x="219" y="767"/>
                    </a:moveTo>
                    <a:cubicBezTo>
                      <a:pt x="219" y="796"/>
                      <a:pt x="194" y="821"/>
                      <a:pt x="165" y="821"/>
                    </a:cubicBezTo>
                    <a:cubicBezTo>
                      <a:pt x="135" y="821"/>
                      <a:pt x="111" y="796"/>
                      <a:pt x="111" y="767"/>
                    </a:cubicBezTo>
                    <a:cubicBezTo>
                      <a:pt x="111" y="737"/>
                      <a:pt x="135" y="713"/>
                      <a:pt x="165" y="713"/>
                    </a:cubicBezTo>
                    <a:cubicBezTo>
                      <a:pt x="194" y="713"/>
                      <a:pt x="219" y="737"/>
                      <a:pt x="219" y="767"/>
                    </a:cubicBezTo>
                    <a:close/>
                    <a:moveTo>
                      <a:pt x="269" y="243"/>
                    </a:moveTo>
                    <a:cubicBezTo>
                      <a:pt x="269" y="272"/>
                      <a:pt x="244" y="297"/>
                      <a:pt x="215" y="297"/>
                    </a:cubicBezTo>
                    <a:cubicBezTo>
                      <a:pt x="185" y="297"/>
                      <a:pt x="161" y="272"/>
                      <a:pt x="161" y="243"/>
                    </a:cubicBezTo>
                    <a:cubicBezTo>
                      <a:pt x="161" y="213"/>
                      <a:pt x="185" y="189"/>
                      <a:pt x="215" y="189"/>
                    </a:cubicBezTo>
                    <a:cubicBezTo>
                      <a:pt x="244" y="189"/>
                      <a:pt x="269" y="213"/>
                      <a:pt x="269" y="243"/>
                    </a:cubicBezTo>
                    <a:close/>
                    <a:moveTo>
                      <a:pt x="794" y="123"/>
                    </a:moveTo>
                    <a:cubicBezTo>
                      <a:pt x="794" y="144"/>
                      <a:pt x="776" y="162"/>
                      <a:pt x="755" y="162"/>
                    </a:cubicBezTo>
                    <a:cubicBezTo>
                      <a:pt x="733" y="162"/>
                      <a:pt x="716" y="144"/>
                      <a:pt x="716" y="123"/>
                    </a:cubicBezTo>
                    <a:cubicBezTo>
                      <a:pt x="716" y="101"/>
                      <a:pt x="733" y="84"/>
                      <a:pt x="755" y="84"/>
                    </a:cubicBezTo>
                    <a:cubicBezTo>
                      <a:pt x="776" y="84"/>
                      <a:pt x="794" y="101"/>
                      <a:pt x="794" y="123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566928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21" name="Forma 20"/>
              <p:cNvSpPr/>
              <p:nvPr/>
            </p:nvSpPr>
            <p:spPr>
              <a:xfrm>
                <a:off x="581558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22" name="Recuadro Amarillo verdoso"/>
            <p:cNvGrpSpPr/>
            <p:nvPr/>
          </p:nvGrpSpPr>
          <p:grpSpPr>
            <a:xfrm>
              <a:off x="4251960" y="4023360"/>
              <a:ext cx="3703320" cy="1828800"/>
              <a:chOff x="4251960" y="4023360"/>
              <a:chExt cx="3703320" cy="1828800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4251960" y="4389120"/>
                <a:ext cx="3703320" cy="1463040"/>
              </a:xfrm>
              <a:prstGeom prst="rect">
                <a:avLst/>
              </a:prstGeom>
              <a:solidFill>
                <a:srgbClr val="D4E157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Artritis reumatoidea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24" name="Forma 23"/>
              <p:cNvSpPr/>
              <p:nvPr/>
            </p:nvSpPr>
            <p:spPr>
              <a:xfrm>
                <a:off x="4251960" y="40233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AMARILLO VERDOSO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5" name="Aspecto Viscoso"/>
          <p:cNvGrpSpPr/>
          <p:nvPr/>
        </p:nvGrpSpPr>
        <p:grpSpPr>
          <a:xfrm>
            <a:off x="8092440" y="960120"/>
            <a:ext cx="3703320" cy="4892040"/>
            <a:chOff x="8092440" y="960120"/>
            <a:chExt cx="3703320" cy="4892040"/>
          </a:xfrm>
        </p:grpSpPr>
        <p:grpSp>
          <p:nvGrpSpPr>
            <p:cNvPr id="26" name="Tubo Viscoso"/>
            <p:cNvGrpSpPr/>
            <p:nvPr/>
          </p:nvGrpSpPr>
          <p:grpSpPr>
            <a:xfrm>
              <a:off x="9454896" y="960120"/>
              <a:ext cx="1024128" cy="2743200"/>
              <a:chOff x="9454896" y="960120"/>
              <a:chExt cx="1024128" cy="2743200"/>
            </a:xfrm>
          </p:grpSpPr>
          <p:sp>
            <p:nvSpPr>
              <p:cNvPr id="27" name="Forma 26"/>
              <p:cNvSpPr/>
              <p:nvPr/>
            </p:nvSpPr>
            <p:spPr>
              <a:xfrm>
                <a:off x="945489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957376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3BF94"/>
                  </a:gs>
                  <a:gs pos="100000">
                    <a:srgbClr val="B09A6B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9573768" y="2131466"/>
                <a:ext cx="786384" cy="96012"/>
              </a:xfrm>
              <a:prstGeom prst="ellipse">
                <a:avLst/>
              </a:prstGeom>
              <a:solidFill>
                <a:srgbClr val="D9C7A1"/>
              </a:solidFill>
              <a:ln w="9525" cap="rnd">
                <a:solidFill>
                  <a:srgbClr val="8C7B55"/>
                </a:solidFill>
                <a:round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9738360" y="1843430"/>
                <a:ext cx="457200" cy="54864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300" y="0"/>
                    </a:moveTo>
                    <a:cubicBezTo>
                      <a:pt x="250" y="400"/>
                      <a:pt x="150" y="700"/>
                      <a:pt x="200" y="1000"/>
                    </a:cubicBezTo>
                    <a:lnTo>
                      <a:pt x="800" y="1000"/>
                    </a:lnTo>
                    <a:cubicBezTo>
                      <a:pt x="850" y="700"/>
                      <a:pt x="750" y="400"/>
                      <a:pt x="700" y="0"/>
                    </a:cubicBezTo>
                    <a:close/>
                  </a:path>
                </a:pathLst>
              </a:custGeom>
              <a:solidFill>
                <a:srgbClr val="D1BB8D">
                  <a:alpha val="90000"/>
                </a:srgbClr>
              </a:solidFill>
              <a:ln w="9525" cap="rnd">
                <a:solidFill>
                  <a:srgbClr val="8C7B55"/>
                </a:solidFill>
                <a:round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950976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32" name="Forma 31"/>
              <p:cNvSpPr/>
              <p:nvPr/>
            </p:nvSpPr>
            <p:spPr>
              <a:xfrm>
                <a:off x="965606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33" name="Recuadro Viscoso"/>
            <p:cNvGrpSpPr/>
            <p:nvPr/>
          </p:nvGrpSpPr>
          <p:grpSpPr>
            <a:xfrm>
              <a:off x="8092440" y="4023360"/>
              <a:ext cx="3703320" cy="1828800"/>
              <a:chOff x="8092440" y="4023360"/>
              <a:chExt cx="3703320" cy="1828800"/>
            </a:xfrm>
          </p:grpSpPr>
          <p:sp>
            <p:nvSpPr>
              <p:cNvPr id="34" name="Forma 33"/>
              <p:cNvSpPr/>
              <p:nvPr/>
            </p:nvSpPr>
            <p:spPr>
              <a:xfrm>
                <a:off x="8092440" y="4389120"/>
                <a:ext cx="3703320" cy="1463040"/>
              </a:xfrm>
              <a:prstGeom prst="rect">
                <a:avLst/>
              </a:prstGeom>
              <a:solidFill>
                <a:srgbClr val="CCC0D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Mesotelioma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35" name="Forma 34"/>
              <p:cNvSpPr/>
              <p:nvPr/>
            </p:nvSpPr>
            <p:spPr>
              <a:xfrm>
                <a:off x="8092440" y="40233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VISCOSO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36" name="No definitivo"/>
          <p:cNvSpPr/>
          <p:nvPr/>
        </p:nvSpPr>
        <p:spPr>
          <a:xfrm>
            <a:off x="365760" y="5897880"/>
            <a:ext cx="11521440" cy="5029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854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aspecto 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orienta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, pero 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es un diagnóstico etiológico definitivo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siempre confirmar con el laboratorio.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13380" y="91440"/>
            <a:ext cx="601372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ASPECTO MACROSCÓPICO (2/2)</a:t>
            </a:r>
            <a:endParaRPr lang="es-AR" sz="2400" dirty="0">
              <a:latin typeface="Mali"/>
            </a:endParaRPr>
          </a:p>
        </p:txBody>
      </p:sp>
      <p:sp>
        <p:nvSpPr>
          <p:cNvPr id="3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Escala glucosa"/>
          <p:cNvGrpSpPr/>
          <p:nvPr/>
        </p:nvGrpSpPr>
        <p:grpSpPr>
          <a:xfrm>
            <a:off x="685800" y="1005840"/>
            <a:ext cx="2194560" cy="5193792"/>
            <a:chOff x="685800" y="1005840"/>
            <a:chExt cx="2194560" cy="5193792"/>
          </a:xfrm>
        </p:grpSpPr>
        <p:sp>
          <p:nvSpPr>
            <p:cNvPr id="5" name="Forma 4"/>
            <p:cNvSpPr txBox="1"/>
            <p:nvPr/>
          </p:nvSpPr>
          <p:spPr>
            <a:xfrm>
              <a:off x="685800" y="1005840"/>
              <a:ext cx="10972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822960" y="4404360"/>
              <a:ext cx="731520" cy="1493520"/>
            </a:xfrm>
            <a:prstGeom prst="rect">
              <a:avLst/>
            </a:prstGeom>
            <a:solidFill>
              <a:srgbClr val="E74C3C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822960" y="3657600"/>
              <a:ext cx="731520" cy="746760"/>
            </a:xfrm>
            <a:prstGeom prst="rect">
              <a:avLst/>
            </a:prstGeom>
            <a:solidFill>
              <a:srgbClr val="F5B041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822960" y="1417320"/>
              <a:ext cx="731520" cy="2240280"/>
            </a:xfrm>
            <a:prstGeom prst="rect">
              <a:avLst/>
            </a:prstGeom>
            <a:solidFill>
              <a:srgbClr val="82E0AA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822960" y="1417320"/>
              <a:ext cx="731520" cy="4480560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0" name="Flecha 9_2"/>
            <p:cNvSpPr/>
            <p:nvPr/>
          </p:nvSpPr>
          <p:spPr>
            <a:xfrm>
              <a:off x="685800" y="365760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11" name="Forma 11"/>
            <p:cNvSpPr txBox="1"/>
            <p:nvPr/>
          </p:nvSpPr>
          <p:spPr>
            <a:xfrm>
              <a:off x="1691640" y="349300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" name="Flecha 12_2"/>
            <p:cNvSpPr/>
            <p:nvPr/>
          </p:nvSpPr>
          <p:spPr>
            <a:xfrm>
              <a:off x="685800" y="440436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13" name="Forma 14"/>
            <p:cNvSpPr txBox="1"/>
            <p:nvPr/>
          </p:nvSpPr>
          <p:spPr>
            <a:xfrm>
              <a:off x="1691640" y="423976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4" name="Forma 15"/>
            <p:cNvSpPr txBox="1"/>
            <p:nvPr/>
          </p:nvSpPr>
          <p:spPr>
            <a:xfrm>
              <a:off x="731520" y="5925312"/>
              <a:ext cx="9144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mg/dl</a:t>
              </a:r>
              <a:endParaRPr lang="es-AR" sz="1100" dirty="0">
                <a:latin typeface="Mali"/>
              </a:endParaRPr>
            </a:p>
          </p:txBody>
        </p:sp>
      </p:grpSp>
      <p:grpSp>
        <p:nvGrpSpPr>
          <p:cNvPr id="15" name="Escala pH"/>
          <p:cNvGrpSpPr/>
          <p:nvPr/>
        </p:nvGrpSpPr>
        <p:grpSpPr>
          <a:xfrm>
            <a:off x="6172200" y="1005840"/>
            <a:ext cx="2194560" cy="5193792"/>
            <a:chOff x="6172200" y="1005840"/>
            <a:chExt cx="2194560" cy="5193792"/>
          </a:xfrm>
        </p:grpSpPr>
        <p:sp>
          <p:nvSpPr>
            <p:cNvPr id="16" name="Forma 17"/>
            <p:cNvSpPr txBox="1"/>
            <p:nvPr/>
          </p:nvSpPr>
          <p:spPr>
            <a:xfrm>
              <a:off x="6172200" y="1005840"/>
              <a:ext cx="10972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7" name="Forma 18"/>
            <p:cNvSpPr/>
            <p:nvPr/>
          </p:nvSpPr>
          <p:spPr>
            <a:xfrm>
              <a:off x="6309360" y="4217670"/>
              <a:ext cx="731520" cy="1680210"/>
            </a:xfrm>
            <a:prstGeom prst="rect">
              <a:avLst/>
            </a:prstGeom>
            <a:solidFill>
              <a:srgbClr val="E74C3C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8" name="Forma 19"/>
            <p:cNvSpPr/>
            <p:nvPr/>
          </p:nvSpPr>
          <p:spPr>
            <a:xfrm>
              <a:off x="6309360" y="2817495"/>
              <a:ext cx="731520" cy="1400175"/>
            </a:xfrm>
            <a:prstGeom prst="rect">
              <a:avLst/>
            </a:prstGeom>
            <a:solidFill>
              <a:srgbClr val="F9E79F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9" name="Forma 20"/>
            <p:cNvSpPr/>
            <p:nvPr/>
          </p:nvSpPr>
          <p:spPr>
            <a:xfrm>
              <a:off x="6309360" y="1417320"/>
              <a:ext cx="731520" cy="1400175"/>
            </a:xfrm>
            <a:prstGeom prst="rect">
              <a:avLst/>
            </a:prstGeom>
            <a:solidFill>
              <a:srgbClr val="82E0AA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0" name="Forma 21"/>
            <p:cNvSpPr/>
            <p:nvPr/>
          </p:nvSpPr>
          <p:spPr>
            <a:xfrm>
              <a:off x="6309360" y="1417320"/>
              <a:ext cx="731520" cy="4480560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lecha 22_2"/>
            <p:cNvSpPr/>
            <p:nvPr/>
          </p:nvSpPr>
          <p:spPr>
            <a:xfrm>
              <a:off x="6172200" y="421767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22" name="Forma 24"/>
            <p:cNvSpPr txBox="1"/>
            <p:nvPr/>
          </p:nvSpPr>
          <p:spPr>
            <a:xfrm>
              <a:off x="7178040" y="405307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7,20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23" name="Flecha 25_2"/>
            <p:cNvSpPr/>
            <p:nvPr/>
          </p:nvSpPr>
          <p:spPr>
            <a:xfrm>
              <a:off x="6172200" y="253746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24" name="Forma 27"/>
            <p:cNvSpPr txBox="1"/>
            <p:nvPr/>
          </p:nvSpPr>
          <p:spPr>
            <a:xfrm>
              <a:off x="7178040" y="237286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281"/>
                </a:lnSpc>
                <a:spcAft>
                  <a:spcPts val="300"/>
                </a:spcAft>
                <a:buNone/>
              </a:pPr>
              <a:r>
                <a:rPr lang="es-AR" sz="1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7,50–7,60 normal</a:t>
              </a:r>
              <a:endParaRPr lang="es-AR" sz="1050" dirty="0">
                <a:latin typeface="Mali"/>
              </a:endParaRPr>
            </a:p>
          </p:txBody>
        </p:sp>
        <p:sp>
          <p:nvSpPr>
            <p:cNvPr id="25" name="Forma 28"/>
            <p:cNvSpPr txBox="1"/>
            <p:nvPr/>
          </p:nvSpPr>
          <p:spPr>
            <a:xfrm>
              <a:off x="6217920" y="5925312"/>
              <a:ext cx="9144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342"/>
                </a:lnSpc>
                <a:spcAft>
                  <a:spcPts val="300"/>
                </a:spcAft>
                <a:buNone/>
              </a:pPr>
              <a:endParaRPr lang="es-AR" sz="1100" dirty="0">
                <a:latin typeface="Mali"/>
              </a:endParaRPr>
            </a:p>
          </p:txBody>
        </p:sp>
      </p:grpSp>
      <p:sp>
        <p:nvSpPr>
          <p:cNvPr id="26" name="Glucosa texto"/>
          <p:cNvSpPr/>
          <p:nvPr/>
        </p:nvSpPr>
        <p:spPr>
          <a:xfrm>
            <a:off x="2926080" y="914400"/>
            <a:ext cx="3154680" cy="5440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Glucosa &lt; 60 mg/dl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TBC · paraneumónico complicado · tumor · pleuritis reumatoidea · hemotórax · LES.</a:t>
            </a:r>
            <a:endParaRPr lang="es-AR" sz="1900" dirty="0">
              <a:latin typeface="Mali"/>
            </a:endParaRPr>
          </a:p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endParaRPr lang="es-AR" sz="1900" dirty="0">
              <a:latin typeface="Mali"/>
            </a:endParaRPr>
          </a:p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&lt; 40 mg/dl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criterio citado para el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7" name="pH texto"/>
          <p:cNvSpPr/>
          <p:nvPr/>
        </p:nvSpPr>
        <p:spPr>
          <a:xfrm>
            <a:off x="8412480" y="914400"/>
            <a:ext cx="3474720" cy="5440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pH &lt; 7,20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paraneumónico complicado · rotura esofágica · pleuritis reumatoidea · TBC · malignidad · hemotórax · acidosis sistémica · lupus.</a:t>
            </a:r>
            <a:endParaRPr lang="es-AR" sz="1900" dirty="0">
              <a:latin typeface="Mali"/>
            </a:endParaRPr>
          </a:p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endParaRPr lang="es-AR" sz="1900" dirty="0">
              <a:latin typeface="Mali"/>
            </a:endParaRPr>
          </a:p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paraneumónico,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pH &lt; 7,2 → drenar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73605" y="91440"/>
            <a:ext cx="8353498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GLUCOSA Y pH: MARCADORES DE CONSUMO Y DE ACIDEZ LOCAL</a:t>
            </a:r>
            <a:endParaRPr lang="es-AR" sz="19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Escala ADA"/>
          <p:cNvGrpSpPr/>
          <p:nvPr/>
        </p:nvGrpSpPr>
        <p:grpSpPr>
          <a:xfrm>
            <a:off x="457200" y="914400"/>
            <a:ext cx="6400800" cy="1325880"/>
            <a:chOff x="457200" y="914400"/>
            <a:chExt cx="6400800" cy="1325880"/>
          </a:xfrm>
        </p:grpSpPr>
        <p:sp>
          <p:nvSpPr>
            <p:cNvPr id="5" name="Forma 4"/>
            <p:cNvSpPr txBox="1"/>
            <p:nvPr/>
          </p:nvSpPr>
          <p:spPr>
            <a:xfrm>
              <a:off x="457200" y="914400"/>
              <a:ext cx="640080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952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ADA (adenosina desaminasa) · U/L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457200" y="1417320"/>
              <a:ext cx="2560320" cy="822960"/>
            </a:xfrm>
            <a:prstGeom prst="rect">
              <a:avLst/>
            </a:prstGeom>
            <a:solidFill>
              <a:srgbClr val="82E0A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40: NO TBC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3017520" y="1417320"/>
              <a:ext cx="1920240" cy="822960"/>
            </a:xfrm>
            <a:prstGeom prst="rect">
              <a:avLst/>
            </a:prstGeom>
            <a:solidFill>
              <a:srgbClr val="F9E79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40–70: indeterminado → biopsia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4937760" y="1417320"/>
              <a:ext cx="1920240" cy="822960"/>
            </a:xfrm>
            <a:prstGeom prst="rect">
              <a:avLst/>
            </a:prstGeom>
            <a:solidFill>
              <a:srgbClr val="E74C3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1525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70: alta probabilidad de TBC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" name="Linfocitos dibujados"/>
          <p:cNvGrpSpPr/>
          <p:nvPr/>
        </p:nvGrpSpPr>
        <p:grpSpPr>
          <a:xfrm>
            <a:off x="683599" y="2663744"/>
            <a:ext cx="5716405" cy="2445116"/>
            <a:chOff x="683599" y="2663744"/>
            <a:chExt cx="5716405" cy="2445116"/>
          </a:xfrm>
        </p:grpSpPr>
        <p:sp>
          <p:nvSpPr>
            <p:cNvPr id="10" name="Forma 9"/>
            <p:cNvSpPr/>
            <p:nvPr/>
          </p:nvSpPr>
          <p:spPr>
            <a:xfrm>
              <a:off x="683599" y="2751289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1" name="Forma 10"/>
            <p:cNvSpPr/>
            <p:nvPr/>
          </p:nvSpPr>
          <p:spPr>
            <a:xfrm>
              <a:off x="765895" y="2833585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1713577" y="2762205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795873" y="2844501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766192" y="2663744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848488" y="2746040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3660008" y="2804916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3742304" y="2887212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4710871" y="2694614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793167" y="2776910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5851364" y="2737762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933660" y="2820058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793052" y="3607555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875348" y="3689851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1762793" y="3547985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1845089" y="3630281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2767863" y="3679188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2850159" y="3761484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3753279" y="365600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3835575" y="373829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4786228" y="353215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868524" y="361444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5807945" y="362854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890241" y="371083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695176" y="4394791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77472" y="4477087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04208" y="4475576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886504" y="4557872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783219" y="4549837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65515" y="4632133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788200" y="4557571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870496" y="4639867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735671" y="453559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7967" y="461788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750592" y="456022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832888" y="464251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</p:grpSp>
      <p:grpSp>
        <p:nvGrpSpPr>
          <p:cNvPr id="46" name="Recuadro Formulación 1"/>
          <p:cNvGrpSpPr/>
          <p:nvPr/>
        </p:nvGrpSpPr>
        <p:grpSpPr>
          <a:xfrm>
            <a:off x="7132320" y="914400"/>
            <a:ext cx="4754880" cy="2468880"/>
            <a:chOff x="7132320" y="914400"/>
            <a:chExt cx="4754880" cy="2468880"/>
          </a:xfrm>
        </p:grpSpPr>
        <p:sp>
          <p:nvSpPr>
            <p:cNvPr id="47" name="Forma 46"/>
            <p:cNvSpPr/>
            <p:nvPr/>
          </p:nvSpPr>
          <p:spPr>
            <a:xfrm>
              <a:off x="7132320" y="1280160"/>
              <a:ext cx="4754880" cy="2103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ADA &gt; 70 U/L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alta probabilidad de TBC.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40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no TBC.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40–70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indeterminado →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7132320" y="914400"/>
              <a:ext cx="4754880" cy="384048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1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9" name="Recuadro Formulación 2"/>
          <p:cNvGrpSpPr/>
          <p:nvPr/>
        </p:nvGrpSpPr>
        <p:grpSpPr>
          <a:xfrm>
            <a:off x="7132320" y="3566160"/>
            <a:ext cx="4754880" cy="1828800"/>
            <a:chOff x="7132320" y="3566160"/>
            <a:chExt cx="4754880" cy="1828800"/>
          </a:xfrm>
        </p:grpSpPr>
        <p:sp>
          <p:nvSpPr>
            <p:cNvPr id="50" name="Forma 49"/>
            <p:cNvSpPr/>
            <p:nvPr/>
          </p:nvSpPr>
          <p:spPr>
            <a:xfrm>
              <a:off x="7132320" y="3931920"/>
              <a:ext cx="4754880" cy="14630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ADA &gt; 40 U/L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significativa,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siempre con linfocitosis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(linfocitos &gt; 30–35 %) → compatible con TBC.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7132320" y="3566160"/>
              <a:ext cx="4754880" cy="384048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2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ADA discrepancia"/>
          <p:cNvSpPr/>
          <p:nvPr/>
        </p:nvSpPr>
        <p:spPr>
          <a:xfrm>
            <a:off x="457200" y="5486400"/>
            <a:ext cx="1143000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Los umbrales difieren entre fuentes: se presentan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ambos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se registra la discrepancia.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748786" y="91440"/>
            <a:ext cx="82783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ADA Y LINFOCITOS: ORIENTACIÓN HACIA TUBERCULOSIS</a:t>
            </a:r>
            <a:endParaRPr lang="es-AR" sz="19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élula Neutrófilos"/>
          <p:cNvGrpSpPr/>
          <p:nvPr/>
        </p:nvGrpSpPr>
        <p:grpSpPr>
          <a:xfrm>
            <a:off x="365760" y="1051560"/>
            <a:ext cx="2743200" cy="4069080"/>
            <a:chOff x="365760" y="1051560"/>
            <a:chExt cx="2743200" cy="4069080"/>
          </a:xfrm>
        </p:grpSpPr>
        <p:sp>
          <p:nvSpPr>
            <p:cNvPr id="5" name="Forma 4"/>
            <p:cNvSpPr/>
            <p:nvPr/>
          </p:nvSpPr>
          <p:spPr>
            <a:xfrm>
              <a:off x="1097280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F9CF8D"/>
                </a:gs>
                <a:gs pos="55000">
                  <a:srgbClr val="F5B041"/>
                </a:gs>
                <a:gs pos="100000">
                  <a:srgbClr val="C48C3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7A582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Forma 5"/>
            <p:cNvSpPr/>
            <p:nvPr/>
          </p:nvSpPr>
          <p:spPr>
            <a:xfrm>
              <a:off x="1371600" y="137160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1783080" y="132588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600200" y="178308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011680" y="173736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grpSp>
          <p:nvGrpSpPr>
            <p:cNvPr id="10" name="Recuadro Neutrófilos"/>
            <p:cNvGrpSpPr/>
            <p:nvPr/>
          </p:nvGrpSpPr>
          <p:grpSpPr>
            <a:xfrm>
              <a:off x="365760" y="2743200"/>
              <a:ext cx="2743200" cy="2377440"/>
              <a:chOff x="365760" y="2743200"/>
              <a:chExt cx="2743200" cy="2377440"/>
            </a:xfrm>
          </p:grpSpPr>
          <p:sp>
            <p:nvSpPr>
              <p:cNvPr id="11" name="Forma 10"/>
              <p:cNvSpPr/>
              <p:nvPr/>
            </p:nvSpPr>
            <p:spPr>
              <a:xfrm>
                <a:off x="365760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Pleuritis </a:t>
                </a: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aguda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: infección bacteriana, TEP, infarto pulmonar.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2" name="Forma 11"/>
              <p:cNvSpPr/>
              <p:nvPr/>
            </p:nvSpPr>
            <p:spPr>
              <a:xfrm>
                <a:off x="365760" y="2743200"/>
                <a:ext cx="2743200" cy="384048"/>
              </a:xfrm>
              <a:prstGeom prst="rect">
                <a:avLst/>
              </a:prstGeom>
              <a:solidFill>
                <a:srgbClr val="F5B041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NEUTRÓFILOS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3" name="Célula Linfocitos"/>
          <p:cNvGrpSpPr/>
          <p:nvPr/>
        </p:nvGrpSpPr>
        <p:grpSpPr>
          <a:xfrm>
            <a:off x="3273552" y="1051560"/>
            <a:ext cx="2743200" cy="4069080"/>
            <a:chOff x="3273552" y="1051560"/>
            <a:chExt cx="2743200" cy="4069080"/>
          </a:xfrm>
        </p:grpSpPr>
        <p:sp>
          <p:nvSpPr>
            <p:cNvPr id="14" name="Forma 13"/>
            <p:cNvSpPr/>
            <p:nvPr/>
          </p:nvSpPr>
          <p:spPr>
            <a:xfrm>
              <a:off x="4005072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CEE6F6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576B7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5" name="Forma 14"/>
            <p:cNvSpPr/>
            <p:nvPr/>
          </p:nvSpPr>
          <p:spPr>
            <a:xfrm>
              <a:off x="4187952" y="1234440"/>
              <a:ext cx="1097280" cy="1097280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grpSp>
          <p:nvGrpSpPr>
            <p:cNvPr id="16" name="Recuadro Linfocitos"/>
            <p:cNvGrpSpPr/>
            <p:nvPr/>
          </p:nvGrpSpPr>
          <p:grpSpPr>
            <a:xfrm>
              <a:off x="3273552" y="2743200"/>
              <a:ext cx="2743200" cy="2377440"/>
              <a:chOff x="3273552" y="2743200"/>
              <a:chExt cx="2743200" cy="2377440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3273552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Tumores, TBC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linfoma, pleuritis crónica.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8" name="Forma 17"/>
              <p:cNvSpPr/>
              <p:nvPr/>
            </p:nvSpPr>
            <p:spPr>
              <a:xfrm>
                <a:off x="3273552" y="2743200"/>
                <a:ext cx="2743200" cy="384048"/>
              </a:xfrm>
              <a:prstGeom prst="rect">
                <a:avLst/>
              </a:prstGeom>
              <a:solidFill>
                <a:srgbClr val="AED6F1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LINFOCITOS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9" name="Célula Eosinófilos &gt; 10 %"/>
          <p:cNvGrpSpPr/>
          <p:nvPr/>
        </p:nvGrpSpPr>
        <p:grpSpPr>
          <a:xfrm>
            <a:off x="6181344" y="1051560"/>
            <a:ext cx="2743200" cy="4069080"/>
            <a:chOff x="6181344" y="1051560"/>
            <a:chExt cx="2743200" cy="4069080"/>
          </a:xfrm>
        </p:grpSpPr>
        <p:sp>
          <p:nvSpPr>
            <p:cNvPr id="20" name="Forma 19"/>
            <p:cNvSpPr/>
            <p:nvPr/>
          </p:nvSpPr>
          <p:spPr>
            <a:xfrm>
              <a:off x="6912864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F6BEB8"/>
                </a:gs>
                <a:gs pos="55000">
                  <a:srgbClr val="F1948A"/>
                </a:gs>
                <a:gs pos="100000">
                  <a:srgbClr val="C0766E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784A45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1" name="Forma 20"/>
            <p:cNvSpPr/>
            <p:nvPr/>
          </p:nvSpPr>
          <p:spPr>
            <a:xfrm>
              <a:off x="7095744" y="1463040"/>
              <a:ext cx="548640" cy="64008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7644384" y="1463040"/>
              <a:ext cx="548640" cy="64008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grpSp>
          <p:nvGrpSpPr>
            <p:cNvPr id="23" name="Recuadro Eosinófilos &gt; 10 %"/>
            <p:cNvGrpSpPr/>
            <p:nvPr/>
          </p:nvGrpSpPr>
          <p:grpSpPr>
            <a:xfrm>
              <a:off x="6181344" y="2743200"/>
              <a:ext cx="2743200" cy="2377440"/>
              <a:chOff x="6181344" y="2743200"/>
              <a:chExt cx="2743200" cy="2377440"/>
            </a:xfrm>
          </p:grpSpPr>
          <p:sp>
            <p:nvSpPr>
              <p:cNvPr id="24" name="Forma 23"/>
              <p:cNvSpPr/>
              <p:nvPr/>
            </p:nvSpPr>
            <p:spPr>
              <a:xfrm>
                <a:off x="6181344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Reacción a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fármacos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vasculitis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(Churg-Strauss),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lupus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; parásitos, hongos, AR,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asbesto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25" name="Forma 24"/>
              <p:cNvSpPr/>
              <p:nvPr/>
            </p:nvSpPr>
            <p:spPr>
              <a:xfrm>
                <a:off x="6181344" y="2743200"/>
                <a:ext cx="2743200" cy="384048"/>
              </a:xfrm>
              <a:prstGeom prst="rect">
                <a:avLst/>
              </a:prstGeom>
              <a:solidFill>
                <a:srgbClr val="F1948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EOSINÓFILOS &gt; 10 %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6" name="Célula Eritrocitos"/>
          <p:cNvGrpSpPr/>
          <p:nvPr/>
        </p:nvGrpSpPr>
        <p:grpSpPr>
          <a:xfrm>
            <a:off x="9089136" y="1051560"/>
            <a:ext cx="2743200" cy="4069080"/>
            <a:chOff x="9089136" y="1051560"/>
            <a:chExt cx="2743200" cy="4069080"/>
          </a:xfrm>
        </p:grpSpPr>
        <p:sp>
          <p:nvSpPr>
            <p:cNvPr id="27" name="Forma 26"/>
            <p:cNvSpPr/>
            <p:nvPr/>
          </p:nvSpPr>
          <p:spPr>
            <a:xfrm>
              <a:off x="9820656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25400" cap="rnd">
              <a:solidFill>
                <a:srgbClr val="73261E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28" name="Recuadro Eritrocitos"/>
            <p:cNvGrpSpPr/>
            <p:nvPr/>
          </p:nvGrpSpPr>
          <p:grpSpPr>
            <a:xfrm>
              <a:off x="9089136" y="2743200"/>
              <a:ext cx="2743200" cy="2377440"/>
              <a:chOff x="9089136" y="2743200"/>
              <a:chExt cx="2743200" cy="2377440"/>
            </a:xfrm>
          </p:grpSpPr>
          <p:sp>
            <p:nvSpPr>
              <p:cNvPr id="29" name="Forma 28"/>
              <p:cNvSpPr/>
              <p:nvPr/>
            </p:nvSpPr>
            <p:spPr>
              <a:xfrm>
                <a:off x="9089136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6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Tumor o traumatismo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30" name="Forma 29"/>
              <p:cNvSpPr/>
              <p:nvPr/>
            </p:nvSpPr>
            <p:spPr>
              <a:xfrm>
                <a:off x="9089136" y="2743200"/>
                <a:ext cx="2743200" cy="384048"/>
              </a:xfrm>
              <a:prstGeom prst="rect">
                <a:avLst/>
              </a:prstGeom>
              <a:solidFill>
                <a:srgbClr val="E74C3C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ERITROCITOS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31" name="Normal ref"/>
          <p:cNvSpPr/>
          <p:nvPr/>
        </p:nvSpPr>
        <p:spPr>
          <a:xfrm>
            <a:off x="365760" y="5303520"/>
            <a:ext cx="11521440" cy="10515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Recordar la celularidad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1.000–5.000/mm</a:t>
            </a:r>
            <a:r>
              <a:rPr lang="es-AR" sz="2000" b="1" baseline="30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predominio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macrófagos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(Unidad I).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709657" y="91440"/>
            <a:ext cx="831744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38"/>
              </a:lnSpc>
              <a:spcAft>
                <a:spcPts val="300"/>
              </a:spcAft>
              <a:buNone/>
            </a:pPr>
            <a:r>
              <a:rPr lang="es-AR" sz="23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RECUENTO CELULAR: QUÉ CÉLULA PREDOMINA</a:t>
            </a:r>
            <a:endParaRPr lang="es-AR" sz="2350" dirty="0">
              <a:latin typeface="Mali"/>
            </a:endParaRPr>
          </a:p>
        </p:txBody>
      </p:sp>
      <p:sp>
        <p:nvSpPr>
          <p:cNvPr id="3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521440" cy="680085"/>
            <a:chOff x="365760" y="914400"/>
            <a:chExt cx="11521440" cy="68008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880360" cy="680085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246120" y="914400"/>
              <a:ext cx="2880360" cy="680085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6126480" y="914400"/>
              <a:ext cx="5760720" cy="680085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ORIENTA 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594485"/>
            <a:ext cx="11521440" cy="680085"/>
            <a:chOff x="365760" y="1594485"/>
            <a:chExt cx="11521440" cy="680085"/>
          </a:xfrm>
        </p:grpSpPr>
        <p:sp>
          <p:nvSpPr>
            <p:cNvPr id="9" name="Forma 8"/>
            <p:cNvSpPr/>
            <p:nvPr/>
          </p:nvSpPr>
          <p:spPr>
            <a:xfrm>
              <a:off x="365760" y="159448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Amilasa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3246120" y="159448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&gt; sangre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6126480" y="159448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Pancreatitis (derrame izquierdo) · perforación esofágica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2274570"/>
            <a:ext cx="11521440" cy="680085"/>
            <a:chOff x="365760" y="2274570"/>
            <a:chExt cx="11521440" cy="680085"/>
          </a:xfrm>
        </p:grpSpPr>
        <p:sp>
          <p:nvSpPr>
            <p:cNvPr id="13" name="Forma 12"/>
            <p:cNvSpPr/>
            <p:nvPr/>
          </p:nvSpPr>
          <p:spPr>
            <a:xfrm>
              <a:off x="365760" y="2274570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Triglicéridos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3246120" y="2274570"/>
              <a:ext cx="288036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110 mg/dl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126480" y="2274570"/>
              <a:ext cx="576072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Quilotórax (rotura del conducto torácico)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2954655"/>
            <a:ext cx="11521440" cy="680085"/>
            <a:chOff x="365760" y="2954655"/>
            <a:chExt cx="11521440" cy="680085"/>
          </a:xfrm>
        </p:grpSpPr>
        <p:sp>
          <p:nvSpPr>
            <p:cNvPr id="17" name="Forma 16"/>
            <p:cNvSpPr/>
            <p:nvPr/>
          </p:nvSpPr>
          <p:spPr>
            <a:xfrm>
              <a:off x="365760" y="295465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Colesterol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3246120" y="295465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45 mg/dl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6126480" y="295465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 adicional de exudado (interpretación a revisar)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3634740"/>
            <a:ext cx="11521440" cy="680085"/>
            <a:chOff x="365760" y="3634740"/>
            <a:chExt cx="11521440" cy="680085"/>
          </a:xfrm>
        </p:grpSpPr>
        <p:sp>
          <p:nvSpPr>
            <p:cNvPr id="21" name="Forma 20"/>
            <p:cNvSpPr/>
            <p:nvPr/>
          </p:nvSpPr>
          <p:spPr>
            <a:xfrm>
              <a:off x="365760" y="3634740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Creatinina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3246120" y="3634740"/>
              <a:ext cx="288036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Pleural &gt; plasmática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126480" y="3634740"/>
              <a:ext cx="576072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Urinotórax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4" name="Tabla fila 5"/>
          <p:cNvGrpSpPr/>
          <p:nvPr/>
        </p:nvGrpSpPr>
        <p:grpSpPr>
          <a:xfrm>
            <a:off x="365760" y="4314825"/>
            <a:ext cx="11521440" cy="680085"/>
            <a:chOff x="365760" y="4314825"/>
            <a:chExt cx="11521440" cy="680085"/>
          </a:xfrm>
        </p:grpSpPr>
        <p:sp>
          <p:nvSpPr>
            <p:cNvPr id="25" name="Forma 24"/>
            <p:cNvSpPr/>
            <p:nvPr/>
          </p:nvSpPr>
          <p:spPr>
            <a:xfrm>
              <a:off x="365760" y="431482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β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-2 transferrina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3246120" y="431482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Presente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6126480" y="431482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Fístula duro-pleural (LCR)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8" name="Tabla fila 6"/>
          <p:cNvGrpSpPr/>
          <p:nvPr/>
        </p:nvGrpSpPr>
        <p:grpSpPr>
          <a:xfrm>
            <a:off x="365760" y="4994910"/>
            <a:ext cx="11521440" cy="680085"/>
            <a:chOff x="365760" y="4994910"/>
            <a:chExt cx="11521440" cy="680085"/>
          </a:xfrm>
        </p:grpSpPr>
        <p:sp>
          <p:nvSpPr>
            <p:cNvPr id="29" name="Forma 28"/>
            <p:cNvSpPr/>
            <p:nvPr/>
          </p:nvSpPr>
          <p:spPr>
            <a:xfrm>
              <a:off x="365760" y="4994910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 / FR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3246120" y="4994910"/>
              <a:ext cx="288036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&gt; sangre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6126480" y="4994910"/>
              <a:ext cx="576072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 / artritis reumatoidea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32" name="Tabla fila 7"/>
          <p:cNvGrpSpPr/>
          <p:nvPr/>
        </p:nvGrpSpPr>
        <p:grpSpPr>
          <a:xfrm>
            <a:off x="365760" y="5674995"/>
            <a:ext cx="11521440" cy="680085"/>
            <a:chOff x="365760" y="5674995"/>
            <a:chExt cx="11521440" cy="680085"/>
          </a:xfrm>
        </p:grpSpPr>
        <p:sp>
          <p:nvSpPr>
            <p:cNvPr id="33" name="Forma 32"/>
            <p:cNvSpPr/>
            <p:nvPr/>
          </p:nvSpPr>
          <p:spPr>
            <a:xfrm>
              <a:off x="365760" y="567499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BNP / péptido natriurético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3246120" y="567499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1500 pg/ml (en revisión)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5" name="Forma 34"/>
            <p:cNvSpPr/>
            <p:nvPr/>
          </p:nvSpPr>
          <p:spPr>
            <a:xfrm>
              <a:off x="6126480" y="567499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ICC — marcador y umbral a verificar</a:t>
              </a:r>
              <a:endParaRPr lang="es-AR" sz="14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56420" y="91440"/>
            <a:ext cx="807068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OTROS PARÁMETROS Y SU INTERPRETACIÓN</a:t>
            </a:r>
            <a:endParaRPr lang="es-AR" sz="2400" dirty="0">
              <a:latin typeface="Mali"/>
            </a:endParaRPr>
          </a:p>
        </p:txBody>
      </p:sp>
      <p:sp>
        <p:nvSpPr>
          <p:cNvPr id="3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ubo citología"/>
          <p:cNvGrpSpPr/>
          <p:nvPr/>
        </p:nvGrpSpPr>
        <p:grpSpPr>
          <a:xfrm>
            <a:off x="457200" y="1097280"/>
            <a:ext cx="1463040" cy="3163824"/>
            <a:chOff x="457200" y="1097280"/>
            <a:chExt cx="1463040" cy="3163824"/>
          </a:xfrm>
        </p:grpSpPr>
        <p:sp>
          <p:nvSpPr>
            <p:cNvPr id="5" name="Forma 4"/>
            <p:cNvSpPr/>
            <p:nvPr/>
          </p:nvSpPr>
          <p:spPr>
            <a:xfrm>
              <a:off x="676656" y="1097280"/>
              <a:ext cx="1024128" cy="27432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95528" y="2309774"/>
              <a:ext cx="786384" cy="148955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BBFBB"/>
                </a:gs>
                <a:gs pos="100000">
                  <a:srgbClr val="CA9A95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795528" y="2268626"/>
              <a:ext cx="786384" cy="96012"/>
            </a:xfrm>
            <a:prstGeom prst="ellipse">
              <a:avLst/>
            </a:prstGeom>
            <a:solidFill>
              <a:srgbClr val="EDC7C3"/>
            </a:solidFill>
            <a:ln w="9525" cap="rnd">
              <a:solidFill>
                <a:srgbClr val="A17B76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731520" y="1371600"/>
              <a:ext cx="914400" cy="246888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877824" y="1569110"/>
              <a:ext cx="109728" cy="148132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0" name="Forma 9"/>
            <p:cNvSpPr/>
            <p:nvPr/>
          </p:nvSpPr>
          <p:spPr>
            <a:xfrm>
              <a:off x="457200" y="389534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Anatomía patológica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1" name="Tubo bacterio"/>
          <p:cNvGrpSpPr/>
          <p:nvPr/>
        </p:nvGrpSpPr>
        <p:grpSpPr>
          <a:xfrm>
            <a:off x="457200" y="4297680"/>
            <a:ext cx="1371600" cy="1975104"/>
            <a:chOff x="457200" y="4297680"/>
            <a:chExt cx="1371600" cy="1975104"/>
          </a:xfrm>
        </p:grpSpPr>
        <p:sp>
          <p:nvSpPr>
            <p:cNvPr id="12" name="Forma 11"/>
            <p:cNvSpPr/>
            <p:nvPr/>
          </p:nvSpPr>
          <p:spPr>
            <a:xfrm>
              <a:off x="682142" y="4297680"/>
              <a:ext cx="921715" cy="155448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89127" y="4984760"/>
              <a:ext cx="707746" cy="844083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38B"/>
                </a:gs>
                <a:gs pos="100000">
                  <a:srgbClr val="D9C16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789127" y="4961443"/>
              <a:ext cx="707746" cy="54407"/>
            </a:xfrm>
            <a:prstGeom prst="ellipse">
              <a:avLst/>
            </a:prstGeom>
            <a:solidFill>
              <a:srgbClr val="F9E69A"/>
            </a:solidFill>
            <a:ln w="9525" cap="rnd">
              <a:solidFill>
                <a:srgbClr val="AC9A4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731520" y="4453128"/>
              <a:ext cx="822960" cy="139903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863194" y="4565051"/>
              <a:ext cx="98755" cy="83941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457200" y="590702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Bacteriología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8" name="Recuadro Citología"/>
          <p:cNvGrpSpPr/>
          <p:nvPr/>
        </p:nvGrpSpPr>
        <p:grpSpPr>
          <a:xfrm>
            <a:off x="2560320" y="914400"/>
            <a:ext cx="9326880" cy="1703832"/>
            <a:chOff x="2560320" y="914400"/>
            <a:chExt cx="9326880" cy="1703832"/>
          </a:xfrm>
        </p:grpSpPr>
        <p:sp>
          <p:nvSpPr>
            <p:cNvPr id="19" name="Forma 18"/>
            <p:cNvSpPr/>
            <p:nvPr/>
          </p:nvSpPr>
          <p:spPr>
            <a:xfrm>
              <a:off x="2560320" y="1280160"/>
              <a:ext cx="9326880" cy="1338072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Búsqueda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 malignas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positiva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= cáncer. En metástasis es positiva en ~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60 %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2560320" y="914400"/>
              <a:ext cx="9326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Si es negativa"/>
          <p:cNvGrpSpPr/>
          <p:nvPr/>
        </p:nvGrpSpPr>
        <p:grpSpPr>
          <a:xfrm>
            <a:off x="2560320" y="2782824"/>
            <a:ext cx="9326880" cy="1703832"/>
            <a:chOff x="2560320" y="2782824"/>
            <a:chExt cx="9326880" cy="1703832"/>
          </a:xfrm>
        </p:grpSpPr>
        <p:sp>
          <p:nvSpPr>
            <p:cNvPr id="22" name="Forma 21"/>
            <p:cNvSpPr/>
            <p:nvPr/>
          </p:nvSpPr>
          <p:spPr>
            <a:xfrm>
              <a:off x="2560320" y="3148584"/>
              <a:ext cx="9326880" cy="133807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 alta sospecha: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 pleural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(con aguja o guiada).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2560320" y="2782824"/>
              <a:ext cx="9326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 ES NEGATIVA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4" name="Recuadro Microbiología"/>
          <p:cNvGrpSpPr/>
          <p:nvPr/>
        </p:nvGrpSpPr>
        <p:grpSpPr>
          <a:xfrm>
            <a:off x="2560320" y="4651248"/>
            <a:ext cx="9326880" cy="1703832"/>
            <a:chOff x="2560320" y="4651248"/>
            <a:chExt cx="9326880" cy="1703832"/>
          </a:xfrm>
        </p:grpSpPr>
        <p:sp>
          <p:nvSpPr>
            <p:cNvPr id="25" name="Forma 24"/>
            <p:cNvSpPr/>
            <p:nvPr/>
          </p:nvSpPr>
          <p:spPr>
            <a:xfrm>
              <a:off x="2560320" y="5017008"/>
              <a:ext cx="9326880" cy="133807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cultivo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(TBC). En el paraneumónico,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o cultivo positivos = complicado → drenar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560320" y="4651248"/>
              <a:ext cx="9326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MICROBIOLOGÍA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94774" y="91440"/>
            <a:ext cx="593232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CITOLOGÍA Y MICROBIOLOGÍA</a:t>
            </a:r>
            <a:endParaRPr lang="es-AR" sz="2400" dirty="0">
              <a:latin typeface="Mali"/>
            </a:endParaRPr>
          </a:p>
        </p:txBody>
      </p:sp>
      <p:sp>
        <p:nvSpPr>
          <p:cNvPr id="2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Cuando la infección alcanza el espacio pleural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Concepto y relación con la neumonía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del empiema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Seroso frente a purulento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complicado frente a complicado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laboratorio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Manejo: drenaje y antibióticos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29984" y="1196035"/>
            <a:ext cx="4828032" cy="4445447"/>
            <a:chOff x="6729984" y="1196035"/>
            <a:chExt cx="4828032" cy="4445447"/>
          </a:xfrm>
        </p:grpSpPr>
        <p:sp>
          <p:nvSpPr>
            <p:cNvPr id="14" name="Forma 13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153696" y="188597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491144" y="764438"/>
            <a:ext cx="1305713" cy="2314413"/>
            <a:chOff x="8491144" y="764438"/>
            <a:chExt cx="1305713" cy="2314413"/>
          </a:xfrm>
        </p:grpSpPr>
        <p:sp>
          <p:nvSpPr>
            <p:cNvPr id="20" name="Forma 19"/>
            <p:cNvSpPr/>
            <p:nvPr/>
          </p:nvSpPr>
          <p:spPr>
            <a:xfrm>
              <a:off x="8491144" y="76443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045245" y="92628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LiquidoPleuralD"/>
          <p:cNvSpPr/>
          <p:nvPr/>
        </p:nvSpPr>
        <p:spPr>
          <a:xfrm>
            <a:off x="7037222" y="2897253"/>
            <a:ext cx="1843430" cy="2394231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23" name="!!Tabiques"/>
          <p:cNvSpPr/>
          <p:nvPr/>
        </p:nvSpPr>
        <p:spPr>
          <a:xfrm>
            <a:off x="7205452" y="3026485"/>
            <a:ext cx="1544225" cy="2178224"/>
          </a:xfrm>
          <a:custGeom>
            <a:avLst/>
            <a:gdLst/>
            <a:ahLst/>
            <a:cxnLst/>
            <a:rect l="0" t="0" r="r" b="b"/>
            <a:pathLst>
              <a:path w="2814" h="4037" fill="none">
                <a:moveTo>
                  <a:pt x="147" y="0"/>
                </a:moveTo>
                <a:lnTo>
                  <a:pt x="371" y="1979"/>
                </a:lnTo>
                <a:lnTo>
                  <a:pt x="0" y="4037"/>
                </a:lnTo>
              </a:path>
              <a:path w="2814" h="4037" fill="none">
                <a:moveTo>
                  <a:pt x="840" y="721"/>
                </a:moveTo>
                <a:lnTo>
                  <a:pt x="981" y="1979"/>
                </a:lnTo>
                <a:lnTo>
                  <a:pt x="695" y="3569"/>
                </a:lnTo>
              </a:path>
              <a:path w="2814" h="4037" fill="none">
                <a:moveTo>
                  <a:pt x="1434" y="578"/>
                </a:moveTo>
                <a:lnTo>
                  <a:pt x="1592" y="1979"/>
                </a:lnTo>
                <a:lnTo>
                  <a:pt x="1385" y="3130"/>
                </a:lnTo>
              </a:path>
              <a:path w="2814" h="4037" fill="none">
                <a:moveTo>
                  <a:pt x="2062" y="724"/>
                </a:moveTo>
                <a:lnTo>
                  <a:pt x="2203" y="1979"/>
                </a:lnTo>
                <a:lnTo>
                  <a:pt x="2012" y="3040"/>
                </a:lnTo>
              </a:path>
              <a:path w="2814" h="4037" fill="none">
                <a:moveTo>
                  <a:pt x="2680" y="790"/>
                </a:moveTo>
                <a:lnTo>
                  <a:pt x="2814" y="1979"/>
                </a:lnTo>
                <a:lnTo>
                  <a:pt x="2591" y="3216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24" name="!!PulmonDerecho"/>
          <p:cNvGrpSpPr/>
          <p:nvPr/>
        </p:nvGrpSpPr>
        <p:grpSpPr>
          <a:xfrm>
            <a:off x="7324533" y="1296999"/>
            <a:ext cx="1445318" cy="2257713"/>
            <a:chOff x="7324533" y="1296999"/>
            <a:chExt cx="1445318" cy="2257713"/>
          </a:xfrm>
        </p:grpSpPr>
        <p:sp>
          <p:nvSpPr>
            <p:cNvPr id="25" name="Forma 24"/>
            <p:cNvSpPr/>
            <p:nvPr/>
          </p:nvSpPr>
          <p:spPr>
            <a:xfrm>
              <a:off x="7324533" y="1296999"/>
              <a:ext cx="1445318" cy="2257713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7425939" y="1518565"/>
              <a:ext cx="1141989" cy="1616236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7361060" y="2280061"/>
              <a:ext cx="1229979" cy="945412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!!PleuraVisceralD"/>
          <p:cNvSpPr/>
          <p:nvPr/>
        </p:nvSpPr>
        <p:spPr>
          <a:xfrm>
            <a:off x="7324533" y="1296999"/>
            <a:ext cx="1445318" cy="2257713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!!PulmonIzquierdo"/>
          <p:cNvGrpSpPr/>
          <p:nvPr/>
        </p:nvGrpSpPr>
        <p:grpSpPr>
          <a:xfrm>
            <a:off x="9577102" y="1296999"/>
            <a:ext cx="1618810" cy="4048463"/>
            <a:chOff x="9577102" y="1296999"/>
            <a:chExt cx="1618810" cy="4048463"/>
          </a:xfrm>
        </p:grpSpPr>
        <p:sp>
          <p:nvSpPr>
            <p:cNvPr id="30" name="Forma 29"/>
            <p:cNvSpPr/>
            <p:nvPr/>
          </p:nvSpPr>
          <p:spPr>
            <a:xfrm>
              <a:off x="9577102" y="129699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9720072" y="168158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9736531" y="308427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!!PleuraVisceralI"/>
          <p:cNvSpPr/>
          <p:nvPr/>
        </p:nvSpPr>
        <p:spPr>
          <a:xfrm>
            <a:off x="9577102" y="129699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!!PleuraPariet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PleuraPariet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!!VenaCavaSup"/>
          <p:cNvSpPr/>
          <p:nvPr/>
        </p:nvSpPr>
        <p:spPr>
          <a:xfrm>
            <a:off x="8820324" y="170657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!!VenaCavaInf"/>
          <p:cNvSpPr/>
          <p:nvPr/>
        </p:nvSpPr>
        <p:spPr>
          <a:xfrm>
            <a:off x="8869725" y="470036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!!Corazon"/>
          <p:cNvGrpSpPr/>
          <p:nvPr/>
        </p:nvGrpSpPr>
        <p:grpSpPr>
          <a:xfrm>
            <a:off x="8848141" y="3392795"/>
            <a:ext cx="1458976" cy="1527261"/>
            <a:chOff x="8848141" y="3392795"/>
            <a:chExt cx="1458976" cy="1527261"/>
          </a:xfrm>
        </p:grpSpPr>
        <p:sp>
          <p:nvSpPr>
            <p:cNvPr id="39" name="Forma 38"/>
            <p:cNvSpPr/>
            <p:nvPr/>
          </p:nvSpPr>
          <p:spPr>
            <a:xfrm>
              <a:off x="8848141" y="339279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9610344" y="350507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!!Consolidacion"/>
          <p:cNvSpPr/>
          <p:nvPr/>
        </p:nvSpPr>
        <p:spPr>
          <a:xfrm>
            <a:off x="7383087" y="2976372"/>
            <a:ext cx="847051" cy="546811"/>
          </a:xfrm>
          <a:custGeom>
            <a:avLst/>
            <a:gdLst/>
            <a:ahLst/>
            <a:cxnLst/>
            <a:rect l="0" t="0" r="r" b="b"/>
            <a:pathLst>
              <a:path w="10000" h="6564">
                <a:moveTo>
                  <a:pt x="9634" y="2086"/>
                </a:moveTo>
                <a:lnTo>
                  <a:pt x="9115" y="1617"/>
                </a:lnTo>
                <a:lnTo>
                  <a:pt x="8554" y="1200"/>
                </a:lnTo>
                <a:lnTo>
                  <a:pt x="7954" y="841"/>
                </a:lnTo>
                <a:lnTo>
                  <a:pt x="7322" y="542"/>
                </a:lnTo>
                <a:lnTo>
                  <a:pt x="6664" y="306"/>
                </a:lnTo>
                <a:lnTo>
                  <a:pt x="5986" y="136"/>
                </a:lnTo>
                <a:lnTo>
                  <a:pt x="5294" y="34"/>
                </a:lnTo>
                <a:lnTo>
                  <a:pt x="4596" y="0"/>
                </a:lnTo>
                <a:lnTo>
                  <a:pt x="3897" y="34"/>
                </a:lnTo>
                <a:lnTo>
                  <a:pt x="3206" y="136"/>
                </a:lnTo>
                <a:lnTo>
                  <a:pt x="2527" y="306"/>
                </a:lnTo>
                <a:lnTo>
                  <a:pt x="1869" y="542"/>
                </a:lnTo>
                <a:lnTo>
                  <a:pt x="1237" y="841"/>
                </a:lnTo>
                <a:lnTo>
                  <a:pt x="637" y="1200"/>
                </a:lnTo>
                <a:lnTo>
                  <a:pt x="76" y="1617"/>
                </a:lnTo>
                <a:lnTo>
                  <a:pt x="0" y="1686"/>
                </a:lnTo>
                <a:lnTo>
                  <a:pt x="50" y="1996"/>
                </a:lnTo>
                <a:lnTo>
                  <a:pt x="144" y="2510"/>
                </a:lnTo>
                <a:lnTo>
                  <a:pt x="245" y="3005"/>
                </a:lnTo>
                <a:lnTo>
                  <a:pt x="351" y="3483"/>
                </a:lnTo>
                <a:lnTo>
                  <a:pt x="463" y="3943"/>
                </a:lnTo>
                <a:lnTo>
                  <a:pt x="577" y="4387"/>
                </a:lnTo>
                <a:lnTo>
                  <a:pt x="694" y="4818"/>
                </a:lnTo>
                <a:lnTo>
                  <a:pt x="813" y="5253"/>
                </a:lnTo>
                <a:lnTo>
                  <a:pt x="931" y="5689"/>
                </a:lnTo>
                <a:lnTo>
                  <a:pt x="1050" y="6097"/>
                </a:lnTo>
                <a:lnTo>
                  <a:pt x="1167" y="6450"/>
                </a:lnTo>
                <a:lnTo>
                  <a:pt x="1215" y="6564"/>
                </a:lnTo>
                <a:lnTo>
                  <a:pt x="1300" y="6503"/>
                </a:lnTo>
                <a:lnTo>
                  <a:pt x="1622" y="6223"/>
                </a:lnTo>
                <a:lnTo>
                  <a:pt x="2015" y="5863"/>
                </a:lnTo>
                <a:lnTo>
                  <a:pt x="2016" y="5862"/>
                </a:lnTo>
                <a:lnTo>
                  <a:pt x="2022" y="5856"/>
                </a:lnTo>
                <a:lnTo>
                  <a:pt x="2024" y="5855"/>
                </a:lnTo>
                <a:lnTo>
                  <a:pt x="2465" y="5464"/>
                </a:lnTo>
                <a:lnTo>
                  <a:pt x="2470" y="5460"/>
                </a:lnTo>
                <a:lnTo>
                  <a:pt x="2490" y="5443"/>
                </a:lnTo>
                <a:lnTo>
                  <a:pt x="2495" y="5439"/>
                </a:lnTo>
                <a:lnTo>
                  <a:pt x="2975" y="5056"/>
                </a:lnTo>
                <a:lnTo>
                  <a:pt x="2985" y="5049"/>
                </a:lnTo>
                <a:lnTo>
                  <a:pt x="3023" y="5021"/>
                </a:lnTo>
                <a:lnTo>
                  <a:pt x="3033" y="5015"/>
                </a:lnTo>
                <a:lnTo>
                  <a:pt x="3551" y="4673"/>
                </a:lnTo>
                <a:lnTo>
                  <a:pt x="3559" y="4668"/>
                </a:lnTo>
                <a:lnTo>
                  <a:pt x="3597" y="4645"/>
                </a:lnTo>
                <a:lnTo>
                  <a:pt x="3605" y="4640"/>
                </a:lnTo>
                <a:lnTo>
                  <a:pt x="4179" y="4320"/>
                </a:lnTo>
                <a:lnTo>
                  <a:pt x="4183" y="4318"/>
                </a:lnTo>
                <a:lnTo>
                  <a:pt x="4201" y="4309"/>
                </a:lnTo>
                <a:lnTo>
                  <a:pt x="4204" y="4307"/>
                </a:lnTo>
                <a:lnTo>
                  <a:pt x="4839" y="3980"/>
                </a:lnTo>
                <a:lnTo>
                  <a:pt x="4843" y="3978"/>
                </a:lnTo>
                <a:lnTo>
                  <a:pt x="4863" y="3968"/>
                </a:lnTo>
                <a:lnTo>
                  <a:pt x="4867" y="3966"/>
                </a:lnTo>
                <a:lnTo>
                  <a:pt x="5541" y="3647"/>
                </a:lnTo>
                <a:lnTo>
                  <a:pt x="5545" y="3645"/>
                </a:lnTo>
                <a:lnTo>
                  <a:pt x="5569" y="3635"/>
                </a:lnTo>
                <a:lnTo>
                  <a:pt x="5574" y="3633"/>
                </a:lnTo>
                <a:lnTo>
                  <a:pt x="6266" y="3338"/>
                </a:lnTo>
                <a:lnTo>
                  <a:pt x="6272" y="3335"/>
                </a:lnTo>
                <a:lnTo>
                  <a:pt x="6303" y="3323"/>
                </a:lnTo>
                <a:lnTo>
                  <a:pt x="6309" y="3321"/>
                </a:lnTo>
                <a:lnTo>
                  <a:pt x="6998" y="3065"/>
                </a:lnTo>
                <a:lnTo>
                  <a:pt x="7006" y="3063"/>
                </a:lnTo>
                <a:lnTo>
                  <a:pt x="7050" y="3048"/>
                </a:lnTo>
                <a:lnTo>
                  <a:pt x="7057" y="3045"/>
                </a:lnTo>
                <a:lnTo>
                  <a:pt x="7722" y="2845"/>
                </a:lnTo>
                <a:lnTo>
                  <a:pt x="7731" y="2842"/>
                </a:lnTo>
                <a:lnTo>
                  <a:pt x="7788" y="2828"/>
                </a:lnTo>
                <a:lnTo>
                  <a:pt x="7797" y="2825"/>
                </a:lnTo>
                <a:lnTo>
                  <a:pt x="8446" y="2681"/>
                </a:lnTo>
                <a:lnTo>
                  <a:pt x="8454" y="2679"/>
                </a:lnTo>
                <a:lnTo>
                  <a:pt x="8508" y="2669"/>
                </a:lnTo>
                <a:lnTo>
                  <a:pt x="8516" y="2667"/>
                </a:lnTo>
                <a:lnTo>
                  <a:pt x="9168" y="2566"/>
                </a:lnTo>
                <a:lnTo>
                  <a:pt x="9176" y="2565"/>
                </a:lnTo>
                <a:lnTo>
                  <a:pt x="9226" y="2559"/>
                </a:lnTo>
                <a:lnTo>
                  <a:pt x="9233" y="2558"/>
                </a:lnTo>
                <a:lnTo>
                  <a:pt x="9883" y="2496"/>
                </a:lnTo>
                <a:lnTo>
                  <a:pt x="9890" y="2496"/>
                </a:lnTo>
                <a:lnTo>
                  <a:pt x="9936" y="2492"/>
                </a:lnTo>
                <a:lnTo>
                  <a:pt x="9943" y="2492"/>
                </a:lnTo>
                <a:lnTo>
                  <a:pt x="10000" y="2490"/>
                </a:lnTo>
                <a:lnTo>
                  <a:pt x="9634" y="208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42" name="!!Diafragma"/>
          <p:cNvSpPr/>
          <p:nvPr/>
        </p:nvSpPr>
        <p:spPr>
          <a:xfrm>
            <a:off x="7141473" y="465999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3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4" name="Forma 43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205023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063"/>
              </a:lnSpc>
              <a:spcAft>
                <a:spcPts val="300"/>
              </a:spcAft>
              <a:buNone/>
            </a:pPr>
            <a:r>
              <a:rPr lang="es-AR" sz="3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PARANEUMÓNICO Y EMPIEMA</a:t>
            </a:r>
            <a:endParaRPr lang="es-AR" sz="37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4" name="Forma 33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7" name="Forma 36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1" name="Forma 40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4" name="Forma 43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49" name="Forma 48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6" name="Forma 55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1" name="Forma 60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7" name="Forma 66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2" name="Forma 71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5" name="Forma 74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7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Situación inicial: parénquima aireado y hojas pleurales normales.</a:t>
            </a:r>
            <a:endParaRPr lang="es-AR" sz="1900" dirty="0">
              <a:latin typeface="Mali"/>
            </a:endParaRPr>
          </a:p>
        </p:txBody>
      </p:sp>
      <p:grpSp>
        <p:nvGrpSpPr>
          <p:cNvPr id="78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79" name="Forma 78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4" name="Forma 83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PULMÓN Y PLEURA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8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Consolidacion"/>
          <p:cNvSpPr/>
          <p:nvPr/>
        </p:nvSpPr>
        <p:spPr>
          <a:xfrm>
            <a:off x="843077" y="2802636"/>
            <a:ext cx="965606" cy="94549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9975" y="4509"/>
                </a:moveTo>
                <a:lnTo>
                  <a:pt x="9903" y="4024"/>
                </a:lnTo>
                <a:lnTo>
                  <a:pt x="9784" y="3548"/>
                </a:lnTo>
                <a:lnTo>
                  <a:pt x="9619" y="3086"/>
                </a:lnTo>
                <a:lnTo>
                  <a:pt x="9409" y="2643"/>
                </a:lnTo>
                <a:lnTo>
                  <a:pt x="9157" y="2222"/>
                </a:lnTo>
                <a:lnTo>
                  <a:pt x="8865" y="1828"/>
                </a:lnTo>
                <a:lnTo>
                  <a:pt x="8535" y="1464"/>
                </a:lnTo>
                <a:lnTo>
                  <a:pt x="8171" y="1134"/>
                </a:lnTo>
                <a:lnTo>
                  <a:pt x="7777" y="842"/>
                </a:lnTo>
                <a:lnTo>
                  <a:pt x="7356" y="590"/>
                </a:lnTo>
                <a:lnTo>
                  <a:pt x="6913" y="380"/>
                </a:lnTo>
                <a:lnTo>
                  <a:pt x="6451" y="215"/>
                </a:lnTo>
                <a:lnTo>
                  <a:pt x="5975" y="96"/>
                </a:lnTo>
                <a:lnTo>
                  <a:pt x="5490" y="24"/>
                </a:lnTo>
                <a:lnTo>
                  <a:pt x="5000" y="0"/>
                </a:lnTo>
                <a:lnTo>
                  <a:pt x="4509" y="24"/>
                </a:lnTo>
                <a:lnTo>
                  <a:pt x="4024" y="96"/>
                </a:lnTo>
                <a:lnTo>
                  <a:pt x="3548" y="215"/>
                </a:lnTo>
                <a:lnTo>
                  <a:pt x="3086" y="380"/>
                </a:lnTo>
                <a:lnTo>
                  <a:pt x="2643" y="590"/>
                </a:lnTo>
                <a:lnTo>
                  <a:pt x="2222" y="842"/>
                </a:lnTo>
                <a:lnTo>
                  <a:pt x="1828" y="1134"/>
                </a:lnTo>
                <a:lnTo>
                  <a:pt x="1464" y="1464"/>
                </a:lnTo>
                <a:lnTo>
                  <a:pt x="1134" y="1828"/>
                </a:lnTo>
                <a:lnTo>
                  <a:pt x="842" y="2222"/>
                </a:lnTo>
                <a:lnTo>
                  <a:pt x="590" y="2643"/>
                </a:lnTo>
                <a:lnTo>
                  <a:pt x="380" y="3086"/>
                </a:lnTo>
                <a:lnTo>
                  <a:pt x="215" y="3548"/>
                </a:lnTo>
                <a:lnTo>
                  <a:pt x="96" y="4024"/>
                </a:lnTo>
                <a:lnTo>
                  <a:pt x="24" y="4509"/>
                </a:lnTo>
                <a:lnTo>
                  <a:pt x="0" y="5000"/>
                </a:lnTo>
                <a:lnTo>
                  <a:pt x="24" y="5490"/>
                </a:lnTo>
                <a:lnTo>
                  <a:pt x="96" y="5975"/>
                </a:lnTo>
                <a:lnTo>
                  <a:pt x="215" y="6451"/>
                </a:lnTo>
                <a:lnTo>
                  <a:pt x="380" y="6913"/>
                </a:lnTo>
                <a:lnTo>
                  <a:pt x="590" y="7356"/>
                </a:lnTo>
                <a:lnTo>
                  <a:pt x="842" y="7777"/>
                </a:lnTo>
                <a:lnTo>
                  <a:pt x="1134" y="8171"/>
                </a:lnTo>
                <a:lnTo>
                  <a:pt x="1464" y="8535"/>
                </a:lnTo>
                <a:lnTo>
                  <a:pt x="1828" y="8865"/>
                </a:lnTo>
                <a:lnTo>
                  <a:pt x="2222" y="9157"/>
                </a:lnTo>
                <a:lnTo>
                  <a:pt x="2643" y="9409"/>
                </a:lnTo>
                <a:lnTo>
                  <a:pt x="3086" y="9619"/>
                </a:lnTo>
                <a:lnTo>
                  <a:pt x="3548" y="9784"/>
                </a:lnTo>
                <a:lnTo>
                  <a:pt x="4024" y="9903"/>
                </a:lnTo>
                <a:lnTo>
                  <a:pt x="4509" y="9975"/>
                </a:lnTo>
                <a:lnTo>
                  <a:pt x="5000" y="10000"/>
                </a:lnTo>
                <a:lnTo>
                  <a:pt x="5490" y="9975"/>
                </a:lnTo>
                <a:lnTo>
                  <a:pt x="5975" y="9903"/>
                </a:lnTo>
                <a:lnTo>
                  <a:pt x="6451" y="9784"/>
                </a:lnTo>
                <a:lnTo>
                  <a:pt x="6913" y="9619"/>
                </a:lnTo>
                <a:lnTo>
                  <a:pt x="7356" y="9409"/>
                </a:lnTo>
                <a:lnTo>
                  <a:pt x="7777" y="9157"/>
                </a:lnTo>
                <a:lnTo>
                  <a:pt x="8171" y="8865"/>
                </a:lnTo>
                <a:lnTo>
                  <a:pt x="8535" y="8535"/>
                </a:lnTo>
                <a:lnTo>
                  <a:pt x="8865" y="8171"/>
                </a:lnTo>
                <a:lnTo>
                  <a:pt x="9157" y="7777"/>
                </a:lnTo>
                <a:lnTo>
                  <a:pt x="9409" y="7356"/>
                </a:lnTo>
                <a:lnTo>
                  <a:pt x="9619" y="6913"/>
                </a:lnTo>
                <a:lnTo>
                  <a:pt x="9784" y="6451"/>
                </a:lnTo>
                <a:lnTo>
                  <a:pt x="9903" y="5975"/>
                </a:lnTo>
                <a:lnTo>
                  <a:pt x="9975" y="5490"/>
                </a:lnTo>
                <a:lnTo>
                  <a:pt x="10000" y="5000"/>
                </a:lnTo>
                <a:lnTo>
                  <a:pt x="9975" y="4509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8" name="Forma 67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3" name="Forma 72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6" name="Forma 75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7" name="Forma 76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8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Neumonía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(bloque neumónico) adyacente a la pleura.</a:t>
            </a:r>
            <a:endParaRPr lang="es-AR" sz="2000" dirty="0">
              <a:latin typeface="Mali"/>
            </a:endParaRPr>
          </a:p>
        </p:txBody>
      </p:sp>
      <p:grpSp>
        <p:nvGrpSpPr>
          <p:cNvPr id="79" name="Recuadro No todas las neumonías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0" name="Forma 79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mayoría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evoluciona a empiema: es una posibilidad, no una regla.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TODAS LAS NEUMONÍAS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2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3" name="Forma 82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4" name="Forma 83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5" name="Forma 84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8" name="Forma 87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416070" y="91440"/>
            <a:ext cx="461103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PROCESO INFECCIOSO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8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Consolidacion"/>
          <p:cNvSpPr/>
          <p:nvPr/>
        </p:nvSpPr>
        <p:spPr>
          <a:xfrm>
            <a:off x="843077" y="2802636"/>
            <a:ext cx="965606" cy="94549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9975" y="4509"/>
                </a:moveTo>
                <a:lnTo>
                  <a:pt x="9903" y="4024"/>
                </a:lnTo>
                <a:lnTo>
                  <a:pt x="9784" y="3548"/>
                </a:lnTo>
                <a:lnTo>
                  <a:pt x="9619" y="3086"/>
                </a:lnTo>
                <a:lnTo>
                  <a:pt x="9409" y="2643"/>
                </a:lnTo>
                <a:lnTo>
                  <a:pt x="9157" y="2222"/>
                </a:lnTo>
                <a:lnTo>
                  <a:pt x="8865" y="1828"/>
                </a:lnTo>
                <a:lnTo>
                  <a:pt x="8535" y="1464"/>
                </a:lnTo>
                <a:lnTo>
                  <a:pt x="8171" y="1134"/>
                </a:lnTo>
                <a:lnTo>
                  <a:pt x="7777" y="842"/>
                </a:lnTo>
                <a:lnTo>
                  <a:pt x="7356" y="590"/>
                </a:lnTo>
                <a:lnTo>
                  <a:pt x="6913" y="380"/>
                </a:lnTo>
                <a:lnTo>
                  <a:pt x="6451" y="215"/>
                </a:lnTo>
                <a:lnTo>
                  <a:pt x="5975" y="96"/>
                </a:lnTo>
                <a:lnTo>
                  <a:pt x="5490" y="24"/>
                </a:lnTo>
                <a:lnTo>
                  <a:pt x="5000" y="0"/>
                </a:lnTo>
                <a:lnTo>
                  <a:pt x="4509" y="24"/>
                </a:lnTo>
                <a:lnTo>
                  <a:pt x="4024" y="96"/>
                </a:lnTo>
                <a:lnTo>
                  <a:pt x="3548" y="215"/>
                </a:lnTo>
                <a:lnTo>
                  <a:pt x="3086" y="380"/>
                </a:lnTo>
                <a:lnTo>
                  <a:pt x="2643" y="590"/>
                </a:lnTo>
                <a:lnTo>
                  <a:pt x="2222" y="842"/>
                </a:lnTo>
                <a:lnTo>
                  <a:pt x="1828" y="1134"/>
                </a:lnTo>
                <a:lnTo>
                  <a:pt x="1464" y="1464"/>
                </a:lnTo>
                <a:lnTo>
                  <a:pt x="1134" y="1828"/>
                </a:lnTo>
                <a:lnTo>
                  <a:pt x="842" y="2222"/>
                </a:lnTo>
                <a:lnTo>
                  <a:pt x="590" y="2643"/>
                </a:lnTo>
                <a:lnTo>
                  <a:pt x="380" y="3086"/>
                </a:lnTo>
                <a:lnTo>
                  <a:pt x="215" y="3548"/>
                </a:lnTo>
                <a:lnTo>
                  <a:pt x="96" y="4024"/>
                </a:lnTo>
                <a:lnTo>
                  <a:pt x="24" y="4509"/>
                </a:lnTo>
                <a:lnTo>
                  <a:pt x="0" y="5000"/>
                </a:lnTo>
                <a:lnTo>
                  <a:pt x="24" y="5490"/>
                </a:lnTo>
                <a:lnTo>
                  <a:pt x="96" y="5975"/>
                </a:lnTo>
                <a:lnTo>
                  <a:pt x="215" y="6451"/>
                </a:lnTo>
                <a:lnTo>
                  <a:pt x="380" y="6913"/>
                </a:lnTo>
                <a:lnTo>
                  <a:pt x="590" y="7356"/>
                </a:lnTo>
                <a:lnTo>
                  <a:pt x="842" y="7777"/>
                </a:lnTo>
                <a:lnTo>
                  <a:pt x="1134" y="8171"/>
                </a:lnTo>
                <a:lnTo>
                  <a:pt x="1464" y="8535"/>
                </a:lnTo>
                <a:lnTo>
                  <a:pt x="1828" y="8865"/>
                </a:lnTo>
                <a:lnTo>
                  <a:pt x="2222" y="9157"/>
                </a:lnTo>
                <a:lnTo>
                  <a:pt x="2643" y="9409"/>
                </a:lnTo>
                <a:lnTo>
                  <a:pt x="3086" y="9619"/>
                </a:lnTo>
                <a:lnTo>
                  <a:pt x="3548" y="9784"/>
                </a:lnTo>
                <a:lnTo>
                  <a:pt x="4024" y="9903"/>
                </a:lnTo>
                <a:lnTo>
                  <a:pt x="4509" y="9975"/>
                </a:lnTo>
                <a:lnTo>
                  <a:pt x="5000" y="10000"/>
                </a:lnTo>
                <a:lnTo>
                  <a:pt x="5490" y="9975"/>
                </a:lnTo>
                <a:lnTo>
                  <a:pt x="5975" y="9903"/>
                </a:lnTo>
                <a:lnTo>
                  <a:pt x="6451" y="9784"/>
                </a:lnTo>
                <a:lnTo>
                  <a:pt x="6913" y="9619"/>
                </a:lnTo>
                <a:lnTo>
                  <a:pt x="7356" y="9409"/>
                </a:lnTo>
                <a:lnTo>
                  <a:pt x="7777" y="9157"/>
                </a:lnTo>
                <a:lnTo>
                  <a:pt x="8171" y="8865"/>
                </a:lnTo>
                <a:lnTo>
                  <a:pt x="8535" y="8535"/>
                </a:lnTo>
                <a:lnTo>
                  <a:pt x="8865" y="8171"/>
                </a:lnTo>
                <a:lnTo>
                  <a:pt x="9157" y="7777"/>
                </a:lnTo>
                <a:lnTo>
                  <a:pt x="9409" y="7356"/>
                </a:lnTo>
                <a:lnTo>
                  <a:pt x="9619" y="6913"/>
                </a:lnTo>
                <a:lnTo>
                  <a:pt x="9784" y="6451"/>
                </a:lnTo>
                <a:lnTo>
                  <a:pt x="9903" y="5975"/>
                </a:lnTo>
                <a:lnTo>
                  <a:pt x="9975" y="5490"/>
                </a:lnTo>
                <a:lnTo>
                  <a:pt x="10000" y="5000"/>
                </a:lnTo>
                <a:lnTo>
                  <a:pt x="9975" y="4509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179643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4570171" y="2840456"/>
            <a:ext cx="4301338" cy="227777"/>
            <a:chOff x="4570171" y="2840456"/>
            <a:chExt cx="4301338" cy="227777"/>
          </a:xfrm>
        </p:grpSpPr>
        <p:sp>
          <p:nvSpPr>
            <p:cNvPr id="68" name="Forma 67"/>
            <p:cNvSpPr/>
            <p:nvPr/>
          </p:nvSpPr>
          <p:spPr>
            <a:xfrm>
              <a:off x="4570171" y="2844753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4604736" y="2840456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4677705" y="2861944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4570171" y="2965088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4570171" y="3102614"/>
            <a:ext cx="4335902" cy="2063746"/>
            <a:chOff x="4570171" y="3102614"/>
            <a:chExt cx="4335902" cy="2063746"/>
          </a:xfrm>
        </p:grpSpPr>
        <p:sp>
          <p:nvSpPr>
            <p:cNvPr id="73" name="Forma 72"/>
            <p:cNvSpPr/>
            <p:nvPr/>
          </p:nvSpPr>
          <p:spPr>
            <a:xfrm>
              <a:off x="4570171" y="3102614"/>
              <a:ext cx="4301338" cy="2063746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719950" y="3149889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6" name="Forma 75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7" name="Forma 76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8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inflamación alcanza la pleura: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permeabilidad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79" name="Recuadro Mecanism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0" name="Forma 79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repite el mecanismo D: exudado por pleura enferma.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2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3" name="Forma 82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4" name="Forma 83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5" name="Forma 84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8" name="Forma 87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52574" y="91440"/>
            <a:ext cx="527452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RESPUESTA INFLAMATORIA</a:t>
            </a:r>
            <a:endParaRPr lang="es-AR" sz="2400" dirty="0">
              <a:latin typeface="Mali"/>
            </a:endParaRPr>
          </a:p>
        </p:txBody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8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3322655"/>
            <a:ext cx="1474744" cy="1324223"/>
          </a:xfrm>
          <a:custGeom>
            <a:avLst/>
            <a:gdLst/>
            <a:ahLst/>
            <a:cxnLst/>
            <a:rect l="0" t="0" r="r" b="b"/>
            <a:pathLst>
              <a:path w="10000" h="9170">
                <a:moveTo>
                  <a:pt x="57" y="3026"/>
                </a:moveTo>
                <a:lnTo>
                  <a:pt x="96" y="3509"/>
                </a:lnTo>
                <a:lnTo>
                  <a:pt x="141" y="3983"/>
                </a:lnTo>
                <a:lnTo>
                  <a:pt x="188" y="4442"/>
                </a:lnTo>
                <a:lnTo>
                  <a:pt x="238" y="4880"/>
                </a:lnTo>
                <a:lnTo>
                  <a:pt x="290" y="5299"/>
                </a:lnTo>
                <a:lnTo>
                  <a:pt x="346" y="5703"/>
                </a:lnTo>
                <a:lnTo>
                  <a:pt x="405" y="6091"/>
                </a:lnTo>
                <a:lnTo>
                  <a:pt x="467" y="6465"/>
                </a:lnTo>
                <a:lnTo>
                  <a:pt x="530" y="6825"/>
                </a:lnTo>
                <a:lnTo>
                  <a:pt x="595" y="7172"/>
                </a:lnTo>
                <a:lnTo>
                  <a:pt x="659" y="7519"/>
                </a:lnTo>
                <a:lnTo>
                  <a:pt x="725" y="7871"/>
                </a:lnTo>
                <a:lnTo>
                  <a:pt x="792" y="8208"/>
                </a:lnTo>
                <a:lnTo>
                  <a:pt x="861" y="8513"/>
                </a:lnTo>
                <a:lnTo>
                  <a:pt x="934" y="8769"/>
                </a:lnTo>
                <a:lnTo>
                  <a:pt x="1011" y="8957"/>
                </a:lnTo>
                <a:lnTo>
                  <a:pt x="1084" y="9079"/>
                </a:lnTo>
                <a:lnTo>
                  <a:pt x="1150" y="9149"/>
                </a:lnTo>
                <a:lnTo>
                  <a:pt x="1220" y="9170"/>
                </a:lnTo>
                <a:lnTo>
                  <a:pt x="1302" y="9143"/>
                </a:lnTo>
                <a:lnTo>
                  <a:pt x="1408" y="9071"/>
                </a:lnTo>
                <a:lnTo>
                  <a:pt x="1547" y="8957"/>
                </a:lnTo>
                <a:lnTo>
                  <a:pt x="1718" y="8780"/>
                </a:lnTo>
                <a:lnTo>
                  <a:pt x="1913" y="8532"/>
                </a:lnTo>
                <a:lnTo>
                  <a:pt x="2131" y="8239"/>
                </a:lnTo>
                <a:lnTo>
                  <a:pt x="2372" y="7928"/>
                </a:lnTo>
                <a:lnTo>
                  <a:pt x="2634" y="7623"/>
                </a:lnTo>
                <a:lnTo>
                  <a:pt x="2916" y="7350"/>
                </a:lnTo>
                <a:lnTo>
                  <a:pt x="3229" y="7095"/>
                </a:lnTo>
                <a:lnTo>
                  <a:pt x="3575" y="6835"/>
                </a:lnTo>
                <a:lnTo>
                  <a:pt x="3943" y="6580"/>
                </a:lnTo>
                <a:lnTo>
                  <a:pt x="4320" y="6345"/>
                </a:lnTo>
                <a:lnTo>
                  <a:pt x="4696" y="6141"/>
                </a:lnTo>
                <a:lnTo>
                  <a:pt x="5059" y="5981"/>
                </a:lnTo>
                <a:lnTo>
                  <a:pt x="5413" y="5866"/>
                </a:lnTo>
                <a:lnTo>
                  <a:pt x="5769" y="5785"/>
                </a:lnTo>
                <a:lnTo>
                  <a:pt x="6123" y="5736"/>
                </a:lnTo>
                <a:lnTo>
                  <a:pt x="6472" y="5715"/>
                </a:lnTo>
                <a:lnTo>
                  <a:pt x="6813" y="5718"/>
                </a:lnTo>
                <a:lnTo>
                  <a:pt x="7142" y="5743"/>
                </a:lnTo>
                <a:lnTo>
                  <a:pt x="7465" y="5799"/>
                </a:lnTo>
                <a:lnTo>
                  <a:pt x="7786" y="5891"/>
                </a:lnTo>
                <a:lnTo>
                  <a:pt x="8098" y="6007"/>
                </a:lnTo>
                <a:lnTo>
                  <a:pt x="8397" y="6138"/>
                </a:lnTo>
                <a:lnTo>
                  <a:pt x="8675" y="6272"/>
                </a:lnTo>
                <a:lnTo>
                  <a:pt x="8928" y="6398"/>
                </a:lnTo>
                <a:lnTo>
                  <a:pt x="9162" y="6568"/>
                </a:lnTo>
                <a:lnTo>
                  <a:pt x="9382" y="6799"/>
                </a:lnTo>
                <a:lnTo>
                  <a:pt x="9583" y="7034"/>
                </a:lnTo>
                <a:lnTo>
                  <a:pt x="9757" y="7214"/>
                </a:lnTo>
                <a:lnTo>
                  <a:pt x="9898" y="7279"/>
                </a:lnTo>
                <a:lnTo>
                  <a:pt x="10000" y="7172"/>
                </a:lnTo>
                <a:lnTo>
                  <a:pt x="10000" y="5456"/>
                </a:lnTo>
                <a:lnTo>
                  <a:pt x="9973" y="5097"/>
                </a:lnTo>
                <a:lnTo>
                  <a:pt x="9921" y="4438"/>
                </a:lnTo>
                <a:lnTo>
                  <a:pt x="9880" y="3839"/>
                </a:lnTo>
                <a:lnTo>
                  <a:pt x="9848" y="3290"/>
                </a:lnTo>
                <a:lnTo>
                  <a:pt x="9836" y="3124"/>
                </a:lnTo>
                <a:lnTo>
                  <a:pt x="9750" y="3123"/>
                </a:lnTo>
                <a:lnTo>
                  <a:pt x="9500" y="3120"/>
                </a:lnTo>
                <a:lnTo>
                  <a:pt x="9250" y="3114"/>
                </a:lnTo>
                <a:lnTo>
                  <a:pt x="9000" y="3105"/>
                </a:lnTo>
                <a:lnTo>
                  <a:pt x="8750" y="3092"/>
                </a:lnTo>
                <a:lnTo>
                  <a:pt x="8500" y="3076"/>
                </a:lnTo>
                <a:lnTo>
                  <a:pt x="8250" y="3057"/>
                </a:lnTo>
                <a:lnTo>
                  <a:pt x="8000" y="3034"/>
                </a:lnTo>
                <a:lnTo>
                  <a:pt x="7749" y="3007"/>
                </a:lnTo>
                <a:lnTo>
                  <a:pt x="7500" y="2976"/>
                </a:lnTo>
                <a:lnTo>
                  <a:pt x="7250" y="2942"/>
                </a:lnTo>
                <a:lnTo>
                  <a:pt x="7000" y="2903"/>
                </a:lnTo>
                <a:lnTo>
                  <a:pt x="6750" y="2861"/>
                </a:lnTo>
                <a:lnTo>
                  <a:pt x="6499" y="2814"/>
                </a:lnTo>
                <a:lnTo>
                  <a:pt x="6250" y="2763"/>
                </a:lnTo>
                <a:lnTo>
                  <a:pt x="6000" y="2708"/>
                </a:lnTo>
                <a:lnTo>
                  <a:pt x="5750" y="2649"/>
                </a:lnTo>
                <a:lnTo>
                  <a:pt x="5500" y="2585"/>
                </a:lnTo>
                <a:lnTo>
                  <a:pt x="5249" y="2517"/>
                </a:lnTo>
                <a:lnTo>
                  <a:pt x="5000" y="2444"/>
                </a:lnTo>
                <a:lnTo>
                  <a:pt x="4750" y="2367"/>
                </a:lnTo>
                <a:lnTo>
                  <a:pt x="4500" y="2286"/>
                </a:lnTo>
                <a:lnTo>
                  <a:pt x="4250" y="2199"/>
                </a:lnTo>
                <a:lnTo>
                  <a:pt x="4000" y="2109"/>
                </a:lnTo>
                <a:lnTo>
                  <a:pt x="3838" y="2047"/>
                </a:lnTo>
                <a:lnTo>
                  <a:pt x="3526" y="2244"/>
                </a:lnTo>
                <a:lnTo>
                  <a:pt x="3518" y="2249"/>
                </a:lnTo>
                <a:lnTo>
                  <a:pt x="3233" y="2443"/>
                </a:lnTo>
                <a:lnTo>
                  <a:pt x="3217" y="2455"/>
                </a:lnTo>
                <a:lnTo>
                  <a:pt x="2961" y="2662"/>
                </a:lnTo>
                <a:lnTo>
                  <a:pt x="2944" y="2677"/>
                </a:lnTo>
                <a:lnTo>
                  <a:pt x="2706" y="2909"/>
                </a:lnTo>
                <a:lnTo>
                  <a:pt x="2697" y="2918"/>
                </a:lnTo>
                <a:lnTo>
                  <a:pt x="2479" y="3155"/>
                </a:lnTo>
                <a:lnTo>
                  <a:pt x="2476" y="3158"/>
                </a:lnTo>
                <a:lnTo>
                  <a:pt x="2279" y="3379"/>
                </a:lnTo>
                <a:lnTo>
                  <a:pt x="2278" y="3380"/>
                </a:lnTo>
                <a:lnTo>
                  <a:pt x="2112" y="3557"/>
                </a:lnTo>
                <a:lnTo>
                  <a:pt x="2108" y="3562"/>
                </a:lnTo>
                <a:lnTo>
                  <a:pt x="1974" y="3678"/>
                </a:lnTo>
                <a:lnTo>
                  <a:pt x="1969" y="3682"/>
                </a:lnTo>
                <a:lnTo>
                  <a:pt x="1929" y="3709"/>
                </a:lnTo>
                <a:lnTo>
                  <a:pt x="1924" y="3712"/>
                </a:lnTo>
                <a:lnTo>
                  <a:pt x="1919" y="3715"/>
                </a:lnTo>
                <a:lnTo>
                  <a:pt x="1913" y="3717"/>
                </a:lnTo>
                <a:lnTo>
                  <a:pt x="1907" y="3718"/>
                </a:lnTo>
                <a:lnTo>
                  <a:pt x="1901" y="3719"/>
                </a:lnTo>
                <a:lnTo>
                  <a:pt x="1895" y="3720"/>
                </a:lnTo>
                <a:lnTo>
                  <a:pt x="1889" y="3719"/>
                </a:lnTo>
                <a:lnTo>
                  <a:pt x="1883" y="3718"/>
                </a:lnTo>
                <a:lnTo>
                  <a:pt x="1877" y="3717"/>
                </a:lnTo>
                <a:lnTo>
                  <a:pt x="1872" y="3715"/>
                </a:lnTo>
                <a:lnTo>
                  <a:pt x="1866" y="3712"/>
                </a:lnTo>
                <a:lnTo>
                  <a:pt x="1861" y="3709"/>
                </a:lnTo>
                <a:lnTo>
                  <a:pt x="1857" y="3705"/>
                </a:lnTo>
                <a:lnTo>
                  <a:pt x="1852" y="3701"/>
                </a:lnTo>
                <a:lnTo>
                  <a:pt x="1848" y="3696"/>
                </a:lnTo>
                <a:lnTo>
                  <a:pt x="1845" y="3691"/>
                </a:lnTo>
                <a:lnTo>
                  <a:pt x="1842" y="3686"/>
                </a:lnTo>
                <a:lnTo>
                  <a:pt x="1808" y="3617"/>
                </a:lnTo>
                <a:lnTo>
                  <a:pt x="1806" y="3610"/>
                </a:lnTo>
                <a:lnTo>
                  <a:pt x="1746" y="3435"/>
                </a:lnTo>
                <a:lnTo>
                  <a:pt x="1745" y="3431"/>
                </a:lnTo>
                <a:lnTo>
                  <a:pt x="1684" y="3207"/>
                </a:lnTo>
                <a:lnTo>
                  <a:pt x="1683" y="3206"/>
                </a:lnTo>
                <a:lnTo>
                  <a:pt x="1623" y="2953"/>
                </a:lnTo>
                <a:lnTo>
                  <a:pt x="1623" y="2952"/>
                </a:lnTo>
                <a:lnTo>
                  <a:pt x="1564" y="2685"/>
                </a:lnTo>
                <a:lnTo>
                  <a:pt x="1505" y="2419"/>
                </a:lnTo>
                <a:lnTo>
                  <a:pt x="1446" y="2155"/>
                </a:lnTo>
                <a:lnTo>
                  <a:pt x="1446" y="2155"/>
                </a:lnTo>
                <a:lnTo>
                  <a:pt x="1389" y="1882"/>
                </a:lnTo>
                <a:lnTo>
                  <a:pt x="1389" y="1881"/>
                </a:lnTo>
                <a:lnTo>
                  <a:pt x="1333" y="1598"/>
                </a:lnTo>
                <a:lnTo>
                  <a:pt x="1333" y="1597"/>
                </a:lnTo>
                <a:lnTo>
                  <a:pt x="1279" y="1303"/>
                </a:lnTo>
                <a:lnTo>
                  <a:pt x="1279" y="1302"/>
                </a:lnTo>
                <a:lnTo>
                  <a:pt x="1228" y="997"/>
                </a:lnTo>
                <a:lnTo>
                  <a:pt x="1228" y="996"/>
                </a:lnTo>
                <a:lnTo>
                  <a:pt x="1193" y="761"/>
                </a:lnTo>
                <a:lnTo>
                  <a:pt x="999" y="646"/>
                </a:lnTo>
                <a:lnTo>
                  <a:pt x="749" y="492"/>
                </a:lnTo>
                <a:lnTo>
                  <a:pt x="500" y="333"/>
                </a:lnTo>
                <a:lnTo>
                  <a:pt x="250" y="169"/>
                </a:lnTo>
                <a:lnTo>
                  <a:pt x="0" y="0"/>
                </a:lnTo>
                <a:lnTo>
                  <a:pt x="0" y="2053"/>
                </a:lnTo>
                <a:lnTo>
                  <a:pt x="24" y="2539"/>
                </a:lnTo>
                <a:lnTo>
                  <a:pt x="57" y="3026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884939" y="1464830"/>
            <a:ext cx="1268711" cy="2386439"/>
            <a:chOff x="884939" y="1464830"/>
            <a:chExt cx="1268711" cy="2386439"/>
          </a:xfrm>
        </p:grpSpPr>
        <p:sp>
          <p:nvSpPr>
            <p:cNvPr id="17" name="Forma 16"/>
            <p:cNvSpPr/>
            <p:nvPr/>
          </p:nvSpPr>
          <p:spPr>
            <a:xfrm>
              <a:off x="884939" y="1464830"/>
              <a:ext cx="1268711" cy="2386439"/>
            </a:xfrm>
            <a:custGeom>
              <a:avLst/>
              <a:gdLst/>
              <a:ahLst/>
              <a:cxnLst/>
              <a:rect l="0" t="0" r="r" b="b"/>
              <a:pathLst>
                <a:path w="5205" h="10000">
                  <a:moveTo>
                    <a:pt x="567" y="9983"/>
                  </a:moveTo>
                  <a:lnTo>
                    <a:pt x="648" y="9913"/>
                  </a:lnTo>
                  <a:lnTo>
                    <a:pt x="748" y="9806"/>
                  </a:lnTo>
                  <a:lnTo>
                    <a:pt x="867" y="9672"/>
                  </a:lnTo>
                  <a:lnTo>
                    <a:pt x="869" y="9670"/>
                  </a:lnTo>
                  <a:lnTo>
                    <a:pt x="1002" y="9526"/>
                  </a:lnTo>
                  <a:lnTo>
                    <a:pt x="1008" y="9520"/>
                  </a:lnTo>
                  <a:lnTo>
                    <a:pt x="1152" y="9379"/>
                  </a:lnTo>
                  <a:lnTo>
                    <a:pt x="1164" y="9368"/>
                  </a:lnTo>
                  <a:lnTo>
                    <a:pt x="1320" y="9242"/>
                  </a:lnTo>
                  <a:lnTo>
                    <a:pt x="1331" y="9234"/>
                  </a:lnTo>
                  <a:lnTo>
                    <a:pt x="1504" y="9116"/>
                  </a:lnTo>
                  <a:lnTo>
                    <a:pt x="1509" y="9112"/>
                  </a:lnTo>
                  <a:lnTo>
                    <a:pt x="1701" y="8992"/>
                  </a:lnTo>
                  <a:lnTo>
                    <a:pt x="1707" y="8988"/>
                  </a:lnTo>
                  <a:lnTo>
                    <a:pt x="1910" y="8870"/>
                  </a:lnTo>
                  <a:lnTo>
                    <a:pt x="1917" y="8866"/>
                  </a:lnTo>
                  <a:lnTo>
                    <a:pt x="2125" y="8758"/>
                  </a:lnTo>
                  <a:lnTo>
                    <a:pt x="2135" y="8753"/>
                  </a:lnTo>
                  <a:lnTo>
                    <a:pt x="2342" y="8659"/>
                  </a:lnTo>
                  <a:lnTo>
                    <a:pt x="2355" y="8653"/>
                  </a:lnTo>
                  <a:lnTo>
                    <a:pt x="2556" y="8579"/>
                  </a:lnTo>
                  <a:lnTo>
                    <a:pt x="2572" y="8574"/>
                  </a:lnTo>
                  <a:lnTo>
                    <a:pt x="2768" y="8520"/>
                  </a:lnTo>
                  <a:lnTo>
                    <a:pt x="2784" y="8517"/>
                  </a:lnTo>
                  <a:lnTo>
                    <a:pt x="2980" y="8479"/>
                  </a:lnTo>
                  <a:lnTo>
                    <a:pt x="2995" y="8477"/>
                  </a:lnTo>
                  <a:lnTo>
                    <a:pt x="3191" y="8454"/>
                  </a:lnTo>
                  <a:lnTo>
                    <a:pt x="3205" y="8453"/>
                  </a:lnTo>
                  <a:lnTo>
                    <a:pt x="3398" y="8443"/>
                  </a:lnTo>
                  <a:lnTo>
                    <a:pt x="3411" y="8443"/>
                  </a:lnTo>
                  <a:lnTo>
                    <a:pt x="3599" y="8445"/>
                  </a:lnTo>
                  <a:lnTo>
                    <a:pt x="3611" y="8445"/>
                  </a:lnTo>
                  <a:lnTo>
                    <a:pt x="3792" y="8457"/>
                  </a:lnTo>
                  <a:lnTo>
                    <a:pt x="3810" y="8458"/>
                  </a:lnTo>
                  <a:lnTo>
                    <a:pt x="3988" y="8484"/>
                  </a:lnTo>
                  <a:lnTo>
                    <a:pt x="4007" y="8488"/>
                  </a:lnTo>
                  <a:lnTo>
                    <a:pt x="4184" y="8530"/>
                  </a:lnTo>
                  <a:lnTo>
                    <a:pt x="4197" y="8534"/>
                  </a:lnTo>
                  <a:lnTo>
                    <a:pt x="4370" y="8588"/>
                  </a:lnTo>
                  <a:lnTo>
                    <a:pt x="4379" y="8591"/>
                  </a:lnTo>
                  <a:lnTo>
                    <a:pt x="4544" y="8651"/>
                  </a:lnTo>
                  <a:lnTo>
                    <a:pt x="4549" y="8654"/>
                  </a:lnTo>
                  <a:lnTo>
                    <a:pt x="4703" y="8716"/>
                  </a:lnTo>
                  <a:lnTo>
                    <a:pt x="4706" y="8717"/>
                  </a:lnTo>
                  <a:lnTo>
                    <a:pt x="4845" y="8775"/>
                  </a:lnTo>
                  <a:lnTo>
                    <a:pt x="4858" y="8781"/>
                  </a:lnTo>
                  <a:lnTo>
                    <a:pt x="4871" y="8788"/>
                  </a:lnTo>
                  <a:lnTo>
                    <a:pt x="5000" y="8866"/>
                  </a:lnTo>
                  <a:lnTo>
                    <a:pt x="5013" y="8875"/>
                  </a:lnTo>
                  <a:lnTo>
                    <a:pt x="5024" y="8885"/>
                  </a:lnTo>
                  <a:lnTo>
                    <a:pt x="5146" y="8992"/>
                  </a:lnTo>
                  <a:lnTo>
                    <a:pt x="5153" y="8998"/>
                  </a:lnTo>
                  <a:lnTo>
                    <a:pt x="5204" y="9048"/>
                  </a:lnTo>
                  <a:lnTo>
                    <a:pt x="5205" y="8898"/>
                  </a:lnTo>
                  <a:lnTo>
                    <a:pt x="5188" y="8624"/>
                  </a:lnTo>
                  <a:lnTo>
                    <a:pt x="5161" y="8320"/>
                  </a:lnTo>
                  <a:lnTo>
                    <a:pt x="5133" y="8016"/>
                  </a:lnTo>
                  <a:lnTo>
                    <a:pt x="5132" y="8014"/>
                  </a:lnTo>
                  <a:lnTo>
                    <a:pt x="5110" y="7737"/>
                  </a:lnTo>
                  <a:lnTo>
                    <a:pt x="5110" y="7736"/>
                  </a:lnTo>
                  <a:lnTo>
                    <a:pt x="5092" y="7482"/>
                  </a:lnTo>
                  <a:lnTo>
                    <a:pt x="5071" y="7231"/>
                  </a:lnTo>
                  <a:lnTo>
                    <a:pt x="5049" y="6979"/>
                  </a:lnTo>
                  <a:lnTo>
                    <a:pt x="5025" y="6728"/>
                  </a:lnTo>
                  <a:lnTo>
                    <a:pt x="5001" y="6476"/>
                  </a:lnTo>
                  <a:lnTo>
                    <a:pt x="5001" y="6476"/>
                  </a:lnTo>
                  <a:lnTo>
                    <a:pt x="4979" y="6224"/>
                  </a:lnTo>
                  <a:lnTo>
                    <a:pt x="4979" y="6223"/>
                  </a:lnTo>
                  <a:lnTo>
                    <a:pt x="4957" y="5970"/>
                  </a:lnTo>
                  <a:lnTo>
                    <a:pt x="4957" y="5970"/>
                  </a:lnTo>
                  <a:lnTo>
                    <a:pt x="4937" y="5718"/>
                  </a:lnTo>
                  <a:lnTo>
                    <a:pt x="4917" y="5465"/>
                  </a:lnTo>
                  <a:lnTo>
                    <a:pt x="4896" y="5214"/>
                  </a:lnTo>
                  <a:lnTo>
                    <a:pt x="4873" y="4962"/>
                  </a:lnTo>
                  <a:lnTo>
                    <a:pt x="4847" y="4711"/>
                  </a:lnTo>
                  <a:lnTo>
                    <a:pt x="4820" y="4459"/>
                  </a:lnTo>
                  <a:lnTo>
                    <a:pt x="4792" y="4207"/>
                  </a:lnTo>
                  <a:lnTo>
                    <a:pt x="4761" y="3955"/>
                  </a:lnTo>
                  <a:lnTo>
                    <a:pt x="4729" y="3704"/>
                  </a:lnTo>
                  <a:lnTo>
                    <a:pt x="4692" y="3454"/>
                  </a:lnTo>
                  <a:lnTo>
                    <a:pt x="4651" y="3205"/>
                  </a:lnTo>
                  <a:lnTo>
                    <a:pt x="4606" y="2953"/>
                  </a:lnTo>
                  <a:lnTo>
                    <a:pt x="4556" y="2697"/>
                  </a:lnTo>
                  <a:lnTo>
                    <a:pt x="4503" y="2442"/>
                  </a:lnTo>
                  <a:lnTo>
                    <a:pt x="4446" y="2192"/>
                  </a:lnTo>
                  <a:lnTo>
                    <a:pt x="4436" y="2154"/>
                  </a:lnTo>
                  <a:lnTo>
                    <a:pt x="4385" y="1957"/>
                  </a:lnTo>
                  <a:lnTo>
                    <a:pt x="4308" y="1693"/>
                  </a:lnTo>
                  <a:lnTo>
                    <a:pt x="4229" y="1442"/>
                  </a:lnTo>
                  <a:lnTo>
                    <a:pt x="4150" y="1215"/>
                  </a:lnTo>
                  <a:lnTo>
                    <a:pt x="4121" y="1137"/>
                  </a:lnTo>
                  <a:lnTo>
                    <a:pt x="4048" y="961"/>
                  </a:lnTo>
                  <a:lnTo>
                    <a:pt x="3976" y="798"/>
                  </a:lnTo>
                  <a:lnTo>
                    <a:pt x="3907" y="653"/>
                  </a:lnTo>
                  <a:lnTo>
                    <a:pt x="3843" y="525"/>
                  </a:lnTo>
                  <a:lnTo>
                    <a:pt x="3783" y="415"/>
                  </a:lnTo>
                  <a:lnTo>
                    <a:pt x="3726" y="322"/>
                  </a:lnTo>
                  <a:lnTo>
                    <a:pt x="3670" y="244"/>
                  </a:lnTo>
                  <a:lnTo>
                    <a:pt x="3613" y="180"/>
                  </a:lnTo>
                  <a:lnTo>
                    <a:pt x="3553" y="125"/>
                  </a:lnTo>
                  <a:lnTo>
                    <a:pt x="3491" y="78"/>
                  </a:lnTo>
                  <a:lnTo>
                    <a:pt x="3433" y="43"/>
                  </a:lnTo>
                  <a:lnTo>
                    <a:pt x="3381" y="20"/>
                  </a:lnTo>
                  <a:lnTo>
                    <a:pt x="3326" y="6"/>
                  </a:lnTo>
                  <a:lnTo>
                    <a:pt x="3260" y="0"/>
                  </a:lnTo>
                  <a:lnTo>
                    <a:pt x="3174" y="3"/>
                  </a:lnTo>
                  <a:lnTo>
                    <a:pt x="3062" y="19"/>
                  </a:lnTo>
                  <a:lnTo>
                    <a:pt x="2927" y="51"/>
                  </a:lnTo>
                  <a:lnTo>
                    <a:pt x="2778" y="95"/>
                  </a:lnTo>
                  <a:lnTo>
                    <a:pt x="2624" y="150"/>
                  </a:lnTo>
                  <a:lnTo>
                    <a:pt x="2473" y="213"/>
                  </a:lnTo>
                  <a:lnTo>
                    <a:pt x="2331" y="283"/>
                  </a:lnTo>
                  <a:lnTo>
                    <a:pt x="2196" y="360"/>
                  </a:lnTo>
                  <a:lnTo>
                    <a:pt x="2062" y="448"/>
                  </a:lnTo>
                  <a:lnTo>
                    <a:pt x="1929" y="545"/>
                  </a:lnTo>
                  <a:lnTo>
                    <a:pt x="1800" y="650"/>
                  </a:lnTo>
                  <a:lnTo>
                    <a:pt x="1674" y="763"/>
                  </a:lnTo>
                  <a:lnTo>
                    <a:pt x="1554" y="883"/>
                  </a:lnTo>
                  <a:lnTo>
                    <a:pt x="1438" y="1010"/>
                  </a:lnTo>
                  <a:lnTo>
                    <a:pt x="1326" y="1145"/>
                  </a:lnTo>
                  <a:lnTo>
                    <a:pt x="1218" y="1289"/>
                  </a:lnTo>
                  <a:lnTo>
                    <a:pt x="1114" y="1440"/>
                  </a:lnTo>
                  <a:lnTo>
                    <a:pt x="1015" y="1597"/>
                  </a:lnTo>
                  <a:lnTo>
                    <a:pt x="919" y="1761"/>
                  </a:lnTo>
                  <a:lnTo>
                    <a:pt x="827" y="1932"/>
                  </a:lnTo>
                  <a:lnTo>
                    <a:pt x="740" y="2110"/>
                  </a:lnTo>
                  <a:lnTo>
                    <a:pt x="656" y="2295"/>
                  </a:lnTo>
                  <a:lnTo>
                    <a:pt x="578" y="2485"/>
                  </a:lnTo>
                  <a:lnTo>
                    <a:pt x="504" y="2680"/>
                  </a:lnTo>
                  <a:lnTo>
                    <a:pt x="437" y="2879"/>
                  </a:lnTo>
                  <a:lnTo>
                    <a:pt x="376" y="3082"/>
                  </a:lnTo>
                  <a:lnTo>
                    <a:pt x="320" y="3292"/>
                  </a:lnTo>
                  <a:lnTo>
                    <a:pt x="270" y="3506"/>
                  </a:lnTo>
                  <a:lnTo>
                    <a:pt x="224" y="3725"/>
                  </a:lnTo>
                  <a:lnTo>
                    <a:pt x="183" y="3946"/>
                  </a:lnTo>
                  <a:lnTo>
                    <a:pt x="146" y="4167"/>
                  </a:lnTo>
                  <a:lnTo>
                    <a:pt x="113" y="4390"/>
                  </a:lnTo>
                  <a:lnTo>
                    <a:pt x="86" y="4615"/>
                  </a:lnTo>
                  <a:lnTo>
                    <a:pt x="63" y="4843"/>
                  </a:lnTo>
                  <a:lnTo>
                    <a:pt x="44" y="5072"/>
                  </a:lnTo>
                  <a:lnTo>
                    <a:pt x="28" y="5301"/>
                  </a:lnTo>
                  <a:lnTo>
                    <a:pt x="16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6" y="6894"/>
                  </a:lnTo>
                  <a:lnTo>
                    <a:pt x="29" y="7117"/>
                  </a:lnTo>
                  <a:lnTo>
                    <a:pt x="47" y="7340"/>
                  </a:lnTo>
                  <a:lnTo>
                    <a:pt x="69" y="7561"/>
                  </a:lnTo>
                  <a:lnTo>
                    <a:pt x="93" y="7779"/>
                  </a:lnTo>
                  <a:lnTo>
                    <a:pt x="119" y="7989"/>
                  </a:lnTo>
                  <a:lnTo>
                    <a:pt x="146" y="8191"/>
                  </a:lnTo>
                  <a:lnTo>
                    <a:pt x="175" y="8382"/>
                  </a:lnTo>
                  <a:lnTo>
                    <a:pt x="205" y="8567"/>
                  </a:lnTo>
                  <a:lnTo>
                    <a:pt x="238" y="8745"/>
                  </a:lnTo>
                  <a:lnTo>
                    <a:pt x="271" y="8916"/>
                  </a:lnTo>
                  <a:lnTo>
                    <a:pt x="306" y="9081"/>
                  </a:lnTo>
                  <a:lnTo>
                    <a:pt x="342" y="9241"/>
                  </a:lnTo>
                  <a:lnTo>
                    <a:pt x="377" y="9402"/>
                  </a:lnTo>
                  <a:lnTo>
                    <a:pt x="413" y="9563"/>
                  </a:lnTo>
                  <a:lnTo>
                    <a:pt x="449" y="9716"/>
                  </a:lnTo>
                  <a:lnTo>
                    <a:pt x="486" y="9851"/>
                  </a:lnTo>
                  <a:lnTo>
                    <a:pt x="522" y="9958"/>
                  </a:lnTo>
                  <a:lnTo>
                    <a:pt x="543" y="10000"/>
                  </a:lnTo>
                  <a:lnTo>
                    <a:pt x="56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69884" y="1699029"/>
              <a:ext cx="992418" cy="1708388"/>
            </a:xfrm>
            <a:custGeom>
              <a:avLst/>
              <a:gdLst/>
              <a:ahLst/>
              <a:cxnLst/>
              <a:rect l="0" t="0" r="r" b="b"/>
              <a:pathLst>
                <a:path w="2261" h="3975" fill="none">
                  <a:moveTo>
                    <a:pt x="2261" y="1872"/>
                  </a:moveTo>
                  <a:lnTo>
                    <a:pt x="1667" y="1605"/>
                  </a:lnTo>
                  <a:lnTo>
                    <a:pt x="937" y="1146"/>
                  </a:lnTo>
                  <a:lnTo>
                    <a:pt x="527" y="688"/>
                  </a:lnTo>
                </a:path>
                <a:path w="2261" h="3975" fill="none">
                  <a:moveTo>
                    <a:pt x="1667" y="1605"/>
                  </a:moveTo>
                  <a:lnTo>
                    <a:pt x="1394" y="917"/>
                  </a:lnTo>
                  <a:lnTo>
                    <a:pt x="1257" y="152"/>
                  </a:lnTo>
                </a:path>
                <a:path w="2261" h="3975" fill="none">
                  <a:moveTo>
                    <a:pt x="2261" y="1872"/>
                  </a:moveTo>
                  <a:lnTo>
                    <a:pt x="1394" y="1987"/>
                  </a:lnTo>
                  <a:lnTo>
                    <a:pt x="481" y="1987"/>
                  </a:lnTo>
                  <a:lnTo>
                    <a:pt x="25" y="2064"/>
                  </a:lnTo>
                </a:path>
                <a:path w="2261" h="3975" fill="none">
                  <a:moveTo>
                    <a:pt x="1394" y="1987"/>
                  </a:moveTo>
                  <a:lnTo>
                    <a:pt x="755" y="2522"/>
                  </a:lnTo>
                  <a:lnTo>
                    <a:pt x="253" y="2981"/>
                  </a:lnTo>
                </a:path>
                <a:path w="2261" h="3975" fill="none">
                  <a:moveTo>
                    <a:pt x="2261" y="1872"/>
                  </a:moveTo>
                  <a:lnTo>
                    <a:pt x="1667" y="2522"/>
                  </a:lnTo>
                  <a:lnTo>
                    <a:pt x="1120" y="3287"/>
                  </a:lnTo>
                  <a:lnTo>
                    <a:pt x="618" y="3898"/>
                  </a:lnTo>
                </a:path>
                <a:path w="2261" h="3975" fill="none">
                  <a:moveTo>
                    <a:pt x="1667" y="2522"/>
                  </a:moveTo>
                  <a:lnTo>
                    <a:pt x="1941" y="3287"/>
                  </a:lnTo>
                  <a:lnTo>
                    <a:pt x="1667" y="3975"/>
                  </a:lnTo>
                </a:path>
                <a:path w="2261" h="3975" fill="none">
                  <a:moveTo>
                    <a:pt x="1120" y="3287"/>
                  </a:moveTo>
                  <a:lnTo>
                    <a:pt x="390" y="3669"/>
                  </a:lnTo>
                  <a:lnTo>
                    <a:pt x="25" y="3898"/>
                  </a:lnTo>
                </a:path>
                <a:path w="2261" h="3975" fill="none">
                  <a:moveTo>
                    <a:pt x="937" y="1146"/>
                  </a:moveTo>
                  <a:lnTo>
                    <a:pt x="299" y="1299"/>
                  </a:lnTo>
                  <a:lnTo>
                    <a:pt x="0" y="1487"/>
                  </a:lnTo>
                </a:path>
                <a:path w="2261" h="3975" fill="none">
                  <a:moveTo>
                    <a:pt x="1394" y="917"/>
                  </a:moveTo>
                  <a:lnTo>
                    <a:pt x="846" y="458"/>
                  </a:lnTo>
                </a:path>
                <a:path w="2261" h="3975" fill="none">
                  <a:moveTo>
                    <a:pt x="755" y="2522"/>
                  </a:moveTo>
                  <a:lnTo>
                    <a:pt x="846" y="3057"/>
                  </a:lnTo>
                  <a:lnTo>
                    <a:pt x="572" y="3592"/>
                  </a:lnTo>
                </a:path>
                <a:path w="2261" h="3975" fill="none">
                  <a:moveTo>
                    <a:pt x="2261" y="1872"/>
                  </a:moveTo>
                  <a:lnTo>
                    <a:pt x="2124" y="1299"/>
                  </a:lnTo>
                  <a:lnTo>
                    <a:pt x="1850" y="688"/>
                  </a:lnTo>
                  <a:lnTo>
                    <a:pt x="1667" y="0"/>
                  </a:lnTo>
                </a:path>
                <a:path w="2261" h="3975" fill="none">
                  <a:moveTo>
                    <a:pt x="481" y="1987"/>
                  </a:moveTo>
                  <a:lnTo>
                    <a:pt x="207" y="244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15827" y="2503943"/>
              <a:ext cx="1066501" cy="1000005"/>
            </a:xfrm>
            <a:custGeom>
              <a:avLst/>
              <a:gdLst/>
              <a:ahLst/>
              <a:cxnLst/>
              <a:rect l="0" t="0" r="r" b="b"/>
              <a:pathLst>
                <a:path w="2429" h="2326" fill="none">
                  <a:moveTo>
                    <a:pt x="0" y="126"/>
                  </a:moveTo>
                  <a:lnTo>
                    <a:pt x="171" y="140"/>
                  </a:lnTo>
                  <a:lnTo>
                    <a:pt x="384" y="157"/>
                  </a:lnTo>
                  <a:lnTo>
                    <a:pt x="599" y="170"/>
                  </a:lnTo>
                  <a:lnTo>
                    <a:pt x="787" y="175"/>
                  </a:lnTo>
                  <a:lnTo>
                    <a:pt x="943" y="172"/>
                  </a:lnTo>
                  <a:lnTo>
                    <a:pt x="1085" y="162"/>
                  </a:lnTo>
                  <a:lnTo>
                    <a:pt x="1221" y="148"/>
                  </a:lnTo>
                  <a:lnTo>
                    <a:pt x="1362" y="132"/>
                  </a:lnTo>
                  <a:lnTo>
                    <a:pt x="1517" y="114"/>
                  </a:lnTo>
                  <a:lnTo>
                    <a:pt x="1702" y="93"/>
                  </a:lnTo>
                  <a:lnTo>
                    <a:pt x="1913" y="67"/>
                  </a:lnTo>
                  <a:lnTo>
                    <a:pt x="2121" y="40"/>
                  </a:lnTo>
                  <a:lnTo>
                    <a:pt x="2302" y="16"/>
                  </a:lnTo>
                  <a:lnTo>
                    <a:pt x="2429" y="0"/>
                  </a:lnTo>
                </a:path>
                <a:path w="2429" h="2326" fill="none">
                  <a:moveTo>
                    <a:pt x="61" y="2326"/>
                  </a:moveTo>
                  <a:lnTo>
                    <a:pt x="169" y="2217"/>
                  </a:lnTo>
                  <a:lnTo>
                    <a:pt x="326" y="2055"/>
                  </a:lnTo>
                  <a:lnTo>
                    <a:pt x="510" y="1867"/>
                  </a:lnTo>
                  <a:lnTo>
                    <a:pt x="701" y="1672"/>
                  </a:lnTo>
                  <a:lnTo>
                    <a:pt x="878" y="1490"/>
                  </a:lnTo>
                  <a:lnTo>
                    <a:pt x="1044" y="1317"/>
                  </a:lnTo>
                  <a:lnTo>
                    <a:pt x="1211" y="1139"/>
                  </a:lnTo>
                  <a:lnTo>
                    <a:pt x="1377" y="964"/>
                  </a:lnTo>
                  <a:lnTo>
                    <a:pt x="1541" y="798"/>
                  </a:lnTo>
                  <a:lnTo>
                    <a:pt x="1699" y="649"/>
                  </a:lnTo>
                  <a:lnTo>
                    <a:pt x="1863" y="514"/>
                  </a:lnTo>
                  <a:lnTo>
                    <a:pt x="2033" y="388"/>
                  </a:lnTo>
                  <a:lnTo>
                    <a:pt x="2194" y="275"/>
                  </a:lnTo>
                  <a:lnTo>
                    <a:pt x="2332" y="182"/>
                  </a:lnTo>
                  <a:lnTo>
                    <a:pt x="2429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884939" y="1464830"/>
            <a:ext cx="1268711" cy="2386439"/>
          </a:xfrm>
          <a:custGeom>
            <a:avLst/>
            <a:gdLst/>
            <a:ahLst/>
            <a:cxnLst/>
            <a:rect l="0" t="0" r="r" b="b"/>
            <a:pathLst>
              <a:path w="2890" h="5552" fill="none">
                <a:moveTo>
                  <a:pt x="315" y="5543"/>
                </a:moveTo>
                <a:lnTo>
                  <a:pt x="359" y="5504"/>
                </a:lnTo>
                <a:lnTo>
                  <a:pt x="415" y="5445"/>
                </a:lnTo>
                <a:lnTo>
                  <a:pt x="481" y="5370"/>
                </a:lnTo>
                <a:lnTo>
                  <a:pt x="482" y="5369"/>
                </a:lnTo>
                <a:lnTo>
                  <a:pt x="556" y="5289"/>
                </a:lnTo>
                <a:lnTo>
                  <a:pt x="559" y="5286"/>
                </a:lnTo>
                <a:lnTo>
                  <a:pt x="640" y="5208"/>
                </a:lnTo>
                <a:lnTo>
                  <a:pt x="646" y="5202"/>
                </a:lnTo>
                <a:lnTo>
                  <a:pt x="733" y="5132"/>
                </a:lnTo>
                <a:lnTo>
                  <a:pt x="739" y="5127"/>
                </a:lnTo>
                <a:lnTo>
                  <a:pt x="835" y="5062"/>
                </a:lnTo>
                <a:lnTo>
                  <a:pt x="838" y="5060"/>
                </a:lnTo>
                <a:lnTo>
                  <a:pt x="944" y="4993"/>
                </a:lnTo>
                <a:lnTo>
                  <a:pt x="948" y="4991"/>
                </a:lnTo>
                <a:lnTo>
                  <a:pt x="1060" y="4925"/>
                </a:lnTo>
                <a:lnTo>
                  <a:pt x="1064" y="4923"/>
                </a:lnTo>
                <a:lnTo>
                  <a:pt x="1180" y="4863"/>
                </a:lnTo>
                <a:lnTo>
                  <a:pt x="1185" y="4860"/>
                </a:lnTo>
                <a:lnTo>
                  <a:pt x="1300" y="4808"/>
                </a:lnTo>
                <a:lnTo>
                  <a:pt x="1308" y="4805"/>
                </a:lnTo>
                <a:lnTo>
                  <a:pt x="1419" y="4764"/>
                </a:lnTo>
                <a:lnTo>
                  <a:pt x="1428" y="4761"/>
                </a:lnTo>
                <a:lnTo>
                  <a:pt x="1537" y="4731"/>
                </a:lnTo>
                <a:lnTo>
                  <a:pt x="1546" y="4729"/>
                </a:lnTo>
                <a:lnTo>
                  <a:pt x="1655" y="4708"/>
                </a:lnTo>
                <a:lnTo>
                  <a:pt x="1663" y="4707"/>
                </a:lnTo>
                <a:lnTo>
                  <a:pt x="1772" y="4694"/>
                </a:lnTo>
                <a:lnTo>
                  <a:pt x="1780" y="4694"/>
                </a:lnTo>
                <a:lnTo>
                  <a:pt x="1887" y="4688"/>
                </a:lnTo>
                <a:lnTo>
                  <a:pt x="1894" y="4688"/>
                </a:lnTo>
                <a:lnTo>
                  <a:pt x="1998" y="4689"/>
                </a:lnTo>
                <a:lnTo>
                  <a:pt x="2005" y="4689"/>
                </a:lnTo>
                <a:lnTo>
                  <a:pt x="2106" y="4696"/>
                </a:lnTo>
                <a:lnTo>
                  <a:pt x="2115" y="4697"/>
                </a:lnTo>
                <a:lnTo>
                  <a:pt x="2214" y="4711"/>
                </a:lnTo>
                <a:lnTo>
                  <a:pt x="2225" y="4713"/>
                </a:lnTo>
                <a:lnTo>
                  <a:pt x="2323" y="4737"/>
                </a:lnTo>
                <a:lnTo>
                  <a:pt x="2331" y="4739"/>
                </a:lnTo>
                <a:lnTo>
                  <a:pt x="2426" y="4769"/>
                </a:lnTo>
                <a:lnTo>
                  <a:pt x="2432" y="4770"/>
                </a:lnTo>
                <a:lnTo>
                  <a:pt x="2523" y="4804"/>
                </a:lnTo>
                <a:lnTo>
                  <a:pt x="2526" y="4805"/>
                </a:lnTo>
                <a:lnTo>
                  <a:pt x="2612" y="4839"/>
                </a:lnTo>
                <a:lnTo>
                  <a:pt x="2613" y="4840"/>
                </a:lnTo>
                <a:lnTo>
                  <a:pt x="2691" y="4872"/>
                </a:lnTo>
                <a:lnTo>
                  <a:pt x="2698" y="4876"/>
                </a:lnTo>
                <a:lnTo>
                  <a:pt x="2705" y="4880"/>
                </a:lnTo>
                <a:lnTo>
                  <a:pt x="2776" y="4923"/>
                </a:lnTo>
                <a:lnTo>
                  <a:pt x="2784" y="4928"/>
                </a:lnTo>
                <a:lnTo>
                  <a:pt x="2790" y="4933"/>
                </a:lnTo>
                <a:lnTo>
                  <a:pt x="2858" y="4993"/>
                </a:lnTo>
                <a:lnTo>
                  <a:pt x="2861" y="4996"/>
                </a:lnTo>
                <a:lnTo>
                  <a:pt x="2890" y="5024"/>
                </a:lnTo>
                <a:lnTo>
                  <a:pt x="2890" y="4941"/>
                </a:lnTo>
                <a:lnTo>
                  <a:pt x="2881" y="4789"/>
                </a:lnTo>
                <a:lnTo>
                  <a:pt x="2866" y="4620"/>
                </a:lnTo>
                <a:lnTo>
                  <a:pt x="2850" y="4451"/>
                </a:lnTo>
                <a:lnTo>
                  <a:pt x="2850" y="4450"/>
                </a:lnTo>
                <a:lnTo>
                  <a:pt x="2838" y="4296"/>
                </a:lnTo>
                <a:lnTo>
                  <a:pt x="2838" y="4295"/>
                </a:lnTo>
                <a:lnTo>
                  <a:pt x="2828" y="4155"/>
                </a:lnTo>
                <a:lnTo>
                  <a:pt x="2816" y="4015"/>
                </a:lnTo>
                <a:lnTo>
                  <a:pt x="2803" y="3875"/>
                </a:lnTo>
                <a:lnTo>
                  <a:pt x="2790" y="3736"/>
                </a:lnTo>
                <a:lnTo>
                  <a:pt x="2777" y="3596"/>
                </a:lnTo>
                <a:lnTo>
                  <a:pt x="2777" y="3596"/>
                </a:lnTo>
                <a:lnTo>
                  <a:pt x="2765" y="3456"/>
                </a:lnTo>
                <a:lnTo>
                  <a:pt x="2765" y="3455"/>
                </a:lnTo>
                <a:lnTo>
                  <a:pt x="2753" y="3315"/>
                </a:lnTo>
                <a:lnTo>
                  <a:pt x="2753" y="3315"/>
                </a:lnTo>
                <a:lnTo>
                  <a:pt x="2742" y="3175"/>
                </a:lnTo>
                <a:lnTo>
                  <a:pt x="2730" y="3035"/>
                </a:lnTo>
                <a:lnTo>
                  <a:pt x="2719" y="2895"/>
                </a:lnTo>
                <a:lnTo>
                  <a:pt x="2706" y="2755"/>
                </a:lnTo>
                <a:lnTo>
                  <a:pt x="2692" y="2616"/>
                </a:lnTo>
                <a:lnTo>
                  <a:pt x="2677" y="2476"/>
                </a:lnTo>
                <a:lnTo>
                  <a:pt x="2661" y="2336"/>
                </a:lnTo>
                <a:lnTo>
                  <a:pt x="2644" y="2196"/>
                </a:lnTo>
                <a:lnTo>
                  <a:pt x="2626" y="2056"/>
                </a:lnTo>
                <a:lnTo>
                  <a:pt x="2606" y="1918"/>
                </a:lnTo>
                <a:lnTo>
                  <a:pt x="2583" y="1780"/>
                </a:lnTo>
                <a:lnTo>
                  <a:pt x="2558" y="1640"/>
                </a:lnTo>
                <a:lnTo>
                  <a:pt x="2530" y="1497"/>
                </a:lnTo>
                <a:lnTo>
                  <a:pt x="2500" y="1356"/>
                </a:lnTo>
                <a:lnTo>
                  <a:pt x="2469" y="1217"/>
                </a:lnTo>
                <a:lnTo>
                  <a:pt x="2464" y="1196"/>
                </a:lnTo>
                <a:lnTo>
                  <a:pt x="2435" y="1086"/>
                </a:lnTo>
                <a:lnTo>
                  <a:pt x="2392" y="940"/>
                </a:lnTo>
                <a:lnTo>
                  <a:pt x="2348" y="801"/>
                </a:lnTo>
                <a:lnTo>
                  <a:pt x="2305" y="674"/>
                </a:lnTo>
                <a:lnTo>
                  <a:pt x="2288" y="631"/>
                </a:lnTo>
                <a:lnTo>
                  <a:pt x="2248" y="533"/>
                </a:lnTo>
                <a:lnTo>
                  <a:pt x="2208" y="443"/>
                </a:lnTo>
                <a:lnTo>
                  <a:pt x="2170" y="362"/>
                </a:lnTo>
                <a:lnTo>
                  <a:pt x="2134" y="291"/>
                </a:lnTo>
                <a:lnTo>
                  <a:pt x="2101" y="230"/>
                </a:lnTo>
                <a:lnTo>
                  <a:pt x="2069" y="178"/>
                </a:lnTo>
                <a:lnTo>
                  <a:pt x="2038" y="135"/>
                </a:lnTo>
                <a:lnTo>
                  <a:pt x="2006" y="100"/>
                </a:lnTo>
                <a:lnTo>
                  <a:pt x="1973" y="69"/>
                </a:lnTo>
                <a:lnTo>
                  <a:pt x="1938" y="43"/>
                </a:lnTo>
                <a:lnTo>
                  <a:pt x="1907" y="24"/>
                </a:lnTo>
                <a:lnTo>
                  <a:pt x="1877" y="11"/>
                </a:lnTo>
                <a:lnTo>
                  <a:pt x="1847" y="3"/>
                </a:lnTo>
                <a:lnTo>
                  <a:pt x="1810" y="0"/>
                </a:lnTo>
                <a:lnTo>
                  <a:pt x="1763" y="1"/>
                </a:lnTo>
                <a:lnTo>
                  <a:pt x="1701" y="11"/>
                </a:lnTo>
                <a:lnTo>
                  <a:pt x="1625" y="28"/>
                </a:lnTo>
                <a:lnTo>
                  <a:pt x="1543" y="52"/>
                </a:lnTo>
                <a:lnTo>
                  <a:pt x="1457" y="83"/>
                </a:lnTo>
                <a:lnTo>
                  <a:pt x="1373" y="118"/>
                </a:lnTo>
                <a:lnTo>
                  <a:pt x="1294" y="157"/>
                </a:lnTo>
                <a:lnTo>
                  <a:pt x="1220" y="200"/>
                </a:lnTo>
                <a:lnTo>
                  <a:pt x="1145" y="249"/>
                </a:lnTo>
                <a:lnTo>
                  <a:pt x="1071" y="302"/>
                </a:lnTo>
                <a:lnTo>
                  <a:pt x="999" y="361"/>
                </a:lnTo>
                <a:lnTo>
                  <a:pt x="929" y="424"/>
                </a:lnTo>
                <a:lnTo>
                  <a:pt x="863" y="490"/>
                </a:lnTo>
                <a:lnTo>
                  <a:pt x="798" y="561"/>
                </a:lnTo>
                <a:lnTo>
                  <a:pt x="736" y="636"/>
                </a:lnTo>
                <a:lnTo>
                  <a:pt x="676" y="715"/>
                </a:lnTo>
                <a:lnTo>
                  <a:pt x="619" y="799"/>
                </a:lnTo>
                <a:lnTo>
                  <a:pt x="563" y="887"/>
                </a:lnTo>
                <a:lnTo>
                  <a:pt x="510" y="978"/>
                </a:lnTo>
                <a:lnTo>
                  <a:pt x="459" y="1072"/>
                </a:lnTo>
                <a:lnTo>
                  <a:pt x="411" y="1171"/>
                </a:lnTo>
                <a:lnTo>
                  <a:pt x="364" y="1274"/>
                </a:lnTo>
                <a:lnTo>
                  <a:pt x="321" y="1380"/>
                </a:lnTo>
                <a:lnTo>
                  <a:pt x="280" y="1488"/>
                </a:lnTo>
                <a:lnTo>
                  <a:pt x="242" y="1598"/>
                </a:lnTo>
                <a:lnTo>
                  <a:pt x="208" y="1711"/>
                </a:lnTo>
                <a:lnTo>
                  <a:pt x="178" y="1828"/>
                </a:lnTo>
                <a:lnTo>
                  <a:pt x="150" y="1947"/>
                </a:lnTo>
                <a:lnTo>
                  <a:pt x="124" y="2068"/>
                </a:lnTo>
                <a:lnTo>
                  <a:pt x="101" y="2191"/>
                </a:lnTo>
                <a:lnTo>
                  <a:pt x="81" y="2314"/>
                </a:lnTo>
                <a:lnTo>
                  <a:pt x="63" y="2437"/>
                </a:lnTo>
                <a:lnTo>
                  <a:pt x="47" y="2563"/>
                </a:lnTo>
                <a:lnTo>
                  <a:pt x="35" y="2689"/>
                </a:lnTo>
                <a:lnTo>
                  <a:pt x="24" y="2816"/>
                </a:lnTo>
                <a:lnTo>
                  <a:pt x="15" y="2944"/>
                </a:lnTo>
                <a:lnTo>
                  <a:pt x="9" y="3070"/>
                </a:lnTo>
                <a:lnTo>
                  <a:pt x="4" y="3197"/>
                </a:lnTo>
                <a:lnTo>
                  <a:pt x="1" y="3324"/>
                </a:lnTo>
                <a:lnTo>
                  <a:pt x="0" y="3452"/>
                </a:lnTo>
                <a:lnTo>
                  <a:pt x="1" y="3578"/>
                </a:lnTo>
                <a:lnTo>
                  <a:pt x="4" y="3704"/>
                </a:lnTo>
                <a:lnTo>
                  <a:pt x="9" y="3828"/>
                </a:lnTo>
                <a:lnTo>
                  <a:pt x="16" y="3951"/>
                </a:lnTo>
                <a:lnTo>
                  <a:pt x="26" y="4075"/>
                </a:lnTo>
                <a:lnTo>
                  <a:pt x="38" y="4198"/>
                </a:lnTo>
                <a:lnTo>
                  <a:pt x="51" y="4319"/>
                </a:lnTo>
                <a:lnTo>
                  <a:pt x="66" y="4436"/>
                </a:lnTo>
                <a:lnTo>
                  <a:pt x="81" y="4548"/>
                </a:lnTo>
                <a:lnTo>
                  <a:pt x="97" y="4654"/>
                </a:lnTo>
                <a:lnTo>
                  <a:pt x="114" y="4757"/>
                </a:lnTo>
                <a:lnTo>
                  <a:pt x="132" y="4856"/>
                </a:lnTo>
                <a:lnTo>
                  <a:pt x="150" y="4951"/>
                </a:lnTo>
                <a:lnTo>
                  <a:pt x="170" y="5042"/>
                </a:lnTo>
                <a:lnTo>
                  <a:pt x="189" y="5131"/>
                </a:lnTo>
                <a:lnTo>
                  <a:pt x="209" y="5220"/>
                </a:lnTo>
                <a:lnTo>
                  <a:pt x="229" y="5310"/>
                </a:lnTo>
                <a:lnTo>
                  <a:pt x="249" y="5395"/>
                </a:lnTo>
                <a:lnTo>
                  <a:pt x="270" y="5470"/>
                </a:lnTo>
                <a:lnTo>
                  <a:pt x="290" y="5529"/>
                </a:lnTo>
                <a:lnTo>
                  <a:pt x="301" y="5552"/>
                </a:lnTo>
                <a:lnTo>
                  <a:pt x="315" y="554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904000" y="2802636"/>
            <a:ext cx="904684" cy="906443"/>
          </a:xfrm>
          <a:custGeom>
            <a:avLst/>
            <a:gdLst/>
            <a:ahLst/>
            <a:cxnLst/>
            <a:rect l="0" t="0" r="r" b="b"/>
            <a:pathLst>
              <a:path w="9772" h="10000">
                <a:moveTo>
                  <a:pt x="9746" y="4704"/>
                </a:moveTo>
                <a:lnTo>
                  <a:pt x="9671" y="4197"/>
                </a:lnTo>
                <a:lnTo>
                  <a:pt x="9547" y="3701"/>
                </a:lnTo>
                <a:lnTo>
                  <a:pt x="9375" y="3219"/>
                </a:lnTo>
                <a:lnTo>
                  <a:pt x="9156" y="2756"/>
                </a:lnTo>
                <a:lnTo>
                  <a:pt x="8893" y="2317"/>
                </a:lnTo>
                <a:lnTo>
                  <a:pt x="8588" y="1906"/>
                </a:lnTo>
                <a:lnTo>
                  <a:pt x="8244" y="1527"/>
                </a:lnTo>
                <a:lnTo>
                  <a:pt x="7865" y="1183"/>
                </a:lnTo>
                <a:lnTo>
                  <a:pt x="7454" y="878"/>
                </a:lnTo>
                <a:lnTo>
                  <a:pt x="7015" y="615"/>
                </a:lnTo>
                <a:lnTo>
                  <a:pt x="6552" y="396"/>
                </a:lnTo>
                <a:lnTo>
                  <a:pt x="6070" y="224"/>
                </a:lnTo>
                <a:lnTo>
                  <a:pt x="5574" y="100"/>
                </a:lnTo>
                <a:lnTo>
                  <a:pt x="5068" y="25"/>
                </a:lnTo>
                <a:lnTo>
                  <a:pt x="4556" y="0"/>
                </a:lnTo>
                <a:lnTo>
                  <a:pt x="4045" y="25"/>
                </a:lnTo>
                <a:lnTo>
                  <a:pt x="3539" y="100"/>
                </a:lnTo>
                <a:lnTo>
                  <a:pt x="3043" y="224"/>
                </a:lnTo>
                <a:lnTo>
                  <a:pt x="2561" y="396"/>
                </a:lnTo>
                <a:lnTo>
                  <a:pt x="2098" y="615"/>
                </a:lnTo>
                <a:lnTo>
                  <a:pt x="1659" y="878"/>
                </a:lnTo>
                <a:lnTo>
                  <a:pt x="1248" y="1183"/>
                </a:lnTo>
                <a:lnTo>
                  <a:pt x="869" y="1527"/>
                </a:lnTo>
                <a:lnTo>
                  <a:pt x="525" y="1906"/>
                </a:lnTo>
                <a:lnTo>
                  <a:pt x="220" y="2317"/>
                </a:lnTo>
                <a:lnTo>
                  <a:pt x="0" y="2686"/>
                </a:lnTo>
                <a:lnTo>
                  <a:pt x="2" y="2799"/>
                </a:lnTo>
                <a:lnTo>
                  <a:pt x="26" y="3383"/>
                </a:lnTo>
                <a:lnTo>
                  <a:pt x="61" y="3965"/>
                </a:lnTo>
                <a:lnTo>
                  <a:pt x="108" y="4548"/>
                </a:lnTo>
                <a:lnTo>
                  <a:pt x="164" y="5129"/>
                </a:lnTo>
                <a:lnTo>
                  <a:pt x="228" y="5699"/>
                </a:lnTo>
                <a:lnTo>
                  <a:pt x="297" y="6252"/>
                </a:lnTo>
                <a:lnTo>
                  <a:pt x="367" y="6779"/>
                </a:lnTo>
                <a:lnTo>
                  <a:pt x="442" y="7281"/>
                </a:lnTo>
                <a:lnTo>
                  <a:pt x="522" y="7764"/>
                </a:lnTo>
                <a:lnTo>
                  <a:pt x="607" y="8229"/>
                </a:lnTo>
                <a:lnTo>
                  <a:pt x="695" y="8678"/>
                </a:lnTo>
                <a:lnTo>
                  <a:pt x="704" y="8721"/>
                </a:lnTo>
                <a:lnTo>
                  <a:pt x="869" y="8903"/>
                </a:lnTo>
                <a:lnTo>
                  <a:pt x="1248" y="9246"/>
                </a:lnTo>
                <a:lnTo>
                  <a:pt x="1659" y="9551"/>
                </a:lnTo>
                <a:lnTo>
                  <a:pt x="2098" y="9814"/>
                </a:lnTo>
                <a:lnTo>
                  <a:pt x="2489" y="10000"/>
                </a:lnTo>
                <a:lnTo>
                  <a:pt x="2696" y="9798"/>
                </a:lnTo>
                <a:lnTo>
                  <a:pt x="2703" y="9792"/>
                </a:lnTo>
                <a:lnTo>
                  <a:pt x="2733" y="9764"/>
                </a:lnTo>
                <a:lnTo>
                  <a:pt x="2740" y="9759"/>
                </a:lnTo>
                <a:lnTo>
                  <a:pt x="3151" y="9427"/>
                </a:lnTo>
                <a:lnTo>
                  <a:pt x="3157" y="9422"/>
                </a:lnTo>
                <a:lnTo>
                  <a:pt x="3187" y="9400"/>
                </a:lnTo>
                <a:lnTo>
                  <a:pt x="3193" y="9395"/>
                </a:lnTo>
                <a:lnTo>
                  <a:pt x="3648" y="9085"/>
                </a:lnTo>
                <a:lnTo>
                  <a:pt x="3651" y="9083"/>
                </a:lnTo>
                <a:lnTo>
                  <a:pt x="3665" y="9074"/>
                </a:lnTo>
                <a:lnTo>
                  <a:pt x="3668" y="9072"/>
                </a:lnTo>
                <a:lnTo>
                  <a:pt x="4171" y="8754"/>
                </a:lnTo>
                <a:lnTo>
                  <a:pt x="4174" y="8752"/>
                </a:lnTo>
                <a:lnTo>
                  <a:pt x="4190" y="8743"/>
                </a:lnTo>
                <a:lnTo>
                  <a:pt x="4193" y="8741"/>
                </a:lnTo>
                <a:lnTo>
                  <a:pt x="4727" y="8431"/>
                </a:lnTo>
                <a:lnTo>
                  <a:pt x="4731" y="8429"/>
                </a:lnTo>
                <a:lnTo>
                  <a:pt x="4750" y="8419"/>
                </a:lnTo>
                <a:lnTo>
                  <a:pt x="4754" y="8417"/>
                </a:lnTo>
                <a:lnTo>
                  <a:pt x="5302" y="8130"/>
                </a:lnTo>
                <a:lnTo>
                  <a:pt x="5307" y="8128"/>
                </a:lnTo>
                <a:lnTo>
                  <a:pt x="5332" y="8116"/>
                </a:lnTo>
                <a:lnTo>
                  <a:pt x="5337" y="8114"/>
                </a:lnTo>
                <a:lnTo>
                  <a:pt x="5883" y="7865"/>
                </a:lnTo>
                <a:lnTo>
                  <a:pt x="5889" y="7863"/>
                </a:lnTo>
                <a:lnTo>
                  <a:pt x="5924" y="7848"/>
                </a:lnTo>
                <a:lnTo>
                  <a:pt x="5930" y="7846"/>
                </a:lnTo>
                <a:lnTo>
                  <a:pt x="6458" y="7651"/>
                </a:lnTo>
                <a:lnTo>
                  <a:pt x="6465" y="7648"/>
                </a:lnTo>
                <a:lnTo>
                  <a:pt x="6510" y="7634"/>
                </a:lnTo>
                <a:lnTo>
                  <a:pt x="6518" y="7632"/>
                </a:lnTo>
                <a:lnTo>
                  <a:pt x="7033" y="7491"/>
                </a:lnTo>
                <a:lnTo>
                  <a:pt x="7040" y="7489"/>
                </a:lnTo>
                <a:lnTo>
                  <a:pt x="7082" y="7480"/>
                </a:lnTo>
                <a:lnTo>
                  <a:pt x="7089" y="7478"/>
                </a:lnTo>
                <a:lnTo>
                  <a:pt x="7606" y="7380"/>
                </a:lnTo>
                <a:lnTo>
                  <a:pt x="7613" y="7379"/>
                </a:lnTo>
                <a:lnTo>
                  <a:pt x="7653" y="7373"/>
                </a:lnTo>
                <a:lnTo>
                  <a:pt x="7660" y="7372"/>
                </a:lnTo>
                <a:lnTo>
                  <a:pt x="8174" y="7312"/>
                </a:lnTo>
                <a:lnTo>
                  <a:pt x="8180" y="7311"/>
                </a:lnTo>
                <a:lnTo>
                  <a:pt x="8217" y="7308"/>
                </a:lnTo>
                <a:lnTo>
                  <a:pt x="8223" y="7307"/>
                </a:lnTo>
                <a:lnTo>
                  <a:pt x="8731" y="7282"/>
                </a:lnTo>
                <a:lnTo>
                  <a:pt x="8737" y="7281"/>
                </a:lnTo>
                <a:lnTo>
                  <a:pt x="8770" y="7281"/>
                </a:lnTo>
                <a:lnTo>
                  <a:pt x="8776" y="7281"/>
                </a:lnTo>
                <a:lnTo>
                  <a:pt x="9272" y="7285"/>
                </a:lnTo>
                <a:lnTo>
                  <a:pt x="9277" y="7285"/>
                </a:lnTo>
                <a:lnTo>
                  <a:pt x="9308" y="7286"/>
                </a:lnTo>
                <a:lnTo>
                  <a:pt x="9313" y="7287"/>
                </a:lnTo>
                <a:lnTo>
                  <a:pt x="9338" y="7288"/>
                </a:lnTo>
                <a:lnTo>
                  <a:pt x="9375" y="7211"/>
                </a:lnTo>
                <a:lnTo>
                  <a:pt x="9547" y="6729"/>
                </a:lnTo>
                <a:lnTo>
                  <a:pt x="9671" y="6232"/>
                </a:lnTo>
                <a:lnTo>
                  <a:pt x="9746" y="5726"/>
                </a:lnTo>
                <a:lnTo>
                  <a:pt x="9772" y="5215"/>
                </a:lnTo>
                <a:lnTo>
                  <a:pt x="9746" y="4704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520019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68" name="!!Leucocitos"/>
          <p:cNvGrpSpPr/>
          <p:nvPr/>
        </p:nvGrpSpPr>
        <p:grpSpPr>
          <a:xfrm>
            <a:off x="5061753" y="2686599"/>
            <a:ext cx="3471794" cy="434066"/>
            <a:chOff x="5061753" y="2686599"/>
            <a:chExt cx="3471794" cy="434066"/>
          </a:xfrm>
        </p:grpSpPr>
        <p:sp>
          <p:nvSpPr>
            <p:cNvPr id="69" name="Forma 68"/>
            <p:cNvSpPr/>
            <p:nvPr/>
          </p:nvSpPr>
          <p:spPr>
            <a:xfrm>
              <a:off x="5061753" y="2686599"/>
              <a:ext cx="3471794" cy="434066"/>
            </a:xfrm>
            <a:custGeom>
              <a:avLst/>
              <a:gdLst/>
              <a:ahLst/>
              <a:cxnLst/>
              <a:rect l="0" t="0" r="r" b="b"/>
              <a:pathLst>
                <a:path w="9040" h="1010">
                  <a:moveTo>
                    <a:pt x="3040" y="260"/>
                  </a:moveTo>
                  <a:cubicBezTo>
                    <a:pt x="3040" y="320"/>
                    <a:pt x="2990" y="370"/>
                    <a:pt x="2930" y="370"/>
                  </a:cubicBezTo>
                  <a:cubicBezTo>
                    <a:pt x="2869" y="370"/>
                    <a:pt x="2820" y="320"/>
                    <a:pt x="2820" y="260"/>
                  </a:cubicBezTo>
                  <a:cubicBezTo>
                    <a:pt x="2820" y="199"/>
                    <a:pt x="2869" y="150"/>
                    <a:pt x="2930" y="150"/>
                  </a:cubicBezTo>
                  <a:cubicBezTo>
                    <a:pt x="2990" y="150"/>
                    <a:pt x="3040" y="199"/>
                    <a:pt x="3040" y="260"/>
                  </a:cubicBezTo>
                  <a:close/>
                  <a:moveTo>
                    <a:pt x="3770" y="900"/>
                  </a:moveTo>
                  <a:cubicBezTo>
                    <a:pt x="3770" y="960"/>
                    <a:pt x="3720" y="1010"/>
                    <a:pt x="3660" y="1010"/>
                  </a:cubicBezTo>
                  <a:cubicBezTo>
                    <a:pt x="3599" y="1010"/>
                    <a:pt x="3550" y="960"/>
                    <a:pt x="3550" y="900"/>
                  </a:cubicBezTo>
                  <a:cubicBezTo>
                    <a:pt x="3550" y="839"/>
                    <a:pt x="3599" y="790"/>
                    <a:pt x="3660" y="790"/>
                  </a:cubicBezTo>
                  <a:cubicBezTo>
                    <a:pt x="3720" y="790"/>
                    <a:pt x="3770" y="839"/>
                    <a:pt x="3770" y="900"/>
                  </a:cubicBezTo>
                  <a:close/>
                  <a:moveTo>
                    <a:pt x="220" y="160"/>
                  </a:moveTo>
                  <a:cubicBezTo>
                    <a:pt x="220" y="220"/>
                    <a:pt x="170" y="270"/>
                    <a:pt x="110" y="270"/>
                  </a:cubicBezTo>
                  <a:cubicBezTo>
                    <a:pt x="49" y="270"/>
                    <a:pt x="0" y="220"/>
                    <a:pt x="0" y="160"/>
                  </a:cubicBezTo>
                  <a:cubicBezTo>
                    <a:pt x="0" y="99"/>
                    <a:pt x="49" y="50"/>
                    <a:pt x="110" y="50"/>
                  </a:cubicBezTo>
                  <a:cubicBezTo>
                    <a:pt x="170" y="50"/>
                    <a:pt x="220" y="99"/>
                    <a:pt x="220" y="160"/>
                  </a:cubicBezTo>
                  <a:close/>
                  <a:moveTo>
                    <a:pt x="8130" y="750"/>
                  </a:moveTo>
                  <a:cubicBezTo>
                    <a:pt x="8130" y="810"/>
                    <a:pt x="8080" y="860"/>
                    <a:pt x="8020" y="860"/>
                  </a:cubicBezTo>
                  <a:cubicBezTo>
                    <a:pt x="7959" y="860"/>
                    <a:pt x="7910" y="810"/>
                    <a:pt x="7910" y="750"/>
                  </a:cubicBezTo>
                  <a:cubicBezTo>
                    <a:pt x="7910" y="689"/>
                    <a:pt x="7959" y="640"/>
                    <a:pt x="8020" y="640"/>
                  </a:cubicBezTo>
                  <a:cubicBezTo>
                    <a:pt x="8080" y="640"/>
                    <a:pt x="8130" y="689"/>
                    <a:pt x="8130" y="750"/>
                  </a:cubicBezTo>
                  <a:close/>
                  <a:moveTo>
                    <a:pt x="690" y="530"/>
                  </a:moveTo>
                  <a:cubicBezTo>
                    <a:pt x="690" y="590"/>
                    <a:pt x="640" y="640"/>
                    <a:pt x="580" y="640"/>
                  </a:cubicBezTo>
                  <a:cubicBezTo>
                    <a:pt x="519" y="640"/>
                    <a:pt x="470" y="590"/>
                    <a:pt x="470" y="530"/>
                  </a:cubicBezTo>
                  <a:cubicBezTo>
                    <a:pt x="470" y="469"/>
                    <a:pt x="519" y="420"/>
                    <a:pt x="580" y="420"/>
                  </a:cubicBezTo>
                  <a:cubicBezTo>
                    <a:pt x="640" y="420"/>
                    <a:pt x="690" y="469"/>
                    <a:pt x="690" y="530"/>
                  </a:cubicBezTo>
                  <a:close/>
                  <a:moveTo>
                    <a:pt x="5690" y="140"/>
                  </a:moveTo>
                  <a:cubicBezTo>
                    <a:pt x="5690" y="200"/>
                    <a:pt x="5640" y="250"/>
                    <a:pt x="5580" y="250"/>
                  </a:cubicBezTo>
                  <a:cubicBezTo>
                    <a:pt x="5519" y="250"/>
                    <a:pt x="5470" y="200"/>
                    <a:pt x="5470" y="140"/>
                  </a:cubicBezTo>
                  <a:cubicBezTo>
                    <a:pt x="5470" y="79"/>
                    <a:pt x="5519" y="30"/>
                    <a:pt x="5580" y="30"/>
                  </a:cubicBezTo>
                  <a:cubicBezTo>
                    <a:pt x="5640" y="30"/>
                    <a:pt x="5690" y="79"/>
                    <a:pt x="5690" y="140"/>
                  </a:cubicBezTo>
                  <a:close/>
                  <a:moveTo>
                    <a:pt x="9040" y="710"/>
                  </a:moveTo>
                  <a:cubicBezTo>
                    <a:pt x="9040" y="770"/>
                    <a:pt x="8990" y="820"/>
                    <a:pt x="8930" y="820"/>
                  </a:cubicBezTo>
                  <a:cubicBezTo>
                    <a:pt x="8869" y="820"/>
                    <a:pt x="8820" y="770"/>
                    <a:pt x="8820" y="710"/>
                  </a:cubicBezTo>
                  <a:cubicBezTo>
                    <a:pt x="8820" y="649"/>
                    <a:pt x="8869" y="600"/>
                    <a:pt x="8930" y="600"/>
                  </a:cubicBezTo>
                  <a:cubicBezTo>
                    <a:pt x="8990" y="600"/>
                    <a:pt x="9040" y="649"/>
                    <a:pt x="9040" y="7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096317" y="2720980"/>
              <a:ext cx="3425708" cy="382494"/>
            </a:xfrm>
            <a:custGeom>
              <a:avLst/>
              <a:gdLst/>
              <a:ahLst/>
              <a:cxnLst/>
              <a:rect l="0" t="0" r="r" b="b"/>
              <a:pathLst>
                <a:path w="8920" h="890">
                  <a:moveTo>
                    <a:pt x="2920" y="200"/>
                  </a:moveTo>
                  <a:cubicBezTo>
                    <a:pt x="2920" y="227"/>
                    <a:pt x="2897" y="250"/>
                    <a:pt x="2870" y="250"/>
                  </a:cubicBezTo>
                  <a:cubicBezTo>
                    <a:pt x="2842" y="250"/>
                    <a:pt x="2820" y="227"/>
                    <a:pt x="2820" y="200"/>
                  </a:cubicBezTo>
                  <a:cubicBezTo>
                    <a:pt x="2820" y="172"/>
                    <a:pt x="2842" y="150"/>
                    <a:pt x="2870" y="150"/>
                  </a:cubicBezTo>
                  <a:cubicBezTo>
                    <a:pt x="2897" y="150"/>
                    <a:pt x="2920" y="172"/>
                    <a:pt x="2920" y="200"/>
                  </a:cubicBezTo>
                  <a:close/>
                  <a:moveTo>
                    <a:pt x="3650" y="840"/>
                  </a:moveTo>
                  <a:cubicBezTo>
                    <a:pt x="3650" y="867"/>
                    <a:pt x="3627" y="890"/>
                    <a:pt x="3600" y="890"/>
                  </a:cubicBezTo>
                  <a:cubicBezTo>
                    <a:pt x="3572" y="890"/>
                    <a:pt x="3550" y="867"/>
                    <a:pt x="3550" y="840"/>
                  </a:cubicBezTo>
                  <a:cubicBezTo>
                    <a:pt x="3550" y="812"/>
                    <a:pt x="3572" y="790"/>
                    <a:pt x="3600" y="790"/>
                  </a:cubicBezTo>
                  <a:cubicBezTo>
                    <a:pt x="3627" y="790"/>
                    <a:pt x="3650" y="812"/>
                    <a:pt x="3650" y="840"/>
                  </a:cubicBezTo>
                  <a:close/>
                  <a:moveTo>
                    <a:pt x="100" y="100"/>
                  </a:moveTo>
                  <a:cubicBezTo>
                    <a:pt x="100" y="127"/>
                    <a:pt x="77" y="150"/>
                    <a:pt x="50" y="150"/>
                  </a:cubicBezTo>
                  <a:cubicBezTo>
                    <a:pt x="22" y="150"/>
                    <a:pt x="0" y="127"/>
                    <a:pt x="0" y="100"/>
                  </a:cubicBezTo>
                  <a:cubicBezTo>
                    <a:pt x="0" y="72"/>
                    <a:pt x="22" y="50"/>
                    <a:pt x="50" y="50"/>
                  </a:cubicBezTo>
                  <a:cubicBezTo>
                    <a:pt x="77" y="50"/>
                    <a:pt x="100" y="72"/>
                    <a:pt x="100" y="100"/>
                  </a:cubicBezTo>
                  <a:close/>
                  <a:moveTo>
                    <a:pt x="8010" y="690"/>
                  </a:moveTo>
                  <a:cubicBezTo>
                    <a:pt x="8010" y="717"/>
                    <a:pt x="7987" y="740"/>
                    <a:pt x="7960" y="740"/>
                  </a:cubicBezTo>
                  <a:cubicBezTo>
                    <a:pt x="7932" y="740"/>
                    <a:pt x="7910" y="717"/>
                    <a:pt x="7910" y="690"/>
                  </a:cubicBezTo>
                  <a:cubicBezTo>
                    <a:pt x="7910" y="662"/>
                    <a:pt x="7932" y="640"/>
                    <a:pt x="7960" y="640"/>
                  </a:cubicBezTo>
                  <a:cubicBezTo>
                    <a:pt x="7987" y="640"/>
                    <a:pt x="8010" y="662"/>
                    <a:pt x="8010" y="690"/>
                  </a:cubicBezTo>
                  <a:close/>
                  <a:moveTo>
                    <a:pt x="570" y="470"/>
                  </a:moveTo>
                  <a:cubicBezTo>
                    <a:pt x="570" y="497"/>
                    <a:pt x="547" y="520"/>
                    <a:pt x="520" y="520"/>
                  </a:cubicBezTo>
                  <a:cubicBezTo>
                    <a:pt x="492" y="520"/>
                    <a:pt x="470" y="497"/>
                    <a:pt x="470" y="470"/>
                  </a:cubicBezTo>
                  <a:cubicBezTo>
                    <a:pt x="470" y="442"/>
                    <a:pt x="492" y="420"/>
                    <a:pt x="520" y="420"/>
                  </a:cubicBezTo>
                  <a:cubicBezTo>
                    <a:pt x="547" y="420"/>
                    <a:pt x="570" y="442"/>
                    <a:pt x="570" y="470"/>
                  </a:cubicBezTo>
                  <a:close/>
                  <a:moveTo>
                    <a:pt x="5570" y="80"/>
                  </a:moveTo>
                  <a:cubicBezTo>
                    <a:pt x="5570" y="107"/>
                    <a:pt x="5547" y="130"/>
                    <a:pt x="5520" y="130"/>
                  </a:cubicBezTo>
                  <a:cubicBezTo>
                    <a:pt x="5492" y="130"/>
                    <a:pt x="5470" y="107"/>
                    <a:pt x="5470" y="80"/>
                  </a:cubicBezTo>
                  <a:cubicBezTo>
                    <a:pt x="5470" y="52"/>
                    <a:pt x="5492" y="30"/>
                    <a:pt x="5520" y="30"/>
                  </a:cubicBezTo>
                  <a:cubicBezTo>
                    <a:pt x="5547" y="30"/>
                    <a:pt x="5570" y="52"/>
                    <a:pt x="5570" y="80"/>
                  </a:cubicBezTo>
                  <a:close/>
                  <a:moveTo>
                    <a:pt x="8920" y="650"/>
                  </a:moveTo>
                  <a:cubicBezTo>
                    <a:pt x="8920" y="677"/>
                    <a:pt x="8897" y="700"/>
                    <a:pt x="8870" y="700"/>
                  </a:cubicBezTo>
                  <a:cubicBezTo>
                    <a:pt x="8842" y="700"/>
                    <a:pt x="8820" y="677"/>
                    <a:pt x="8820" y="650"/>
                  </a:cubicBezTo>
                  <a:cubicBezTo>
                    <a:pt x="8820" y="622"/>
                    <a:pt x="8842" y="600"/>
                    <a:pt x="8870" y="600"/>
                  </a:cubicBezTo>
                  <a:cubicBezTo>
                    <a:pt x="8897" y="600"/>
                    <a:pt x="8920" y="622"/>
                    <a:pt x="8920" y="6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1" name="!!Proteinas"/>
          <p:cNvSpPr/>
          <p:nvPr/>
        </p:nvSpPr>
        <p:spPr>
          <a:xfrm>
            <a:off x="5073274" y="2708087"/>
            <a:ext cx="3241365" cy="468447"/>
          </a:xfrm>
          <a:custGeom>
            <a:avLst/>
            <a:gdLst/>
            <a:ahLst/>
            <a:cxnLst/>
            <a:rect l="0" t="0" r="r" b="b"/>
            <a:pathLst>
              <a:path w="8440" h="1090">
                <a:moveTo>
                  <a:pt x="530" y="530"/>
                </a:moveTo>
                <a:cubicBezTo>
                  <a:pt x="530" y="563"/>
                  <a:pt x="503" y="590"/>
                  <a:pt x="470" y="590"/>
                </a:cubicBezTo>
                <a:cubicBezTo>
                  <a:pt x="436" y="590"/>
                  <a:pt x="410" y="563"/>
                  <a:pt x="410" y="530"/>
                </a:cubicBezTo>
                <a:cubicBezTo>
                  <a:pt x="410" y="496"/>
                  <a:pt x="436" y="470"/>
                  <a:pt x="470" y="470"/>
                </a:cubicBezTo>
                <a:cubicBezTo>
                  <a:pt x="503" y="470"/>
                  <a:pt x="530" y="496"/>
                  <a:pt x="530" y="530"/>
                </a:cubicBezTo>
                <a:close/>
                <a:moveTo>
                  <a:pt x="3930" y="60"/>
                </a:moveTo>
                <a:cubicBezTo>
                  <a:pt x="3930" y="93"/>
                  <a:pt x="3903" y="120"/>
                  <a:pt x="3870" y="120"/>
                </a:cubicBezTo>
                <a:cubicBezTo>
                  <a:pt x="3836" y="120"/>
                  <a:pt x="3810" y="93"/>
                  <a:pt x="3810" y="60"/>
                </a:cubicBezTo>
                <a:cubicBezTo>
                  <a:pt x="3810" y="26"/>
                  <a:pt x="3836" y="0"/>
                  <a:pt x="3870" y="0"/>
                </a:cubicBezTo>
                <a:cubicBezTo>
                  <a:pt x="3903" y="0"/>
                  <a:pt x="3930" y="26"/>
                  <a:pt x="3930" y="60"/>
                </a:cubicBezTo>
                <a:close/>
                <a:moveTo>
                  <a:pt x="2110" y="90"/>
                </a:moveTo>
                <a:cubicBezTo>
                  <a:pt x="2110" y="123"/>
                  <a:pt x="2083" y="150"/>
                  <a:pt x="2050" y="150"/>
                </a:cubicBezTo>
                <a:cubicBezTo>
                  <a:pt x="2016" y="150"/>
                  <a:pt x="1990" y="123"/>
                  <a:pt x="1990" y="90"/>
                </a:cubicBezTo>
                <a:cubicBezTo>
                  <a:pt x="1990" y="56"/>
                  <a:pt x="2016" y="30"/>
                  <a:pt x="2050" y="30"/>
                </a:cubicBezTo>
                <a:cubicBezTo>
                  <a:pt x="2083" y="30"/>
                  <a:pt x="2110" y="56"/>
                  <a:pt x="2110" y="90"/>
                </a:cubicBezTo>
                <a:close/>
                <a:moveTo>
                  <a:pt x="5290" y="520"/>
                </a:moveTo>
                <a:cubicBezTo>
                  <a:pt x="5290" y="553"/>
                  <a:pt x="5263" y="580"/>
                  <a:pt x="5230" y="580"/>
                </a:cubicBezTo>
                <a:cubicBezTo>
                  <a:pt x="5196" y="580"/>
                  <a:pt x="5170" y="553"/>
                  <a:pt x="5170" y="520"/>
                </a:cubicBezTo>
                <a:cubicBezTo>
                  <a:pt x="5170" y="486"/>
                  <a:pt x="5196" y="460"/>
                  <a:pt x="5230" y="460"/>
                </a:cubicBezTo>
                <a:cubicBezTo>
                  <a:pt x="5263" y="460"/>
                  <a:pt x="5290" y="486"/>
                  <a:pt x="5290" y="520"/>
                </a:cubicBezTo>
                <a:close/>
                <a:moveTo>
                  <a:pt x="250" y="1030"/>
                </a:moveTo>
                <a:cubicBezTo>
                  <a:pt x="250" y="1063"/>
                  <a:pt x="223" y="1090"/>
                  <a:pt x="190" y="1090"/>
                </a:cubicBezTo>
                <a:cubicBezTo>
                  <a:pt x="156" y="1090"/>
                  <a:pt x="130" y="1063"/>
                  <a:pt x="130" y="1030"/>
                </a:cubicBezTo>
                <a:cubicBezTo>
                  <a:pt x="130" y="996"/>
                  <a:pt x="156" y="970"/>
                  <a:pt x="190" y="970"/>
                </a:cubicBezTo>
                <a:cubicBezTo>
                  <a:pt x="223" y="970"/>
                  <a:pt x="250" y="996"/>
                  <a:pt x="250" y="1030"/>
                </a:cubicBezTo>
                <a:close/>
                <a:moveTo>
                  <a:pt x="5440" y="130"/>
                </a:moveTo>
                <a:cubicBezTo>
                  <a:pt x="5440" y="163"/>
                  <a:pt x="5413" y="190"/>
                  <a:pt x="5380" y="190"/>
                </a:cubicBezTo>
                <a:cubicBezTo>
                  <a:pt x="5346" y="190"/>
                  <a:pt x="5320" y="163"/>
                  <a:pt x="5320" y="130"/>
                </a:cubicBezTo>
                <a:cubicBezTo>
                  <a:pt x="5320" y="96"/>
                  <a:pt x="5346" y="70"/>
                  <a:pt x="5380" y="70"/>
                </a:cubicBezTo>
                <a:cubicBezTo>
                  <a:pt x="5413" y="70"/>
                  <a:pt x="5440" y="96"/>
                  <a:pt x="5440" y="130"/>
                </a:cubicBezTo>
                <a:close/>
                <a:moveTo>
                  <a:pt x="1930" y="780"/>
                </a:moveTo>
                <a:cubicBezTo>
                  <a:pt x="1930" y="813"/>
                  <a:pt x="1903" y="840"/>
                  <a:pt x="1870" y="840"/>
                </a:cubicBezTo>
                <a:cubicBezTo>
                  <a:pt x="1836" y="840"/>
                  <a:pt x="1810" y="813"/>
                  <a:pt x="1810" y="780"/>
                </a:cubicBezTo>
                <a:cubicBezTo>
                  <a:pt x="1810" y="746"/>
                  <a:pt x="1836" y="720"/>
                  <a:pt x="1870" y="720"/>
                </a:cubicBezTo>
                <a:cubicBezTo>
                  <a:pt x="1903" y="720"/>
                  <a:pt x="1930" y="746"/>
                  <a:pt x="1930" y="780"/>
                </a:cubicBezTo>
                <a:close/>
                <a:moveTo>
                  <a:pt x="6070" y="720"/>
                </a:moveTo>
                <a:cubicBezTo>
                  <a:pt x="6070" y="753"/>
                  <a:pt x="6043" y="780"/>
                  <a:pt x="6010" y="780"/>
                </a:cubicBezTo>
                <a:cubicBezTo>
                  <a:pt x="5976" y="780"/>
                  <a:pt x="5950" y="753"/>
                  <a:pt x="5950" y="720"/>
                </a:cubicBezTo>
                <a:cubicBezTo>
                  <a:pt x="5950" y="686"/>
                  <a:pt x="5976" y="660"/>
                  <a:pt x="6010" y="660"/>
                </a:cubicBezTo>
                <a:cubicBezTo>
                  <a:pt x="6043" y="660"/>
                  <a:pt x="6070" y="686"/>
                  <a:pt x="6070" y="720"/>
                </a:cubicBezTo>
                <a:close/>
                <a:moveTo>
                  <a:pt x="280" y="710"/>
                </a:moveTo>
                <a:cubicBezTo>
                  <a:pt x="280" y="743"/>
                  <a:pt x="253" y="770"/>
                  <a:pt x="220" y="770"/>
                </a:cubicBezTo>
                <a:cubicBezTo>
                  <a:pt x="186" y="770"/>
                  <a:pt x="160" y="743"/>
                  <a:pt x="160" y="710"/>
                </a:cubicBezTo>
                <a:cubicBezTo>
                  <a:pt x="160" y="676"/>
                  <a:pt x="186" y="650"/>
                  <a:pt x="220" y="650"/>
                </a:cubicBezTo>
                <a:cubicBezTo>
                  <a:pt x="253" y="650"/>
                  <a:pt x="280" y="676"/>
                  <a:pt x="280" y="710"/>
                </a:cubicBezTo>
                <a:close/>
                <a:moveTo>
                  <a:pt x="5640" y="480"/>
                </a:moveTo>
                <a:cubicBezTo>
                  <a:pt x="5640" y="513"/>
                  <a:pt x="5613" y="540"/>
                  <a:pt x="5580" y="540"/>
                </a:cubicBezTo>
                <a:cubicBezTo>
                  <a:pt x="5546" y="540"/>
                  <a:pt x="5520" y="513"/>
                  <a:pt x="5520" y="480"/>
                </a:cubicBezTo>
                <a:cubicBezTo>
                  <a:pt x="5520" y="446"/>
                  <a:pt x="5546" y="420"/>
                  <a:pt x="5580" y="420"/>
                </a:cubicBezTo>
                <a:cubicBezTo>
                  <a:pt x="5613" y="420"/>
                  <a:pt x="5640" y="446"/>
                  <a:pt x="5640" y="480"/>
                </a:cubicBezTo>
                <a:close/>
                <a:moveTo>
                  <a:pt x="150" y="260"/>
                </a:moveTo>
                <a:cubicBezTo>
                  <a:pt x="150" y="293"/>
                  <a:pt x="123" y="320"/>
                  <a:pt x="90" y="320"/>
                </a:cubicBezTo>
                <a:cubicBezTo>
                  <a:pt x="56" y="320"/>
                  <a:pt x="30" y="293"/>
                  <a:pt x="30" y="260"/>
                </a:cubicBezTo>
                <a:cubicBezTo>
                  <a:pt x="30" y="226"/>
                  <a:pt x="56" y="200"/>
                  <a:pt x="90" y="200"/>
                </a:cubicBezTo>
                <a:cubicBezTo>
                  <a:pt x="123" y="200"/>
                  <a:pt x="150" y="226"/>
                  <a:pt x="150" y="260"/>
                </a:cubicBezTo>
                <a:close/>
                <a:moveTo>
                  <a:pt x="120" y="690"/>
                </a:moveTo>
                <a:cubicBezTo>
                  <a:pt x="120" y="723"/>
                  <a:pt x="93" y="750"/>
                  <a:pt x="60" y="750"/>
                </a:cubicBezTo>
                <a:cubicBezTo>
                  <a:pt x="26" y="750"/>
                  <a:pt x="0" y="723"/>
                  <a:pt x="0" y="690"/>
                </a:cubicBezTo>
                <a:cubicBezTo>
                  <a:pt x="0" y="656"/>
                  <a:pt x="26" y="630"/>
                  <a:pt x="60" y="630"/>
                </a:cubicBezTo>
                <a:cubicBezTo>
                  <a:pt x="93" y="630"/>
                  <a:pt x="120" y="656"/>
                  <a:pt x="120" y="690"/>
                </a:cubicBezTo>
                <a:close/>
                <a:moveTo>
                  <a:pt x="8440" y="150"/>
                </a:moveTo>
                <a:cubicBezTo>
                  <a:pt x="8440" y="183"/>
                  <a:pt x="8413" y="210"/>
                  <a:pt x="8380" y="210"/>
                </a:cubicBezTo>
                <a:cubicBezTo>
                  <a:pt x="8346" y="210"/>
                  <a:pt x="8320" y="183"/>
                  <a:pt x="8320" y="150"/>
                </a:cubicBezTo>
                <a:cubicBezTo>
                  <a:pt x="8320" y="116"/>
                  <a:pt x="8346" y="90"/>
                  <a:pt x="8380" y="90"/>
                </a:cubicBezTo>
                <a:cubicBezTo>
                  <a:pt x="8413" y="90"/>
                  <a:pt x="8440" y="116"/>
                  <a:pt x="8440" y="150"/>
                </a:cubicBezTo>
                <a:close/>
                <a:moveTo>
                  <a:pt x="2610" y="510"/>
                </a:moveTo>
                <a:cubicBezTo>
                  <a:pt x="2610" y="543"/>
                  <a:pt x="2583" y="570"/>
                  <a:pt x="2550" y="570"/>
                </a:cubicBezTo>
                <a:cubicBezTo>
                  <a:pt x="2516" y="570"/>
                  <a:pt x="2490" y="543"/>
                  <a:pt x="2490" y="510"/>
                </a:cubicBezTo>
                <a:cubicBezTo>
                  <a:pt x="2490" y="476"/>
                  <a:pt x="2516" y="450"/>
                  <a:pt x="2550" y="450"/>
                </a:cubicBezTo>
                <a:cubicBezTo>
                  <a:pt x="2583" y="450"/>
                  <a:pt x="2610" y="476"/>
                  <a:pt x="2610" y="510"/>
                </a:cubicBezTo>
                <a:close/>
                <a:moveTo>
                  <a:pt x="1120" y="670"/>
                </a:moveTo>
                <a:cubicBezTo>
                  <a:pt x="1120" y="703"/>
                  <a:pt x="1093" y="730"/>
                  <a:pt x="1060" y="730"/>
                </a:cubicBezTo>
                <a:cubicBezTo>
                  <a:pt x="1026" y="730"/>
                  <a:pt x="1000" y="703"/>
                  <a:pt x="1000" y="670"/>
                </a:cubicBezTo>
                <a:cubicBezTo>
                  <a:pt x="1000" y="636"/>
                  <a:pt x="1026" y="610"/>
                  <a:pt x="1060" y="610"/>
                </a:cubicBezTo>
                <a:cubicBezTo>
                  <a:pt x="1093" y="610"/>
                  <a:pt x="1120" y="636"/>
                  <a:pt x="1120" y="67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2" name="!!PleuraVisceral"/>
          <p:cNvGrpSpPr/>
          <p:nvPr/>
        </p:nvGrpSpPr>
        <p:grpSpPr>
          <a:xfrm>
            <a:off x="4570171" y="3180832"/>
            <a:ext cx="4301338" cy="227777"/>
            <a:chOff x="4570171" y="3180832"/>
            <a:chExt cx="4301338" cy="227777"/>
          </a:xfrm>
        </p:grpSpPr>
        <p:sp>
          <p:nvSpPr>
            <p:cNvPr id="73" name="Forma 72"/>
            <p:cNvSpPr/>
            <p:nvPr/>
          </p:nvSpPr>
          <p:spPr>
            <a:xfrm>
              <a:off x="4570171" y="3185130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604736" y="3180832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4677705" y="3202320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6" name="!!CapilarPulmonar"/>
          <p:cNvSpPr/>
          <p:nvPr/>
        </p:nvSpPr>
        <p:spPr>
          <a:xfrm>
            <a:off x="4570171" y="3305465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7" name="!!Alveolos"/>
          <p:cNvGrpSpPr/>
          <p:nvPr/>
        </p:nvGrpSpPr>
        <p:grpSpPr>
          <a:xfrm>
            <a:off x="4570171" y="3442990"/>
            <a:ext cx="4335902" cy="1723370"/>
            <a:chOff x="4570171" y="3442990"/>
            <a:chExt cx="4335902" cy="1723370"/>
          </a:xfrm>
        </p:grpSpPr>
        <p:sp>
          <p:nvSpPr>
            <p:cNvPr id="78" name="Forma 77"/>
            <p:cNvSpPr/>
            <p:nvPr/>
          </p:nvSpPr>
          <p:spPr>
            <a:xfrm>
              <a:off x="4570171" y="3442990"/>
              <a:ext cx="4301338" cy="172337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4719950" y="3490265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1" name="Forma 80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2" name="Forma 81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3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paraneumónico no complicado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exudado estéril.</a:t>
            </a:r>
            <a:endParaRPr lang="es-AR" sz="2000" dirty="0">
              <a:latin typeface="Mali"/>
            </a:endParaRPr>
          </a:p>
        </p:txBody>
      </p:sp>
      <p:grpSp>
        <p:nvGrpSpPr>
          <p:cNvPr id="84" name="Recuadro No complicad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5" name="Forma 84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resuelve con el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neumonía.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COMPLICADO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7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8" name="Forma 87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EABB"/>
                </a:gs>
                <a:gs pos="100000">
                  <a:srgbClr val="D5C996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6ECC4"/>
            </a:solidFill>
            <a:ln w="9525" cap="rnd">
              <a:solidFill>
                <a:srgbClr val="AAA077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73" y="507"/>
                  </a:moveTo>
                  <a:cubicBezTo>
                    <a:pt x="473" y="531"/>
                    <a:pt x="452" y="552"/>
                    <a:pt x="428" y="552"/>
                  </a:cubicBezTo>
                  <a:cubicBezTo>
                    <a:pt x="403" y="552"/>
                    <a:pt x="383" y="531"/>
                    <a:pt x="383" y="507"/>
                  </a:cubicBezTo>
                  <a:cubicBezTo>
                    <a:pt x="383" y="482"/>
                    <a:pt x="403" y="462"/>
                    <a:pt x="428" y="462"/>
                  </a:cubicBezTo>
                  <a:cubicBezTo>
                    <a:pt x="452" y="462"/>
                    <a:pt x="473" y="482"/>
                    <a:pt x="473" y="507"/>
                  </a:cubicBezTo>
                  <a:close/>
                  <a:moveTo>
                    <a:pt x="452" y="163"/>
                  </a:moveTo>
                  <a:cubicBezTo>
                    <a:pt x="452" y="184"/>
                    <a:pt x="434" y="202"/>
                    <a:pt x="413" y="202"/>
                  </a:cubicBezTo>
                  <a:cubicBezTo>
                    <a:pt x="391" y="202"/>
                    <a:pt x="374" y="184"/>
                    <a:pt x="374" y="163"/>
                  </a:cubicBezTo>
                  <a:cubicBezTo>
                    <a:pt x="374" y="141"/>
                    <a:pt x="391" y="124"/>
                    <a:pt x="413" y="124"/>
                  </a:cubicBezTo>
                  <a:cubicBezTo>
                    <a:pt x="434" y="124"/>
                    <a:pt x="452" y="141"/>
                    <a:pt x="452" y="163"/>
                  </a:cubicBezTo>
                  <a:close/>
                  <a:moveTo>
                    <a:pt x="528" y="102"/>
                  </a:moveTo>
                  <a:cubicBezTo>
                    <a:pt x="528" y="119"/>
                    <a:pt x="513" y="134"/>
                    <a:pt x="496" y="134"/>
                  </a:cubicBezTo>
                  <a:cubicBezTo>
                    <a:pt x="478" y="134"/>
                    <a:pt x="464" y="119"/>
                    <a:pt x="464" y="102"/>
                  </a:cubicBezTo>
                  <a:cubicBezTo>
                    <a:pt x="464" y="84"/>
                    <a:pt x="478" y="70"/>
                    <a:pt x="496" y="70"/>
                  </a:cubicBezTo>
                  <a:cubicBezTo>
                    <a:pt x="513" y="70"/>
                    <a:pt x="528" y="84"/>
                    <a:pt x="528" y="102"/>
                  </a:cubicBezTo>
                  <a:close/>
                  <a:moveTo>
                    <a:pt x="678" y="91"/>
                  </a:moveTo>
                  <a:cubicBezTo>
                    <a:pt x="678" y="109"/>
                    <a:pt x="663" y="124"/>
                    <a:pt x="645" y="124"/>
                  </a:cubicBezTo>
                  <a:cubicBezTo>
                    <a:pt x="626" y="124"/>
                    <a:pt x="612" y="109"/>
                    <a:pt x="612" y="91"/>
                  </a:cubicBezTo>
                  <a:cubicBezTo>
                    <a:pt x="612" y="72"/>
                    <a:pt x="626" y="58"/>
                    <a:pt x="645" y="58"/>
                  </a:cubicBezTo>
                  <a:cubicBezTo>
                    <a:pt x="663" y="58"/>
                    <a:pt x="678" y="72"/>
                    <a:pt x="678" y="91"/>
                  </a:cubicBezTo>
                  <a:close/>
                  <a:moveTo>
                    <a:pt x="473" y="907"/>
                  </a:moveTo>
                  <a:cubicBezTo>
                    <a:pt x="473" y="925"/>
                    <a:pt x="458" y="940"/>
                    <a:pt x="440" y="940"/>
                  </a:cubicBezTo>
                  <a:cubicBezTo>
                    <a:pt x="421" y="940"/>
                    <a:pt x="407" y="925"/>
                    <a:pt x="407" y="907"/>
                  </a:cubicBezTo>
                  <a:cubicBezTo>
                    <a:pt x="407" y="888"/>
                    <a:pt x="421" y="874"/>
                    <a:pt x="440" y="874"/>
                  </a:cubicBezTo>
                  <a:cubicBezTo>
                    <a:pt x="458" y="874"/>
                    <a:pt x="473" y="888"/>
                    <a:pt x="473" y="907"/>
                  </a:cubicBezTo>
                  <a:close/>
                  <a:moveTo>
                    <a:pt x="518" y="841"/>
                  </a:moveTo>
                  <a:cubicBezTo>
                    <a:pt x="518" y="868"/>
                    <a:pt x="495" y="891"/>
                    <a:pt x="468" y="891"/>
                  </a:cubicBezTo>
                  <a:cubicBezTo>
                    <a:pt x="440" y="891"/>
                    <a:pt x="418" y="868"/>
                    <a:pt x="418" y="841"/>
                  </a:cubicBezTo>
                  <a:cubicBezTo>
                    <a:pt x="418" y="813"/>
                    <a:pt x="440" y="791"/>
                    <a:pt x="468" y="791"/>
                  </a:cubicBezTo>
                  <a:cubicBezTo>
                    <a:pt x="495" y="791"/>
                    <a:pt x="518" y="813"/>
                    <a:pt x="518" y="841"/>
                  </a:cubicBezTo>
                  <a:close/>
                  <a:moveTo>
                    <a:pt x="218" y="719"/>
                  </a:moveTo>
                  <a:cubicBezTo>
                    <a:pt x="218" y="736"/>
                    <a:pt x="203" y="751"/>
                    <a:pt x="186" y="751"/>
                  </a:cubicBezTo>
                  <a:cubicBezTo>
                    <a:pt x="168" y="751"/>
                    <a:pt x="154" y="736"/>
                    <a:pt x="154" y="719"/>
                  </a:cubicBezTo>
                  <a:cubicBezTo>
                    <a:pt x="154" y="701"/>
                    <a:pt x="168" y="687"/>
                    <a:pt x="186" y="687"/>
                  </a:cubicBezTo>
                  <a:cubicBezTo>
                    <a:pt x="203" y="687"/>
                    <a:pt x="218" y="701"/>
                    <a:pt x="218" y="719"/>
                  </a:cubicBezTo>
                  <a:close/>
                  <a:moveTo>
                    <a:pt x="343" y="358"/>
                  </a:moveTo>
                  <a:cubicBezTo>
                    <a:pt x="343" y="388"/>
                    <a:pt x="318" y="413"/>
                    <a:pt x="288" y="413"/>
                  </a:cubicBezTo>
                  <a:cubicBezTo>
                    <a:pt x="257" y="413"/>
                    <a:pt x="233" y="388"/>
                    <a:pt x="233" y="358"/>
                  </a:cubicBezTo>
                  <a:cubicBezTo>
                    <a:pt x="233" y="327"/>
                    <a:pt x="257" y="303"/>
                    <a:pt x="288" y="303"/>
                  </a:cubicBezTo>
                  <a:cubicBezTo>
                    <a:pt x="318" y="303"/>
                    <a:pt x="343" y="327"/>
                    <a:pt x="343" y="358"/>
                  </a:cubicBezTo>
                  <a:close/>
                  <a:moveTo>
                    <a:pt x="364" y="296"/>
                  </a:moveTo>
                  <a:cubicBezTo>
                    <a:pt x="364" y="327"/>
                    <a:pt x="338" y="353"/>
                    <a:pt x="307" y="353"/>
                  </a:cubicBezTo>
                  <a:cubicBezTo>
                    <a:pt x="275" y="353"/>
                    <a:pt x="250" y="327"/>
                    <a:pt x="250" y="296"/>
                  </a:cubicBezTo>
                  <a:cubicBezTo>
                    <a:pt x="250" y="264"/>
                    <a:pt x="275" y="239"/>
                    <a:pt x="307" y="239"/>
                  </a:cubicBezTo>
                  <a:cubicBezTo>
                    <a:pt x="338" y="239"/>
                    <a:pt x="364" y="264"/>
                    <a:pt x="364" y="296"/>
                  </a:cubicBezTo>
                  <a:close/>
                  <a:moveTo>
                    <a:pt x="637" y="156"/>
                  </a:moveTo>
                  <a:cubicBezTo>
                    <a:pt x="637" y="183"/>
                    <a:pt x="615" y="205"/>
                    <a:pt x="588" y="205"/>
                  </a:cubicBezTo>
                  <a:cubicBezTo>
                    <a:pt x="560" y="205"/>
                    <a:pt x="539" y="183"/>
                    <a:pt x="539" y="156"/>
                  </a:cubicBezTo>
                  <a:cubicBezTo>
                    <a:pt x="539" y="128"/>
                    <a:pt x="560" y="107"/>
                    <a:pt x="588" y="107"/>
                  </a:cubicBezTo>
                  <a:cubicBezTo>
                    <a:pt x="615" y="107"/>
                    <a:pt x="637" y="128"/>
                    <a:pt x="637" y="156"/>
                  </a:cubicBezTo>
                  <a:close/>
                  <a:moveTo>
                    <a:pt x="619" y="226"/>
                  </a:moveTo>
                  <a:cubicBezTo>
                    <a:pt x="619" y="254"/>
                    <a:pt x="595" y="278"/>
                    <a:pt x="567" y="278"/>
                  </a:cubicBezTo>
                  <a:cubicBezTo>
                    <a:pt x="538" y="278"/>
                    <a:pt x="515" y="254"/>
                    <a:pt x="515" y="226"/>
                  </a:cubicBezTo>
                  <a:cubicBezTo>
                    <a:pt x="515" y="197"/>
                    <a:pt x="538" y="174"/>
                    <a:pt x="567" y="174"/>
                  </a:cubicBezTo>
                  <a:cubicBezTo>
                    <a:pt x="595" y="174"/>
                    <a:pt x="619" y="197"/>
                    <a:pt x="619" y="226"/>
                  </a:cubicBezTo>
                  <a:close/>
                  <a:moveTo>
                    <a:pt x="243" y="112"/>
                  </a:moveTo>
                  <a:cubicBezTo>
                    <a:pt x="243" y="131"/>
                    <a:pt x="227" y="147"/>
                    <a:pt x="208" y="147"/>
                  </a:cubicBezTo>
                  <a:cubicBezTo>
                    <a:pt x="188" y="147"/>
                    <a:pt x="173" y="131"/>
                    <a:pt x="173" y="112"/>
                  </a:cubicBezTo>
                  <a:cubicBezTo>
                    <a:pt x="173" y="92"/>
                    <a:pt x="188" y="77"/>
                    <a:pt x="208" y="77"/>
                  </a:cubicBezTo>
                  <a:cubicBezTo>
                    <a:pt x="227" y="77"/>
                    <a:pt x="243" y="92"/>
                    <a:pt x="243" y="112"/>
                  </a:cubicBezTo>
                  <a:close/>
                  <a:moveTo>
                    <a:pt x="519" y="337"/>
                  </a:moveTo>
                  <a:cubicBezTo>
                    <a:pt x="519" y="359"/>
                    <a:pt x="500" y="378"/>
                    <a:pt x="478" y="378"/>
                  </a:cubicBezTo>
                  <a:cubicBezTo>
                    <a:pt x="455" y="378"/>
                    <a:pt x="437" y="359"/>
                    <a:pt x="437" y="337"/>
                  </a:cubicBezTo>
                  <a:cubicBezTo>
                    <a:pt x="437" y="314"/>
                    <a:pt x="455" y="296"/>
                    <a:pt x="478" y="296"/>
                  </a:cubicBezTo>
                  <a:cubicBezTo>
                    <a:pt x="500" y="296"/>
                    <a:pt x="519" y="314"/>
                    <a:pt x="519" y="337"/>
                  </a:cubicBezTo>
                  <a:close/>
                  <a:moveTo>
                    <a:pt x="520" y="176"/>
                  </a:moveTo>
                  <a:cubicBezTo>
                    <a:pt x="520" y="199"/>
                    <a:pt x="500" y="219"/>
                    <a:pt x="477" y="219"/>
                  </a:cubicBezTo>
                  <a:cubicBezTo>
                    <a:pt x="453" y="219"/>
                    <a:pt x="434" y="199"/>
                    <a:pt x="434" y="176"/>
                  </a:cubicBezTo>
                  <a:cubicBezTo>
                    <a:pt x="434" y="152"/>
                    <a:pt x="453" y="133"/>
                    <a:pt x="477" y="133"/>
                  </a:cubicBezTo>
                  <a:cubicBezTo>
                    <a:pt x="500" y="133"/>
                    <a:pt x="520" y="152"/>
                    <a:pt x="520" y="176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22485" y="91440"/>
            <a:ext cx="530461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DE LÍQUIDO</a:t>
            </a:r>
            <a:endParaRPr lang="es-AR" sz="2400" dirty="0">
              <a:latin typeface="Mali"/>
            </a:endParaRPr>
          </a:p>
        </p:txBody>
      </p:sp>
      <p:sp>
        <p:nvSpPr>
          <p:cNvPr id="80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9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3098460"/>
            <a:ext cx="1474744" cy="1548418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13865" y="1464830"/>
            <a:ext cx="1234503" cy="2180667"/>
            <a:chOff x="913865" y="1464830"/>
            <a:chExt cx="1234503" cy="2180667"/>
          </a:xfrm>
        </p:grpSpPr>
        <p:sp>
          <p:nvSpPr>
            <p:cNvPr id="17" name="Forma 16"/>
            <p:cNvSpPr/>
            <p:nvPr/>
          </p:nvSpPr>
          <p:spPr>
            <a:xfrm>
              <a:off x="913865" y="1464830"/>
              <a:ext cx="1234503" cy="2180667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97448" y="1678835"/>
              <a:ext cx="964855" cy="1561081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44168" y="2414345"/>
              <a:ext cx="1037622" cy="913573"/>
            </a:xfrm>
            <a:custGeom>
              <a:avLst/>
              <a:gdLst/>
              <a:ahLst/>
              <a:cxnLst/>
              <a:rect l="0" t="0" r="r" b="b"/>
              <a:pathLst>
                <a:path w="2364" h="2125" fill="none">
                  <a:moveTo>
                    <a:pt x="0" y="115"/>
                  </a:moveTo>
                  <a:lnTo>
                    <a:pt x="166" y="128"/>
                  </a:lnTo>
                  <a:lnTo>
                    <a:pt x="373" y="143"/>
                  </a:lnTo>
                  <a:lnTo>
                    <a:pt x="582" y="155"/>
                  </a:lnTo>
                  <a:lnTo>
                    <a:pt x="765" y="160"/>
                  </a:lnTo>
                  <a:lnTo>
                    <a:pt x="917" y="157"/>
                  </a:lnTo>
                  <a:lnTo>
                    <a:pt x="1055" y="148"/>
                  </a:lnTo>
                  <a:lnTo>
                    <a:pt x="1188" y="136"/>
                  </a:lnTo>
                  <a:lnTo>
                    <a:pt x="1325" y="120"/>
                  </a:lnTo>
                  <a:lnTo>
                    <a:pt x="1476" y="104"/>
                  </a:lnTo>
                  <a:lnTo>
                    <a:pt x="1656" y="85"/>
                  </a:lnTo>
                  <a:lnTo>
                    <a:pt x="1861" y="61"/>
                  </a:lnTo>
                  <a:lnTo>
                    <a:pt x="2064" y="36"/>
                  </a:lnTo>
                  <a:lnTo>
                    <a:pt x="2240" y="15"/>
                  </a:lnTo>
                  <a:lnTo>
                    <a:pt x="2364" y="0"/>
                  </a:lnTo>
                </a:path>
                <a:path w="2364" h="2125" fill="none">
                  <a:moveTo>
                    <a:pt x="60" y="2125"/>
                  </a:moveTo>
                  <a:lnTo>
                    <a:pt x="163" y="2026"/>
                  </a:lnTo>
                  <a:lnTo>
                    <a:pt x="317" y="1878"/>
                  </a:lnTo>
                  <a:lnTo>
                    <a:pt x="496" y="1706"/>
                  </a:lnTo>
                  <a:lnTo>
                    <a:pt x="681" y="1528"/>
                  </a:lnTo>
                  <a:lnTo>
                    <a:pt x="854" y="1362"/>
                  </a:lnTo>
                  <a:lnTo>
                    <a:pt x="1015" y="1203"/>
                  </a:lnTo>
                  <a:lnTo>
                    <a:pt x="1178" y="1041"/>
                  </a:lnTo>
                  <a:lnTo>
                    <a:pt x="1340" y="880"/>
                  </a:lnTo>
                  <a:lnTo>
                    <a:pt x="1499" y="729"/>
                  </a:lnTo>
                  <a:lnTo>
                    <a:pt x="1653" y="593"/>
                  </a:lnTo>
                  <a:lnTo>
                    <a:pt x="1812" y="470"/>
                  </a:lnTo>
                  <a:lnTo>
                    <a:pt x="1978" y="354"/>
                  </a:lnTo>
                  <a:lnTo>
                    <a:pt x="2135" y="251"/>
                  </a:lnTo>
                  <a:lnTo>
                    <a:pt x="2268" y="166"/>
                  </a:lnTo>
                  <a:lnTo>
                    <a:pt x="2364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13865" y="1464830"/>
            <a:ext cx="1234503" cy="2180667"/>
          </a:xfrm>
          <a:custGeom>
            <a:avLst/>
            <a:gdLst/>
            <a:ahLst/>
            <a:cxnLst/>
            <a:rect l="0" t="0" r="r" b="b"/>
            <a:pathLst>
              <a:path w="2812" h="5074" fill="none">
                <a:moveTo>
                  <a:pt x="306" y="5065"/>
                </a:moveTo>
                <a:lnTo>
                  <a:pt x="350" y="5030"/>
                </a:lnTo>
                <a:lnTo>
                  <a:pt x="404" y="4975"/>
                </a:lnTo>
                <a:lnTo>
                  <a:pt x="468" y="4907"/>
                </a:lnTo>
                <a:lnTo>
                  <a:pt x="469" y="4906"/>
                </a:lnTo>
                <a:lnTo>
                  <a:pt x="541" y="4833"/>
                </a:lnTo>
                <a:lnTo>
                  <a:pt x="544" y="4830"/>
                </a:lnTo>
                <a:lnTo>
                  <a:pt x="623" y="4758"/>
                </a:lnTo>
                <a:lnTo>
                  <a:pt x="629" y="4753"/>
                </a:lnTo>
                <a:lnTo>
                  <a:pt x="713" y="4689"/>
                </a:lnTo>
                <a:lnTo>
                  <a:pt x="719" y="4685"/>
                </a:lnTo>
                <a:lnTo>
                  <a:pt x="813" y="4625"/>
                </a:lnTo>
                <a:lnTo>
                  <a:pt x="816" y="4623"/>
                </a:lnTo>
                <a:lnTo>
                  <a:pt x="919" y="4562"/>
                </a:lnTo>
                <a:lnTo>
                  <a:pt x="922" y="4560"/>
                </a:lnTo>
                <a:lnTo>
                  <a:pt x="1032" y="4501"/>
                </a:lnTo>
                <a:lnTo>
                  <a:pt x="1036" y="4499"/>
                </a:lnTo>
                <a:lnTo>
                  <a:pt x="1148" y="4443"/>
                </a:lnTo>
                <a:lnTo>
                  <a:pt x="1153" y="4441"/>
                </a:lnTo>
                <a:lnTo>
                  <a:pt x="1266" y="4393"/>
                </a:lnTo>
                <a:lnTo>
                  <a:pt x="1273" y="4390"/>
                </a:lnTo>
                <a:lnTo>
                  <a:pt x="1381" y="4353"/>
                </a:lnTo>
                <a:lnTo>
                  <a:pt x="1390" y="4350"/>
                </a:lnTo>
                <a:lnTo>
                  <a:pt x="1496" y="4323"/>
                </a:lnTo>
                <a:lnTo>
                  <a:pt x="1504" y="4321"/>
                </a:lnTo>
                <a:lnTo>
                  <a:pt x="1610" y="4302"/>
                </a:lnTo>
                <a:lnTo>
                  <a:pt x="1619" y="4301"/>
                </a:lnTo>
                <a:lnTo>
                  <a:pt x="1724" y="4289"/>
                </a:lnTo>
                <a:lnTo>
                  <a:pt x="1732" y="4289"/>
                </a:lnTo>
                <a:lnTo>
                  <a:pt x="1836" y="4284"/>
                </a:lnTo>
                <a:lnTo>
                  <a:pt x="1843" y="4284"/>
                </a:lnTo>
                <a:lnTo>
                  <a:pt x="1945" y="4285"/>
                </a:lnTo>
                <a:lnTo>
                  <a:pt x="1951" y="4285"/>
                </a:lnTo>
                <a:lnTo>
                  <a:pt x="2049" y="4291"/>
                </a:lnTo>
                <a:lnTo>
                  <a:pt x="2059" y="4292"/>
                </a:lnTo>
                <a:lnTo>
                  <a:pt x="2155" y="4305"/>
                </a:lnTo>
                <a:lnTo>
                  <a:pt x="2165" y="4307"/>
                </a:lnTo>
                <a:lnTo>
                  <a:pt x="2261" y="4328"/>
                </a:lnTo>
                <a:lnTo>
                  <a:pt x="2268" y="4330"/>
                </a:lnTo>
                <a:lnTo>
                  <a:pt x="2361" y="4357"/>
                </a:lnTo>
                <a:lnTo>
                  <a:pt x="2366" y="4359"/>
                </a:lnTo>
                <a:lnTo>
                  <a:pt x="2455" y="4390"/>
                </a:lnTo>
                <a:lnTo>
                  <a:pt x="2458" y="4391"/>
                </a:lnTo>
                <a:lnTo>
                  <a:pt x="2542" y="4422"/>
                </a:lnTo>
                <a:lnTo>
                  <a:pt x="2543" y="4423"/>
                </a:lnTo>
                <a:lnTo>
                  <a:pt x="2618" y="4452"/>
                </a:lnTo>
                <a:lnTo>
                  <a:pt x="2625" y="4455"/>
                </a:lnTo>
                <a:lnTo>
                  <a:pt x="2632" y="4459"/>
                </a:lnTo>
                <a:lnTo>
                  <a:pt x="2702" y="4499"/>
                </a:lnTo>
                <a:lnTo>
                  <a:pt x="2709" y="4503"/>
                </a:lnTo>
                <a:lnTo>
                  <a:pt x="2715" y="4508"/>
                </a:lnTo>
                <a:lnTo>
                  <a:pt x="2781" y="4562"/>
                </a:lnTo>
                <a:lnTo>
                  <a:pt x="2784" y="4565"/>
                </a:lnTo>
                <a:lnTo>
                  <a:pt x="2812" y="4591"/>
                </a:lnTo>
                <a:lnTo>
                  <a:pt x="2812" y="4566"/>
                </a:lnTo>
                <a:lnTo>
                  <a:pt x="2808" y="4515"/>
                </a:lnTo>
                <a:lnTo>
                  <a:pt x="2808" y="4514"/>
                </a:lnTo>
                <a:lnTo>
                  <a:pt x="2795" y="4331"/>
                </a:lnTo>
                <a:lnTo>
                  <a:pt x="2795" y="4331"/>
                </a:lnTo>
                <a:lnTo>
                  <a:pt x="2786" y="4191"/>
                </a:lnTo>
                <a:lnTo>
                  <a:pt x="2774" y="4067"/>
                </a:lnTo>
                <a:lnTo>
                  <a:pt x="2773" y="4066"/>
                </a:lnTo>
                <a:lnTo>
                  <a:pt x="2761" y="3925"/>
                </a:lnTo>
                <a:lnTo>
                  <a:pt x="2761" y="3925"/>
                </a:lnTo>
                <a:lnTo>
                  <a:pt x="2752" y="3796"/>
                </a:lnTo>
                <a:lnTo>
                  <a:pt x="2740" y="3669"/>
                </a:lnTo>
                <a:lnTo>
                  <a:pt x="2728" y="3541"/>
                </a:lnTo>
                <a:lnTo>
                  <a:pt x="2715" y="3414"/>
                </a:lnTo>
                <a:lnTo>
                  <a:pt x="2703" y="3286"/>
                </a:lnTo>
                <a:lnTo>
                  <a:pt x="2703" y="3286"/>
                </a:lnTo>
                <a:lnTo>
                  <a:pt x="2690" y="3158"/>
                </a:lnTo>
                <a:lnTo>
                  <a:pt x="2690" y="3157"/>
                </a:lnTo>
                <a:lnTo>
                  <a:pt x="2679" y="3029"/>
                </a:lnTo>
                <a:lnTo>
                  <a:pt x="2679" y="3029"/>
                </a:lnTo>
                <a:lnTo>
                  <a:pt x="2668" y="2901"/>
                </a:lnTo>
                <a:lnTo>
                  <a:pt x="2657" y="2773"/>
                </a:lnTo>
                <a:lnTo>
                  <a:pt x="2646" y="2645"/>
                </a:lnTo>
                <a:lnTo>
                  <a:pt x="2633" y="2518"/>
                </a:lnTo>
                <a:lnTo>
                  <a:pt x="2622" y="2418"/>
                </a:lnTo>
                <a:lnTo>
                  <a:pt x="2609" y="2317"/>
                </a:lnTo>
                <a:lnTo>
                  <a:pt x="2581" y="2133"/>
                </a:lnTo>
                <a:lnTo>
                  <a:pt x="2550" y="1946"/>
                </a:lnTo>
                <a:lnTo>
                  <a:pt x="2517" y="1759"/>
                </a:lnTo>
                <a:lnTo>
                  <a:pt x="2483" y="1577"/>
                </a:lnTo>
                <a:lnTo>
                  <a:pt x="2447" y="1402"/>
                </a:lnTo>
                <a:lnTo>
                  <a:pt x="2409" y="1240"/>
                </a:lnTo>
                <a:lnTo>
                  <a:pt x="2369" y="1086"/>
                </a:lnTo>
                <a:lnTo>
                  <a:pt x="2327" y="940"/>
                </a:lnTo>
                <a:lnTo>
                  <a:pt x="2282" y="801"/>
                </a:lnTo>
                <a:lnTo>
                  <a:pt x="2237" y="671"/>
                </a:lnTo>
                <a:lnTo>
                  <a:pt x="2193" y="551"/>
                </a:lnTo>
                <a:lnTo>
                  <a:pt x="2150" y="444"/>
                </a:lnTo>
                <a:lnTo>
                  <a:pt x="2111" y="349"/>
                </a:lnTo>
                <a:lnTo>
                  <a:pt x="2073" y="266"/>
                </a:lnTo>
                <a:lnTo>
                  <a:pt x="2043" y="208"/>
                </a:lnTo>
                <a:lnTo>
                  <a:pt x="2013" y="163"/>
                </a:lnTo>
                <a:lnTo>
                  <a:pt x="1983" y="124"/>
                </a:lnTo>
                <a:lnTo>
                  <a:pt x="1953" y="91"/>
                </a:lnTo>
                <a:lnTo>
                  <a:pt x="1920" y="63"/>
                </a:lnTo>
                <a:lnTo>
                  <a:pt x="1886" y="39"/>
                </a:lnTo>
                <a:lnTo>
                  <a:pt x="1855" y="22"/>
                </a:lnTo>
                <a:lnTo>
                  <a:pt x="1827" y="10"/>
                </a:lnTo>
                <a:lnTo>
                  <a:pt x="1797" y="3"/>
                </a:lnTo>
                <a:lnTo>
                  <a:pt x="1762" y="0"/>
                </a:lnTo>
                <a:lnTo>
                  <a:pt x="1715" y="1"/>
                </a:lnTo>
                <a:lnTo>
                  <a:pt x="1655" y="10"/>
                </a:lnTo>
                <a:lnTo>
                  <a:pt x="1582" y="25"/>
                </a:lnTo>
                <a:lnTo>
                  <a:pt x="1501" y="48"/>
                </a:lnTo>
                <a:lnTo>
                  <a:pt x="1418" y="76"/>
                </a:lnTo>
                <a:lnTo>
                  <a:pt x="1336" y="108"/>
                </a:lnTo>
                <a:lnTo>
                  <a:pt x="1260" y="143"/>
                </a:lnTo>
                <a:lnTo>
                  <a:pt x="1187" y="183"/>
                </a:lnTo>
                <a:lnTo>
                  <a:pt x="1114" y="227"/>
                </a:lnTo>
                <a:lnTo>
                  <a:pt x="1042" y="276"/>
                </a:lnTo>
                <a:lnTo>
                  <a:pt x="972" y="330"/>
                </a:lnTo>
                <a:lnTo>
                  <a:pt x="905" y="387"/>
                </a:lnTo>
                <a:lnTo>
                  <a:pt x="839" y="448"/>
                </a:lnTo>
                <a:lnTo>
                  <a:pt x="777" y="512"/>
                </a:lnTo>
                <a:lnTo>
                  <a:pt x="716" y="581"/>
                </a:lnTo>
                <a:lnTo>
                  <a:pt x="658" y="654"/>
                </a:lnTo>
                <a:lnTo>
                  <a:pt x="602" y="730"/>
                </a:lnTo>
                <a:lnTo>
                  <a:pt x="548" y="810"/>
                </a:lnTo>
                <a:lnTo>
                  <a:pt x="496" y="893"/>
                </a:lnTo>
                <a:lnTo>
                  <a:pt x="447" y="980"/>
                </a:lnTo>
                <a:lnTo>
                  <a:pt x="400" y="1070"/>
                </a:lnTo>
                <a:lnTo>
                  <a:pt x="354" y="1164"/>
                </a:lnTo>
                <a:lnTo>
                  <a:pt x="312" y="1261"/>
                </a:lnTo>
                <a:lnTo>
                  <a:pt x="272" y="1360"/>
                </a:lnTo>
                <a:lnTo>
                  <a:pt x="236" y="1460"/>
                </a:lnTo>
                <a:lnTo>
                  <a:pt x="203" y="1564"/>
                </a:lnTo>
                <a:lnTo>
                  <a:pt x="173" y="1670"/>
                </a:lnTo>
                <a:lnTo>
                  <a:pt x="145" y="1779"/>
                </a:lnTo>
                <a:lnTo>
                  <a:pt x="121" y="1890"/>
                </a:lnTo>
                <a:lnTo>
                  <a:pt x="99" y="2002"/>
                </a:lnTo>
                <a:lnTo>
                  <a:pt x="79" y="2114"/>
                </a:lnTo>
                <a:lnTo>
                  <a:pt x="61" y="2227"/>
                </a:lnTo>
                <a:lnTo>
                  <a:pt x="46" y="2342"/>
                </a:lnTo>
                <a:lnTo>
                  <a:pt x="34" y="2457"/>
                </a:lnTo>
                <a:lnTo>
                  <a:pt x="23" y="2573"/>
                </a:lnTo>
                <a:lnTo>
                  <a:pt x="15" y="2690"/>
                </a:lnTo>
                <a:lnTo>
                  <a:pt x="8" y="2806"/>
                </a:lnTo>
                <a:lnTo>
                  <a:pt x="3" y="2921"/>
                </a:lnTo>
                <a:lnTo>
                  <a:pt x="0" y="3038"/>
                </a:lnTo>
                <a:lnTo>
                  <a:pt x="0" y="3154"/>
                </a:lnTo>
                <a:lnTo>
                  <a:pt x="0" y="3270"/>
                </a:lnTo>
                <a:lnTo>
                  <a:pt x="3" y="3385"/>
                </a:lnTo>
                <a:lnTo>
                  <a:pt x="8" y="3498"/>
                </a:lnTo>
                <a:lnTo>
                  <a:pt x="16" y="3611"/>
                </a:lnTo>
                <a:lnTo>
                  <a:pt x="25" y="3724"/>
                </a:lnTo>
                <a:lnTo>
                  <a:pt x="37" y="3836"/>
                </a:lnTo>
                <a:lnTo>
                  <a:pt x="50" y="3947"/>
                </a:lnTo>
                <a:lnTo>
                  <a:pt x="64" y="4054"/>
                </a:lnTo>
                <a:lnTo>
                  <a:pt x="79" y="4156"/>
                </a:lnTo>
                <a:lnTo>
                  <a:pt x="94" y="4253"/>
                </a:lnTo>
                <a:lnTo>
                  <a:pt x="111" y="4347"/>
                </a:lnTo>
                <a:lnTo>
                  <a:pt x="128" y="4437"/>
                </a:lnTo>
                <a:lnTo>
                  <a:pt x="146" y="4524"/>
                </a:lnTo>
                <a:lnTo>
                  <a:pt x="165" y="4608"/>
                </a:lnTo>
                <a:lnTo>
                  <a:pt x="184" y="4689"/>
                </a:lnTo>
                <a:lnTo>
                  <a:pt x="204" y="4770"/>
                </a:lnTo>
                <a:lnTo>
                  <a:pt x="223" y="4852"/>
                </a:lnTo>
                <a:lnTo>
                  <a:pt x="243" y="4930"/>
                </a:lnTo>
                <a:lnTo>
                  <a:pt x="263" y="4998"/>
                </a:lnTo>
                <a:lnTo>
                  <a:pt x="282" y="5052"/>
                </a:lnTo>
                <a:lnTo>
                  <a:pt x="293" y="5074"/>
                </a:lnTo>
                <a:lnTo>
                  <a:pt x="306" y="506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937130" y="2802636"/>
            <a:ext cx="871554" cy="815854"/>
          </a:xfrm>
          <a:custGeom>
            <a:avLst/>
            <a:gdLst/>
            <a:ahLst/>
            <a:cxnLst/>
            <a:rect l="0" t="0" r="r" b="b"/>
            <a:pathLst>
              <a:path w="10000" h="9560">
                <a:moveTo>
                  <a:pt x="9973" y="4996"/>
                </a:moveTo>
                <a:lnTo>
                  <a:pt x="9893" y="4458"/>
                </a:lnTo>
                <a:lnTo>
                  <a:pt x="9761" y="3931"/>
                </a:lnTo>
                <a:lnTo>
                  <a:pt x="9578" y="3419"/>
                </a:lnTo>
                <a:lnTo>
                  <a:pt x="9345" y="2928"/>
                </a:lnTo>
                <a:lnTo>
                  <a:pt x="9066" y="2461"/>
                </a:lnTo>
                <a:lnTo>
                  <a:pt x="8742" y="2025"/>
                </a:lnTo>
                <a:lnTo>
                  <a:pt x="8377" y="1622"/>
                </a:lnTo>
                <a:lnTo>
                  <a:pt x="7974" y="1257"/>
                </a:lnTo>
                <a:lnTo>
                  <a:pt x="7538" y="933"/>
                </a:lnTo>
                <a:lnTo>
                  <a:pt x="7071" y="654"/>
                </a:lnTo>
                <a:lnTo>
                  <a:pt x="6580" y="421"/>
                </a:lnTo>
                <a:lnTo>
                  <a:pt x="6068" y="238"/>
                </a:lnTo>
                <a:lnTo>
                  <a:pt x="5541" y="106"/>
                </a:lnTo>
                <a:lnTo>
                  <a:pt x="5003" y="26"/>
                </a:lnTo>
                <a:lnTo>
                  <a:pt x="4460" y="0"/>
                </a:lnTo>
                <a:lnTo>
                  <a:pt x="3917" y="26"/>
                </a:lnTo>
                <a:lnTo>
                  <a:pt x="3379" y="106"/>
                </a:lnTo>
                <a:lnTo>
                  <a:pt x="2852" y="238"/>
                </a:lnTo>
                <a:lnTo>
                  <a:pt x="2340" y="421"/>
                </a:lnTo>
                <a:lnTo>
                  <a:pt x="1849" y="654"/>
                </a:lnTo>
                <a:lnTo>
                  <a:pt x="1382" y="933"/>
                </a:lnTo>
                <a:lnTo>
                  <a:pt x="946" y="1257"/>
                </a:lnTo>
                <a:lnTo>
                  <a:pt x="543" y="1622"/>
                </a:lnTo>
                <a:lnTo>
                  <a:pt x="178" y="2025"/>
                </a:lnTo>
                <a:lnTo>
                  <a:pt x="0" y="2265"/>
                </a:lnTo>
                <a:lnTo>
                  <a:pt x="14" y="2494"/>
                </a:lnTo>
                <a:lnTo>
                  <a:pt x="63" y="3060"/>
                </a:lnTo>
                <a:lnTo>
                  <a:pt x="121" y="3623"/>
                </a:lnTo>
                <a:lnTo>
                  <a:pt x="187" y="4176"/>
                </a:lnTo>
                <a:lnTo>
                  <a:pt x="258" y="4712"/>
                </a:lnTo>
                <a:lnTo>
                  <a:pt x="331" y="5224"/>
                </a:lnTo>
                <a:lnTo>
                  <a:pt x="408" y="5711"/>
                </a:lnTo>
                <a:lnTo>
                  <a:pt x="490" y="6179"/>
                </a:lnTo>
                <a:lnTo>
                  <a:pt x="578" y="6630"/>
                </a:lnTo>
                <a:lnTo>
                  <a:pt x="669" y="7065"/>
                </a:lnTo>
                <a:lnTo>
                  <a:pt x="763" y="7484"/>
                </a:lnTo>
                <a:lnTo>
                  <a:pt x="859" y="7891"/>
                </a:lnTo>
                <a:lnTo>
                  <a:pt x="956" y="8302"/>
                </a:lnTo>
                <a:lnTo>
                  <a:pt x="1054" y="8713"/>
                </a:lnTo>
                <a:lnTo>
                  <a:pt x="1152" y="9099"/>
                </a:lnTo>
                <a:lnTo>
                  <a:pt x="1249" y="9435"/>
                </a:lnTo>
                <a:lnTo>
                  <a:pt x="1294" y="9560"/>
                </a:lnTo>
                <a:lnTo>
                  <a:pt x="1361" y="9505"/>
                </a:lnTo>
                <a:lnTo>
                  <a:pt x="1626" y="9240"/>
                </a:lnTo>
                <a:lnTo>
                  <a:pt x="1948" y="8900"/>
                </a:lnTo>
                <a:lnTo>
                  <a:pt x="1949" y="8899"/>
                </a:lnTo>
                <a:lnTo>
                  <a:pt x="1954" y="8894"/>
                </a:lnTo>
                <a:lnTo>
                  <a:pt x="1955" y="8893"/>
                </a:lnTo>
                <a:lnTo>
                  <a:pt x="2316" y="8524"/>
                </a:lnTo>
                <a:lnTo>
                  <a:pt x="2320" y="8520"/>
                </a:lnTo>
                <a:lnTo>
                  <a:pt x="2337" y="8505"/>
                </a:lnTo>
                <a:lnTo>
                  <a:pt x="2340" y="8501"/>
                </a:lnTo>
                <a:lnTo>
                  <a:pt x="2734" y="8141"/>
                </a:lnTo>
                <a:lnTo>
                  <a:pt x="2741" y="8135"/>
                </a:lnTo>
                <a:lnTo>
                  <a:pt x="2773" y="8108"/>
                </a:lnTo>
                <a:lnTo>
                  <a:pt x="2780" y="8102"/>
                </a:lnTo>
                <a:lnTo>
                  <a:pt x="3205" y="7780"/>
                </a:lnTo>
                <a:lnTo>
                  <a:pt x="3211" y="7775"/>
                </a:lnTo>
                <a:lnTo>
                  <a:pt x="3242" y="7754"/>
                </a:lnTo>
                <a:lnTo>
                  <a:pt x="3248" y="7749"/>
                </a:lnTo>
                <a:lnTo>
                  <a:pt x="3719" y="7448"/>
                </a:lnTo>
                <a:lnTo>
                  <a:pt x="3722" y="7446"/>
                </a:lnTo>
                <a:lnTo>
                  <a:pt x="3736" y="7437"/>
                </a:lnTo>
                <a:lnTo>
                  <a:pt x="3739" y="7435"/>
                </a:lnTo>
                <a:lnTo>
                  <a:pt x="4260" y="7127"/>
                </a:lnTo>
                <a:lnTo>
                  <a:pt x="4263" y="7125"/>
                </a:lnTo>
                <a:lnTo>
                  <a:pt x="4279" y="7116"/>
                </a:lnTo>
                <a:lnTo>
                  <a:pt x="4282" y="7114"/>
                </a:lnTo>
                <a:lnTo>
                  <a:pt x="4835" y="6814"/>
                </a:lnTo>
                <a:lnTo>
                  <a:pt x="4838" y="6812"/>
                </a:lnTo>
                <a:lnTo>
                  <a:pt x="4858" y="6801"/>
                </a:lnTo>
                <a:lnTo>
                  <a:pt x="4862" y="6800"/>
                </a:lnTo>
                <a:lnTo>
                  <a:pt x="5429" y="6522"/>
                </a:lnTo>
                <a:lnTo>
                  <a:pt x="5434" y="6519"/>
                </a:lnTo>
                <a:lnTo>
                  <a:pt x="5460" y="6508"/>
                </a:lnTo>
                <a:lnTo>
                  <a:pt x="5464" y="6505"/>
                </a:lnTo>
                <a:lnTo>
                  <a:pt x="6029" y="6265"/>
                </a:lnTo>
                <a:lnTo>
                  <a:pt x="6036" y="6262"/>
                </a:lnTo>
                <a:lnTo>
                  <a:pt x="6072" y="6248"/>
                </a:lnTo>
                <a:lnTo>
                  <a:pt x="6078" y="6246"/>
                </a:lnTo>
                <a:lnTo>
                  <a:pt x="6623" y="6057"/>
                </a:lnTo>
                <a:lnTo>
                  <a:pt x="6631" y="6054"/>
                </a:lnTo>
                <a:lnTo>
                  <a:pt x="6677" y="6040"/>
                </a:lnTo>
                <a:lnTo>
                  <a:pt x="6685" y="6038"/>
                </a:lnTo>
                <a:lnTo>
                  <a:pt x="7217" y="5901"/>
                </a:lnTo>
                <a:lnTo>
                  <a:pt x="7225" y="5900"/>
                </a:lnTo>
                <a:lnTo>
                  <a:pt x="7268" y="5890"/>
                </a:lnTo>
                <a:lnTo>
                  <a:pt x="7275" y="5889"/>
                </a:lnTo>
                <a:lnTo>
                  <a:pt x="7810" y="5793"/>
                </a:lnTo>
                <a:lnTo>
                  <a:pt x="7817" y="5792"/>
                </a:lnTo>
                <a:lnTo>
                  <a:pt x="7858" y="5786"/>
                </a:lnTo>
                <a:lnTo>
                  <a:pt x="7865" y="5786"/>
                </a:lnTo>
                <a:lnTo>
                  <a:pt x="8397" y="5727"/>
                </a:lnTo>
                <a:lnTo>
                  <a:pt x="8403" y="5727"/>
                </a:lnTo>
                <a:lnTo>
                  <a:pt x="8441" y="5724"/>
                </a:lnTo>
                <a:lnTo>
                  <a:pt x="8447" y="5723"/>
                </a:lnTo>
                <a:lnTo>
                  <a:pt x="8972" y="5698"/>
                </a:lnTo>
                <a:lnTo>
                  <a:pt x="8977" y="5698"/>
                </a:lnTo>
                <a:lnTo>
                  <a:pt x="9012" y="5697"/>
                </a:lnTo>
                <a:lnTo>
                  <a:pt x="9018" y="5697"/>
                </a:lnTo>
                <a:lnTo>
                  <a:pt x="9530" y="5701"/>
                </a:lnTo>
                <a:lnTo>
                  <a:pt x="9535" y="5702"/>
                </a:lnTo>
                <a:lnTo>
                  <a:pt x="9567" y="5703"/>
                </a:lnTo>
                <a:lnTo>
                  <a:pt x="9573" y="5703"/>
                </a:lnTo>
                <a:lnTo>
                  <a:pt x="9990" y="5728"/>
                </a:lnTo>
                <a:lnTo>
                  <a:pt x="10000" y="5539"/>
                </a:lnTo>
                <a:lnTo>
                  <a:pt x="9973" y="499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633478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68" name="!!Leucocitos"/>
          <p:cNvGrpSpPr/>
          <p:nvPr/>
        </p:nvGrpSpPr>
        <p:grpSpPr>
          <a:xfrm>
            <a:off x="5019507" y="2695194"/>
            <a:ext cx="3314334" cy="588782"/>
            <a:chOff x="5019507" y="2695194"/>
            <a:chExt cx="3314334" cy="588782"/>
          </a:xfrm>
        </p:grpSpPr>
        <p:sp>
          <p:nvSpPr>
            <p:cNvPr id="69" name="Forma 68"/>
            <p:cNvSpPr/>
            <p:nvPr/>
          </p:nvSpPr>
          <p:spPr>
            <a:xfrm>
              <a:off x="5019507" y="2695194"/>
              <a:ext cx="3314334" cy="588782"/>
            </a:xfrm>
            <a:custGeom>
              <a:avLst/>
              <a:gdLst/>
              <a:ahLst/>
              <a:cxnLst/>
              <a:rect l="0" t="0" r="r" b="b"/>
              <a:pathLst>
                <a:path w="8630" h="1370">
                  <a:moveTo>
                    <a:pt x="3150" y="1260"/>
                  </a:moveTo>
                  <a:cubicBezTo>
                    <a:pt x="3150" y="1320"/>
                    <a:pt x="3100" y="1370"/>
                    <a:pt x="3040" y="1370"/>
                  </a:cubicBezTo>
                  <a:cubicBezTo>
                    <a:pt x="2979" y="1370"/>
                    <a:pt x="2930" y="1320"/>
                    <a:pt x="2930" y="1260"/>
                  </a:cubicBezTo>
                  <a:cubicBezTo>
                    <a:pt x="2930" y="1199"/>
                    <a:pt x="2979" y="1150"/>
                    <a:pt x="3040" y="1150"/>
                  </a:cubicBezTo>
                  <a:cubicBezTo>
                    <a:pt x="3100" y="1150"/>
                    <a:pt x="3150" y="1199"/>
                    <a:pt x="3150" y="1260"/>
                  </a:cubicBezTo>
                  <a:close/>
                  <a:moveTo>
                    <a:pt x="1380" y="550"/>
                  </a:moveTo>
                  <a:cubicBezTo>
                    <a:pt x="1380" y="610"/>
                    <a:pt x="1330" y="660"/>
                    <a:pt x="1270" y="660"/>
                  </a:cubicBezTo>
                  <a:cubicBezTo>
                    <a:pt x="1209" y="660"/>
                    <a:pt x="1160" y="610"/>
                    <a:pt x="1160" y="550"/>
                  </a:cubicBezTo>
                  <a:cubicBezTo>
                    <a:pt x="1160" y="489"/>
                    <a:pt x="1209" y="440"/>
                    <a:pt x="1270" y="440"/>
                  </a:cubicBezTo>
                  <a:cubicBezTo>
                    <a:pt x="1330" y="440"/>
                    <a:pt x="1380" y="489"/>
                    <a:pt x="1380" y="550"/>
                  </a:cubicBezTo>
                  <a:close/>
                  <a:moveTo>
                    <a:pt x="6500" y="110"/>
                  </a:moveTo>
                  <a:cubicBezTo>
                    <a:pt x="6500" y="170"/>
                    <a:pt x="6450" y="220"/>
                    <a:pt x="6390" y="220"/>
                  </a:cubicBezTo>
                  <a:cubicBezTo>
                    <a:pt x="6329" y="220"/>
                    <a:pt x="6280" y="170"/>
                    <a:pt x="6280" y="110"/>
                  </a:cubicBezTo>
                  <a:cubicBezTo>
                    <a:pt x="6280" y="49"/>
                    <a:pt x="6329" y="0"/>
                    <a:pt x="6390" y="0"/>
                  </a:cubicBezTo>
                  <a:cubicBezTo>
                    <a:pt x="6450" y="0"/>
                    <a:pt x="6500" y="49"/>
                    <a:pt x="6500" y="110"/>
                  </a:cubicBezTo>
                  <a:close/>
                  <a:moveTo>
                    <a:pt x="580" y="1100"/>
                  </a:moveTo>
                  <a:cubicBezTo>
                    <a:pt x="580" y="1160"/>
                    <a:pt x="530" y="1210"/>
                    <a:pt x="470" y="1210"/>
                  </a:cubicBezTo>
                  <a:cubicBezTo>
                    <a:pt x="409" y="1210"/>
                    <a:pt x="360" y="1160"/>
                    <a:pt x="360" y="1100"/>
                  </a:cubicBezTo>
                  <a:cubicBezTo>
                    <a:pt x="360" y="1039"/>
                    <a:pt x="409" y="990"/>
                    <a:pt x="470" y="990"/>
                  </a:cubicBezTo>
                  <a:cubicBezTo>
                    <a:pt x="530" y="990"/>
                    <a:pt x="580" y="1039"/>
                    <a:pt x="580" y="1100"/>
                  </a:cubicBezTo>
                  <a:close/>
                  <a:moveTo>
                    <a:pt x="5320" y="170"/>
                  </a:moveTo>
                  <a:cubicBezTo>
                    <a:pt x="5320" y="230"/>
                    <a:pt x="5270" y="280"/>
                    <a:pt x="5210" y="280"/>
                  </a:cubicBezTo>
                  <a:cubicBezTo>
                    <a:pt x="5149" y="280"/>
                    <a:pt x="5100" y="230"/>
                    <a:pt x="5100" y="170"/>
                  </a:cubicBezTo>
                  <a:cubicBezTo>
                    <a:pt x="5100" y="109"/>
                    <a:pt x="5149" y="60"/>
                    <a:pt x="5210" y="60"/>
                  </a:cubicBezTo>
                  <a:cubicBezTo>
                    <a:pt x="5270" y="60"/>
                    <a:pt x="5320" y="109"/>
                    <a:pt x="5320" y="170"/>
                  </a:cubicBezTo>
                  <a:close/>
                  <a:moveTo>
                    <a:pt x="3580" y="790"/>
                  </a:moveTo>
                  <a:cubicBezTo>
                    <a:pt x="3580" y="850"/>
                    <a:pt x="3530" y="900"/>
                    <a:pt x="3470" y="900"/>
                  </a:cubicBezTo>
                  <a:cubicBezTo>
                    <a:pt x="3409" y="900"/>
                    <a:pt x="3360" y="850"/>
                    <a:pt x="3360" y="790"/>
                  </a:cubicBezTo>
                  <a:cubicBezTo>
                    <a:pt x="3360" y="729"/>
                    <a:pt x="3409" y="680"/>
                    <a:pt x="3470" y="680"/>
                  </a:cubicBezTo>
                  <a:cubicBezTo>
                    <a:pt x="3530" y="680"/>
                    <a:pt x="3580" y="729"/>
                    <a:pt x="3580" y="790"/>
                  </a:cubicBezTo>
                  <a:close/>
                  <a:moveTo>
                    <a:pt x="430" y="1210"/>
                  </a:moveTo>
                  <a:cubicBezTo>
                    <a:pt x="430" y="1270"/>
                    <a:pt x="380" y="1320"/>
                    <a:pt x="320" y="1320"/>
                  </a:cubicBezTo>
                  <a:cubicBezTo>
                    <a:pt x="259" y="1320"/>
                    <a:pt x="210" y="1270"/>
                    <a:pt x="210" y="1210"/>
                  </a:cubicBezTo>
                  <a:cubicBezTo>
                    <a:pt x="210" y="1149"/>
                    <a:pt x="259" y="1100"/>
                    <a:pt x="320" y="1100"/>
                  </a:cubicBezTo>
                  <a:cubicBezTo>
                    <a:pt x="380" y="1100"/>
                    <a:pt x="430" y="1149"/>
                    <a:pt x="430" y="1210"/>
                  </a:cubicBezTo>
                  <a:close/>
                  <a:moveTo>
                    <a:pt x="5030" y="320"/>
                  </a:moveTo>
                  <a:cubicBezTo>
                    <a:pt x="5030" y="380"/>
                    <a:pt x="4980" y="430"/>
                    <a:pt x="4920" y="430"/>
                  </a:cubicBezTo>
                  <a:cubicBezTo>
                    <a:pt x="4859" y="430"/>
                    <a:pt x="4810" y="380"/>
                    <a:pt x="4810" y="320"/>
                  </a:cubicBezTo>
                  <a:cubicBezTo>
                    <a:pt x="4810" y="259"/>
                    <a:pt x="4859" y="210"/>
                    <a:pt x="4920" y="210"/>
                  </a:cubicBezTo>
                  <a:cubicBezTo>
                    <a:pt x="4980" y="210"/>
                    <a:pt x="5030" y="259"/>
                    <a:pt x="5030" y="320"/>
                  </a:cubicBezTo>
                  <a:close/>
                  <a:moveTo>
                    <a:pt x="220" y="160"/>
                  </a:moveTo>
                  <a:cubicBezTo>
                    <a:pt x="220" y="220"/>
                    <a:pt x="170" y="270"/>
                    <a:pt x="110" y="270"/>
                  </a:cubicBezTo>
                  <a:cubicBezTo>
                    <a:pt x="49" y="270"/>
                    <a:pt x="0" y="220"/>
                    <a:pt x="0" y="160"/>
                  </a:cubicBezTo>
                  <a:cubicBezTo>
                    <a:pt x="0" y="99"/>
                    <a:pt x="49" y="50"/>
                    <a:pt x="110" y="50"/>
                  </a:cubicBezTo>
                  <a:cubicBezTo>
                    <a:pt x="170" y="50"/>
                    <a:pt x="220" y="99"/>
                    <a:pt x="220" y="160"/>
                  </a:cubicBezTo>
                  <a:close/>
                  <a:moveTo>
                    <a:pt x="4280" y="580"/>
                  </a:moveTo>
                  <a:cubicBezTo>
                    <a:pt x="4280" y="640"/>
                    <a:pt x="4230" y="690"/>
                    <a:pt x="4170" y="690"/>
                  </a:cubicBezTo>
                  <a:cubicBezTo>
                    <a:pt x="4109" y="690"/>
                    <a:pt x="4060" y="640"/>
                    <a:pt x="4060" y="580"/>
                  </a:cubicBezTo>
                  <a:cubicBezTo>
                    <a:pt x="4060" y="519"/>
                    <a:pt x="4109" y="470"/>
                    <a:pt x="4170" y="470"/>
                  </a:cubicBezTo>
                  <a:cubicBezTo>
                    <a:pt x="4230" y="470"/>
                    <a:pt x="4280" y="519"/>
                    <a:pt x="4280" y="580"/>
                  </a:cubicBezTo>
                  <a:close/>
                  <a:moveTo>
                    <a:pt x="550" y="350"/>
                  </a:moveTo>
                  <a:cubicBezTo>
                    <a:pt x="550" y="410"/>
                    <a:pt x="500" y="460"/>
                    <a:pt x="440" y="460"/>
                  </a:cubicBezTo>
                  <a:cubicBezTo>
                    <a:pt x="379" y="460"/>
                    <a:pt x="330" y="410"/>
                    <a:pt x="330" y="350"/>
                  </a:cubicBezTo>
                  <a:cubicBezTo>
                    <a:pt x="330" y="289"/>
                    <a:pt x="379" y="240"/>
                    <a:pt x="440" y="240"/>
                  </a:cubicBezTo>
                  <a:cubicBezTo>
                    <a:pt x="500" y="240"/>
                    <a:pt x="550" y="289"/>
                    <a:pt x="550" y="350"/>
                  </a:cubicBezTo>
                  <a:close/>
                  <a:moveTo>
                    <a:pt x="760" y="750"/>
                  </a:moveTo>
                  <a:cubicBezTo>
                    <a:pt x="760" y="810"/>
                    <a:pt x="710" y="860"/>
                    <a:pt x="650" y="860"/>
                  </a:cubicBezTo>
                  <a:cubicBezTo>
                    <a:pt x="589" y="860"/>
                    <a:pt x="540" y="810"/>
                    <a:pt x="540" y="750"/>
                  </a:cubicBezTo>
                  <a:cubicBezTo>
                    <a:pt x="540" y="689"/>
                    <a:pt x="589" y="640"/>
                    <a:pt x="650" y="640"/>
                  </a:cubicBezTo>
                  <a:cubicBezTo>
                    <a:pt x="710" y="640"/>
                    <a:pt x="760" y="689"/>
                    <a:pt x="760" y="750"/>
                  </a:cubicBezTo>
                  <a:close/>
                  <a:moveTo>
                    <a:pt x="4180" y="120"/>
                  </a:moveTo>
                  <a:cubicBezTo>
                    <a:pt x="4180" y="180"/>
                    <a:pt x="4130" y="230"/>
                    <a:pt x="4070" y="230"/>
                  </a:cubicBezTo>
                  <a:cubicBezTo>
                    <a:pt x="4009" y="230"/>
                    <a:pt x="3960" y="180"/>
                    <a:pt x="3960" y="120"/>
                  </a:cubicBezTo>
                  <a:cubicBezTo>
                    <a:pt x="3960" y="59"/>
                    <a:pt x="4009" y="10"/>
                    <a:pt x="4070" y="10"/>
                  </a:cubicBezTo>
                  <a:cubicBezTo>
                    <a:pt x="4130" y="10"/>
                    <a:pt x="4180" y="59"/>
                    <a:pt x="4180" y="120"/>
                  </a:cubicBezTo>
                  <a:close/>
                  <a:moveTo>
                    <a:pt x="8300" y="770"/>
                  </a:moveTo>
                  <a:cubicBezTo>
                    <a:pt x="8300" y="830"/>
                    <a:pt x="8250" y="880"/>
                    <a:pt x="8190" y="880"/>
                  </a:cubicBezTo>
                  <a:cubicBezTo>
                    <a:pt x="8129" y="880"/>
                    <a:pt x="8080" y="830"/>
                    <a:pt x="8080" y="770"/>
                  </a:cubicBezTo>
                  <a:cubicBezTo>
                    <a:pt x="8080" y="709"/>
                    <a:pt x="8129" y="660"/>
                    <a:pt x="8190" y="660"/>
                  </a:cubicBezTo>
                  <a:cubicBezTo>
                    <a:pt x="8250" y="660"/>
                    <a:pt x="8300" y="709"/>
                    <a:pt x="8300" y="770"/>
                  </a:cubicBezTo>
                  <a:close/>
                  <a:moveTo>
                    <a:pt x="1100" y="1260"/>
                  </a:moveTo>
                  <a:cubicBezTo>
                    <a:pt x="1100" y="1320"/>
                    <a:pt x="1050" y="1370"/>
                    <a:pt x="990" y="1370"/>
                  </a:cubicBezTo>
                  <a:cubicBezTo>
                    <a:pt x="929" y="1370"/>
                    <a:pt x="880" y="1320"/>
                    <a:pt x="880" y="1260"/>
                  </a:cubicBezTo>
                  <a:cubicBezTo>
                    <a:pt x="880" y="1199"/>
                    <a:pt x="929" y="1150"/>
                    <a:pt x="990" y="1150"/>
                  </a:cubicBezTo>
                  <a:cubicBezTo>
                    <a:pt x="1050" y="1150"/>
                    <a:pt x="1100" y="1199"/>
                    <a:pt x="1100" y="1260"/>
                  </a:cubicBezTo>
                  <a:close/>
                  <a:moveTo>
                    <a:pt x="2120" y="850"/>
                  </a:moveTo>
                  <a:cubicBezTo>
                    <a:pt x="2120" y="910"/>
                    <a:pt x="2070" y="960"/>
                    <a:pt x="2010" y="960"/>
                  </a:cubicBezTo>
                  <a:cubicBezTo>
                    <a:pt x="1949" y="960"/>
                    <a:pt x="1900" y="910"/>
                    <a:pt x="1900" y="850"/>
                  </a:cubicBezTo>
                  <a:cubicBezTo>
                    <a:pt x="1900" y="789"/>
                    <a:pt x="1949" y="740"/>
                    <a:pt x="2010" y="740"/>
                  </a:cubicBezTo>
                  <a:cubicBezTo>
                    <a:pt x="2070" y="740"/>
                    <a:pt x="2120" y="789"/>
                    <a:pt x="2120" y="850"/>
                  </a:cubicBezTo>
                  <a:close/>
                  <a:moveTo>
                    <a:pt x="6260" y="790"/>
                  </a:moveTo>
                  <a:cubicBezTo>
                    <a:pt x="6260" y="850"/>
                    <a:pt x="6210" y="900"/>
                    <a:pt x="6150" y="900"/>
                  </a:cubicBezTo>
                  <a:cubicBezTo>
                    <a:pt x="6089" y="900"/>
                    <a:pt x="6040" y="850"/>
                    <a:pt x="6040" y="790"/>
                  </a:cubicBezTo>
                  <a:cubicBezTo>
                    <a:pt x="6040" y="729"/>
                    <a:pt x="6089" y="680"/>
                    <a:pt x="6150" y="680"/>
                  </a:cubicBezTo>
                  <a:cubicBezTo>
                    <a:pt x="6210" y="680"/>
                    <a:pt x="6260" y="729"/>
                    <a:pt x="6260" y="790"/>
                  </a:cubicBezTo>
                  <a:close/>
                  <a:moveTo>
                    <a:pt x="470" y="780"/>
                  </a:moveTo>
                  <a:cubicBezTo>
                    <a:pt x="470" y="840"/>
                    <a:pt x="420" y="890"/>
                    <a:pt x="360" y="890"/>
                  </a:cubicBezTo>
                  <a:cubicBezTo>
                    <a:pt x="299" y="890"/>
                    <a:pt x="250" y="840"/>
                    <a:pt x="250" y="780"/>
                  </a:cubicBezTo>
                  <a:cubicBezTo>
                    <a:pt x="250" y="719"/>
                    <a:pt x="299" y="670"/>
                    <a:pt x="360" y="670"/>
                  </a:cubicBezTo>
                  <a:cubicBezTo>
                    <a:pt x="420" y="670"/>
                    <a:pt x="470" y="719"/>
                    <a:pt x="470" y="780"/>
                  </a:cubicBezTo>
                  <a:close/>
                  <a:moveTo>
                    <a:pt x="5830" y="550"/>
                  </a:moveTo>
                  <a:cubicBezTo>
                    <a:pt x="5830" y="610"/>
                    <a:pt x="5780" y="660"/>
                    <a:pt x="5720" y="660"/>
                  </a:cubicBezTo>
                  <a:cubicBezTo>
                    <a:pt x="5659" y="660"/>
                    <a:pt x="5610" y="610"/>
                    <a:pt x="5610" y="550"/>
                  </a:cubicBezTo>
                  <a:cubicBezTo>
                    <a:pt x="5610" y="489"/>
                    <a:pt x="5659" y="440"/>
                    <a:pt x="5720" y="440"/>
                  </a:cubicBezTo>
                  <a:cubicBezTo>
                    <a:pt x="5780" y="440"/>
                    <a:pt x="5830" y="489"/>
                    <a:pt x="5830" y="550"/>
                  </a:cubicBezTo>
                  <a:close/>
                  <a:moveTo>
                    <a:pt x="340" y="330"/>
                  </a:moveTo>
                  <a:cubicBezTo>
                    <a:pt x="340" y="390"/>
                    <a:pt x="290" y="440"/>
                    <a:pt x="230" y="440"/>
                  </a:cubicBezTo>
                  <a:cubicBezTo>
                    <a:pt x="169" y="440"/>
                    <a:pt x="120" y="390"/>
                    <a:pt x="120" y="330"/>
                  </a:cubicBezTo>
                  <a:cubicBezTo>
                    <a:pt x="120" y="269"/>
                    <a:pt x="169" y="220"/>
                    <a:pt x="230" y="220"/>
                  </a:cubicBezTo>
                  <a:cubicBezTo>
                    <a:pt x="290" y="220"/>
                    <a:pt x="340" y="269"/>
                    <a:pt x="340" y="330"/>
                  </a:cubicBezTo>
                  <a:close/>
                  <a:moveTo>
                    <a:pt x="310" y="760"/>
                  </a:moveTo>
                  <a:cubicBezTo>
                    <a:pt x="310" y="820"/>
                    <a:pt x="260" y="870"/>
                    <a:pt x="200" y="870"/>
                  </a:cubicBezTo>
                  <a:cubicBezTo>
                    <a:pt x="139" y="870"/>
                    <a:pt x="90" y="820"/>
                    <a:pt x="90" y="760"/>
                  </a:cubicBezTo>
                  <a:cubicBezTo>
                    <a:pt x="90" y="699"/>
                    <a:pt x="139" y="650"/>
                    <a:pt x="200" y="650"/>
                  </a:cubicBezTo>
                  <a:cubicBezTo>
                    <a:pt x="260" y="650"/>
                    <a:pt x="310" y="699"/>
                    <a:pt x="310" y="760"/>
                  </a:cubicBezTo>
                  <a:close/>
                  <a:moveTo>
                    <a:pt x="8630" y="220"/>
                  </a:moveTo>
                  <a:cubicBezTo>
                    <a:pt x="8630" y="280"/>
                    <a:pt x="8580" y="330"/>
                    <a:pt x="8520" y="330"/>
                  </a:cubicBezTo>
                  <a:cubicBezTo>
                    <a:pt x="8459" y="330"/>
                    <a:pt x="8410" y="280"/>
                    <a:pt x="8410" y="220"/>
                  </a:cubicBezTo>
                  <a:cubicBezTo>
                    <a:pt x="8410" y="159"/>
                    <a:pt x="8459" y="110"/>
                    <a:pt x="8520" y="110"/>
                  </a:cubicBezTo>
                  <a:cubicBezTo>
                    <a:pt x="8580" y="110"/>
                    <a:pt x="8630" y="159"/>
                    <a:pt x="8630" y="220"/>
                  </a:cubicBezTo>
                  <a:close/>
                  <a:moveTo>
                    <a:pt x="2800" y="580"/>
                  </a:moveTo>
                  <a:cubicBezTo>
                    <a:pt x="2800" y="640"/>
                    <a:pt x="2750" y="690"/>
                    <a:pt x="2690" y="690"/>
                  </a:cubicBezTo>
                  <a:cubicBezTo>
                    <a:pt x="2629" y="690"/>
                    <a:pt x="2580" y="640"/>
                    <a:pt x="2580" y="580"/>
                  </a:cubicBezTo>
                  <a:cubicBezTo>
                    <a:pt x="2580" y="519"/>
                    <a:pt x="2629" y="470"/>
                    <a:pt x="2690" y="470"/>
                  </a:cubicBezTo>
                  <a:cubicBezTo>
                    <a:pt x="2750" y="470"/>
                    <a:pt x="2800" y="519"/>
                    <a:pt x="2800" y="580"/>
                  </a:cubicBezTo>
                  <a:close/>
                  <a:moveTo>
                    <a:pt x="1310" y="740"/>
                  </a:moveTo>
                  <a:cubicBezTo>
                    <a:pt x="1310" y="800"/>
                    <a:pt x="1260" y="850"/>
                    <a:pt x="1200" y="850"/>
                  </a:cubicBezTo>
                  <a:cubicBezTo>
                    <a:pt x="1139" y="850"/>
                    <a:pt x="1090" y="800"/>
                    <a:pt x="1090" y="740"/>
                  </a:cubicBezTo>
                  <a:cubicBezTo>
                    <a:pt x="1090" y="679"/>
                    <a:pt x="1139" y="630"/>
                    <a:pt x="1200" y="630"/>
                  </a:cubicBezTo>
                  <a:cubicBezTo>
                    <a:pt x="1260" y="630"/>
                    <a:pt x="1310" y="679"/>
                    <a:pt x="1310" y="740"/>
                  </a:cubicBezTo>
                  <a:close/>
                  <a:moveTo>
                    <a:pt x="1040" y="780"/>
                  </a:moveTo>
                  <a:cubicBezTo>
                    <a:pt x="1040" y="840"/>
                    <a:pt x="990" y="890"/>
                    <a:pt x="930" y="890"/>
                  </a:cubicBezTo>
                  <a:cubicBezTo>
                    <a:pt x="869" y="890"/>
                    <a:pt x="820" y="840"/>
                    <a:pt x="820" y="780"/>
                  </a:cubicBezTo>
                  <a:cubicBezTo>
                    <a:pt x="820" y="719"/>
                    <a:pt x="869" y="670"/>
                    <a:pt x="930" y="670"/>
                  </a:cubicBezTo>
                  <a:cubicBezTo>
                    <a:pt x="990" y="670"/>
                    <a:pt x="1040" y="719"/>
                    <a:pt x="1040" y="780"/>
                  </a:cubicBezTo>
                  <a:close/>
                  <a:moveTo>
                    <a:pt x="2990" y="760"/>
                  </a:moveTo>
                  <a:cubicBezTo>
                    <a:pt x="2990" y="820"/>
                    <a:pt x="2940" y="870"/>
                    <a:pt x="2880" y="870"/>
                  </a:cubicBezTo>
                  <a:cubicBezTo>
                    <a:pt x="2819" y="870"/>
                    <a:pt x="2770" y="820"/>
                    <a:pt x="2770" y="760"/>
                  </a:cubicBezTo>
                  <a:cubicBezTo>
                    <a:pt x="2770" y="699"/>
                    <a:pt x="2819" y="650"/>
                    <a:pt x="2880" y="650"/>
                  </a:cubicBezTo>
                  <a:cubicBezTo>
                    <a:pt x="2940" y="650"/>
                    <a:pt x="2990" y="699"/>
                    <a:pt x="2990" y="76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054072" y="2729575"/>
              <a:ext cx="3268248" cy="537210"/>
            </a:xfrm>
            <a:custGeom>
              <a:avLst/>
              <a:gdLst/>
              <a:ahLst/>
              <a:cxnLst/>
              <a:rect l="0" t="0" r="r" b="b"/>
              <a:pathLst>
                <a:path w="8510" h="1250">
                  <a:moveTo>
                    <a:pt x="3030" y="1200"/>
                  </a:moveTo>
                  <a:cubicBezTo>
                    <a:pt x="3030" y="1227"/>
                    <a:pt x="3007" y="1250"/>
                    <a:pt x="2980" y="1250"/>
                  </a:cubicBezTo>
                  <a:cubicBezTo>
                    <a:pt x="2952" y="1250"/>
                    <a:pt x="2930" y="1227"/>
                    <a:pt x="2930" y="1200"/>
                  </a:cubicBezTo>
                  <a:cubicBezTo>
                    <a:pt x="2930" y="1172"/>
                    <a:pt x="2952" y="1150"/>
                    <a:pt x="2980" y="1150"/>
                  </a:cubicBezTo>
                  <a:cubicBezTo>
                    <a:pt x="3007" y="1150"/>
                    <a:pt x="3030" y="1172"/>
                    <a:pt x="3030" y="1200"/>
                  </a:cubicBezTo>
                  <a:close/>
                  <a:moveTo>
                    <a:pt x="1260" y="490"/>
                  </a:moveTo>
                  <a:cubicBezTo>
                    <a:pt x="1260" y="517"/>
                    <a:pt x="1237" y="540"/>
                    <a:pt x="1210" y="540"/>
                  </a:cubicBezTo>
                  <a:cubicBezTo>
                    <a:pt x="1182" y="540"/>
                    <a:pt x="1160" y="517"/>
                    <a:pt x="1160" y="490"/>
                  </a:cubicBezTo>
                  <a:cubicBezTo>
                    <a:pt x="1160" y="462"/>
                    <a:pt x="1182" y="440"/>
                    <a:pt x="1210" y="440"/>
                  </a:cubicBezTo>
                  <a:cubicBezTo>
                    <a:pt x="1237" y="440"/>
                    <a:pt x="1260" y="462"/>
                    <a:pt x="1260" y="490"/>
                  </a:cubicBezTo>
                  <a:close/>
                  <a:moveTo>
                    <a:pt x="6380" y="50"/>
                  </a:moveTo>
                  <a:cubicBezTo>
                    <a:pt x="6380" y="77"/>
                    <a:pt x="6357" y="100"/>
                    <a:pt x="6330" y="100"/>
                  </a:cubicBezTo>
                  <a:cubicBezTo>
                    <a:pt x="6302" y="100"/>
                    <a:pt x="6280" y="77"/>
                    <a:pt x="6280" y="50"/>
                  </a:cubicBezTo>
                  <a:cubicBezTo>
                    <a:pt x="6280" y="22"/>
                    <a:pt x="6302" y="0"/>
                    <a:pt x="6330" y="0"/>
                  </a:cubicBezTo>
                  <a:cubicBezTo>
                    <a:pt x="6357" y="0"/>
                    <a:pt x="6380" y="22"/>
                    <a:pt x="6380" y="50"/>
                  </a:cubicBezTo>
                  <a:close/>
                  <a:moveTo>
                    <a:pt x="460" y="1040"/>
                  </a:moveTo>
                  <a:cubicBezTo>
                    <a:pt x="460" y="1067"/>
                    <a:pt x="437" y="1090"/>
                    <a:pt x="410" y="1090"/>
                  </a:cubicBezTo>
                  <a:cubicBezTo>
                    <a:pt x="382" y="1090"/>
                    <a:pt x="360" y="1067"/>
                    <a:pt x="360" y="1040"/>
                  </a:cubicBezTo>
                  <a:cubicBezTo>
                    <a:pt x="360" y="1012"/>
                    <a:pt x="382" y="990"/>
                    <a:pt x="410" y="990"/>
                  </a:cubicBezTo>
                  <a:cubicBezTo>
                    <a:pt x="437" y="990"/>
                    <a:pt x="460" y="1012"/>
                    <a:pt x="460" y="1040"/>
                  </a:cubicBezTo>
                  <a:close/>
                  <a:moveTo>
                    <a:pt x="5200" y="110"/>
                  </a:moveTo>
                  <a:cubicBezTo>
                    <a:pt x="5200" y="137"/>
                    <a:pt x="5177" y="160"/>
                    <a:pt x="5150" y="160"/>
                  </a:cubicBezTo>
                  <a:cubicBezTo>
                    <a:pt x="5122" y="160"/>
                    <a:pt x="5100" y="137"/>
                    <a:pt x="5100" y="110"/>
                  </a:cubicBezTo>
                  <a:cubicBezTo>
                    <a:pt x="5100" y="82"/>
                    <a:pt x="5122" y="60"/>
                    <a:pt x="5150" y="60"/>
                  </a:cubicBezTo>
                  <a:cubicBezTo>
                    <a:pt x="5177" y="60"/>
                    <a:pt x="5200" y="82"/>
                    <a:pt x="5200" y="110"/>
                  </a:cubicBezTo>
                  <a:close/>
                  <a:moveTo>
                    <a:pt x="3460" y="730"/>
                  </a:moveTo>
                  <a:cubicBezTo>
                    <a:pt x="3460" y="757"/>
                    <a:pt x="3437" y="780"/>
                    <a:pt x="3410" y="780"/>
                  </a:cubicBezTo>
                  <a:cubicBezTo>
                    <a:pt x="3382" y="780"/>
                    <a:pt x="3360" y="757"/>
                    <a:pt x="3360" y="730"/>
                  </a:cubicBezTo>
                  <a:cubicBezTo>
                    <a:pt x="3360" y="702"/>
                    <a:pt x="3382" y="680"/>
                    <a:pt x="3410" y="680"/>
                  </a:cubicBezTo>
                  <a:cubicBezTo>
                    <a:pt x="3437" y="680"/>
                    <a:pt x="3460" y="702"/>
                    <a:pt x="3460" y="730"/>
                  </a:cubicBezTo>
                  <a:close/>
                  <a:moveTo>
                    <a:pt x="310" y="1150"/>
                  </a:moveTo>
                  <a:cubicBezTo>
                    <a:pt x="310" y="1177"/>
                    <a:pt x="287" y="1200"/>
                    <a:pt x="260" y="1200"/>
                  </a:cubicBezTo>
                  <a:cubicBezTo>
                    <a:pt x="232" y="1200"/>
                    <a:pt x="210" y="1177"/>
                    <a:pt x="210" y="1150"/>
                  </a:cubicBezTo>
                  <a:cubicBezTo>
                    <a:pt x="210" y="1122"/>
                    <a:pt x="232" y="1100"/>
                    <a:pt x="260" y="1100"/>
                  </a:cubicBezTo>
                  <a:cubicBezTo>
                    <a:pt x="287" y="1100"/>
                    <a:pt x="310" y="1122"/>
                    <a:pt x="310" y="1150"/>
                  </a:cubicBezTo>
                  <a:close/>
                  <a:moveTo>
                    <a:pt x="4910" y="260"/>
                  </a:moveTo>
                  <a:cubicBezTo>
                    <a:pt x="4910" y="287"/>
                    <a:pt x="4887" y="310"/>
                    <a:pt x="4860" y="310"/>
                  </a:cubicBezTo>
                  <a:cubicBezTo>
                    <a:pt x="4832" y="310"/>
                    <a:pt x="4810" y="287"/>
                    <a:pt x="4810" y="260"/>
                  </a:cubicBezTo>
                  <a:cubicBezTo>
                    <a:pt x="4810" y="232"/>
                    <a:pt x="4832" y="210"/>
                    <a:pt x="4860" y="210"/>
                  </a:cubicBezTo>
                  <a:cubicBezTo>
                    <a:pt x="4887" y="210"/>
                    <a:pt x="4910" y="232"/>
                    <a:pt x="4910" y="260"/>
                  </a:cubicBezTo>
                  <a:close/>
                  <a:moveTo>
                    <a:pt x="100" y="100"/>
                  </a:moveTo>
                  <a:cubicBezTo>
                    <a:pt x="100" y="127"/>
                    <a:pt x="77" y="150"/>
                    <a:pt x="50" y="150"/>
                  </a:cubicBezTo>
                  <a:cubicBezTo>
                    <a:pt x="22" y="150"/>
                    <a:pt x="0" y="127"/>
                    <a:pt x="0" y="100"/>
                  </a:cubicBezTo>
                  <a:cubicBezTo>
                    <a:pt x="0" y="72"/>
                    <a:pt x="22" y="50"/>
                    <a:pt x="50" y="50"/>
                  </a:cubicBezTo>
                  <a:cubicBezTo>
                    <a:pt x="77" y="50"/>
                    <a:pt x="100" y="72"/>
                    <a:pt x="100" y="100"/>
                  </a:cubicBezTo>
                  <a:close/>
                  <a:moveTo>
                    <a:pt x="4160" y="520"/>
                  </a:moveTo>
                  <a:cubicBezTo>
                    <a:pt x="4160" y="547"/>
                    <a:pt x="4137" y="570"/>
                    <a:pt x="4110" y="570"/>
                  </a:cubicBezTo>
                  <a:cubicBezTo>
                    <a:pt x="4082" y="570"/>
                    <a:pt x="4060" y="547"/>
                    <a:pt x="4060" y="520"/>
                  </a:cubicBezTo>
                  <a:cubicBezTo>
                    <a:pt x="4060" y="492"/>
                    <a:pt x="4082" y="470"/>
                    <a:pt x="4110" y="470"/>
                  </a:cubicBezTo>
                  <a:cubicBezTo>
                    <a:pt x="4137" y="470"/>
                    <a:pt x="4160" y="492"/>
                    <a:pt x="4160" y="520"/>
                  </a:cubicBezTo>
                  <a:close/>
                  <a:moveTo>
                    <a:pt x="430" y="290"/>
                  </a:moveTo>
                  <a:cubicBezTo>
                    <a:pt x="430" y="317"/>
                    <a:pt x="407" y="340"/>
                    <a:pt x="380" y="340"/>
                  </a:cubicBezTo>
                  <a:cubicBezTo>
                    <a:pt x="352" y="340"/>
                    <a:pt x="330" y="317"/>
                    <a:pt x="330" y="290"/>
                  </a:cubicBezTo>
                  <a:cubicBezTo>
                    <a:pt x="330" y="262"/>
                    <a:pt x="352" y="240"/>
                    <a:pt x="380" y="240"/>
                  </a:cubicBezTo>
                  <a:cubicBezTo>
                    <a:pt x="407" y="240"/>
                    <a:pt x="430" y="262"/>
                    <a:pt x="430" y="290"/>
                  </a:cubicBezTo>
                  <a:close/>
                  <a:moveTo>
                    <a:pt x="640" y="690"/>
                  </a:moveTo>
                  <a:cubicBezTo>
                    <a:pt x="640" y="717"/>
                    <a:pt x="617" y="740"/>
                    <a:pt x="590" y="740"/>
                  </a:cubicBezTo>
                  <a:cubicBezTo>
                    <a:pt x="562" y="740"/>
                    <a:pt x="540" y="717"/>
                    <a:pt x="540" y="690"/>
                  </a:cubicBezTo>
                  <a:cubicBezTo>
                    <a:pt x="540" y="662"/>
                    <a:pt x="562" y="640"/>
                    <a:pt x="590" y="640"/>
                  </a:cubicBezTo>
                  <a:cubicBezTo>
                    <a:pt x="617" y="640"/>
                    <a:pt x="640" y="662"/>
                    <a:pt x="640" y="690"/>
                  </a:cubicBezTo>
                  <a:close/>
                  <a:moveTo>
                    <a:pt x="4060" y="60"/>
                  </a:moveTo>
                  <a:cubicBezTo>
                    <a:pt x="4060" y="87"/>
                    <a:pt x="4037" y="110"/>
                    <a:pt x="4010" y="110"/>
                  </a:cubicBezTo>
                  <a:cubicBezTo>
                    <a:pt x="3982" y="110"/>
                    <a:pt x="3960" y="87"/>
                    <a:pt x="3960" y="60"/>
                  </a:cubicBezTo>
                  <a:cubicBezTo>
                    <a:pt x="3960" y="32"/>
                    <a:pt x="3982" y="10"/>
                    <a:pt x="4010" y="10"/>
                  </a:cubicBezTo>
                  <a:cubicBezTo>
                    <a:pt x="4037" y="10"/>
                    <a:pt x="4060" y="32"/>
                    <a:pt x="4060" y="60"/>
                  </a:cubicBezTo>
                  <a:close/>
                  <a:moveTo>
                    <a:pt x="8180" y="710"/>
                  </a:moveTo>
                  <a:cubicBezTo>
                    <a:pt x="8180" y="737"/>
                    <a:pt x="8157" y="760"/>
                    <a:pt x="8130" y="760"/>
                  </a:cubicBezTo>
                  <a:cubicBezTo>
                    <a:pt x="8102" y="760"/>
                    <a:pt x="8080" y="737"/>
                    <a:pt x="8080" y="710"/>
                  </a:cubicBezTo>
                  <a:cubicBezTo>
                    <a:pt x="8080" y="682"/>
                    <a:pt x="8102" y="660"/>
                    <a:pt x="8130" y="660"/>
                  </a:cubicBezTo>
                  <a:cubicBezTo>
                    <a:pt x="8157" y="660"/>
                    <a:pt x="8180" y="682"/>
                    <a:pt x="8180" y="710"/>
                  </a:cubicBezTo>
                  <a:close/>
                  <a:moveTo>
                    <a:pt x="980" y="1200"/>
                  </a:moveTo>
                  <a:cubicBezTo>
                    <a:pt x="980" y="1227"/>
                    <a:pt x="957" y="1250"/>
                    <a:pt x="930" y="1250"/>
                  </a:cubicBezTo>
                  <a:cubicBezTo>
                    <a:pt x="902" y="1250"/>
                    <a:pt x="880" y="1227"/>
                    <a:pt x="880" y="1200"/>
                  </a:cubicBezTo>
                  <a:cubicBezTo>
                    <a:pt x="880" y="1172"/>
                    <a:pt x="902" y="1150"/>
                    <a:pt x="930" y="1150"/>
                  </a:cubicBezTo>
                  <a:cubicBezTo>
                    <a:pt x="957" y="1150"/>
                    <a:pt x="980" y="1172"/>
                    <a:pt x="980" y="1200"/>
                  </a:cubicBezTo>
                  <a:close/>
                  <a:moveTo>
                    <a:pt x="2000" y="790"/>
                  </a:moveTo>
                  <a:cubicBezTo>
                    <a:pt x="2000" y="817"/>
                    <a:pt x="1977" y="840"/>
                    <a:pt x="1950" y="840"/>
                  </a:cubicBezTo>
                  <a:cubicBezTo>
                    <a:pt x="1922" y="840"/>
                    <a:pt x="1900" y="817"/>
                    <a:pt x="1900" y="790"/>
                  </a:cubicBezTo>
                  <a:cubicBezTo>
                    <a:pt x="1900" y="762"/>
                    <a:pt x="1922" y="740"/>
                    <a:pt x="1950" y="740"/>
                  </a:cubicBezTo>
                  <a:cubicBezTo>
                    <a:pt x="1977" y="740"/>
                    <a:pt x="2000" y="762"/>
                    <a:pt x="2000" y="790"/>
                  </a:cubicBezTo>
                  <a:close/>
                  <a:moveTo>
                    <a:pt x="6140" y="730"/>
                  </a:moveTo>
                  <a:cubicBezTo>
                    <a:pt x="6140" y="757"/>
                    <a:pt x="6117" y="780"/>
                    <a:pt x="6090" y="780"/>
                  </a:cubicBezTo>
                  <a:cubicBezTo>
                    <a:pt x="6062" y="780"/>
                    <a:pt x="6040" y="757"/>
                    <a:pt x="6040" y="730"/>
                  </a:cubicBezTo>
                  <a:cubicBezTo>
                    <a:pt x="6040" y="702"/>
                    <a:pt x="6062" y="680"/>
                    <a:pt x="6090" y="680"/>
                  </a:cubicBezTo>
                  <a:cubicBezTo>
                    <a:pt x="6117" y="680"/>
                    <a:pt x="6140" y="702"/>
                    <a:pt x="6140" y="730"/>
                  </a:cubicBezTo>
                  <a:close/>
                  <a:moveTo>
                    <a:pt x="350" y="720"/>
                  </a:moveTo>
                  <a:cubicBezTo>
                    <a:pt x="350" y="747"/>
                    <a:pt x="327" y="770"/>
                    <a:pt x="300" y="770"/>
                  </a:cubicBezTo>
                  <a:cubicBezTo>
                    <a:pt x="272" y="770"/>
                    <a:pt x="250" y="747"/>
                    <a:pt x="250" y="720"/>
                  </a:cubicBezTo>
                  <a:cubicBezTo>
                    <a:pt x="250" y="692"/>
                    <a:pt x="272" y="670"/>
                    <a:pt x="300" y="670"/>
                  </a:cubicBezTo>
                  <a:cubicBezTo>
                    <a:pt x="327" y="670"/>
                    <a:pt x="350" y="692"/>
                    <a:pt x="350" y="720"/>
                  </a:cubicBezTo>
                  <a:close/>
                  <a:moveTo>
                    <a:pt x="5710" y="490"/>
                  </a:moveTo>
                  <a:cubicBezTo>
                    <a:pt x="5710" y="517"/>
                    <a:pt x="5687" y="540"/>
                    <a:pt x="5660" y="540"/>
                  </a:cubicBezTo>
                  <a:cubicBezTo>
                    <a:pt x="5632" y="540"/>
                    <a:pt x="5610" y="517"/>
                    <a:pt x="5610" y="490"/>
                  </a:cubicBezTo>
                  <a:cubicBezTo>
                    <a:pt x="5610" y="462"/>
                    <a:pt x="5632" y="440"/>
                    <a:pt x="5660" y="440"/>
                  </a:cubicBezTo>
                  <a:cubicBezTo>
                    <a:pt x="5687" y="440"/>
                    <a:pt x="5710" y="462"/>
                    <a:pt x="5710" y="490"/>
                  </a:cubicBezTo>
                  <a:close/>
                  <a:moveTo>
                    <a:pt x="220" y="270"/>
                  </a:moveTo>
                  <a:cubicBezTo>
                    <a:pt x="220" y="297"/>
                    <a:pt x="197" y="320"/>
                    <a:pt x="170" y="320"/>
                  </a:cubicBezTo>
                  <a:cubicBezTo>
                    <a:pt x="142" y="320"/>
                    <a:pt x="120" y="297"/>
                    <a:pt x="120" y="270"/>
                  </a:cubicBezTo>
                  <a:cubicBezTo>
                    <a:pt x="120" y="242"/>
                    <a:pt x="142" y="220"/>
                    <a:pt x="170" y="220"/>
                  </a:cubicBezTo>
                  <a:cubicBezTo>
                    <a:pt x="197" y="220"/>
                    <a:pt x="220" y="242"/>
                    <a:pt x="220" y="270"/>
                  </a:cubicBezTo>
                  <a:close/>
                  <a:moveTo>
                    <a:pt x="190" y="700"/>
                  </a:moveTo>
                  <a:cubicBezTo>
                    <a:pt x="190" y="727"/>
                    <a:pt x="167" y="750"/>
                    <a:pt x="140" y="750"/>
                  </a:cubicBezTo>
                  <a:cubicBezTo>
                    <a:pt x="112" y="750"/>
                    <a:pt x="90" y="727"/>
                    <a:pt x="90" y="700"/>
                  </a:cubicBezTo>
                  <a:cubicBezTo>
                    <a:pt x="90" y="672"/>
                    <a:pt x="112" y="650"/>
                    <a:pt x="140" y="650"/>
                  </a:cubicBezTo>
                  <a:cubicBezTo>
                    <a:pt x="167" y="650"/>
                    <a:pt x="190" y="672"/>
                    <a:pt x="190" y="700"/>
                  </a:cubicBezTo>
                  <a:close/>
                  <a:moveTo>
                    <a:pt x="8510" y="160"/>
                  </a:moveTo>
                  <a:cubicBezTo>
                    <a:pt x="8510" y="187"/>
                    <a:pt x="8487" y="210"/>
                    <a:pt x="8460" y="210"/>
                  </a:cubicBezTo>
                  <a:cubicBezTo>
                    <a:pt x="8432" y="210"/>
                    <a:pt x="8410" y="187"/>
                    <a:pt x="8410" y="160"/>
                  </a:cubicBezTo>
                  <a:cubicBezTo>
                    <a:pt x="8410" y="132"/>
                    <a:pt x="8432" y="110"/>
                    <a:pt x="8460" y="110"/>
                  </a:cubicBezTo>
                  <a:cubicBezTo>
                    <a:pt x="8487" y="110"/>
                    <a:pt x="8510" y="132"/>
                    <a:pt x="8510" y="160"/>
                  </a:cubicBezTo>
                  <a:close/>
                  <a:moveTo>
                    <a:pt x="2680" y="520"/>
                  </a:moveTo>
                  <a:cubicBezTo>
                    <a:pt x="2680" y="547"/>
                    <a:pt x="2657" y="570"/>
                    <a:pt x="2630" y="570"/>
                  </a:cubicBezTo>
                  <a:cubicBezTo>
                    <a:pt x="2602" y="570"/>
                    <a:pt x="2580" y="547"/>
                    <a:pt x="2580" y="520"/>
                  </a:cubicBezTo>
                  <a:cubicBezTo>
                    <a:pt x="2580" y="492"/>
                    <a:pt x="2602" y="470"/>
                    <a:pt x="2630" y="470"/>
                  </a:cubicBezTo>
                  <a:cubicBezTo>
                    <a:pt x="2657" y="470"/>
                    <a:pt x="2680" y="492"/>
                    <a:pt x="2680" y="520"/>
                  </a:cubicBezTo>
                  <a:close/>
                  <a:moveTo>
                    <a:pt x="1190" y="680"/>
                  </a:moveTo>
                  <a:cubicBezTo>
                    <a:pt x="1190" y="707"/>
                    <a:pt x="1167" y="730"/>
                    <a:pt x="1140" y="730"/>
                  </a:cubicBezTo>
                  <a:cubicBezTo>
                    <a:pt x="1112" y="730"/>
                    <a:pt x="1090" y="707"/>
                    <a:pt x="1090" y="680"/>
                  </a:cubicBezTo>
                  <a:cubicBezTo>
                    <a:pt x="1090" y="652"/>
                    <a:pt x="1112" y="630"/>
                    <a:pt x="1140" y="630"/>
                  </a:cubicBezTo>
                  <a:cubicBezTo>
                    <a:pt x="1167" y="630"/>
                    <a:pt x="1190" y="652"/>
                    <a:pt x="1190" y="680"/>
                  </a:cubicBezTo>
                  <a:close/>
                  <a:moveTo>
                    <a:pt x="920" y="720"/>
                  </a:moveTo>
                  <a:cubicBezTo>
                    <a:pt x="920" y="747"/>
                    <a:pt x="897" y="770"/>
                    <a:pt x="870" y="770"/>
                  </a:cubicBezTo>
                  <a:cubicBezTo>
                    <a:pt x="842" y="770"/>
                    <a:pt x="820" y="747"/>
                    <a:pt x="820" y="720"/>
                  </a:cubicBezTo>
                  <a:cubicBezTo>
                    <a:pt x="820" y="692"/>
                    <a:pt x="842" y="670"/>
                    <a:pt x="870" y="670"/>
                  </a:cubicBezTo>
                  <a:cubicBezTo>
                    <a:pt x="897" y="670"/>
                    <a:pt x="920" y="692"/>
                    <a:pt x="920" y="720"/>
                  </a:cubicBezTo>
                  <a:close/>
                  <a:moveTo>
                    <a:pt x="2870" y="700"/>
                  </a:moveTo>
                  <a:cubicBezTo>
                    <a:pt x="2870" y="727"/>
                    <a:pt x="2847" y="750"/>
                    <a:pt x="2820" y="750"/>
                  </a:cubicBezTo>
                  <a:cubicBezTo>
                    <a:pt x="2792" y="750"/>
                    <a:pt x="2770" y="727"/>
                    <a:pt x="2770" y="700"/>
                  </a:cubicBezTo>
                  <a:cubicBezTo>
                    <a:pt x="2770" y="672"/>
                    <a:pt x="2792" y="650"/>
                    <a:pt x="2820" y="650"/>
                  </a:cubicBezTo>
                  <a:cubicBezTo>
                    <a:pt x="2847" y="650"/>
                    <a:pt x="2870" y="672"/>
                    <a:pt x="2870" y="70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1" name="!!Proteinas"/>
          <p:cNvSpPr/>
          <p:nvPr/>
        </p:nvSpPr>
        <p:spPr>
          <a:xfrm>
            <a:off x="5161605" y="2716682"/>
            <a:ext cx="3218322" cy="571591"/>
          </a:xfrm>
          <a:custGeom>
            <a:avLst/>
            <a:gdLst/>
            <a:ahLst/>
            <a:cxnLst/>
            <a:rect l="0" t="0" r="r" b="b"/>
            <a:pathLst>
              <a:path w="8380" h="1330">
                <a:moveTo>
                  <a:pt x="7770" y="420"/>
                </a:moveTo>
                <a:cubicBezTo>
                  <a:pt x="7770" y="453"/>
                  <a:pt x="7743" y="480"/>
                  <a:pt x="7710" y="480"/>
                </a:cubicBezTo>
                <a:cubicBezTo>
                  <a:pt x="7676" y="480"/>
                  <a:pt x="7650" y="453"/>
                  <a:pt x="7650" y="420"/>
                </a:cubicBezTo>
                <a:cubicBezTo>
                  <a:pt x="7650" y="386"/>
                  <a:pt x="7676" y="360"/>
                  <a:pt x="7710" y="360"/>
                </a:cubicBezTo>
                <a:cubicBezTo>
                  <a:pt x="7743" y="360"/>
                  <a:pt x="7770" y="386"/>
                  <a:pt x="7770" y="420"/>
                </a:cubicBezTo>
                <a:close/>
                <a:moveTo>
                  <a:pt x="470" y="440"/>
                </a:moveTo>
                <a:cubicBezTo>
                  <a:pt x="470" y="473"/>
                  <a:pt x="443" y="500"/>
                  <a:pt x="410" y="500"/>
                </a:cubicBezTo>
                <a:cubicBezTo>
                  <a:pt x="376" y="500"/>
                  <a:pt x="350" y="473"/>
                  <a:pt x="350" y="440"/>
                </a:cubicBezTo>
                <a:cubicBezTo>
                  <a:pt x="350" y="406"/>
                  <a:pt x="376" y="380"/>
                  <a:pt x="410" y="380"/>
                </a:cubicBezTo>
                <a:cubicBezTo>
                  <a:pt x="443" y="380"/>
                  <a:pt x="470" y="406"/>
                  <a:pt x="470" y="440"/>
                </a:cubicBezTo>
                <a:close/>
                <a:moveTo>
                  <a:pt x="3230" y="200"/>
                </a:moveTo>
                <a:cubicBezTo>
                  <a:pt x="3230" y="233"/>
                  <a:pt x="3203" y="260"/>
                  <a:pt x="3170" y="260"/>
                </a:cubicBezTo>
                <a:cubicBezTo>
                  <a:pt x="3136" y="260"/>
                  <a:pt x="3110" y="233"/>
                  <a:pt x="3110" y="200"/>
                </a:cubicBezTo>
                <a:cubicBezTo>
                  <a:pt x="3110" y="166"/>
                  <a:pt x="3136" y="140"/>
                  <a:pt x="3170" y="140"/>
                </a:cubicBezTo>
                <a:cubicBezTo>
                  <a:pt x="3203" y="140"/>
                  <a:pt x="3230" y="166"/>
                  <a:pt x="3230" y="200"/>
                </a:cubicBezTo>
                <a:close/>
                <a:moveTo>
                  <a:pt x="5020" y="120"/>
                </a:moveTo>
                <a:cubicBezTo>
                  <a:pt x="5020" y="153"/>
                  <a:pt x="4993" y="180"/>
                  <a:pt x="4960" y="180"/>
                </a:cubicBezTo>
                <a:cubicBezTo>
                  <a:pt x="4926" y="180"/>
                  <a:pt x="4900" y="153"/>
                  <a:pt x="4900" y="120"/>
                </a:cubicBezTo>
                <a:cubicBezTo>
                  <a:pt x="4900" y="86"/>
                  <a:pt x="4926" y="60"/>
                  <a:pt x="4960" y="60"/>
                </a:cubicBezTo>
                <a:cubicBezTo>
                  <a:pt x="4993" y="60"/>
                  <a:pt x="5020" y="86"/>
                  <a:pt x="5020" y="120"/>
                </a:cubicBezTo>
                <a:close/>
                <a:moveTo>
                  <a:pt x="5190" y="110"/>
                </a:moveTo>
                <a:cubicBezTo>
                  <a:pt x="5190" y="143"/>
                  <a:pt x="5163" y="170"/>
                  <a:pt x="5130" y="170"/>
                </a:cubicBezTo>
                <a:cubicBezTo>
                  <a:pt x="5096" y="170"/>
                  <a:pt x="5070" y="143"/>
                  <a:pt x="5070" y="110"/>
                </a:cubicBezTo>
                <a:cubicBezTo>
                  <a:pt x="5070" y="76"/>
                  <a:pt x="5096" y="50"/>
                  <a:pt x="5130" y="50"/>
                </a:cubicBezTo>
                <a:cubicBezTo>
                  <a:pt x="5163" y="50"/>
                  <a:pt x="5190" y="76"/>
                  <a:pt x="5190" y="110"/>
                </a:cubicBezTo>
                <a:close/>
                <a:moveTo>
                  <a:pt x="5750" y="480"/>
                </a:moveTo>
                <a:cubicBezTo>
                  <a:pt x="5750" y="513"/>
                  <a:pt x="5723" y="540"/>
                  <a:pt x="5690" y="540"/>
                </a:cubicBezTo>
                <a:cubicBezTo>
                  <a:pt x="5656" y="540"/>
                  <a:pt x="5630" y="513"/>
                  <a:pt x="5630" y="480"/>
                </a:cubicBezTo>
                <a:cubicBezTo>
                  <a:pt x="5630" y="446"/>
                  <a:pt x="5656" y="420"/>
                  <a:pt x="5690" y="420"/>
                </a:cubicBezTo>
                <a:cubicBezTo>
                  <a:pt x="5723" y="420"/>
                  <a:pt x="5750" y="446"/>
                  <a:pt x="5750" y="480"/>
                </a:cubicBezTo>
                <a:close/>
                <a:moveTo>
                  <a:pt x="4500" y="1050"/>
                </a:moveTo>
                <a:cubicBezTo>
                  <a:pt x="4500" y="1083"/>
                  <a:pt x="4473" y="1110"/>
                  <a:pt x="4440" y="1110"/>
                </a:cubicBezTo>
                <a:cubicBezTo>
                  <a:pt x="4406" y="1110"/>
                  <a:pt x="4380" y="1083"/>
                  <a:pt x="4380" y="1050"/>
                </a:cubicBezTo>
                <a:cubicBezTo>
                  <a:pt x="4380" y="1016"/>
                  <a:pt x="4406" y="990"/>
                  <a:pt x="4440" y="990"/>
                </a:cubicBezTo>
                <a:cubicBezTo>
                  <a:pt x="4473" y="990"/>
                  <a:pt x="4500" y="1016"/>
                  <a:pt x="4500" y="1050"/>
                </a:cubicBezTo>
                <a:close/>
                <a:moveTo>
                  <a:pt x="7370" y="760"/>
                </a:moveTo>
                <a:cubicBezTo>
                  <a:pt x="7370" y="793"/>
                  <a:pt x="7343" y="820"/>
                  <a:pt x="7310" y="820"/>
                </a:cubicBezTo>
                <a:cubicBezTo>
                  <a:pt x="7276" y="820"/>
                  <a:pt x="7250" y="793"/>
                  <a:pt x="7250" y="760"/>
                </a:cubicBezTo>
                <a:cubicBezTo>
                  <a:pt x="7250" y="726"/>
                  <a:pt x="7276" y="700"/>
                  <a:pt x="7310" y="700"/>
                </a:cubicBezTo>
                <a:cubicBezTo>
                  <a:pt x="7343" y="700"/>
                  <a:pt x="7370" y="726"/>
                  <a:pt x="7370" y="760"/>
                </a:cubicBezTo>
                <a:close/>
                <a:moveTo>
                  <a:pt x="4180" y="1120"/>
                </a:moveTo>
                <a:cubicBezTo>
                  <a:pt x="4180" y="1153"/>
                  <a:pt x="4153" y="1180"/>
                  <a:pt x="4120" y="1180"/>
                </a:cubicBezTo>
                <a:cubicBezTo>
                  <a:pt x="4086" y="1180"/>
                  <a:pt x="4060" y="1153"/>
                  <a:pt x="4060" y="1120"/>
                </a:cubicBezTo>
                <a:cubicBezTo>
                  <a:pt x="4060" y="1086"/>
                  <a:pt x="4086" y="1060"/>
                  <a:pt x="4120" y="1060"/>
                </a:cubicBezTo>
                <a:cubicBezTo>
                  <a:pt x="4153" y="1060"/>
                  <a:pt x="4180" y="1086"/>
                  <a:pt x="4180" y="1120"/>
                </a:cubicBezTo>
                <a:close/>
                <a:moveTo>
                  <a:pt x="3120" y="720"/>
                </a:moveTo>
                <a:cubicBezTo>
                  <a:pt x="3120" y="753"/>
                  <a:pt x="3093" y="780"/>
                  <a:pt x="3060" y="780"/>
                </a:cubicBezTo>
                <a:cubicBezTo>
                  <a:pt x="3026" y="780"/>
                  <a:pt x="3000" y="753"/>
                  <a:pt x="3000" y="720"/>
                </a:cubicBezTo>
                <a:cubicBezTo>
                  <a:pt x="3000" y="686"/>
                  <a:pt x="3026" y="660"/>
                  <a:pt x="3060" y="660"/>
                </a:cubicBezTo>
                <a:cubicBezTo>
                  <a:pt x="3093" y="660"/>
                  <a:pt x="3120" y="686"/>
                  <a:pt x="3120" y="720"/>
                </a:cubicBezTo>
                <a:close/>
                <a:moveTo>
                  <a:pt x="1960" y="420"/>
                </a:moveTo>
                <a:cubicBezTo>
                  <a:pt x="1960" y="453"/>
                  <a:pt x="1933" y="480"/>
                  <a:pt x="1900" y="480"/>
                </a:cubicBezTo>
                <a:cubicBezTo>
                  <a:pt x="1866" y="480"/>
                  <a:pt x="1840" y="453"/>
                  <a:pt x="1840" y="420"/>
                </a:cubicBezTo>
                <a:cubicBezTo>
                  <a:pt x="1840" y="386"/>
                  <a:pt x="1866" y="360"/>
                  <a:pt x="1900" y="360"/>
                </a:cubicBezTo>
                <a:cubicBezTo>
                  <a:pt x="1933" y="360"/>
                  <a:pt x="1960" y="386"/>
                  <a:pt x="1960" y="420"/>
                </a:cubicBezTo>
                <a:close/>
                <a:moveTo>
                  <a:pt x="6570" y="580"/>
                </a:moveTo>
                <a:cubicBezTo>
                  <a:pt x="6570" y="613"/>
                  <a:pt x="6543" y="640"/>
                  <a:pt x="6510" y="640"/>
                </a:cubicBezTo>
                <a:cubicBezTo>
                  <a:pt x="6476" y="640"/>
                  <a:pt x="6450" y="613"/>
                  <a:pt x="6450" y="580"/>
                </a:cubicBezTo>
                <a:cubicBezTo>
                  <a:pt x="6450" y="546"/>
                  <a:pt x="6476" y="520"/>
                  <a:pt x="6510" y="520"/>
                </a:cubicBezTo>
                <a:cubicBezTo>
                  <a:pt x="6543" y="520"/>
                  <a:pt x="6570" y="546"/>
                  <a:pt x="6570" y="580"/>
                </a:cubicBezTo>
                <a:close/>
                <a:moveTo>
                  <a:pt x="250" y="720"/>
                </a:moveTo>
                <a:cubicBezTo>
                  <a:pt x="250" y="753"/>
                  <a:pt x="223" y="780"/>
                  <a:pt x="190" y="780"/>
                </a:cubicBezTo>
                <a:cubicBezTo>
                  <a:pt x="156" y="780"/>
                  <a:pt x="130" y="753"/>
                  <a:pt x="130" y="720"/>
                </a:cubicBezTo>
                <a:cubicBezTo>
                  <a:pt x="130" y="686"/>
                  <a:pt x="156" y="660"/>
                  <a:pt x="190" y="660"/>
                </a:cubicBezTo>
                <a:cubicBezTo>
                  <a:pt x="223" y="660"/>
                  <a:pt x="250" y="686"/>
                  <a:pt x="250" y="720"/>
                </a:cubicBezTo>
                <a:close/>
                <a:moveTo>
                  <a:pt x="4790" y="1220"/>
                </a:moveTo>
                <a:cubicBezTo>
                  <a:pt x="4790" y="1253"/>
                  <a:pt x="4763" y="1280"/>
                  <a:pt x="4730" y="1280"/>
                </a:cubicBezTo>
                <a:cubicBezTo>
                  <a:pt x="4696" y="1280"/>
                  <a:pt x="4670" y="1253"/>
                  <a:pt x="4670" y="1220"/>
                </a:cubicBezTo>
                <a:cubicBezTo>
                  <a:pt x="4670" y="1186"/>
                  <a:pt x="4696" y="1160"/>
                  <a:pt x="4730" y="1160"/>
                </a:cubicBezTo>
                <a:cubicBezTo>
                  <a:pt x="4763" y="1160"/>
                  <a:pt x="4790" y="1186"/>
                  <a:pt x="4790" y="1220"/>
                </a:cubicBezTo>
                <a:close/>
                <a:moveTo>
                  <a:pt x="8380" y="830"/>
                </a:moveTo>
                <a:cubicBezTo>
                  <a:pt x="8380" y="863"/>
                  <a:pt x="8353" y="890"/>
                  <a:pt x="8320" y="890"/>
                </a:cubicBezTo>
                <a:cubicBezTo>
                  <a:pt x="8286" y="890"/>
                  <a:pt x="8260" y="863"/>
                  <a:pt x="8260" y="830"/>
                </a:cubicBezTo>
                <a:cubicBezTo>
                  <a:pt x="8260" y="796"/>
                  <a:pt x="8286" y="770"/>
                  <a:pt x="8320" y="770"/>
                </a:cubicBezTo>
                <a:cubicBezTo>
                  <a:pt x="8353" y="770"/>
                  <a:pt x="8380" y="796"/>
                  <a:pt x="8380" y="830"/>
                </a:cubicBezTo>
                <a:close/>
                <a:moveTo>
                  <a:pt x="6880" y="1100"/>
                </a:moveTo>
                <a:cubicBezTo>
                  <a:pt x="6880" y="1133"/>
                  <a:pt x="6853" y="1160"/>
                  <a:pt x="6820" y="1160"/>
                </a:cubicBezTo>
                <a:cubicBezTo>
                  <a:pt x="6786" y="1160"/>
                  <a:pt x="6760" y="1133"/>
                  <a:pt x="6760" y="1100"/>
                </a:cubicBezTo>
                <a:cubicBezTo>
                  <a:pt x="6760" y="1066"/>
                  <a:pt x="6786" y="1040"/>
                  <a:pt x="6820" y="1040"/>
                </a:cubicBezTo>
                <a:cubicBezTo>
                  <a:pt x="6853" y="1040"/>
                  <a:pt x="6880" y="1066"/>
                  <a:pt x="6880" y="1100"/>
                </a:cubicBezTo>
                <a:close/>
                <a:moveTo>
                  <a:pt x="2360" y="140"/>
                </a:moveTo>
                <a:cubicBezTo>
                  <a:pt x="2360" y="173"/>
                  <a:pt x="2333" y="200"/>
                  <a:pt x="2300" y="200"/>
                </a:cubicBezTo>
                <a:cubicBezTo>
                  <a:pt x="2266" y="200"/>
                  <a:pt x="2240" y="173"/>
                  <a:pt x="2240" y="140"/>
                </a:cubicBezTo>
                <a:cubicBezTo>
                  <a:pt x="2240" y="106"/>
                  <a:pt x="2266" y="80"/>
                  <a:pt x="2300" y="80"/>
                </a:cubicBezTo>
                <a:cubicBezTo>
                  <a:pt x="2333" y="80"/>
                  <a:pt x="2360" y="106"/>
                  <a:pt x="2360" y="140"/>
                </a:cubicBezTo>
                <a:close/>
                <a:moveTo>
                  <a:pt x="620" y="1270"/>
                </a:moveTo>
                <a:cubicBezTo>
                  <a:pt x="620" y="1303"/>
                  <a:pt x="593" y="1330"/>
                  <a:pt x="560" y="1330"/>
                </a:cubicBezTo>
                <a:cubicBezTo>
                  <a:pt x="526" y="1330"/>
                  <a:pt x="500" y="1303"/>
                  <a:pt x="500" y="1270"/>
                </a:cubicBezTo>
                <a:cubicBezTo>
                  <a:pt x="500" y="1236"/>
                  <a:pt x="526" y="1210"/>
                  <a:pt x="560" y="1210"/>
                </a:cubicBezTo>
                <a:cubicBezTo>
                  <a:pt x="593" y="1210"/>
                  <a:pt x="620" y="1236"/>
                  <a:pt x="620" y="1270"/>
                </a:cubicBezTo>
                <a:close/>
                <a:moveTo>
                  <a:pt x="3700" y="380"/>
                </a:moveTo>
                <a:cubicBezTo>
                  <a:pt x="3700" y="413"/>
                  <a:pt x="3673" y="440"/>
                  <a:pt x="3640" y="440"/>
                </a:cubicBezTo>
                <a:cubicBezTo>
                  <a:pt x="3606" y="440"/>
                  <a:pt x="3580" y="413"/>
                  <a:pt x="3580" y="380"/>
                </a:cubicBezTo>
                <a:cubicBezTo>
                  <a:pt x="3580" y="346"/>
                  <a:pt x="3606" y="320"/>
                  <a:pt x="3640" y="320"/>
                </a:cubicBezTo>
                <a:cubicBezTo>
                  <a:pt x="3673" y="320"/>
                  <a:pt x="3700" y="346"/>
                  <a:pt x="3700" y="380"/>
                </a:cubicBezTo>
                <a:close/>
                <a:moveTo>
                  <a:pt x="7170" y="830"/>
                </a:moveTo>
                <a:cubicBezTo>
                  <a:pt x="7170" y="863"/>
                  <a:pt x="7143" y="890"/>
                  <a:pt x="7110" y="890"/>
                </a:cubicBezTo>
                <a:cubicBezTo>
                  <a:pt x="7076" y="890"/>
                  <a:pt x="7050" y="863"/>
                  <a:pt x="7050" y="830"/>
                </a:cubicBezTo>
                <a:cubicBezTo>
                  <a:pt x="7050" y="796"/>
                  <a:pt x="7076" y="770"/>
                  <a:pt x="7110" y="770"/>
                </a:cubicBezTo>
                <a:cubicBezTo>
                  <a:pt x="7143" y="770"/>
                  <a:pt x="7170" y="796"/>
                  <a:pt x="7170" y="830"/>
                </a:cubicBezTo>
                <a:close/>
                <a:moveTo>
                  <a:pt x="970" y="1210"/>
                </a:moveTo>
                <a:cubicBezTo>
                  <a:pt x="970" y="1243"/>
                  <a:pt x="943" y="1270"/>
                  <a:pt x="910" y="1270"/>
                </a:cubicBezTo>
                <a:cubicBezTo>
                  <a:pt x="876" y="1270"/>
                  <a:pt x="850" y="1243"/>
                  <a:pt x="850" y="1210"/>
                </a:cubicBezTo>
                <a:cubicBezTo>
                  <a:pt x="850" y="1176"/>
                  <a:pt x="876" y="1150"/>
                  <a:pt x="910" y="1150"/>
                </a:cubicBezTo>
                <a:cubicBezTo>
                  <a:pt x="943" y="1150"/>
                  <a:pt x="970" y="1176"/>
                  <a:pt x="970" y="1210"/>
                </a:cubicBezTo>
                <a:close/>
                <a:moveTo>
                  <a:pt x="3730" y="60"/>
                </a:moveTo>
                <a:cubicBezTo>
                  <a:pt x="3730" y="93"/>
                  <a:pt x="3703" y="120"/>
                  <a:pt x="3670" y="120"/>
                </a:cubicBezTo>
                <a:cubicBezTo>
                  <a:pt x="3636" y="120"/>
                  <a:pt x="3610" y="93"/>
                  <a:pt x="3610" y="60"/>
                </a:cubicBezTo>
                <a:cubicBezTo>
                  <a:pt x="3610" y="26"/>
                  <a:pt x="3636" y="0"/>
                  <a:pt x="3670" y="0"/>
                </a:cubicBezTo>
                <a:cubicBezTo>
                  <a:pt x="3703" y="0"/>
                  <a:pt x="3730" y="26"/>
                  <a:pt x="3730" y="60"/>
                </a:cubicBezTo>
                <a:close/>
                <a:moveTo>
                  <a:pt x="6260" y="150"/>
                </a:moveTo>
                <a:cubicBezTo>
                  <a:pt x="6260" y="183"/>
                  <a:pt x="6233" y="210"/>
                  <a:pt x="6200" y="210"/>
                </a:cubicBezTo>
                <a:cubicBezTo>
                  <a:pt x="6166" y="210"/>
                  <a:pt x="6140" y="183"/>
                  <a:pt x="6140" y="150"/>
                </a:cubicBezTo>
                <a:cubicBezTo>
                  <a:pt x="6140" y="116"/>
                  <a:pt x="6166" y="90"/>
                  <a:pt x="6200" y="90"/>
                </a:cubicBezTo>
                <a:cubicBezTo>
                  <a:pt x="6233" y="90"/>
                  <a:pt x="6260" y="116"/>
                  <a:pt x="6260" y="150"/>
                </a:cubicBezTo>
                <a:close/>
                <a:moveTo>
                  <a:pt x="7240" y="760"/>
                </a:moveTo>
                <a:cubicBezTo>
                  <a:pt x="7240" y="793"/>
                  <a:pt x="7213" y="820"/>
                  <a:pt x="7180" y="820"/>
                </a:cubicBezTo>
                <a:cubicBezTo>
                  <a:pt x="7146" y="820"/>
                  <a:pt x="7120" y="793"/>
                  <a:pt x="7120" y="760"/>
                </a:cubicBezTo>
                <a:cubicBezTo>
                  <a:pt x="7120" y="726"/>
                  <a:pt x="7146" y="700"/>
                  <a:pt x="7180" y="700"/>
                </a:cubicBezTo>
                <a:cubicBezTo>
                  <a:pt x="7213" y="700"/>
                  <a:pt x="7240" y="726"/>
                  <a:pt x="7240" y="760"/>
                </a:cubicBezTo>
                <a:close/>
                <a:moveTo>
                  <a:pt x="2900" y="850"/>
                </a:moveTo>
                <a:cubicBezTo>
                  <a:pt x="2900" y="883"/>
                  <a:pt x="2873" y="910"/>
                  <a:pt x="2840" y="910"/>
                </a:cubicBezTo>
                <a:cubicBezTo>
                  <a:pt x="2806" y="910"/>
                  <a:pt x="2780" y="883"/>
                  <a:pt x="2780" y="850"/>
                </a:cubicBezTo>
                <a:cubicBezTo>
                  <a:pt x="2780" y="816"/>
                  <a:pt x="2806" y="790"/>
                  <a:pt x="2840" y="790"/>
                </a:cubicBezTo>
                <a:cubicBezTo>
                  <a:pt x="2873" y="790"/>
                  <a:pt x="2900" y="816"/>
                  <a:pt x="2900" y="850"/>
                </a:cubicBezTo>
                <a:close/>
                <a:moveTo>
                  <a:pt x="5500" y="1230"/>
                </a:moveTo>
                <a:cubicBezTo>
                  <a:pt x="5500" y="1263"/>
                  <a:pt x="5473" y="1290"/>
                  <a:pt x="5440" y="1290"/>
                </a:cubicBezTo>
                <a:cubicBezTo>
                  <a:pt x="5406" y="1290"/>
                  <a:pt x="5380" y="1263"/>
                  <a:pt x="5380" y="1230"/>
                </a:cubicBezTo>
                <a:cubicBezTo>
                  <a:pt x="5380" y="1196"/>
                  <a:pt x="5406" y="1170"/>
                  <a:pt x="5440" y="1170"/>
                </a:cubicBezTo>
                <a:cubicBezTo>
                  <a:pt x="5473" y="1170"/>
                  <a:pt x="5500" y="1196"/>
                  <a:pt x="5500" y="1230"/>
                </a:cubicBezTo>
                <a:close/>
                <a:moveTo>
                  <a:pt x="5350" y="1120"/>
                </a:moveTo>
                <a:cubicBezTo>
                  <a:pt x="5350" y="1153"/>
                  <a:pt x="5323" y="1180"/>
                  <a:pt x="5290" y="1180"/>
                </a:cubicBezTo>
                <a:cubicBezTo>
                  <a:pt x="5256" y="1180"/>
                  <a:pt x="5230" y="1153"/>
                  <a:pt x="5230" y="1120"/>
                </a:cubicBezTo>
                <a:cubicBezTo>
                  <a:pt x="5230" y="1086"/>
                  <a:pt x="5256" y="1060"/>
                  <a:pt x="5290" y="1060"/>
                </a:cubicBezTo>
                <a:cubicBezTo>
                  <a:pt x="5323" y="1060"/>
                  <a:pt x="5350" y="1086"/>
                  <a:pt x="5350" y="1120"/>
                </a:cubicBezTo>
                <a:close/>
                <a:moveTo>
                  <a:pt x="120" y="190"/>
                </a:moveTo>
                <a:cubicBezTo>
                  <a:pt x="120" y="223"/>
                  <a:pt x="93" y="250"/>
                  <a:pt x="60" y="250"/>
                </a:cubicBezTo>
                <a:cubicBezTo>
                  <a:pt x="26" y="250"/>
                  <a:pt x="0" y="223"/>
                  <a:pt x="0" y="190"/>
                </a:cubicBezTo>
                <a:cubicBezTo>
                  <a:pt x="0" y="156"/>
                  <a:pt x="26" y="130"/>
                  <a:pt x="60" y="130"/>
                </a:cubicBezTo>
                <a:cubicBezTo>
                  <a:pt x="93" y="130"/>
                  <a:pt x="120" y="156"/>
                  <a:pt x="120" y="190"/>
                </a:cubicBezTo>
                <a:close/>
                <a:moveTo>
                  <a:pt x="2180" y="1170"/>
                </a:moveTo>
                <a:cubicBezTo>
                  <a:pt x="2180" y="1203"/>
                  <a:pt x="2153" y="1230"/>
                  <a:pt x="2120" y="1230"/>
                </a:cubicBezTo>
                <a:cubicBezTo>
                  <a:pt x="2086" y="1230"/>
                  <a:pt x="2060" y="1203"/>
                  <a:pt x="2060" y="1170"/>
                </a:cubicBezTo>
                <a:cubicBezTo>
                  <a:pt x="2060" y="1136"/>
                  <a:pt x="2086" y="1110"/>
                  <a:pt x="2120" y="1110"/>
                </a:cubicBezTo>
                <a:cubicBezTo>
                  <a:pt x="2153" y="1110"/>
                  <a:pt x="2180" y="1136"/>
                  <a:pt x="2180" y="1170"/>
                </a:cubicBezTo>
                <a:close/>
                <a:moveTo>
                  <a:pt x="6550" y="120"/>
                </a:moveTo>
                <a:cubicBezTo>
                  <a:pt x="6550" y="153"/>
                  <a:pt x="6523" y="180"/>
                  <a:pt x="6490" y="180"/>
                </a:cubicBezTo>
                <a:cubicBezTo>
                  <a:pt x="6456" y="180"/>
                  <a:pt x="6430" y="153"/>
                  <a:pt x="6430" y="120"/>
                </a:cubicBezTo>
                <a:cubicBezTo>
                  <a:pt x="6430" y="86"/>
                  <a:pt x="6456" y="60"/>
                  <a:pt x="6490" y="60"/>
                </a:cubicBezTo>
                <a:cubicBezTo>
                  <a:pt x="6523" y="60"/>
                  <a:pt x="6550" y="86"/>
                  <a:pt x="6550" y="12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sp>
        <p:nvSpPr>
          <p:cNvPr id="72" name="!!Bacterias"/>
          <p:cNvSpPr/>
          <p:nvPr/>
        </p:nvSpPr>
        <p:spPr>
          <a:xfrm>
            <a:off x="5004145" y="2772552"/>
            <a:ext cx="3575487" cy="507126"/>
          </a:xfrm>
          <a:custGeom>
            <a:avLst/>
            <a:gdLst/>
            <a:ahLst/>
            <a:cxnLst/>
            <a:rect l="0" t="0" r="r" b="b"/>
            <a:pathLst>
              <a:path w="9310" h="1180" fill="none">
                <a:moveTo>
                  <a:pt x="390" y="640"/>
                </a:moveTo>
                <a:lnTo>
                  <a:pt x="550" y="700"/>
                </a:lnTo>
              </a:path>
              <a:path w="9310" h="1180" fill="none">
                <a:moveTo>
                  <a:pt x="6390" y="990"/>
                </a:moveTo>
                <a:lnTo>
                  <a:pt x="6550" y="1050"/>
                </a:lnTo>
              </a:path>
              <a:path w="9310" h="1180" fill="none">
                <a:moveTo>
                  <a:pt x="2680" y="830"/>
                </a:moveTo>
                <a:lnTo>
                  <a:pt x="2840" y="890"/>
                </a:lnTo>
              </a:path>
              <a:path w="9310" h="1180" fill="none">
                <a:moveTo>
                  <a:pt x="8850" y="730"/>
                </a:moveTo>
                <a:lnTo>
                  <a:pt x="9010" y="790"/>
                </a:lnTo>
              </a:path>
              <a:path w="9310" h="1180" fill="none">
                <a:moveTo>
                  <a:pt x="0" y="1030"/>
                </a:moveTo>
                <a:lnTo>
                  <a:pt x="160" y="1090"/>
                </a:lnTo>
              </a:path>
              <a:path w="9310" h="1180" fill="none">
                <a:moveTo>
                  <a:pt x="3400" y="280"/>
                </a:moveTo>
                <a:lnTo>
                  <a:pt x="3560" y="340"/>
                </a:lnTo>
              </a:path>
              <a:path w="9310" h="1180" fill="none">
                <a:moveTo>
                  <a:pt x="6020" y="140"/>
                </a:moveTo>
                <a:lnTo>
                  <a:pt x="6180" y="200"/>
                </a:lnTo>
              </a:path>
              <a:path w="9310" h="1180" fill="none">
                <a:moveTo>
                  <a:pt x="4820" y="0"/>
                </a:moveTo>
                <a:lnTo>
                  <a:pt x="4980" y="60"/>
                </a:lnTo>
              </a:path>
              <a:path w="9310" h="1180" fill="none">
                <a:moveTo>
                  <a:pt x="2000" y="580"/>
                </a:moveTo>
                <a:lnTo>
                  <a:pt x="2160" y="640"/>
                </a:lnTo>
              </a:path>
              <a:path w="9310" h="1180" fill="none">
                <a:moveTo>
                  <a:pt x="1090" y="480"/>
                </a:moveTo>
                <a:lnTo>
                  <a:pt x="1250" y="540"/>
                </a:lnTo>
              </a:path>
              <a:path w="9310" h="1180" fill="none">
                <a:moveTo>
                  <a:pt x="3840" y="850"/>
                </a:moveTo>
                <a:lnTo>
                  <a:pt x="4000" y="910"/>
                </a:lnTo>
              </a:path>
              <a:path w="9310" h="1180" fill="none">
                <a:moveTo>
                  <a:pt x="9150" y="1120"/>
                </a:moveTo>
                <a:lnTo>
                  <a:pt x="9310" y="118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grpSp>
        <p:nvGrpSpPr>
          <p:cNvPr id="73" name="!!PleuraVisceral"/>
          <p:cNvGrpSpPr/>
          <p:nvPr/>
        </p:nvGrpSpPr>
        <p:grpSpPr>
          <a:xfrm>
            <a:off x="4570171" y="3294291"/>
            <a:ext cx="4301338" cy="227777"/>
            <a:chOff x="4570171" y="3294291"/>
            <a:chExt cx="4301338" cy="227777"/>
          </a:xfrm>
        </p:grpSpPr>
        <p:sp>
          <p:nvSpPr>
            <p:cNvPr id="74" name="Forma 73"/>
            <p:cNvSpPr/>
            <p:nvPr/>
          </p:nvSpPr>
          <p:spPr>
            <a:xfrm>
              <a:off x="4570171" y="3298588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5" name="Forma 74"/>
            <p:cNvSpPr/>
            <p:nvPr/>
          </p:nvSpPr>
          <p:spPr>
            <a:xfrm>
              <a:off x="4604736" y="3294291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4677705" y="3315779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7" name="!!CapilarPulmonar"/>
          <p:cNvSpPr/>
          <p:nvPr/>
        </p:nvSpPr>
        <p:spPr>
          <a:xfrm>
            <a:off x="4570171" y="3418923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8" name="!!Alveolos"/>
          <p:cNvGrpSpPr/>
          <p:nvPr/>
        </p:nvGrpSpPr>
        <p:grpSpPr>
          <a:xfrm>
            <a:off x="4570171" y="3556449"/>
            <a:ext cx="4335902" cy="1609911"/>
            <a:chOff x="4570171" y="3556449"/>
            <a:chExt cx="4335902" cy="1609911"/>
          </a:xfrm>
        </p:grpSpPr>
        <p:sp>
          <p:nvSpPr>
            <p:cNvPr id="79" name="Forma 78"/>
            <p:cNvSpPr/>
            <p:nvPr/>
          </p:nvSpPr>
          <p:spPr>
            <a:xfrm>
              <a:off x="4570171" y="3556449"/>
              <a:ext cx="4301338" cy="160991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4719950" y="3603724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2" name="Forma 81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3" name="Forma 82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4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Ingresan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bacterias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aumentan los PMN; cae el pH y la glucosa.</a:t>
            </a:r>
            <a:endParaRPr lang="es-AR" sz="1950" dirty="0">
              <a:latin typeface="Mali"/>
            </a:endParaRPr>
          </a:p>
        </p:txBody>
      </p:sp>
      <p:grpSp>
        <p:nvGrpSpPr>
          <p:cNvPr id="85" name="Recuadro Complicad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6" name="Forma 85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infecta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ya no se resuelve solo.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COMPLICADO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8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9" name="Forma 88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0" name="Forma 89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DCF87"/>
                </a:gs>
                <a:gs pos="100000">
                  <a:srgbClr val="CDAC5D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FD596"/>
            </a:solidFill>
            <a:ln w="9525" cap="rnd">
              <a:solidFill>
                <a:srgbClr val="A3894A"/>
              </a:solidFill>
              <a:round/>
            </a:ln>
          </p:spPr>
        </p:sp>
        <p:sp>
          <p:nvSpPr>
            <p:cNvPr id="92" name="Forma 91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73" y="507"/>
                  </a:moveTo>
                  <a:cubicBezTo>
                    <a:pt x="473" y="531"/>
                    <a:pt x="452" y="552"/>
                    <a:pt x="428" y="552"/>
                  </a:cubicBezTo>
                  <a:cubicBezTo>
                    <a:pt x="403" y="552"/>
                    <a:pt x="383" y="531"/>
                    <a:pt x="383" y="507"/>
                  </a:cubicBezTo>
                  <a:cubicBezTo>
                    <a:pt x="383" y="482"/>
                    <a:pt x="403" y="462"/>
                    <a:pt x="428" y="462"/>
                  </a:cubicBezTo>
                  <a:cubicBezTo>
                    <a:pt x="452" y="462"/>
                    <a:pt x="473" y="482"/>
                    <a:pt x="473" y="507"/>
                  </a:cubicBezTo>
                  <a:close/>
                  <a:moveTo>
                    <a:pt x="452" y="163"/>
                  </a:moveTo>
                  <a:cubicBezTo>
                    <a:pt x="452" y="184"/>
                    <a:pt x="434" y="202"/>
                    <a:pt x="413" y="202"/>
                  </a:cubicBezTo>
                  <a:cubicBezTo>
                    <a:pt x="391" y="202"/>
                    <a:pt x="374" y="184"/>
                    <a:pt x="374" y="163"/>
                  </a:cubicBezTo>
                  <a:cubicBezTo>
                    <a:pt x="374" y="141"/>
                    <a:pt x="391" y="124"/>
                    <a:pt x="413" y="124"/>
                  </a:cubicBezTo>
                  <a:cubicBezTo>
                    <a:pt x="434" y="124"/>
                    <a:pt x="452" y="141"/>
                    <a:pt x="452" y="163"/>
                  </a:cubicBezTo>
                  <a:close/>
                  <a:moveTo>
                    <a:pt x="528" y="102"/>
                  </a:moveTo>
                  <a:cubicBezTo>
                    <a:pt x="528" y="119"/>
                    <a:pt x="513" y="134"/>
                    <a:pt x="496" y="134"/>
                  </a:cubicBezTo>
                  <a:cubicBezTo>
                    <a:pt x="478" y="134"/>
                    <a:pt x="464" y="119"/>
                    <a:pt x="464" y="102"/>
                  </a:cubicBezTo>
                  <a:cubicBezTo>
                    <a:pt x="464" y="84"/>
                    <a:pt x="478" y="70"/>
                    <a:pt x="496" y="70"/>
                  </a:cubicBezTo>
                  <a:cubicBezTo>
                    <a:pt x="513" y="70"/>
                    <a:pt x="528" y="84"/>
                    <a:pt x="528" y="102"/>
                  </a:cubicBezTo>
                  <a:close/>
                  <a:moveTo>
                    <a:pt x="678" y="91"/>
                  </a:moveTo>
                  <a:cubicBezTo>
                    <a:pt x="678" y="109"/>
                    <a:pt x="663" y="124"/>
                    <a:pt x="645" y="124"/>
                  </a:cubicBezTo>
                  <a:cubicBezTo>
                    <a:pt x="626" y="124"/>
                    <a:pt x="612" y="109"/>
                    <a:pt x="612" y="91"/>
                  </a:cubicBezTo>
                  <a:cubicBezTo>
                    <a:pt x="612" y="72"/>
                    <a:pt x="626" y="58"/>
                    <a:pt x="645" y="58"/>
                  </a:cubicBezTo>
                  <a:cubicBezTo>
                    <a:pt x="663" y="58"/>
                    <a:pt x="678" y="72"/>
                    <a:pt x="678" y="91"/>
                  </a:cubicBezTo>
                  <a:close/>
                  <a:moveTo>
                    <a:pt x="473" y="907"/>
                  </a:moveTo>
                  <a:cubicBezTo>
                    <a:pt x="473" y="925"/>
                    <a:pt x="458" y="940"/>
                    <a:pt x="440" y="940"/>
                  </a:cubicBezTo>
                  <a:cubicBezTo>
                    <a:pt x="421" y="940"/>
                    <a:pt x="407" y="925"/>
                    <a:pt x="407" y="907"/>
                  </a:cubicBezTo>
                  <a:cubicBezTo>
                    <a:pt x="407" y="888"/>
                    <a:pt x="421" y="874"/>
                    <a:pt x="440" y="874"/>
                  </a:cubicBezTo>
                  <a:cubicBezTo>
                    <a:pt x="458" y="874"/>
                    <a:pt x="473" y="888"/>
                    <a:pt x="473" y="907"/>
                  </a:cubicBezTo>
                  <a:close/>
                  <a:moveTo>
                    <a:pt x="518" y="841"/>
                  </a:moveTo>
                  <a:cubicBezTo>
                    <a:pt x="518" y="868"/>
                    <a:pt x="495" y="891"/>
                    <a:pt x="468" y="891"/>
                  </a:cubicBezTo>
                  <a:cubicBezTo>
                    <a:pt x="440" y="891"/>
                    <a:pt x="418" y="868"/>
                    <a:pt x="418" y="841"/>
                  </a:cubicBezTo>
                  <a:cubicBezTo>
                    <a:pt x="418" y="813"/>
                    <a:pt x="440" y="791"/>
                    <a:pt x="468" y="791"/>
                  </a:cubicBezTo>
                  <a:cubicBezTo>
                    <a:pt x="495" y="791"/>
                    <a:pt x="518" y="813"/>
                    <a:pt x="518" y="841"/>
                  </a:cubicBezTo>
                  <a:close/>
                  <a:moveTo>
                    <a:pt x="218" y="719"/>
                  </a:moveTo>
                  <a:cubicBezTo>
                    <a:pt x="218" y="736"/>
                    <a:pt x="203" y="751"/>
                    <a:pt x="186" y="751"/>
                  </a:cubicBezTo>
                  <a:cubicBezTo>
                    <a:pt x="168" y="751"/>
                    <a:pt x="154" y="736"/>
                    <a:pt x="154" y="719"/>
                  </a:cubicBezTo>
                  <a:cubicBezTo>
                    <a:pt x="154" y="701"/>
                    <a:pt x="168" y="687"/>
                    <a:pt x="186" y="687"/>
                  </a:cubicBezTo>
                  <a:cubicBezTo>
                    <a:pt x="203" y="687"/>
                    <a:pt x="218" y="701"/>
                    <a:pt x="218" y="719"/>
                  </a:cubicBezTo>
                  <a:close/>
                  <a:moveTo>
                    <a:pt x="343" y="358"/>
                  </a:moveTo>
                  <a:cubicBezTo>
                    <a:pt x="343" y="388"/>
                    <a:pt x="318" y="413"/>
                    <a:pt x="288" y="413"/>
                  </a:cubicBezTo>
                  <a:cubicBezTo>
                    <a:pt x="257" y="413"/>
                    <a:pt x="233" y="388"/>
                    <a:pt x="233" y="358"/>
                  </a:cubicBezTo>
                  <a:cubicBezTo>
                    <a:pt x="233" y="327"/>
                    <a:pt x="257" y="303"/>
                    <a:pt x="288" y="303"/>
                  </a:cubicBezTo>
                  <a:cubicBezTo>
                    <a:pt x="318" y="303"/>
                    <a:pt x="343" y="327"/>
                    <a:pt x="343" y="358"/>
                  </a:cubicBezTo>
                  <a:close/>
                  <a:moveTo>
                    <a:pt x="364" y="296"/>
                  </a:moveTo>
                  <a:cubicBezTo>
                    <a:pt x="364" y="327"/>
                    <a:pt x="338" y="353"/>
                    <a:pt x="307" y="353"/>
                  </a:cubicBezTo>
                  <a:cubicBezTo>
                    <a:pt x="275" y="353"/>
                    <a:pt x="250" y="327"/>
                    <a:pt x="250" y="296"/>
                  </a:cubicBezTo>
                  <a:cubicBezTo>
                    <a:pt x="250" y="264"/>
                    <a:pt x="275" y="239"/>
                    <a:pt x="307" y="239"/>
                  </a:cubicBezTo>
                  <a:cubicBezTo>
                    <a:pt x="338" y="239"/>
                    <a:pt x="364" y="264"/>
                    <a:pt x="364" y="296"/>
                  </a:cubicBezTo>
                  <a:close/>
                  <a:moveTo>
                    <a:pt x="637" y="156"/>
                  </a:moveTo>
                  <a:cubicBezTo>
                    <a:pt x="637" y="183"/>
                    <a:pt x="615" y="205"/>
                    <a:pt x="588" y="205"/>
                  </a:cubicBezTo>
                  <a:cubicBezTo>
                    <a:pt x="560" y="205"/>
                    <a:pt x="539" y="183"/>
                    <a:pt x="539" y="156"/>
                  </a:cubicBezTo>
                  <a:cubicBezTo>
                    <a:pt x="539" y="128"/>
                    <a:pt x="560" y="107"/>
                    <a:pt x="588" y="107"/>
                  </a:cubicBezTo>
                  <a:cubicBezTo>
                    <a:pt x="615" y="107"/>
                    <a:pt x="637" y="128"/>
                    <a:pt x="637" y="156"/>
                  </a:cubicBezTo>
                  <a:close/>
                  <a:moveTo>
                    <a:pt x="619" y="226"/>
                  </a:moveTo>
                  <a:cubicBezTo>
                    <a:pt x="619" y="254"/>
                    <a:pt x="595" y="278"/>
                    <a:pt x="567" y="278"/>
                  </a:cubicBezTo>
                  <a:cubicBezTo>
                    <a:pt x="538" y="278"/>
                    <a:pt x="515" y="254"/>
                    <a:pt x="515" y="226"/>
                  </a:cubicBezTo>
                  <a:cubicBezTo>
                    <a:pt x="515" y="197"/>
                    <a:pt x="538" y="174"/>
                    <a:pt x="567" y="174"/>
                  </a:cubicBezTo>
                  <a:cubicBezTo>
                    <a:pt x="595" y="174"/>
                    <a:pt x="619" y="197"/>
                    <a:pt x="619" y="226"/>
                  </a:cubicBezTo>
                  <a:close/>
                  <a:moveTo>
                    <a:pt x="243" y="112"/>
                  </a:moveTo>
                  <a:cubicBezTo>
                    <a:pt x="243" y="131"/>
                    <a:pt x="227" y="147"/>
                    <a:pt x="208" y="147"/>
                  </a:cubicBezTo>
                  <a:cubicBezTo>
                    <a:pt x="188" y="147"/>
                    <a:pt x="173" y="131"/>
                    <a:pt x="173" y="112"/>
                  </a:cubicBezTo>
                  <a:cubicBezTo>
                    <a:pt x="173" y="92"/>
                    <a:pt x="188" y="77"/>
                    <a:pt x="208" y="77"/>
                  </a:cubicBezTo>
                  <a:cubicBezTo>
                    <a:pt x="227" y="77"/>
                    <a:pt x="243" y="92"/>
                    <a:pt x="243" y="112"/>
                  </a:cubicBezTo>
                  <a:close/>
                  <a:moveTo>
                    <a:pt x="519" y="337"/>
                  </a:moveTo>
                  <a:cubicBezTo>
                    <a:pt x="519" y="359"/>
                    <a:pt x="500" y="378"/>
                    <a:pt x="478" y="378"/>
                  </a:cubicBezTo>
                  <a:cubicBezTo>
                    <a:pt x="455" y="378"/>
                    <a:pt x="437" y="359"/>
                    <a:pt x="437" y="337"/>
                  </a:cubicBezTo>
                  <a:cubicBezTo>
                    <a:pt x="437" y="314"/>
                    <a:pt x="455" y="296"/>
                    <a:pt x="478" y="296"/>
                  </a:cubicBezTo>
                  <a:cubicBezTo>
                    <a:pt x="500" y="296"/>
                    <a:pt x="519" y="314"/>
                    <a:pt x="519" y="337"/>
                  </a:cubicBezTo>
                  <a:close/>
                  <a:moveTo>
                    <a:pt x="520" y="176"/>
                  </a:moveTo>
                  <a:cubicBezTo>
                    <a:pt x="520" y="199"/>
                    <a:pt x="500" y="219"/>
                    <a:pt x="477" y="219"/>
                  </a:cubicBezTo>
                  <a:cubicBezTo>
                    <a:pt x="453" y="219"/>
                    <a:pt x="434" y="199"/>
                    <a:pt x="434" y="176"/>
                  </a:cubicBezTo>
                  <a:cubicBezTo>
                    <a:pt x="434" y="152"/>
                    <a:pt x="453" y="133"/>
                    <a:pt x="477" y="133"/>
                  </a:cubicBezTo>
                  <a:cubicBezTo>
                    <a:pt x="500" y="133"/>
                    <a:pt x="520" y="152"/>
                    <a:pt x="520" y="176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4" name="Forma 93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5" name="Forma 94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16094" y="91440"/>
            <a:ext cx="701101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MODIFICACIÓN DE LA COMPOSICIÓN</a:t>
            </a:r>
            <a:endParaRPr lang="es-AR" sz="2400" dirty="0">
              <a:latin typeface="Mali"/>
            </a:endParaRPr>
          </a:p>
        </p:txBody>
      </p:sp>
      <p:sp>
        <p:nvSpPr>
          <p:cNvPr id="8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sp>
        <p:nvSpPr>
          <p:cNvPr id="9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875221"/>
            <a:ext cx="1474744" cy="1771657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46924" y="1464830"/>
            <a:ext cx="1186653" cy="1945497"/>
            <a:chOff x="946924" y="1464830"/>
            <a:chExt cx="1186653" cy="1945497"/>
          </a:xfrm>
        </p:grpSpPr>
        <p:sp>
          <p:nvSpPr>
            <p:cNvPr id="17" name="Forma 16"/>
            <p:cNvSpPr/>
            <p:nvPr/>
          </p:nvSpPr>
          <p:spPr>
            <a:xfrm>
              <a:off x="946924" y="1464830"/>
              <a:ext cx="1186653" cy="1945497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28980" y="1655756"/>
              <a:ext cx="933322" cy="1392730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76560" y="2311946"/>
              <a:ext cx="1004615" cy="814825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46924" y="1464830"/>
            <a:ext cx="1186653" cy="1945497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981603" y="2802636"/>
            <a:ext cx="788466" cy="581834"/>
          </a:xfrm>
          <a:custGeom>
            <a:avLst/>
            <a:gdLst/>
            <a:ahLst/>
            <a:cxnLst/>
            <a:rect l="0" t="0" r="r" b="b"/>
            <a:pathLst>
              <a:path w="10000" h="7536">
                <a:moveTo>
                  <a:pt x="9766" y="3236"/>
                </a:moveTo>
                <a:lnTo>
                  <a:pt x="9457" y="2721"/>
                </a:lnTo>
                <a:lnTo>
                  <a:pt x="9099" y="2238"/>
                </a:lnTo>
                <a:lnTo>
                  <a:pt x="8696" y="1793"/>
                </a:lnTo>
                <a:lnTo>
                  <a:pt x="8251" y="1389"/>
                </a:lnTo>
                <a:lnTo>
                  <a:pt x="7768" y="1031"/>
                </a:lnTo>
                <a:lnTo>
                  <a:pt x="7252" y="723"/>
                </a:lnTo>
                <a:lnTo>
                  <a:pt x="6709" y="466"/>
                </a:lnTo>
                <a:lnTo>
                  <a:pt x="6143" y="263"/>
                </a:lnTo>
                <a:lnTo>
                  <a:pt x="5561" y="117"/>
                </a:lnTo>
                <a:lnTo>
                  <a:pt x="4966" y="29"/>
                </a:lnTo>
                <a:lnTo>
                  <a:pt x="4366" y="0"/>
                </a:lnTo>
                <a:lnTo>
                  <a:pt x="3766" y="29"/>
                </a:lnTo>
                <a:lnTo>
                  <a:pt x="3171" y="117"/>
                </a:lnTo>
                <a:lnTo>
                  <a:pt x="2588" y="263"/>
                </a:lnTo>
                <a:lnTo>
                  <a:pt x="2023" y="466"/>
                </a:lnTo>
                <a:lnTo>
                  <a:pt x="1479" y="723"/>
                </a:lnTo>
                <a:lnTo>
                  <a:pt x="964" y="1031"/>
                </a:lnTo>
                <a:lnTo>
                  <a:pt x="481" y="1389"/>
                </a:lnTo>
                <a:lnTo>
                  <a:pt x="36" y="1793"/>
                </a:lnTo>
                <a:lnTo>
                  <a:pt x="0" y="1833"/>
                </a:lnTo>
                <a:lnTo>
                  <a:pt x="53" y="2244"/>
                </a:lnTo>
                <a:lnTo>
                  <a:pt x="128" y="2772"/>
                </a:lnTo>
                <a:lnTo>
                  <a:pt x="207" y="3277"/>
                </a:lnTo>
                <a:lnTo>
                  <a:pt x="289" y="3756"/>
                </a:lnTo>
                <a:lnTo>
                  <a:pt x="377" y="4217"/>
                </a:lnTo>
                <a:lnTo>
                  <a:pt x="471" y="4661"/>
                </a:lnTo>
                <a:lnTo>
                  <a:pt x="569" y="5089"/>
                </a:lnTo>
                <a:lnTo>
                  <a:pt x="669" y="5503"/>
                </a:lnTo>
                <a:lnTo>
                  <a:pt x="772" y="5903"/>
                </a:lnTo>
                <a:lnTo>
                  <a:pt x="876" y="6308"/>
                </a:lnTo>
                <a:lnTo>
                  <a:pt x="980" y="6714"/>
                </a:lnTo>
                <a:lnTo>
                  <a:pt x="1084" y="7094"/>
                </a:lnTo>
                <a:lnTo>
                  <a:pt x="1188" y="7423"/>
                </a:lnTo>
                <a:lnTo>
                  <a:pt x="1232" y="7536"/>
                </a:lnTo>
                <a:lnTo>
                  <a:pt x="1305" y="7481"/>
                </a:lnTo>
                <a:lnTo>
                  <a:pt x="1588" y="7220"/>
                </a:lnTo>
                <a:lnTo>
                  <a:pt x="1932" y="6885"/>
                </a:lnTo>
                <a:lnTo>
                  <a:pt x="1934" y="6884"/>
                </a:lnTo>
                <a:lnTo>
                  <a:pt x="1939" y="6879"/>
                </a:lnTo>
                <a:lnTo>
                  <a:pt x="1941" y="6877"/>
                </a:lnTo>
                <a:lnTo>
                  <a:pt x="2327" y="6514"/>
                </a:lnTo>
                <a:lnTo>
                  <a:pt x="2332" y="6510"/>
                </a:lnTo>
                <a:lnTo>
                  <a:pt x="2349" y="6495"/>
                </a:lnTo>
                <a:lnTo>
                  <a:pt x="2354" y="6491"/>
                </a:lnTo>
                <a:lnTo>
                  <a:pt x="2775" y="6136"/>
                </a:lnTo>
                <a:lnTo>
                  <a:pt x="2783" y="6129"/>
                </a:lnTo>
                <a:lnTo>
                  <a:pt x="2817" y="6103"/>
                </a:lnTo>
                <a:lnTo>
                  <a:pt x="2825" y="6097"/>
                </a:lnTo>
                <a:lnTo>
                  <a:pt x="3279" y="5779"/>
                </a:lnTo>
                <a:lnTo>
                  <a:pt x="3286" y="5775"/>
                </a:lnTo>
                <a:lnTo>
                  <a:pt x="3319" y="5753"/>
                </a:lnTo>
                <a:lnTo>
                  <a:pt x="3327" y="5749"/>
                </a:lnTo>
                <a:lnTo>
                  <a:pt x="3830" y="5452"/>
                </a:lnTo>
                <a:lnTo>
                  <a:pt x="3833" y="5450"/>
                </a:lnTo>
                <a:lnTo>
                  <a:pt x="3849" y="5441"/>
                </a:lnTo>
                <a:lnTo>
                  <a:pt x="3852" y="5439"/>
                </a:lnTo>
                <a:lnTo>
                  <a:pt x="4409" y="5135"/>
                </a:lnTo>
                <a:lnTo>
                  <a:pt x="4413" y="5133"/>
                </a:lnTo>
                <a:lnTo>
                  <a:pt x="4430" y="5124"/>
                </a:lnTo>
                <a:lnTo>
                  <a:pt x="4434" y="5122"/>
                </a:lnTo>
                <a:lnTo>
                  <a:pt x="5025" y="4826"/>
                </a:lnTo>
                <a:lnTo>
                  <a:pt x="5029" y="4824"/>
                </a:lnTo>
                <a:lnTo>
                  <a:pt x="5050" y="4814"/>
                </a:lnTo>
                <a:lnTo>
                  <a:pt x="5054" y="4812"/>
                </a:lnTo>
                <a:lnTo>
                  <a:pt x="5661" y="4538"/>
                </a:lnTo>
                <a:lnTo>
                  <a:pt x="5666" y="4536"/>
                </a:lnTo>
                <a:lnTo>
                  <a:pt x="5694" y="4524"/>
                </a:lnTo>
                <a:lnTo>
                  <a:pt x="5699" y="4522"/>
                </a:lnTo>
                <a:lnTo>
                  <a:pt x="6304" y="4285"/>
                </a:lnTo>
                <a:lnTo>
                  <a:pt x="6310" y="4282"/>
                </a:lnTo>
                <a:lnTo>
                  <a:pt x="6349" y="4268"/>
                </a:lnTo>
                <a:lnTo>
                  <a:pt x="6356" y="4266"/>
                </a:lnTo>
                <a:lnTo>
                  <a:pt x="6939" y="4080"/>
                </a:lnTo>
                <a:lnTo>
                  <a:pt x="6947" y="4077"/>
                </a:lnTo>
                <a:lnTo>
                  <a:pt x="6997" y="4063"/>
                </a:lnTo>
                <a:lnTo>
                  <a:pt x="7005" y="4061"/>
                </a:lnTo>
                <a:lnTo>
                  <a:pt x="7575" y="3927"/>
                </a:lnTo>
                <a:lnTo>
                  <a:pt x="7582" y="3925"/>
                </a:lnTo>
                <a:lnTo>
                  <a:pt x="7629" y="3916"/>
                </a:lnTo>
                <a:lnTo>
                  <a:pt x="7636" y="3914"/>
                </a:lnTo>
                <a:lnTo>
                  <a:pt x="8209" y="3820"/>
                </a:lnTo>
                <a:lnTo>
                  <a:pt x="8215" y="3819"/>
                </a:lnTo>
                <a:lnTo>
                  <a:pt x="8259" y="3813"/>
                </a:lnTo>
                <a:lnTo>
                  <a:pt x="8266" y="3813"/>
                </a:lnTo>
                <a:lnTo>
                  <a:pt x="8836" y="3755"/>
                </a:lnTo>
                <a:lnTo>
                  <a:pt x="8842" y="3755"/>
                </a:lnTo>
                <a:lnTo>
                  <a:pt x="8883" y="3752"/>
                </a:lnTo>
                <a:lnTo>
                  <a:pt x="8889" y="3751"/>
                </a:lnTo>
                <a:lnTo>
                  <a:pt x="9451" y="3727"/>
                </a:lnTo>
                <a:lnTo>
                  <a:pt x="9456" y="3726"/>
                </a:lnTo>
                <a:lnTo>
                  <a:pt x="9494" y="3726"/>
                </a:lnTo>
                <a:lnTo>
                  <a:pt x="9500" y="3726"/>
                </a:lnTo>
                <a:lnTo>
                  <a:pt x="10000" y="3729"/>
                </a:lnTo>
                <a:lnTo>
                  <a:pt x="9766" y="323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732754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8" name="!!Leucocitos"/>
          <p:cNvGrpSpPr/>
          <p:nvPr/>
        </p:nvGrpSpPr>
        <p:grpSpPr>
          <a:xfrm>
            <a:off x="5054072" y="2708087"/>
            <a:ext cx="3479475" cy="683331"/>
            <a:chOff x="5054072" y="2708087"/>
            <a:chExt cx="3479475" cy="683331"/>
          </a:xfrm>
        </p:grpSpPr>
        <p:sp>
          <p:nvSpPr>
            <p:cNvPr id="69" name="Forma 68"/>
            <p:cNvSpPr/>
            <p:nvPr/>
          </p:nvSpPr>
          <p:spPr>
            <a:xfrm>
              <a:off x="5054072" y="2708087"/>
              <a:ext cx="3479475" cy="683331"/>
            </a:xfrm>
            <a:custGeom>
              <a:avLst/>
              <a:gdLst/>
              <a:ahLst/>
              <a:cxnLst/>
              <a:rect l="0" t="0" r="r" b="b"/>
              <a:pathLst>
                <a:path w="9060" h="1590">
                  <a:moveTo>
                    <a:pt x="3060" y="400"/>
                  </a:moveTo>
                  <a:cubicBezTo>
                    <a:pt x="3060" y="460"/>
                    <a:pt x="3010" y="510"/>
                    <a:pt x="2950" y="510"/>
                  </a:cubicBezTo>
                  <a:cubicBezTo>
                    <a:pt x="2889" y="510"/>
                    <a:pt x="2840" y="460"/>
                    <a:pt x="2840" y="400"/>
                  </a:cubicBezTo>
                  <a:cubicBezTo>
                    <a:pt x="2840" y="339"/>
                    <a:pt x="2889" y="290"/>
                    <a:pt x="2950" y="290"/>
                  </a:cubicBezTo>
                  <a:cubicBezTo>
                    <a:pt x="3010" y="290"/>
                    <a:pt x="3060" y="339"/>
                    <a:pt x="3060" y="40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490" y="1390"/>
                  </a:moveTo>
                  <a:cubicBezTo>
                    <a:pt x="490" y="1450"/>
                    <a:pt x="440" y="1500"/>
                    <a:pt x="380" y="1500"/>
                  </a:cubicBezTo>
                  <a:cubicBezTo>
                    <a:pt x="319" y="1500"/>
                    <a:pt x="270" y="1450"/>
                    <a:pt x="270" y="1390"/>
                  </a:cubicBezTo>
                  <a:cubicBezTo>
                    <a:pt x="270" y="1329"/>
                    <a:pt x="319" y="1280"/>
                    <a:pt x="380" y="1280"/>
                  </a:cubicBezTo>
                  <a:cubicBezTo>
                    <a:pt x="440" y="1280"/>
                    <a:pt x="490" y="1329"/>
                    <a:pt x="490" y="1390"/>
                  </a:cubicBezTo>
                  <a:close/>
                  <a:moveTo>
                    <a:pt x="710" y="950"/>
                  </a:moveTo>
                  <a:cubicBezTo>
                    <a:pt x="710" y="1010"/>
                    <a:pt x="660" y="1060"/>
                    <a:pt x="600" y="1060"/>
                  </a:cubicBezTo>
                  <a:cubicBezTo>
                    <a:pt x="539" y="1060"/>
                    <a:pt x="490" y="1010"/>
                    <a:pt x="490" y="950"/>
                  </a:cubicBezTo>
                  <a:cubicBezTo>
                    <a:pt x="490" y="889"/>
                    <a:pt x="539" y="840"/>
                    <a:pt x="600" y="840"/>
                  </a:cubicBezTo>
                  <a:cubicBezTo>
                    <a:pt x="660" y="840"/>
                    <a:pt x="710" y="889"/>
                    <a:pt x="710" y="950"/>
                  </a:cubicBezTo>
                  <a:close/>
                  <a:moveTo>
                    <a:pt x="5710" y="160"/>
                  </a:moveTo>
                  <a:cubicBezTo>
                    <a:pt x="5710" y="220"/>
                    <a:pt x="5660" y="270"/>
                    <a:pt x="5600" y="270"/>
                  </a:cubicBezTo>
                  <a:cubicBezTo>
                    <a:pt x="5539" y="270"/>
                    <a:pt x="5490" y="220"/>
                    <a:pt x="5490" y="160"/>
                  </a:cubicBezTo>
                  <a:cubicBezTo>
                    <a:pt x="5490" y="99"/>
                    <a:pt x="5539" y="50"/>
                    <a:pt x="5600" y="50"/>
                  </a:cubicBezTo>
                  <a:cubicBezTo>
                    <a:pt x="5660" y="50"/>
                    <a:pt x="5710" y="99"/>
                    <a:pt x="5710" y="160"/>
                  </a:cubicBezTo>
                  <a:close/>
                  <a:moveTo>
                    <a:pt x="9060" y="1310"/>
                  </a:moveTo>
                  <a:cubicBezTo>
                    <a:pt x="9060" y="1370"/>
                    <a:pt x="9010" y="1420"/>
                    <a:pt x="8950" y="1420"/>
                  </a:cubicBezTo>
                  <a:cubicBezTo>
                    <a:pt x="8889" y="1420"/>
                    <a:pt x="8840" y="1370"/>
                    <a:pt x="8840" y="1310"/>
                  </a:cubicBezTo>
                  <a:cubicBezTo>
                    <a:pt x="8840" y="1249"/>
                    <a:pt x="8889" y="1200"/>
                    <a:pt x="8950" y="1200"/>
                  </a:cubicBezTo>
                  <a:cubicBezTo>
                    <a:pt x="9010" y="1200"/>
                    <a:pt x="9060" y="1249"/>
                    <a:pt x="9060" y="1310"/>
                  </a:cubicBezTo>
                  <a:close/>
                  <a:moveTo>
                    <a:pt x="1940" y="110"/>
                  </a:moveTo>
                  <a:cubicBezTo>
                    <a:pt x="1940" y="170"/>
                    <a:pt x="1890" y="220"/>
                    <a:pt x="1830" y="220"/>
                  </a:cubicBezTo>
                  <a:cubicBezTo>
                    <a:pt x="1769" y="220"/>
                    <a:pt x="1720" y="170"/>
                    <a:pt x="1720" y="110"/>
                  </a:cubicBezTo>
                  <a:cubicBezTo>
                    <a:pt x="1720" y="49"/>
                    <a:pt x="1769" y="0"/>
                    <a:pt x="1830" y="0"/>
                  </a:cubicBezTo>
                  <a:cubicBezTo>
                    <a:pt x="1890" y="0"/>
                    <a:pt x="1940" y="49"/>
                    <a:pt x="1940" y="110"/>
                  </a:cubicBezTo>
                  <a:close/>
                  <a:moveTo>
                    <a:pt x="630" y="1130"/>
                  </a:moveTo>
                  <a:cubicBezTo>
                    <a:pt x="630" y="1190"/>
                    <a:pt x="580" y="1240"/>
                    <a:pt x="520" y="1240"/>
                  </a:cubicBezTo>
                  <a:cubicBezTo>
                    <a:pt x="459" y="1240"/>
                    <a:pt x="410" y="1190"/>
                    <a:pt x="410" y="1130"/>
                  </a:cubicBezTo>
                  <a:cubicBezTo>
                    <a:pt x="410" y="1069"/>
                    <a:pt x="459" y="1020"/>
                    <a:pt x="520" y="1020"/>
                  </a:cubicBezTo>
                  <a:cubicBezTo>
                    <a:pt x="580" y="1020"/>
                    <a:pt x="630" y="1069"/>
                    <a:pt x="630" y="1130"/>
                  </a:cubicBezTo>
                  <a:close/>
                  <a:moveTo>
                    <a:pt x="4030" y="190"/>
                  </a:moveTo>
                  <a:cubicBezTo>
                    <a:pt x="4030" y="250"/>
                    <a:pt x="3980" y="300"/>
                    <a:pt x="3920" y="300"/>
                  </a:cubicBezTo>
                  <a:cubicBezTo>
                    <a:pt x="3859" y="300"/>
                    <a:pt x="3810" y="250"/>
                    <a:pt x="3810" y="190"/>
                  </a:cubicBezTo>
                  <a:cubicBezTo>
                    <a:pt x="3810" y="129"/>
                    <a:pt x="3859" y="80"/>
                    <a:pt x="3920" y="80"/>
                  </a:cubicBezTo>
                  <a:cubicBezTo>
                    <a:pt x="3980" y="80"/>
                    <a:pt x="4030" y="129"/>
                    <a:pt x="4030" y="190"/>
                  </a:cubicBezTo>
                  <a:close/>
                  <a:moveTo>
                    <a:pt x="2210" y="250"/>
                  </a:moveTo>
                  <a:cubicBezTo>
                    <a:pt x="2210" y="310"/>
                    <a:pt x="2160" y="360"/>
                    <a:pt x="2100" y="360"/>
                  </a:cubicBezTo>
                  <a:cubicBezTo>
                    <a:pt x="2039" y="360"/>
                    <a:pt x="1990" y="310"/>
                    <a:pt x="1990" y="250"/>
                  </a:cubicBezTo>
                  <a:cubicBezTo>
                    <a:pt x="1990" y="189"/>
                    <a:pt x="2039" y="140"/>
                    <a:pt x="2100" y="140"/>
                  </a:cubicBezTo>
                  <a:cubicBezTo>
                    <a:pt x="2160" y="140"/>
                    <a:pt x="2210" y="189"/>
                    <a:pt x="2210" y="250"/>
                  </a:cubicBezTo>
                  <a:close/>
                  <a:moveTo>
                    <a:pt x="5390" y="1100"/>
                  </a:moveTo>
                  <a:cubicBezTo>
                    <a:pt x="5390" y="1160"/>
                    <a:pt x="5340" y="1210"/>
                    <a:pt x="5280" y="1210"/>
                  </a:cubicBezTo>
                  <a:cubicBezTo>
                    <a:pt x="5219" y="1210"/>
                    <a:pt x="5170" y="1160"/>
                    <a:pt x="5170" y="1100"/>
                  </a:cubicBezTo>
                  <a:cubicBezTo>
                    <a:pt x="5170" y="1039"/>
                    <a:pt x="5219" y="990"/>
                    <a:pt x="5280" y="990"/>
                  </a:cubicBezTo>
                  <a:cubicBezTo>
                    <a:pt x="5340" y="990"/>
                    <a:pt x="5390" y="1039"/>
                    <a:pt x="5390" y="1100"/>
                  </a:cubicBezTo>
                  <a:close/>
                  <a:moveTo>
                    <a:pt x="350" y="1460"/>
                  </a:moveTo>
                  <a:cubicBezTo>
                    <a:pt x="350" y="1520"/>
                    <a:pt x="300" y="1570"/>
                    <a:pt x="240" y="1570"/>
                  </a:cubicBezTo>
                  <a:cubicBezTo>
                    <a:pt x="179" y="1570"/>
                    <a:pt x="130" y="1520"/>
                    <a:pt x="130" y="1460"/>
                  </a:cubicBezTo>
                  <a:cubicBezTo>
                    <a:pt x="130" y="1399"/>
                    <a:pt x="179" y="1350"/>
                    <a:pt x="240" y="1350"/>
                  </a:cubicBezTo>
                  <a:cubicBezTo>
                    <a:pt x="300" y="1350"/>
                    <a:pt x="350" y="1399"/>
                    <a:pt x="350" y="1460"/>
                  </a:cubicBezTo>
                  <a:close/>
                  <a:moveTo>
                    <a:pt x="1010" y="590"/>
                  </a:moveTo>
                  <a:cubicBezTo>
                    <a:pt x="1010" y="650"/>
                    <a:pt x="960" y="700"/>
                    <a:pt x="900" y="700"/>
                  </a:cubicBezTo>
                  <a:cubicBezTo>
                    <a:pt x="839" y="700"/>
                    <a:pt x="790" y="650"/>
                    <a:pt x="790" y="590"/>
                  </a:cubicBezTo>
                  <a:cubicBezTo>
                    <a:pt x="790" y="529"/>
                    <a:pt x="839" y="480"/>
                    <a:pt x="900" y="480"/>
                  </a:cubicBezTo>
                  <a:cubicBezTo>
                    <a:pt x="960" y="480"/>
                    <a:pt x="1010" y="529"/>
                    <a:pt x="1010" y="590"/>
                  </a:cubicBezTo>
                  <a:close/>
                  <a:moveTo>
                    <a:pt x="6200" y="170"/>
                  </a:moveTo>
                  <a:cubicBezTo>
                    <a:pt x="6200" y="230"/>
                    <a:pt x="6150" y="280"/>
                    <a:pt x="6090" y="280"/>
                  </a:cubicBezTo>
                  <a:cubicBezTo>
                    <a:pt x="6029" y="280"/>
                    <a:pt x="5980" y="230"/>
                    <a:pt x="5980" y="170"/>
                  </a:cubicBezTo>
                  <a:cubicBezTo>
                    <a:pt x="5980" y="109"/>
                    <a:pt x="6029" y="60"/>
                    <a:pt x="6090" y="60"/>
                  </a:cubicBezTo>
                  <a:cubicBezTo>
                    <a:pt x="6150" y="60"/>
                    <a:pt x="6200" y="109"/>
                    <a:pt x="6200" y="170"/>
                  </a:cubicBezTo>
                  <a:close/>
                  <a:moveTo>
                    <a:pt x="5650" y="1030"/>
                  </a:moveTo>
                  <a:cubicBezTo>
                    <a:pt x="5650" y="1090"/>
                    <a:pt x="5600" y="1140"/>
                    <a:pt x="5540" y="1140"/>
                  </a:cubicBezTo>
                  <a:cubicBezTo>
                    <a:pt x="5479" y="1140"/>
                    <a:pt x="5430" y="1090"/>
                    <a:pt x="5430" y="1030"/>
                  </a:cubicBezTo>
                  <a:cubicBezTo>
                    <a:pt x="5430" y="969"/>
                    <a:pt x="5479" y="920"/>
                    <a:pt x="5540" y="920"/>
                  </a:cubicBezTo>
                  <a:cubicBezTo>
                    <a:pt x="5600" y="920"/>
                    <a:pt x="5650" y="969"/>
                    <a:pt x="5650" y="1030"/>
                  </a:cubicBezTo>
                  <a:close/>
                  <a:moveTo>
                    <a:pt x="250" y="580"/>
                  </a:moveTo>
                  <a:cubicBezTo>
                    <a:pt x="250" y="640"/>
                    <a:pt x="200" y="690"/>
                    <a:pt x="140" y="690"/>
                  </a:cubicBezTo>
                  <a:cubicBezTo>
                    <a:pt x="79" y="690"/>
                    <a:pt x="30" y="640"/>
                    <a:pt x="30" y="580"/>
                  </a:cubicBezTo>
                  <a:cubicBezTo>
                    <a:pt x="30" y="519"/>
                    <a:pt x="79" y="470"/>
                    <a:pt x="140" y="470"/>
                  </a:cubicBezTo>
                  <a:cubicBezTo>
                    <a:pt x="200" y="470"/>
                    <a:pt x="250" y="519"/>
                    <a:pt x="250" y="580"/>
                  </a:cubicBezTo>
                  <a:close/>
                  <a:moveTo>
                    <a:pt x="220" y="1440"/>
                  </a:moveTo>
                  <a:cubicBezTo>
                    <a:pt x="220" y="1500"/>
                    <a:pt x="170" y="1550"/>
                    <a:pt x="110" y="1550"/>
                  </a:cubicBezTo>
                  <a:cubicBezTo>
                    <a:pt x="49" y="1550"/>
                    <a:pt x="0" y="1500"/>
                    <a:pt x="0" y="1440"/>
                  </a:cubicBezTo>
                  <a:cubicBezTo>
                    <a:pt x="0" y="1379"/>
                    <a:pt x="49" y="1330"/>
                    <a:pt x="110" y="1330"/>
                  </a:cubicBezTo>
                  <a:cubicBezTo>
                    <a:pt x="170" y="1330"/>
                    <a:pt x="220" y="1379"/>
                    <a:pt x="220" y="1440"/>
                  </a:cubicBezTo>
                  <a:close/>
                  <a:moveTo>
                    <a:pt x="8540" y="360"/>
                  </a:moveTo>
                  <a:cubicBezTo>
                    <a:pt x="8540" y="420"/>
                    <a:pt x="8490" y="470"/>
                    <a:pt x="8430" y="470"/>
                  </a:cubicBezTo>
                  <a:cubicBezTo>
                    <a:pt x="8369" y="470"/>
                    <a:pt x="8320" y="420"/>
                    <a:pt x="8320" y="360"/>
                  </a:cubicBezTo>
                  <a:cubicBezTo>
                    <a:pt x="8320" y="299"/>
                    <a:pt x="8369" y="250"/>
                    <a:pt x="8430" y="250"/>
                  </a:cubicBezTo>
                  <a:cubicBezTo>
                    <a:pt x="8490" y="250"/>
                    <a:pt x="8540" y="299"/>
                    <a:pt x="8540" y="360"/>
                  </a:cubicBezTo>
                  <a:close/>
                  <a:moveTo>
                    <a:pt x="2710" y="1090"/>
                  </a:moveTo>
                  <a:cubicBezTo>
                    <a:pt x="2710" y="1150"/>
                    <a:pt x="2660" y="1200"/>
                    <a:pt x="2600" y="1200"/>
                  </a:cubicBezTo>
                  <a:cubicBezTo>
                    <a:pt x="2539" y="1200"/>
                    <a:pt x="2490" y="1150"/>
                    <a:pt x="2490" y="1090"/>
                  </a:cubicBezTo>
                  <a:cubicBezTo>
                    <a:pt x="2490" y="1029"/>
                    <a:pt x="2539" y="980"/>
                    <a:pt x="2600" y="980"/>
                  </a:cubicBezTo>
                  <a:cubicBezTo>
                    <a:pt x="2660" y="980"/>
                    <a:pt x="2710" y="1029"/>
                    <a:pt x="2710" y="1090"/>
                  </a:cubicBezTo>
                  <a:close/>
                  <a:moveTo>
                    <a:pt x="1220" y="1400"/>
                  </a:moveTo>
                  <a:cubicBezTo>
                    <a:pt x="1220" y="1460"/>
                    <a:pt x="1170" y="1510"/>
                    <a:pt x="1110" y="1510"/>
                  </a:cubicBezTo>
                  <a:cubicBezTo>
                    <a:pt x="1049" y="1510"/>
                    <a:pt x="1000" y="1460"/>
                    <a:pt x="1000" y="1400"/>
                  </a:cubicBezTo>
                  <a:cubicBezTo>
                    <a:pt x="1000" y="1339"/>
                    <a:pt x="1049" y="1290"/>
                    <a:pt x="1110" y="1290"/>
                  </a:cubicBezTo>
                  <a:cubicBezTo>
                    <a:pt x="1170" y="1290"/>
                    <a:pt x="1220" y="1339"/>
                    <a:pt x="1220" y="1400"/>
                  </a:cubicBezTo>
                  <a:close/>
                  <a:moveTo>
                    <a:pt x="950" y="1480"/>
                  </a:moveTo>
                  <a:cubicBezTo>
                    <a:pt x="950" y="1540"/>
                    <a:pt x="900" y="1590"/>
                    <a:pt x="840" y="1590"/>
                  </a:cubicBezTo>
                  <a:cubicBezTo>
                    <a:pt x="779" y="1590"/>
                    <a:pt x="730" y="1540"/>
                    <a:pt x="730" y="1480"/>
                  </a:cubicBezTo>
                  <a:cubicBezTo>
                    <a:pt x="730" y="1419"/>
                    <a:pt x="779" y="1370"/>
                    <a:pt x="840" y="1370"/>
                  </a:cubicBezTo>
                  <a:cubicBezTo>
                    <a:pt x="900" y="1370"/>
                    <a:pt x="950" y="1419"/>
                    <a:pt x="950" y="1480"/>
                  </a:cubicBezTo>
                  <a:close/>
                  <a:moveTo>
                    <a:pt x="2900" y="1450"/>
                  </a:moveTo>
                  <a:cubicBezTo>
                    <a:pt x="2900" y="1510"/>
                    <a:pt x="2850" y="1560"/>
                    <a:pt x="2790" y="1560"/>
                  </a:cubicBezTo>
                  <a:cubicBezTo>
                    <a:pt x="2729" y="1560"/>
                    <a:pt x="2680" y="1510"/>
                    <a:pt x="2680" y="1450"/>
                  </a:cubicBezTo>
                  <a:cubicBezTo>
                    <a:pt x="2680" y="1389"/>
                    <a:pt x="2729" y="1340"/>
                    <a:pt x="2790" y="1340"/>
                  </a:cubicBezTo>
                  <a:cubicBezTo>
                    <a:pt x="2850" y="1340"/>
                    <a:pt x="2900" y="1389"/>
                    <a:pt x="2900" y="1450"/>
                  </a:cubicBezTo>
                  <a:close/>
                  <a:moveTo>
                    <a:pt x="8100" y="480"/>
                  </a:moveTo>
                  <a:cubicBezTo>
                    <a:pt x="8100" y="540"/>
                    <a:pt x="8050" y="590"/>
                    <a:pt x="7990" y="590"/>
                  </a:cubicBezTo>
                  <a:cubicBezTo>
                    <a:pt x="7929" y="590"/>
                    <a:pt x="7880" y="540"/>
                    <a:pt x="7880" y="480"/>
                  </a:cubicBezTo>
                  <a:cubicBezTo>
                    <a:pt x="7880" y="419"/>
                    <a:pt x="7929" y="370"/>
                    <a:pt x="7990" y="370"/>
                  </a:cubicBezTo>
                  <a:cubicBezTo>
                    <a:pt x="8050" y="370"/>
                    <a:pt x="8100" y="419"/>
                    <a:pt x="8100" y="480"/>
                  </a:cubicBezTo>
                  <a:close/>
                  <a:moveTo>
                    <a:pt x="800" y="1480"/>
                  </a:moveTo>
                  <a:cubicBezTo>
                    <a:pt x="800" y="1540"/>
                    <a:pt x="750" y="1590"/>
                    <a:pt x="690" y="1590"/>
                  </a:cubicBezTo>
                  <a:cubicBezTo>
                    <a:pt x="629" y="1590"/>
                    <a:pt x="580" y="1540"/>
                    <a:pt x="580" y="1480"/>
                  </a:cubicBezTo>
                  <a:cubicBezTo>
                    <a:pt x="580" y="1419"/>
                    <a:pt x="629" y="1370"/>
                    <a:pt x="690" y="1370"/>
                  </a:cubicBezTo>
                  <a:cubicBezTo>
                    <a:pt x="750" y="1370"/>
                    <a:pt x="800" y="1419"/>
                    <a:pt x="800" y="1480"/>
                  </a:cubicBezTo>
                  <a:close/>
                  <a:moveTo>
                    <a:pt x="6290" y="500"/>
                  </a:moveTo>
                  <a:cubicBezTo>
                    <a:pt x="6290" y="560"/>
                    <a:pt x="6240" y="610"/>
                    <a:pt x="6180" y="610"/>
                  </a:cubicBezTo>
                  <a:cubicBezTo>
                    <a:pt x="6119" y="610"/>
                    <a:pt x="6070" y="560"/>
                    <a:pt x="6070" y="500"/>
                  </a:cubicBezTo>
                  <a:cubicBezTo>
                    <a:pt x="6070" y="439"/>
                    <a:pt x="6119" y="390"/>
                    <a:pt x="6180" y="390"/>
                  </a:cubicBezTo>
                  <a:cubicBezTo>
                    <a:pt x="6240" y="390"/>
                    <a:pt x="6290" y="439"/>
                    <a:pt x="6290" y="500"/>
                  </a:cubicBezTo>
                  <a:close/>
                  <a:moveTo>
                    <a:pt x="3560" y="260"/>
                  </a:moveTo>
                  <a:cubicBezTo>
                    <a:pt x="3560" y="320"/>
                    <a:pt x="3510" y="370"/>
                    <a:pt x="3450" y="370"/>
                  </a:cubicBezTo>
                  <a:cubicBezTo>
                    <a:pt x="3389" y="370"/>
                    <a:pt x="3340" y="320"/>
                    <a:pt x="3340" y="260"/>
                  </a:cubicBezTo>
                  <a:cubicBezTo>
                    <a:pt x="3340" y="199"/>
                    <a:pt x="3389" y="150"/>
                    <a:pt x="3450" y="150"/>
                  </a:cubicBezTo>
                  <a:cubicBezTo>
                    <a:pt x="3510" y="150"/>
                    <a:pt x="3560" y="199"/>
                    <a:pt x="3560" y="260"/>
                  </a:cubicBezTo>
                  <a:close/>
                  <a:moveTo>
                    <a:pt x="5350" y="180"/>
                  </a:moveTo>
                  <a:cubicBezTo>
                    <a:pt x="5350" y="240"/>
                    <a:pt x="5300" y="290"/>
                    <a:pt x="5240" y="290"/>
                  </a:cubicBezTo>
                  <a:cubicBezTo>
                    <a:pt x="5179" y="290"/>
                    <a:pt x="5130" y="240"/>
                    <a:pt x="5130" y="180"/>
                  </a:cubicBezTo>
                  <a:cubicBezTo>
                    <a:pt x="5130" y="119"/>
                    <a:pt x="5179" y="70"/>
                    <a:pt x="5240" y="70"/>
                  </a:cubicBezTo>
                  <a:cubicBezTo>
                    <a:pt x="5300" y="70"/>
                    <a:pt x="5350" y="119"/>
                    <a:pt x="5350" y="180"/>
                  </a:cubicBezTo>
                  <a:close/>
                  <a:moveTo>
                    <a:pt x="5520" y="170"/>
                  </a:moveTo>
                  <a:cubicBezTo>
                    <a:pt x="5520" y="230"/>
                    <a:pt x="5470" y="280"/>
                    <a:pt x="5410" y="280"/>
                  </a:cubicBezTo>
                  <a:cubicBezTo>
                    <a:pt x="5349" y="280"/>
                    <a:pt x="5300" y="230"/>
                    <a:pt x="5300" y="170"/>
                  </a:cubicBezTo>
                  <a:cubicBezTo>
                    <a:pt x="5300" y="109"/>
                    <a:pt x="5349" y="60"/>
                    <a:pt x="5410" y="60"/>
                  </a:cubicBezTo>
                  <a:cubicBezTo>
                    <a:pt x="5470" y="60"/>
                    <a:pt x="5520" y="109"/>
                    <a:pt x="5520" y="170"/>
                  </a:cubicBezTo>
                  <a:close/>
                  <a:moveTo>
                    <a:pt x="6080" y="540"/>
                  </a:moveTo>
                  <a:cubicBezTo>
                    <a:pt x="6080" y="600"/>
                    <a:pt x="6030" y="650"/>
                    <a:pt x="5970" y="650"/>
                  </a:cubicBezTo>
                  <a:cubicBezTo>
                    <a:pt x="5909" y="650"/>
                    <a:pt x="5860" y="600"/>
                    <a:pt x="5860" y="540"/>
                  </a:cubicBezTo>
                  <a:cubicBezTo>
                    <a:pt x="5860" y="479"/>
                    <a:pt x="5909" y="430"/>
                    <a:pt x="5970" y="430"/>
                  </a:cubicBezTo>
                  <a:cubicBezTo>
                    <a:pt x="6030" y="430"/>
                    <a:pt x="6080" y="479"/>
                    <a:pt x="6080" y="540"/>
                  </a:cubicBezTo>
                  <a:close/>
                  <a:moveTo>
                    <a:pt x="4830" y="1380"/>
                  </a:moveTo>
                  <a:cubicBezTo>
                    <a:pt x="4830" y="1440"/>
                    <a:pt x="4780" y="1490"/>
                    <a:pt x="4720" y="1490"/>
                  </a:cubicBezTo>
                  <a:cubicBezTo>
                    <a:pt x="4659" y="1490"/>
                    <a:pt x="4610" y="1440"/>
                    <a:pt x="4610" y="1380"/>
                  </a:cubicBezTo>
                  <a:cubicBezTo>
                    <a:pt x="4610" y="1319"/>
                    <a:pt x="4659" y="1270"/>
                    <a:pt x="4720" y="1270"/>
                  </a:cubicBezTo>
                  <a:cubicBezTo>
                    <a:pt x="4780" y="1270"/>
                    <a:pt x="4830" y="1319"/>
                    <a:pt x="4830" y="1380"/>
                  </a:cubicBezTo>
                  <a:close/>
                  <a:moveTo>
                    <a:pt x="4120" y="820"/>
                  </a:moveTo>
                  <a:cubicBezTo>
                    <a:pt x="4120" y="880"/>
                    <a:pt x="4070" y="930"/>
                    <a:pt x="4010" y="930"/>
                  </a:cubicBezTo>
                  <a:cubicBezTo>
                    <a:pt x="3949" y="930"/>
                    <a:pt x="3900" y="880"/>
                    <a:pt x="3900" y="820"/>
                  </a:cubicBezTo>
                  <a:cubicBezTo>
                    <a:pt x="3900" y="759"/>
                    <a:pt x="3949" y="710"/>
                    <a:pt x="4010" y="710"/>
                  </a:cubicBezTo>
                  <a:cubicBezTo>
                    <a:pt x="4070" y="710"/>
                    <a:pt x="4120" y="759"/>
                    <a:pt x="4120" y="820"/>
                  </a:cubicBezTo>
                  <a:close/>
                  <a:moveTo>
                    <a:pt x="4510" y="1180"/>
                  </a:moveTo>
                  <a:cubicBezTo>
                    <a:pt x="4510" y="1240"/>
                    <a:pt x="4460" y="1290"/>
                    <a:pt x="4400" y="1290"/>
                  </a:cubicBezTo>
                  <a:cubicBezTo>
                    <a:pt x="4339" y="1290"/>
                    <a:pt x="4290" y="1240"/>
                    <a:pt x="4290" y="1180"/>
                  </a:cubicBezTo>
                  <a:cubicBezTo>
                    <a:pt x="4290" y="1119"/>
                    <a:pt x="4339" y="1070"/>
                    <a:pt x="4400" y="1070"/>
                  </a:cubicBezTo>
                  <a:cubicBezTo>
                    <a:pt x="4460" y="1070"/>
                    <a:pt x="4510" y="1119"/>
                    <a:pt x="4510" y="1180"/>
                  </a:cubicBezTo>
                  <a:close/>
                  <a:moveTo>
                    <a:pt x="3450" y="780"/>
                  </a:moveTo>
                  <a:cubicBezTo>
                    <a:pt x="3450" y="840"/>
                    <a:pt x="3400" y="890"/>
                    <a:pt x="3340" y="890"/>
                  </a:cubicBezTo>
                  <a:cubicBezTo>
                    <a:pt x="3279" y="890"/>
                    <a:pt x="3230" y="840"/>
                    <a:pt x="3230" y="780"/>
                  </a:cubicBezTo>
                  <a:cubicBezTo>
                    <a:pt x="3230" y="719"/>
                    <a:pt x="3279" y="670"/>
                    <a:pt x="3340" y="670"/>
                  </a:cubicBezTo>
                  <a:cubicBezTo>
                    <a:pt x="3400" y="670"/>
                    <a:pt x="3450" y="719"/>
                    <a:pt x="3450" y="780"/>
                  </a:cubicBezTo>
                  <a:close/>
                  <a:moveTo>
                    <a:pt x="2290" y="480"/>
                  </a:moveTo>
                  <a:cubicBezTo>
                    <a:pt x="2290" y="540"/>
                    <a:pt x="2240" y="590"/>
                    <a:pt x="2180" y="590"/>
                  </a:cubicBezTo>
                  <a:cubicBezTo>
                    <a:pt x="2119" y="590"/>
                    <a:pt x="2070" y="540"/>
                    <a:pt x="2070" y="480"/>
                  </a:cubicBezTo>
                  <a:cubicBezTo>
                    <a:pt x="2070" y="419"/>
                    <a:pt x="2119" y="370"/>
                    <a:pt x="2180" y="370"/>
                  </a:cubicBezTo>
                  <a:cubicBezTo>
                    <a:pt x="2240" y="370"/>
                    <a:pt x="2290" y="419"/>
                    <a:pt x="2290" y="480"/>
                  </a:cubicBezTo>
                  <a:close/>
                  <a:moveTo>
                    <a:pt x="6900" y="640"/>
                  </a:moveTo>
                  <a:cubicBezTo>
                    <a:pt x="6900" y="700"/>
                    <a:pt x="6850" y="750"/>
                    <a:pt x="6790" y="750"/>
                  </a:cubicBezTo>
                  <a:cubicBezTo>
                    <a:pt x="6729" y="750"/>
                    <a:pt x="6680" y="700"/>
                    <a:pt x="6680" y="640"/>
                  </a:cubicBezTo>
                  <a:cubicBezTo>
                    <a:pt x="6680" y="579"/>
                    <a:pt x="6729" y="530"/>
                    <a:pt x="6790" y="530"/>
                  </a:cubicBezTo>
                  <a:cubicBezTo>
                    <a:pt x="6850" y="530"/>
                    <a:pt x="6900" y="579"/>
                    <a:pt x="6900" y="640"/>
                  </a:cubicBezTo>
                  <a:close/>
                  <a:moveTo>
                    <a:pt x="580" y="780"/>
                  </a:moveTo>
                  <a:cubicBezTo>
                    <a:pt x="580" y="840"/>
                    <a:pt x="530" y="890"/>
                    <a:pt x="470" y="890"/>
                  </a:cubicBezTo>
                  <a:cubicBezTo>
                    <a:pt x="409" y="890"/>
                    <a:pt x="360" y="840"/>
                    <a:pt x="360" y="780"/>
                  </a:cubicBezTo>
                  <a:cubicBezTo>
                    <a:pt x="360" y="719"/>
                    <a:pt x="409" y="670"/>
                    <a:pt x="470" y="670"/>
                  </a:cubicBezTo>
                  <a:cubicBezTo>
                    <a:pt x="530" y="670"/>
                    <a:pt x="580" y="719"/>
                    <a:pt x="580" y="780"/>
                  </a:cubicBezTo>
                  <a:close/>
                  <a:moveTo>
                    <a:pt x="5120" y="1280"/>
                  </a:moveTo>
                  <a:cubicBezTo>
                    <a:pt x="5120" y="1340"/>
                    <a:pt x="5070" y="1390"/>
                    <a:pt x="5010" y="1390"/>
                  </a:cubicBezTo>
                  <a:cubicBezTo>
                    <a:pt x="4949" y="1390"/>
                    <a:pt x="4900" y="1340"/>
                    <a:pt x="4900" y="1280"/>
                  </a:cubicBezTo>
                  <a:cubicBezTo>
                    <a:pt x="4900" y="1219"/>
                    <a:pt x="4949" y="1170"/>
                    <a:pt x="5010" y="1170"/>
                  </a:cubicBezTo>
                  <a:cubicBezTo>
                    <a:pt x="5070" y="1170"/>
                    <a:pt x="5120" y="1219"/>
                    <a:pt x="5120" y="1280"/>
                  </a:cubicBezTo>
                  <a:close/>
                  <a:moveTo>
                    <a:pt x="8710" y="890"/>
                  </a:moveTo>
                  <a:cubicBezTo>
                    <a:pt x="8710" y="950"/>
                    <a:pt x="8660" y="1000"/>
                    <a:pt x="8600" y="1000"/>
                  </a:cubicBezTo>
                  <a:cubicBezTo>
                    <a:pt x="8539" y="1000"/>
                    <a:pt x="8490" y="950"/>
                    <a:pt x="8490" y="890"/>
                  </a:cubicBezTo>
                  <a:cubicBezTo>
                    <a:pt x="8490" y="829"/>
                    <a:pt x="8539" y="780"/>
                    <a:pt x="8600" y="780"/>
                  </a:cubicBezTo>
                  <a:cubicBezTo>
                    <a:pt x="8660" y="780"/>
                    <a:pt x="8710" y="829"/>
                    <a:pt x="8710" y="890"/>
                  </a:cubicBezTo>
                  <a:close/>
                  <a:moveTo>
                    <a:pt x="7210" y="1160"/>
                  </a:moveTo>
                  <a:cubicBezTo>
                    <a:pt x="7210" y="1220"/>
                    <a:pt x="7160" y="1270"/>
                    <a:pt x="7100" y="1270"/>
                  </a:cubicBezTo>
                  <a:cubicBezTo>
                    <a:pt x="7039" y="1270"/>
                    <a:pt x="6990" y="1220"/>
                    <a:pt x="6990" y="1160"/>
                  </a:cubicBezTo>
                  <a:cubicBezTo>
                    <a:pt x="6990" y="1099"/>
                    <a:pt x="7039" y="1050"/>
                    <a:pt x="7100" y="1050"/>
                  </a:cubicBezTo>
                  <a:cubicBezTo>
                    <a:pt x="7160" y="1050"/>
                    <a:pt x="7210" y="1099"/>
                    <a:pt x="7210" y="1160"/>
                  </a:cubicBezTo>
                  <a:close/>
                  <a:moveTo>
                    <a:pt x="2690" y="200"/>
                  </a:moveTo>
                  <a:cubicBezTo>
                    <a:pt x="2690" y="260"/>
                    <a:pt x="2640" y="310"/>
                    <a:pt x="2580" y="310"/>
                  </a:cubicBezTo>
                  <a:cubicBezTo>
                    <a:pt x="2519" y="310"/>
                    <a:pt x="2470" y="260"/>
                    <a:pt x="2470" y="200"/>
                  </a:cubicBezTo>
                  <a:cubicBezTo>
                    <a:pt x="2470" y="139"/>
                    <a:pt x="2519" y="90"/>
                    <a:pt x="2580" y="90"/>
                  </a:cubicBezTo>
                  <a:cubicBezTo>
                    <a:pt x="2640" y="90"/>
                    <a:pt x="2690" y="139"/>
                    <a:pt x="2690" y="200"/>
                  </a:cubicBezTo>
                  <a:close/>
                  <a:moveTo>
                    <a:pt x="950" y="1330"/>
                  </a:moveTo>
                  <a:cubicBezTo>
                    <a:pt x="950" y="1390"/>
                    <a:pt x="900" y="1440"/>
                    <a:pt x="840" y="1440"/>
                  </a:cubicBezTo>
                  <a:cubicBezTo>
                    <a:pt x="779" y="1440"/>
                    <a:pt x="730" y="1390"/>
                    <a:pt x="730" y="1330"/>
                  </a:cubicBezTo>
                  <a:cubicBezTo>
                    <a:pt x="730" y="1269"/>
                    <a:pt x="779" y="1220"/>
                    <a:pt x="840" y="1220"/>
                  </a:cubicBezTo>
                  <a:cubicBezTo>
                    <a:pt x="900" y="1220"/>
                    <a:pt x="950" y="1269"/>
                    <a:pt x="950" y="1330"/>
                  </a:cubicBezTo>
                  <a:close/>
                  <a:moveTo>
                    <a:pt x="4030" y="440"/>
                  </a:moveTo>
                  <a:cubicBezTo>
                    <a:pt x="4030" y="500"/>
                    <a:pt x="3980" y="550"/>
                    <a:pt x="3920" y="550"/>
                  </a:cubicBezTo>
                  <a:cubicBezTo>
                    <a:pt x="3859" y="550"/>
                    <a:pt x="3810" y="500"/>
                    <a:pt x="3810" y="440"/>
                  </a:cubicBezTo>
                  <a:cubicBezTo>
                    <a:pt x="3810" y="379"/>
                    <a:pt x="3859" y="330"/>
                    <a:pt x="3920" y="330"/>
                  </a:cubicBezTo>
                  <a:cubicBezTo>
                    <a:pt x="3980" y="330"/>
                    <a:pt x="4030" y="379"/>
                    <a:pt x="4030" y="440"/>
                  </a:cubicBezTo>
                  <a:close/>
                  <a:moveTo>
                    <a:pt x="7500" y="890"/>
                  </a:moveTo>
                  <a:cubicBezTo>
                    <a:pt x="7500" y="950"/>
                    <a:pt x="7450" y="1000"/>
                    <a:pt x="7390" y="1000"/>
                  </a:cubicBezTo>
                  <a:cubicBezTo>
                    <a:pt x="7329" y="1000"/>
                    <a:pt x="7280" y="950"/>
                    <a:pt x="7280" y="890"/>
                  </a:cubicBezTo>
                  <a:cubicBezTo>
                    <a:pt x="7280" y="829"/>
                    <a:pt x="7329" y="780"/>
                    <a:pt x="7390" y="780"/>
                  </a:cubicBezTo>
                  <a:cubicBezTo>
                    <a:pt x="7450" y="780"/>
                    <a:pt x="7500" y="829"/>
                    <a:pt x="7500" y="890"/>
                  </a:cubicBezTo>
                  <a:close/>
                  <a:moveTo>
                    <a:pt x="1300" y="1270"/>
                  </a:moveTo>
                  <a:cubicBezTo>
                    <a:pt x="1300" y="1330"/>
                    <a:pt x="1250" y="1380"/>
                    <a:pt x="1190" y="1380"/>
                  </a:cubicBezTo>
                  <a:cubicBezTo>
                    <a:pt x="1129" y="1380"/>
                    <a:pt x="1080" y="1330"/>
                    <a:pt x="1080" y="1270"/>
                  </a:cubicBezTo>
                  <a:cubicBezTo>
                    <a:pt x="1080" y="1209"/>
                    <a:pt x="1129" y="1160"/>
                    <a:pt x="1190" y="1160"/>
                  </a:cubicBezTo>
                  <a:cubicBezTo>
                    <a:pt x="1250" y="1160"/>
                    <a:pt x="1300" y="1209"/>
                    <a:pt x="1300" y="1270"/>
                  </a:cubicBezTo>
                  <a:close/>
                  <a:moveTo>
                    <a:pt x="4060" y="120"/>
                  </a:moveTo>
                  <a:cubicBezTo>
                    <a:pt x="4060" y="180"/>
                    <a:pt x="4010" y="230"/>
                    <a:pt x="3950" y="230"/>
                  </a:cubicBezTo>
                  <a:cubicBezTo>
                    <a:pt x="3889" y="230"/>
                    <a:pt x="3840" y="180"/>
                    <a:pt x="3840" y="120"/>
                  </a:cubicBezTo>
                  <a:cubicBezTo>
                    <a:pt x="3840" y="59"/>
                    <a:pt x="3889" y="10"/>
                    <a:pt x="3950" y="10"/>
                  </a:cubicBezTo>
                  <a:cubicBezTo>
                    <a:pt x="4010" y="10"/>
                    <a:pt x="4060" y="59"/>
                    <a:pt x="4060" y="12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088636" y="2742468"/>
              <a:ext cx="3433389" cy="631759"/>
            </a:xfrm>
            <a:custGeom>
              <a:avLst/>
              <a:gdLst/>
              <a:ahLst/>
              <a:cxnLst/>
              <a:rect l="0" t="0" r="r" b="b"/>
              <a:pathLst>
                <a:path w="8940" h="1470">
                  <a:moveTo>
                    <a:pt x="2940" y="340"/>
                  </a:moveTo>
                  <a:cubicBezTo>
                    <a:pt x="2940" y="367"/>
                    <a:pt x="2917" y="390"/>
                    <a:pt x="2890" y="390"/>
                  </a:cubicBezTo>
                  <a:cubicBezTo>
                    <a:pt x="2862" y="390"/>
                    <a:pt x="2840" y="367"/>
                    <a:pt x="2840" y="340"/>
                  </a:cubicBezTo>
                  <a:cubicBezTo>
                    <a:pt x="2840" y="312"/>
                    <a:pt x="2862" y="290"/>
                    <a:pt x="2890" y="290"/>
                  </a:cubicBezTo>
                  <a:cubicBezTo>
                    <a:pt x="2917" y="290"/>
                    <a:pt x="2940" y="312"/>
                    <a:pt x="2940" y="34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370" y="1330"/>
                  </a:moveTo>
                  <a:cubicBezTo>
                    <a:pt x="370" y="1357"/>
                    <a:pt x="347" y="1380"/>
                    <a:pt x="320" y="1380"/>
                  </a:cubicBezTo>
                  <a:cubicBezTo>
                    <a:pt x="292" y="1380"/>
                    <a:pt x="270" y="1357"/>
                    <a:pt x="270" y="1330"/>
                  </a:cubicBezTo>
                  <a:cubicBezTo>
                    <a:pt x="270" y="1302"/>
                    <a:pt x="292" y="1280"/>
                    <a:pt x="320" y="1280"/>
                  </a:cubicBezTo>
                  <a:cubicBezTo>
                    <a:pt x="347" y="1280"/>
                    <a:pt x="370" y="1302"/>
                    <a:pt x="370" y="1330"/>
                  </a:cubicBezTo>
                  <a:close/>
                  <a:moveTo>
                    <a:pt x="590" y="890"/>
                  </a:moveTo>
                  <a:cubicBezTo>
                    <a:pt x="590" y="917"/>
                    <a:pt x="567" y="940"/>
                    <a:pt x="540" y="940"/>
                  </a:cubicBezTo>
                  <a:cubicBezTo>
                    <a:pt x="512" y="940"/>
                    <a:pt x="490" y="917"/>
                    <a:pt x="490" y="890"/>
                  </a:cubicBezTo>
                  <a:cubicBezTo>
                    <a:pt x="490" y="862"/>
                    <a:pt x="512" y="840"/>
                    <a:pt x="540" y="840"/>
                  </a:cubicBezTo>
                  <a:cubicBezTo>
                    <a:pt x="567" y="840"/>
                    <a:pt x="590" y="862"/>
                    <a:pt x="590" y="890"/>
                  </a:cubicBezTo>
                  <a:close/>
                  <a:moveTo>
                    <a:pt x="5590" y="100"/>
                  </a:moveTo>
                  <a:cubicBezTo>
                    <a:pt x="5590" y="127"/>
                    <a:pt x="5567" y="150"/>
                    <a:pt x="5540" y="150"/>
                  </a:cubicBezTo>
                  <a:cubicBezTo>
                    <a:pt x="5512" y="150"/>
                    <a:pt x="5490" y="127"/>
                    <a:pt x="5490" y="100"/>
                  </a:cubicBezTo>
                  <a:cubicBezTo>
                    <a:pt x="5490" y="72"/>
                    <a:pt x="5512" y="50"/>
                    <a:pt x="5540" y="50"/>
                  </a:cubicBezTo>
                  <a:cubicBezTo>
                    <a:pt x="5567" y="50"/>
                    <a:pt x="5590" y="72"/>
                    <a:pt x="5590" y="100"/>
                  </a:cubicBezTo>
                  <a:close/>
                  <a:moveTo>
                    <a:pt x="8940" y="1250"/>
                  </a:moveTo>
                  <a:cubicBezTo>
                    <a:pt x="8940" y="1277"/>
                    <a:pt x="8917" y="1300"/>
                    <a:pt x="8890" y="1300"/>
                  </a:cubicBezTo>
                  <a:cubicBezTo>
                    <a:pt x="8862" y="1300"/>
                    <a:pt x="8840" y="1277"/>
                    <a:pt x="8840" y="1250"/>
                  </a:cubicBezTo>
                  <a:cubicBezTo>
                    <a:pt x="8840" y="1222"/>
                    <a:pt x="8862" y="1200"/>
                    <a:pt x="8890" y="1200"/>
                  </a:cubicBezTo>
                  <a:cubicBezTo>
                    <a:pt x="8917" y="1200"/>
                    <a:pt x="8940" y="1222"/>
                    <a:pt x="8940" y="1250"/>
                  </a:cubicBezTo>
                  <a:close/>
                  <a:moveTo>
                    <a:pt x="1820" y="50"/>
                  </a:moveTo>
                  <a:cubicBezTo>
                    <a:pt x="1820" y="77"/>
                    <a:pt x="1797" y="100"/>
                    <a:pt x="1770" y="100"/>
                  </a:cubicBezTo>
                  <a:cubicBezTo>
                    <a:pt x="1742" y="100"/>
                    <a:pt x="1720" y="77"/>
                    <a:pt x="1720" y="50"/>
                  </a:cubicBezTo>
                  <a:cubicBezTo>
                    <a:pt x="1720" y="22"/>
                    <a:pt x="1742" y="0"/>
                    <a:pt x="1770" y="0"/>
                  </a:cubicBezTo>
                  <a:cubicBezTo>
                    <a:pt x="1797" y="0"/>
                    <a:pt x="1820" y="22"/>
                    <a:pt x="1820" y="50"/>
                  </a:cubicBezTo>
                  <a:close/>
                  <a:moveTo>
                    <a:pt x="510" y="1070"/>
                  </a:moveTo>
                  <a:cubicBezTo>
                    <a:pt x="510" y="1097"/>
                    <a:pt x="487" y="1120"/>
                    <a:pt x="460" y="1120"/>
                  </a:cubicBezTo>
                  <a:cubicBezTo>
                    <a:pt x="432" y="1120"/>
                    <a:pt x="410" y="1097"/>
                    <a:pt x="410" y="1070"/>
                  </a:cubicBezTo>
                  <a:cubicBezTo>
                    <a:pt x="410" y="1042"/>
                    <a:pt x="432" y="1020"/>
                    <a:pt x="460" y="1020"/>
                  </a:cubicBezTo>
                  <a:cubicBezTo>
                    <a:pt x="487" y="1020"/>
                    <a:pt x="510" y="1042"/>
                    <a:pt x="510" y="1070"/>
                  </a:cubicBezTo>
                  <a:close/>
                  <a:moveTo>
                    <a:pt x="3910" y="130"/>
                  </a:moveTo>
                  <a:cubicBezTo>
                    <a:pt x="3910" y="157"/>
                    <a:pt x="3887" y="180"/>
                    <a:pt x="3860" y="180"/>
                  </a:cubicBezTo>
                  <a:cubicBezTo>
                    <a:pt x="3832" y="180"/>
                    <a:pt x="3810" y="157"/>
                    <a:pt x="3810" y="130"/>
                  </a:cubicBezTo>
                  <a:cubicBezTo>
                    <a:pt x="3810" y="102"/>
                    <a:pt x="3832" y="80"/>
                    <a:pt x="3860" y="80"/>
                  </a:cubicBezTo>
                  <a:cubicBezTo>
                    <a:pt x="3887" y="80"/>
                    <a:pt x="3910" y="102"/>
                    <a:pt x="3910" y="130"/>
                  </a:cubicBezTo>
                  <a:close/>
                  <a:moveTo>
                    <a:pt x="2090" y="190"/>
                  </a:moveTo>
                  <a:cubicBezTo>
                    <a:pt x="2090" y="217"/>
                    <a:pt x="2067" y="240"/>
                    <a:pt x="2040" y="240"/>
                  </a:cubicBezTo>
                  <a:cubicBezTo>
                    <a:pt x="2012" y="240"/>
                    <a:pt x="1990" y="217"/>
                    <a:pt x="1990" y="190"/>
                  </a:cubicBezTo>
                  <a:cubicBezTo>
                    <a:pt x="1990" y="162"/>
                    <a:pt x="2012" y="140"/>
                    <a:pt x="2040" y="140"/>
                  </a:cubicBezTo>
                  <a:cubicBezTo>
                    <a:pt x="2067" y="140"/>
                    <a:pt x="2090" y="162"/>
                    <a:pt x="2090" y="190"/>
                  </a:cubicBezTo>
                  <a:close/>
                  <a:moveTo>
                    <a:pt x="5270" y="1040"/>
                  </a:moveTo>
                  <a:cubicBezTo>
                    <a:pt x="5270" y="1067"/>
                    <a:pt x="5247" y="1090"/>
                    <a:pt x="5220" y="1090"/>
                  </a:cubicBezTo>
                  <a:cubicBezTo>
                    <a:pt x="5192" y="1090"/>
                    <a:pt x="5170" y="1067"/>
                    <a:pt x="5170" y="1040"/>
                  </a:cubicBezTo>
                  <a:cubicBezTo>
                    <a:pt x="5170" y="1012"/>
                    <a:pt x="5192" y="990"/>
                    <a:pt x="5220" y="990"/>
                  </a:cubicBezTo>
                  <a:cubicBezTo>
                    <a:pt x="5247" y="990"/>
                    <a:pt x="5270" y="1012"/>
                    <a:pt x="5270" y="1040"/>
                  </a:cubicBezTo>
                  <a:close/>
                  <a:moveTo>
                    <a:pt x="230" y="1400"/>
                  </a:moveTo>
                  <a:cubicBezTo>
                    <a:pt x="230" y="1427"/>
                    <a:pt x="207" y="1450"/>
                    <a:pt x="180" y="1450"/>
                  </a:cubicBezTo>
                  <a:cubicBezTo>
                    <a:pt x="152" y="1450"/>
                    <a:pt x="130" y="1427"/>
                    <a:pt x="130" y="1400"/>
                  </a:cubicBezTo>
                  <a:cubicBezTo>
                    <a:pt x="130" y="1372"/>
                    <a:pt x="152" y="1350"/>
                    <a:pt x="180" y="1350"/>
                  </a:cubicBezTo>
                  <a:cubicBezTo>
                    <a:pt x="207" y="1350"/>
                    <a:pt x="230" y="1372"/>
                    <a:pt x="230" y="1400"/>
                  </a:cubicBezTo>
                  <a:close/>
                  <a:moveTo>
                    <a:pt x="890" y="530"/>
                  </a:moveTo>
                  <a:cubicBezTo>
                    <a:pt x="890" y="557"/>
                    <a:pt x="867" y="580"/>
                    <a:pt x="840" y="580"/>
                  </a:cubicBezTo>
                  <a:cubicBezTo>
                    <a:pt x="812" y="580"/>
                    <a:pt x="790" y="557"/>
                    <a:pt x="790" y="530"/>
                  </a:cubicBezTo>
                  <a:cubicBezTo>
                    <a:pt x="790" y="502"/>
                    <a:pt x="812" y="480"/>
                    <a:pt x="840" y="480"/>
                  </a:cubicBezTo>
                  <a:cubicBezTo>
                    <a:pt x="867" y="480"/>
                    <a:pt x="890" y="502"/>
                    <a:pt x="890" y="530"/>
                  </a:cubicBezTo>
                  <a:close/>
                  <a:moveTo>
                    <a:pt x="6080" y="110"/>
                  </a:moveTo>
                  <a:cubicBezTo>
                    <a:pt x="6080" y="137"/>
                    <a:pt x="6057" y="160"/>
                    <a:pt x="6030" y="160"/>
                  </a:cubicBezTo>
                  <a:cubicBezTo>
                    <a:pt x="6002" y="160"/>
                    <a:pt x="5980" y="137"/>
                    <a:pt x="5980" y="110"/>
                  </a:cubicBezTo>
                  <a:cubicBezTo>
                    <a:pt x="5980" y="82"/>
                    <a:pt x="6002" y="60"/>
                    <a:pt x="6030" y="60"/>
                  </a:cubicBezTo>
                  <a:cubicBezTo>
                    <a:pt x="6057" y="60"/>
                    <a:pt x="6080" y="82"/>
                    <a:pt x="6080" y="110"/>
                  </a:cubicBezTo>
                  <a:close/>
                  <a:moveTo>
                    <a:pt x="5530" y="970"/>
                  </a:moveTo>
                  <a:cubicBezTo>
                    <a:pt x="5530" y="997"/>
                    <a:pt x="5507" y="1020"/>
                    <a:pt x="5480" y="1020"/>
                  </a:cubicBezTo>
                  <a:cubicBezTo>
                    <a:pt x="5452" y="1020"/>
                    <a:pt x="5430" y="997"/>
                    <a:pt x="5430" y="970"/>
                  </a:cubicBezTo>
                  <a:cubicBezTo>
                    <a:pt x="5430" y="942"/>
                    <a:pt x="5452" y="920"/>
                    <a:pt x="5480" y="920"/>
                  </a:cubicBezTo>
                  <a:cubicBezTo>
                    <a:pt x="5507" y="920"/>
                    <a:pt x="5530" y="942"/>
                    <a:pt x="5530" y="970"/>
                  </a:cubicBezTo>
                  <a:close/>
                  <a:moveTo>
                    <a:pt x="130" y="520"/>
                  </a:moveTo>
                  <a:cubicBezTo>
                    <a:pt x="130" y="547"/>
                    <a:pt x="107" y="570"/>
                    <a:pt x="80" y="570"/>
                  </a:cubicBezTo>
                  <a:cubicBezTo>
                    <a:pt x="52" y="570"/>
                    <a:pt x="30" y="547"/>
                    <a:pt x="30" y="520"/>
                  </a:cubicBezTo>
                  <a:cubicBezTo>
                    <a:pt x="30" y="492"/>
                    <a:pt x="52" y="470"/>
                    <a:pt x="80" y="470"/>
                  </a:cubicBezTo>
                  <a:cubicBezTo>
                    <a:pt x="107" y="470"/>
                    <a:pt x="130" y="492"/>
                    <a:pt x="130" y="520"/>
                  </a:cubicBezTo>
                  <a:close/>
                  <a:moveTo>
                    <a:pt x="100" y="1380"/>
                  </a:moveTo>
                  <a:cubicBezTo>
                    <a:pt x="100" y="1407"/>
                    <a:pt x="77" y="1430"/>
                    <a:pt x="50" y="1430"/>
                  </a:cubicBezTo>
                  <a:cubicBezTo>
                    <a:pt x="22" y="1430"/>
                    <a:pt x="0" y="1407"/>
                    <a:pt x="0" y="1380"/>
                  </a:cubicBezTo>
                  <a:cubicBezTo>
                    <a:pt x="0" y="1352"/>
                    <a:pt x="22" y="1330"/>
                    <a:pt x="50" y="1330"/>
                  </a:cubicBezTo>
                  <a:cubicBezTo>
                    <a:pt x="77" y="1330"/>
                    <a:pt x="100" y="1352"/>
                    <a:pt x="100" y="1380"/>
                  </a:cubicBezTo>
                  <a:close/>
                  <a:moveTo>
                    <a:pt x="8420" y="300"/>
                  </a:moveTo>
                  <a:cubicBezTo>
                    <a:pt x="8420" y="327"/>
                    <a:pt x="8397" y="350"/>
                    <a:pt x="8370" y="350"/>
                  </a:cubicBezTo>
                  <a:cubicBezTo>
                    <a:pt x="8342" y="350"/>
                    <a:pt x="8320" y="327"/>
                    <a:pt x="8320" y="300"/>
                  </a:cubicBezTo>
                  <a:cubicBezTo>
                    <a:pt x="8320" y="272"/>
                    <a:pt x="8342" y="250"/>
                    <a:pt x="8370" y="250"/>
                  </a:cubicBezTo>
                  <a:cubicBezTo>
                    <a:pt x="8397" y="250"/>
                    <a:pt x="8420" y="272"/>
                    <a:pt x="8420" y="300"/>
                  </a:cubicBezTo>
                  <a:close/>
                  <a:moveTo>
                    <a:pt x="2590" y="1030"/>
                  </a:moveTo>
                  <a:cubicBezTo>
                    <a:pt x="2590" y="1057"/>
                    <a:pt x="2567" y="1080"/>
                    <a:pt x="2540" y="1080"/>
                  </a:cubicBezTo>
                  <a:cubicBezTo>
                    <a:pt x="2512" y="1080"/>
                    <a:pt x="2490" y="1057"/>
                    <a:pt x="2490" y="1030"/>
                  </a:cubicBezTo>
                  <a:cubicBezTo>
                    <a:pt x="2490" y="1002"/>
                    <a:pt x="2512" y="980"/>
                    <a:pt x="2540" y="980"/>
                  </a:cubicBezTo>
                  <a:cubicBezTo>
                    <a:pt x="2567" y="980"/>
                    <a:pt x="2590" y="1002"/>
                    <a:pt x="2590" y="1030"/>
                  </a:cubicBezTo>
                  <a:close/>
                  <a:moveTo>
                    <a:pt x="1100" y="1340"/>
                  </a:moveTo>
                  <a:cubicBezTo>
                    <a:pt x="1100" y="1367"/>
                    <a:pt x="1077" y="1390"/>
                    <a:pt x="1050" y="1390"/>
                  </a:cubicBezTo>
                  <a:cubicBezTo>
                    <a:pt x="1022" y="1390"/>
                    <a:pt x="1000" y="1367"/>
                    <a:pt x="1000" y="1340"/>
                  </a:cubicBezTo>
                  <a:cubicBezTo>
                    <a:pt x="1000" y="1312"/>
                    <a:pt x="1022" y="1290"/>
                    <a:pt x="1050" y="1290"/>
                  </a:cubicBezTo>
                  <a:cubicBezTo>
                    <a:pt x="1077" y="1290"/>
                    <a:pt x="1100" y="1312"/>
                    <a:pt x="1100" y="1340"/>
                  </a:cubicBezTo>
                  <a:close/>
                  <a:moveTo>
                    <a:pt x="830" y="1420"/>
                  </a:moveTo>
                  <a:cubicBezTo>
                    <a:pt x="830" y="1447"/>
                    <a:pt x="807" y="1470"/>
                    <a:pt x="780" y="1470"/>
                  </a:cubicBezTo>
                  <a:cubicBezTo>
                    <a:pt x="752" y="1470"/>
                    <a:pt x="730" y="1447"/>
                    <a:pt x="730" y="1420"/>
                  </a:cubicBezTo>
                  <a:cubicBezTo>
                    <a:pt x="730" y="1392"/>
                    <a:pt x="752" y="1370"/>
                    <a:pt x="780" y="1370"/>
                  </a:cubicBezTo>
                  <a:cubicBezTo>
                    <a:pt x="807" y="1370"/>
                    <a:pt x="830" y="1392"/>
                    <a:pt x="830" y="1420"/>
                  </a:cubicBezTo>
                  <a:close/>
                  <a:moveTo>
                    <a:pt x="2780" y="1390"/>
                  </a:moveTo>
                  <a:cubicBezTo>
                    <a:pt x="2780" y="1417"/>
                    <a:pt x="2757" y="1440"/>
                    <a:pt x="2730" y="1440"/>
                  </a:cubicBezTo>
                  <a:cubicBezTo>
                    <a:pt x="2702" y="1440"/>
                    <a:pt x="2680" y="1417"/>
                    <a:pt x="2680" y="1390"/>
                  </a:cubicBezTo>
                  <a:cubicBezTo>
                    <a:pt x="2680" y="1362"/>
                    <a:pt x="2702" y="1340"/>
                    <a:pt x="2730" y="1340"/>
                  </a:cubicBezTo>
                  <a:cubicBezTo>
                    <a:pt x="2757" y="1340"/>
                    <a:pt x="2780" y="1362"/>
                    <a:pt x="2780" y="1390"/>
                  </a:cubicBezTo>
                  <a:close/>
                  <a:moveTo>
                    <a:pt x="7980" y="420"/>
                  </a:moveTo>
                  <a:cubicBezTo>
                    <a:pt x="7980" y="447"/>
                    <a:pt x="7957" y="470"/>
                    <a:pt x="7930" y="470"/>
                  </a:cubicBezTo>
                  <a:cubicBezTo>
                    <a:pt x="7902" y="470"/>
                    <a:pt x="7880" y="447"/>
                    <a:pt x="7880" y="420"/>
                  </a:cubicBezTo>
                  <a:cubicBezTo>
                    <a:pt x="7880" y="392"/>
                    <a:pt x="7902" y="370"/>
                    <a:pt x="7930" y="370"/>
                  </a:cubicBezTo>
                  <a:cubicBezTo>
                    <a:pt x="7957" y="370"/>
                    <a:pt x="7980" y="392"/>
                    <a:pt x="7980" y="420"/>
                  </a:cubicBezTo>
                  <a:close/>
                  <a:moveTo>
                    <a:pt x="680" y="1420"/>
                  </a:moveTo>
                  <a:cubicBezTo>
                    <a:pt x="680" y="1447"/>
                    <a:pt x="657" y="1470"/>
                    <a:pt x="630" y="1470"/>
                  </a:cubicBezTo>
                  <a:cubicBezTo>
                    <a:pt x="602" y="1470"/>
                    <a:pt x="580" y="1447"/>
                    <a:pt x="580" y="1420"/>
                  </a:cubicBezTo>
                  <a:cubicBezTo>
                    <a:pt x="580" y="1392"/>
                    <a:pt x="602" y="1370"/>
                    <a:pt x="630" y="1370"/>
                  </a:cubicBezTo>
                  <a:cubicBezTo>
                    <a:pt x="657" y="1370"/>
                    <a:pt x="680" y="1392"/>
                    <a:pt x="680" y="1420"/>
                  </a:cubicBezTo>
                  <a:close/>
                  <a:moveTo>
                    <a:pt x="6170" y="440"/>
                  </a:moveTo>
                  <a:cubicBezTo>
                    <a:pt x="6170" y="467"/>
                    <a:pt x="6147" y="490"/>
                    <a:pt x="6120" y="490"/>
                  </a:cubicBezTo>
                  <a:cubicBezTo>
                    <a:pt x="6092" y="490"/>
                    <a:pt x="6070" y="467"/>
                    <a:pt x="6070" y="440"/>
                  </a:cubicBezTo>
                  <a:cubicBezTo>
                    <a:pt x="6070" y="412"/>
                    <a:pt x="6092" y="390"/>
                    <a:pt x="6120" y="390"/>
                  </a:cubicBezTo>
                  <a:cubicBezTo>
                    <a:pt x="6147" y="390"/>
                    <a:pt x="6170" y="412"/>
                    <a:pt x="6170" y="440"/>
                  </a:cubicBezTo>
                  <a:close/>
                  <a:moveTo>
                    <a:pt x="3440" y="200"/>
                  </a:moveTo>
                  <a:cubicBezTo>
                    <a:pt x="3440" y="227"/>
                    <a:pt x="3417" y="250"/>
                    <a:pt x="3390" y="250"/>
                  </a:cubicBezTo>
                  <a:cubicBezTo>
                    <a:pt x="3362" y="250"/>
                    <a:pt x="3340" y="227"/>
                    <a:pt x="3340" y="200"/>
                  </a:cubicBezTo>
                  <a:cubicBezTo>
                    <a:pt x="3340" y="172"/>
                    <a:pt x="3362" y="150"/>
                    <a:pt x="3390" y="150"/>
                  </a:cubicBezTo>
                  <a:cubicBezTo>
                    <a:pt x="3417" y="150"/>
                    <a:pt x="3440" y="172"/>
                    <a:pt x="3440" y="200"/>
                  </a:cubicBezTo>
                  <a:close/>
                  <a:moveTo>
                    <a:pt x="5230" y="120"/>
                  </a:moveTo>
                  <a:cubicBezTo>
                    <a:pt x="5230" y="147"/>
                    <a:pt x="5207" y="170"/>
                    <a:pt x="5180" y="170"/>
                  </a:cubicBezTo>
                  <a:cubicBezTo>
                    <a:pt x="5152" y="170"/>
                    <a:pt x="5130" y="147"/>
                    <a:pt x="5130" y="120"/>
                  </a:cubicBezTo>
                  <a:cubicBezTo>
                    <a:pt x="5130" y="92"/>
                    <a:pt x="5152" y="70"/>
                    <a:pt x="5180" y="70"/>
                  </a:cubicBezTo>
                  <a:cubicBezTo>
                    <a:pt x="5207" y="70"/>
                    <a:pt x="5230" y="92"/>
                    <a:pt x="5230" y="120"/>
                  </a:cubicBezTo>
                  <a:close/>
                  <a:moveTo>
                    <a:pt x="5400" y="110"/>
                  </a:moveTo>
                  <a:cubicBezTo>
                    <a:pt x="5400" y="137"/>
                    <a:pt x="5377" y="160"/>
                    <a:pt x="5350" y="160"/>
                  </a:cubicBezTo>
                  <a:cubicBezTo>
                    <a:pt x="5322" y="160"/>
                    <a:pt x="5300" y="137"/>
                    <a:pt x="5300" y="110"/>
                  </a:cubicBezTo>
                  <a:cubicBezTo>
                    <a:pt x="5300" y="82"/>
                    <a:pt x="5322" y="60"/>
                    <a:pt x="5350" y="60"/>
                  </a:cubicBezTo>
                  <a:cubicBezTo>
                    <a:pt x="5377" y="60"/>
                    <a:pt x="5400" y="82"/>
                    <a:pt x="5400" y="110"/>
                  </a:cubicBezTo>
                  <a:close/>
                  <a:moveTo>
                    <a:pt x="5960" y="480"/>
                  </a:moveTo>
                  <a:cubicBezTo>
                    <a:pt x="5960" y="507"/>
                    <a:pt x="5937" y="530"/>
                    <a:pt x="5910" y="530"/>
                  </a:cubicBezTo>
                  <a:cubicBezTo>
                    <a:pt x="5882" y="530"/>
                    <a:pt x="5860" y="507"/>
                    <a:pt x="5860" y="480"/>
                  </a:cubicBezTo>
                  <a:cubicBezTo>
                    <a:pt x="5860" y="452"/>
                    <a:pt x="5882" y="430"/>
                    <a:pt x="5910" y="430"/>
                  </a:cubicBezTo>
                  <a:cubicBezTo>
                    <a:pt x="5937" y="430"/>
                    <a:pt x="5960" y="452"/>
                    <a:pt x="5960" y="480"/>
                  </a:cubicBezTo>
                  <a:close/>
                  <a:moveTo>
                    <a:pt x="4710" y="1320"/>
                  </a:moveTo>
                  <a:cubicBezTo>
                    <a:pt x="4710" y="1347"/>
                    <a:pt x="4687" y="1370"/>
                    <a:pt x="4660" y="1370"/>
                  </a:cubicBezTo>
                  <a:cubicBezTo>
                    <a:pt x="4632" y="1370"/>
                    <a:pt x="4610" y="1347"/>
                    <a:pt x="4610" y="1320"/>
                  </a:cubicBezTo>
                  <a:cubicBezTo>
                    <a:pt x="4610" y="1292"/>
                    <a:pt x="4632" y="1270"/>
                    <a:pt x="4660" y="1270"/>
                  </a:cubicBezTo>
                  <a:cubicBezTo>
                    <a:pt x="4687" y="1270"/>
                    <a:pt x="4710" y="1292"/>
                    <a:pt x="4710" y="1320"/>
                  </a:cubicBezTo>
                  <a:close/>
                  <a:moveTo>
                    <a:pt x="4000" y="760"/>
                  </a:moveTo>
                  <a:cubicBezTo>
                    <a:pt x="4000" y="787"/>
                    <a:pt x="3977" y="810"/>
                    <a:pt x="3950" y="810"/>
                  </a:cubicBezTo>
                  <a:cubicBezTo>
                    <a:pt x="3922" y="810"/>
                    <a:pt x="3900" y="787"/>
                    <a:pt x="3900" y="760"/>
                  </a:cubicBezTo>
                  <a:cubicBezTo>
                    <a:pt x="3900" y="732"/>
                    <a:pt x="3922" y="710"/>
                    <a:pt x="3950" y="710"/>
                  </a:cubicBezTo>
                  <a:cubicBezTo>
                    <a:pt x="3977" y="710"/>
                    <a:pt x="4000" y="732"/>
                    <a:pt x="4000" y="760"/>
                  </a:cubicBezTo>
                  <a:close/>
                  <a:moveTo>
                    <a:pt x="4390" y="1120"/>
                  </a:moveTo>
                  <a:cubicBezTo>
                    <a:pt x="4390" y="1147"/>
                    <a:pt x="4367" y="1170"/>
                    <a:pt x="4340" y="1170"/>
                  </a:cubicBezTo>
                  <a:cubicBezTo>
                    <a:pt x="4312" y="1170"/>
                    <a:pt x="4290" y="1147"/>
                    <a:pt x="4290" y="1120"/>
                  </a:cubicBezTo>
                  <a:cubicBezTo>
                    <a:pt x="4290" y="1092"/>
                    <a:pt x="4312" y="1070"/>
                    <a:pt x="4340" y="1070"/>
                  </a:cubicBezTo>
                  <a:cubicBezTo>
                    <a:pt x="4367" y="1070"/>
                    <a:pt x="4390" y="1092"/>
                    <a:pt x="4390" y="1120"/>
                  </a:cubicBezTo>
                  <a:close/>
                  <a:moveTo>
                    <a:pt x="3330" y="720"/>
                  </a:moveTo>
                  <a:cubicBezTo>
                    <a:pt x="3330" y="747"/>
                    <a:pt x="3307" y="770"/>
                    <a:pt x="3280" y="770"/>
                  </a:cubicBezTo>
                  <a:cubicBezTo>
                    <a:pt x="3252" y="770"/>
                    <a:pt x="3230" y="747"/>
                    <a:pt x="3230" y="720"/>
                  </a:cubicBezTo>
                  <a:cubicBezTo>
                    <a:pt x="3230" y="692"/>
                    <a:pt x="3252" y="670"/>
                    <a:pt x="3280" y="670"/>
                  </a:cubicBezTo>
                  <a:cubicBezTo>
                    <a:pt x="3307" y="670"/>
                    <a:pt x="3330" y="692"/>
                    <a:pt x="3330" y="720"/>
                  </a:cubicBezTo>
                  <a:close/>
                  <a:moveTo>
                    <a:pt x="2170" y="420"/>
                  </a:moveTo>
                  <a:cubicBezTo>
                    <a:pt x="2170" y="447"/>
                    <a:pt x="2147" y="470"/>
                    <a:pt x="2120" y="470"/>
                  </a:cubicBezTo>
                  <a:cubicBezTo>
                    <a:pt x="2092" y="470"/>
                    <a:pt x="2070" y="447"/>
                    <a:pt x="2070" y="420"/>
                  </a:cubicBezTo>
                  <a:cubicBezTo>
                    <a:pt x="2070" y="392"/>
                    <a:pt x="2092" y="370"/>
                    <a:pt x="2120" y="370"/>
                  </a:cubicBezTo>
                  <a:cubicBezTo>
                    <a:pt x="2147" y="370"/>
                    <a:pt x="2170" y="392"/>
                    <a:pt x="2170" y="420"/>
                  </a:cubicBezTo>
                  <a:close/>
                  <a:moveTo>
                    <a:pt x="6780" y="580"/>
                  </a:moveTo>
                  <a:cubicBezTo>
                    <a:pt x="6780" y="607"/>
                    <a:pt x="6757" y="630"/>
                    <a:pt x="6730" y="630"/>
                  </a:cubicBezTo>
                  <a:cubicBezTo>
                    <a:pt x="6702" y="630"/>
                    <a:pt x="6680" y="607"/>
                    <a:pt x="6680" y="580"/>
                  </a:cubicBezTo>
                  <a:cubicBezTo>
                    <a:pt x="6680" y="552"/>
                    <a:pt x="6702" y="530"/>
                    <a:pt x="6730" y="530"/>
                  </a:cubicBezTo>
                  <a:cubicBezTo>
                    <a:pt x="6757" y="530"/>
                    <a:pt x="6780" y="552"/>
                    <a:pt x="6780" y="580"/>
                  </a:cubicBezTo>
                  <a:close/>
                  <a:moveTo>
                    <a:pt x="460" y="720"/>
                  </a:moveTo>
                  <a:cubicBezTo>
                    <a:pt x="460" y="747"/>
                    <a:pt x="437" y="770"/>
                    <a:pt x="410" y="770"/>
                  </a:cubicBezTo>
                  <a:cubicBezTo>
                    <a:pt x="382" y="770"/>
                    <a:pt x="360" y="747"/>
                    <a:pt x="360" y="720"/>
                  </a:cubicBezTo>
                  <a:cubicBezTo>
                    <a:pt x="360" y="692"/>
                    <a:pt x="382" y="670"/>
                    <a:pt x="410" y="670"/>
                  </a:cubicBezTo>
                  <a:cubicBezTo>
                    <a:pt x="437" y="670"/>
                    <a:pt x="460" y="692"/>
                    <a:pt x="460" y="720"/>
                  </a:cubicBezTo>
                  <a:close/>
                  <a:moveTo>
                    <a:pt x="5000" y="1220"/>
                  </a:moveTo>
                  <a:cubicBezTo>
                    <a:pt x="5000" y="1247"/>
                    <a:pt x="4977" y="1270"/>
                    <a:pt x="4950" y="1270"/>
                  </a:cubicBezTo>
                  <a:cubicBezTo>
                    <a:pt x="4922" y="1270"/>
                    <a:pt x="4900" y="1247"/>
                    <a:pt x="4900" y="1220"/>
                  </a:cubicBezTo>
                  <a:cubicBezTo>
                    <a:pt x="4900" y="1192"/>
                    <a:pt x="4922" y="1170"/>
                    <a:pt x="4950" y="1170"/>
                  </a:cubicBezTo>
                  <a:cubicBezTo>
                    <a:pt x="4977" y="1170"/>
                    <a:pt x="5000" y="1192"/>
                    <a:pt x="5000" y="1220"/>
                  </a:cubicBezTo>
                  <a:close/>
                  <a:moveTo>
                    <a:pt x="8590" y="830"/>
                  </a:moveTo>
                  <a:cubicBezTo>
                    <a:pt x="8590" y="857"/>
                    <a:pt x="8567" y="880"/>
                    <a:pt x="8540" y="880"/>
                  </a:cubicBezTo>
                  <a:cubicBezTo>
                    <a:pt x="8512" y="880"/>
                    <a:pt x="8490" y="857"/>
                    <a:pt x="8490" y="830"/>
                  </a:cubicBezTo>
                  <a:cubicBezTo>
                    <a:pt x="8490" y="802"/>
                    <a:pt x="8512" y="780"/>
                    <a:pt x="8540" y="780"/>
                  </a:cubicBezTo>
                  <a:cubicBezTo>
                    <a:pt x="8567" y="780"/>
                    <a:pt x="8590" y="802"/>
                    <a:pt x="8590" y="830"/>
                  </a:cubicBezTo>
                  <a:close/>
                  <a:moveTo>
                    <a:pt x="7090" y="1100"/>
                  </a:moveTo>
                  <a:cubicBezTo>
                    <a:pt x="7090" y="1127"/>
                    <a:pt x="7067" y="1150"/>
                    <a:pt x="7040" y="1150"/>
                  </a:cubicBezTo>
                  <a:cubicBezTo>
                    <a:pt x="7012" y="1150"/>
                    <a:pt x="6990" y="1127"/>
                    <a:pt x="6990" y="1100"/>
                  </a:cubicBezTo>
                  <a:cubicBezTo>
                    <a:pt x="6990" y="1072"/>
                    <a:pt x="7012" y="1050"/>
                    <a:pt x="7040" y="1050"/>
                  </a:cubicBezTo>
                  <a:cubicBezTo>
                    <a:pt x="7067" y="1050"/>
                    <a:pt x="7090" y="1072"/>
                    <a:pt x="7090" y="1100"/>
                  </a:cubicBezTo>
                  <a:close/>
                  <a:moveTo>
                    <a:pt x="2570" y="140"/>
                  </a:moveTo>
                  <a:cubicBezTo>
                    <a:pt x="2570" y="167"/>
                    <a:pt x="2547" y="190"/>
                    <a:pt x="2520" y="190"/>
                  </a:cubicBezTo>
                  <a:cubicBezTo>
                    <a:pt x="2492" y="190"/>
                    <a:pt x="2470" y="167"/>
                    <a:pt x="2470" y="140"/>
                  </a:cubicBezTo>
                  <a:cubicBezTo>
                    <a:pt x="2470" y="112"/>
                    <a:pt x="2492" y="90"/>
                    <a:pt x="2520" y="90"/>
                  </a:cubicBezTo>
                  <a:cubicBezTo>
                    <a:pt x="2547" y="90"/>
                    <a:pt x="2570" y="112"/>
                    <a:pt x="2570" y="140"/>
                  </a:cubicBezTo>
                  <a:close/>
                  <a:moveTo>
                    <a:pt x="830" y="1270"/>
                  </a:moveTo>
                  <a:cubicBezTo>
                    <a:pt x="830" y="1297"/>
                    <a:pt x="807" y="1320"/>
                    <a:pt x="780" y="1320"/>
                  </a:cubicBezTo>
                  <a:cubicBezTo>
                    <a:pt x="752" y="1320"/>
                    <a:pt x="730" y="1297"/>
                    <a:pt x="730" y="1270"/>
                  </a:cubicBezTo>
                  <a:cubicBezTo>
                    <a:pt x="730" y="1242"/>
                    <a:pt x="752" y="1220"/>
                    <a:pt x="780" y="1220"/>
                  </a:cubicBezTo>
                  <a:cubicBezTo>
                    <a:pt x="807" y="1220"/>
                    <a:pt x="830" y="1242"/>
                    <a:pt x="830" y="1270"/>
                  </a:cubicBezTo>
                  <a:close/>
                  <a:moveTo>
                    <a:pt x="3910" y="380"/>
                  </a:moveTo>
                  <a:cubicBezTo>
                    <a:pt x="3910" y="407"/>
                    <a:pt x="3887" y="430"/>
                    <a:pt x="3860" y="430"/>
                  </a:cubicBezTo>
                  <a:cubicBezTo>
                    <a:pt x="3832" y="430"/>
                    <a:pt x="3810" y="407"/>
                    <a:pt x="3810" y="380"/>
                  </a:cubicBezTo>
                  <a:cubicBezTo>
                    <a:pt x="3810" y="352"/>
                    <a:pt x="3832" y="330"/>
                    <a:pt x="3860" y="330"/>
                  </a:cubicBezTo>
                  <a:cubicBezTo>
                    <a:pt x="3887" y="330"/>
                    <a:pt x="3910" y="352"/>
                    <a:pt x="3910" y="380"/>
                  </a:cubicBezTo>
                  <a:close/>
                  <a:moveTo>
                    <a:pt x="7380" y="830"/>
                  </a:moveTo>
                  <a:cubicBezTo>
                    <a:pt x="7380" y="857"/>
                    <a:pt x="7357" y="880"/>
                    <a:pt x="7330" y="880"/>
                  </a:cubicBezTo>
                  <a:cubicBezTo>
                    <a:pt x="7302" y="880"/>
                    <a:pt x="7280" y="857"/>
                    <a:pt x="7280" y="830"/>
                  </a:cubicBezTo>
                  <a:cubicBezTo>
                    <a:pt x="7280" y="802"/>
                    <a:pt x="7302" y="780"/>
                    <a:pt x="7330" y="780"/>
                  </a:cubicBezTo>
                  <a:cubicBezTo>
                    <a:pt x="7357" y="780"/>
                    <a:pt x="7380" y="802"/>
                    <a:pt x="7380" y="830"/>
                  </a:cubicBezTo>
                  <a:close/>
                  <a:moveTo>
                    <a:pt x="1180" y="1210"/>
                  </a:moveTo>
                  <a:cubicBezTo>
                    <a:pt x="1180" y="1237"/>
                    <a:pt x="1157" y="1260"/>
                    <a:pt x="1130" y="1260"/>
                  </a:cubicBezTo>
                  <a:cubicBezTo>
                    <a:pt x="1102" y="1260"/>
                    <a:pt x="1080" y="1237"/>
                    <a:pt x="1080" y="1210"/>
                  </a:cubicBezTo>
                  <a:cubicBezTo>
                    <a:pt x="1080" y="1182"/>
                    <a:pt x="1102" y="1160"/>
                    <a:pt x="1130" y="1160"/>
                  </a:cubicBezTo>
                  <a:cubicBezTo>
                    <a:pt x="1157" y="1160"/>
                    <a:pt x="1180" y="1182"/>
                    <a:pt x="1180" y="1210"/>
                  </a:cubicBezTo>
                  <a:close/>
                  <a:moveTo>
                    <a:pt x="3940" y="60"/>
                  </a:moveTo>
                  <a:cubicBezTo>
                    <a:pt x="3940" y="87"/>
                    <a:pt x="3917" y="110"/>
                    <a:pt x="3890" y="110"/>
                  </a:cubicBezTo>
                  <a:cubicBezTo>
                    <a:pt x="3862" y="110"/>
                    <a:pt x="3840" y="87"/>
                    <a:pt x="3840" y="60"/>
                  </a:cubicBezTo>
                  <a:cubicBezTo>
                    <a:pt x="3840" y="32"/>
                    <a:pt x="3862" y="10"/>
                    <a:pt x="3890" y="10"/>
                  </a:cubicBezTo>
                  <a:cubicBezTo>
                    <a:pt x="3917" y="10"/>
                    <a:pt x="3940" y="32"/>
                    <a:pt x="3940" y="6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1" name="!!Bacterias"/>
          <p:cNvSpPr/>
          <p:nvPr/>
        </p:nvSpPr>
        <p:spPr>
          <a:xfrm>
            <a:off x="5004145" y="2772552"/>
            <a:ext cx="3460272" cy="593080"/>
          </a:xfrm>
          <a:custGeom>
            <a:avLst/>
            <a:gdLst/>
            <a:ahLst/>
            <a:cxnLst/>
            <a:rect l="0" t="0" r="r" b="b"/>
            <a:pathLst>
              <a:path w="9010" h="1380" fill="none">
                <a:moveTo>
                  <a:pt x="6610" y="40"/>
                </a:moveTo>
                <a:lnTo>
                  <a:pt x="6770" y="100"/>
                </a:lnTo>
              </a:path>
              <a:path w="9010" h="1380" fill="none">
                <a:moveTo>
                  <a:pt x="7590" y="1270"/>
                </a:moveTo>
                <a:lnTo>
                  <a:pt x="7750" y="1330"/>
                </a:lnTo>
              </a:path>
              <a:path w="9010" h="1380" fill="none">
                <a:moveTo>
                  <a:pt x="5630" y="650"/>
                </a:moveTo>
                <a:lnTo>
                  <a:pt x="5790" y="710"/>
                </a:lnTo>
              </a:path>
              <a:path w="9010" h="1380" fill="none">
                <a:moveTo>
                  <a:pt x="3250" y="740"/>
                </a:moveTo>
                <a:lnTo>
                  <a:pt x="3410" y="800"/>
                </a:lnTo>
              </a:path>
              <a:path w="9010" h="1380" fill="none">
                <a:moveTo>
                  <a:pt x="5850" y="1120"/>
                </a:moveTo>
                <a:lnTo>
                  <a:pt x="6010" y="1180"/>
                </a:lnTo>
              </a:path>
              <a:path w="9010" h="1380" fill="none">
                <a:moveTo>
                  <a:pt x="5700" y="1010"/>
                </a:moveTo>
                <a:lnTo>
                  <a:pt x="5860" y="1070"/>
                </a:lnTo>
              </a:path>
              <a:path w="9010" h="1380" fill="none">
                <a:moveTo>
                  <a:pt x="470" y="80"/>
                </a:moveTo>
                <a:lnTo>
                  <a:pt x="630" y="140"/>
                </a:lnTo>
              </a:path>
              <a:path w="9010" h="1380" fill="none">
                <a:moveTo>
                  <a:pt x="2530" y="1060"/>
                </a:moveTo>
                <a:lnTo>
                  <a:pt x="2690" y="1120"/>
                </a:lnTo>
              </a:path>
              <a:path w="9010" h="1380" fill="none">
                <a:moveTo>
                  <a:pt x="6900" y="10"/>
                </a:moveTo>
                <a:lnTo>
                  <a:pt x="7060" y="70"/>
                </a:lnTo>
              </a:path>
              <a:path w="9010" h="1380" fill="none">
                <a:moveTo>
                  <a:pt x="390" y="640"/>
                </a:moveTo>
                <a:lnTo>
                  <a:pt x="550" y="700"/>
                </a:lnTo>
              </a:path>
              <a:path w="9010" h="1380" fill="none">
                <a:moveTo>
                  <a:pt x="6390" y="1320"/>
                </a:moveTo>
                <a:lnTo>
                  <a:pt x="6550" y="1380"/>
                </a:lnTo>
              </a:path>
              <a:path w="9010" h="1380" fill="none">
                <a:moveTo>
                  <a:pt x="6740" y="990"/>
                </a:moveTo>
                <a:lnTo>
                  <a:pt x="6900" y="1050"/>
                </a:lnTo>
              </a:path>
              <a:path w="9010" h="1380" fill="none">
                <a:moveTo>
                  <a:pt x="2680" y="830"/>
                </a:moveTo>
                <a:lnTo>
                  <a:pt x="2840" y="890"/>
                </a:lnTo>
              </a:path>
              <a:path w="9010" h="1380" fill="none">
                <a:moveTo>
                  <a:pt x="8850" y="730"/>
                </a:moveTo>
                <a:lnTo>
                  <a:pt x="9010" y="790"/>
                </a:lnTo>
              </a:path>
              <a:path w="9010" h="1380" fill="none">
                <a:moveTo>
                  <a:pt x="0" y="1030"/>
                </a:moveTo>
                <a:lnTo>
                  <a:pt x="160" y="1090"/>
                </a:lnTo>
              </a:path>
              <a:path w="9010" h="1380" fill="none">
                <a:moveTo>
                  <a:pt x="3400" y="280"/>
                </a:moveTo>
                <a:lnTo>
                  <a:pt x="3560" y="340"/>
                </a:lnTo>
              </a:path>
              <a:path w="9010" h="1380" fill="none">
                <a:moveTo>
                  <a:pt x="6020" y="140"/>
                </a:moveTo>
                <a:lnTo>
                  <a:pt x="6180" y="200"/>
                </a:lnTo>
              </a:path>
              <a:path w="9010" h="1380" fill="none">
                <a:moveTo>
                  <a:pt x="4820" y="0"/>
                </a:moveTo>
                <a:lnTo>
                  <a:pt x="4980" y="60"/>
                </a:lnTo>
              </a:path>
              <a:path w="9010" h="1380" fill="none">
                <a:moveTo>
                  <a:pt x="2000" y="580"/>
                </a:moveTo>
                <a:lnTo>
                  <a:pt x="2160" y="640"/>
                </a:lnTo>
              </a:path>
              <a:path w="9010" h="1380" fill="none">
                <a:moveTo>
                  <a:pt x="1090" y="480"/>
                </a:moveTo>
                <a:lnTo>
                  <a:pt x="1250" y="54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grpSp>
        <p:nvGrpSpPr>
          <p:cNvPr id="72" name="!!PleuraVisceral"/>
          <p:cNvGrpSpPr/>
          <p:nvPr/>
        </p:nvGrpSpPr>
        <p:grpSpPr>
          <a:xfrm>
            <a:off x="4570171" y="3393567"/>
            <a:ext cx="4301338" cy="227777"/>
            <a:chOff x="4570171" y="3393567"/>
            <a:chExt cx="4301338" cy="227777"/>
          </a:xfrm>
        </p:grpSpPr>
        <p:sp>
          <p:nvSpPr>
            <p:cNvPr id="73" name="Forma 72"/>
            <p:cNvSpPr/>
            <p:nvPr/>
          </p:nvSpPr>
          <p:spPr>
            <a:xfrm>
              <a:off x="4570171" y="3397865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604736" y="3393567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4677705" y="3415055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6" name="!!CapilarPulmonar"/>
          <p:cNvSpPr/>
          <p:nvPr/>
        </p:nvSpPr>
        <p:spPr>
          <a:xfrm>
            <a:off x="4570171" y="3518200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7" name="!!Alveolos"/>
          <p:cNvGrpSpPr/>
          <p:nvPr/>
        </p:nvGrpSpPr>
        <p:grpSpPr>
          <a:xfrm>
            <a:off x="4570171" y="3655725"/>
            <a:ext cx="4335902" cy="1510635"/>
            <a:chOff x="4570171" y="3655725"/>
            <a:chExt cx="4335902" cy="1510635"/>
          </a:xfrm>
        </p:grpSpPr>
        <p:sp>
          <p:nvSpPr>
            <p:cNvPr id="78" name="Forma 77"/>
            <p:cNvSpPr/>
            <p:nvPr/>
          </p:nvSpPr>
          <p:spPr>
            <a:xfrm>
              <a:off x="4570171" y="3655725"/>
              <a:ext cx="4301338" cy="1510635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4719950" y="3703000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1" name="Forma 80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2" name="Forma 81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3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se transforma en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84" name="Recuadro Empiema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5" name="Forma 84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 en el espacio pleural.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EMPIEMA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7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8" name="Forma 87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265" y="399"/>
                  </a:moveTo>
                  <a:cubicBezTo>
                    <a:pt x="265" y="422"/>
                    <a:pt x="245" y="442"/>
                    <a:pt x="222" y="442"/>
                  </a:cubicBezTo>
                  <a:cubicBezTo>
                    <a:pt x="198" y="442"/>
                    <a:pt x="179" y="422"/>
                    <a:pt x="179" y="399"/>
                  </a:cubicBezTo>
                  <a:cubicBezTo>
                    <a:pt x="179" y="375"/>
                    <a:pt x="198" y="356"/>
                    <a:pt x="222" y="356"/>
                  </a:cubicBezTo>
                  <a:cubicBezTo>
                    <a:pt x="245" y="356"/>
                    <a:pt x="265" y="375"/>
                    <a:pt x="265" y="399"/>
                  </a:cubicBezTo>
                  <a:close/>
                  <a:moveTo>
                    <a:pt x="446" y="885"/>
                  </a:moveTo>
                  <a:cubicBezTo>
                    <a:pt x="446" y="909"/>
                    <a:pt x="426" y="929"/>
                    <a:pt x="402" y="929"/>
                  </a:cubicBezTo>
                  <a:cubicBezTo>
                    <a:pt x="377" y="929"/>
                    <a:pt x="358" y="909"/>
                    <a:pt x="358" y="885"/>
                  </a:cubicBezTo>
                  <a:cubicBezTo>
                    <a:pt x="358" y="860"/>
                    <a:pt x="377" y="841"/>
                    <a:pt x="402" y="841"/>
                  </a:cubicBezTo>
                  <a:cubicBezTo>
                    <a:pt x="426" y="841"/>
                    <a:pt x="446" y="860"/>
                    <a:pt x="446" y="885"/>
                  </a:cubicBezTo>
                  <a:close/>
                  <a:moveTo>
                    <a:pt x="508" y="342"/>
                  </a:moveTo>
                  <a:cubicBezTo>
                    <a:pt x="508" y="373"/>
                    <a:pt x="482" y="399"/>
                    <a:pt x="451" y="399"/>
                  </a:cubicBezTo>
                  <a:cubicBezTo>
                    <a:pt x="419" y="399"/>
                    <a:pt x="394" y="373"/>
                    <a:pt x="394" y="342"/>
                  </a:cubicBezTo>
                  <a:cubicBezTo>
                    <a:pt x="394" y="310"/>
                    <a:pt x="419" y="285"/>
                    <a:pt x="451" y="285"/>
                  </a:cubicBezTo>
                  <a:cubicBezTo>
                    <a:pt x="482" y="285"/>
                    <a:pt x="508" y="310"/>
                    <a:pt x="508" y="342"/>
                  </a:cubicBezTo>
                  <a:close/>
                  <a:moveTo>
                    <a:pt x="776" y="177"/>
                  </a:moveTo>
                  <a:cubicBezTo>
                    <a:pt x="776" y="206"/>
                    <a:pt x="752" y="230"/>
                    <a:pt x="723" y="230"/>
                  </a:cubicBezTo>
                  <a:cubicBezTo>
                    <a:pt x="693" y="230"/>
                    <a:pt x="670" y="206"/>
                    <a:pt x="670" y="177"/>
                  </a:cubicBezTo>
                  <a:cubicBezTo>
                    <a:pt x="670" y="147"/>
                    <a:pt x="693" y="124"/>
                    <a:pt x="723" y="124"/>
                  </a:cubicBezTo>
                  <a:cubicBezTo>
                    <a:pt x="752" y="124"/>
                    <a:pt x="776" y="147"/>
                    <a:pt x="776" y="177"/>
                  </a:cubicBezTo>
                  <a:close/>
                  <a:moveTo>
                    <a:pt x="700" y="268"/>
                  </a:moveTo>
                  <a:cubicBezTo>
                    <a:pt x="700" y="292"/>
                    <a:pt x="680" y="312"/>
                    <a:pt x="656" y="312"/>
                  </a:cubicBezTo>
                  <a:cubicBezTo>
                    <a:pt x="631" y="312"/>
                    <a:pt x="612" y="292"/>
                    <a:pt x="612" y="268"/>
                  </a:cubicBezTo>
                  <a:cubicBezTo>
                    <a:pt x="612" y="243"/>
                    <a:pt x="631" y="224"/>
                    <a:pt x="656" y="224"/>
                  </a:cubicBezTo>
                  <a:cubicBezTo>
                    <a:pt x="680" y="224"/>
                    <a:pt x="700" y="243"/>
                    <a:pt x="700" y="268"/>
                  </a:cubicBezTo>
                  <a:close/>
                  <a:moveTo>
                    <a:pt x="744" y="211"/>
                  </a:moveTo>
                  <a:cubicBezTo>
                    <a:pt x="744" y="243"/>
                    <a:pt x="717" y="270"/>
                    <a:pt x="685" y="270"/>
                  </a:cubicBezTo>
                  <a:cubicBezTo>
                    <a:pt x="652" y="270"/>
                    <a:pt x="626" y="243"/>
                    <a:pt x="626" y="211"/>
                  </a:cubicBezTo>
                  <a:cubicBezTo>
                    <a:pt x="626" y="178"/>
                    <a:pt x="652" y="152"/>
                    <a:pt x="685" y="152"/>
                  </a:cubicBezTo>
                  <a:cubicBezTo>
                    <a:pt x="717" y="152"/>
                    <a:pt x="744" y="178"/>
                    <a:pt x="744" y="211"/>
                  </a:cubicBezTo>
                  <a:close/>
                  <a:moveTo>
                    <a:pt x="262" y="811"/>
                  </a:moveTo>
                  <a:cubicBezTo>
                    <a:pt x="262" y="833"/>
                    <a:pt x="243" y="852"/>
                    <a:pt x="221" y="852"/>
                  </a:cubicBezTo>
                  <a:cubicBezTo>
                    <a:pt x="198" y="852"/>
                    <a:pt x="180" y="833"/>
                    <a:pt x="180" y="811"/>
                  </a:cubicBezTo>
                  <a:cubicBezTo>
                    <a:pt x="180" y="788"/>
                    <a:pt x="198" y="770"/>
                    <a:pt x="221" y="770"/>
                  </a:cubicBezTo>
                  <a:cubicBezTo>
                    <a:pt x="243" y="770"/>
                    <a:pt x="262" y="788"/>
                    <a:pt x="262" y="811"/>
                  </a:cubicBezTo>
                  <a:close/>
                  <a:moveTo>
                    <a:pt x="374" y="497"/>
                  </a:moveTo>
                  <a:cubicBezTo>
                    <a:pt x="374" y="526"/>
                    <a:pt x="350" y="550"/>
                    <a:pt x="321" y="550"/>
                  </a:cubicBezTo>
                  <a:cubicBezTo>
                    <a:pt x="291" y="550"/>
                    <a:pt x="268" y="526"/>
                    <a:pt x="268" y="497"/>
                  </a:cubicBezTo>
                  <a:cubicBezTo>
                    <a:pt x="268" y="467"/>
                    <a:pt x="291" y="444"/>
                    <a:pt x="321" y="444"/>
                  </a:cubicBezTo>
                  <a:cubicBezTo>
                    <a:pt x="350" y="444"/>
                    <a:pt x="374" y="467"/>
                    <a:pt x="374" y="497"/>
                  </a:cubicBezTo>
                  <a:close/>
                  <a:moveTo>
                    <a:pt x="664" y="734"/>
                  </a:moveTo>
                  <a:cubicBezTo>
                    <a:pt x="664" y="759"/>
                    <a:pt x="643" y="780"/>
                    <a:pt x="618" y="780"/>
                  </a:cubicBezTo>
                  <a:cubicBezTo>
                    <a:pt x="592" y="780"/>
                    <a:pt x="572" y="759"/>
                    <a:pt x="572" y="734"/>
                  </a:cubicBezTo>
                  <a:cubicBezTo>
                    <a:pt x="572" y="708"/>
                    <a:pt x="592" y="688"/>
                    <a:pt x="618" y="688"/>
                  </a:cubicBezTo>
                  <a:cubicBezTo>
                    <a:pt x="643" y="688"/>
                    <a:pt x="664" y="708"/>
                    <a:pt x="664" y="734"/>
                  </a:cubicBezTo>
                  <a:close/>
                  <a:moveTo>
                    <a:pt x="214" y="621"/>
                  </a:moveTo>
                  <a:cubicBezTo>
                    <a:pt x="214" y="639"/>
                    <a:pt x="199" y="654"/>
                    <a:pt x="181" y="654"/>
                  </a:cubicBezTo>
                  <a:cubicBezTo>
                    <a:pt x="162" y="654"/>
                    <a:pt x="148" y="639"/>
                    <a:pt x="148" y="621"/>
                  </a:cubicBezTo>
                  <a:cubicBezTo>
                    <a:pt x="148" y="602"/>
                    <a:pt x="162" y="588"/>
                    <a:pt x="181" y="588"/>
                  </a:cubicBezTo>
                  <a:cubicBezTo>
                    <a:pt x="199" y="588"/>
                    <a:pt x="214" y="602"/>
                    <a:pt x="214" y="621"/>
                  </a:cubicBezTo>
                  <a:close/>
                  <a:moveTo>
                    <a:pt x="584" y="218"/>
                  </a:moveTo>
                  <a:cubicBezTo>
                    <a:pt x="584" y="240"/>
                    <a:pt x="565" y="259"/>
                    <a:pt x="543" y="259"/>
                  </a:cubicBezTo>
                  <a:cubicBezTo>
                    <a:pt x="520" y="259"/>
                    <a:pt x="502" y="240"/>
                    <a:pt x="502" y="218"/>
                  </a:cubicBezTo>
                  <a:cubicBezTo>
                    <a:pt x="502" y="195"/>
                    <a:pt x="520" y="177"/>
                    <a:pt x="543" y="177"/>
                  </a:cubicBezTo>
                  <a:cubicBezTo>
                    <a:pt x="565" y="177"/>
                    <a:pt x="584" y="195"/>
                    <a:pt x="584" y="218"/>
                  </a:cubicBezTo>
                  <a:close/>
                  <a:moveTo>
                    <a:pt x="226" y="89"/>
                  </a:moveTo>
                  <a:cubicBezTo>
                    <a:pt x="226" y="117"/>
                    <a:pt x="202" y="141"/>
                    <a:pt x="174" y="141"/>
                  </a:cubicBezTo>
                  <a:cubicBezTo>
                    <a:pt x="145" y="141"/>
                    <a:pt x="122" y="117"/>
                    <a:pt x="122" y="89"/>
                  </a:cubicBezTo>
                  <a:cubicBezTo>
                    <a:pt x="122" y="60"/>
                    <a:pt x="145" y="37"/>
                    <a:pt x="174" y="37"/>
                  </a:cubicBezTo>
                  <a:cubicBezTo>
                    <a:pt x="202" y="37"/>
                    <a:pt x="226" y="60"/>
                    <a:pt x="226" y="89"/>
                  </a:cubicBezTo>
                  <a:close/>
                  <a:moveTo>
                    <a:pt x="405" y="793"/>
                  </a:moveTo>
                  <a:cubicBezTo>
                    <a:pt x="405" y="817"/>
                    <a:pt x="385" y="837"/>
                    <a:pt x="361" y="837"/>
                  </a:cubicBezTo>
                  <a:cubicBezTo>
                    <a:pt x="336" y="837"/>
                    <a:pt x="317" y="817"/>
                    <a:pt x="317" y="793"/>
                  </a:cubicBezTo>
                  <a:cubicBezTo>
                    <a:pt x="317" y="768"/>
                    <a:pt x="336" y="749"/>
                    <a:pt x="361" y="749"/>
                  </a:cubicBezTo>
                  <a:cubicBezTo>
                    <a:pt x="385" y="749"/>
                    <a:pt x="405" y="768"/>
                    <a:pt x="405" y="793"/>
                  </a:cubicBezTo>
                  <a:close/>
                  <a:moveTo>
                    <a:pt x="830" y="290"/>
                  </a:moveTo>
                  <a:cubicBezTo>
                    <a:pt x="830" y="318"/>
                    <a:pt x="807" y="341"/>
                    <a:pt x="779" y="341"/>
                  </a:cubicBezTo>
                  <a:cubicBezTo>
                    <a:pt x="750" y="341"/>
                    <a:pt x="728" y="318"/>
                    <a:pt x="728" y="290"/>
                  </a:cubicBezTo>
                  <a:cubicBezTo>
                    <a:pt x="728" y="261"/>
                    <a:pt x="750" y="239"/>
                    <a:pt x="779" y="239"/>
                  </a:cubicBezTo>
                  <a:cubicBezTo>
                    <a:pt x="807" y="239"/>
                    <a:pt x="830" y="261"/>
                    <a:pt x="830" y="2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549182" y="91440"/>
            <a:ext cx="44779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MATERIAL PURULENTO</a:t>
            </a:r>
            <a:endParaRPr lang="es-AR" sz="2400" dirty="0">
              <a:latin typeface="Mali"/>
            </a:endParaRPr>
          </a:p>
        </p:txBody>
      </p:sp>
      <p:sp>
        <p:nvSpPr>
          <p:cNvPr id="80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9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820538"/>
            <a:ext cx="1474744" cy="1826340"/>
          </a:xfrm>
          <a:custGeom>
            <a:avLst/>
            <a:gdLst/>
            <a:ahLst/>
            <a:cxnLst/>
            <a:rect l="0" t="0" r="r" b="b"/>
            <a:pathLst>
              <a:path w="7906" h="10000">
                <a:moveTo>
                  <a:pt x="101" y="442"/>
                </a:moveTo>
                <a:lnTo>
                  <a:pt x="67" y="835"/>
                </a:lnTo>
                <a:lnTo>
                  <a:pt x="40" y="1231"/>
                </a:lnTo>
                <a:lnTo>
                  <a:pt x="17" y="1626"/>
                </a:lnTo>
                <a:lnTo>
                  <a:pt x="0" y="2019"/>
                </a:lnTo>
                <a:lnTo>
                  <a:pt x="0" y="4372"/>
                </a:lnTo>
                <a:lnTo>
                  <a:pt x="19" y="4757"/>
                </a:lnTo>
                <a:lnTo>
                  <a:pt x="45" y="5142"/>
                </a:lnTo>
                <a:lnTo>
                  <a:pt x="76" y="5524"/>
                </a:lnTo>
                <a:lnTo>
                  <a:pt x="111" y="5899"/>
                </a:lnTo>
                <a:lnTo>
                  <a:pt x="149" y="6261"/>
                </a:lnTo>
                <a:lnTo>
                  <a:pt x="188" y="6608"/>
                </a:lnTo>
                <a:lnTo>
                  <a:pt x="229" y="6939"/>
                </a:lnTo>
                <a:lnTo>
                  <a:pt x="273" y="7258"/>
                </a:lnTo>
                <a:lnTo>
                  <a:pt x="320" y="7565"/>
                </a:lnTo>
                <a:lnTo>
                  <a:pt x="369" y="7861"/>
                </a:lnTo>
                <a:lnTo>
                  <a:pt x="419" y="8146"/>
                </a:lnTo>
                <a:lnTo>
                  <a:pt x="470" y="8420"/>
                </a:lnTo>
                <a:lnTo>
                  <a:pt x="521" y="8695"/>
                </a:lnTo>
                <a:lnTo>
                  <a:pt x="573" y="8972"/>
                </a:lnTo>
                <a:lnTo>
                  <a:pt x="626" y="9239"/>
                </a:lnTo>
                <a:lnTo>
                  <a:pt x="681" y="9481"/>
                </a:lnTo>
                <a:lnTo>
                  <a:pt x="739" y="9683"/>
                </a:lnTo>
                <a:lnTo>
                  <a:pt x="800" y="9832"/>
                </a:lnTo>
                <a:lnTo>
                  <a:pt x="857" y="9928"/>
                </a:lnTo>
                <a:lnTo>
                  <a:pt x="909" y="9983"/>
                </a:lnTo>
                <a:lnTo>
                  <a:pt x="964" y="10000"/>
                </a:lnTo>
                <a:lnTo>
                  <a:pt x="1030" y="9978"/>
                </a:lnTo>
                <a:lnTo>
                  <a:pt x="1113" y="9922"/>
                </a:lnTo>
                <a:lnTo>
                  <a:pt x="1223" y="9832"/>
                </a:lnTo>
                <a:lnTo>
                  <a:pt x="1358" y="9691"/>
                </a:lnTo>
                <a:lnTo>
                  <a:pt x="1512" y="9495"/>
                </a:lnTo>
                <a:lnTo>
                  <a:pt x="1685" y="9264"/>
                </a:lnTo>
                <a:lnTo>
                  <a:pt x="1875" y="9018"/>
                </a:lnTo>
                <a:lnTo>
                  <a:pt x="2082" y="8777"/>
                </a:lnTo>
                <a:lnTo>
                  <a:pt x="2305" y="8561"/>
                </a:lnTo>
                <a:lnTo>
                  <a:pt x="2553" y="8359"/>
                </a:lnTo>
                <a:lnTo>
                  <a:pt x="2827" y="8153"/>
                </a:lnTo>
                <a:lnTo>
                  <a:pt x="3117" y="7952"/>
                </a:lnTo>
                <a:lnTo>
                  <a:pt x="3416" y="7766"/>
                </a:lnTo>
                <a:lnTo>
                  <a:pt x="3713" y="7605"/>
                </a:lnTo>
                <a:lnTo>
                  <a:pt x="4000" y="7479"/>
                </a:lnTo>
                <a:lnTo>
                  <a:pt x="4280" y="7387"/>
                </a:lnTo>
                <a:lnTo>
                  <a:pt x="4561" y="7324"/>
                </a:lnTo>
                <a:lnTo>
                  <a:pt x="4841" y="7285"/>
                </a:lnTo>
                <a:lnTo>
                  <a:pt x="5117" y="7268"/>
                </a:lnTo>
                <a:lnTo>
                  <a:pt x="5386" y="7271"/>
                </a:lnTo>
                <a:lnTo>
                  <a:pt x="5647" y="7290"/>
                </a:lnTo>
                <a:lnTo>
                  <a:pt x="5902" y="7335"/>
                </a:lnTo>
                <a:lnTo>
                  <a:pt x="6156" y="7407"/>
                </a:lnTo>
                <a:lnTo>
                  <a:pt x="6403" y="7499"/>
                </a:lnTo>
                <a:lnTo>
                  <a:pt x="6638" y="7602"/>
                </a:lnTo>
                <a:lnTo>
                  <a:pt x="6859" y="7708"/>
                </a:lnTo>
                <a:lnTo>
                  <a:pt x="7058" y="7808"/>
                </a:lnTo>
                <a:lnTo>
                  <a:pt x="7243" y="7942"/>
                </a:lnTo>
                <a:lnTo>
                  <a:pt x="7417" y="8125"/>
                </a:lnTo>
                <a:lnTo>
                  <a:pt x="7576" y="8311"/>
                </a:lnTo>
                <a:lnTo>
                  <a:pt x="7714" y="8453"/>
                </a:lnTo>
                <a:lnTo>
                  <a:pt x="7825" y="8505"/>
                </a:lnTo>
                <a:lnTo>
                  <a:pt x="7906" y="8420"/>
                </a:lnTo>
                <a:lnTo>
                  <a:pt x="7906" y="7063"/>
                </a:lnTo>
                <a:lnTo>
                  <a:pt x="7885" y="6780"/>
                </a:lnTo>
                <a:lnTo>
                  <a:pt x="7843" y="6259"/>
                </a:lnTo>
                <a:lnTo>
                  <a:pt x="7811" y="5784"/>
                </a:lnTo>
                <a:lnTo>
                  <a:pt x="7785" y="5350"/>
                </a:lnTo>
                <a:lnTo>
                  <a:pt x="7756" y="4918"/>
                </a:lnTo>
                <a:lnTo>
                  <a:pt x="7723" y="4487"/>
                </a:lnTo>
                <a:lnTo>
                  <a:pt x="7689" y="4057"/>
                </a:lnTo>
                <a:lnTo>
                  <a:pt x="7656" y="3627"/>
                </a:lnTo>
                <a:lnTo>
                  <a:pt x="7623" y="3196"/>
                </a:lnTo>
                <a:lnTo>
                  <a:pt x="7593" y="2764"/>
                </a:lnTo>
                <a:lnTo>
                  <a:pt x="7574" y="2481"/>
                </a:lnTo>
                <a:lnTo>
                  <a:pt x="7510" y="2480"/>
                </a:lnTo>
                <a:lnTo>
                  <a:pt x="7313" y="2475"/>
                </a:lnTo>
                <a:lnTo>
                  <a:pt x="7115" y="2467"/>
                </a:lnTo>
                <a:lnTo>
                  <a:pt x="6917" y="2457"/>
                </a:lnTo>
                <a:lnTo>
                  <a:pt x="6720" y="2444"/>
                </a:lnTo>
                <a:lnTo>
                  <a:pt x="6522" y="2427"/>
                </a:lnTo>
                <a:lnTo>
                  <a:pt x="6324" y="2408"/>
                </a:lnTo>
                <a:lnTo>
                  <a:pt x="6127" y="2386"/>
                </a:lnTo>
                <a:lnTo>
                  <a:pt x="5929" y="2361"/>
                </a:lnTo>
                <a:lnTo>
                  <a:pt x="5731" y="2332"/>
                </a:lnTo>
                <a:lnTo>
                  <a:pt x="5534" y="2300"/>
                </a:lnTo>
                <a:lnTo>
                  <a:pt x="5336" y="2265"/>
                </a:lnTo>
                <a:lnTo>
                  <a:pt x="5138" y="2226"/>
                </a:lnTo>
                <a:lnTo>
                  <a:pt x="4941" y="2184"/>
                </a:lnTo>
                <a:lnTo>
                  <a:pt x="4743" y="2139"/>
                </a:lnTo>
                <a:lnTo>
                  <a:pt x="4545" y="2089"/>
                </a:lnTo>
                <a:lnTo>
                  <a:pt x="4348" y="2037"/>
                </a:lnTo>
                <a:lnTo>
                  <a:pt x="4150" y="1980"/>
                </a:lnTo>
                <a:lnTo>
                  <a:pt x="3953" y="1920"/>
                </a:lnTo>
                <a:lnTo>
                  <a:pt x="3755" y="1856"/>
                </a:lnTo>
                <a:lnTo>
                  <a:pt x="3557" y="1789"/>
                </a:lnTo>
                <a:lnTo>
                  <a:pt x="3529" y="1778"/>
                </a:lnTo>
                <a:lnTo>
                  <a:pt x="3527" y="1779"/>
                </a:lnTo>
                <a:lnTo>
                  <a:pt x="3519" y="1783"/>
                </a:lnTo>
                <a:lnTo>
                  <a:pt x="3272" y="1904"/>
                </a:lnTo>
                <a:lnTo>
                  <a:pt x="3265" y="1907"/>
                </a:lnTo>
                <a:lnTo>
                  <a:pt x="3032" y="2032"/>
                </a:lnTo>
                <a:lnTo>
                  <a:pt x="3026" y="2035"/>
                </a:lnTo>
                <a:lnTo>
                  <a:pt x="2816" y="2156"/>
                </a:lnTo>
                <a:lnTo>
                  <a:pt x="2804" y="2164"/>
                </a:lnTo>
                <a:lnTo>
                  <a:pt x="2615" y="2293"/>
                </a:lnTo>
                <a:lnTo>
                  <a:pt x="2603" y="2302"/>
                </a:lnTo>
                <a:lnTo>
                  <a:pt x="2427" y="2447"/>
                </a:lnTo>
                <a:lnTo>
                  <a:pt x="2421" y="2453"/>
                </a:lnTo>
                <a:lnTo>
                  <a:pt x="2259" y="2601"/>
                </a:lnTo>
                <a:lnTo>
                  <a:pt x="2257" y="2603"/>
                </a:lnTo>
                <a:lnTo>
                  <a:pt x="2112" y="2741"/>
                </a:lnTo>
                <a:lnTo>
                  <a:pt x="2111" y="2742"/>
                </a:lnTo>
                <a:lnTo>
                  <a:pt x="1988" y="2852"/>
                </a:lnTo>
                <a:lnTo>
                  <a:pt x="1985" y="2855"/>
                </a:lnTo>
                <a:lnTo>
                  <a:pt x="1886" y="2928"/>
                </a:lnTo>
                <a:lnTo>
                  <a:pt x="1882" y="2931"/>
                </a:lnTo>
                <a:lnTo>
                  <a:pt x="1852" y="2948"/>
                </a:lnTo>
                <a:lnTo>
                  <a:pt x="1848" y="2950"/>
                </a:lnTo>
                <a:lnTo>
                  <a:pt x="1844" y="2951"/>
                </a:lnTo>
                <a:lnTo>
                  <a:pt x="1840" y="2953"/>
                </a:lnTo>
                <a:lnTo>
                  <a:pt x="1835" y="2954"/>
                </a:lnTo>
                <a:lnTo>
                  <a:pt x="1830" y="2954"/>
                </a:lnTo>
                <a:lnTo>
                  <a:pt x="1826" y="2954"/>
                </a:lnTo>
                <a:lnTo>
                  <a:pt x="1821" y="2953"/>
                </a:lnTo>
                <a:lnTo>
                  <a:pt x="1817" y="2952"/>
                </a:lnTo>
                <a:lnTo>
                  <a:pt x="1812" y="2951"/>
                </a:lnTo>
                <a:lnTo>
                  <a:pt x="1808" y="2949"/>
                </a:lnTo>
                <a:lnTo>
                  <a:pt x="1804" y="2947"/>
                </a:lnTo>
                <a:lnTo>
                  <a:pt x="1800" y="2944"/>
                </a:lnTo>
                <a:lnTo>
                  <a:pt x="1797" y="2941"/>
                </a:lnTo>
                <a:lnTo>
                  <a:pt x="1793" y="2938"/>
                </a:lnTo>
                <a:lnTo>
                  <a:pt x="1791" y="2934"/>
                </a:lnTo>
                <a:lnTo>
                  <a:pt x="1788" y="2930"/>
                </a:lnTo>
                <a:lnTo>
                  <a:pt x="1763" y="2887"/>
                </a:lnTo>
                <a:lnTo>
                  <a:pt x="1760" y="2881"/>
                </a:lnTo>
                <a:lnTo>
                  <a:pt x="1716" y="2772"/>
                </a:lnTo>
                <a:lnTo>
                  <a:pt x="1715" y="2768"/>
                </a:lnTo>
                <a:lnTo>
                  <a:pt x="1670" y="2629"/>
                </a:lnTo>
                <a:lnTo>
                  <a:pt x="1670" y="2627"/>
                </a:lnTo>
                <a:lnTo>
                  <a:pt x="1625" y="2469"/>
                </a:lnTo>
                <a:lnTo>
                  <a:pt x="1625" y="2468"/>
                </a:lnTo>
                <a:lnTo>
                  <a:pt x="1581" y="2301"/>
                </a:lnTo>
                <a:lnTo>
                  <a:pt x="1537" y="2135"/>
                </a:lnTo>
                <a:lnTo>
                  <a:pt x="1494" y="1970"/>
                </a:lnTo>
                <a:lnTo>
                  <a:pt x="1494" y="1970"/>
                </a:lnTo>
                <a:lnTo>
                  <a:pt x="1452" y="1799"/>
                </a:lnTo>
                <a:lnTo>
                  <a:pt x="1452" y="1798"/>
                </a:lnTo>
                <a:lnTo>
                  <a:pt x="1410" y="1621"/>
                </a:lnTo>
                <a:lnTo>
                  <a:pt x="1410" y="1621"/>
                </a:lnTo>
                <a:lnTo>
                  <a:pt x="1370" y="1437"/>
                </a:lnTo>
                <a:lnTo>
                  <a:pt x="1370" y="1436"/>
                </a:lnTo>
                <a:lnTo>
                  <a:pt x="1333" y="1245"/>
                </a:lnTo>
                <a:lnTo>
                  <a:pt x="1333" y="1245"/>
                </a:lnTo>
                <a:lnTo>
                  <a:pt x="1298" y="1046"/>
                </a:lnTo>
                <a:lnTo>
                  <a:pt x="1298" y="1046"/>
                </a:lnTo>
                <a:lnTo>
                  <a:pt x="1265" y="838"/>
                </a:lnTo>
                <a:lnTo>
                  <a:pt x="1265" y="837"/>
                </a:lnTo>
                <a:lnTo>
                  <a:pt x="1246" y="708"/>
                </a:lnTo>
                <a:lnTo>
                  <a:pt x="1185" y="673"/>
                </a:lnTo>
                <a:lnTo>
                  <a:pt x="988" y="554"/>
                </a:lnTo>
                <a:lnTo>
                  <a:pt x="790" y="430"/>
                </a:lnTo>
                <a:lnTo>
                  <a:pt x="592" y="303"/>
                </a:lnTo>
                <a:lnTo>
                  <a:pt x="395" y="171"/>
                </a:lnTo>
                <a:lnTo>
                  <a:pt x="197" y="35"/>
                </a:lnTo>
                <a:lnTo>
                  <a:pt x="147" y="0"/>
                </a:lnTo>
                <a:lnTo>
                  <a:pt x="141" y="52"/>
                </a:lnTo>
                <a:lnTo>
                  <a:pt x="101" y="442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16" name="!!Tabiques"/>
          <p:cNvSpPr/>
          <p:nvPr/>
        </p:nvSpPr>
        <p:spPr>
          <a:xfrm>
            <a:off x="872661" y="2931633"/>
            <a:ext cx="1235040" cy="1647286"/>
          </a:xfrm>
          <a:custGeom>
            <a:avLst/>
            <a:gdLst/>
            <a:ahLst/>
            <a:cxnLst/>
            <a:rect l="0" t="0" r="r" b="b"/>
            <a:pathLst>
              <a:path w="2813" h="3832" fill="none">
                <a:moveTo>
                  <a:pt x="150" y="0"/>
                </a:moveTo>
                <a:lnTo>
                  <a:pt x="370" y="1866"/>
                </a:lnTo>
                <a:lnTo>
                  <a:pt x="0" y="3832"/>
                </a:lnTo>
              </a:path>
              <a:path w="2813" h="3832" fill="none">
                <a:moveTo>
                  <a:pt x="842" y="689"/>
                </a:moveTo>
                <a:lnTo>
                  <a:pt x="981" y="1866"/>
                </a:lnTo>
                <a:lnTo>
                  <a:pt x="700" y="3357"/>
                </a:lnTo>
              </a:path>
              <a:path w="2813" h="3832" fill="none">
                <a:moveTo>
                  <a:pt x="1440" y="578"/>
                </a:moveTo>
                <a:lnTo>
                  <a:pt x="1592" y="1866"/>
                </a:lnTo>
                <a:lnTo>
                  <a:pt x="1393" y="2919"/>
                </a:lnTo>
              </a:path>
              <a:path w="2813" h="3832" fill="none">
                <a:moveTo>
                  <a:pt x="2068" y="723"/>
                </a:moveTo>
                <a:lnTo>
                  <a:pt x="2202" y="1866"/>
                </a:lnTo>
                <a:lnTo>
                  <a:pt x="2020" y="2834"/>
                </a:lnTo>
              </a:path>
              <a:path w="2813" h="3832" fill="none">
                <a:moveTo>
                  <a:pt x="2687" y="788"/>
                </a:moveTo>
                <a:lnTo>
                  <a:pt x="2813" y="1866"/>
                </a:lnTo>
                <a:lnTo>
                  <a:pt x="2598" y="3012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955189" y="1464830"/>
            <a:ext cx="1174603" cy="1886705"/>
            <a:chOff x="955189" y="1464830"/>
            <a:chExt cx="1174603" cy="1886705"/>
          </a:xfrm>
        </p:grpSpPr>
        <p:sp>
          <p:nvSpPr>
            <p:cNvPr id="18" name="Forma 17"/>
            <p:cNvSpPr/>
            <p:nvPr/>
          </p:nvSpPr>
          <p:spPr>
            <a:xfrm>
              <a:off x="955189" y="1464830"/>
              <a:ext cx="1174603" cy="1886705"/>
            </a:xfrm>
            <a:custGeom>
              <a:avLst/>
              <a:gdLst/>
              <a:ahLst/>
              <a:cxnLst/>
              <a:rect l="0" t="0" r="r" b="b"/>
              <a:pathLst>
                <a:path w="6095" h="10000">
                  <a:moveTo>
                    <a:pt x="670" y="9983"/>
                  </a:moveTo>
                  <a:lnTo>
                    <a:pt x="766" y="9913"/>
                  </a:lnTo>
                  <a:lnTo>
                    <a:pt x="885" y="9806"/>
                  </a:lnTo>
                  <a:lnTo>
                    <a:pt x="1025" y="9672"/>
                  </a:lnTo>
                  <a:lnTo>
                    <a:pt x="1028" y="9670"/>
                  </a:lnTo>
                  <a:lnTo>
                    <a:pt x="1184" y="9526"/>
                  </a:lnTo>
                  <a:lnTo>
                    <a:pt x="1192" y="9520"/>
                  </a:lnTo>
                  <a:lnTo>
                    <a:pt x="1363" y="9379"/>
                  </a:lnTo>
                  <a:lnTo>
                    <a:pt x="1376" y="9368"/>
                  </a:lnTo>
                  <a:lnTo>
                    <a:pt x="1561" y="9242"/>
                  </a:lnTo>
                  <a:lnTo>
                    <a:pt x="1574" y="9234"/>
                  </a:lnTo>
                  <a:lnTo>
                    <a:pt x="1778" y="9116"/>
                  </a:lnTo>
                  <a:lnTo>
                    <a:pt x="1785" y="9112"/>
                  </a:lnTo>
                  <a:lnTo>
                    <a:pt x="2011" y="8992"/>
                  </a:lnTo>
                  <a:lnTo>
                    <a:pt x="2018" y="8988"/>
                  </a:lnTo>
                  <a:lnTo>
                    <a:pt x="2258" y="8870"/>
                  </a:lnTo>
                  <a:lnTo>
                    <a:pt x="2266" y="8866"/>
                  </a:lnTo>
                  <a:lnTo>
                    <a:pt x="2513" y="8758"/>
                  </a:lnTo>
                  <a:lnTo>
                    <a:pt x="2524" y="8753"/>
                  </a:lnTo>
                  <a:lnTo>
                    <a:pt x="2769" y="8659"/>
                  </a:lnTo>
                  <a:lnTo>
                    <a:pt x="2785" y="8653"/>
                  </a:lnTo>
                  <a:lnTo>
                    <a:pt x="3022" y="8579"/>
                  </a:lnTo>
                  <a:lnTo>
                    <a:pt x="3042" y="8574"/>
                  </a:lnTo>
                  <a:lnTo>
                    <a:pt x="3273" y="8520"/>
                  </a:lnTo>
                  <a:lnTo>
                    <a:pt x="3292" y="8517"/>
                  </a:lnTo>
                  <a:lnTo>
                    <a:pt x="3524" y="8479"/>
                  </a:lnTo>
                  <a:lnTo>
                    <a:pt x="3542" y="8477"/>
                  </a:lnTo>
                  <a:lnTo>
                    <a:pt x="3773" y="8454"/>
                  </a:lnTo>
                  <a:lnTo>
                    <a:pt x="3789" y="8453"/>
                  </a:lnTo>
                  <a:lnTo>
                    <a:pt x="4017" y="8443"/>
                  </a:lnTo>
                  <a:lnTo>
                    <a:pt x="4033" y="8443"/>
                  </a:lnTo>
                  <a:lnTo>
                    <a:pt x="4255" y="8445"/>
                  </a:lnTo>
                  <a:lnTo>
                    <a:pt x="4269" y="8445"/>
                  </a:lnTo>
                  <a:lnTo>
                    <a:pt x="4484" y="8457"/>
                  </a:lnTo>
                  <a:lnTo>
                    <a:pt x="4504" y="8458"/>
                  </a:lnTo>
                  <a:lnTo>
                    <a:pt x="4715" y="8484"/>
                  </a:lnTo>
                  <a:lnTo>
                    <a:pt x="4737" y="8488"/>
                  </a:lnTo>
                  <a:lnTo>
                    <a:pt x="4947" y="8530"/>
                  </a:lnTo>
                  <a:lnTo>
                    <a:pt x="4963" y="8534"/>
                  </a:lnTo>
                  <a:lnTo>
                    <a:pt x="5166" y="8588"/>
                  </a:lnTo>
                  <a:lnTo>
                    <a:pt x="5177" y="8591"/>
                  </a:lnTo>
                  <a:lnTo>
                    <a:pt x="5372" y="8651"/>
                  </a:lnTo>
                  <a:lnTo>
                    <a:pt x="5379" y="8654"/>
                  </a:lnTo>
                  <a:lnTo>
                    <a:pt x="5561" y="8716"/>
                  </a:lnTo>
                  <a:lnTo>
                    <a:pt x="5564" y="8717"/>
                  </a:lnTo>
                  <a:lnTo>
                    <a:pt x="5729" y="8775"/>
                  </a:lnTo>
                  <a:lnTo>
                    <a:pt x="5744" y="8781"/>
                  </a:lnTo>
                  <a:lnTo>
                    <a:pt x="5759" y="8788"/>
                  </a:lnTo>
                  <a:lnTo>
                    <a:pt x="5911" y="8866"/>
                  </a:lnTo>
                  <a:lnTo>
                    <a:pt x="5927" y="8875"/>
                  </a:lnTo>
                  <a:lnTo>
                    <a:pt x="5941" y="8885"/>
                  </a:lnTo>
                  <a:lnTo>
                    <a:pt x="6085" y="8992"/>
                  </a:lnTo>
                  <a:lnTo>
                    <a:pt x="6092" y="8998"/>
                  </a:lnTo>
                  <a:lnTo>
                    <a:pt x="6095" y="9000"/>
                  </a:lnTo>
                  <a:lnTo>
                    <a:pt x="6067" y="8614"/>
                  </a:lnTo>
                  <a:lnTo>
                    <a:pt x="6036" y="8197"/>
                  </a:lnTo>
                  <a:lnTo>
                    <a:pt x="6000" y="7780"/>
                  </a:lnTo>
                  <a:lnTo>
                    <a:pt x="5962" y="7362"/>
                  </a:lnTo>
                  <a:lnTo>
                    <a:pt x="5922" y="6943"/>
                  </a:lnTo>
                  <a:lnTo>
                    <a:pt x="5881" y="6525"/>
                  </a:lnTo>
                  <a:lnTo>
                    <a:pt x="5835" y="6108"/>
                  </a:lnTo>
                  <a:lnTo>
                    <a:pt x="5784" y="5692"/>
                  </a:lnTo>
                  <a:lnTo>
                    <a:pt x="5727" y="5278"/>
                  </a:lnTo>
                  <a:lnTo>
                    <a:pt x="5663" y="4858"/>
                  </a:lnTo>
                  <a:lnTo>
                    <a:pt x="5594" y="4432"/>
                  </a:lnTo>
                  <a:lnTo>
                    <a:pt x="5520" y="4007"/>
                  </a:lnTo>
                  <a:lnTo>
                    <a:pt x="5441" y="3592"/>
                  </a:lnTo>
                  <a:lnTo>
                    <a:pt x="5358" y="3195"/>
                  </a:lnTo>
                  <a:lnTo>
                    <a:pt x="5273" y="2824"/>
                  </a:lnTo>
                  <a:lnTo>
                    <a:pt x="5182" y="2475"/>
                  </a:lnTo>
                  <a:lnTo>
                    <a:pt x="5085" y="2141"/>
                  </a:lnTo>
                  <a:lnTo>
                    <a:pt x="4984" y="1824"/>
                  </a:lnTo>
                  <a:lnTo>
                    <a:pt x="4882" y="1528"/>
                  </a:lnTo>
                  <a:lnTo>
                    <a:pt x="4781" y="1256"/>
                  </a:lnTo>
                  <a:lnTo>
                    <a:pt x="4684" y="1011"/>
                  </a:lnTo>
                  <a:lnTo>
                    <a:pt x="4593" y="796"/>
                  </a:lnTo>
                  <a:lnTo>
                    <a:pt x="4507" y="607"/>
                  </a:lnTo>
                  <a:lnTo>
                    <a:pt x="4423" y="444"/>
                  </a:lnTo>
                  <a:lnTo>
                    <a:pt x="4338" y="303"/>
                  </a:lnTo>
                  <a:lnTo>
                    <a:pt x="4249" y="182"/>
                  </a:lnTo>
                  <a:lnTo>
                    <a:pt x="4190" y="118"/>
                  </a:lnTo>
                  <a:lnTo>
                    <a:pt x="4127" y="78"/>
                  </a:lnTo>
                  <a:lnTo>
                    <a:pt x="4060" y="43"/>
                  </a:lnTo>
                  <a:lnTo>
                    <a:pt x="3997" y="20"/>
                  </a:lnTo>
                  <a:lnTo>
                    <a:pt x="3933" y="6"/>
                  </a:lnTo>
                  <a:lnTo>
                    <a:pt x="3855" y="0"/>
                  </a:lnTo>
                  <a:lnTo>
                    <a:pt x="3753" y="3"/>
                  </a:lnTo>
                  <a:lnTo>
                    <a:pt x="3621" y="19"/>
                  </a:lnTo>
                  <a:lnTo>
                    <a:pt x="3461" y="51"/>
                  </a:lnTo>
                  <a:lnTo>
                    <a:pt x="3285" y="95"/>
                  </a:lnTo>
                  <a:lnTo>
                    <a:pt x="3102" y="150"/>
                  </a:lnTo>
                  <a:lnTo>
                    <a:pt x="2924" y="213"/>
                  </a:lnTo>
                  <a:lnTo>
                    <a:pt x="2756" y="283"/>
                  </a:lnTo>
                  <a:lnTo>
                    <a:pt x="2597" y="360"/>
                  </a:lnTo>
                  <a:lnTo>
                    <a:pt x="2438" y="448"/>
                  </a:lnTo>
                  <a:lnTo>
                    <a:pt x="2281" y="545"/>
                  </a:lnTo>
                  <a:lnTo>
                    <a:pt x="2128" y="650"/>
                  </a:lnTo>
                  <a:lnTo>
                    <a:pt x="1979" y="763"/>
                  </a:lnTo>
                  <a:lnTo>
                    <a:pt x="1837" y="883"/>
                  </a:lnTo>
                  <a:lnTo>
                    <a:pt x="1700" y="1010"/>
                  </a:lnTo>
                  <a:lnTo>
                    <a:pt x="1568" y="1145"/>
                  </a:lnTo>
                  <a:lnTo>
                    <a:pt x="1440" y="1289"/>
                  </a:lnTo>
                  <a:lnTo>
                    <a:pt x="1318" y="1440"/>
                  </a:lnTo>
                  <a:lnTo>
                    <a:pt x="1200" y="1597"/>
                  </a:lnTo>
                  <a:lnTo>
                    <a:pt x="1087" y="1761"/>
                  </a:lnTo>
                  <a:lnTo>
                    <a:pt x="978" y="1932"/>
                  </a:lnTo>
                  <a:lnTo>
                    <a:pt x="875" y="2110"/>
                  </a:lnTo>
                  <a:lnTo>
                    <a:pt x="776" y="2295"/>
                  </a:lnTo>
                  <a:lnTo>
                    <a:pt x="683" y="2485"/>
                  </a:lnTo>
                  <a:lnTo>
                    <a:pt x="596" y="2680"/>
                  </a:lnTo>
                  <a:lnTo>
                    <a:pt x="517" y="2879"/>
                  </a:lnTo>
                  <a:lnTo>
                    <a:pt x="444" y="3082"/>
                  </a:lnTo>
                  <a:lnTo>
                    <a:pt x="378" y="3292"/>
                  </a:lnTo>
                  <a:lnTo>
                    <a:pt x="319" y="3506"/>
                  </a:lnTo>
                  <a:lnTo>
                    <a:pt x="265" y="3725"/>
                  </a:lnTo>
                  <a:lnTo>
                    <a:pt x="216" y="3946"/>
                  </a:lnTo>
                  <a:lnTo>
                    <a:pt x="173" y="4167"/>
                  </a:lnTo>
                  <a:lnTo>
                    <a:pt x="134" y="4390"/>
                  </a:lnTo>
                  <a:lnTo>
                    <a:pt x="101" y="4615"/>
                  </a:lnTo>
                  <a:lnTo>
                    <a:pt x="74" y="4843"/>
                  </a:lnTo>
                  <a:lnTo>
                    <a:pt x="52" y="5072"/>
                  </a:lnTo>
                  <a:lnTo>
                    <a:pt x="33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5" y="7117"/>
                  </a:lnTo>
                  <a:lnTo>
                    <a:pt x="56" y="7340"/>
                  </a:lnTo>
                  <a:lnTo>
                    <a:pt x="81" y="7561"/>
                  </a:lnTo>
                  <a:lnTo>
                    <a:pt x="110" y="7779"/>
                  </a:lnTo>
                  <a:lnTo>
                    <a:pt x="141" y="7989"/>
                  </a:lnTo>
                  <a:lnTo>
                    <a:pt x="173" y="8191"/>
                  </a:lnTo>
                  <a:lnTo>
                    <a:pt x="206" y="8382"/>
                  </a:lnTo>
                  <a:lnTo>
                    <a:pt x="243" y="8567"/>
                  </a:lnTo>
                  <a:lnTo>
                    <a:pt x="281" y="8745"/>
                  </a:lnTo>
                  <a:lnTo>
                    <a:pt x="321" y="8916"/>
                  </a:lnTo>
                  <a:lnTo>
                    <a:pt x="362" y="9081"/>
                  </a:lnTo>
                  <a:lnTo>
                    <a:pt x="404" y="9241"/>
                  </a:lnTo>
                  <a:lnTo>
                    <a:pt x="446" y="9402"/>
                  </a:lnTo>
                  <a:lnTo>
                    <a:pt x="489" y="9563"/>
                  </a:lnTo>
                  <a:lnTo>
                    <a:pt x="531" y="9716"/>
                  </a:lnTo>
                  <a:lnTo>
                    <a:pt x="575" y="9851"/>
                  </a:lnTo>
                  <a:lnTo>
                    <a:pt x="618" y="9958"/>
                  </a:lnTo>
                  <a:lnTo>
                    <a:pt x="642" y="10000"/>
                  </a:lnTo>
                  <a:lnTo>
                    <a:pt x="670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036870" y="1649987"/>
              <a:ext cx="925432" cy="1350642"/>
            </a:xfrm>
            <a:custGeom>
              <a:avLst/>
              <a:gdLst/>
              <a:ahLst/>
              <a:cxnLst/>
              <a:rect l="0" t="0" r="r" b="b"/>
              <a:pathLst>
                <a:path w="2108" h="3142" fill="none">
                  <a:moveTo>
                    <a:pt x="2108" y="1480"/>
                  </a:moveTo>
                  <a:lnTo>
                    <a:pt x="1554" y="1269"/>
                  </a:lnTo>
                  <a:lnTo>
                    <a:pt x="871" y="906"/>
                  </a:lnTo>
                  <a:lnTo>
                    <a:pt x="487" y="543"/>
                  </a:lnTo>
                </a:path>
                <a:path w="2108" h="3142" fill="none">
                  <a:moveTo>
                    <a:pt x="1554" y="1269"/>
                  </a:moveTo>
                  <a:lnTo>
                    <a:pt x="1298" y="725"/>
                  </a:lnTo>
                  <a:lnTo>
                    <a:pt x="1170" y="120"/>
                  </a:lnTo>
                </a:path>
                <a:path w="2108" h="3142" fill="none">
                  <a:moveTo>
                    <a:pt x="2108" y="1480"/>
                  </a:moveTo>
                  <a:lnTo>
                    <a:pt x="1298" y="1571"/>
                  </a:lnTo>
                  <a:lnTo>
                    <a:pt x="445" y="1571"/>
                  </a:lnTo>
                  <a:lnTo>
                    <a:pt x="18" y="1631"/>
                  </a:lnTo>
                </a:path>
                <a:path w="2108" h="3142" fill="none">
                  <a:moveTo>
                    <a:pt x="1298" y="1571"/>
                  </a:moveTo>
                  <a:lnTo>
                    <a:pt x="701" y="1994"/>
                  </a:lnTo>
                  <a:lnTo>
                    <a:pt x="231" y="2357"/>
                  </a:lnTo>
                </a:path>
                <a:path w="2108" h="3142" fill="none">
                  <a:moveTo>
                    <a:pt x="2108" y="1480"/>
                  </a:moveTo>
                  <a:lnTo>
                    <a:pt x="1554" y="1994"/>
                  </a:lnTo>
                  <a:lnTo>
                    <a:pt x="1042" y="2598"/>
                  </a:lnTo>
                  <a:lnTo>
                    <a:pt x="573" y="3082"/>
                  </a:lnTo>
                </a:path>
                <a:path w="2108" h="3142" fill="none">
                  <a:moveTo>
                    <a:pt x="1554" y="1994"/>
                  </a:moveTo>
                  <a:lnTo>
                    <a:pt x="1809" y="2598"/>
                  </a:lnTo>
                  <a:lnTo>
                    <a:pt x="1554" y="3142"/>
                  </a:lnTo>
                </a:path>
                <a:path w="2108" h="3142" fill="none">
                  <a:moveTo>
                    <a:pt x="1042" y="2598"/>
                  </a:moveTo>
                  <a:lnTo>
                    <a:pt x="359" y="2900"/>
                  </a:lnTo>
                  <a:lnTo>
                    <a:pt x="18" y="3082"/>
                  </a:lnTo>
                </a:path>
                <a:path w="2108" h="3142" fill="none">
                  <a:moveTo>
                    <a:pt x="871" y="906"/>
                  </a:moveTo>
                  <a:lnTo>
                    <a:pt x="274" y="1027"/>
                  </a:lnTo>
                  <a:lnTo>
                    <a:pt x="0" y="1173"/>
                  </a:lnTo>
                </a:path>
                <a:path w="2108" h="3142" fill="none">
                  <a:moveTo>
                    <a:pt x="1298" y="725"/>
                  </a:moveTo>
                  <a:lnTo>
                    <a:pt x="786" y="362"/>
                  </a:lnTo>
                </a:path>
                <a:path w="2108" h="3142" fill="none">
                  <a:moveTo>
                    <a:pt x="701" y="1994"/>
                  </a:moveTo>
                  <a:lnTo>
                    <a:pt x="786" y="2417"/>
                  </a:lnTo>
                  <a:lnTo>
                    <a:pt x="530" y="2840"/>
                  </a:lnTo>
                </a:path>
                <a:path w="2108" h="3142" fill="none">
                  <a:moveTo>
                    <a:pt x="2108" y="1480"/>
                  </a:moveTo>
                  <a:lnTo>
                    <a:pt x="1980" y="1027"/>
                  </a:lnTo>
                  <a:lnTo>
                    <a:pt x="1724" y="543"/>
                  </a:lnTo>
                  <a:lnTo>
                    <a:pt x="1554" y="0"/>
                  </a:lnTo>
                </a:path>
                <a:path w="2108" h="3142" fill="none">
                  <a:moveTo>
                    <a:pt x="445" y="1571"/>
                  </a:moveTo>
                  <a:lnTo>
                    <a:pt x="189" y="193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984659" y="2286347"/>
              <a:ext cx="996363" cy="790143"/>
            </a:xfrm>
            <a:custGeom>
              <a:avLst/>
              <a:gdLst/>
              <a:ahLst/>
              <a:cxnLst/>
              <a:rect l="0" t="0" r="r" b="b"/>
              <a:pathLst>
                <a:path w="2270" h="1838" fill="none">
                  <a:moveTo>
                    <a:pt x="0" y="99"/>
                  </a:moveTo>
                  <a:lnTo>
                    <a:pt x="159" y="111"/>
                  </a:lnTo>
                  <a:lnTo>
                    <a:pt x="358" y="124"/>
                  </a:lnTo>
                  <a:lnTo>
                    <a:pt x="558" y="134"/>
                  </a:lnTo>
                  <a:lnTo>
                    <a:pt x="734" y="139"/>
                  </a:lnTo>
                  <a:lnTo>
                    <a:pt x="880" y="136"/>
                  </a:lnTo>
                  <a:lnTo>
                    <a:pt x="1012" y="128"/>
                  </a:lnTo>
                  <a:lnTo>
                    <a:pt x="1140" y="117"/>
                  </a:lnTo>
                  <a:lnTo>
                    <a:pt x="1272" y="104"/>
                  </a:lnTo>
                  <a:lnTo>
                    <a:pt x="1417" y="90"/>
                  </a:lnTo>
                  <a:lnTo>
                    <a:pt x="1590" y="73"/>
                  </a:lnTo>
                  <a:lnTo>
                    <a:pt x="1786" y="53"/>
                  </a:lnTo>
                  <a:lnTo>
                    <a:pt x="1982" y="31"/>
                  </a:lnTo>
                  <a:lnTo>
                    <a:pt x="2151" y="13"/>
                  </a:lnTo>
                  <a:lnTo>
                    <a:pt x="2270" y="0"/>
                  </a:lnTo>
                </a:path>
                <a:path w="2270" h="1838" fill="none">
                  <a:moveTo>
                    <a:pt x="57" y="1838"/>
                  </a:moveTo>
                  <a:lnTo>
                    <a:pt x="156" y="1752"/>
                  </a:lnTo>
                  <a:lnTo>
                    <a:pt x="304" y="1625"/>
                  </a:lnTo>
                  <a:lnTo>
                    <a:pt x="476" y="1476"/>
                  </a:lnTo>
                  <a:lnTo>
                    <a:pt x="654" y="1322"/>
                  </a:lnTo>
                  <a:lnTo>
                    <a:pt x="819" y="1178"/>
                  </a:lnTo>
                  <a:lnTo>
                    <a:pt x="974" y="1041"/>
                  </a:lnTo>
                  <a:lnTo>
                    <a:pt x="1131" y="900"/>
                  </a:lnTo>
                  <a:lnTo>
                    <a:pt x="1286" y="762"/>
                  </a:lnTo>
                  <a:lnTo>
                    <a:pt x="1439" y="631"/>
                  </a:lnTo>
                  <a:lnTo>
                    <a:pt x="1587" y="513"/>
                  </a:lnTo>
                  <a:lnTo>
                    <a:pt x="1740" y="406"/>
                  </a:lnTo>
                  <a:lnTo>
                    <a:pt x="1899" y="306"/>
                  </a:lnTo>
                  <a:lnTo>
                    <a:pt x="2050" y="217"/>
                  </a:lnTo>
                  <a:lnTo>
                    <a:pt x="2178" y="144"/>
                  </a:lnTo>
                  <a:lnTo>
                    <a:pt x="227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955189" y="1464830"/>
            <a:ext cx="1174603" cy="1886705"/>
          </a:xfrm>
          <a:custGeom>
            <a:avLst/>
            <a:gdLst/>
            <a:ahLst/>
            <a:cxnLst/>
            <a:rect l="0" t="0" r="r" b="b"/>
            <a:pathLst>
              <a:path w="2676" h="4390" fill="none">
                <a:moveTo>
                  <a:pt x="294" y="4382"/>
                </a:moveTo>
                <a:lnTo>
                  <a:pt x="336" y="4351"/>
                </a:lnTo>
                <a:lnTo>
                  <a:pt x="388" y="4304"/>
                </a:lnTo>
                <a:lnTo>
                  <a:pt x="450" y="4246"/>
                </a:lnTo>
                <a:lnTo>
                  <a:pt x="451" y="4245"/>
                </a:lnTo>
                <a:lnTo>
                  <a:pt x="520" y="4182"/>
                </a:lnTo>
                <a:lnTo>
                  <a:pt x="523" y="4179"/>
                </a:lnTo>
                <a:lnTo>
                  <a:pt x="598" y="4117"/>
                </a:lnTo>
                <a:lnTo>
                  <a:pt x="604" y="4112"/>
                </a:lnTo>
                <a:lnTo>
                  <a:pt x="685" y="4057"/>
                </a:lnTo>
                <a:lnTo>
                  <a:pt x="691" y="4053"/>
                </a:lnTo>
                <a:lnTo>
                  <a:pt x="781" y="4002"/>
                </a:lnTo>
                <a:lnTo>
                  <a:pt x="783" y="4000"/>
                </a:lnTo>
                <a:lnTo>
                  <a:pt x="883" y="3947"/>
                </a:lnTo>
                <a:lnTo>
                  <a:pt x="886" y="3945"/>
                </a:lnTo>
                <a:lnTo>
                  <a:pt x="991" y="3894"/>
                </a:lnTo>
                <a:lnTo>
                  <a:pt x="995" y="3892"/>
                </a:lnTo>
                <a:lnTo>
                  <a:pt x="1103" y="3844"/>
                </a:lnTo>
                <a:lnTo>
                  <a:pt x="1108" y="3842"/>
                </a:lnTo>
                <a:lnTo>
                  <a:pt x="1216" y="3801"/>
                </a:lnTo>
                <a:lnTo>
                  <a:pt x="1222" y="3799"/>
                </a:lnTo>
                <a:lnTo>
                  <a:pt x="1326" y="3766"/>
                </a:lnTo>
                <a:lnTo>
                  <a:pt x="1335" y="3764"/>
                </a:lnTo>
                <a:lnTo>
                  <a:pt x="1437" y="3740"/>
                </a:lnTo>
                <a:lnTo>
                  <a:pt x="1445" y="3739"/>
                </a:lnTo>
                <a:lnTo>
                  <a:pt x="1547" y="3722"/>
                </a:lnTo>
                <a:lnTo>
                  <a:pt x="1555" y="3721"/>
                </a:lnTo>
                <a:lnTo>
                  <a:pt x="1656" y="3711"/>
                </a:lnTo>
                <a:lnTo>
                  <a:pt x="1664" y="3711"/>
                </a:lnTo>
                <a:lnTo>
                  <a:pt x="1764" y="3706"/>
                </a:lnTo>
                <a:lnTo>
                  <a:pt x="1770" y="3706"/>
                </a:lnTo>
                <a:lnTo>
                  <a:pt x="1868" y="3707"/>
                </a:lnTo>
                <a:lnTo>
                  <a:pt x="1874" y="3707"/>
                </a:lnTo>
                <a:lnTo>
                  <a:pt x="1969" y="3712"/>
                </a:lnTo>
                <a:lnTo>
                  <a:pt x="1977" y="3713"/>
                </a:lnTo>
                <a:lnTo>
                  <a:pt x="2070" y="3724"/>
                </a:lnTo>
                <a:lnTo>
                  <a:pt x="2080" y="3726"/>
                </a:lnTo>
                <a:lnTo>
                  <a:pt x="2172" y="3745"/>
                </a:lnTo>
                <a:lnTo>
                  <a:pt x="2179" y="3746"/>
                </a:lnTo>
                <a:lnTo>
                  <a:pt x="2268" y="3770"/>
                </a:lnTo>
                <a:lnTo>
                  <a:pt x="2273" y="3771"/>
                </a:lnTo>
                <a:lnTo>
                  <a:pt x="2359" y="3798"/>
                </a:lnTo>
                <a:lnTo>
                  <a:pt x="2362" y="3799"/>
                </a:lnTo>
                <a:lnTo>
                  <a:pt x="2441" y="3826"/>
                </a:lnTo>
                <a:lnTo>
                  <a:pt x="2443" y="3826"/>
                </a:lnTo>
                <a:lnTo>
                  <a:pt x="2515" y="3852"/>
                </a:lnTo>
                <a:lnTo>
                  <a:pt x="2522" y="3855"/>
                </a:lnTo>
                <a:lnTo>
                  <a:pt x="2528" y="3858"/>
                </a:lnTo>
                <a:lnTo>
                  <a:pt x="2595" y="3892"/>
                </a:lnTo>
                <a:lnTo>
                  <a:pt x="2602" y="3896"/>
                </a:lnTo>
                <a:lnTo>
                  <a:pt x="2608" y="3900"/>
                </a:lnTo>
                <a:lnTo>
                  <a:pt x="2671" y="3947"/>
                </a:lnTo>
                <a:lnTo>
                  <a:pt x="2675" y="3950"/>
                </a:lnTo>
                <a:lnTo>
                  <a:pt x="2676" y="3951"/>
                </a:lnTo>
                <a:lnTo>
                  <a:pt x="2664" y="3781"/>
                </a:lnTo>
                <a:lnTo>
                  <a:pt x="2650" y="3598"/>
                </a:lnTo>
                <a:lnTo>
                  <a:pt x="2634" y="3415"/>
                </a:lnTo>
                <a:lnTo>
                  <a:pt x="2617" y="3232"/>
                </a:lnTo>
                <a:lnTo>
                  <a:pt x="2600" y="3048"/>
                </a:lnTo>
                <a:lnTo>
                  <a:pt x="2582" y="2864"/>
                </a:lnTo>
                <a:lnTo>
                  <a:pt x="2562" y="2681"/>
                </a:lnTo>
                <a:lnTo>
                  <a:pt x="2539" y="2498"/>
                </a:lnTo>
                <a:lnTo>
                  <a:pt x="2514" y="2317"/>
                </a:lnTo>
                <a:lnTo>
                  <a:pt x="2486" y="2133"/>
                </a:lnTo>
                <a:lnTo>
                  <a:pt x="2456" y="1946"/>
                </a:lnTo>
                <a:lnTo>
                  <a:pt x="2423" y="1759"/>
                </a:lnTo>
                <a:lnTo>
                  <a:pt x="2389" y="1577"/>
                </a:lnTo>
                <a:lnTo>
                  <a:pt x="2352" y="1402"/>
                </a:lnTo>
                <a:lnTo>
                  <a:pt x="2315" y="1240"/>
                </a:lnTo>
                <a:lnTo>
                  <a:pt x="2275" y="1086"/>
                </a:lnTo>
                <a:lnTo>
                  <a:pt x="2232" y="940"/>
                </a:lnTo>
                <a:lnTo>
                  <a:pt x="2188" y="801"/>
                </a:lnTo>
                <a:lnTo>
                  <a:pt x="2143" y="671"/>
                </a:lnTo>
                <a:lnTo>
                  <a:pt x="2099" y="551"/>
                </a:lnTo>
                <a:lnTo>
                  <a:pt x="2056" y="444"/>
                </a:lnTo>
                <a:lnTo>
                  <a:pt x="2016" y="349"/>
                </a:lnTo>
                <a:lnTo>
                  <a:pt x="1979" y="266"/>
                </a:lnTo>
                <a:lnTo>
                  <a:pt x="1942" y="195"/>
                </a:lnTo>
                <a:lnTo>
                  <a:pt x="1904" y="133"/>
                </a:lnTo>
                <a:lnTo>
                  <a:pt x="1865" y="80"/>
                </a:lnTo>
                <a:lnTo>
                  <a:pt x="1839" y="52"/>
                </a:lnTo>
                <a:lnTo>
                  <a:pt x="1812" y="34"/>
                </a:lnTo>
                <a:lnTo>
                  <a:pt x="1782" y="19"/>
                </a:lnTo>
                <a:lnTo>
                  <a:pt x="1755" y="9"/>
                </a:lnTo>
                <a:lnTo>
                  <a:pt x="1726" y="2"/>
                </a:lnTo>
                <a:lnTo>
                  <a:pt x="1692" y="0"/>
                </a:lnTo>
                <a:lnTo>
                  <a:pt x="1648" y="1"/>
                </a:lnTo>
                <a:lnTo>
                  <a:pt x="1590" y="8"/>
                </a:lnTo>
                <a:lnTo>
                  <a:pt x="1519" y="22"/>
                </a:lnTo>
                <a:lnTo>
                  <a:pt x="1442" y="41"/>
                </a:lnTo>
                <a:lnTo>
                  <a:pt x="1362" y="65"/>
                </a:lnTo>
                <a:lnTo>
                  <a:pt x="1283" y="93"/>
                </a:lnTo>
                <a:lnTo>
                  <a:pt x="1210" y="124"/>
                </a:lnTo>
                <a:lnTo>
                  <a:pt x="1140" y="158"/>
                </a:lnTo>
                <a:lnTo>
                  <a:pt x="1070" y="196"/>
                </a:lnTo>
                <a:lnTo>
                  <a:pt x="1001" y="239"/>
                </a:lnTo>
                <a:lnTo>
                  <a:pt x="934" y="285"/>
                </a:lnTo>
                <a:lnTo>
                  <a:pt x="869" y="335"/>
                </a:lnTo>
                <a:lnTo>
                  <a:pt x="806" y="387"/>
                </a:lnTo>
                <a:lnTo>
                  <a:pt x="746" y="443"/>
                </a:lnTo>
                <a:lnTo>
                  <a:pt x="688" y="503"/>
                </a:lnTo>
                <a:lnTo>
                  <a:pt x="632" y="566"/>
                </a:lnTo>
                <a:lnTo>
                  <a:pt x="578" y="632"/>
                </a:lnTo>
                <a:lnTo>
                  <a:pt x="526" y="701"/>
                </a:lnTo>
                <a:lnTo>
                  <a:pt x="477" y="773"/>
                </a:lnTo>
                <a:lnTo>
                  <a:pt x="429" y="848"/>
                </a:lnTo>
                <a:lnTo>
                  <a:pt x="384" y="926"/>
                </a:lnTo>
                <a:lnTo>
                  <a:pt x="340" y="1007"/>
                </a:lnTo>
                <a:lnTo>
                  <a:pt x="300" y="1091"/>
                </a:lnTo>
                <a:lnTo>
                  <a:pt x="262" y="1176"/>
                </a:lnTo>
                <a:lnTo>
                  <a:pt x="227" y="1263"/>
                </a:lnTo>
                <a:lnTo>
                  <a:pt x="195" y="1353"/>
                </a:lnTo>
                <a:lnTo>
                  <a:pt x="166" y="1445"/>
                </a:lnTo>
                <a:lnTo>
                  <a:pt x="140" y="1539"/>
                </a:lnTo>
                <a:lnTo>
                  <a:pt x="116" y="1635"/>
                </a:lnTo>
                <a:lnTo>
                  <a:pt x="95" y="1732"/>
                </a:lnTo>
                <a:lnTo>
                  <a:pt x="75" y="1829"/>
                </a:lnTo>
                <a:lnTo>
                  <a:pt x="59" y="1927"/>
                </a:lnTo>
                <a:lnTo>
                  <a:pt x="44" y="2026"/>
                </a:lnTo>
                <a:lnTo>
                  <a:pt x="32" y="2126"/>
                </a:lnTo>
                <a:lnTo>
                  <a:pt x="22" y="2226"/>
                </a:lnTo>
                <a:lnTo>
                  <a:pt x="14" y="2327"/>
                </a:lnTo>
                <a:lnTo>
                  <a:pt x="8" y="2427"/>
                </a:lnTo>
                <a:lnTo>
                  <a:pt x="3" y="2528"/>
                </a:lnTo>
                <a:lnTo>
                  <a:pt x="0" y="2628"/>
                </a:lnTo>
                <a:lnTo>
                  <a:pt x="0" y="2729"/>
                </a:lnTo>
                <a:lnTo>
                  <a:pt x="0" y="2829"/>
                </a:lnTo>
                <a:lnTo>
                  <a:pt x="3" y="2928"/>
                </a:lnTo>
                <a:lnTo>
                  <a:pt x="8" y="3026"/>
                </a:lnTo>
                <a:lnTo>
                  <a:pt x="15" y="3124"/>
                </a:lnTo>
                <a:lnTo>
                  <a:pt x="24" y="3222"/>
                </a:lnTo>
                <a:lnTo>
                  <a:pt x="35" y="3319"/>
                </a:lnTo>
                <a:lnTo>
                  <a:pt x="48" y="3415"/>
                </a:lnTo>
                <a:lnTo>
                  <a:pt x="62" y="3507"/>
                </a:lnTo>
                <a:lnTo>
                  <a:pt x="76" y="3595"/>
                </a:lnTo>
                <a:lnTo>
                  <a:pt x="90" y="3680"/>
                </a:lnTo>
                <a:lnTo>
                  <a:pt x="106" y="3761"/>
                </a:lnTo>
                <a:lnTo>
                  <a:pt x="123" y="3839"/>
                </a:lnTo>
                <a:lnTo>
                  <a:pt x="141" y="3914"/>
                </a:lnTo>
                <a:lnTo>
                  <a:pt x="159" y="3986"/>
                </a:lnTo>
                <a:lnTo>
                  <a:pt x="177" y="4056"/>
                </a:lnTo>
                <a:lnTo>
                  <a:pt x="196" y="4127"/>
                </a:lnTo>
                <a:lnTo>
                  <a:pt x="214" y="4198"/>
                </a:lnTo>
                <a:lnTo>
                  <a:pt x="233" y="4265"/>
                </a:lnTo>
                <a:lnTo>
                  <a:pt x="252" y="4325"/>
                </a:lnTo>
                <a:lnTo>
                  <a:pt x="271" y="4371"/>
                </a:lnTo>
                <a:lnTo>
                  <a:pt x="282" y="4390"/>
                </a:lnTo>
                <a:lnTo>
                  <a:pt x="294" y="438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3" name="Forma 22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2" name="Forma 31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Consolidacion"/>
          <p:cNvSpPr/>
          <p:nvPr/>
        </p:nvSpPr>
        <p:spPr>
          <a:xfrm>
            <a:off x="994220" y="2802636"/>
            <a:ext cx="750252" cy="523336"/>
          </a:xfrm>
          <a:custGeom>
            <a:avLst/>
            <a:gdLst/>
            <a:ahLst/>
            <a:cxnLst/>
            <a:rect l="0" t="0" r="r" b="b"/>
            <a:pathLst>
              <a:path w="10000" h="7123">
                <a:moveTo>
                  <a:pt x="9771" y="2859"/>
                </a:moveTo>
                <a:lnTo>
                  <a:pt x="9395" y="2352"/>
                </a:lnTo>
                <a:lnTo>
                  <a:pt x="8971" y="1884"/>
                </a:lnTo>
                <a:lnTo>
                  <a:pt x="8503" y="1460"/>
                </a:lnTo>
                <a:lnTo>
                  <a:pt x="7995" y="1084"/>
                </a:lnTo>
                <a:lnTo>
                  <a:pt x="7454" y="759"/>
                </a:lnTo>
                <a:lnTo>
                  <a:pt x="6883" y="489"/>
                </a:lnTo>
                <a:lnTo>
                  <a:pt x="6288" y="277"/>
                </a:lnTo>
                <a:lnTo>
                  <a:pt x="5676" y="123"/>
                </a:lnTo>
                <a:lnTo>
                  <a:pt x="5051" y="30"/>
                </a:lnTo>
                <a:lnTo>
                  <a:pt x="4420" y="0"/>
                </a:lnTo>
                <a:lnTo>
                  <a:pt x="3789" y="30"/>
                </a:lnTo>
                <a:lnTo>
                  <a:pt x="3165" y="123"/>
                </a:lnTo>
                <a:lnTo>
                  <a:pt x="2552" y="277"/>
                </a:lnTo>
                <a:lnTo>
                  <a:pt x="1957" y="489"/>
                </a:lnTo>
                <a:lnTo>
                  <a:pt x="1387" y="759"/>
                </a:lnTo>
                <a:lnTo>
                  <a:pt x="845" y="1084"/>
                </a:lnTo>
                <a:lnTo>
                  <a:pt x="338" y="1460"/>
                </a:lnTo>
                <a:lnTo>
                  <a:pt x="0" y="1767"/>
                </a:lnTo>
                <a:lnTo>
                  <a:pt x="74" y="2273"/>
                </a:lnTo>
                <a:lnTo>
                  <a:pt x="155" y="2787"/>
                </a:lnTo>
                <a:lnTo>
                  <a:pt x="241" y="3275"/>
                </a:lnTo>
                <a:lnTo>
                  <a:pt x="333" y="3745"/>
                </a:lnTo>
                <a:lnTo>
                  <a:pt x="431" y="4197"/>
                </a:lnTo>
                <a:lnTo>
                  <a:pt x="532" y="4634"/>
                </a:lnTo>
                <a:lnTo>
                  <a:pt x="637" y="5054"/>
                </a:lnTo>
                <a:lnTo>
                  <a:pt x="744" y="5463"/>
                </a:lnTo>
                <a:lnTo>
                  <a:pt x="853" y="5875"/>
                </a:lnTo>
                <a:lnTo>
                  <a:pt x="961" y="6288"/>
                </a:lnTo>
                <a:lnTo>
                  <a:pt x="1070" y="6675"/>
                </a:lnTo>
                <a:lnTo>
                  <a:pt x="1178" y="7011"/>
                </a:lnTo>
                <a:lnTo>
                  <a:pt x="1223" y="7123"/>
                </a:lnTo>
                <a:lnTo>
                  <a:pt x="1299" y="7066"/>
                </a:lnTo>
                <a:lnTo>
                  <a:pt x="1594" y="6801"/>
                </a:lnTo>
                <a:lnTo>
                  <a:pt x="1953" y="6459"/>
                </a:lnTo>
                <a:lnTo>
                  <a:pt x="1955" y="6458"/>
                </a:lnTo>
                <a:lnTo>
                  <a:pt x="1960" y="6453"/>
                </a:lnTo>
                <a:lnTo>
                  <a:pt x="1962" y="6452"/>
                </a:lnTo>
                <a:lnTo>
                  <a:pt x="2365" y="6081"/>
                </a:lnTo>
                <a:lnTo>
                  <a:pt x="2369" y="6077"/>
                </a:lnTo>
                <a:lnTo>
                  <a:pt x="2388" y="6062"/>
                </a:lnTo>
                <a:lnTo>
                  <a:pt x="2392" y="6058"/>
                </a:lnTo>
                <a:lnTo>
                  <a:pt x="2832" y="5695"/>
                </a:lnTo>
                <a:lnTo>
                  <a:pt x="2840" y="5689"/>
                </a:lnTo>
                <a:lnTo>
                  <a:pt x="2875" y="5662"/>
                </a:lnTo>
                <a:lnTo>
                  <a:pt x="2884" y="5656"/>
                </a:lnTo>
                <a:lnTo>
                  <a:pt x="3357" y="5332"/>
                </a:lnTo>
                <a:lnTo>
                  <a:pt x="3365" y="5327"/>
                </a:lnTo>
                <a:lnTo>
                  <a:pt x="3399" y="5306"/>
                </a:lnTo>
                <a:lnTo>
                  <a:pt x="3407" y="5301"/>
                </a:lnTo>
                <a:lnTo>
                  <a:pt x="3932" y="4998"/>
                </a:lnTo>
                <a:lnTo>
                  <a:pt x="3935" y="4996"/>
                </a:lnTo>
                <a:lnTo>
                  <a:pt x="3952" y="4987"/>
                </a:lnTo>
                <a:lnTo>
                  <a:pt x="3955" y="4985"/>
                </a:lnTo>
                <a:lnTo>
                  <a:pt x="4535" y="4676"/>
                </a:lnTo>
                <a:lnTo>
                  <a:pt x="4539" y="4674"/>
                </a:lnTo>
                <a:lnTo>
                  <a:pt x="4557" y="4664"/>
                </a:lnTo>
                <a:lnTo>
                  <a:pt x="4561" y="4663"/>
                </a:lnTo>
                <a:lnTo>
                  <a:pt x="5177" y="4361"/>
                </a:lnTo>
                <a:lnTo>
                  <a:pt x="5181" y="4359"/>
                </a:lnTo>
                <a:lnTo>
                  <a:pt x="5203" y="4348"/>
                </a:lnTo>
                <a:lnTo>
                  <a:pt x="5208" y="4346"/>
                </a:lnTo>
                <a:lnTo>
                  <a:pt x="5841" y="4067"/>
                </a:lnTo>
                <a:lnTo>
                  <a:pt x="5846" y="4065"/>
                </a:lnTo>
                <a:lnTo>
                  <a:pt x="5874" y="4053"/>
                </a:lnTo>
                <a:lnTo>
                  <a:pt x="5880" y="4051"/>
                </a:lnTo>
                <a:lnTo>
                  <a:pt x="6510" y="3809"/>
                </a:lnTo>
                <a:lnTo>
                  <a:pt x="6517" y="3806"/>
                </a:lnTo>
                <a:lnTo>
                  <a:pt x="6557" y="3792"/>
                </a:lnTo>
                <a:lnTo>
                  <a:pt x="6564" y="3790"/>
                </a:lnTo>
                <a:lnTo>
                  <a:pt x="7172" y="3600"/>
                </a:lnTo>
                <a:lnTo>
                  <a:pt x="7181" y="3597"/>
                </a:lnTo>
                <a:lnTo>
                  <a:pt x="7232" y="3584"/>
                </a:lnTo>
                <a:lnTo>
                  <a:pt x="7241" y="3581"/>
                </a:lnTo>
                <a:lnTo>
                  <a:pt x="7834" y="3444"/>
                </a:lnTo>
                <a:lnTo>
                  <a:pt x="7842" y="3443"/>
                </a:lnTo>
                <a:lnTo>
                  <a:pt x="7891" y="3433"/>
                </a:lnTo>
                <a:lnTo>
                  <a:pt x="7899" y="3432"/>
                </a:lnTo>
                <a:lnTo>
                  <a:pt x="8495" y="3336"/>
                </a:lnTo>
                <a:lnTo>
                  <a:pt x="8502" y="3335"/>
                </a:lnTo>
                <a:lnTo>
                  <a:pt x="8548" y="3329"/>
                </a:lnTo>
                <a:lnTo>
                  <a:pt x="8555" y="3328"/>
                </a:lnTo>
                <a:lnTo>
                  <a:pt x="9149" y="3269"/>
                </a:lnTo>
                <a:lnTo>
                  <a:pt x="9155" y="3269"/>
                </a:lnTo>
                <a:lnTo>
                  <a:pt x="9198" y="3266"/>
                </a:lnTo>
                <a:lnTo>
                  <a:pt x="9204" y="3266"/>
                </a:lnTo>
                <a:lnTo>
                  <a:pt x="9790" y="3240"/>
                </a:lnTo>
                <a:lnTo>
                  <a:pt x="9796" y="3240"/>
                </a:lnTo>
                <a:lnTo>
                  <a:pt x="9835" y="3239"/>
                </a:lnTo>
                <a:lnTo>
                  <a:pt x="9841" y="3239"/>
                </a:lnTo>
                <a:lnTo>
                  <a:pt x="10000" y="3241"/>
                </a:lnTo>
                <a:lnTo>
                  <a:pt x="9771" y="2859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5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40" name="Forma 39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3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4" name="Forma 43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6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7" name="Forma 46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1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2" name="Forma 51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8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9" name="Forma 58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60" name="Forma 59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2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3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4" name="Forma 63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8" name="!!LiquidoPleural"/>
          <p:cNvSpPr/>
          <p:nvPr/>
        </p:nvSpPr>
        <p:spPr>
          <a:xfrm>
            <a:off x="4800600" y="2665110"/>
            <a:ext cx="3840480" cy="803666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9" name="!!Leucocitos"/>
          <p:cNvGrpSpPr/>
          <p:nvPr/>
        </p:nvGrpSpPr>
        <p:grpSpPr>
          <a:xfrm>
            <a:off x="5103998" y="2708087"/>
            <a:ext cx="3429549" cy="756392"/>
            <a:chOff x="5103998" y="2708087"/>
            <a:chExt cx="3429549" cy="756392"/>
          </a:xfrm>
        </p:grpSpPr>
        <p:sp>
          <p:nvSpPr>
            <p:cNvPr id="70" name="Forma 69"/>
            <p:cNvSpPr/>
            <p:nvPr/>
          </p:nvSpPr>
          <p:spPr>
            <a:xfrm>
              <a:off x="5103998" y="2708087"/>
              <a:ext cx="3429549" cy="756392"/>
            </a:xfrm>
            <a:custGeom>
              <a:avLst/>
              <a:gdLst/>
              <a:ahLst/>
              <a:cxnLst/>
              <a:rect l="0" t="0" r="r" b="b"/>
              <a:pathLst>
                <a:path w="8930" h="1760">
                  <a:moveTo>
                    <a:pt x="2930" y="400"/>
                  </a:moveTo>
                  <a:cubicBezTo>
                    <a:pt x="2930" y="460"/>
                    <a:pt x="2880" y="510"/>
                    <a:pt x="2820" y="510"/>
                  </a:cubicBezTo>
                  <a:cubicBezTo>
                    <a:pt x="2759" y="510"/>
                    <a:pt x="2710" y="460"/>
                    <a:pt x="2710" y="400"/>
                  </a:cubicBezTo>
                  <a:cubicBezTo>
                    <a:pt x="2710" y="339"/>
                    <a:pt x="2759" y="290"/>
                    <a:pt x="2820" y="290"/>
                  </a:cubicBezTo>
                  <a:cubicBezTo>
                    <a:pt x="2880" y="290"/>
                    <a:pt x="2930" y="339"/>
                    <a:pt x="2930" y="400"/>
                  </a:cubicBezTo>
                  <a:close/>
                  <a:moveTo>
                    <a:pt x="3660" y="140"/>
                  </a:moveTo>
                  <a:cubicBezTo>
                    <a:pt x="3660" y="200"/>
                    <a:pt x="3610" y="250"/>
                    <a:pt x="3550" y="250"/>
                  </a:cubicBezTo>
                  <a:cubicBezTo>
                    <a:pt x="3489" y="250"/>
                    <a:pt x="3440" y="200"/>
                    <a:pt x="3440" y="140"/>
                  </a:cubicBezTo>
                  <a:cubicBezTo>
                    <a:pt x="3440" y="79"/>
                    <a:pt x="3489" y="30"/>
                    <a:pt x="3550" y="30"/>
                  </a:cubicBezTo>
                  <a:cubicBezTo>
                    <a:pt x="3610" y="30"/>
                    <a:pt x="3660" y="79"/>
                    <a:pt x="3660" y="140"/>
                  </a:cubicBezTo>
                  <a:close/>
                  <a:moveTo>
                    <a:pt x="360" y="1390"/>
                  </a:moveTo>
                  <a:cubicBezTo>
                    <a:pt x="360" y="1450"/>
                    <a:pt x="310" y="1500"/>
                    <a:pt x="250" y="1500"/>
                  </a:cubicBezTo>
                  <a:cubicBezTo>
                    <a:pt x="189" y="1500"/>
                    <a:pt x="140" y="1450"/>
                    <a:pt x="140" y="1390"/>
                  </a:cubicBezTo>
                  <a:cubicBezTo>
                    <a:pt x="140" y="1329"/>
                    <a:pt x="189" y="1280"/>
                    <a:pt x="250" y="1280"/>
                  </a:cubicBezTo>
                  <a:cubicBezTo>
                    <a:pt x="310" y="1280"/>
                    <a:pt x="360" y="1329"/>
                    <a:pt x="360" y="1390"/>
                  </a:cubicBezTo>
                  <a:close/>
                  <a:moveTo>
                    <a:pt x="580" y="950"/>
                  </a:moveTo>
                  <a:cubicBezTo>
                    <a:pt x="580" y="1010"/>
                    <a:pt x="530" y="1060"/>
                    <a:pt x="470" y="1060"/>
                  </a:cubicBezTo>
                  <a:cubicBezTo>
                    <a:pt x="409" y="1060"/>
                    <a:pt x="360" y="1010"/>
                    <a:pt x="360" y="950"/>
                  </a:cubicBezTo>
                  <a:cubicBezTo>
                    <a:pt x="360" y="889"/>
                    <a:pt x="409" y="840"/>
                    <a:pt x="470" y="840"/>
                  </a:cubicBezTo>
                  <a:cubicBezTo>
                    <a:pt x="530" y="840"/>
                    <a:pt x="580" y="889"/>
                    <a:pt x="580" y="950"/>
                  </a:cubicBezTo>
                  <a:close/>
                  <a:moveTo>
                    <a:pt x="5580" y="160"/>
                  </a:moveTo>
                  <a:cubicBezTo>
                    <a:pt x="5580" y="220"/>
                    <a:pt x="5530" y="270"/>
                    <a:pt x="5470" y="270"/>
                  </a:cubicBezTo>
                  <a:cubicBezTo>
                    <a:pt x="5409" y="270"/>
                    <a:pt x="5360" y="220"/>
                    <a:pt x="5360" y="160"/>
                  </a:cubicBezTo>
                  <a:cubicBezTo>
                    <a:pt x="5360" y="99"/>
                    <a:pt x="5409" y="50"/>
                    <a:pt x="5470" y="50"/>
                  </a:cubicBezTo>
                  <a:cubicBezTo>
                    <a:pt x="5530" y="50"/>
                    <a:pt x="5580" y="99"/>
                    <a:pt x="5580" y="160"/>
                  </a:cubicBezTo>
                  <a:close/>
                  <a:moveTo>
                    <a:pt x="8930" y="1310"/>
                  </a:moveTo>
                  <a:cubicBezTo>
                    <a:pt x="8930" y="1370"/>
                    <a:pt x="8880" y="1420"/>
                    <a:pt x="8820" y="1420"/>
                  </a:cubicBezTo>
                  <a:cubicBezTo>
                    <a:pt x="8759" y="1420"/>
                    <a:pt x="8710" y="1370"/>
                    <a:pt x="8710" y="1310"/>
                  </a:cubicBezTo>
                  <a:cubicBezTo>
                    <a:pt x="8710" y="1249"/>
                    <a:pt x="8759" y="1200"/>
                    <a:pt x="8820" y="1200"/>
                  </a:cubicBezTo>
                  <a:cubicBezTo>
                    <a:pt x="8880" y="1200"/>
                    <a:pt x="8930" y="1249"/>
                    <a:pt x="8930" y="1310"/>
                  </a:cubicBezTo>
                  <a:close/>
                  <a:moveTo>
                    <a:pt x="1810" y="110"/>
                  </a:moveTo>
                  <a:cubicBezTo>
                    <a:pt x="1810" y="170"/>
                    <a:pt x="1760" y="220"/>
                    <a:pt x="1700" y="220"/>
                  </a:cubicBezTo>
                  <a:cubicBezTo>
                    <a:pt x="1639" y="220"/>
                    <a:pt x="1590" y="170"/>
                    <a:pt x="1590" y="110"/>
                  </a:cubicBezTo>
                  <a:cubicBezTo>
                    <a:pt x="1590" y="49"/>
                    <a:pt x="1639" y="0"/>
                    <a:pt x="1700" y="0"/>
                  </a:cubicBezTo>
                  <a:cubicBezTo>
                    <a:pt x="1760" y="0"/>
                    <a:pt x="1810" y="49"/>
                    <a:pt x="1810" y="110"/>
                  </a:cubicBezTo>
                  <a:close/>
                  <a:moveTo>
                    <a:pt x="500" y="1130"/>
                  </a:moveTo>
                  <a:cubicBezTo>
                    <a:pt x="500" y="1190"/>
                    <a:pt x="450" y="1240"/>
                    <a:pt x="390" y="1240"/>
                  </a:cubicBezTo>
                  <a:cubicBezTo>
                    <a:pt x="329" y="1240"/>
                    <a:pt x="280" y="1190"/>
                    <a:pt x="280" y="1130"/>
                  </a:cubicBezTo>
                  <a:cubicBezTo>
                    <a:pt x="280" y="1069"/>
                    <a:pt x="329" y="1020"/>
                    <a:pt x="390" y="1020"/>
                  </a:cubicBezTo>
                  <a:cubicBezTo>
                    <a:pt x="450" y="1020"/>
                    <a:pt x="500" y="1069"/>
                    <a:pt x="500" y="1130"/>
                  </a:cubicBezTo>
                  <a:close/>
                  <a:moveTo>
                    <a:pt x="3900" y="190"/>
                  </a:moveTo>
                  <a:cubicBezTo>
                    <a:pt x="3900" y="250"/>
                    <a:pt x="3850" y="300"/>
                    <a:pt x="3790" y="300"/>
                  </a:cubicBezTo>
                  <a:cubicBezTo>
                    <a:pt x="3729" y="300"/>
                    <a:pt x="3680" y="250"/>
                    <a:pt x="3680" y="190"/>
                  </a:cubicBezTo>
                  <a:cubicBezTo>
                    <a:pt x="3680" y="129"/>
                    <a:pt x="3729" y="80"/>
                    <a:pt x="3790" y="80"/>
                  </a:cubicBezTo>
                  <a:cubicBezTo>
                    <a:pt x="3850" y="80"/>
                    <a:pt x="3900" y="129"/>
                    <a:pt x="3900" y="190"/>
                  </a:cubicBezTo>
                  <a:close/>
                  <a:moveTo>
                    <a:pt x="2080" y="250"/>
                  </a:moveTo>
                  <a:cubicBezTo>
                    <a:pt x="2080" y="310"/>
                    <a:pt x="2030" y="360"/>
                    <a:pt x="1970" y="360"/>
                  </a:cubicBezTo>
                  <a:cubicBezTo>
                    <a:pt x="1909" y="360"/>
                    <a:pt x="1860" y="310"/>
                    <a:pt x="1860" y="250"/>
                  </a:cubicBezTo>
                  <a:cubicBezTo>
                    <a:pt x="1860" y="189"/>
                    <a:pt x="1909" y="140"/>
                    <a:pt x="1970" y="140"/>
                  </a:cubicBezTo>
                  <a:cubicBezTo>
                    <a:pt x="2030" y="140"/>
                    <a:pt x="2080" y="189"/>
                    <a:pt x="2080" y="250"/>
                  </a:cubicBezTo>
                  <a:close/>
                  <a:moveTo>
                    <a:pt x="5260" y="1100"/>
                  </a:moveTo>
                  <a:cubicBezTo>
                    <a:pt x="5260" y="1160"/>
                    <a:pt x="5210" y="1210"/>
                    <a:pt x="5150" y="1210"/>
                  </a:cubicBezTo>
                  <a:cubicBezTo>
                    <a:pt x="5089" y="1210"/>
                    <a:pt x="5040" y="1160"/>
                    <a:pt x="5040" y="1100"/>
                  </a:cubicBezTo>
                  <a:cubicBezTo>
                    <a:pt x="5040" y="1039"/>
                    <a:pt x="5089" y="990"/>
                    <a:pt x="5150" y="990"/>
                  </a:cubicBezTo>
                  <a:cubicBezTo>
                    <a:pt x="5210" y="990"/>
                    <a:pt x="5260" y="1039"/>
                    <a:pt x="5260" y="1100"/>
                  </a:cubicBezTo>
                  <a:close/>
                  <a:moveTo>
                    <a:pt x="220" y="1460"/>
                  </a:moveTo>
                  <a:cubicBezTo>
                    <a:pt x="220" y="1520"/>
                    <a:pt x="170" y="1570"/>
                    <a:pt x="110" y="1570"/>
                  </a:cubicBezTo>
                  <a:cubicBezTo>
                    <a:pt x="49" y="1570"/>
                    <a:pt x="0" y="1520"/>
                    <a:pt x="0" y="1460"/>
                  </a:cubicBezTo>
                  <a:cubicBezTo>
                    <a:pt x="0" y="1399"/>
                    <a:pt x="49" y="1350"/>
                    <a:pt x="110" y="1350"/>
                  </a:cubicBezTo>
                  <a:cubicBezTo>
                    <a:pt x="170" y="1350"/>
                    <a:pt x="220" y="1399"/>
                    <a:pt x="220" y="1460"/>
                  </a:cubicBezTo>
                  <a:close/>
                  <a:moveTo>
                    <a:pt x="880" y="590"/>
                  </a:moveTo>
                  <a:cubicBezTo>
                    <a:pt x="880" y="650"/>
                    <a:pt x="830" y="700"/>
                    <a:pt x="770" y="700"/>
                  </a:cubicBezTo>
                  <a:cubicBezTo>
                    <a:pt x="709" y="700"/>
                    <a:pt x="660" y="650"/>
                    <a:pt x="660" y="590"/>
                  </a:cubicBezTo>
                  <a:cubicBezTo>
                    <a:pt x="660" y="529"/>
                    <a:pt x="709" y="480"/>
                    <a:pt x="770" y="480"/>
                  </a:cubicBezTo>
                  <a:cubicBezTo>
                    <a:pt x="830" y="480"/>
                    <a:pt x="880" y="529"/>
                    <a:pt x="880" y="590"/>
                  </a:cubicBezTo>
                  <a:close/>
                  <a:moveTo>
                    <a:pt x="6070" y="1620"/>
                  </a:moveTo>
                  <a:cubicBezTo>
                    <a:pt x="6070" y="1680"/>
                    <a:pt x="6020" y="1730"/>
                    <a:pt x="5960" y="1730"/>
                  </a:cubicBezTo>
                  <a:cubicBezTo>
                    <a:pt x="5899" y="1730"/>
                    <a:pt x="5850" y="1680"/>
                    <a:pt x="5850" y="1620"/>
                  </a:cubicBezTo>
                  <a:cubicBezTo>
                    <a:pt x="5850" y="1559"/>
                    <a:pt x="5899" y="1510"/>
                    <a:pt x="5960" y="1510"/>
                  </a:cubicBezTo>
                  <a:cubicBezTo>
                    <a:pt x="6020" y="1510"/>
                    <a:pt x="6070" y="1559"/>
                    <a:pt x="6070" y="1620"/>
                  </a:cubicBezTo>
                  <a:close/>
                  <a:moveTo>
                    <a:pt x="5580" y="170"/>
                  </a:moveTo>
                  <a:cubicBezTo>
                    <a:pt x="5580" y="230"/>
                    <a:pt x="5530" y="280"/>
                    <a:pt x="5470" y="280"/>
                  </a:cubicBezTo>
                  <a:cubicBezTo>
                    <a:pt x="5409" y="280"/>
                    <a:pt x="5360" y="230"/>
                    <a:pt x="5360" y="170"/>
                  </a:cubicBezTo>
                  <a:cubicBezTo>
                    <a:pt x="5360" y="109"/>
                    <a:pt x="5409" y="60"/>
                    <a:pt x="5470" y="60"/>
                  </a:cubicBezTo>
                  <a:cubicBezTo>
                    <a:pt x="5530" y="60"/>
                    <a:pt x="5580" y="109"/>
                    <a:pt x="5580" y="170"/>
                  </a:cubicBezTo>
                  <a:close/>
                  <a:moveTo>
                    <a:pt x="5520" y="1510"/>
                  </a:moveTo>
                  <a:cubicBezTo>
                    <a:pt x="5520" y="1570"/>
                    <a:pt x="5470" y="1620"/>
                    <a:pt x="5410" y="1620"/>
                  </a:cubicBezTo>
                  <a:cubicBezTo>
                    <a:pt x="5349" y="1620"/>
                    <a:pt x="5300" y="1570"/>
                    <a:pt x="5300" y="1510"/>
                  </a:cubicBezTo>
                  <a:cubicBezTo>
                    <a:pt x="5300" y="1449"/>
                    <a:pt x="5349" y="1400"/>
                    <a:pt x="5410" y="1400"/>
                  </a:cubicBezTo>
                  <a:cubicBezTo>
                    <a:pt x="5470" y="1400"/>
                    <a:pt x="5520" y="1449"/>
                    <a:pt x="5520" y="1510"/>
                  </a:cubicBezTo>
                  <a:close/>
                  <a:moveTo>
                    <a:pt x="3680" y="140"/>
                  </a:moveTo>
                  <a:cubicBezTo>
                    <a:pt x="3680" y="200"/>
                    <a:pt x="3630" y="250"/>
                    <a:pt x="3570" y="250"/>
                  </a:cubicBezTo>
                  <a:cubicBezTo>
                    <a:pt x="3509" y="250"/>
                    <a:pt x="3460" y="200"/>
                    <a:pt x="3460" y="140"/>
                  </a:cubicBezTo>
                  <a:cubicBezTo>
                    <a:pt x="3460" y="79"/>
                    <a:pt x="3509" y="30"/>
                    <a:pt x="3570" y="30"/>
                  </a:cubicBezTo>
                  <a:cubicBezTo>
                    <a:pt x="3630" y="30"/>
                    <a:pt x="3680" y="79"/>
                    <a:pt x="3680" y="140"/>
                  </a:cubicBezTo>
                  <a:close/>
                  <a:moveTo>
                    <a:pt x="1880" y="130"/>
                  </a:moveTo>
                  <a:cubicBezTo>
                    <a:pt x="1880" y="190"/>
                    <a:pt x="1830" y="240"/>
                    <a:pt x="1770" y="240"/>
                  </a:cubicBezTo>
                  <a:cubicBezTo>
                    <a:pt x="1709" y="240"/>
                    <a:pt x="1660" y="190"/>
                    <a:pt x="1660" y="130"/>
                  </a:cubicBezTo>
                  <a:cubicBezTo>
                    <a:pt x="1660" y="69"/>
                    <a:pt x="1709" y="20"/>
                    <a:pt x="1770" y="20"/>
                  </a:cubicBezTo>
                  <a:cubicBezTo>
                    <a:pt x="1830" y="20"/>
                    <a:pt x="1880" y="69"/>
                    <a:pt x="1880" y="130"/>
                  </a:cubicBezTo>
                  <a:close/>
                  <a:moveTo>
                    <a:pt x="5320" y="360"/>
                  </a:moveTo>
                  <a:cubicBezTo>
                    <a:pt x="5320" y="420"/>
                    <a:pt x="5270" y="470"/>
                    <a:pt x="5210" y="470"/>
                  </a:cubicBezTo>
                  <a:cubicBezTo>
                    <a:pt x="5149" y="470"/>
                    <a:pt x="5100" y="420"/>
                    <a:pt x="5100" y="360"/>
                  </a:cubicBezTo>
                  <a:cubicBezTo>
                    <a:pt x="5100" y="299"/>
                    <a:pt x="5149" y="250"/>
                    <a:pt x="5210" y="250"/>
                  </a:cubicBezTo>
                  <a:cubicBezTo>
                    <a:pt x="5270" y="250"/>
                    <a:pt x="5320" y="299"/>
                    <a:pt x="5320" y="360"/>
                  </a:cubicBezTo>
                  <a:close/>
                  <a:moveTo>
                    <a:pt x="2580" y="1090"/>
                  </a:moveTo>
                  <a:cubicBezTo>
                    <a:pt x="2580" y="1150"/>
                    <a:pt x="2530" y="1200"/>
                    <a:pt x="2470" y="1200"/>
                  </a:cubicBezTo>
                  <a:cubicBezTo>
                    <a:pt x="2409" y="1200"/>
                    <a:pt x="2360" y="1150"/>
                    <a:pt x="2360" y="1090"/>
                  </a:cubicBezTo>
                  <a:cubicBezTo>
                    <a:pt x="2360" y="1029"/>
                    <a:pt x="2409" y="980"/>
                    <a:pt x="2470" y="980"/>
                  </a:cubicBezTo>
                  <a:cubicBezTo>
                    <a:pt x="2530" y="980"/>
                    <a:pt x="2580" y="1029"/>
                    <a:pt x="2580" y="1090"/>
                  </a:cubicBezTo>
                  <a:close/>
                  <a:moveTo>
                    <a:pt x="1090" y="1400"/>
                  </a:moveTo>
                  <a:cubicBezTo>
                    <a:pt x="1090" y="1460"/>
                    <a:pt x="1040" y="1510"/>
                    <a:pt x="980" y="1510"/>
                  </a:cubicBezTo>
                  <a:cubicBezTo>
                    <a:pt x="919" y="1510"/>
                    <a:pt x="870" y="1460"/>
                    <a:pt x="870" y="1400"/>
                  </a:cubicBezTo>
                  <a:cubicBezTo>
                    <a:pt x="870" y="1339"/>
                    <a:pt x="919" y="1290"/>
                    <a:pt x="980" y="1290"/>
                  </a:cubicBezTo>
                  <a:cubicBezTo>
                    <a:pt x="1040" y="1290"/>
                    <a:pt x="1090" y="1339"/>
                    <a:pt x="1090" y="1400"/>
                  </a:cubicBezTo>
                  <a:close/>
                  <a:moveTo>
                    <a:pt x="820" y="1480"/>
                  </a:moveTo>
                  <a:cubicBezTo>
                    <a:pt x="820" y="1540"/>
                    <a:pt x="770" y="1590"/>
                    <a:pt x="710" y="1590"/>
                  </a:cubicBezTo>
                  <a:cubicBezTo>
                    <a:pt x="649" y="1590"/>
                    <a:pt x="600" y="1540"/>
                    <a:pt x="600" y="1480"/>
                  </a:cubicBezTo>
                  <a:cubicBezTo>
                    <a:pt x="600" y="1419"/>
                    <a:pt x="649" y="1370"/>
                    <a:pt x="710" y="1370"/>
                  </a:cubicBezTo>
                  <a:cubicBezTo>
                    <a:pt x="770" y="1370"/>
                    <a:pt x="820" y="1419"/>
                    <a:pt x="820" y="1480"/>
                  </a:cubicBezTo>
                  <a:close/>
                  <a:moveTo>
                    <a:pt x="2770" y="1450"/>
                  </a:moveTo>
                  <a:cubicBezTo>
                    <a:pt x="2770" y="1510"/>
                    <a:pt x="2720" y="1560"/>
                    <a:pt x="2660" y="1560"/>
                  </a:cubicBezTo>
                  <a:cubicBezTo>
                    <a:pt x="2599" y="1560"/>
                    <a:pt x="2550" y="1510"/>
                    <a:pt x="2550" y="1450"/>
                  </a:cubicBezTo>
                  <a:cubicBezTo>
                    <a:pt x="2550" y="1389"/>
                    <a:pt x="2599" y="1340"/>
                    <a:pt x="2660" y="1340"/>
                  </a:cubicBezTo>
                  <a:cubicBezTo>
                    <a:pt x="2720" y="1340"/>
                    <a:pt x="2770" y="1389"/>
                    <a:pt x="2770" y="1450"/>
                  </a:cubicBezTo>
                  <a:close/>
                  <a:moveTo>
                    <a:pt x="7970" y="480"/>
                  </a:moveTo>
                  <a:cubicBezTo>
                    <a:pt x="7970" y="540"/>
                    <a:pt x="7920" y="590"/>
                    <a:pt x="7860" y="590"/>
                  </a:cubicBezTo>
                  <a:cubicBezTo>
                    <a:pt x="7799" y="590"/>
                    <a:pt x="7750" y="540"/>
                    <a:pt x="7750" y="480"/>
                  </a:cubicBezTo>
                  <a:cubicBezTo>
                    <a:pt x="7750" y="419"/>
                    <a:pt x="7799" y="370"/>
                    <a:pt x="7860" y="370"/>
                  </a:cubicBezTo>
                  <a:cubicBezTo>
                    <a:pt x="7920" y="370"/>
                    <a:pt x="7970" y="419"/>
                    <a:pt x="7970" y="480"/>
                  </a:cubicBezTo>
                  <a:close/>
                  <a:moveTo>
                    <a:pt x="670" y="1500"/>
                  </a:moveTo>
                  <a:cubicBezTo>
                    <a:pt x="670" y="1560"/>
                    <a:pt x="620" y="1610"/>
                    <a:pt x="560" y="1610"/>
                  </a:cubicBezTo>
                  <a:cubicBezTo>
                    <a:pt x="499" y="1610"/>
                    <a:pt x="450" y="1560"/>
                    <a:pt x="450" y="1500"/>
                  </a:cubicBezTo>
                  <a:cubicBezTo>
                    <a:pt x="450" y="1439"/>
                    <a:pt x="499" y="1390"/>
                    <a:pt x="560" y="1390"/>
                  </a:cubicBezTo>
                  <a:cubicBezTo>
                    <a:pt x="620" y="1390"/>
                    <a:pt x="670" y="1439"/>
                    <a:pt x="670" y="1500"/>
                  </a:cubicBezTo>
                  <a:close/>
                  <a:moveTo>
                    <a:pt x="5460" y="1650"/>
                  </a:moveTo>
                  <a:cubicBezTo>
                    <a:pt x="5460" y="1710"/>
                    <a:pt x="5410" y="1760"/>
                    <a:pt x="5350" y="1760"/>
                  </a:cubicBezTo>
                  <a:cubicBezTo>
                    <a:pt x="5289" y="1760"/>
                    <a:pt x="5240" y="1710"/>
                    <a:pt x="5240" y="1650"/>
                  </a:cubicBezTo>
                  <a:cubicBezTo>
                    <a:pt x="5240" y="1589"/>
                    <a:pt x="5289" y="1540"/>
                    <a:pt x="5350" y="1540"/>
                  </a:cubicBezTo>
                  <a:cubicBezTo>
                    <a:pt x="5410" y="1540"/>
                    <a:pt x="5460" y="1589"/>
                    <a:pt x="5460" y="1650"/>
                  </a:cubicBezTo>
                  <a:close/>
                  <a:moveTo>
                    <a:pt x="1540" y="970"/>
                  </a:moveTo>
                  <a:cubicBezTo>
                    <a:pt x="1540" y="1030"/>
                    <a:pt x="1490" y="1080"/>
                    <a:pt x="1430" y="1080"/>
                  </a:cubicBezTo>
                  <a:cubicBezTo>
                    <a:pt x="1369" y="1080"/>
                    <a:pt x="1320" y="1030"/>
                    <a:pt x="1320" y="970"/>
                  </a:cubicBezTo>
                  <a:cubicBezTo>
                    <a:pt x="1320" y="909"/>
                    <a:pt x="1369" y="860"/>
                    <a:pt x="1430" y="860"/>
                  </a:cubicBezTo>
                  <a:cubicBezTo>
                    <a:pt x="1490" y="860"/>
                    <a:pt x="1540" y="909"/>
                    <a:pt x="1540" y="970"/>
                  </a:cubicBezTo>
                  <a:close/>
                  <a:moveTo>
                    <a:pt x="610" y="1420"/>
                  </a:moveTo>
                  <a:cubicBezTo>
                    <a:pt x="610" y="1480"/>
                    <a:pt x="560" y="1530"/>
                    <a:pt x="500" y="1530"/>
                  </a:cubicBezTo>
                  <a:cubicBezTo>
                    <a:pt x="439" y="1530"/>
                    <a:pt x="390" y="1480"/>
                    <a:pt x="390" y="1420"/>
                  </a:cubicBezTo>
                  <a:cubicBezTo>
                    <a:pt x="390" y="1359"/>
                    <a:pt x="439" y="1310"/>
                    <a:pt x="500" y="1310"/>
                  </a:cubicBezTo>
                  <a:cubicBezTo>
                    <a:pt x="560" y="1310"/>
                    <a:pt x="610" y="1359"/>
                    <a:pt x="610" y="1420"/>
                  </a:cubicBezTo>
                  <a:close/>
                  <a:moveTo>
                    <a:pt x="6910" y="180"/>
                  </a:moveTo>
                  <a:cubicBezTo>
                    <a:pt x="6910" y="240"/>
                    <a:pt x="6860" y="290"/>
                    <a:pt x="6800" y="290"/>
                  </a:cubicBezTo>
                  <a:cubicBezTo>
                    <a:pt x="6739" y="290"/>
                    <a:pt x="6690" y="240"/>
                    <a:pt x="6690" y="180"/>
                  </a:cubicBezTo>
                  <a:cubicBezTo>
                    <a:pt x="6690" y="119"/>
                    <a:pt x="6739" y="70"/>
                    <a:pt x="6800" y="70"/>
                  </a:cubicBezTo>
                  <a:cubicBezTo>
                    <a:pt x="6860" y="70"/>
                    <a:pt x="6910" y="119"/>
                    <a:pt x="6910" y="180"/>
                  </a:cubicBezTo>
                  <a:close/>
                  <a:moveTo>
                    <a:pt x="5390" y="170"/>
                  </a:moveTo>
                  <a:cubicBezTo>
                    <a:pt x="5390" y="230"/>
                    <a:pt x="5340" y="280"/>
                    <a:pt x="5280" y="280"/>
                  </a:cubicBezTo>
                  <a:cubicBezTo>
                    <a:pt x="5219" y="280"/>
                    <a:pt x="5170" y="230"/>
                    <a:pt x="5170" y="170"/>
                  </a:cubicBezTo>
                  <a:cubicBezTo>
                    <a:pt x="5170" y="109"/>
                    <a:pt x="5219" y="60"/>
                    <a:pt x="5280" y="60"/>
                  </a:cubicBezTo>
                  <a:cubicBezTo>
                    <a:pt x="5340" y="60"/>
                    <a:pt x="5390" y="109"/>
                    <a:pt x="5390" y="170"/>
                  </a:cubicBezTo>
                  <a:close/>
                  <a:moveTo>
                    <a:pt x="5950" y="540"/>
                  </a:moveTo>
                  <a:cubicBezTo>
                    <a:pt x="5950" y="600"/>
                    <a:pt x="5900" y="650"/>
                    <a:pt x="5840" y="650"/>
                  </a:cubicBezTo>
                  <a:cubicBezTo>
                    <a:pt x="5779" y="650"/>
                    <a:pt x="5730" y="600"/>
                    <a:pt x="5730" y="540"/>
                  </a:cubicBezTo>
                  <a:cubicBezTo>
                    <a:pt x="5730" y="479"/>
                    <a:pt x="5779" y="430"/>
                    <a:pt x="5840" y="430"/>
                  </a:cubicBezTo>
                  <a:cubicBezTo>
                    <a:pt x="5900" y="430"/>
                    <a:pt x="5950" y="479"/>
                    <a:pt x="5950" y="540"/>
                  </a:cubicBezTo>
                  <a:close/>
                  <a:moveTo>
                    <a:pt x="4700" y="1380"/>
                  </a:moveTo>
                  <a:cubicBezTo>
                    <a:pt x="4700" y="1440"/>
                    <a:pt x="4650" y="1490"/>
                    <a:pt x="4590" y="1490"/>
                  </a:cubicBezTo>
                  <a:cubicBezTo>
                    <a:pt x="4529" y="1490"/>
                    <a:pt x="4480" y="1440"/>
                    <a:pt x="4480" y="1380"/>
                  </a:cubicBezTo>
                  <a:cubicBezTo>
                    <a:pt x="4480" y="1319"/>
                    <a:pt x="4529" y="1270"/>
                    <a:pt x="4590" y="1270"/>
                  </a:cubicBezTo>
                  <a:cubicBezTo>
                    <a:pt x="4650" y="1270"/>
                    <a:pt x="4700" y="1319"/>
                    <a:pt x="4700" y="1380"/>
                  </a:cubicBezTo>
                  <a:close/>
                  <a:moveTo>
                    <a:pt x="3990" y="820"/>
                  </a:moveTo>
                  <a:cubicBezTo>
                    <a:pt x="3990" y="880"/>
                    <a:pt x="3940" y="930"/>
                    <a:pt x="3880" y="930"/>
                  </a:cubicBezTo>
                  <a:cubicBezTo>
                    <a:pt x="3819" y="930"/>
                    <a:pt x="3770" y="880"/>
                    <a:pt x="3770" y="820"/>
                  </a:cubicBezTo>
                  <a:cubicBezTo>
                    <a:pt x="3770" y="759"/>
                    <a:pt x="3819" y="710"/>
                    <a:pt x="3880" y="710"/>
                  </a:cubicBezTo>
                  <a:cubicBezTo>
                    <a:pt x="3940" y="710"/>
                    <a:pt x="3990" y="759"/>
                    <a:pt x="3990" y="820"/>
                  </a:cubicBezTo>
                  <a:close/>
                  <a:moveTo>
                    <a:pt x="4380" y="1510"/>
                  </a:moveTo>
                  <a:cubicBezTo>
                    <a:pt x="4380" y="1570"/>
                    <a:pt x="4330" y="1620"/>
                    <a:pt x="4270" y="1620"/>
                  </a:cubicBezTo>
                  <a:cubicBezTo>
                    <a:pt x="4209" y="1620"/>
                    <a:pt x="4160" y="1570"/>
                    <a:pt x="4160" y="1510"/>
                  </a:cubicBezTo>
                  <a:cubicBezTo>
                    <a:pt x="4160" y="1449"/>
                    <a:pt x="4209" y="1400"/>
                    <a:pt x="4270" y="1400"/>
                  </a:cubicBezTo>
                  <a:cubicBezTo>
                    <a:pt x="4330" y="1400"/>
                    <a:pt x="4380" y="1449"/>
                    <a:pt x="4380" y="1510"/>
                  </a:cubicBezTo>
                  <a:close/>
                  <a:moveTo>
                    <a:pt x="4260" y="940"/>
                  </a:moveTo>
                  <a:cubicBezTo>
                    <a:pt x="4260" y="1000"/>
                    <a:pt x="4210" y="1050"/>
                    <a:pt x="4150" y="1050"/>
                  </a:cubicBezTo>
                  <a:cubicBezTo>
                    <a:pt x="4089" y="1050"/>
                    <a:pt x="4040" y="1000"/>
                    <a:pt x="4040" y="940"/>
                  </a:cubicBezTo>
                  <a:cubicBezTo>
                    <a:pt x="4040" y="879"/>
                    <a:pt x="4089" y="830"/>
                    <a:pt x="4150" y="830"/>
                  </a:cubicBezTo>
                  <a:cubicBezTo>
                    <a:pt x="4210" y="830"/>
                    <a:pt x="4260" y="879"/>
                    <a:pt x="4260" y="940"/>
                  </a:cubicBezTo>
                  <a:close/>
                  <a:moveTo>
                    <a:pt x="2680" y="650"/>
                  </a:moveTo>
                  <a:cubicBezTo>
                    <a:pt x="2680" y="710"/>
                    <a:pt x="2630" y="760"/>
                    <a:pt x="2570" y="760"/>
                  </a:cubicBezTo>
                  <a:cubicBezTo>
                    <a:pt x="2509" y="760"/>
                    <a:pt x="2460" y="710"/>
                    <a:pt x="2460" y="650"/>
                  </a:cubicBezTo>
                  <a:cubicBezTo>
                    <a:pt x="2460" y="589"/>
                    <a:pt x="2509" y="540"/>
                    <a:pt x="2570" y="540"/>
                  </a:cubicBezTo>
                  <a:cubicBezTo>
                    <a:pt x="2630" y="540"/>
                    <a:pt x="2680" y="589"/>
                    <a:pt x="2680" y="650"/>
                  </a:cubicBezTo>
                  <a:close/>
                  <a:moveTo>
                    <a:pt x="7750" y="480"/>
                  </a:moveTo>
                  <a:cubicBezTo>
                    <a:pt x="7750" y="540"/>
                    <a:pt x="7700" y="590"/>
                    <a:pt x="7640" y="590"/>
                  </a:cubicBezTo>
                  <a:cubicBezTo>
                    <a:pt x="7579" y="590"/>
                    <a:pt x="7530" y="540"/>
                    <a:pt x="7530" y="480"/>
                  </a:cubicBezTo>
                  <a:cubicBezTo>
                    <a:pt x="7530" y="419"/>
                    <a:pt x="7579" y="370"/>
                    <a:pt x="7640" y="370"/>
                  </a:cubicBezTo>
                  <a:cubicBezTo>
                    <a:pt x="7700" y="370"/>
                    <a:pt x="7750" y="419"/>
                    <a:pt x="7750" y="480"/>
                  </a:cubicBezTo>
                  <a:close/>
                  <a:moveTo>
                    <a:pt x="6770" y="640"/>
                  </a:moveTo>
                  <a:cubicBezTo>
                    <a:pt x="6770" y="700"/>
                    <a:pt x="6720" y="750"/>
                    <a:pt x="6660" y="750"/>
                  </a:cubicBezTo>
                  <a:cubicBezTo>
                    <a:pt x="6599" y="750"/>
                    <a:pt x="6550" y="700"/>
                    <a:pt x="6550" y="640"/>
                  </a:cubicBezTo>
                  <a:cubicBezTo>
                    <a:pt x="6550" y="579"/>
                    <a:pt x="6599" y="530"/>
                    <a:pt x="6660" y="530"/>
                  </a:cubicBezTo>
                  <a:cubicBezTo>
                    <a:pt x="6720" y="530"/>
                    <a:pt x="6770" y="579"/>
                    <a:pt x="6770" y="640"/>
                  </a:cubicBezTo>
                  <a:close/>
                  <a:moveTo>
                    <a:pt x="450" y="1490"/>
                  </a:moveTo>
                  <a:cubicBezTo>
                    <a:pt x="450" y="1550"/>
                    <a:pt x="400" y="1600"/>
                    <a:pt x="340" y="1600"/>
                  </a:cubicBezTo>
                  <a:cubicBezTo>
                    <a:pt x="279" y="1600"/>
                    <a:pt x="230" y="1550"/>
                    <a:pt x="230" y="1490"/>
                  </a:cubicBezTo>
                  <a:cubicBezTo>
                    <a:pt x="230" y="1429"/>
                    <a:pt x="279" y="1380"/>
                    <a:pt x="340" y="1380"/>
                  </a:cubicBezTo>
                  <a:cubicBezTo>
                    <a:pt x="400" y="1380"/>
                    <a:pt x="450" y="1429"/>
                    <a:pt x="450" y="1490"/>
                  </a:cubicBezTo>
                  <a:close/>
                  <a:moveTo>
                    <a:pt x="2690" y="1360"/>
                  </a:moveTo>
                  <a:cubicBezTo>
                    <a:pt x="2690" y="1420"/>
                    <a:pt x="2640" y="1470"/>
                    <a:pt x="2580" y="1470"/>
                  </a:cubicBezTo>
                  <a:cubicBezTo>
                    <a:pt x="2519" y="1470"/>
                    <a:pt x="2470" y="1420"/>
                    <a:pt x="2470" y="1360"/>
                  </a:cubicBezTo>
                  <a:cubicBezTo>
                    <a:pt x="2470" y="1299"/>
                    <a:pt x="2519" y="1250"/>
                    <a:pt x="2580" y="1250"/>
                  </a:cubicBezTo>
                  <a:cubicBezTo>
                    <a:pt x="2640" y="1250"/>
                    <a:pt x="2690" y="1299"/>
                    <a:pt x="2690" y="1360"/>
                  </a:cubicBezTo>
                  <a:close/>
                  <a:moveTo>
                    <a:pt x="4680" y="890"/>
                  </a:moveTo>
                  <a:cubicBezTo>
                    <a:pt x="4680" y="950"/>
                    <a:pt x="4630" y="1000"/>
                    <a:pt x="4570" y="1000"/>
                  </a:cubicBezTo>
                  <a:cubicBezTo>
                    <a:pt x="4509" y="1000"/>
                    <a:pt x="4460" y="950"/>
                    <a:pt x="4460" y="890"/>
                  </a:cubicBezTo>
                  <a:cubicBezTo>
                    <a:pt x="4460" y="829"/>
                    <a:pt x="4509" y="780"/>
                    <a:pt x="4570" y="780"/>
                  </a:cubicBezTo>
                  <a:cubicBezTo>
                    <a:pt x="4630" y="780"/>
                    <a:pt x="4680" y="829"/>
                    <a:pt x="4680" y="890"/>
                  </a:cubicBezTo>
                  <a:close/>
                  <a:moveTo>
                    <a:pt x="7080" y="1160"/>
                  </a:moveTo>
                  <a:cubicBezTo>
                    <a:pt x="7080" y="1220"/>
                    <a:pt x="7030" y="1270"/>
                    <a:pt x="6970" y="1270"/>
                  </a:cubicBezTo>
                  <a:cubicBezTo>
                    <a:pt x="6909" y="1270"/>
                    <a:pt x="6860" y="1220"/>
                    <a:pt x="6860" y="1160"/>
                  </a:cubicBezTo>
                  <a:cubicBezTo>
                    <a:pt x="6860" y="1099"/>
                    <a:pt x="6909" y="1050"/>
                    <a:pt x="6970" y="1050"/>
                  </a:cubicBezTo>
                  <a:cubicBezTo>
                    <a:pt x="7030" y="1050"/>
                    <a:pt x="7080" y="1099"/>
                    <a:pt x="7080" y="1160"/>
                  </a:cubicBezTo>
                  <a:close/>
                  <a:moveTo>
                    <a:pt x="2560" y="1570"/>
                  </a:moveTo>
                  <a:cubicBezTo>
                    <a:pt x="2560" y="1630"/>
                    <a:pt x="2510" y="1680"/>
                    <a:pt x="2450" y="1680"/>
                  </a:cubicBezTo>
                  <a:cubicBezTo>
                    <a:pt x="2389" y="1680"/>
                    <a:pt x="2340" y="1630"/>
                    <a:pt x="2340" y="1570"/>
                  </a:cubicBezTo>
                  <a:cubicBezTo>
                    <a:pt x="2340" y="1509"/>
                    <a:pt x="2389" y="1460"/>
                    <a:pt x="2450" y="1460"/>
                  </a:cubicBezTo>
                  <a:cubicBezTo>
                    <a:pt x="2510" y="1460"/>
                    <a:pt x="2560" y="1509"/>
                    <a:pt x="2560" y="1570"/>
                  </a:cubicBezTo>
                  <a:close/>
                  <a:moveTo>
                    <a:pt x="360" y="320"/>
                  </a:moveTo>
                  <a:cubicBezTo>
                    <a:pt x="360" y="380"/>
                    <a:pt x="310" y="430"/>
                    <a:pt x="250" y="430"/>
                  </a:cubicBezTo>
                  <a:cubicBezTo>
                    <a:pt x="189" y="430"/>
                    <a:pt x="140" y="380"/>
                    <a:pt x="140" y="320"/>
                  </a:cubicBezTo>
                  <a:cubicBezTo>
                    <a:pt x="140" y="259"/>
                    <a:pt x="189" y="210"/>
                    <a:pt x="250" y="210"/>
                  </a:cubicBezTo>
                  <a:cubicBezTo>
                    <a:pt x="310" y="210"/>
                    <a:pt x="360" y="259"/>
                    <a:pt x="360" y="320"/>
                  </a:cubicBezTo>
                  <a:close/>
                  <a:moveTo>
                    <a:pt x="4860" y="1090"/>
                  </a:moveTo>
                  <a:cubicBezTo>
                    <a:pt x="4860" y="1150"/>
                    <a:pt x="4810" y="1200"/>
                    <a:pt x="4750" y="1200"/>
                  </a:cubicBezTo>
                  <a:cubicBezTo>
                    <a:pt x="4689" y="1200"/>
                    <a:pt x="4640" y="1150"/>
                    <a:pt x="4640" y="1090"/>
                  </a:cubicBezTo>
                  <a:cubicBezTo>
                    <a:pt x="4640" y="1029"/>
                    <a:pt x="4689" y="980"/>
                    <a:pt x="4750" y="980"/>
                  </a:cubicBezTo>
                  <a:cubicBezTo>
                    <a:pt x="4810" y="980"/>
                    <a:pt x="4860" y="1029"/>
                    <a:pt x="4860" y="109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5138562" y="2742468"/>
              <a:ext cx="3383463" cy="704820"/>
            </a:xfrm>
            <a:custGeom>
              <a:avLst/>
              <a:gdLst/>
              <a:ahLst/>
              <a:cxnLst/>
              <a:rect l="0" t="0" r="r" b="b"/>
              <a:pathLst>
                <a:path w="8810" h="1640">
                  <a:moveTo>
                    <a:pt x="2810" y="340"/>
                  </a:moveTo>
                  <a:cubicBezTo>
                    <a:pt x="2810" y="367"/>
                    <a:pt x="2787" y="390"/>
                    <a:pt x="2760" y="390"/>
                  </a:cubicBezTo>
                  <a:cubicBezTo>
                    <a:pt x="2732" y="390"/>
                    <a:pt x="2710" y="367"/>
                    <a:pt x="2710" y="340"/>
                  </a:cubicBezTo>
                  <a:cubicBezTo>
                    <a:pt x="2710" y="312"/>
                    <a:pt x="2732" y="290"/>
                    <a:pt x="2760" y="290"/>
                  </a:cubicBezTo>
                  <a:cubicBezTo>
                    <a:pt x="2787" y="290"/>
                    <a:pt x="2810" y="312"/>
                    <a:pt x="2810" y="340"/>
                  </a:cubicBezTo>
                  <a:close/>
                  <a:moveTo>
                    <a:pt x="3540" y="80"/>
                  </a:moveTo>
                  <a:cubicBezTo>
                    <a:pt x="3540" y="107"/>
                    <a:pt x="3517" y="130"/>
                    <a:pt x="3490" y="130"/>
                  </a:cubicBezTo>
                  <a:cubicBezTo>
                    <a:pt x="3462" y="130"/>
                    <a:pt x="3440" y="107"/>
                    <a:pt x="3440" y="80"/>
                  </a:cubicBezTo>
                  <a:cubicBezTo>
                    <a:pt x="3440" y="52"/>
                    <a:pt x="3462" y="30"/>
                    <a:pt x="3490" y="30"/>
                  </a:cubicBezTo>
                  <a:cubicBezTo>
                    <a:pt x="3517" y="30"/>
                    <a:pt x="3540" y="52"/>
                    <a:pt x="3540" y="80"/>
                  </a:cubicBezTo>
                  <a:close/>
                  <a:moveTo>
                    <a:pt x="240" y="1330"/>
                  </a:moveTo>
                  <a:cubicBezTo>
                    <a:pt x="240" y="1357"/>
                    <a:pt x="217" y="1380"/>
                    <a:pt x="190" y="1380"/>
                  </a:cubicBezTo>
                  <a:cubicBezTo>
                    <a:pt x="162" y="1380"/>
                    <a:pt x="140" y="1357"/>
                    <a:pt x="140" y="1330"/>
                  </a:cubicBezTo>
                  <a:cubicBezTo>
                    <a:pt x="140" y="1302"/>
                    <a:pt x="162" y="1280"/>
                    <a:pt x="190" y="1280"/>
                  </a:cubicBezTo>
                  <a:cubicBezTo>
                    <a:pt x="217" y="1280"/>
                    <a:pt x="240" y="1302"/>
                    <a:pt x="240" y="1330"/>
                  </a:cubicBezTo>
                  <a:close/>
                  <a:moveTo>
                    <a:pt x="460" y="890"/>
                  </a:moveTo>
                  <a:cubicBezTo>
                    <a:pt x="460" y="917"/>
                    <a:pt x="437" y="940"/>
                    <a:pt x="410" y="940"/>
                  </a:cubicBezTo>
                  <a:cubicBezTo>
                    <a:pt x="382" y="940"/>
                    <a:pt x="360" y="917"/>
                    <a:pt x="360" y="890"/>
                  </a:cubicBezTo>
                  <a:cubicBezTo>
                    <a:pt x="360" y="862"/>
                    <a:pt x="382" y="840"/>
                    <a:pt x="410" y="840"/>
                  </a:cubicBezTo>
                  <a:cubicBezTo>
                    <a:pt x="437" y="840"/>
                    <a:pt x="460" y="862"/>
                    <a:pt x="460" y="890"/>
                  </a:cubicBezTo>
                  <a:close/>
                  <a:moveTo>
                    <a:pt x="5460" y="100"/>
                  </a:moveTo>
                  <a:cubicBezTo>
                    <a:pt x="5460" y="127"/>
                    <a:pt x="5437" y="150"/>
                    <a:pt x="5410" y="150"/>
                  </a:cubicBezTo>
                  <a:cubicBezTo>
                    <a:pt x="5382" y="150"/>
                    <a:pt x="5360" y="127"/>
                    <a:pt x="5360" y="100"/>
                  </a:cubicBezTo>
                  <a:cubicBezTo>
                    <a:pt x="5360" y="72"/>
                    <a:pt x="5382" y="50"/>
                    <a:pt x="5410" y="50"/>
                  </a:cubicBezTo>
                  <a:cubicBezTo>
                    <a:pt x="5437" y="50"/>
                    <a:pt x="5460" y="72"/>
                    <a:pt x="5460" y="100"/>
                  </a:cubicBezTo>
                  <a:close/>
                  <a:moveTo>
                    <a:pt x="8810" y="1250"/>
                  </a:moveTo>
                  <a:cubicBezTo>
                    <a:pt x="8810" y="1277"/>
                    <a:pt x="8787" y="1300"/>
                    <a:pt x="8760" y="1300"/>
                  </a:cubicBezTo>
                  <a:cubicBezTo>
                    <a:pt x="8732" y="1300"/>
                    <a:pt x="8710" y="1277"/>
                    <a:pt x="8710" y="1250"/>
                  </a:cubicBezTo>
                  <a:cubicBezTo>
                    <a:pt x="8710" y="1222"/>
                    <a:pt x="8732" y="1200"/>
                    <a:pt x="8760" y="1200"/>
                  </a:cubicBezTo>
                  <a:cubicBezTo>
                    <a:pt x="8787" y="1200"/>
                    <a:pt x="8810" y="1222"/>
                    <a:pt x="8810" y="1250"/>
                  </a:cubicBezTo>
                  <a:close/>
                  <a:moveTo>
                    <a:pt x="1690" y="50"/>
                  </a:moveTo>
                  <a:cubicBezTo>
                    <a:pt x="1690" y="77"/>
                    <a:pt x="1667" y="100"/>
                    <a:pt x="1640" y="100"/>
                  </a:cubicBezTo>
                  <a:cubicBezTo>
                    <a:pt x="1612" y="100"/>
                    <a:pt x="1590" y="77"/>
                    <a:pt x="1590" y="50"/>
                  </a:cubicBezTo>
                  <a:cubicBezTo>
                    <a:pt x="1590" y="22"/>
                    <a:pt x="1612" y="0"/>
                    <a:pt x="1640" y="0"/>
                  </a:cubicBezTo>
                  <a:cubicBezTo>
                    <a:pt x="1667" y="0"/>
                    <a:pt x="1690" y="22"/>
                    <a:pt x="1690" y="50"/>
                  </a:cubicBezTo>
                  <a:close/>
                  <a:moveTo>
                    <a:pt x="380" y="1070"/>
                  </a:moveTo>
                  <a:cubicBezTo>
                    <a:pt x="380" y="1097"/>
                    <a:pt x="357" y="1120"/>
                    <a:pt x="330" y="1120"/>
                  </a:cubicBezTo>
                  <a:cubicBezTo>
                    <a:pt x="302" y="1120"/>
                    <a:pt x="280" y="1097"/>
                    <a:pt x="280" y="1070"/>
                  </a:cubicBezTo>
                  <a:cubicBezTo>
                    <a:pt x="280" y="1042"/>
                    <a:pt x="302" y="1020"/>
                    <a:pt x="330" y="1020"/>
                  </a:cubicBezTo>
                  <a:cubicBezTo>
                    <a:pt x="357" y="1020"/>
                    <a:pt x="380" y="1042"/>
                    <a:pt x="380" y="1070"/>
                  </a:cubicBezTo>
                  <a:close/>
                  <a:moveTo>
                    <a:pt x="3780" y="130"/>
                  </a:moveTo>
                  <a:cubicBezTo>
                    <a:pt x="3780" y="157"/>
                    <a:pt x="3757" y="180"/>
                    <a:pt x="3730" y="180"/>
                  </a:cubicBezTo>
                  <a:cubicBezTo>
                    <a:pt x="3702" y="180"/>
                    <a:pt x="3680" y="157"/>
                    <a:pt x="3680" y="130"/>
                  </a:cubicBezTo>
                  <a:cubicBezTo>
                    <a:pt x="3680" y="102"/>
                    <a:pt x="3702" y="80"/>
                    <a:pt x="3730" y="80"/>
                  </a:cubicBezTo>
                  <a:cubicBezTo>
                    <a:pt x="3757" y="80"/>
                    <a:pt x="3780" y="102"/>
                    <a:pt x="3780" y="130"/>
                  </a:cubicBezTo>
                  <a:close/>
                  <a:moveTo>
                    <a:pt x="1960" y="190"/>
                  </a:moveTo>
                  <a:cubicBezTo>
                    <a:pt x="1960" y="217"/>
                    <a:pt x="1937" y="240"/>
                    <a:pt x="1910" y="240"/>
                  </a:cubicBezTo>
                  <a:cubicBezTo>
                    <a:pt x="1882" y="240"/>
                    <a:pt x="1860" y="217"/>
                    <a:pt x="1860" y="190"/>
                  </a:cubicBezTo>
                  <a:cubicBezTo>
                    <a:pt x="1860" y="162"/>
                    <a:pt x="1882" y="140"/>
                    <a:pt x="1910" y="140"/>
                  </a:cubicBezTo>
                  <a:cubicBezTo>
                    <a:pt x="1937" y="140"/>
                    <a:pt x="1960" y="162"/>
                    <a:pt x="1960" y="190"/>
                  </a:cubicBezTo>
                  <a:close/>
                  <a:moveTo>
                    <a:pt x="5140" y="1040"/>
                  </a:moveTo>
                  <a:cubicBezTo>
                    <a:pt x="5140" y="1067"/>
                    <a:pt x="5117" y="1090"/>
                    <a:pt x="5090" y="1090"/>
                  </a:cubicBezTo>
                  <a:cubicBezTo>
                    <a:pt x="5062" y="1090"/>
                    <a:pt x="5040" y="1067"/>
                    <a:pt x="5040" y="1040"/>
                  </a:cubicBezTo>
                  <a:cubicBezTo>
                    <a:pt x="5040" y="1012"/>
                    <a:pt x="5062" y="990"/>
                    <a:pt x="5090" y="990"/>
                  </a:cubicBezTo>
                  <a:cubicBezTo>
                    <a:pt x="5117" y="990"/>
                    <a:pt x="5140" y="1012"/>
                    <a:pt x="5140" y="1040"/>
                  </a:cubicBezTo>
                  <a:close/>
                  <a:moveTo>
                    <a:pt x="100" y="1400"/>
                  </a:moveTo>
                  <a:cubicBezTo>
                    <a:pt x="100" y="1427"/>
                    <a:pt x="77" y="1450"/>
                    <a:pt x="50" y="1450"/>
                  </a:cubicBezTo>
                  <a:cubicBezTo>
                    <a:pt x="22" y="1450"/>
                    <a:pt x="0" y="1427"/>
                    <a:pt x="0" y="1400"/>
                  </a:cubicBezTo>
                  <a:cubicBezTo>
                    <a:pt x="0" y="1372"/>
                    <a:pt x="22" y="1350"/>
                    <a:pt x="50" y="1350"/>
                  </a:cubicBezTo>
                  <a:cubicBezTo>
                    <a:pt x="77" y="1350"/>
                    <a:pt x="100" y="1372"/>
                    <a:pt x="100" y="1400"/>
                  </a:cubicBezTo>
                  <a:close/>
                  <a:moveTo>
                    <a:pt x="760" y="530"/>
                  </a:moveTo>
                  <a:cubicBezTo>
                    <a:pt x="760" y="557"/>
                    <a:pt x="737" y="580"/>
                    <a:pt x="710" y="580"/>
                  </a:cubicBezTo>
                  <a:cubicBezTo>
                    <a:pt x="682" y="580"/>
                    <a:pt x="660" y="557"/>
                    <a:pt x="660" y="530"/>
                  </a:cubicBezTo>
                  <a:cubicBezTo>
                    <a:pt x="660" y="502"/>
                    <a:pt x="682" y="480"/>
                    <a:pt x="710" y="480"/>
                  </a:cubicBezTo>
                  <a:cubicBezTo>
                    <a:pt x="737" y="480"/>
                    <a:pt x="760" y="502"/>
                    <a:pt x="760" y="530"/>
                  </a:cubicBezTo>
                  <a:close/>
                  <a:moveTo>
                    <a:pt x="5950" y="1560"/>
                  </a:moveTo>
                  <a:cubicBezTo>
                    <a:pt x="5950" y="1587"/>
                    <a:pt x="5927" y="1610"/>
                    <a:pt x="5900" y="1610"/>
                  </a:cubicBezTo>
                  <a:cubicBezTo>
                    <a:pt x="5872" y="1610"/>
                    <a:pt x="5850" y="1587"/>
                    <a:pt x="5850" y="1560"/>
                  </a:cubicBezTo>
                  <a:cubicBezTo>
                    <a:pt x="5850" y="1532"/>
                    <a:pt x="5872" y="1510"/>
                    <a:pt x="5900" y="1510"/>
                  </a:cubicBezTo>
                  <a:cubicBezTo>
                    <a:pt x="5927" y="1510"/>
                    <a:pt x="5950" y="1532"/>
                    <a:pt x="5950" y="1560"/>
                  </a:cubicBezTo>
                  <a:close/>
                  <a:moveTo>
                    <a:pt x="5460" y="110"/>
                  </a:moveTo>
                  <a:cubicBezTo>
                    <a:pt x="5460" y="137"/>
                    <a:pt x="5437" y="160"/>
                    <a:pt x="5410" y="160"/>
                  </a:cubicBezTo>
                  <a:cubicBezTo>
                    <a:pt x="5382" y="160"/>
                    <a:pt x="5360" y="137"/>
                    <a:pt x="5360" y="110"/>
                  </a:cubicBezTo>
                  <a:cubicBezTo>
                    <a:pt x="5360" y="82"/>
                    <a:pt x="5382" y="60"/>
                    <a:pt x="5410" y="60"/>
                  </a:cubicBezTo>
                  <a:cubicBezTo>
                    <a:pt x="5437" y="60"/>
                    <a:pt x="5460" y="82"/>
                    <a:pt x="5460" y="110"/>
                  </a:cubicBezTo>
                  <a:close/>
                  <a:moveTo>
                    <a:pt x="5400" y="1450"/>
                  </a:moveTo>
                  <a:cubicBezTo>
                    <a:pt x="5400" y="1477"/>
                    <a:pt x="5377" y="1500"/>
                    <a:pt x="5350" y="1500"/>
                  </a:cubicBezTo>
                  <a:cubicBezTo>
                    <a:pt x="5322" y="1500"/>
                    <a:pt x="5300" y="1477"/>
                    <a:pt x="5300" y="1450"/>
                  </a:cubicBezTo>
                  <a:cubicBezTo>
                    <a:pt x="5300" y="1422"/>
                    <a:pt x="5322" y="1400"/>
                    <a:pt x="5350" y="1400"/>
                  </a:cubicBezTo>
                  <a:cubicBezTo>
                    <a:pt x="5377" y="1400"/>
                    <a:pt x="5400" y="1422"/>
                    <a:pt x="5400" y="1450"/>
                  </a:cubicBezTo>
                  <a:close/>
                  <a:moveTo>
                    <a:pt x="3560" y="80"/>
                  </a:moveTo>
                  <a:cubicBezTo>
                    <a:pt x="3560" y="107"/>
                    <a:pt x="3537" y="130"/>
                    <a:pt x="3510" y="130"/>
                  </a:cubicBezTo>
                  <a:cubicBezTo>
                    <a:pt x="3482" y="130"/>
                    <a:pt x="3460" y="107"/>
                    <a:pt x="3460" y="80"/>
                  </a:cubicBezTo>
                  <a:cubicBezTo>
                    <a:pt x="3460" y="52"/>
                    <a:pt x="3482" y="30"/>
                    <a:pt x="3510" y="30"/>
                  </a:cubicBezTo>
                  <a:cubicBezTo>
                    <a:pt x="3537" y="30"/>
                    <a:pt x="3560" y="52"/>
                    <a:pt x="3560" y="80"/>
                  </a:cubicBezTo>
                  <a:close/>
                  <a:moveTo>
                    <a:pt x="1760" y="70"/>
                  </a:moveTo>
                  <a:cubicBezTo>
                    <a:pt x="1760" y="97"/>
                    <a:pt x="1737" y="120"/>
                    <a:pt x="1710" y="120"/>
                  </a:cubicBezTo>
                  <a:cubicBezTo>
                    <a:pt x="1682" y="120"/>
                    <a:pt x="1660" y="97"/>
                    <a:pt x="1660" y="70"/>
                  </a:cubicBezTo>
                  <a:cubicBezTo>
                    <a:pt x="1660" y="42"/>
                    <a:pt x="1682" y="20"/>
                    <a:pt x="1710" y="20"/>
                  </a:cubicBezTo>
                  <a:cubicBezTo>
                    <a:pt x="1737" y="20"/>
                    <a:pt x="1760" y="42"/>
                    <a:pt x="1760" y="70"/>
                  </a:cubicBezTo>
                  <a:close/>
                  <a:moveTo>
                    <a:pt x="5200" y="300"/>
                  </a:moveTo>
                  <a:cubicBezTo>
                    <a:pt x="5200" y="327"/>
                    <a:pt x="5177" y="350"/>
                    <a:pt x="5150" y="350"/>
                  </a:cubicBezTo>
                  <a:cubicBezTo>
                    <a:pt x="5122" y="350"/>
                    <a:pt x="5100" y="327"/>
                    <a:pt x="5100" y="300"/>
                  </a:cubicBezTo>
                  <a:cubicBezTo>
                    <a:pt x="5100" y="272"/>
                    <a:pt x="5122" y="250"/>
                    <a:pt x="5150" y="250"/>
                  </a:cubicBezTo>
                  <a:cubicBezTo>
                    <a:pt x="5177" y="250"/>
                    <a:pt x="5200" y="272"/>
                    <a:pt x="5200" y="300"/>
                  </a:cubicBezTo>
                  <a:close/>
                  <a:moveTo>
                    <a:pt x="2460" y="1030"/>
                  </a:moveTo>
                  <a:cubicBezTo>
                    <a:pt x="2460" y="1057"/>
                    <a:pt x="2437" y="1080"/>
                    <a:pt x="2410" y="1080"/>
                  </a:cubicBezTo>
                  <a:cubicBezTo>
                    <a:pt x="2382" y="1080"/>
                    <a:pt x="2360" y="1057"/>
                    <a:pt x="2360" y="1030"/>
                  </a:cubicBezTo>
                  <a:cubicBezTo>
                    <a:pt x="2360" y="1002"/>
                    <a:pt x="2382" y="980"/>
                    <a:pt x="2410" y="980"/>
                  </a:cubicBezTo>
                  <a:cubicBezTo>
                    <a:pt x="2437" y="980"/>
                    <a:pt x="2460" y="1002"/>
                    <a:pt x="2460" y="1030"/>
                  </a:cubicBezTo>
                  <a:close/>
                  <a:moveTo>
                    <a:pt x="970" y="1340"/>
                  </a:moveTo>
                  <a:cubicBezTo>
                    <a:pt x="970" y="1367"/>
                    <a:pt x="947" y="1390"/>
                    <a:pt x="920" y="1390"/>
                  </a:cubicBezTo>
                  <a:cubicBezTo>
                    <a:pt x="892" y="1390"/>
                    <a:pt x="870" y="1367"/>
                    <a:pt x="870" y="1340"/>
                  </a:cubicBezTo>
                  <a:cubicBezTo>
                    <a:pt x="870" y="1312"/>
                    <a:pt x="892" y="1290"/>
                    <a:pt x="920" y="1290"/>
                  </a:cubicBezTo>
                  <a:cubicBezTo>
                    <a:pt x="947" y="1290"/>
                    <a:pt x="970" y="1312"/>
                    <a:pt x="970" y="1340"/>
                  </a:cubicBezTo>
                  <a:close/>
                  <a:moveTo>
                    <a:pt x="700" y="1420"/>
                  </a:moveTo>
                  <a:cubicBezTo>
                    <a:pt x="700" y="1447"/>
                    <a:pt x="677" y="1470"/>
                    <a:pt x="650" y="1470"/>
                  </a:cubicBezTo>
                  <a:cubicBezTo>
                    <a:pt x="622" y="1470"/>
                    <a:pt x="600" y="1447"/>
                    <a:pt x="600" y="1420"/>
                  </a:cubicBezTo>
                  <a:cubicBezTo>
                    <a:pt x="600" y="1392"/>
                    <a:pt x="622" y="1370"/>
                    <a:pt x="650" y="1370"/>
                  </a:cubicBezTo>
                  <a:cubicBezTo>
                    <a:pt x="677" y="1370"/>
                    <a:pt x="700" y="1392"/>
                    <a:pt x="700" y="1420"/>
                  </a:cubicBezTo>
                  <a:close/>
                  <a:moveTo>
                    <a:pt x="2650" y="1390"/>
                  </a:moveTo>
                  <a:cubicBezTo>
                    <a:pt x="2650" y="1417"/>
                    <a:pt x="2627" y="1440"/>
                    <a:pt x="2600" y="1440"/>
                  </a:cubicBezTo>
                  <a:cubicBezTo>
                    <a:pt x="2572" y="1440"/>
                    <a:pt x="2550" y="1417"/>
                    <a:pt x="2550" y="1390"/>
                  </a:cubicBezTo>
                  <a:cubicBezTo>
                    <a:pt x="2550" y="1362"/>
                    <a:pt x="2572" y="1340"/>
                    <a:pt x="2600" y="1340"/>
                  </a:cubicBezTo>
                  <a:cubicBezTo>
                    <a:pt x="2627" y="1340"/>
                    <a:pt x="2650" y="1362"/>
                    <a:pt x="2650" y="1390"/>
                  </a:cubicBezTo>
                  <a:close/>
                  <a:moveTo>
                    <a:pt x="7850" y="420"/>
                  </a:moveTo>
                  <a:cubicBezTo>
                    <a:pt x="7850" y="447"/>
                    <a:pt x="7827" y="470"/>
                    <a:pt x="7800" y="470"/>
                  </a:cubicBezTo>
                  <a:cubicBezTo>
                    <a:pt x="7772" y="470"/>
                    <a:pt x="7750" y="447"/>
                    <a:pt x="7750" y="420"/>
                  </a:cubicBezTo>
                  <a:cubicBezTo>
                    <a:pt x="7750" y="392"/>
                    <a:pt x="7772" y="370"/>
                    <a:pt x="7800" y="370"/>
                  </a:cubicBezTo>
                  <a:cubicBezTo>
                    <a:pt x="7827" y="370"/>
                    <a:pt x="7850" y="392"/>
                    <a:pt x="7850" y="420"/>
                  </a:cubicBezTo>
                  <a:close/>
                  <a:moveTo>
                    <a:pt x="550" y="1440"/>
                  </a:moveTo>
                  <a:cubicBezTo>
                    <a:pt x="550" y="1467"/>
                    <a:pt x="527" y="1490"/>
                    <a:pt x="500" y="1490"/>
                  </a:cubicBezTo>
                  <a:cubicBezTo>
                    <a:pt x="472" y="1490"/>
                    <a:pt x="450" y="1467"/>
                    <a:pt x="450" y="1440"/>
                  </a:cubicBezTo>
                  <a:cubicBezTo>
                    <a:pt x="450" y="1412"/>
                    <a:pt x="472" y="1390"/>
                    <a:pt x="500" y="1390"/>
                  </a:cubicBezTo>
                  <a:cubicBezTo>
                    <a:pt x="527" y="1390"/>
                    <a:pt x="550" y="1412"/>
                    <a:pt x="550" y="1440"/>
                  </a:cubicBezTo>
                  <a:close/>
                  <a:moveTo>
                    <a:pt x="5340" y="1590"/>
                  </a:moveTo>
                  <a:cubicBezTo>
                    <a:pt x="5340" y="1617"/>
                    <a:pt x="5317" y="1640"/>
                    <a:pt x="5290" y="1640"/>
                  </a:cubicBezTo>
                  <a:cubicBezTo>
                    <a:pt x="5262" y="1640"/>
                    <a:pt x="5240" y="1617"/>
                    <a:pt x="5240" y="1590"/>
                  </a:cubicBezTo>
                  <a:cubicBezTo>
                    <a:pt x="5240" y="1562"/>
                    <a:pt x="5262" y="1540"/>
                    <a:pt x="5290" y="1540"/>
                  </a:cubicBezTo>
                  <a:cubicBezTo>
                    <a:pt x="5317" y="1540"/>
                    <a:pt x="5340" y="1562"/>
                    <a:pt x="5340" y="1590"/>
                  </a:cubicBezTo>
                  <a:close/>
                  <a:moveTo>
                    <a:pt x="1420" y="910"/>
                  </a:moveTo>
                  <a:cubicBezTo>
                    <a:pt x="1420" y="937"/>
                    <a:pt x="1397" y="960"/>
                    <a:pt x="1370" y="960"/>
                  </a:cubicBezTo>
                  <a:cubicBezTo>
                    <a:pt x="1342" y="960"/>
                    <a:pt x="1320" y="937"/>
                    <a:pt x="1320" y="910"/>
                  </a:cubicBezTo>
                  <a:cubicBezTo>
                    <a:pt x="1320" y="882"/>
                    <a:pt x="1342" y="860"/>
                    <a:pt x="1370" y="860"/>
                  </a:cubicBezTo>
                  <a:cubicBezTo>
                    <a:pt x="1397" y="860"/>
                    <a:pt x="1420" y="882"/>
                    <a:pt x="1420" y="910"/>
                  </a:cubicBezTo>
                  <a:close/>
                  <a:moveTo>
                    <a:pt x="490" y="1360"/>
                  </a:moveTo>
                  <a:cubicBezTo>
                    <a:pt x="490" y="1387"/>
                    <a:pt x="467" y="1410"/>
                    <a:pt x="440" y="1410"/>
                  </a:cubicBezTo>
                  <a:cubicBezTo>
                    <a:pt x="412" y="1410"/>
                    <a:pt x="390" y="1387"/>
                    <a:pt x="390" y="1360"/>
                  </a:cubicBezTo>
                  <a:cubicBezTo>
                    <a:pt x="390" y="1332"/>
                    <a:pt x="412" y="1310"/>
                    <a:pt x="440" y="1310"/>
                  </a:cubicBezTo>
                  <a:cubicBezTo>
                    <a:pt x="467" y="1310"/>
                    <a:pt x="490" y="1332"/>
                    <a:pt x="490" y="1360"/>
                  </a:cubicBezTo>
                  <a:close/>
                  <a:moveTo>
                    <a:pt x="6790" y="120"/>
                  </a:moveTo>
                  <a:cubicBezTo>
                    <a:pt x="6790" y="147"/>
                    <a:pt x="6767" y="170"/>
                    <a:pt x="6740" y="170"/>
                  </a:cubicBezTo>
                  <a:cubicBezTo>
                    <a:pt x="6712" y="170"/>
                    <a:pt x="6690" y="147"/>
                    <a:pt x="6690" y="120"/>
                  </a:cubicBezTo>
                  <a:cubicBezTo>
                    <a:pt x="6690" y="92"/>
                    <a:pt x="6712" y="70"/>
                    <a:pt x="6740" y="70"/>
                  </a:cubicBezTo>
                  <a:cubicBezTo>
                    <a:pt x="6767" y="70"/>
                    <a:pt x="6790" y="92"/>
                    <a:pt x="6790" y="120"/>
                  </a:cubicBezTo>
                  <a:close/>
                  <a:moveTo>
                    <a:pt x="5270" y="110"/>
                  </a:moveTo>
                  <a:cubicBezTo>
                    <a:pt x="5270" y="137"/>
                    <a:pt x="5247" y="160"/>
                    <a:pt x="5220" y="160"/>
                  </a:cubicBezTo>
                  <a:cubicBezTo>
                    <a:pt x="5192" y="160"/>
                    <a:pt x="5170" y="137"/>
                    <a:pt x="5170" y="110"/>
                  </a:cubicBezTo>
                  <a:cubicBezTo>
                    <a:pt x="5170" y="82"/>
                    <a:pt x="5192" y="60"/>
                    <a:pt x="5220" y="60"/>
                  </a:cubicBezTo>
                  <a:cubicBezTo>
                    <a:pt x="5247" y="60"/>
                    <a:pt x="5270" y="82"/>
                    <a:pt x="5270" y="110"/>
                  </a:cubicBezTo>
                  <a:close/>
                  <a:moveTo>
                    <a:pt x="5830" y="480"/>
                  </a:moveTo>
                  <a:cubicBezTo>
                    <a:pt x="5830" y="507"/>
                    <a:pt x="5807" y="530"/>
                    <a:pt x="5780" y="530"/>
                  </a:cubicBezTo>
                  <a:cubicBezTo>
                    <a:pt x="5752" y="530"/>
                    <a:pt x="5730" y="507"/>
                    <a:pt x="5730" y="480"/>
                  </a:cubicBezTo>
                  <a:cubicBezTo>
                    <a:pt x="5730" y="452"/>
                    <a:pt x="5752" y="430"/>
                    <a:pt x="5780" y="430"/>
                  </a:cubicBezTo>
                  <a:cubicBezTo>
                    <a:pt x="5807" y="430"/>
                    <a:pt x="5830" y="452"/>
                    <a:pt x="5830" y="480"/>
                  </a:cubicBezTo>
                  <a:close/>
                  <a:moveTo>
                    <a:pt x="4580" y="1320"/>
                  </a:moveTo>
                  <a:cubicBezTo>
                    <a:pt x="4580" y="1347"/>
                    <a:pt x="4557" y="1370"/>
                    <a:pt x="4530" y="1370"/>
                  </a:cubicBezTo>
                  <a:cubicBezTo>
                    <a:pt x="4502" y="1370"/>
                    <a:pt x="4480" y="1347"/>
                    <a:pt x="4480" y="1320"/>
                  </a:cubicBezTo>
                  <a:cubicBezTo>
                    <a:pt x="4480" y="1292"/>
                    <a:pt x="4502" y="1270"/>
                    <a:pt x="4530" y="1270"/>
                  </a:cubicBezTo>
                  <a:cubicBezTo>
                    <a:pt x="4557" y="1270"/>
                    <a:pt x="4580" y="1292"/>
                    <a:pt x="4580" y="1320"/>
                  </a:cubicBezTo>
                  <a:close/>
                  <a:moveTo>
                    <a:pt x="3870" y="760"/>
                  </a:moveTo>
                  <a:cubicBezTo>
                    <a:pt x="3870" y="787"/>
                    <a:pt x="3847" y="810"/>
                    <a:pt x="3820" y="810"/>
                  </a:cubicBezTo>
                  <a:cubicBezTo>
                    <a:pt x="3792" y="810"/>
                    <a:pt x="3770" y="787"/>
                    <a:pt x="3770" y="760"/>
                  </a:cubicBezTo>
                  <a:cubicBezTo>
                    <a:pt x="3770" y="732"/>
                    <a:pt x="3792" y="710"/>
                    <a:pt x="3820" y="710"/>
                  </a:cubicBezTo>
                  <a:cubicBezTo>
                    <a:pt x="3847" y="710"/>
                    <a:pt x="3870" y="732"/>
                    <a:pt x="3870" y="760"/>
                  </a:cubicBezTo>
                  <a:close/>
                  <a:moveTo>
                    <a:pt x="4260" y="1450"/>
                  </a:moveTo>
                  <a:cubicBezTo>
                    <a:pt x="4260" y="1477"/>
                    <a:pt x="4237" y="1500"/>
                    <a:pt x="4210" y="1500"/>
                  </a:cubicBezTo>
                  <a:cubicBezTo>
                    <a:pt x="4182" y="1500"/>
                    <a:pt x="4160" y="1477"/>
                    <a:pt x="4160" y="1450"/>
                  </a:cubicBezTo>
                  <a:cubicBezTo>
                    <a:pt x="4160" y="1422"/>
                    <a:pt x="4182" y="1400"/>
                    <a:pt x="4210" y="1400"/>
                  </a:cubicBezTo>
                  <a:cubicBezTo>
                    <a:pt x="4237" y="1400"/>
                    <a:pt x="4260" y="1422"/>
                    <a:pt x="4260" y="1450"/>
                  </a:cubicBezTo>
                  <a:close/>
                  <a:moveTo>
                    <a:pt x="4140" y="880"/>
                  </a:moveTo>
                  <a:cubicBezTo>
                    <a:pt x="4140" y="907"/>
                    <a:pt x="4117" y="930"/>
                    <a:pt x="4090" y="930"/>
                  </a:cubicBezTo>
                  <a:cubicBezTo>
                    <a:pt x="4062" y="930"/>
                    <a:pt x="4040" y="907"/>
                    <a:pt x="4040" y="880"/>
                  </a:cubicBezTo>
                  <a:cubicBezTo>
                    <a:pt x="4040" y="852"/>
                    <a:pt x="4062" y="830"/>
                    <a:pt x="4090" y="830"/>
                  </a:cubicBezTo>
                  <a:cubicBezTo>
                    <a:pt x="4117" y="830"/>
                    <a:pt x="4140" y="852"/>
                    <a:pt x="4140" y="880"/>
                  </a:cubicBezTo>
                  <a:close/>
                  <a:moveTo>
                    <a:pt x="2560" y="590"/>
                  </a:moveTo>
                  <a:cubicBezTo>
                    <a:pt x="2560" y="617"/>
                    <a:pt x="2537" y="640"/>
                    <a:pt x="2510" y="640"/>
                  </a:cubicBezTo>
                  <a:cubicBezTo>
                    <a:pt x="2482" y="640"/>
                    <a:pt x="2460" y="617"/>
                    <a:pt x="2460" y="590"/>
                  </a:cubicBezTo>
                  <a:cubicBezTo>
                    <a:pt x="2460" y="562"/>
                    <a:pt x="2482" y="540"/>
                    <a:pt x="2510" y="540"/>
                  </a:cubicBezTo>
                  <a:cubicBezTo>
                    <a:pt x="2537" y="540"/>
                    <a:pt x="2560" y="562"/>
                    <a:pt x="2560" y="590"/>
                  </a:cubicBezTo>
                  <a:close/>
                  <a:moveTo>
                    <a:pt x="7630" y="420"/>
                  </a:moveTo>
                  <a:cubicBezTo>
                    <a:pt x="7630" y="447"/>
                    <a:pt x="7607" y="470"/>
                    <a:pt x="7580" y="470"/>
                  </a:cubicBezTo>
                  <a:cubicBezTo>
                    <a:pt x="7552" y="470"/>
                    <a:pt x="7530" y="447"/>
                    <a:pt x="7530" y="420"/>
                  </a:cubicBezTo>
                  <a:cubicBezTo>
                    <a:pt x="7530" y="392"/>
                    <a:pt x="7552" y="370"/>
                    <a:pt x="7580" y="370"/>
                  </a:cubicBezTo>
                  <a:cubicBezTo>
                    <a:pt x="7607" y="370"/>
                    <a:pt x="7630" y="392"/>
                    <a:pt x="7630" y="420"/>
                  </a:cubicBezTo>
                  <a:close/>
                  <a:moveTo>
                    <a:pt x="6650" y="580"/>
                  </a:moveTo>
                  <a:cubicBezTo>
                    <a:pt x="6650" y="607"/>
                    <a:pt x="6627" y="630"/>
                    <a:pt x="6600" y="630"/>
                  </a:cubicBezTo>
                  <a:cubicBezTo>
                    <a:pt x="6572" y="630"/>
                    <a:pt x="6550" y="607"/>
                    <a:pt x="6550" y="580"/>
                  </a:cubicBezTo>
                  <a:cubicBezTo>
                    <a:pt x="6550" y="552"/>
                    <a:pt x="6572" y="530"/>
                    <a:pt x="6600" y="530"/>
                  </a:cubicBezTo>
                  <a:cubicBezTo>
                    <a:pt x="6627" y="530"/>
                    <a:pt x="6650" y="552"/>
                    <a:pt x="6650" y="580"/>
                  </a:cubicBezTo>
                  <a:close/>
                  <a:moveTo>
                    <a:pt x="330" y="1430"/>
                  </a:moveTo>
                  <a:cubicBezTo>
                    <a:pt x="330" y="1457"/>
                    <a:pt x="307" y="1480"/>
                    <a:pt x="280" y="1480"/>
                  </a:cubicBezTo>
                  <a:cubicBezTo>
                    <a:pt x="252" y="1480"/>
                    <a:pt x="230" y="1457"/>
                    <a:pt x="230" y="1430"/>
                  </a:cubicBezTo>
                  <a:cubicBezTo>
                    <a:pt x="230" y="1402"/>
                    <a:pt x="252" y="1380"/>
                    <a:pt x="280" y="1380"/>
                  </a:cubicBezTo>
                  <a:cubicBezTo>
                    <a:pt x="307" y="1380"/>
                    <a:pt x="330" y="1402"/>
                    <a:pt x="330" y="1430"/>
                  </a:cubicBezTo>
                  <a:close/>
                  <a:moveTo>
                    <a:pt x="2570" y="1300"/>
                  </a:moveTo>
                  <a:cubicBezTo>
                    <a:pt x="2570" y="1327"/>
                    <a:pt x="2547" y="1350"/>
                    <a:pt x="2520" y="1350"/>
                  </a:cubicBezTo>
                  <a:cubicBezTo>
                    <a:pt x="2492" y="1350"/>
                    <a:pt x="2470" y="1327"/>
                    <a:pt x="2470" y="1300"/>
                  </a:cubicBezTo>
                  <a:cubicBezTo>
                    <a:pt x="2470" y="1272"/>
                    <a:pt x="2492" y="1250"/>
                    <a:pt x="2520" y="1250"/>
                  </a:cubicBezTo>
                  <a:cubicBezTo>
                    <a:pt x="2547" y="1250"/>
                    <a:pt x="2570" y="1272"/>
                    <a:pt x="2570" y="1300"/>
                  </a:cubicBezTo>
                  <a:close/>
                  <a:moveTo>
                    <a:pt x="4560" y="830"/>
                  </a:moveTo>
                  <a:cubicBezTo>
                    <a:pt x="4560" y="857"/>
                    <a:pt x="4537" y="880"/>
                    <a:pt x="4510" y="880"/>
                  </a:cubicBezTo>
                  <a:cubicBezTo>
                    <a:pt x="4482" y="880"/>
                    <a:pt x="4460" y="857"/>
                    <a:pt x="4460" y="830"/>
                  </a:cubicBezTo>
                  <a:cubicBezTo>
                    <a:pt x="4460" y="802"/>
                    <a:pt x="4482" y="780"/>
                    <a:pt x="4510" y="780"/>
                  </a:cubicBezTo>
                  <a:cubicBezTo>
                    <a:pt x="4537" y="780"/>
                    <a:pt x="4560" y="802"/>
                    <a:pt x="4560" y="830"/>
                  </a:cubicBezTo>
                  <a:close/>
                  <a:moveTo>
                    <a:pt x="6960" y="1100"/>
                  </a:moveTo>
                  <a:cubicBezTo>
                    <a:pt x="6960" y="1127"/>
                    <a:pt x="6937" y="1150"/>
                    <a:pt x="6910" y="1150"/>
                  </a:cubicBezTo>
                  <a:cubicBezTo>
                    <a:pt x="6882" y="1150"/>
                    <a:pt x="6860" y="1127"/>
                    <a:pt x="6860" y="1100"/>
                  </a:cubicBezTo>
                  <a:cubicBezTo>
                    <a:pt x="6860" y="1072"/>
                    <a:pt x="6882" y="1050"/>
                    <a:pt x="6910" y="1050"/>
                  </a:cubicBezTo>
                  <a:cubicBezTo>
                    <a:pt x="6937" y="1050"/>
                    <a:pt x="6960" y="1072"/>
                    <a:pt x="6960" y="1100"/>
                  </a:cubicBezTo>
                  <a:close/>
                  <a:moveTo>
                    <a:pt x="2440" y="1510"/>
                  </a:moveTo>
                  <a:cubicBezTo>
                    <a:pt x="2440" y="1537"/>
                    <a:pt x="2417" y="1560"/>
                    <a:pt x="2390" y="1560"/>
                  </a:cubicBezTo>
                  <a:cubicBezTo>
                    <a:pt x="2362" y="1560"/>
                    <a:pt x="2340" y="1537"/>
                    <a:pt x="2340" y="1510"/>
                  </a:cubicBezTo>
                  <a:cubicBezTo>
                    <a:pt x="2340" y="1482"/>
                    <a:pt x="2362" y="1460"/>
                    <a:pt x="2390" y="1460"/>
                  </a:cubicBezTo>
                  <a:cubicBezTo>
                    <a:pt x="2417" y="1460"/>
                    <a:pt x="2440" y="1482"/>
                    <a:pt x="2440" y="1510"/>
                  </a:cubicBezTo>
                  <a:close/>
                  <a:moveTo>
                    <a:pt x="240" y="260"/>
                  </a:moveTo>
                  <a:cubicBezTo>
                    <a:pt x="240" y="287"/>
                    <a:pt x="217" y="310"/>
                    <a:pt x="190" y="310"/>
                  </a:cubicBezTo>
                  <a:cubicBezTo>
                    <a:pt x="162" y="310"/>
                    <a:pt x="140" y="287"/>
                    <a:pt x="140" y="260"/>
                  </a:cubicBezTo>
                  <a:cubicBezTo>
                    <a:pt x="140" y="232"/>
                    <a:pt x="162" y="210"/>
                    <a:pt x="190" y="210"/>
                  </a:cubicBezTo>
                  <a:cubicBezTo>
                    <a:pt x="217" y="210"/>
                    <a:pt x="240" y="232"/>
                    <a:pt x="240" y="260"/>
                  </a:cubicBezTo>
                  <a:close/>
                  <a:moveTo>
                    <a:pt x="4740" y="1030"/>
                  </a:moveTo>
                  <a:cubicBezTo>
                    <a:pt x="4740" y="1057"/>
                    <a:pt x="4717" y="1080"/>
                    <a:pt x="4690" y="1080"/>
                  </a:cubicBezTo>
                  <a:cubicBezTo>
                    <a:pt x="4662" y="1080"/>
                    <a:pt x="4640" y="1057"/>
                    <a:pt x="4640" y="1030"/>
                  </a:cubicBezTo>
                  <a:cubicBezTo>
                    <a:pt x="4640" y="1002"/>
                    <a:pt x="4662" y="980"/>
                    <a:pt x="4690" y="980"/>
                  </a:cubicBezTo>
                  <a:cubicBezTo>
                    <a:pt x="4717" y="980"/>
                    <a:pt x="4740" y="1002"/>
                    <a:pt x="4740" y="103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Bacterias"/>
          <p:cNvSpPr/>
          <p:nvPr/>
        </p:nvSpPr>
        <p:spPr>
          <a:xfrm>
            <a:off x="5004145" y="2751064"/>
            <a:ext cx="3460272" cy="614568"/>
          </a:xfrm>
          <a:custGeom>
            <a:avLst/>
            <a:gdLst/>
            <a:ahLst/>
            <a:cxnLst/>
            <a:rect l="0" t="0" r="r" b="b"/>
            <a:pathLst>
              <a:path w="9010" h="1430" fill="none">
                <a:moveTo>
                  <a:pt x="1450" y="770"/>
                </a:moveTo>
                <a:lnTo>
                  <a:pt x="1610" y="830"/>
                </a:lnTo>
              </a:path>
              <a:path w="9010" h="1430" fill="none">
                <a:moveTo>
                  <a:pt x="1320" y="1150"/>
                </a:moveTo>
                <a:lnTo>
                  <a:pt x="1480" y="1210"/>
                </a:lnTo>
              </a:path>
              <a:path w="9010" h="1430" fill="none">
                <a:moveTo>
                  <a:pt x="4080" y="0"/>
                </a:moveTo>
                <a:lnTo>
                  <a:pt x="4240" y="60"/>
                </a:lnTo>
              </a:path>
              <a:path w="9010" h="1430" fill="none">
                <a:moveTo>
                  <a:pt x="6610" y="90"/>
                </a:moveTo>
                <a:lnTo>
                  <a:pt x="6770" y="150"/>
                </a:lnTo>
              </a:path>
              <a:path w="9010" h="1430" fill="none">
                <a:moveTo>
                  <a:pt x="7590" y="1320"/>
                </a:moveTo>
                <a:lnTo>
                  <a:pt x="7750" y="1380"/>
                </a:lnTo>
              </a:path>
              <a:path w="9010" h="1430" fill="none">
                <a:moveTo>
                  <a:pt x="5630" y="700"/>
                </a:moveTo>
                <a:lnTo>
                  <a:pt x="5790" y="760"/>
                </a:lnTo>
              </a:path>
              <a:path w="9010" h="1430" fill="none">
                <a:moveTo>
                  <a:pt x="3250" y="790"/>
                </a:moveTo>
                <a:lnTo>
                  <a:pt x="3410" y="850"/>
                </a:lnTo>
              </a:path>
              <a:path w="9010" h="1430" fill="none">
                <a:moveTo>
                  <a:pt x="5850" y="1170"/>
                </a:moveTo>
                <a:lnTo>
                  <a:pt x="6010" y="1230"/>
                </a:lnTo>
              </a:path>
              <a:path w="9010" h="1430" fill="none">
                <a:moveTo>
                  <a:pt x="5700" y="1060"/>
                </a:moveTo>
                <a:lnTo>
                  <a:pt x="5860" y="1120"/>
                </a:lnTo>
              </a:path>
              <a:path w="9010" h="1430" fill="none">
                <a:moveTo>
                  <a:pt x="470" y="130"/>
                </a:moveTo>
                <a:lnTo>
                  <a:pt x="630" y="190"/>
                </a:lnTo>
              </a:path>
              <a:path w="9010" h="1430" fill="none">
                <a:moveTo>
                  <a:pt x="2530" y="1110"/>
                </a:moveTo>
                <a:lnTo>
                  <a:pt x="2690" y="1170"/>
                </a:lnTo>
              </a:path>
              <a:path w="9010" h="1430" fill="none">
                <a:moveTo>
                  <a:pt x="6900" y="60"/>
                </a:moveTo>
                <a:lnTo>
                  <a:pt x="7060" y="120"/>
                </a:lnTo>
              </a:path>
              <a:path w="9010" h="1430" fill="none">
                <a:moveTo>
                  <a:pt x="390" y="690"/>
                </a:moveTo>
                <a:lnTo>
                  <a:pt x="550" y="750"/>
                </a:lnTo>
              </a:path>
              <a:path w="9010" h="1430" fill="none">
                <a:moveTo>
                  <a:pt x="6390" y="1370"/>
                </a:moveTo>
                <a:lnTo>
                  <a:pt x="6550" y="1430"/>
                </a:lnTo>
              </a:path>
              <a:path w="9010" h="1430" fill="none">
                <a:moveTo>
                  <a:pt x="6740" y="1040"/>
                </a:moveTo>
                <a:lnTo>
                  <a:pt x="6900" y="1100"/>
                </a:lnTo>
              </a:path>
              <a:path w="9010" h="1430" fill="none">
                <a:moveTo>
                  <a:pt x="2680" y="880"/>
                </a:moveTo>
                <a:lnTo>
                  <a:pt x="2840" y="940"/>
                </a:lnTo>
              </a:path>
              <a:path w="9010" h="1430" fill="none">
                <a:moveTo>
                  <a:pt x="8850" y="780"/>
                </a:moveTo>
                <a:lnTo>
                  <a:pt x="9010" y="840"/>
                </a:lnTo>
              </a:path>
              <a:path w="9010" h="1430" fill="none">
                <a:moveTo>
                  <a:pt x="0" y="1080"/>
                </a:moveTo>
                <a:lnTo>
                  <a:pt x="160" y="1140"/>
                </a:lnTo>
              </a:path>
              <a:path w="9010" h="1430" fill="none">
                <a:moveTo>
                  <a:pt x="3400" y="330"/>
                </a:moveTo>
                <a:lnTo>
                  <a:pt x="3560" y="390"/>
                </a:lnTo>
              </a:path>
              <a:path w="9010" h="1430" fill="none">
                <a:moveTo>
                  <a:pt x="6020" y="190"/>
                </a:moveTo>
                <a:lnTo>
                  <a:pt x="6180" y="25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sp>
        <p:nvSpPr>
          <p:cNvPr id="73" name="!!Tabiques_2"/>
          <p:cNvSpPr/>
          <p:nvPr/>
        </p:nvSpPr>
        <p:spPr>
          <a:xfrm>
            <a:off x="5453482" y="2665110"/>
            <a:ext cx="2880360" cy="803666"/>
          </a:xfrm>
          <a:custGeom>
            <a:avLst/>
            <a:gdLst/>
            <a:ahLst/>
            <a:cxnLst/>
            <a:rect l="0" t="0" r="r" b="b"/>
            <a:pathLst>
              <a:path w="7500" h="1870" fill="none">
                <a:moveTo>
                  <a:pt x="100" y="0"/>
                </a:moveTo>
                <a:lnTo>
                  <a:pt x="500" y="935"/>
                </a:lnTo>
                <a:lnTo>
                  <a:pt x="0" y="1870"/>
                </a:lnTo>
              </a:path>
              <a:path w="7500" h="1870" fill="none">
                <a:moveTo>
                  <a:pt x="2600" y="0"/>
                </a:moveTo>
                <a:lnTo>
                  <a:pt x="3000" y="935"/>
                </a:lnTo>
                <a:lnTo>
                  <a:pt x="2500" y="1870"/>
                </a:lnTo>
              </a:path>
              <a:path w="7500" h="1870" fill="none">
                <a:moveTo>
                  <a:pt x="5200" y="0"/>
                </a:moveTo>
                <a:lnTo>
                  <a:pt x="5600" y="935"/>
                </a:lnTo>
                <a:lnTo>
                  <a:pt x="5100" y="1870"/>
                </a:lnTo>
              </a:path>
              <a:path w="7500" h="1870" fill="none">
                <a:moveTo>
                  <a:pt x="7100" y="0"/>
                </a:moveTo>
                <a:lnTo>
                  <a:pt x="7500" y="935"/>
                </a:lnTo>
                <a:lnTo>
                  <a:pt x="7000" y="1870"/>
                </a:lnTo>
              </a:path>
            </a:pathLst>
          </a:custGeom>
          <a:noFill/>
          <a:ln w="63500" cap="rnd">
            <a:solidFill>
              <a:srgbClr val="F8F1D0"/>
            </a:solidFill>
            <a:round/>
          </a:ln>
        </p:spPr>
      </p:sp>
      <p:grpSp>
        <p:nvGrpSpPr>
          <p:cNvPr id="74" name="!!PleuraVisceral"/>
          <p:cNvGrpSpPr/>
          <p:nvPr/>
        </p:nvGrpSpPr>
        <p:grpSpPr>
          <a:xfrm>
            <a:off x="4570171" y="3464479"/>
            <a:ext cx="4301338" cy="227777"/>
            <a:chOff x="4570171" y="3464479"/>
            <a:chExt cx="4301338" cy="227777"/>
          </a:xfrm>
        </p:grpSpPr>
        <p:sp>
          <p:nvSpPr>
            <p:cNvPr id="75" name="Forma 74"/>
            <p:cNvSpPr/>
            <p:nvPr/>
          </p:nvSpPr>
          <p:spPr>
            <a:xfrm>
              <a:off x="4570171" y="3468776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604736" y="3464479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4677705" y="3485967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8" name="!!CapilarPulmonar"/>
          <p:cNvSpPr/>
          <p:nvPr/>
        </p:nvSpPr>
        <p:spPr>
          <a:xfrm>
            <a:off x="4570171" y="3589111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9" name="!!Alveolos"/>
          <p:cNvGrpSpPr/>
          <p:nvPr/>
        </p:nvGrpSpPr>
        <p:grpSpPr>
          <a:xfrm>
            <a:off x="4570171" y="3726637"/>
            <a:ext cx="4335902" cy="1439723"/>
            <a:chOff x="4570171" y="3726637"/>
            <a:chExt cx="4335902" cy="1439723"/>
          </a:xfrm>
        </p:grpSpPr>
        <p:sp>
          <p:nvSpPr>
            <p:cNvPr id="80" name="Forma 79"/>
            <p:cNvSpPr/>
            <p:nvPr/>
          </p:nvSpPr>
          <p:spPr>
            <a:xfrm>
              <a:off x="4570171" y="3726637"/>
              <a:ext cx="4301338" cy="143972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4719950" y="3773912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3" name="Forma 82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4" name="Forma 83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5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fibrina forma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tabiques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colecciones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loculadas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(TAC).</a:t>
            </a:r>
            <a:endParaRPr lang="es-AR" sz="2000" dirty="0">
              <a:latin typeface="Mali"/>
            </a:endParaRPr>
          </a:p>
        </p:txBody>
      </p:sp>
      <p:grpSp>
        <p:nvGrpSpPr>
          <p:cNvPr id="86" name="Recuadro Loculación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7" name="Forma 86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Dificulta el drenaje; la TAC la detecta.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LOCULACIÓN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90" name="Forma 89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265" y="399"/>
                  </a:moveTo>
                  <a:cubicBezTo>
                    <a:pt x="265" y="422"/>
                    <a:pt x="245" y="442"/>
                    <a:pt x="222" y="442"/>
                  </a:cubicBezTo>
                  <a:cubicBezTo>
                    <a:pt x="198" y="442"/>
                    <a:pt x="179" y="422"/>
                    <a:pt x="179" y="399"/>
                  </a:cubicBezTo>
                  <a:cubicBezTo>
                    <a:pt x="179" y="375"/>
                    <a:pt x="198" y="356"/>
                    <a:pt x="222" y="356"/>
                  </a:cubicBezTo>
                  <a:cubicBezTo>
                    <a:pt x="245" y="356"/>
                    <a:pt x="265" y="375"/>
                    <a:pt x="265" y="399"/>
                  </a:cubicBezTo>
                  <a:close/>
                  <a:moveTo>
                    <a:pt x="446" y="885"/>
                  </a:moveTo>
                  <a:cubicBezTo>
                    <a:pt x="446" y="909"/>
                    <a:pt x="426" y="929"/>
                    <a:pt x="402" y="929"/>
                  </a:cubicBezTo>
                  <a:cubicBezTo>
                    <a:pt x="377" y="929"/>
                    <a:pt x="358" y="909"/>
                    <a:pt x="358" y="885"/>
                  </a:cubicBezTo>
                  <a:cubicBezTo>
                    <a:pt x="358" y="860"/>
                    <a:pt x="377" y="841"/>
                    <a:pt x="402" y="841"/>
                  </a:cubicBezTo>
                  <a:cubicBezTo>
                    <a:pt x="426" y="841"/>
                    <a:pt x="446" y="860"/>
                    <a:pt x="446" y="885"/>
                  </a:cubicBezTo>
                  <a:close/>
                  <a:moveTo>
                    <a:pt x="508" y="342"/>
                  </a:moveTo>
                  <a:cubicBezTo>
                    <a:pt x="508" y="373"/>
                    <a:pt x="482" y="399"/>
                    <a:pt x="451" y="399"/>
                  </a:cubicBezTo>
                  <a:cubicBezTo>
                    <a:pt x="419" y="399"/>
                    <a:pt x="394" y="373"/>
                    <a:pt x="394" y="342"/>
                  </a:cubicBezTo>
                  <a:cubicBezTo>
                    <a:pt x="394" y="310"/>
                    <a:pt x="419" y="285"/>
                    <a:pt x="451" y="285"/>
                  </a:cubicBezTo>
                  <a:cubicBezTo>
                    <a:pt x="482" y="285"/>
                    <a:pt x="508" y="310"/>
                    <a:pt x="508" y="342"/>
                  </a:cubicBezTo>
                  <a:close/>
                  <a:moveTo>
                    <a:pt x="776" y="177"/>
                  </a:moveTo>
                  <a:cubicBezTo>
                    <a:pt x="776" y="206"/>
                    <a:pt x="752" y="230"/>
                    <a:pt x="723" y="230"/>
                  </a:cubicBezTo>
                  <a:cubicBezTo>
                    <a:pt x="693" y="230"/>
                    <a:pt x="670" y="206"/>
                    <a:pt x="670" y="177"/>
                  </a:cubicBezTo>
                  <a:cubicBezTo>
                    <a:pt x="670" y="147"/>
                    <a:pt x="693" y="124"/>
                    <a:pt x="723" y="124"/>
                  </a:cubicBezTo>
                  <a:cubicBezTo>
                    <a:pt x="752" y="124"/>
                    <a:pt x="776" y="147"/>
                    <a:pt x="776" y="177"/>
                  </a:cubicBezTo>
                  <a:close/>
                  <a:moveTo>
                    <a:pt x="700" y="268"/>
                  </a:moveTo>
                  <a:cubicBezTo>
                    <a:pt x="700" y="292"/>
                    <a:pt x="680" y="312"/>
                    <a:pt x="656" y="312"/>
                  </a:cubicBezTo>
                  <a:cubicBezTo>
                    <a:pt x="631" y="312"/>
                    <a:pt x="612" y="292"/>
                    <a:pt x="612" y="268"/>
                  </a:cubicBezTo>
                  <a:cubicBezTo>
                    <a:pt x="612" y="243"/>
                    <a:pt x="631" y="224"/>
                    <a:pt x="656" y="224"/>
                  </a:cubicBezTo>
                  <a:cubicBezTo>
                    <a:pt x="680" y="224"/>
                    <a:pt x="700" y="243"/>
                    <a:pt x="700" y="268"/>
                  </a:cubicBezTo>
                  <a:close/>
                  <a:moveTo>
                    <a:pt x="744" y="211"/>
                  </a:moveTo>
                  <a:cubicBezTo>
                    <a:pt x="744" y="243"/>
                    <a:pt x="717" y="270"/>
                    <a:pt x="685" y="270"/>
                  </a:cubicBezTo>
                  <a:cubicBezTo>
                    <a:pt x="652" y="270"/>
                    <a:pt x="626" y="243"/>
                    <a:pt x="626" y="211"/>
                  </a:cubicBezTo>
                  <a:cubicBezTo>
                    <a:pt x="626" y="178"/>
                    <a:pt x="652" y="152"/>
                    <a:pt x="685" y="152"/>
                  </a:cubicBezTo>
                  <a:cubicBezTo>
                    <a:pt x="717" y="152"/>
                    <a:pt x="744" y="178"/>
                    <a:pt x="744" y="211"/>
                  </a:cubicBezTo>
                  <a:close/>
                  <a:moveTo>
                    <a:pt x="262" y="811"/>
                  </a:moveTo>
                  <a:cubicBezTo>
                    <a:pt x="262" y="833"/>
                    <a:pt x="243" y="852"/>
                    <a:pt x="221" y="852"/>
                  </a:cubicBezTo>
                  <a:cubicBezTo>
                    <a:pt x="198" y="852"/>
                    <a:pt x="180" y="833"/>
                    <a:pt x="180" y="811"/>
                  </a:cubicBezTo>
                  <a:cubicBezTo>
                    <a:pt x="180" y="788"/>
                    <a:pt x="198" y="770"/>
                    <a:pt x="221" y="770"/>
                  </a:cubicBezTo>
                  <a:cubicBezTo>
                    <a:pt x="243" y="770"/>
                    <a:pt x="262" y="788"/>
                    <a:pt x="262" y="811"/>
                  </a:cubicBezTo>
                  <a:close/>
                  <a:moveTo>
                    <a:pt x="374" y="497"/>
                  </a:moveTo>
                  <a:cubicBezTo>
                    <a:pt x="374" y="526"/>
                    <a:pt x="350" y="550"/>
                    <a:pt x="321" y="550"/>
                  </a:cubicBezTo>
                  <a:cubicBezTo>
                    <a:pt x="291" y="550"/>
                    <a:pt x="268" y="526"/>
                    <a:pt x="268" y="497"/>
                  </a:cubicBezTo>
                  <a:cubicBezTo>
                    <a:pt x="268" y="467"/>
                    <a:pt x="291" y="444"/>
                    <a:pt x="321" y="444"/>
                  </a:cubicBezTo>
                  <a:cubicBezTo>
                    <a:pt x="350" y="444"/>
                    <a:pt x="374" y="467"/>
                    <a:pt x="374" y="497"/>
                  </a:cubicBezTo>
                  <a:close/>
                  <a:moveTo>
                    <a:pt x="664" y="734"/>
                  </a:moveTo>
                  <a:cubicBezTo>
                    <a:pt x="664" y="759"/>
                    <a:pt x="643" y="780"/>
                    <a:pt x="618" y="780"/>
                  </a:cubicBezTo>
                  <a:cubicBezTo>
                    <a:pt x="592" y="780"/>
                    <a:pt x="572" y="759"/>
                    <a:pt x="572" y="734"/>
                  </a:cubicBezTo>
                  <a:cubicBezTo>
                    <a:pt x="572" y="708"/>
                    <a:pt x="592" y="688"/>
                    <a:pt x="618" y="688"/>
                  </a:cubicBezTo>
                  <a:cubicBezTo>
                    <a:pt x="643" y="688"/>
                    <a:pt x="664" y="708"/>
                    <a:pt x="664" y="734"/>
                  </a:cubicBezTo>
                  <a:close/>
                  <a:moveTo>
                    <a:pt x="214" y="621"/>
                  </a:moveTo>
                  <a:cubicBezTo>
                    <a:pt x="214" y="639"/>
                    <a:pt x="199" y="654"/>
                    <a:pt x="181" y="654"/>
                  </a:cubicBezTo>
                  <a:cubicBezTo>
                    <a:pt x="162" y="654"/>
                    <a:pt x="148" y="639"/>
                    <a:pt x="148" y="621"/>
                  </a:cubicBezTo>
                  <a:cubicBezTo>
                    <a:pt x="148" y="602"/>
                    <a:pt x="162" y="588"/>
                    <a:pt x="181" y="588"/>
                  </a:cubicBezTo>
                  <a:cubicBezTo>
                    <a:pt x="199" y="588"/>
                    <a:pt x="214" y="602"/>
                    <a:pt x="214" y="621"/>
                  </a:cubicBezTo>
                  <a:close/>
                  <a:moveTo>
                    <a:pt x="584" y="218"/>
                  </a:moveTo>
                  <a:cubicBezTo>
                    <a:pt x="584" y="240"/>
                    <a:pt x="565" y="259"/>
                    <a:pt x="543" y="259"/>
                  </a:cubicBezTo>
                  <a:cubicBezTo>
                    <a:pt x="520" y="259"/>
                    <a:pt x="502" y="240"/>
                    <a:pt x="502" y="218"/>
                  </a:cubicBezTo>
                  <a:cubicBezTo>
                    <a:pt x="502" y="195"/>
                    <a:pt x="520" y="177"/>
                    <a:pt x="543" y="177"/>
                  </a:cubicBezTo>
                  <a:cubicBezTo>
                    <a:pt x="565" y="177"/>
                    <a:pt x="584" y="195"/>
                    <a:pt x="584" y="218"/>
                  </a:cubicBezTo>
                  <a:close/>
                  <a:moveTo>
                    <a:pt x="226" y="89"/>
                  </a:moveTo>
                  <a:cubicBezTo>
                    <a:pt x="226" y="117"/>
                    <a:pt x="202" y="141"/>
                    <a:pt x="174" y="141"/>
                  </a:cubicBezTo>
                  <a:cubicBezTo>
                    <a:pt x="145" y="141"/>
                    <a:pt x="122" y="117"/>
                    <a:pt x="122" y="89"/>
                  </a:cubicBezTo>
                  <a:cubicBezTo>
                    <a:pt x="122" y="60"/>
                    <a:pt x="145" y="37"/>
                    <a:pt x="174" y="37"/>
                  </a:cubicBezTo>
                  <a:cubicBezTo>
                    <a:pt x="202" y="37"/>
                    <a:pt x="226" y="60"/>
                    <a:pt x="226" y="89"/>
                  </a:cubicBezTo>
                  <a:close/>
                  <a:moveTo>
                    <a:pt x="405" y="793"/>
                  </a:moveTo>
                  <a:cubicBezTo>
                    <a:pt x="405" y="817"/>
                    <a:pt x="385" y="837"/>
                    <a:pt x="361" y="837"/>
                  </a:cubicBezTo>
                  <a:cubicBezTo>
                    <a:pt x="336" y="837"/>
                    <a:pt x="317" y="817"/>
                    <a:pt x="317" y="793"/>
                  </a:cubicBezTo>
                  <a:cubicBezTo>
                    <a:pt x="317" y="768"/>
                    <a:pt x="336" y="749"/>
                    <a:pt x="361" y="749"/>
                  </a:cubicBezTo>
                  <a:cubicBezTo>
                    <a:pt x="385" y="749"/>
                    <a:pt x="405" y="768"/>
                    <a:pt x="405" y="793"/>
                  </a:cubicBezTo>
                  <a:close/>
                  <a:moveTo>
                    <a:pt x="830" y="290"/>
                  </a:moveTo>
                  <a:cubicBezTo>
                    <a:pt x="830" y="318"/>
                    <a:pt x="807" y="341"/>
                    <a:pt x="779" y="341"/>
                  </a:cubicBezTo>
                  <a:cubicBezTo>
                    <a:pt x="750" y="341"/>
                    <a:pt x="728" y="318"/>
                    <a:pt x="728" y="290"/>
                  </a:cubicBezTo>
                  <a:cubicBezTo>
                    <a:pt x="728" y="261"/>
                    <a:pt x="750" y="239"/>
                    <a:pt x="779" y="239"/>
                  </a:cubicBezTo>
                  <a:cubicBezTo>
                    <a:pt x="807" y="239"/>
                    <a:pt x="830" y="261"/>
                    <a:pt x="830" y="2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90921" y="91440"/>
            <a:ext cx="543618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TABIQUES Y LOCULACIONES</a:t>
            </a:r>
            <a:endParaRPr lang="es-AR" sz="2400" dirty="0">
              <a:latin typeface="Mali"/>
            </a:endParaRPr>
          </a:p>
        </p:txBody>
      </p:sp>
      <p:sp>
        <p:nvSpPr>
          <p:cNvPr id="8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sp>
        <p:nvSpPr>
          <p:cNvPr id="9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659486"/>
            <a:ext cx="1474744" cy="1987392"/>
          </a:xfrm>
          <a:custGeom>
            <a:avLst/>
            <a:gdLst/>
            <a:ahLst/>
            <a:cxnLst/>
            <a:rect l="0" t="0" r="r" b="b"/>
            <a:pathLst>
              <a:path w="7265" h="10000">
                <a:moveTo>
                  <a:pt x="172" y="504"/>
                </a:moveTo>
                <a:lnTo>
                  <a:pt x="129" y="858"/>
                </a:lnTo>
                <a:lnTo>
                  <a:pt x="92" y="1216"/>
                </a:lnTo>
                <a:lnTo>
                  <a:pt x="62" y="1578"/>
                </a:lnTo>
                <a:lnTo>
                  <a:pt x="36" y="1941"/>
                </a:lnTo>
                <a:lnTo>
                  <a:pt x="16" y="2304"/>
                </a:lnTo>
                <a:lnTo>
                  <a:pt x="0" y="2666"/>
                </a:lnTo>
                <a:lnTo>
                  <a:pt x="0" y="4828"/>
                </a:lnTo>
                <a:lnTo>
                  <a:pt x="17" y="5182"/>
                </a:lnTo>
                <a:lnTo>
                  <a:pt x="41" y="5536"/>
                </a:lnTo>
                <a:lnTo>
                  <a:pt x="70" y="5887"/>
                </a:lnTo>
                <a:lnTo>
                  <a:pt x="102" y="6231"/>
                </a:lnTo>
                <a:lnTo>
                  <a:pt x="137" y="6564"/>
                </a:lnTo>
                <a:lnTo>
                  <a:pt x="172" y="6883"/>
                </a:lnTo>
                <a:lnTo>
                  <a:pt x="210" y="7187"/>
                </a:lnTo>
                <a:lnTo>
                  <a:pt x="251" y="7480"/>
                </a:lnTo>
                <a:lnTo>
                  <a:pt x="294" y="7763"/>
                </a:lnTo>
                <a:lnTo>
                  <a:pt x="339" y="8035"/>
                </a:lnTo>
                <a:lnTo>
                  <a:pt x="385" y="8296"/>
                </a:lnTo>
                <a:lnTo>
                  <a:pt x="432" y="8548"/>
                </a:lnTo>
                <a:lnTo>
                  <a:pt x="479" y="8800"/>
                </a:lnTo>
                <a:lnTo>
                  <a:pt x="526" y="9056"/>
                </a:lnTo>
                <a:lnTo>
                  <a:pt x="575" y="9301"/>
                </a:lnTo>
                <a:lnTo>
                  <a:pt x="626" y="9523"/>
                </a:lnTo>
                <a:lnTo>
                  <a:pt x="679" y="9709"/>
                </a:lnTo>
                <a:lnTo>
                  <a:pt x="735" y="9845"/>
                </a:lnTo>
                <a:lnTo>
                  <a:pt x="788" y="9934"/>
                </a:lnTo>
                <a:lnTo>
                  <a:pt x="836" y="9985"/>
                </a:lnTo>
                <a:lnTo>
                  <a:pt x="886" y="10000"/>
                </a:lnTo>
                <a:lnTo>
                  <a:pt x="946" y="9980"/>
                </a:lnTo>
                <a:lnTo>
                  <a:pt x="1023" y="9928"/>
                </a:lnTo>
                <a:lnTo>
                  <a:pt x="1124" y="9845"/>
                </a:lnTo>
                <a:lnTo>
                  <a:pt x="1248" y="9716"/>
                </a:lnTo>
                <a:lnTo>
                  <a:pt x="1390" y="9536"/>
                </a:lnTo>
                <a:lnTo>
                  <a:pt x="1548" y="9324"/>
                </a:lnTo>
                <a:lnTo>
                  <a:pt x="1723" y="9097"/>
                </a:lnTo>
                <a:lnTo>
                  <a:pt x="1913" y="8876"/>
                </a:lnTo>
                <a:lnTo>
                  <a:pt x="2118" y="8678"/>
                </a:lnTo>
                <a:lnTo>
                  <a:pt x="2346" y="8492"/>
                </a:lnTo>
                <a:lnTo>
                  <a:pt x="2597" y="8303"/>
                </a:lnTo>
                <a:lnTo>
                  <a:pt x="2864" y="8118"/>
                </a:lnTo>
                <a:lnTo>
                  <a:pt x="3139" y="7947"/>
                </a:lnTo>
                <a:lnTo>
                  <a:pt x="3412" y="7799"/>
                </a:lnTo>
                <a:lnTo>
                  <a:pt x="3675" y="7683"/>
                </a:lnTo>
                <a:lnTo>
                  <a:pt x="3933" y="7599"/>
                </a:lnTo>
                <a:lnTo>
                  <a:pt x="4191" y="7540"/>
                </a:lnTo>
                <a:lnTo>
                  <a:pt x="4448" y="7505"/>
                </a:lnTo>
                <a:lnTo>
                  <a:pt x="4702" y="7489"/>
                </a:lnTo>
                <a:lnTo>
                  <a:pt x="4950" y="7492"/>
                </a:lnTo>
                <a:lnTo>
                  <a:pt x="5189" y="7510"/>
                </a:lnTo>
                <a:lnTo>
                  <a:pt x="5424" y="7551"/>
                </a:lnTo>
                <a:lnTo>
                  <a:pt x="5656" y="7617"/>
                </a:lnTo>
                <a:lnTo>
                  <a:pt x="5883" y="7702"/>
                </a:lnTo>
                <a:lnTo>
                  <a:pt x="6100" y="7797"/>
                </a:lnTo>
                <a:lnTo>
                  <a:pt x="6302" y="7894"/>
                </a:lnTo>
                <a:lnTo>
                  <a:pt x="6486" y="7986"/>
                </a:lnTo>
                <a:lnTo>
                  <a:pt x="6656" y="8109"/>
                </a:lnTo>
                <a:lnTo>
                  <a:pt x="6816" y="8277"/>
                </a:lnTo>
                <a:lnTo>
                  <a:pt x="6962" y="8448"/>
                </a:lnTo>
                <a:lnTo>
                  <a:pt x="7088" y="8578"/>
                </a:lnTo>
                <a:lnTo>
                  <a:pt x="7191" y="8626"/>
                </a:lnTo>
                <a:lnTo>
                  <a:pt x="7265" y="8548"/>
                </a:lnTo>
                <a:lnTo>
                  <a:pt x="7265" y="7301"/>
                </a:lnTo>
                <a:lnTo>
                  <a:pt x="7245" y="7041"/>
                </a:lnTo>
                <a:lnTo>
                  <a:pt x="7207" y="6562"/>
                </a:lnTo>
                <a:lnTo>
                  <a:pt x="7178" y="6126"/>
                </a:lnTo>
                <a:lnTo>
                  <a:pt x="7154" y="5727"/>
                </a:lnTo>
                <a:lnTo>
                  <a:pt x="7127" y="5330"/>
                </a:lnTo>
                <a:lnTo>
                  <a:pt x="7097" y="4934"/>
                </a:lnTo>
                <a:lnTo>
                  <a:pt x="7066" y="4539"/>
                </a:lnTo>
                <a:lnTo>
                  <a:pt x="7035" y="4143"/>
                </a:lnTo>
                <a:lnTo>
                  <a:pt x="7005" y="3747"/>
                </a:lnTo>
                <a:lnTo>
                  <a:pt x="6977" y="3351"/>
                </a:lnTo>
                <a:lnTo>
                  <a:pt x="6951" y="2954"/>
                </a:lnTo>
                <a:lnTo>
                  <a:pt x="6924" y="2558"/>
                </a:lnTo>
                <a:lnTo>
                  <a:pt x="6899" y="2202"/>
                </a:lnTo>
                <a:lnTo>
                  <a:pt x="6720" y="2197"/>
                </a:lnTo>
                <a:lnTo>
                  <a:pt x="6538" y="2190"/>
                </a:lnTo>
                <a:lnTo>
                  <a:pt x="6356" y="2180"/>
                </a:lnTo>
                <a:lnTo>
                  <a:pt x="6175" y="2168"/>
                </a:lnTo>
                <a:lnTo>
                  <a:pt x="5993" y="2154"/>
                </a:lnTo>
                <a:lnTo>
                  <a:pt x="5812" y="2136"/>
                </a:lnTo>
                <a:lnTo>
                  <a:pt x="5630" y="2116"/>
                </a:lnTo>
                <a:lnTo>
                  <a:pt x="5448" y="2092"/>
                </a:lnTo>
                <a:lnTo>
                  <a:pt x="5267" y="2066"/>
                </a:lnTo>
                <a:lnTo>
                  <a:pt x="5085" y="2037"/>
                </a:lnTo>
                <a:lnTo>
                  <a:pt x="4903" y="2004"/>
                </a:lnTo>
                <a:lnTo>
                  <a:pt x="4722" y="1969"/>
                </a:lnTo>
                <a:lnTo>
                  <a:pt x="4540" y="1930"/>
                </a:lnTo>
                <a:lnTo>
                  <a:pt x="4359" y="1888"/>
                </a:lnTo>
                <a:lnTo>
                  <a:pt x="4177" y="1843"/>
                </a:lnTo>
                <a:lnTo>
                  <a:pt x="3995" y="1794"/>
                </a:lnTo>
                <a:lnTo>
                  <a:pt x="3814" y="1743"/>
                </a:lnTo>
                <a:lnTo>
                  <a:pt x="3632" y="1687"/>
                </a:lnTo>
                <a:lnTo>
                  <a:pt x="3450" y="1629"/>
                </a:lnTo>
                <a:lnTo>
                  <a:pt x="3413" y="1616"/>
                </a:lnTo>
                <a:lnTo>
                  <a:pt x="3309" y="1659"/>
                </a:lnTo>
                <a:lnTo>
                  <a:pt x="3302" y="1662"/>
                </a:lnTo>
                <a:lnTo>
                  <a:pt x="3080" y="1763"/>
                </a:lnTo>
                <a:lnTo>
                  <a:pt x="3074" y="1766"/>
                </a:lnTo>
                <a:lnTo>
                  <a:pt x="2866" y="1869"/>
                </a:lnTo>
                <a:lnTo>
                  <a:pt x="2860" y="1872"/>
                </a:lnTo>
                <a:lnTo>
                  <a:pt x="2672" y="1973"/>
                </a:lnTo>
                <a:lnTo>
                  <a:pt x="2661" y="1979"/>
                </a:lnTo>
                <a:lnTo>
                  <a:pt x="2492" y="2087"/>
                </a:lnTo>
                <a:lnTo>
                  <a:pt x="2481" y="2095"/>
                </a:lnTo>
                <a:lnTo>
                  <a:pt x="2323" y="2215"/>
                </a:lnTo>
                <a:lnTo>
                  <a:pt x="2318" y="2220"/>
                </a:lnTo>
                <a:lnTo>
                  <a:pt x="2173" y="2343"/>
                </a:lnTo>
                <a:lnTo>
                  <a:pt x="2171" y="2345"/>
                </a:lnTo>
                <a:lnTo>
                  <a:pt x="2041" y="2460"/>
                </a:lnTo>
                <a:lnTo>
                  <a:pt x="2040" y="2461"/>
                </a:lnTo>
                <a:lnTo>
                  <a:pt x="1930" y="2553"/>
                </a:lnTo>
                <a:lnTo>
                  <a:pt x="1927" y="2555"/>
                </a:lnTo>
                <a:lnTo>
                  <a:pt x="1838" y="2616"/>
                </a:lnTo>
                <a:lnTo>
                  <a:pt x="1835" y="2618"/>
                </a:lnTo>
                <a:lnTo>
                  <a:pt x="1808" y="2632"/>
                </a:lnTo>
                <a:lnTo>
                  <a:pt x="1804" y="2634"/>
                </a:lnTo>
                <a:lnTo>
                  <a:pt x="1800" y="2636"/>
                </a:lnTo>
                <a:lnTo>
                  <a:pt x="1796" y="2637"/>
                </a:lnTo>
                <a:lnTo>
                  <a:pt x="1792" y="2637"/>
                </a:lnTo>
                <a:lnTo>
                  <a:pt x="1787" y="2637"/>
                </a:lnTo>
                <a:lnTo>
                  <a:pt x="1783" y="2637"/>
                </a:lnTo>
                <a:lnTo>
                  <a:pt x="1779" y="2637"/>
                </a:lnTo>
                <a:lnTo>
                  <a:pt x="1774" y="2635"/>
                </a:lnTo>
                <a:lnTo>
                  <a:pt x="1770" y="2634"/>
                </a:lnTo>
                <a:lnTo>
                  <a:pt x="1766" y="2632"/>
                </a:lnTo>
                <a:lnTo>
                  <a:pt x="1763" y="2630"/>
                </a:lnTo>
                <a:lnTo>
                  <a:pt x="1759" y="2627"/>
                </a:lnTo>
                <a:lnTo>
                  <a:pt x="1756" y="2624"/>
                </a:lnTo>
                <a:lnTo>
                  <a:pt x="1753" y="2621"/>
                </a:lnTo>
                <a:lnTo>
                  <a:pt x="1751" y="2617"/>
                </a:lnTo>
                <a:lnTo>
                  <a:pt x="1729" y="2581"/>
                </a:lnTo>
                <a:lnTo>
                  <a:pt x="1726" y="2575"/>
                </a:lnTo>
                <a:lnTo>
                  <a:pt x="1686" y="2484"/>
                </a:lnTo>
                <a:lnTo>
                  <a:pt x="1685" y="2481"/>
                </a:lnTo>
                <a:lnTo>
                  <a:pt x="1645" y="2365"/>
                </a:lnTo>
                <a:lnTo>
                  <a:pt x="1644" y="2363"/>
                </a:lnTo>
                <a:lnTo>
                  <a:pt x="1604" y="2231"/>
                </a:lnTo>
                <a:lnTo>
                  <a:pt x="1604" y="2230"/>
                </a:lnTo>
                <a:lnTo>
                  <a:pt x="1565" y="2091"/>
                </a:lnTo>
                <a:lnTo>
                  <a:pt x="1526" y="1953"/>
                </a:lnTo>
                <a:lnTo>
                  <a:pt x="1487" y="1816"/>
                </a:lnTo>
                <a:lnTo>
                  <a:pt x="1487" y="1815"/>
                </a:lnTo>
                <a:lnTo>
                  <a:pt x="1449" y="1673"/>
                </a:lnTo>
                <a:lnTo>
                  <a:pt x="1449" y="1672"/>
                </a:lnTo>
                <a:lnTo>
                  <a:pt x="1412" y="1525"/>
                </a:lnTo>
                <a:lnTo>
                  <a:pt x="1411" y="1524"/>
                </a:lnTo>
                <a:lnTo>
                  <a:pt x="1376" y="1371"/>
                </a:lnTo>
                <a:lnTo>
                  <a:pt x="1376" y="1370"/>
                </a:lnTo>
                <a:lnTo>
                  <a:pt x="1342" y="1212"/>
                </a:lnTo>
                <a:lnTo>
                  <a:pt x="1342" y="1211"/>
                </a:lnTo>
                <a:lnTo>
                  <a:pt x="1311" y="1046"/>
                </a:lnTo>
                <a:lnTo>
                  <a:pt x="1311" y="1045"/>
                </a:lnTo>
                <a:lnTo>
                  <a:pt x="1281" y="872"/>
                </a:lnTo>
                <a:lnTo>
                  <a:pt x="1281" y="871"/>
                </a:lnTo>
                <a:lnTo>
                  <a:pt x="1252" y="690"/>
                </a:lnTo>
                <a:lnTo>
                  <a:pt x="1252" y="689"/>
                </a:lnTo>
                <a:lnTo>
                  <a:pt x="1244" y="632"/>
                </a:lnTo>
                <a:lnTo>
                  <a:pt x="1089" y="541"/>
                </a:lnTo>
                <a:lnTo>
                  <a:pt x="908" y="432"/>
                </a:lnTo>
                <a:lnTo>
                  <a:pt x="726" y="318"/>
                </a:lnTo>
                <a:lnTo>
                  <a:pt x="544" y="201"/>
                </a:lnTo>
                <a:lnTo>
                  <a:pt x="363" y="80"/>
                </a:lnTo>
                <a:lnTo>
                  <a:pt x="246" y="0"/>
                </a:lnTo>
                <a:lnTo>
                  <a:pt x="222" y="152"/>
                </a:lnTo>
                <a:lnTo>
                  <a:pt x="172" y="50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16" name="!!Tabiques"/>
          <p:cNvSpPr/>
          <p:nvPr/>
        </p:nvSpPr>
        <p:spPr>
          <a:xfrm>
            <a:off x="872003" y="2753504"/>
            <a:ext cx="1235699" cy="1823151"/>
          </a:xfrm>
          <a:custGeom>
            <a:avLst/>
            <a:gdLst/>
            <a:ahLst/>
            <a:cxnLst/>
            <a:rect l="0" t="0" r="r" b="b"/>
            <a:pathLst>
              <a:path w="2815" h="4242" fill="none">
                <a:moveTo>
                  <a:pt x="145" y="0"/>
                </a:moveTo>
                <a:lnTo>
                  <a:pt x="371" y="2093"/>
                </a:lnTo>
                <a:lnTo>
                  <a:pt x="0" y="4242"/>
                </a:lnTo>
              </a:path>
              <a:path w="2815" h="4242" fill="none">
                <a:moveTo>
                  <a:pt x="837" y="753"/>
                </a:moveTo>
                <a:lnTo>
                  <a:pt x="982" y="2093"/>
                </a:lnTo>
                <a:lnTo>
                  <a:pt x="690" y="3780"/>
                </a:lnTo>
              </a:path>
              <a:path w="2815" h="4242" fill="none">
                <a:moveTo>
                  <a:pt x="1429" y="578"/>
                </a:moveTo>
                <a:lnTo>
                  <a:pt x="1593" y="2093"/>
                </a:lnTo>
                <a:lnTo>
                  <a:pt x="1377" y="3341"/>
                </a:lnTo>
              </a:path>
              <a:path w="2815" h="4242" fill="none">
                <a:moveTo>
                  <a:pt x="2056" y="724"/>
                </a:moveTo>
                <a:lnTo>
                  <a:pt x="2204" y="2093"/>
                </a:lnTo>
                <a:lnTo>
                  <a:pt x="2004" y="3247"/>
                </a:lnTo>
              </a:path>
              <a:path w="2815" h="4242" fill="none">
                <a:moveTo>
                  <a:pt x="2674" y="791"/>
                </a:moveTo>
                <a:lnTo>
                  <a:pt x="2815" y="2093"/>
                </a:lnTo>
                <a:lnTo>
                  <a:pt x="2585" y="3420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979983" y="1464830"/>
            <a:ext cx="1137327" cy="1710328"/>
            <a:chOff x="979983" y="1464830"/>
            <a:chExt cx="1137327" cy="1710328"/>
          </a:xfrm>
        </p:grpSpPr>
        <p:sp>
          <p:nvSpPr>
            <p:cNvPr id="18" name="Forma 17"/>
            <p:cNvSpPr/>
            <p:nvPr/>
          </p:nvSpPr>
          <p:spPr>
            <a:xfrm>
              <a:off x="979983" y="1464830"/>
              <a:ext cx="1137327" cy="1710328"/>
            </a:xfrm>
            <a:custGeom>
              <a:avLst/>
              <a:gdLst/>
              <a:ahLst/>
              <a:cxnLst/>
              <a:rect l="0" t="0" r="r" b="b"/>
              <a:pathLst>
                <a:path w="6511" h="10000">
                  <a:moveTo>
                    <a:pt x="721" y="9983"/>
                  </a:moveTo>
                  <a:lnTo>
                    <a:pt x="824" y="9913"/>
                  </a:lnTo>
                  <a:lnTo>
                    <a:pt x="952" y="9806"/>
                  </a:lnTo>
                  <a:lnTo>
                    <a:pt x="1103" y="9672"/>
                  </a:lnTo>
                  <a:lnTo>
                    <a:pt x="1106" y="9670"/>
                  </a:lnTo>
                  <a:lnTo>
                    <a:pt x="1275" y="9526"/>
                  </a:lnTo>
                  <a:lnTo>
                    <a:pt x="1282" y="9520"/>
                  </a:lnTo>
                  <a:lnTo>
                    <a:pt x="1466" y="9379"/>
                  </a:lnTo>
                  <a:lnTo>
                    <a:pt x="1481" y="9368"/>
                  </a:lnTo>
                  <a:lnTo>
                    <a:pt x="1680" y="9242"/>
                  </a:lnTo>
                  <a:lnTo>
                    <a:pt x="1694" y="9234"/>
                  </a:lnTo>
                  <a:lnTo>
                    <a:pt x="1914" y="9116"/>
                  </a:lnTo>
                  <a:lnTo>
                    <a:pt x="1921" y="9112"/>
                  </a:lnTo>
                  <a:lnTo>
                    <a:pt x="2164" y="8992"/>
                  </a:lnTo>
                  <a:lnTo>
                    <a:pt x="2171" y="8988"/>
                  </a:lnTo>
                  <a:lnTo>
                    <a:pt x="2430" y="8870"/>
                  </a:lnTo>
                  <a:lnTo>
                    <a:pt x="2439" y="8866"/>
                  </a:lnTo>
                  <a:lnTo>
                    <a:pt x="2704" y="8758"/>
                  </a:lnTo>
                  <a:lnTo>
                    <a:pt x="2716" y="8753"/>
                  </a:lnTo>
                  <a:lnTo>
                    <a:pt x="2980" y="8659"/>
                  </a:lnTo>
                  <a:lnTo>
                    <a:pt x="2997" y="8653"/>
                  </a:lnTo>
                  <a:lnTo>
                    <a:pt x="3252" y="8579"/>
                  </a:lnTo>
                  <a:lnTo>
                    <a:pt x="3273" y="8574"/>
                  </a:lnTo>
                  <a:lnTo>
                    <a:pt x="3522" y="8520"/>
                  </a:lnTo>
                  <a:lnTo>
                    <a:pt x="3542" y="8517"/>
                  </a:lnTo>
                  <a:lnTo>
                    <a:pt x="3792" y="8479"/>
                  </a:lnTo>
                  <a:lnTo>
                    <a:pt x="3811" y="8477"/>
                  </a:lnTo>
                  <a:lnTo>
                    <a:pt x="4060" y="8454"/>
                  </a:lnTo>
                  <a:lnTo>
                    <a:pt x="4078" y="8453"/>
                  </a:lnTo>
                  <a:lnTo>
                    <a:pt x="4323" y="8443"/>
                  </a:lnTo>
                  <a:lnTo>
                    <a:pt x="4339" y="8443"/>
                  </a:lnTo>
                  <a:lnTo>
                    <a:pt x="4579" y="8445"/>
                  </a:lnTo>
                  <a:lnTo>
                    <a:pt x="4594" y="8445"/>
                  </a:lnTo>
                  <a:lnTo>
                    <a:pt x="4825" y="8457"/>
                  </a:lnTo>
                  <a:lnTo>
                    <a:pt x="4847" y="8458"/>
                  </a:lnTo>
                  <a:lnTo>
                    <a:pt x="5074" y="8484"/>
                  </a:lnTo>
                  <a:lnTo>
                    <a:pt x="5098" y="8488"/>
                  </a:lnTo>
                  <a:lnTo>
                    <a:pt x="5323" y="8530"/>
                  </a:lnTo>
                  <a:lnTo>
                    <a:pt x="5340" y="8534"/>
                  </a:lnTo>
                  <a:lnTo>
                    <a:pt x="5560" y="8588"/>
                  </a:lnTo>
                  <a:lnTo>
                    <a:pt x="5572" y="8591"/>
                  </a:lnTo>
                  <a:lnTo>
                    <a:pt x="5781" y="8651"/>
                  </a:lnTo>
                  <a:lnTo>
                    <a:pt x="5789" y="8654"/>
                  </a:lnTo>
                  <a:lnTo>
                    <a:pt x="5984" y="8716"/>
                  </a:lnTo>
                  <a:lnTo>
                    <a:pt x="5987" y="8717"/>
                  </a:lnTo>
                  <a:lnTo>
                    <a:pt x="6165" y="8775"/>
                  </a:lnTo>
                  <a:lnTo>
                    <a:pt x="6181" y="8781"/>
                  </a:lnTo>
                  <a:lnTo>
                    <a:pt x="6197" y="8788"/>
                  </a:lnTo>
                  <a:lnTo>
                    <a:pt x="6361" y="8866"/>
                  </a:lnTo>
                  <a:lnTo>
                    <a:pt x="6378" y="8875"/>
                  </a:lnTo>
                  <a:lnTo>
                    <a:pt x="6393" y="8885"/>
                  </a:lnTo>
                  <a:lnTo>
                    <a:pt x="6511" y="8966"/>
                  </a:lnTo>
                  <a:lnTo>
                    <a:pt x="6478" y="8582"/>
                  </a:lnTo>
                  <a:lnTo>
                    <a:pt x="6436" y="8121"/>
                  </a:lnTo>
                  <a:lnTo>
                    <a:pt x="6392" y="7659"/>
                  </a:lnTo>
                  <a:lnTo>
                    <a:pt x="6346" y="7198"/>
                  </a:lnTo>
                  <a:lnTo>
                    <a:pt x="6296" y="6737"/>
                  </a:lnTo>
                  <a:lnTo>
                    <a:pt x="6240" y="6279"/>
                  </a:lnTo>
                  <a:lnTo>
                    <a:pt x="6177" y="5822"/>
                  </a:lnTo>
                  <a:lnTo>
                    <a:pt x="6106" y="5360"/>
                  </a:lnTo>
                  <a:lnTo>
                    <a:pt x="6030" y="4889"/>
                  </a:lnTo>
                  <a:lnTo>
                    <a:pt x="5948" y="4421"/>
                  </a:lnTo>
                  <a:lnTo>
                    <a:pt x="5861" y="3963"/>
                  </a:lnTo>
                  <a:lnTo>
                    <a:pt x="5770" y="3525"/>
                  </a:lnTo>
                  <a:lnTo>
                    <a:pt x="5676" y="3115"/>
                  </a:lnTo>
                  <a:lnTo>
                    <a:pt x="5575" y="2731"/>
                  </a:lnTo>
                  <a:lnTo>
                    <a:pt x="5468" y="2362"/>
                  </a:lnTo>
                  <a:lnTo>
                    <a:pt x="5357" y="2012"/>
                  </a:lnTo>
                  <a:lnTo>
                    <a:pt x="5244" y="1686"/>
                  </a:lnTo>
                  <a:lnTo>
                    <a:pt x="5133" y="1386"/>
                  </a:lnTo>
                  <a:lnTo>
                    <a:pt x="5026" y="1116"/>
                  </a:lnTo>
                  <a:lnTo>
                    <a:pt x="4925" y="878"/>
                  </a:lnTo>
                  <a:lnTo>
                    <a:pt x="4830" y="670"/>
                  </a:lnTo>
                  <a:lnTo>
                    <a:pt x="4738" y="489"/>
                  </a:lnTo>
                  <a:lnTo>
                    <a:pt x="4644" y="334"/>
                  </a:lnTo>
                  <a:lnTo>
                    <a:pt x="4546" y="201"/>
                  </a:lnTo>
                  <a:lnTo>
                    <a:pt x="4439" y="85"/>
                  </a:lnTo>
                  <a:lnTo>
                    <a:pt x="4420" y="68"/>
                  </a:lnTo>
                  <a:lnTo>
                    <a:pt x="4369" y="43"/>
                  </a:lnTo>
                  <a:lnTo>
                    <a:pt x="4302" y="20"/>
                  </a:lnTo>
                  <a:lnTo>
                    <a:pt x="4232" y="6"/>
                  </a:lnTo>
                  <a:lnTo>
                    <a:pt x="4148" y="0"/>
                  </a:lnTo>
                  <a:lnTo>
                    <a:pt x="4039" y="3"/>
                  </a:lnTo>
                  <a:lnTo>
                    <a:pt x="3897" y="19"/>
                  </a:lnTo>
                  <a:lnTo>
                    <a:pt x="3725" y="51"/>
                  </a:lnTo>
                  <a:lnTo>
                    <a:pt x="3535" y="95"/>
                  </a:lnTo>
                  <a:lnTo>
                    <a:pt x="3339" y="150"/>
                  </a:lnTo>
                  <a:lnTo>
                    <a:pt x="3146" y="213"/>
                  </a:lnTo>
                  <a:lnTo>
                    <a:pt x="2966" y="283"/>
                  </a:lnTo>
                  <a:lnTo>
                    <a:pt x="2795" y="360"/>
                  </a:lnTo>
                  <a:lnTo>
                    <a:pt x="2624" y="448"/>
                  </a:lnTo>
                  <a:lnTo>
                    <a:pt x="2455" y="545"/>
                  </a:lnTo>
                  <a:lnTo>
                    <a:pt x="2290" y="650"/>
                  </a:lnTo>
                  <a:lnTo>
                    <a:pt x="2130" y="763"/>
                  </a:lnTo>
                  <a:lnTo>
                    <a:pt x="1977" y="883"/>
                  </a:lnTo>
                  <a:lnTo>
                    <a:pt x="1830" y="1010"/>
                  </a:lnTo>
                  <a:lnTo>
                    <a:pt x="1687" y="1145"/>
                  </a:lnTo>
                  <a:lnTo>
                    <a:pt x="1550" y="1289"/>
                  </a:lnTo>
                  <a:lnTo>
                    <a:pt x="1418" y="1440"/>
                  </a:lnTo>
                  <a:lnTo>
                    <a:pt x="1291" y="1597"/>
                  </a:lnTo>
                  <a:lnTo>
                    <a:pt x="1169" y="1761"/>
                  </a:lnTo>
                  <a:lnTo>
                    <a:pt x="1053" y="1932"/>
                  </a:lnTo>
                  <a:lnTo>
                    <a:pt x="941" y="2110"/>
                  </a:lnTo>
                  <a:lnTo>
                    <a:pt x="835" y="2295"/>
                  </a:lnTo>
                  <a:lnTo>
                    <a:pt x="735" y="2485"/>
                  </a:lnTo>
                  <a:lnTo>
                    <a:pt x="642" y="2680"/>
                  </a:lnTo>
                  <a:lnTo>
                    <a:pt x="556" y="2879"/>
                  </a:lnTo>
                  <a:lnTo>
                    <a:pt x="478" y="3082"/>
                  </a:lnTo>
                  <a:lnTo>
                    <a:pt x="407" y="3292"/>
                  </a:lnTo>
                  <a:lnTo>
                    <a:pt x="343" y="3506"/>
                  </a:lnTo>
                  <a:lnTo>
                    <a:pt x="285" y="3725"/>
                  </a:lnTo>
                  <a:lnTo>
                    <a:pt x="233" y="3946"/>
                  </a:lnTo>
                  <a:lnTo>
                    <a:pt x="186" y="4167"/>
                  </a:lnTo>
                  <a:lnTo>
                    <a:pt x="144" y="4390"/>
                  </a:lnTo>
                  <a:lnTo>
                    <a:pt x="109" y="4615"/>
                  </a:lnTo>
                  <a:lnTo>
                    <a:pt x="80" y="4843"/>
                  </a:lnTo>
                  <a:lnTo>
                    <a:pt x="56" y="5072"/>
                  </a:lnTo>
                  <a:lnTo>
                    <a:pt x="36" y="5301"/>
                  </a:lnTo>
                  <a:lnTo>
                    <a:pt x="20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0" y="6894"/>
                  </a:lnTo>
                  <a:lnTo>
                    <a:pt x="37" y="7117"/>
                  </a:lnTo>
                  <a:lnTo>
                    <a:pt x="60" y="7340"/>
                  </a:lnTo>
                  <a:lnTo>
                    <a:pt x="87" y="7561"/>
                  </a:lnTo>
                  <a:lnTo>
                    <a:pt x="118" y="7779"/>
                  </a:lnTo>
                  <a:lnTo>
                    <a:pt x="152" y="7989"/>
                  </a:lnTo>
                  <a:lnTo>
                    <a:pt x="186" y="8191"/>
                  </a:lnTo>
                  <a:lnTo>
                    <a:pt x="222" y="8382"/>
                  </a:lnTo>
                  <a:lnTo>
                    <a:pt x="261" y="8567"/>
                  </a:lnTo>
                  <a:lnTo>
                    <a:pt x="302" y="8745"/>
                  </a:lnTo>
                  <a:lnTo>
                    <a:pt x="345" y="8916"/>
                  </a:lnTo>
                  <a:lnTo>
                    <a:pt x="390" y="9081"/>
                  </a:lnTo>
                  <a:lnTo>
                    <a:pt x="435" y="9241"/>
                  </a:lnTo>
                  <a:lnTo>
                    <a:pt x="480" y="9402"/>
                  </a:lnTo>
                  <a:lnTo>
                    <a:pt x="526" y="9563"/>
                  </a:lnTo>
                  <a:lnTo>
                    <a:pt x="572" y="9716"/>
                  </a:lnTo>
                  <a:lnTo>
                    <a:pt x="619" y="9851"/>
                  </a:lnTo>
                  <a:lnTo>
                    <a:pt x="665" y="9958"/>
                  </a:lnTo>
                  <a:lnTo>
                    <a:pt x="691" y="10000"/>
                  </a:lnTo>
                  <a:lnTo>
                    <a:pt x="72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060562" y="1632678"/>
              <a:ext cx="901740" cy="1224379"/>
            </a:xfrm>
            <a:custGeom>
              <a:avLst/>
              <a:gdLst/>
              <a:ahLst/>
              <a:cxnLst/>
              <a:rect l="0" t="0" r="r" b="b"/>
              <a:pathLst>
                <a:path w="2054" h="2848" fill="none">
                  <a:moveTo>
                    <a:pt x="2054" y="1342"/>
                  </a:moveTo>
                  <a:lnTo>
                    <a:pt x="1513" y="1150"/>
                  </a:lnTo>
                  <a:lnTo>
                    <a:pt x="848" y="821"/>
                  </a:lnTo>
                  <a:lnTo>
                    <a:pt x="473" y="493"/>
                  </a:lnTo>
                </a:path>
                <a:path w="2054" h="2848" fill="none">
                  <a:moveTo>
                    <a:pt x="1513" y="1150"/>
                  </a:moveTo>
                  <a:lnTo>
                    <a:pt x="1264" y="657"/>
                  </a:lnTo>
                  <a:lnTo>
                    <a:pt x="1139" y="109"/>
                  </a:lnTo>
                </a:path>
                <a:path w="2054" h="2848" fill="none">
                  <a:moveTo>
                    <a:pt x="2054" y="1342"/>
                  </a:moveTo>
                  <a:lnTo>
                    <a:pt x="1264" y="1424"/>
                  </a:lnTo>
                  <a:lnTo>
                    <a:pt x="432" y="1424"/>
                  </a:lnTo>
                  <a:lnTo>
                    <a:pt x="16" y="1479"/>
                  </a:lnTo>
                </a:path>
                <a:path w="2054" h="2848" fill="none">
                  <a:moveTo>
                    <a:pt x="1264" y="1424"/>
                  </a:moveTo>
                  <a:lnTo>
                    <a:pt x="681" y="1807"/>
                  </a:lnTo>
                  <a:lnTo>
                    <a:pt x="224" y="2136"/>
                  </a:lnTo>
                </a:path>
                <a:path w="2054" h="2848" fill="none">
                  <a:moveTo>
                    <a:pt x="2054" y="1342"/>
                  </a:moveTo>
                  <a:lnTo>
                    <a:pt x="1513" y="1807"/>
                  </a:lnTo>
                  <a:lnTo>
                    <a:pt x="1014" y="2355"/>
                  </a:lnTo>
                  <a:lnTo>
                    <a:pt x="556" y="2794"/>
                  </a:lnTo>
                </a:path>
                <a:path w="2054" h="2848" fill="none">
                  <a:moveTo>
                    <a:pt x="1513" y="1807"/>
                  </a:moveTo>
                  <a:lnTo>
                    <a:pt x="1763" y="2355"/>
                  </a:lnTo>
                  <a:lnTo>
                    <a:pt x="1513" y="2848"/>
                  </a:lnTo>
                </a:path>
                <a:path w="2054" h="2848" fill="none">
                  <a:moveTo>
                    <a:pt x="1014" y="2355"/>
                  </a:moveTo>
                  <a:lnTo>
                    <a:pt x="348" y="2629"/>
                  </a:lnTo>
                  <a:lnTo>
                    <a:pt x="16" y="2794"/>
                  </a:lnTo>
                </a:path>
                <a:path w="2054" h="2848" fill="none">
                  <a:moveTo>
                    <a:pt x="848" y="821"/>
                  </a:moveTo>
                  <a:lnTo>
                    <a:pt x="265" y="931"/>
                  </a:lnTo>
                  <a:lnTo>
                    <a:pt x="0" y="1062"/>
                  </a:lnTo>
                </a:path>
                <a:path w="2054" h="2848" fill="none">
                  <a:moveTo>
                    <a:pt x="1264" y="657"/>
                  </a:moveTo>
                  <a:lnTo>
                    <a:pt x="764" y="328"/>
                  </a:lnTo>
                </a:path>
                <a:path w="2054" h="2848" fill="none">
                  <a:moveTo>
                    <a:pt x="681" y="1807"/>
                  </a:moveTo>
                  <a:lnTo>
                    <a:pt x="764" y="2191"/>
                  </a:lnTo>
                  <a:lnTo>
                    <a:pt x="515" y="2574"/>
                  </a:lnTo>
                </a:path>
                <a:path w="2054" h="2848" fill="none">
                  <a:moveTo>
                    <a:pt x="2054" y="1342"/>
                  </a:moveTo>
                  <a:lnTo>
                    <a:pt x="1929" y="931"/>
                  </a:lnTo>
                  <a:lnTo>
                    <a:pt x="1680" y="493"/>
                  </a:lnTo>
                  <a:lnTo>
                    <a:pt x="1513" y="0"/>
                  </a:lnTo>
                </a:path>
                <a:path w="2054" h="2848" fill="none">
                  <a:moveTo>
                    <a:pt x="432" y="1424"/>
                  </a:moveTo>
                  <a:lnTo>
                    <a:pt x="182" y="175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08958" y="2209548"/>
              <a:ext cx="971603" cy="716111"/>
            </a:xfrm>
            <a:custGeom>
              <a:avLst/>
              <a:gdLst/>
              <a:ahLst/>
              <a:cxnLst/>
              <a:rect l="0" t="0" r="r" b="b"/>
              <a:pathLst>
                <a:path w="2213" h="1666" fill="none">
                  <a:moveTo>
                    <a:pt x="0" y="90"/>
                  </a:moveTo>
                  <a:lnTo>
                    <a:pt x="154" y="100"/>
                  </a:lnTo>
                  <a:lnTo>
                    <a:pt x="349" y="112"/>
                  </a:lnTo>
                  <a:lnTo>
                    <a:pt x="544" y="122"/>
                  </a:lnTo>
                  <a:lnTo>
                    <a:pt x="716" y="126"/>
                  </a:lnTo>
                  <a:lnTo>
                    <a:pt x="858" y="123"/>
                  </a:lnTo>
                  <a:lnTo>
                    <a:pt x="987" y="116"/>
                  </a:lnTo>
                  <a:lnTo>
                    <a:pt x="1112" y="106"/>
                  </a:lnTo>
                  <a:lnTo>
                    <a:pt x="1240" y="94"/>
                  </a:lnTo>
                  <a:lnTo>
                    <a:pt x="1381" y="82"/>
                  </a:lnTo>
                  <a:lnTo>
                    <a:pt x="1550" y="66"/>
                  </a:lnTo>
                  <a:lnTo>
                    <a:pt x="1742" y="48"/>
                  </a:lnTo>
                  <a:lnTo>
                    <a:pt x="1932" y="28"/>
                  </a:lnTo>
                  <a:lnTo>
                    <a:pt x="2097" y="11"/>
                  </a:lnTo>
                  <a:lnTo>
                    <a:pt x="2213" y="0"/>
                  </a:lnTo>
                </a:path>
                <a:path w="2213" h="1666" fill="none">
                  <a:moveTo>
                    <a:pt x="56" y="1666"/>
                  </a:moveTo>
                  <a:lnTo>
                    <a:pt x="152" y="1589"/>
                  </a:lnTo>
                  <a:lnTo>
                    <a:pt x="296" y="1473"/>
                  </a:lnTo>
                  <a:lnTo>
                    <a:pt x="463" y="1338"/>
                  </a:lnTo>
                  <a:lnTo>
                    <a:pt x="637" y="1198"/>
                  </a:lnTo>
                  <a:lnTo>
                    <a:pt x="799" y="1068"/>
                  </a:lnTo>
                  <a:lnTo>
                    <a:pt x="950" y="944"/>
                  </a:lnTo>
                  <a:lnTo>
                    <a:pt x="1102" y="816"/>
                  </a:lnTo>
                  <a:lnTo>
                    <a:pt x="1254" y="690"/>
                  </a:lnTo>
                  <a:lnTo>
                    <a:pt x="1403" y="572"/>
                  </a:lnTo>
                  <a:lnTo>
                    <a:pt x="1548" y="465"/>
                  </a:lnTo>
                  <a:lnTo>
                    <a:pt x="1697" y="368"/>
                  </a:lnTo>
                  <a:lnTo>
                    <a:pt x="1852" y="278"/>
                  </a:lnTo>
                  <a:lnTo>
                    <a:pt x="1999" y="197"/>
                  </a:lnTo>
                  <a:lnTo>
                    <a:pt x="2124" y="130"/>
                  </a:lnTo>
                  <a:lnTo>
                    <a:pt x="2213" y="8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979983" y="1464830"/>
            <a:ext cx="1137327" cy="1710328"/>
          </a:xfrm>
          <a:custGeom>
            <a:avLst/>
            <a:gdLst/>
            <a:ahLst/>
            <a:cxnLst/>
            <a:rect l="0" t="0" r="r" b="b"/>
            <a:pathLst>
              <a:path w="2591" h="3979" fill="none">
                <a:moveTo>
                  <a:pt x="287" y="3973"/>
                </a:moveTo>
                <a:lnTo>
                  <a:pt x="328" y="3945"/>
                </a:lnTo>
                <a:lnTo>
                  <a:pt x="379" y="3902"/>
                </a:lnTo>
                <a:lnTo>
                  <a:pt x="439" y="3849"/>
                </a:lnTo>
                <a:lnTo>
                  <a:pt x="440" y="3848"/>
                </a:lnTo>
                <a:lnTo>
                  <a:pt x="507" y="3791"/>
                </a:lnTo>
                <a:lnTo>
                  <a:pt x="510" y="3788"/>
                </a:lnTo>
                <a:lnTo>
                  <a:pt x="583" y="3732"/>
                </a:lnTo>
                <a:lnTo>
                  <a:pt x="589" y="3728"/>
                </a:lnTo>
                <a:lnTo>
                  <a:pt x="668" y="3678"/>
                </a:lnTo>
                <a:lnTo>
                  <a:pt x="674" y="3674"/>
                </a:lnTo>
                <a:lnTo>
                  <a:pt x="761" y="3627"/>
                </a:lnTo>
                <a:lnTo>
                  <a:pt x="764" y="3626"/>
                </a:lnTo>
                <a:lnTo>
                  <a:pt x="861" y="3578"/>
                </a:lnTo>
                <a:lnTo>
                  <a:pt x="864" y="3577"/>
                </a:lnTo>
                <a:lnTo>
                  <a:pt x="967" y="3530"/>
                </a:lnTo>
                <a:lnTo>
                  <a:pt x="970" y="3528"/>
                </a:lnTo>
                <a:lnTo>
                  <a:pt x="1076" y="3485"/>
                </a:lnTo>
                <a:lnTo>
                  <a:pt x="1081" y="3483"/>
                </a:lnTo>
                <a:lnTo>
                  <a:pt x="1186" y="3446"/>
                </a:lnTo>
                <a:lnTo>
                  <a:pt x="1192" y="3443"/>
                </a:lnTo>
                <a:lnTo>
                  <a:pt x="1294" y="3414"/>
                </a:lnTo>
                <a:lnTo>
                  <a:pt x="1302" y="3412"/>
                </a:lnTo>
                <a:lnTo>
                  <a:pt x="1401" y="3391"/>
                </a:lnTo>
                <a:lnTo>
                  <a:pt x="1409" y="3389"/>
                </a:lnTo>
                <a:lnTo>
                  <a:pt x="1509" y="3374"/>
                </a:lnTo>
                <a:lnTo>
                  <a:pt x="1517" y="3373"/>
                </a:lnTo>
                <a:lnTo>
                  <a:pt x="1616" y="3364"/>
                </a:lnTo>
                <a:lnTo>
                  <a:pt x="1623" y="3364"/>
                </a:lnTo>
                <a:lnTo>
                  <a:pt x="1720" y="3360"/>
                </a:lnTo>
                <a:lnTo>
                  <a:pt x="1727" y="3360"/>
                </a:lnTo>
                <a:lnTo>
                  <a:pt x="1822" y="3360"/>
                </a:lnTo>
                <a:lnTo>
                  <a:pt x="1828" y="3361"/>
                </a:lnTo>
                <a:lnTo>
                  <a:pt x="1920" y="3365"/>
                </a:lnTo>
                <a:lnTo>
                  <a:pt x="1929" y="3366"/>
                </a:lnTo>
                <a:lnTo>
                  <a:pt x="2019" y="3376"/>
                </a:lnTo>
                <a:lnTo>
                  <a:pt x="2029" y="3378"/>
                </a:lnTo>
                <a:lnTo>
                  <a:pt x="2118" y="3395"/>
                </a:lnTo>
                <a:lnTo>
                  <a:pt x="2125" y="3396"/>
                </a:lnTo>
                <a:lnTo>
                  <a:pt x="2212" y="3417"/>
                </a:lnTo>
                <a:lnTo>
                  <a:pt x="2217" y="3419"/>
                </a:lnTo>
                <a:lnTo>
                  <a:pt x="2300" y="3443"/>
                </a:lnTo>
                <a:lnTo>
                  <a:pt x="2303" y="3444"/>
                </a:lnTo>
                <a:lnTo>
                  <a:pt x="2381" y="3468"/>
                </a:lnTo>
                <a:lnTo>
                  <a:pt x="2383" y="3469"/>
                </a:lnTo>
                <a:lnTo>
                  <a:pt x="2453" y="3492"/>
                </a:lnTo>
                <a:lnTo>
                  <a:pt x="2460" y="3494"/>
                </a:lnTo>
                <a:lnTo>
                  <a:pt x="2466" y="3497"/>
                </a:lnTo>
                <a:lnTo>
                  <a:pt x="2531" y="3528"/>
                </a:lnTo>
                <a:lnTo>
                  <a:pt x="2538" y="3532"/>
                </a:lnTo>
                <a:lnTo>
                  <a:pt x="2544" y="3535"/>
                </a:lnTo>
                <a:lnTo>
                  <a:pt x="2591" y="3568"/>
                </a:lnTo>
                <a:lnTo>
                  <a:pt x="2578" y="3415"/>
                </a:lnTo>
                <a:lnTo>
                  <a:pt x="2561" y="3232"/>
                </a:lnTo>
                <a:lnTo>
                  <a:pt x="2544" y="3048"/>
                </a:lnTo>
                <a:lnTo>
                  <a:pt x="2525" y="2864"/>
                </a:lnTo>
                <a:lnTo>
                  <a:pt x="2505" y="2681"/>
                </a:lnTo>
                <a:lnTo>
                  <a:pt x="2483" y="2498"/>
                </a:lnTo>
                <a:lnTo>
                  <a:pt x="2458" y="2317"/>
                </a:lnTo>
                <a:lnTo>
                  <a:pt x="2430" y="2133"/>
                </a:lnTo>
                <a:lnTo>
                  <a:pt x="2399" y="1946"/>
                </a:lnTo>
                <a:lnTo>
                  <a:pt x="2367" y="1759"/>
                </a:lnTo>
                <a:lnTo>
                  <a:pt x="2332" y="1577"/>
                </a:lnTo>
                <a:lnTo>
                  <a:pt x="2296" y="1402"/>
                </a:lnTo>
                <a:lnTo>
                  <a:pt x="2258" y="1240"/>
                </a:lnTo>
                <a:lnTo>
                  <a:pt x="2219" y="1086"/>
                </a:lnTo>
                <a:lnTo>
                  <a:pt x="2176" y="940"/>
                </a:lnTo>
                <a:lnTo>
                  <a:pt x="2132" y="801"/>
                </a:lnTo>
                <a:lnTo>
                  <a:pt x="2087" y="671"/>
                </a:lnTo>
                <a:lnTo>
                  <a:pt x="2042" y="551"/>
                </a:lnTo>
                <a:lnTo>
                  <a:pt x="2000" y="444"/>
                </a:lnTo>
                <a:lnTo>
                  <a:pt x="1960" y="349"/>
                </a:lnTo>
                <a:lnTo>
                  <a:pt x="1922" y="266"/>
                </a:lnTo>
                <a:lnTo>
                  <a:pt x="1885" y="195"/>
                </a:lnTo>
                <a:lnTo>
                  <a:pt x="1848" y="133"/>
                </a:lnTo>
                <a:lnTo>
                  <a:pt x="1809" y="80"/>
                </a:lnTo>
                <a:lnTo>
                  <a:pt x="1766" y="34"/>
                </a:lnTo>
                <a:lnTo>
                  <a:pt x="1759" y="27"/>
                </a:lnTo>
                <a:lnTo>
                  <a:pt x="1738" y="17"/>
                </a:lnTo>
                <a:lnTo>
                  <a:pt x="1712" y="8"/>
                </a:lnTo>
                <a:lnTo>
                  <a:pt x="1684" y="2"/>
                </a:lnTo>
                <a:lnTo>
                  <a:pt x="1650" y="0"/>
                </a:lnTo>
                <a:lnTo>
                  <a:pt x="1607" y="1"/>
                </a:lnTo>
                <a:lnTo>
                  <a:pt x="1550" y="7"/>
                </a:lnTo>
                <a:lnTo>
                  <a:pt x="1482" y="20"/>
                </a:lnTo>
                <a:lnTo>
                  <a:pt x="1407" y="37"/>
                </a:lnTo>
                <a:lnTo>
                  <a:pt x="1328" y="59"/>
                </a:lnTo>
                <a:lnTo>
                  <a:pt x="1252" y="84"/>
                </a:lnTo>
                <a:lnTo>
                  <a:pt x="1180" y="112"/>
                </a:lnTo>
                <a:lnTo>
                  <a:pt x="1112" y="143"/>
                </a:lnTo>
                <a:lnTo>
                  <a:pt x="1044" y="178"/>
                </a:lnTo>
                <a:lnTo>
                  <a:pt x="977" y="217"/>
                </a:lnTo>
                <a:lnTo>
                  <a:pt x="911" y="259"/>
                </a:lnTo>
                <a:lnTo>
                  <a:pt x="847" y="303"/>
                </a:lnTo>
                <a:lnTo>
                  <a:pt x="786" y="351"/>
                </a:lnTo>
                <a:lnTo>
                  <a:pt x="728" y="402"/>
                </a:lnTo>
                <a:lnTo>
                  <a:pt x="671" y="456"/>
                </a:lnTo>
                <a:lnTo>
                  <a:pt x="617" y="513"/>
                </a:lnTo>
                <a:lnTo>
                  <a:pt x="564" y="573"/>
                </a:lnTo>
                <a:lnTo>
                  <a:pt x="513" y="635"/>
                </a:lnTo>
                <a:lnTo>
                  <a:pt x="465" y="701"/>
                </a:lnTo>
                <a:lnTo>
                  <a:pt x="419" y="768"/>
                </a:lnTo>
                <a:lnTo>
                  <a:pt x="374" y="839"/>
                </a:lnTo>
                <a:lnTo>
                  <a:pt x="332" y="913"/>
                </a:lnTo>
                <a:lnTo>
                  <a:pt x="292" y="989"/>
                </a:lnTo>
                <a:lnTo>
                  <a:pt x="255" y="1066"/>
                </a:lnTo>
                <a:lnTo>
                  <a:pt x="221" y="1145"/>
                </a:lnTo>
                <a:lnTo>
                  <a:pt x="190" y="1226"/>
                </a:lnTo>
                <a:lnTo>
                  <a:pt x="162" y="1310"/>
                </a:lnTo>
                <a:lnTo>
                  <a:pt x="136" y="1395"/>
                </a:lnTo>
                <a:lnTo>
                  <a:pt x="113" y="1482"/>
                </a:lnTo>
                <a:lnTo>
                  <a:pt x="92" y="1570"/>
                </a:lnTo>
                <a:lnTo>
                  <a:pt x="74" y="1658"/>
                </a:lnTo>
                <a:lnTo>
                  <a:pt x="57" y="1747"/>
                </a:lnTo>
                <a:lnTo>
                  <a:pt x="43" y="1836"/>
                </a:lnTo>
                <a:lnTo>
                  <a:pt x="31" y="1927"/>
                </a:lnTo>
                <a:lnTo>
                  <a:pt x="22" y="2018"/>
                </a:lnTo>
                <a:lnTo>
                  <a:pt x="14" y="2109"/>
                </a:lnTo>
                <a:lnTo>
                  <a:pt x="8" y="2200"/>
                </a:lnTo>
                <a:lnTo>
                  <a:pt x="3" y="2291"/>
                </a:lnTo>
                <a:lnTo>
                  <a:pt x="0" y="2382"/>
                </a:lnTo>
                <a:lnTo>
                  <a:pt x="0" y="2474"/>
                </a:lnTo>
                <a:lnTo>
                  <a:pt x="0" y="2564"/>
                </a:lnTo>
                <a:lnTo>
                  <a:pt x="3" y="2655"/>
                </a:lnTo>
                <a:lnTo>
                  <a:pt x="8" y="2743"/>
                </a:lnTo>
                <a:lnTo>
                  <a:pt x="15" y="2832"/>
                </a:lnTo>
                <a:lnTo>
                  <a:pt x="24" y="2921"/>
                </a:lnTo>
                <a:lnTo>
                  <a:pt x="35" y="3009"/>
                </a:lnTo>
                <a:lnTo>
                  <a:pt x="47" y="3095"/>
                </a:lnTo>
                <a:lnTo>
                  <a:pt x="60" y="3179"/>
                </a:lnTo>
                <a:lnTo>
                  <a:pt x="74" y="3259"/>
                </a:lnTo>
                <a:lnTo>
                  <a:pt x="88" y="3336"/>
                </a:lnTo>
                <a:lnTo>
                  <a:pt x="104" y="3409"/>
                </a:lnTo>
                <a:lnTo>
                  <a:pt x="120" y="3480"/>
                </a:lnTo>
                <a:lnTo>
                  <a:pt x="137" y="3548"/>
                </a:lnTo>
                <a:lnTo>
                  <a:pt x="155" y="3614"/>
                </a:lnTo>
                <a:lnTo>
                  <a:pt x="173" y="3677"/>
                </a:lnTo>
                <a:lnTo>
                  <a:pt x="191" y="3741"/>
                </a:lnTo>
                <a:lnTo>
                  <a:pt x="209" y="3805"/>
                </a:lnTo>
                <a:lnTo>
                  <a:pt x="227" y="3866"/>
                </a:lnTo>
                <a:lnTo>
                  <a:pt x="246" y="3920"/>
                </a:lnTo>
                <a:lnTo>
                  <a:pt x="264" y="3963"/>
                </a:lnTo>
                <a:lnTo>
                  <a:pt x="275" y="3979"/>
                </a:lnTo>
                <a:lnTo>
                  <a:pt x="287" y="397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3" name="Forma 22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2" name="Forma 31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Consolidacion"/>
          <p:cNvSpPr/>
          <p:nvPr/>
        </p:nvSpPr>
        <p:spPr>
          <a:xfrm>
            <a:off x="1036608" y="2802636"/>
            <a:ext cx="583353" cy="347861"/>
          </a:xfrm>
          <a:custGeom>
            <a:avLst/>
            <a:gdLst/>
            <a:ahLst/>
            <a:cxnLst/>
            <a:rect l="0" t="0" r="r" b="b"/>
            <a:pathLst>
              <a:path w="10000" h="6090">
                <a:moveTo>
                  <a:pt x="9556" y="1394"/>
                </a:moveTo>
                <a:lnTo>
                  <a:pt x="8860" y="977"/>
                </a:lnTo>
                <a:lnTo>
                  <a:pt x="8126" y="629"/>
                </a:lnTo>
                <a:lnTo>
                  <a:pt x="7361" y="356"/>
                </a:lnTo>
                <a:lnTo>
                  <a:pt x="6573" y="159"/>
                </a:lnTo>
                <a:lnTo>
                  <a:pt x="5770" y="39"/>
                </a:lnTo>
                <a:lnTo>
                  <a:pt x="4958" y="0"/>
                </a:lnTo>
                <a:lnTo>
                  <a:pt x="4147" y="39"/>
                </a:lnTo>
                <a:lnTo>
                  <a:pt x="3344" y="159"/>
                </a:lnTo>
                <a:lnTo>
                  <a:pt x="2556" y="356"/>
                </a:lnTo>
                <a:lnTo>
                  <a:pt x="1791" y="629"/>
                </a:lnTo>
                <a:lnTo>
                  <a:pt x="1057" y="977"/>
                </a:lnTo>
                <a:lnTo>
                  <a:pt x="360" y="1394"/>
                </a:lnTo>
                <a:lnTo>
                  <a:pt x="0" y="1662"/>
                </a:lnTo>
                <a:lnTo>
                  <a:pt x="106" y="2167"/>
                </a:lnTo>
                <a:lnTo>
                  <a:pt x="228" y="2694"/>
                </a:lnTo>
                <a:lnTo>
                  <a:pt x="356" y="3202"/>
                </a:lnTo>
                <a:lnTo>
                  <a:pt x="487" y="3692"/>
                </a:lnTo>
                <a:lnTo>
                  <a:pt x="621" y="4168"/>
                </a:lnTo>
                <a:lnTo>
                  <a:pt x="757" y="4649"/>
                </a:lnTo>
                <a:lnTo>
                  <a:pt x="893" y="5130"/>
                </a:lnTo>
                <a:lnTo>
                  <a:pt x="1029" y="5580"/>
                </a:lnTo>
                <a:lnTo>
                  <a:pt x="1164" y="5969"/>
                </a:lnTo>
                <a:lnTo>
                  <a:pt x="1216" y="6090"/>
                </a:lnTo>
                <a:lnTo>
                  <a:pt x="1316" y="6021"/>
                </a:lnTo>
                <a:lnTo>
                  <a:pt x="1685" y="5712"/>
                </a:lnTo>
                <a:lnTo>
                  <a:pt x="2135" y="5315"/>
                </a:lnTo>
                <a:lnTo>
                  <a:pt x="2137" y="5313"/>
                </a:lnTo>
                <a:lnTo>
                  <a:pt x="2144" y="5307"/>
                </a:lnTo>
                <a:lnTo>
                  <a:pt x="2146" y="5305"/>
                </a:lnTo>
                <a:lnTo>
                  <a:pt x="2652" y="4874"/>
                </a:lnTo>
                <a:lnTo>
                  <a:pt x="2658" y="4869"/>
                </a:lnTo>
                <a:lnTo>
                  <a:pt x="2681" y="4850"/>
                </a:lnTo>
                <a:lnTo>
                  <a:pt x="2687" y="4845"/>
                </a:lnTo>
                <a:lnTo>
                  <a:pt x="3238" y="4423"/>
                </a:lnTo>
                <a:lnTo>
                  <a:pt x="3249" y="4415"/>
                </a:lnTo>
                <a:lnTo>
                  <a:pt x="3293" y="4384"/>
                </a:lnTo>
                <a:lnTo>
                  <a:pt x="3304" y="4377"/>
                </a:lnTo>
                <a:lnTo>
                  <a:pt x="3898" y="3999"/>
                </a:lnTo>
                <a:lnTo>
                  <a:pt x="3908" y="3994"/>
                </a:lnTo>
                <a:lnTo>
                  <a:pt x="3951" y="3968"/>
                </a:lnTo>
                <a:lnTo>
                  <a:pt x="3960" y="3963"/>
                </a:lnTo>
                <a:lnTo>
                  <a:pt x="4619" y="3610"/>
                </a:lnTo>
                <a:lnTo>
                  <a:pt x="4623" y="3607"/>
                </a:lnTo>
                <a:lnTo>
                  <a:pt x="4644" y="3597"/>
                </a:lnTo>
                <a:lnTo>
                  <a:pt x="4648" y="3595"/>
                </a:lnTo>
                <a:lnTo>
                  <a:pt x="5376" y="3234"/>
                </a:lnTo>
                <a:lnTo>
                  <a:pt x="5380" y="3231"/>
                </a:lnTo>
                <a:lnTo>
                  <a:pt x="5403" y="3220"/>
                </a:lnTo>
                <a:lnTo>
                  <a:pt x="5408" y="3218"/>
                </a:lnTo>
                <a:lnTo>
                  <a:pt x="6181" y="2866"/>
                </a:lnTo>
                <a:lnTo>
                  <a:pt x="6186" y="2864"/>
                </a:lnTo>
                <a:lnTo>
                  <a:pt x="6214" y="2852"/>
                </a:lnTo>
                <a:lnTo>
                  <a:pt x="6219" y="2850"/>
                </a:lnTo>
                <a:lnTo>
                  <a:pt x="7013" y="2524"/>
                </a:lnTo>
                <a:lnTo>
                  <a:pt x="7020" y="2521"/>
                </a:lnTo>
                <a:lnTo>
                  <a:pt x="7055" y="2508"/>
                </a:lnTo>
                <a:lnTo>
                  <a:pt x="7062" y="2505"/>
                </a:lnTo>
                <a:lnTo>
                  <a:pt x="7853" y="2223"/>
                </a:lnTo>
                <a:lnTo>
                  <a:pt x="7861" y="2220"/>
                </a:lnTo>
                <a:lnTo>
                  <a:pt x="7911" y="2204"/>
                </a:lnTo>
                <a:lnTo>
                  <a:pt x="7920" y="2201"/>
                </a:lnTo>
                <a:lnTo>
                  <a:pt x="8683" y="1980"/>
                </a:lnTo>
                <a:lnTo>
                  <a:pt x="8693" y="1977"/>
                </a:lnTo>
                <a:lnTo>
                  <a:pt x="8758" y="1961"/>
                </a:lnTo>
                <a:lnTo>
                  <a:pt x="8768" y="1958"/>
                </a:lnTo>
                <a:lnTo>
                  <a:pt x="9513" y="1798"/>
                </a:lnTo>
                <a:lnTo>
                  <a:pt x="9522" y="1796"/>
                </a:lnTo>
                <a:lnTo>
                  <a:pt x="9583" y="1785"/>
                </a:lnTo>
                <a:lnTo>
                  <a:pt x="9593" y="1784"/>
                </a:lnTo>
                <a:lnTo>
                  <a:pt x="10000" y="1723"/>
                </a:lnTo>
                <a:lnTo>
                  <a:pt x="9556" y="1394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5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40" name="Forma 39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3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4" name="Forma 43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6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7" name="Forma 46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1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2" name="Forma 51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8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9" name="Forma 58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60" name="Forma 59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2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3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4" name="Forma 63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8" name="!!LiquidoPleural"/>
          <p:cNvSpPr/>
          <p:nvPr/>
        </p:nvSpPr>
        <p:spPr>
          <a:xfrm>
            <a:off x="4800600" y="2665110"/>
            <a:ext cx="3840480" cy="803666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9" name="!!Leucocitos"/>
          <p:cNvGrpSpPr/>
          <p:nvPr/>
        </p:nvGrpSpPr>
        <p:grpSpPr>
          <a:xfrm>
            <a:off x="5103998" y="2708087"/>
            <a:ext cx="3429549" cy="756392"/>
            <a:chOff x="5103998" y="2708087"/>
            <a:chExt cx="3429549" cy="756392"/>
          </a:xfrm>
        </p:grpSpPr>
        <p:sp>
          <p:nvSpPr>
            <p:cNvPr id="70" name="Forma 69"/>
            <p:cNvSpPr/>
            <p:nvPr/>
          </p:nvSpPr>
          <p:spPr>
            <a:xfrm>
              <a:off x="5103998" y="2708087"/>
              <a:ext cx="3429549" cy="756392"/>
            </a:xfrm>
            <a:custGeom>
              <a:avLst/>
              <a:gdLst/>
              <a:ahLst/>
              <a:cxnLst/>
              <a:rect l="0" t="0" r="r" b="b"/>
              <a:pathLst>
                <a:path w="8930" h="1760">
                  <a:moveTo>
                    <a:pt x="2930" y="400"/>
                  </a:moveTo>
                  <a:cubicBezTo>
                    <a:pt x="2930" y="460"/>
                    <a:pt x="2880" y="510"/>
                    <a:pt x="2820" y="510"/>
                  </a:cubicBezTo>
                  <a:cubicBezTo>
                    <a:pt x="2759" y="510"/>
                    <a:pt x="2710" y="460"/>
                    <a:pt x="2710" y="400"/>
                  </a:cubicBezTo>
                  <a:cubicBezTo>
                    <a:pt x="2710" y="339"/>
                    <a:pt x="2759" y="290"/>
                    <a:pt x="2820" y="290"/>
                  </a:cubicBezTo>
                  <a:cubicBezTo>
                    <a:pt x="2880" y="290"/>
                    <a:pt x="2930" y="339"/>
                    <a:pt x="2930" y="400"/>
                  </a:cubicBezTo>
                  <a:close/>
                  <a:moveTo>
                    <a:pt x="3660" y="140"/>
                  </a:moveTo>
                  <a:cubicBezTo>
                    <a:pt x="3660" y="200"/>
                    <a:pt x="3610" y="250"/>
                    <a:pt x="3550" y="250"/>
                  </a:cubicBezTo>
                  <a:cubicBezTo>
                    <a:pt x="3489" y="250"/>
                    <a:pt x="3440" y="200"/>
                    <a:pt x="3440" y="140"/>
                  </a:cubicBezTo>
                  <a:cubicBezTo>
                    <a:pt x="3440" y="79"/>
                    <a:pt x="3489" y="30"/>
                    <a:pt x="3550" y="30"/>
                  </a:cubicBezTo>
                  <a:cubicBezTo>
                    <a:pt x="3610" y="30"/>
                    <a:pt x="3660" y="79"/>
                    <a:pt x="3660" y="140"/>
                  </a:cubicBezTo>
                  <a:close/>
                  <a:moveTo>
                    <a:pt x="360" y="1390"/>
                  </a:moveTo>
                  <a:cubicBezTo>
                    <a:pt x="360" y="1450"/>
                    <a:pt x="310" y="1500"/>
                    <a:pt x="250" y="1500"/>
                  </a:cubicBezTo>
                  <a:cubicBezTo>
                    <a:pt x="189" y="1500"/>
                    <a:pt x="140" y="1450"/>
                    <a:pt x="140" y="1390"/>
                  </a:cubicBezTo>
                  <a:cubicBezTo>
                    <a:pt x="140" y="1329"/>
                    <a:pt x="189" y="1280"/>
                    <a:pt x="250" y="1280"/>
                  </a:cubicBezTo>
                  <a:cubicBezTo>
                    <a:pt x="310" y="1280"/>
                    <a:pt x="360" y="1329"/>
                    <a:pt x="360" y="1390"/>
                  </a:cubicBezTo>
                  <a:close/>
                  <a:moveTo>
                    <a:pt x="580" y="950"/>
                  </a:moveTo>
                  <a:cubicBezTo>
                    <a:pt x="580" y="1010"/>
                    <a:pt x="530" y="1060"/>
                    <a:pt x="470" y="1060"/>
                  </a:cubicBezTo>
                  <a:cubicBezTo>
                    <a:pt x="409" y="1060"/>
                    <a:pt x="360" y="1010"/>
                    <a:pt x="360" y="950"/>
                  </a:cubicBezTo>
                  <a:cubicBezTo>
                    <a:pt x="360" y="889"/>
                    <a:pt x="409" y="840"/>
                    <a:pt x="470" y="840"/>
                  </a:cubicBezTo>
                  <a:cubicBezTo>
                    <a:pt x="530" y="840"/>
                    <a:pt x="580" y="889"/>
                    <a:pt x="580" y="950"/>
                  </a:cubicBezTo>
                  <a:close/>
                  <a:moveTo>
                    <a:pt x="5580" y="160"/>
                  </a:moveTo>
                  <a:cubicBezTo>
                    <a:pt x="5580" y="220"/>
                    <a:pt x="5530" y="270"/>
                    <a:pt x="5470" y="270"/>
                  </a:cubicBezTo>
                  <a:cubicBezTo>
                    <a:pt x="5409" y="270"/>
                    <a:pt x="5360" y="220"/>
                    <a:pt x="5360" y="160"/>
                  </a:cubicBezTo>
                  <a:cubicBezTo>
                    <a:pt x="5360" y="99"/>
                    <a:pt x="5409" y="50"/>
                    <a:pt x="5470" y="50"/>
                  </a:cubicBezTo>
                  <a:cubicBezTo>
                    <a:pt x="5530" y="50"/>
                    <a:pt x="5580" y="99"/>
                    <a:pt x="5580" y="160"/>
                  </a:cubicBezTo>
                  <a:close/>
                  <a:moveTo>
                    <a:pt x="8930" y="1310"/>
                  </a:moveTo>
                  <a:cubicBezTo>
                    <a:pt x="8930" y="1370"/>
                    <a:pt x="8880" y="1420"/>
                    <a:pt x="8820" y="1420"/>
                  </a:cubicBezTo>
                  <a:cubicBezTo>
                    <a:pt x="8759" y="1420"/>
                    <a:pt x="8710" y="1370"/>
                    <a:pt x="8710" y="1310"/>
                  </a:cubicBezTo>
                  <a:cubicBezTo>
                    <a:pt x="8710" y="1249"/>
                    <a:pt x="8759" y="1200"/>
                    <a:pt x="8820" y="1200"/>
                  </a:cubicBezTo>
                  <a:cubicBezTo>
                    <a:pt x="8880" y="1200"/>
                    <a:pt x="8930" y="1249"/>
                    <a:pt x="8930" y="1310"/>
                  </a:cubicBezTo>
                  <a:close/>
                  <a:moveTo>
                    <a:pt x="1810" y="110"/>
                  </a:moveTo>
                  <a:cubicBezTo>
                    <a:pt x="1810" y="170"/>
                    <a:pt x="1760" y="220"/>
                    <a:pt x="1700" y="220"/>
                  </a:cubicBezTo>
                  <a:cubicBezTo>
                    <a:pt x="1639" y="220"/>
                    <a:pt x="1590" y="170"/>
                    <a:pt x="1590" y="110"/>
                  </a:cubicBezTo>
                  <a:cubicBezTo>
                    <a:pt x="1590" y="49"/>
                    <a:pt x="1639" y="0"/>
                    <a:pt x="1700" y="0"/>
                  </a:cubicBezTo>
                  <a:cubicBezTo>
                    <a:pt x="1760" y="0"/>
                    <a:pt x="1810" y="49"/>
                    <a:pt x="1810" y="110"/>
                  </a:cubicBezTo>
                  <a:close/>
                  <a:moveTo>
                    <a:pt x="500" y="1130"/>
                  </a:moveTo>
                  <a:cubicBezTo>
                    <a:pt x="500" y="1190"/>
                    <a:pt x="450" y="1240"/>
                    <a:pt x="390" y="1240"/>
                  </a:cubicBezTo>
                  <a:cubicBezTo>
                    <a:pt x="329" y="1240"/>
                    <a:pt x="280" y="1190"/>
                    <a:pt x="280" y="1130"/>
                  </a:cubicBezTo>
                  <a:cubicBezTo>
                    <a:pt x="280" y="1069"/>
                    <a:pt x="329" y="1020"/>
                    <a:pt x="390" y="1020"/>
                  </a:cubicBezTo>
                  <a:cubicBezTo>
                    <a:pt x="450" y="1020"/>
                    <a:pt x="500" y="1069"/>
                    <a:pt x="500" y="1130"/>
                  </a:cubicBezTo>
                  <a:close/>
                  <a:moveTo>
                    <a:pt x="3900" y="190"/>
                  </a:moveTo>
                  <a:cubicBezTo>
                    <a:pt x="3900" y="250"/>
                    <a:pt x="3850" y="300"/>
                    <a:pt x="3790" y="300"/>
                  </a:cubicBezTo>
                  <a:cubicBezTo>
                    <a:pt x="3729" y="300"/>
                    <a:pt x="3680" y="250"/>
                    <a:pt x="3680" y="190"/>
                  </a:cubicBezTo>
                  <a:cubicBezTo>
                    <a:pt x="3680" y="129"/>
                    <a:pt x="3729" y="80"/>
                    <a:pt x="3790" y="80"/>
                  </a:cubicBezTo>
                  <a:cubicBezTo>
                    <a:pt x="3850" y="80"/>
                    <a:pt x="3900" y="129"/>
                    <a:pt x="3900" y="190"/>
                  </a:cubicBezTo>
                  <a:close/>
                  <a:moveTo>
                    <a:pt x="2080" y="250"/>
                  </a:moveTo>
                  <a:cubicBezTo>
                    <a:pt x="2080" y="310"/>
                    <a:pt x="2030" y="360"/>
                    <a:pt x="1970" y="360"/>
                  </a:cubicBezTo>
                  <a:cubicBezTo>
                    <a:pt x="1909" y="360"/>
                    <a:pt x="1860" y="310"/>
                    <a:pt x="1860" y="250"/>
                  </a:cubicBezTo>
                  <a:cubicBezTo>
                    <a:pt x="1860" y="189"/>
                    <a:pt x="1909" y="140"/>
                    <a:pt x="1970" y="140"/>
                  </a:cubicBezTo>
                  <a:cubicBezTo>
                    <a:pt x="2030" y="140"/>
                    <a:pt x="2080" y="189"/>
                    <a:pt x="2080" y="250"/>
                  </a:cubicBezTo>
                  <a:close/>
                  <a:moveTo>
                    <a:pt x="5260" y="1100"/>
                  </a:moveTo>
                  <a:cubicBezTo>
                    <a:pt x="5260" y="1160"/>
                    <a:pt x="5210" y="1210"/>
                    <a:pt x="5150" y="1210"/>
                  </a:cubicBezTo>
                  <a:cubicBezTo>
                    <a:pt x="5089" y="1210"/>
                    <a:pt x="5040" y="1160"/>
                    <a:pt x="5040" y="1100"/>
                  </a:cubicBezTo>
                  <a:cubicBezTo>
                    <a:pt x="5040" y="1039"/>
                    <a:pt x="5089" y="990"/>
                    <a:pt x="5150" y="990"/>
                  </a:cubicBezTo>
                  <a:cubicBezTo>
                    <a:pt x="5210" y="990"/>
                    <a:pt x="5260" y="1039"/>
                    <a:pt x="5260" y="1100"/>
                  </a:cubicBezTo>
                  <a:close/>
                  <a:moveTo>
                    <a:pt x="220" y="1460"/>
                  </a:moveTo>
                  <a:cubicBezTo>
                    <a:pt x="220" y="1520"/>
                    <a:pt x="170" y="1570"/>
                    <a:pt x="110" y="1570"/>
                  </a:cubicBezTo>
                  <a:cubicBezTo>
                    <a:pt x="49" y="1570"/>
                    <a:pt x="0" y="1520"/>
                    <a:pt x="0" y="1460"/>
                  </a:cubicBezTo>
                  <a:cubicBezTo>
                    <a:pt x="0" y="1399"/>
                    <a:pt x="49" y="1350"/>
                    <a:pt x="110" y="1350"/>
                  </a:cubicBezTo>
                  <a:cubicBezTo>
                    <a:pt x="170" y="1350"/>
                    <a:pt x="220" y="1399"/>
                    <a:pt x="220" y="1460"/>
                  </a:cubicBezTo>
                  <a:close/>
                  <a:moveTo>
                    <a:pt x="880" y="590"/>
                  </a:moveTo>
                  <a:cubicBezTo>
                    <a:pt x="880" y="650"/>
                    <a:pt x="830" y="700"/>
                    <a:pt x="770" y="700"/>
                  </a:cubicBezTo>
                  <a:cubicBezTo>
                    <a:pt x="709" y="700"/>
                    <a:pt x="660" y="650"/>
                    <a:pt x="660" y="590"/>
                  </a:cubicBezTo>
                  <a:cubicBezTo>
                    <a:pt x="660" y="529"/>
                    <a:pt x="709" y="480"/>
                    <a:pt x="770" y="480"/>
                  </a:cubicBezTo>
                  <a:cubicBezTo>
                    <a:pt x="830" y="480"/>
                    <a:pt x="880" y="529"/>
                    <a:pt x="880" y="590"/>
                  </a:cubicBezTo>
                  <a:close/>
                  <a:moveTo>
                    <a:pt x="6070" y="1620"/>
                  </a:moveTo>
                  <a:cubicBezTo>
                    <a:pt x="6070" y="1680"/>
                    <a:pt x="6020" y="1730"/>
                    <a:pt x="5960" y="1730"/>
                  </a:cubicBezTo>
                  <a:cubicBezTo>
                    <a:pt x="5899" y="1730"/>
                    <a:pt x="5850" y="1680"/>
                    <a:pt x="5850" y="1620"/>
                  </a:cubicBezTo>
                  <a:cubicBezTo>
                    <a:pt x="5850" y="1559"/>
                    <a:pt x="5899" y="1510"/>
                    <a:pt x="5960" y="1510"/>
                  </a:cubicBezTo>
                  <a:cubicBezTo>
                    <a:pt x="6020" y="1510"/>
                    <a:pt x="6070" y="1559"/>
                    <a:pt x="6070" y="1620"/>
                  </a:cubicBezTo>
                  <a:close/>
                  <a:moveTo>
                    <a:pt x="5580" y="170"/>
                  </a:moveTo>
                  <a:cubicBezTo>
                    <a:pt x="5580" y="230"/>
                    <a:pt x="5530" y="280"/>
                    <a:pt x="5470" y="280"/>
                  </a:cubicBezTo>
                  <a:cubicBezTo>
                    <a:pt x="5409" y="280"/>
                    <a:pt x="5360" y="230"/>
                    <a:pt x="5360" y="170"/>
                  </a:cubicBezTo>
                  <a:cubicBezTo>
                    <a:pt x="5360" y="109"/>
                    <a:pt x="5409" y="60"/>
                    <a:pt x="5470" y="60"/>
                  </a:cubicBezTo>
                  <a:cubicBezTo>
                    <a:pt x="5530" y="60"/>
                    <a:pt x="5580" y="109"/>
                    <a:pt x="5580" y="170"/>
                  </a:cubicBezTo>
                  <a:close/>
                  <a:moveTo>
                    <a:pt x="5520" y="1510"/>
                  </a:moveTo>
                  <a:cubicBezTo>
                    <a:pt x="5520" y="1570"/>
                    <a:pt x="5470" y="1620"/>
                    <a:pt x="5410" y="1620"/>
                  </a:cubicBezTo>
                  <a:cubicBezTo>
                    <a:pt x="5349" y="1620"/>
                    <a:pt x="5300" y="1570"/>
                    <a:pt x="5300" y="1510"/>
                  </a:cubicBezTo>
                  <a:cubicBezTo>
                    <a:pt x="5300" y="1449"/>
                    <a:pt x="5349" y="1400"/>
                    <a:pt x="5410" y="1400"/>
                  </a:cubicBezTo>
                  <a:cubicBezTo>
                    <a:pt x="5470" y="1400"/>
                    <a:pt x="5520" y="1449"/>
                    <a:pt x="5520" y="1510"/>
                  </a:cubicBezTo>
                  <a:close/>
                  <a:moveTo>
                    <a:pt x="3680" y="140"/>
                  </a:moveTo>
                  <a:cubicBezTo>
                    <a:pt x="3680" y="200"/>
                    <a:pt x="3630" y="250"/>
                    <a:pt x="3570" y="250"/>
                  </a:cubicBezTo>
                  <a:cubicBezTo>
                    <a:pt x="3509" y="250"/>
                    <a:pt x="3460" y="200"/>
                    <a:pt x="3460" y="140"/>
                  </a:cubicBezTo>
                  <a:cubicBezTo>
                    <a:pt x="3460" y="79"/>
                    <a:pt x="3509" y="30"/>
                    <a:pt x="3570" y="30"/>
                  </a:cubicBezTo>
                  <a:cubicBezTo>
                    <a:pt x="3630" y="30"/>
                    <a:pt x="3680" y="79"/>
                    <a:pt x="3680" y="140"/>
                  </a:cubicBezTo>
                  <a:close/>
                  <a:moveTo>
                    <a:pt x="1880" y="130"/>
                  </a:moveTo>
                  <a:cubicBezTo>
                    <a:pt x="1880" y="190"/>
                    <a:pt x="1830" y="240"/>
                    <a:pt x="1770" y="240"/>
                  </a:cubicBezTo>
                  <a:cubicBezTo>
                    <a:pt x="1709" y="240"/>
                    <a:pt x="1660" y="190"/>
                    <a:pt x="1660" y="130"/>
                  </a:cubicBezTo>
                  <a:cubicBezTo>
                    <a:pt x="1660" y="69"/>
                    <a:pt x="1709" y="20"/>
                    <a:pt x="1770" y="20"/>
                  </a:cubicBezTo>
                  <a:cubicBezTo>
                    <a:pt x="1830" y="20"/>
                    <a:pt x="1880" y="69"/>
                    <a:pt x="1880" y="130"/>
                  </a:cubicBezTo>
                  <a:close/>
                  <a:moveTo>
                    <a:pt x="5320" y="360"/>
                  </a:moveTo>
                  <a:cubicBezTo>
                    <a:pt x="5320" y="420"/>
                    <a:pt x="5270" y="470"/>
                    <a:pt x="5210" y="470"/>
                  </a:cubicBezTo>
                  <a:cubicBezTo>
                    <a:pt x="5149" y="470"/>
                    <a:pt x="5100" y="420"/>
                    <a:pt x="5100" y="360"/>
                  </a:cubicBezTo>
                  <a:cubicBezTo>
                    <a:pt x="5100" y="299"/>
                    <a:pt x="5149" y="250"/>
                    <a:pt x="5210" y="250"/>
                  </a:cubicBezTo>
                  <a:cubicBezTo>
                    <a:pt x="5270" y="250"/>
                    <a:pt x="5320" y="299"/>
                    <a:pt x="5320" y="360"/>
                  </a:cubicBezTo>
                  <a:close/>
                  <a:moveTo>
                    <a:pt x="2580" y="1090"/>
                  </a:moveTo>
                  <a:cubicBezTo>
                    <a:pt x="2580" y="1150"/>
                    <a:pt x="2530" y="1200"/>
                    <a:pt x="2470" y="1200"/>
                  </a:cubicBezTo>
                  <a:cubicBezTo>
                    <a:pt x="2409" y="1200"/>
                    <a:pt x="2360" y="1150"/>
                    <a:pt x="2360" y="1090"/>
                  </a:cubicBezTo>
                  <a:cubicBezTo>
                    <a:pt x="2360" y="1029"/>
                    <a:pt x="2409" y="980"/>
                    <a:pt x="2470" y="980"/>
                  </a:cubicBezTo>
                  <a:cubicBezTo>
                    <a:pt x="2530" y="980"/>
                    <a:pt x="2580" y="1029"/>
                    <a:pt x="2580" y="1090"/>
                  </a:cubicBezTo>
                  <a:close/>
                  <a:moveTo>
                    <a:pt x="1090" y="1400"/>
                  </a:moveTo>
                  <a:cubicBezTo>
                    <a:pt x="1090" y="1460"/>
                    <a:pt x="1040" y="1510"/>
                    <a:pt x="980" y="1510"/>
                  </a:cubicBezTo>
                  <a:cubicBezTo>
                    <a:pt x="919" y="1510"/>
                    <a:pt x="870" y="1460"/>
                    <a:pt x="870" y="1400"/>
                  </a:cubicBezTo>
                  <a:cubicBezTo>
                    <a:pt x="870" y="1339"/>
                    <a:pt x="919" y="1290"/>
                    <a:pt x="980" y="1290"/>
                  </a:cubicBezTo>
                  <a:cubicBezTo>
                    <a:pt x="1040" y="1290"/>
                    <a:pt x="1090" y="1339"/>
                    <a:pt x="1090" y="1400"/>
                  </a:cubicBezTo>
                  <a:close/>
                  <a:moveTo>
                    <a:pt x="820" y="1480"/>
                  </a:moveTo>
                  <a:cubicBezTo>
                    <a:pt x="820" y="1540"/>
                    <a:pt x="770" y="1590"/>
                    <a:pt x="710" y="1590"/>
                  </a:cubicBezTo>
                  <a:cubicBezTo>
                    <a:pt x="649" y="1590"/>
                    <a:pt x="600" y="1540"/>
                    <a:pt x="600" y="1480"/>
                  </a:cubicBezTo>
                  <a:cubicBezTo>
                    <a:pt x="600" y="1419"/>
                    <a:pt x="649" y="1370"/>
                    <a:pt x="710" y="1370"/>
                  </a:cubicBezTo>
                  <a:cubicBezTo>
                    <a:pt x="770" y="1370"/>
                    <a:pt x="820" y="1419"/>
                    <a:pt x="820" y="1480"/>
                  </a:cubicBezTo>
                  <a:close/>
                  <a:moveTo>
                    <a:pt x="2770" y="1450"/>
                  </a:moveTo>
                  <a:cubicBezTo>
                    <a:pt x="2770" y="1510"/>
                    <a:pt x="2720" y="1560"/>
                    <a:pt x="2660" y="1560"/>
                  </a:cubicBezTo>
                  <a:cubicBezTo>
                    <a:pt x="2599" y="1560"/>
                    <a:pt x="2550" y="1510"/>
                    <a:pt x="2550" y="1450"/>
                  </a:cubicBezTo>
                  <a:cubicBezTo>
                    <a:pt x="2550" y="1389"/>
                    <a:pt x="2599" y="1340"/>
                    <a:pt x="2660" y="1340"/>
                  </a:cubicBezTo>
                  <a:cubicBezTo>
                    <a:pt x="2720" y="1340"/>
                    <a:pt x="2770" y="1389"/>
                    <a:pt x="2770" y="1450"/>
                  </a:cubicBezTo>
                  <a:close/>
                  <a:moveTo>
                    <a:pt x="7970" y="480"/>
                  </a:moveTo>
                  <a:cubicBezTo>
                    <a:pt x="7970" y="540"/>
                    <a:pt x="7920" y="590"/>
                    <a:pt x="7860" y="590"/>
                  </a:cubicBezTo>
                  <a:cubicBezTo>
                    <a:pt x="7799" y="590"/>
                    <a:pt x="7750" y="540"/>
                    <a:pt x="7750" y="480"/>
                  </a:cubicBezTo>
                  <a:cubicBezTo>
                    <a:pt x="7750" y="419"/>
                    <a:pt x="7799" y="370"/>
                    <a:pt x="7860" y="370"/>
                  </a:cubicBezTo>
                  <a:cubicBezTo>
                    <a:pt x="7920" y="370"/>
                    <a:pt x="7970" y="419"/>
                    <a:pt x="7970" y="480"/>
                  </a:cubicBezTo>
                  <a:close/>
                  <a:moveTo>
                    <a:pt x="670" y="1500"/>
                  </a:moveTo>
                  <a:cubicBezTo>
                    <a:pt x="670" y="1560"/>
                    <a:pt x="620" y="1610"/>
                    <a:pt x="560" y="1610"/>
                  </a:cubicBezTo>
                  <a:cubicBezTo>
                    <a:pt x="499" y="1610"/>
                    <a:pt x="450" y="1560"/>
                    <a:pt x="450" y="1500"/>
                  </a:cubicBezTo>
                  <a:cubicBezTo>
                    <a:pt x="450" y="1439"/>
                    <a:pt x="499" y="1390"/>
                    <a:pt x="560" y="1390"/>
                  </a:cubicBezTo>
                  <a:cubicBezTo>
                    <a:pt x="620" y="1390"/>
                    <a:pt x="670" y="1439"/>
                    <a:pt x="670" y="1500"/>
                  </a:cubicBezTo>
                  <a:close/>
                  <a:moveTo>
                    <a:pt x="5460" y="1650"/>
                  </a:moveTo>
                  <a:cubicBezTo>
                    <a:pt x="5460" y="1710"/>
                    <a:pt x="5410" y="1760"/>
                    <a:pt x="5350" y="1760"/>
                  </a:cubicBezTo>
                  <a:cubicBezTo>
                    <a:pt x="5289" y="1760"/>
                    <a:pt x="5240" y="1710"/>
                    <a:pt x="5240" y="1650"/>
                  </a:cubicBezTo>
                  <a:cubicBezTo>
                    <a:pt x="5240" y="1589"/>
                    <a:pt x="5289" y="1540"/>
                    <a:pt x="5350" y="1540"/>
                  </a:cubicBezTo>
                  <a:cubicBezTo>
                    <a:pt x="5410" y="1540"/>
                    <a:pt x="5460" y="1589"/>
                    <a:pt x="5460" y="1650"/>
                  </a:cubicBezTo>
                  <a:close/>
                  <a:moveTo>
                    <a:pt x="1540" y="970"/>
                  </a:moveTo>
                  <a:cubicBezTo>
                    <a:pt x="1540" y="1030"/>
                    <a:pt x="1490" y="1080"/>
                    <a:pt x="1430" y="1080"/>
                  </a:cubicBezTo>
                  <a:cubicBezTo>
                    <a:pt x="1369" y="1080"/>
                    <a:pt x="1320" y="1030"/>
                    <a:pt x="1320" y="970"/>
                  </a:cubicBezTo>
                  <a:cubicBezTo>
                    <a:pt x="1320" y="909"/>
                    <a:pt x="1369" y="860"/>
                    <a:pt x="1430" y="860"/>
                  </a:cubicBezTo>
                  <a:cubicBezTo>
                    <a:pt x="1490" y="860"/>
                    <a:pt x="1540" y="909"/>
                    <a:pt x="1540" y="970"/>
                  </a:cubicBezTo>
                  <a:close/>
                  <a:moveTo>
                    <a:pt x="610" y="1420"/>
                  </a:moveTo>
                  <a:cubicBezTo>
                    <a:pt x="610" y="1480"/>
                    <a:pt x="560" y="1530"/>
                    <a:pt x="500" y="1530"/>
                  </a:cubicBezTo>
                  <a:cubicBezTo>
                    <a:pt x="439" y="1530"/>
                    <a:pt x="390" y="1480"/>
                    <a:pt x="390" y="1420"/>
                  </a:cubicBezTo>
                  <a:cubicBezTo>
                    <a:pt x="390" y="1359"/>
                    <a:pt x="439" y="1310"/>
                    <a:pt x="500" y="1310"/>
                  </a:cubicBezTo>
                  <a:cubicBezTo>
                    <a:pt x="560" y="1310"/>
                    <a:pt x="610" y="1359"/>
                    <a:pt x="610" y="1420"/>
                  </a:cubicBezTo>
                  <a:close/>
                  <a:moveTo>
                    <a:pt x="6910" y="180"/>
                  </a:moveTo>
                  <a:cubicBezTo>
                    <a:pt x="6910" y="240"/>
                    <a:pt x="6860" y="290"/>
                    <a:pt x="6800" y="290"/>
                  </a:cubicBezTo>
                  <a:cubicBezTo>
                    <a:pt x="6739" y="290"/>
                    <a:pt x="6690" y="240"/>
                    <a:pt x="6690" y="180"/>
                  </a:cubicBezTo>
                  <a:cubicBezTo>
                    <a:pt x="6690" y="119"/>
                    <a:pt x="6739" y="70"/>
                    <a:pt x="6800" y="70"/>
                  </a:cubicBezTo>
                  <a:cubicBezTo>
                    <a:pt x="6860" y="70"/>
                    <a:pt x="6910" y="119"/>
                    <a:pt x="6910" y="180"/>
                  </a:cubicBezTo>
                  <a:close/>
                  <a:moveTo>
                    <a:pt x="5390" y="170"/>
                  </a:moveTo>
                  <a:cubicBezTo>
                    <a:pt x="5390" y="230"/>
                    <a:pt x="5340" y="280"/>
                    <a:pt x="5280" y="280"/>
                  </a:cubicBezTo>
                  <a:cubicBezTo>
                    <a:pt x="5219" y="280"/>
                    <a:pt x="5170" y="230"/>
                    <a:pt x="5170" y="170"/>
                  </a:cubicBezTo>
                  <a:cubicBezTo>
                    <a:pt x="5170" y="109"/>
                    <a:pt x="5219" y="60"/>
                    <a:pt x="5280" y="60"/>
                  </a:cubicBezTo>
                  <a:cubicBezTo>
                    <a:pt x="5340" y="60"/>
                    <a:pt x="5390" y="109"/>
                    <a:pt x="5390" y="170"/>
                  </a:cubicBezTo>
                  <a:close/>
                  <a:moveTo>
                    <a:pt x="5950" y="540"/>
                  </a:moveTo>
                  <a:cubicBezTo>
                    <a:pt x="5950" y="600"/>
                    <a:pt x="5900" y="650"/>
                    <a:pt x="5840" y="650"/>
                  </a:cubicBezTo>
                  <a:cubicBezTo>
                    <a:pt x="5779" y="650"/>
                    <a:pt x="5730" y="600"/>
                    <a:pt x="5730" y="540"/>
                  </a:cubicBezTo>
                  <a:cubicBezTo>
                    <a:pt x="5730" y="479"/>
                    <a:pt x="5779" y="430"/>
                    <a:pt x="5840" y="430"/>
                  </a:cubicBezTo>
                  <a:cubicBezTo>
                    <a:pt x="5900" y="430"/>
                    <a:pt x="5950" y="479"/>
                    <a:pt x="5950" y="540"/>
                  </a:cubicBezTo>
                  <a:close/>
                  <a:moveTo>
                    <a:pt x="4700" y="1380"/>
                  </a:moveTo>
                  <a:cubicBezTo>
                    <a:pt x="4700" y="1440"/>
                    <a:pt x="4650" y="1490"/>
                    <a:pt x="4590" y="1490"/>
                  </a:cubicBezTo>
                  <a:cubicBezTo>
                    <a:pt x="4529" y="1490"/>
                    <a:pt x="4480" y="1440"/>
                    <a:pt x="4480" y="1380"/>
                  </a:cubicBezTo>
                  <a:cubicBezTo>
                    <a:pt x="4480" y="1319"/>
                    <a:pt x="4529" y="1270"/>
                    <a:pt x="4590" y="1270"/>
                  </a:cubicBezTo>
                  <a:cubicBezTo>
                    <a:pt x="4650" y="1270"/>
                    <a:pt x="4700" y="1319"/>
                    <a:pt x="4700" y="1380"/>
                  </a:cubicBezTo>
                  <a:close/>
                  <a:moveTo>
                    <a:pt x="3990" y="820"/>
                  </a:moveTo>
                  <a:cubicBezTo>
                    <a:pt x="3990" y="880"/>
                    <a:pt x="3940" y="930"/>
                    <a:pt x="3880" y="930"/>
                  </a:cubicBezTo>
                  <a:cubicBezTo>
                    <a:pt x="3819" y="930"/>
                    <a:pt x="3770" y="880"/>
                    <a:pt x="3770" y="820"/>
                  </a:cubicBezTo>
                  <a:cubicBezTo>
                    <a:pt x="3770" y="759"/>
                    <a:pt x="3819" y="710"/>
                    <a:pt x="3880" y="710"/>
                  </a:cubicBezTo>
                  <a:cubicBezTo>
                    <a:pt x="3940" y="710"/>
                    <a:pt x="3990" y="759"/>
                    <a:pt x="3990" y="820"/>
                  </a:cubicBezTo>
                  <a:close/>
                  <a:moveTo>
                    <a:pt x="4380" y="1510"/>
                  </a:moveTo>
                  <a:cubicBezTo>
                    <a:pt x="4380" y="1570"/>
                    <a:pt x="4330" y="1620"/>
                    <a:pt x="4270" y="1620"/>
                  </a:cubicBezTo>
                  <a:cubicBezTo>
                    <a:pt x="4209" y="1620"/>
                    <a:pt x="4160" y="1570"/>
                    <a:pt x="4160" y="1510"/>
                  </a:cubicBezTo>
                  <a:cubicBezTo>
                    <a:pt x="4160" y="1449"/>
                    <a:pt x="4209" y="1400"/>
                    <a:pt x="4270" y="1400"/>
                  </a:cubicBezTo>
                  <a:cubicBezTo>
                    <a:pt x="4330" y="1400"/>
                    <a:pt x="4380" y="1449"/>
                    <a:pt x="4380" y="1510"/>
                  </a:cubicBezTo>
                  <a:close/>
                  <a:moveTo>
                    <a:pt x="4260" y="940"/>
                  </a:moveTo>
                  <a:cubicBezTo>
                    <a:pt x="4260" y="1000"/>
                    <a:pt x="4210" y="1050"/>
                    <a:pt x="4150" y="1050"/>
                  </a:cubicBezTo>
                  <a:cubicBezTo>
                    <a:pt x="4089" y="1050"/>
                    <a:pt x="4040" y="1000"/>
                    <a:pt x="4040" y="940"/>
                  </a:cubicBezTo>
                  <a:cubicBezTo>
                    <a:pt x="4040" y="879"/>
                    <a:pt x="4089" y="830"/>
                    <a:pt x="4150" y="830"/>
                  </a:cubicBezTo>
                  <a:cubicBezTo>
                    <a:pt x="4210" y="830"/>
                    <a:pt x="4260" y="879"/>
                    <a:pt x="4260" y="940"/>
                  </a:cubicBezTo>
                  <a:close/>
                  <a:moveTo>
                    <a:pt x="2680" y="650"/>
                  </a:moveTo>
                  <a:cubicBezTo>
                    <a:pt x="2680" y="710"/>
                    <a:pt x="2630" y="760"/>
                    <a:pt x="2570" y="760"/>
                  </a:cubicBezTo>
                  <a:cubicBezTo>
                    <a:pt x="2509" y="760"/>
                    <a:pt x="2460" y="710"/>
                    <a:pt x="2460" y="650"/>
                  </a:cubicBezTo>
                  <a:cubicBezTo>
                    <a:pt x="2460" y="589"/>
                    <a:pt x="2509" y="540"/>
                    <a:pt x="2570" y="540"/>
                  </a:cubicBezTo>
                  <a:cubicBezTo>
                    <a:pt x="2630" y="540"/>
                    <a:pt x="2680" y="589"/>
                    <a:pt x="2680" y="650"/>
                  </a:cubicBezTo>
                  <a:close/>
                  <a:moveTo>
                    <a:pt x="7750" y="480"/>
                  </a:moveTo>
                  <a:cubicBezTo>
                    <a:pt x="7750" y="540"/>
                    <a:pt x="7700" y="590"/>
                    <a:pt x="7640" y="590"/>
                  </a:cubicBezTo>
                  <a:cubicBezTo>
                    <a:pt x="7579" y="590"/>
                    <a:pt x="7530" y="540"/>
                    <a:pt x="7530" y="480"/>
                  </a:cubicBezTo>
                  <a:cubicBezTo>
                    <a:pt x="7530" y="419"/>
                    <a:pt x="7579" y="370"/>
                    <a:pt x="7640" y="370"/>
                  </a:cubicBezTo>
                  <a:cubicBezTo>
                    <a:pt x="7700" y="370"/>
                    <a:pt x="7750" y="419"/>
                    <a:pt x="7750" y="480"/>
                  </a:cubicBezTo>
                  <a:close/>
                  <a:moveTo>
                    <a:pt x="6770" y="640"/>
                  </a:moveTo>
                  <a:cubicBezTo>
                    <a:pt x="6770" y="700"/>
                    <a:pt x="6720" y="750"/>
                    <a:pt x="6660" y="750"/>
                  </a:cubicBezTo>
                  <a:cubicBezTo>
                    <a:pt x="6599" y="750"/>
                    <a:pt x="6550" y="700"/>
                    <a:pt x="6550" y="640"/>
                  </a:cubicBezTo>
                  <a:cubicBezTo>
                    <a:pt x="6550" y="579"/>
                    <a:pt x="6599" y="530"/>
                    <a:pt x="6660" y="530"/>
                  </a:cubicBezTo>
                  <a:cubicBezTo>
                    <a:pt x="6720" y="530"/>
                    <a:pt x="6770" y="579"/>
                    <a:pt x="6770" y="640"/>
                  </a:cubicBezTo>
                  <a:close/>
                  <a:moveTo>
                    <a:pt x="450" y="1490"/>
                  </a:moveTo>
                  <a:cubicBezTo>
                    <a:pt x="450" y="1550"/>
                    <a:pt x="400" y="1600"/>
                    <a:pt x="340" y="1600"/>
                  </a:cubicBezTo>
                  <a:cubicBezTo>
                    <a:pt x="279" y="1600"/>
                    <a:pt x="230" y="1550"/>
                    <a:pt x="230" y="1490"/>
                  </a:cubicBezTo>
                  <a:cubicBezTo>
                    <a:pt x="230" y="1429"/>
                    <a:pt x="279" y="1380"/>
                    <a:pt x="340" y="1380"/>
                  </a:cubicBezTo>
                  <a:cubicBezTo>
                    <a:pt x="400" y="1380"/>
                    <a:pt x="450" y="1429"/>
                    <a:pt x="450" y="1490"/>
                  </a:cubicBezTo>
                  <a:close/>
                  <a:moveTo>
                    <a:pt x="2690" y="1360"/>
                  </a:moveTo>
                  <a:cubicBezTo>
                    <a:pt x="2690" y="1420"/>
                    <a:pt x="2640" y="1470"/>
                    <a:pt x="2580" y="1470"/>
                  </a:cubicBezTo>
                  <a:cubicBezTo>
                    <a:pt x="2519" y="1470"/>
                    <a:pt x="2470" y="1420"/>
                    <a:pt x="2470" y="1360"/>
                  </a:cubicBezTo>
                  <a:cubicBezTo>
                    <a:pt x="2470" y="1299"/>
                    <a:pt x="2519" y="1250"/>
                    <a:pt x="2580" y="1250"/>
                  </a:cubicBezTo>
                  <a:cubicBezTo>
                    <a:pt x="2640" y="1250"/>
                    <a:pt x="2690" y="1299"/>
                    <a:pt x="2690" y="1360"/>
                  </a:cubicBezTo>
                  <a:close/>
                  <a:moveTo>
                    <a:pt x="4680" y="890"/>
                  </a:moveTo>
                  <a:cubicBezTo>
                    <a:pt x="4680" y="950"/>
                    <a:pt x="4630" y="1000"/>
                    <a:pt x="4570" y="1000"/>
                  </a:cubicBezTo>
                  <a:cubicBezTo>
                    <a:pt x="4509" y="1000"/>
                    <a:pt x="4460" y="950"/>
                    <a:pt x="4460" y="890"/>
                  </a:cubicBezTo>
                  <a:cubicBezTo>
                    <a:pt x="4460" y="829"/>
                    <a:pt x="4509" y="780"/>
                    <a:pt x="4570" y="780"/>
                  </a:cubicBezTo>
                  <a:cubicBezTo>
                    <a:pt x="4630" y="780"/>
                    <a:pt x="4680" y="829"/>
                    <a:pt x="4680" y="890"/>
                  </a:cubicBezTo>
                  <a:close/>
                  <a:moveTo>
                    <a:pt x="7080" y="1160"/>
                  </a:moveTo>
                  <a:cubicBezTo>
                    <a:pt x="7080" y="1220"/>
                    <a:pt x="7030" y="1270"/>
                    <a:pt x="6970" y="1270"/>
                  </a:cubicBezTo>
                  <a:cubicBezTo>
                    <a:pt x="6909" y="1270"/>
                    <a:pt x="6860" y="1220"/>
                    <a:pt x="6860" y="1160"/>
                  </a:cubicBezTo>
                  <a:cubicBezTo>
                    <a:pt x="6860" y="1099"/>
                    <a:pt x="6909" y="1050"/>
                    <a:pt x="6970" y="1050"/>
                  </a:cubicBezTo>
                  <a:cubicBezTo>
                    <a:pt x="7030" y="1050"/>
                    <a:pt x="7080" y="1099"/>
                    <a:pt x="7080" y="1160"/>
                  </a:cubicBezTo>
                  <a:close/>
                  <a:moveTo>
                    <a:pt x="2560" y="1570"/>
                  </a:moveTo>
                  <a:cubicBezTo>
                    <a:pt x="2560" y="1630"/>
                    <a:pt x="2510" y="1680"/>
                    <a:pt x="2450" y="1680"/>
                  </a:cubicBezTo>
                  <a:cubicBezTo>
                    <a:pt x="2389" y="1680"/>
                    <a:pt x="2340" y="1630"/>
                    <a:pt x="2340" y="1570"/>
                  </a:cubicBezTo>
                  <a:cubicBezTo>
                    <a:pt x="2340" y="1509"/>
                    <a:pt x="2389" y="1460"/>
                    <a:pt x="2450" y="1460"/>
                  </a:cubicBezTo>
                  <a:cubicBezTo>
                    <a:pt x="2510" y="1460"/>
                    <a:pt x="2560" y="1509"/>
                    <a:pt x="2560" y="1570"/>
                  </a:cubicBezTo>
                  <a:close/>
                  <a:moveTo>
                    <a:pt x="360" y="320"/>
                  </a:moveTo>
                  <a:cubicBezTo>
                    <a:pt x="360" y="380"/>
                    <a:pt x="310" y="430"/>
                    <a:pt x="250" y="430"/>
                  </a:cubicBezTo>
                  <a:cubicBezTo>
                    <a:pt x="189" y="430"/>
                    <a:pt x="140" y="380"/>
                    <a:pt x="140" y="320"/>
                  </a:cubicBezTo>
                  <a:cubicBezTo>
                    <a:pt x="140" y="259"/>
                    <a:pt x="189" y="210"/>
                    <a:pt x="250" y="210"/>
                  </a:cubicBezTo>
                  <a:cubicBezTo>
                    <a:pt x="310" y="210"/>
                    <a:pt x="360" y="259"/>
                    <a:pt x="360" y="320"/>
                  </a:cubicBezTo>
                  <a:close/>
                  <a:moveTo>
                    <a:pt x="4860" y="1090"/>
                  </a:moveTo>
                  <a:cubicBezTo>
                    <a:pt x="4860" y="1150"/>
                    <a:pt x="4810" y="1200"/>
                    <a:pt x="4750" y="1200"/>
                  </a:cubicBezTo>
                  <a:cubicBezTo>
                    <a:pt x="4689" y="1200"/>
                    <a:pt x="4640" y="1150"/>
                    <a:pt x="4640" y="1090"/>
                  </a:cubicBezTo>
                  <a:cubicBezTo>
                    <a:pt x="4640" y="1029"/>
                    <a:pt x="4689" y="980"/>
                    <a:pt x="4750" y="980"/>
                  </a:cubicBezTo>
                  <a:cubicBezTo>
                    <a:pt x="4810" y="980"/>
                    <a:pt x="4860" y="1029"/>
                    <a:pt x="4860" y="109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5138562" y="2742468"/>
              <a:ext cx="3383463" cy="704820"/>
            </a:xfrm>
            <a:custGeom>
              <a:avLst/>
              <a:gdLst/>
              <a:ahLst/>
              <a:cxnLst/>
              <a:rect l="0" t="0" r="r" b="b"/>
              <a:pathLst>
                <a:path w="8810" h="1640">
                  <a:moveTo>
                    <a:pt x="2810" y="340"/>
                  </a:moveTo>
                  <a:cubicBezTo>
                    <a:pt x="2810" y="367"/>
                    <a:pt x="2787" y="390"/>
                    <a:pt x="2760" y="390"/>
                  </a:cubicBezTo>
                  <a:cubicBezTo>
                    <a:pt x="2732" y="390"/>
                    <a:pt x="2710" y="367"/>
                    <a:pt x="2710" y="340"/>
                  </a:cubicBezTo>
                  <a:cubicBezTo>
                    <a:pt x="2710" y="312"/>
                    <a:pt x="2732" y="290"/>
                    <a:pt x="2760" y="290"/>
                  </a:cubicBezTo>
                  <a:cubicBezTo>
                    <a:pt x="2787" y="290"/>
                    <a:pt x="2810" y="312"/>
                    <a:pt x="2810" y="340"/>
                  </a:cubicBezTo>
                  <a:close/>
                  <a:moveTo>
                    <a:pt x="3540" y="80"/>
                  </a:moveTo>
                  <a:cubicBezTo>
                    <a:pt x="3540" y="107"/>
                    <a:pt x="3517" y="130"/>
                    <a:pt x="3490" y="130"/>
                  </a:cubicBezTo>
                  <a:cubicBezTo>
                    <a:pt x="3462" y="130"/>
                    <a:pt x="3440" y="107"/>
                    <a:pt x="3440" y="80"/>
                  </a:cubicBezTo>
                  <a:cubicBezTo>
                    <a:pt x="3440" y="52"/>
                    <a:pt x="3462" y="30"/>
                    <a:pt x="3490" y="30"/>
                  </a:cubicBezTo>
                  <a:cubicBezTo>
                    <a:pt x="3517" y="30"/>
                    <a:pt x="3540" y="52"/>
                    <a:pt x="3540" y="80"/>
                  </a:cubicBezTo>
                  <a:close/>
                  <a:moveTo>
                    <a:pt x="240" y="1330"/>
                  </a:moveTo>
                  <a:cubicBezTo>
                    <a:pt x="240" y="1357"/>
                    <a:pt x="217" y="1380"/>
                    <a:pt x="190" y="1380"/>
                  </a:cubicBezTo>
                  <a:cubicBezTo>
                    <a:pt x="162" y="1380"/>
                    <a:pt x="140" y="1357"/>
                    <a:pt x="140" y="1330"/>
                  </a:cubicBezTo>
                  <a:cubicBezTo>
                    <a:pt x="140" y="1302"/>
                    <a:pt x="162" y="1280"/>
                    <a:pt x="190" y="1280"/>
                  </a:cubicBezTo>
                  <a:cubicBezTo>
                    <a:pt x="217" y="1280"/>
                    <a:pt x="240" y="1302"/>
                    <a:pt x="240" y="1330"/>
                  </a:cubicBezTo>
                  <a:close/>
                  <a:moveTo>
                    <a:pt x="460" y="890"/>
                  </a:moveTo>
                  <a:cubicBezTo>
                    <a:pt x="460" y="917"/>
                    <a:pt x="437" y="940"/>
                    <a:pt x="410" y="940"/>
                  </a:cubicBezTo>
                  <a:cubicBezTo>
                    <a:pt x="382" y="940"/>
                    <a:pt x="360" y="917"/>
                    <a:pt x="360" y="890"/>
                  </a:cubicBezTo>
                  <a:cubicBezTo>
                    <a:pt x="360" y="862"/>
                    <a:pt x="382" y="840"/>
                    <a:pt x="410" y="840"/>
                  </a:cubicBezTo>
                  <a:cubicBezTo>
                    <a:pt x="437" y="840"/>
                    <a:pt x="460" y="862"/>
                    <a:pt x="460" y="890"/>
                  </a:cubicBezTo>
                  <a:close/>
                  <a:moveTo>
                    <a:pt x="5460" y="100"/>
                  </a:moveTo>
                  <a:cubicBezTo>
                    <a:pt x="5460" y="127"/>
                    <a:pt x="5437" y="150"/>
                    <a:pt x="5410" y="150"/>
                  </a:cubicBezTo>
                  <a:cubicBezTo>
                    <a:pt x="5382" y="150"/>
                    <a:pt x="5360" y="127"/>
                    <a:pt x="5360" y="100"/>
                  </a:cubicBezTo>
                  <a:cubicBezTo>
                    <a:pt x="5360" y="72"/>
                    <a:pt x="5382" y="50"/>
                    <a:pt x="5410" y="50"/>
                  </a:cubicBezTo>
                  <a:cubicBezTo>
                    <a:pt x="5437" y="50"/>
                    <a:pt x="5460" y="72"/>
                    <a:pt x="5460" y="100"/>
                  </a:cubicBezTo>
                  <a:close/>
                  <a:moveTo>
                    <a:pt x="8810" y="1250"/>
                  </a:moveTo>
                  <a:cubicBezTo>
                    <a:pt x="8810" y="1277"/>
                    <a:pt x="8787" y="1300"/>
                    <a:pt x="8760" y="1300"/>
                  </a:cubicBezTo>
                  <a:cubicBezTo>
                    <a:pt x="8732" y="1300"/>
                    <a:pt x="8710" y="1277"/>
                    <a:pt x="8710" y="1250"/>
                  </a:cubicBezTo>
                  <a:cubicBezTo>
                    <a:pt x="8710" y="1222"/>
                    <a:pt x="8732" y="1200"/>
                    <a:pt x="8760" y="1200"/>
                  </a:cubicBezTo>
                  <a:cubicBezTo>
                    <a:pt x="8787" y="1200"/>
                    <a:pt x="8810" y="1222"/>
                    <a:pt x="8810" y="1250"/>
                  </a:cubicBezTo>
                  <a:close/>
                  <a:moveTo>
                    <a:pt x="1690" y="50"/>
                  </a:moveTo>
                  <a:cubicBezTo>
                    <a:pt x="1690" y="77"/>
                    <a:pt x="1667" y="100"/>
                    <a:pt x="1640" y="100"/>
                  </a:cubicBezTo>
                  <a:cubicBezTo>
                    <a:pt x="1612" y="100"/>
                    <a:pt x="1590" y="77"/>
                    <a:pt x="1590" y="50"/>
                  </a:cubicBezTo>
                  <a:cubicBezTo>
                    <a:pt x="1590" y="22"/>
                    <a:pt x="1612" y="0"/>
                    <a:pt x="1640" y="0"/>
                  </a:cubicBezTo>
                  <a:cubicBezTo>
                    <a:pt x="1667" y="0"/>
                    <a:pt x="1690" y="22"/>
                    <a:pt x="1690" y="50"/>
                  </a:cubicBezTo>
                  <a:close/>
                  <a:moveTo>
                    <a:pt x="380" y="1070"/>
                  </a:moveTo>
                  <a:cubicBezTo>
                    <a:pt x="380" y="1097"/>
                    <a:pt x="357" y="1120"/>
                    <a:pt x="330" y="1120"/>
                  </a:cubicBezTo>
                  <a:cubicBezTo>
                    <a:pt x="302" y="1120"/>
                    <a:pt x="280" y="1097"/>
                    <a:pt x="280" y="1070"/>
                  </a:cubicBezTo>
                  <a:cubicBezTo>
                    <a:pt x="280" y="1042"/>
                    <a:pt x="302" y="1020"/>
                    <a:pt x="330" y="1020"/>
                  </a:cubicBezTo>
                  <a:cubicBezTo>
                    <a:pt x="357" y="1020"/>
                    <a:pt x="380" y="1042"/>
                    <a:pt x="380" y="1070"/>
                  </a:cubicBezTo>
                  <a:close/>
                  <a:moveTo>
                    <a:pt x="3780" y="130"/>
                  </a:moveTo>
                  <a:cubicBezTo>
                    <a:pt x="3780" y="157"/>
                    <a:pt x="3757" y="180"/>
                    <a:pt x="3730" y="180"/>
                  </a:cubicBezTo>
                  <a:cubicBezTo>
                    <a:pt x="3702" y="180"/>
                    <a:pt x="3680" y="157"/>
                    <a:pt x="3680" y="130"/>
                  </a:cubicBezTo>
                  <a:cubicBezTo>
                    <a:pt x="3680" y="102"/>
                    <a:pt x="3702" y="80"/>
                    <a:pt x="3730" y="80"/>
                  </a:cubicBezTo>
                  <a:cubicBezTo>
                    <a:pt x="3757" y="80"/>
                    <a:pt x="3780" y="102"/>
                    <a:pt x="3780" y="130"/>
                  </a:cubicBezTo>
                  <a:close/>
                  <a:moveTo>
                    <a:pt x="1960" y="190"/>
                  </a:moveTo>
                  <a:cubicBezTo>
                    <a:pt x="1960" y="217"/>
                    <a:pt x="1937" y="240"/>
                    <a:pt x="1910" y="240"/>
                  </a:cubicBezTo>
                  <a:cubicBezTo>
                    <a:pt x="1882" y="240"/>
                    <a:pt x="1860" y="217"/>
                    <a:pt x="1860" y="190"/>
                  </a:cubicBezTo>
                  <a:cubicBezTo>
                    <a:pt x="1860" y="162"/>
                    <a:pt x="1882" y="140"/>
                    <a:pt x="1910" y="140"/>
                  </a:cubicBezTo>
                  <a:cubicBezTo>
                    <a:pt x="1937" y="140"/>
                    <a:pt x="1960" y="162"/>
                    <a:pt x="1960" y="190"/>
                  </a:cubicBezTo>
                  <a:close/>
                  <a:moveTo>
                    <a:pt x="5140" y="1040"/>
                  </a:moveTo>
                  <a:cubicBezTo>
                    <a:pt x="5140" y="1067"/>
                    <a:pt x="5117" y="1090"/>
                    <a:pt x="5090" y="1090"/>
                  </a:cubicBezTo>
                  <a:cubicBezTo>
                    <a:pt x="5062" y="1090"/>
                    <a:pt x="5040" y="1067"/>
                    <a:pt x="5040" y="1040"/>
                  </a:cubicBezTo>
                  <a:cubicBezTo>
                    <a:pt x="5040" y="1012"/>
                    <a:pt x="5062" y="990"/>
                    <a:pt x="5090" y="990"/>
                  </a:cubicBezTo>
                  <a:cubicBezTo>
                    <a:pt x="5117" y="990"/>
                    <a:pt x="5140" y="1012"/>
                    <a:pt x="5140" y="1040"/>
                  </a:cubicBezTo>
                  <a:close/>
                  <a:moveTo>
                    <a:pt x="100" y="1400"/>
                  </a:moveTo>
                  <a:cubicBezTo>
                    <a:pt x="100" y="1427"/>
                    <a:pt x="77" y="1450"/>
                    <a:pt x="50" y="1450"/>
                  </a:cubicBezTo>
                  <a:cubicBezTo>
                    <a:pt x="22" y="1450"/>
                    <a:pt x="0" y="1427"/>
                    <a:pt x="0" y="1400"/>
                  </a:cubicBezTo>
                  <a:cubicBezTo>
                    <a:pt x="0" y="1372"/>
                    <a:pt x="22" y="1350"/>
                    <a:pt x="50" y="1350"/>
                  </a:cubicBezTo>
                  <a:cubicBezTo>
                    <a:pt x="77" y="1350"/>
                    <a:pt x="100" y="1372"/>
                    <a:pt x="100" y="1400"/>
                  </a:cubicBezTo>
                  <a:close/>
                  <a:moveTo>
                    <a:pt x="760" y="530"/>
                  </a:moveTo>
                  <a:cubicBezTo>
                    <a:pt x="760" y="557"/>
                    <a:pt x="737" y="580"/>
                    <a:pt x="710" y="580"/>
                  </a:cubicBezTo>
                  <a:cubicBezTo>
                    <a:pt x="682" y="580"/>
                    <a:pt x="660" y="557"/>
                    <a:pt x="660" y="530"/>
                  </a:cubicBezTo>
                  <a:cubicBezTo>
                    <a:pt x="660" y="502"/>
                    <a:pt x="682" y="480"/>
                    <a:pt x="710" y="480"/>
                  </a:cubicBezTo>
                  <a:cubicBezTo>
                    <a:pt x="737" y="480"/>
                    <a:pt x="760" y="502"/>
                    <a:pt x="760" y="530"/>
                  </a:cubicBezTo>
                  <a:close/>
                  <a:moveTo>
                    <a:pt x="5950" y="1560"/>
                  </a:moveTo>
                  <a:cubicBezTo>
                    <a:pt x="5950" y="1587"/>
                    <a:pt x="5927" y="1610"/>
                    <a:pt x="5900" y="1610"/>
                  </a:cubicBezTo>
                  <a:cubicBezTo>
                    <a:pt x="5872" y="1610"/>
                    <a:pt x="5850" y="1587"/>
                    <a:pt x="5850" y="1560"/>
                  </a:cubicBezTo>
                  <a:cubicBezTo>
                    <a:pt x="5850" y="1532"/>
                    <a:pt x="5872" y="1510"/>
                    <a:pt x="5900" y="1510"/>
                  </a:cubicBezTo>
                  <a:cubicBezTo>
                    <a:pt x="5927" y="1510"/>
                    <a:pt x="5950" y="1532"/>
                    <a:pt x="5950" y="1560"/>
                  </a:cubicBezTo>
                  <a:close/>
                  <a:moveTo>
                    <a:pt x="5460" y="110"/>
                  </a:moveTo>
                  <a:cubicBezTo>
                    <a:pt x="5460" y="137"/>
                    <a:pt x="5437" y="160"/>
                    <a:pt x="5410" y="160"/>
                  </a:cubicBezTo>
                  <a:cubicBezTo>
                    <a:pt x="5382" y="160"/>
                    <a:pt x="5360" y="137"/>
                    <a:pt x="5360" y="110"/>
                  </a:cubicBezTo>
                  <a:cubicBezTo>
                    <a:pt x="5360" y="82"/>
                    <a:pt x="5382" y="60"/>
                    <a:pt x="5410" y="60"/>
                  </a:cubicBezTo>
                  <a:cubicBezTo>
                    <a:pt x="5437" y="60"/>
                    <a:pt x="5460" y="82"/>
                    <a:pt x="5460" y="110"/>
                  </a:cubicBezTo>
                  <a:close/>
                  <a:moveTo>
                    <a:pt x="5400" y="1450"/>
                  </a:moveTo>
                  <a:cubicBezTo>
                    <a:pt x="5400" y="1477"/>
                    <a:pt x="5377" y="1500"/>
                    <a:pt x="5350" y="1500"/>
                  </a:cubicBezTo>
                  <a:cubicBezTo>
                    <a:pt x="5322" y="1500"/>
                    <a:pt x="5300" y="1477"/>
                    <a:pt x="5300" y="1450"/>
                  </a:cubicBezTo>
                  <a:cubicBezTo>
                    <a:pt x="5300" y="1422"/>
                    <a:pt x="5322" y="1400"/>
                    <a:pt x="5350" y="1400"/>
                  </a:cubicBezTo>
                  <a:cubicBezTo>
                    <a:pt x="5377" y="1400"/>
                    <a:pt x="5400" y="1422"/>
                    <a:pt x="5400" y="1450"/>
                  </a:cubicBezTo>
                  <a:close/>
                  <a:moveTo>
                    <a:pt x="3560" y="80"/>
                  </a:moveTo>
                  <a:cubicBezTo>
                    <a:pt x="3560" y="107"/>
                    <a:pt x="3537" y="130"/>
                    <a:pt x="3510" y="130"/>
                  </a:cubicBezTo>
                  <a:cubicBezTo>
                    <a:pt x="3482" y="130"/>
                    <a:pt x="3460" y="107"/>
                    <a:pt x="3460" y="80"/>
                  </a:cubicBezTo>
                  <a:cubicBezTo>
                    <a:pt x="3460" y="52"/>
                    <a:pt x="3482" y="30"/>
                    <a:pt x="3510" y="30"/>
                  </a:cubicBezTo>
                  <a:cubicBezTo>
                    <a:pt x="3537" y="30"/>
                    <a:pt x="3560" y="52"/>
                    <a:pt x="3560" y="80"/>
                  </a:cubicBezTo>
                  <a:close/>
                  <a:moveTo>
                    <a:pt x="1760" y="70"/>
                  </a:moveTo>
                  <a:cubicBezTo>
                    <a:pt x="1760" y="97"/>
                    <a:pt x="1737" y="120"/>
                    <a:pt x="1710" y="120"/>
                  </a:cubicBezTo>
                  <a:cubicBezTo>
                    <a:pt x="1682" y="120"/>
                    <a:pt x="1660" y="97"/>
                    <a:pt x="1660" y="70"/>
                  </a:cubicBezTo>
                  <a:cubicBezTo>
                    <a:pt x="1660" y="42"/>
                    <a:pt x="1682" y="20"/>
                    <a:pt x="1710" y="20"/>
                  </a:cubicBezTo>
                  <a:cubicBezTo>
                    <a:pt x="1737" y="20"/>
                    <a:pt x="1760" y="42"/>
                    <a:pt x="1760" y="70"/>
                  </a:cubicBezTo>
                  <a:close/>
                  <a:moveTo>
                    <a:pt x="5200" y="300"/>
                  </a:moveTo>
                  <a:cubicBezTo>
                    <a:pt x="5200" y="327"/>
                    <a:pt x="5177" y="350"/>
                    <a:pt x="5150" y="350"/>
                  </a:cubicBezTo>
                  <a:cubicBezTo>
                    <a:pt x="5122" y="350"/>
                    <a:pt x="5100" y="327"/>
                    <a:pt x="5100" y="300"/>
                  </a:cubicBezTo>
                  <a:cubicBezTo>
                    <a:pt x="5100" y="272"/>
                    <a:pt x="5122" y="250"/>
                    <a:pt x="5150" y="250"/>
                  </a:cubicBezTo>
                  <a:cubicBezTo>
                    <a:pt x="5177" y="250"/>
                    <a:pt x="5200" y="272"/>
                    <a:pt x="5200" y="300"/>
                  </a:cubicBezTo>
                  <a:close/>
                  <a:moveTo>
                    <a:pt x="2460" y="1030"/>
                  </a:moveTo>
                  <a:cubicBezTo>
                    <a:pt x="2460" y="1057"/>
                    <a:pt x="2437" y="1080"/>
                    <a:pt x="2410" y="1080"/>
                  </a:cubicBezTo>
                  <a:cubicBezTo>
                    <a:pt x="2382" y="1080"/>
                    <a:pt x="2360" y="1057"/>
                    <a:pt x="2360" y="1030"/>
                  </a:cubicBezTo>
                  <a:cubicBezTo>
                    <a:pt x="2360" y="1002"/>
                    <a:pt x="2382" y="980"/>
                    <a:pt x="2410" y="980"/>
                  </a:cubicBezTo>
                  <a:cubicBezTo>
                    <a:pt x="2437" y="980"/>
                    <a:pt x="2460" y="1002"/>
                    <a:pt x="2460" y="1030"/>
                  </a:cubicBezTo>
                  <a:close/>
                  <a:moveTo>
                    <a:pt x="970" y="1340"/>
                  </a:moveTo>
                  <a:cubicBezTo>
                    <a:pt x="970" y="1367"/>
                    <a:pt x="947" y="1390"/>
                    <a:pt x="920" y="1390"/>
                  </a:cubicBezTo>
                  <a:cubicBezTo>
                    <a:pt x="892" y="1390"/>
                    <a:pt x="870" y="1367"/>
                    <a:pt x="870" y="1340"/>
                  </a:cubicBezTo>
                  <a:cubicBezTo>
                    <a:pt x="870" y="1312"/>
                    <a:pt x="892" y="1290"/>
                    <a:pt x="920" y="1290"/>
                  </a:cubicBezTo>
                  <a:cubicBezTo>
                    <a:pt x="947" y="1290"/>
                    <a:pt x="970" y="1312"/>
                    <a:pt x="970" y="1340"/>
                  </a:cubicBezTo>
                  <a:close/>
                  <a:moveTo>
                    <a:pt x="700" y="1420"/>
                  </a:moveTo>
                  <a:cubicBezTo>
                    <a:pt x="700" y="1447"/>
                    <a:pt x="677" y="1470"/>
                    <a:pt x="650" y="1470"/>
                  </a:cubicBezTo>
                  <a:cubicBezTo>
                    <a:pt x="622" y="1470"/>
                    <a:pt x="600" y="1447"/>
                    <a:pt x="600" y="1420"/>
                  </a:cubicBezTo>
                  <a:cubicBezTo>
                    <a:pt x="600" y="1392"/>
                    <a:pt x="622" y="1370"/>
                    <a:pt x="650" y="1370"/>
                  </a:cubicBezTo>
                  <a:cubicBezTo>
                    <a:pt x="677" y="1370"/>
                    <a:pt x="700" y="1392"/>
                    <a:pt x="700" y="1420"/>
                  </a:cubicBezTo>
                  <a:close/>
                  <a:moveTo>
                    <a:pt x="2650" y="1390"/>
                  </a:moveTo>
                  <a:cubicBezTo>
                    <a:pt x="2650" y="1417"/>
                    <a:pt x="2627" y="1440"/>
                    <a:pt x="2600" y="1440"/>
                  </a:cubicBezTo>
                  <a:cubicBezTo>
                    <a:pt x="2572" y="1440"/>
                    <a:pt x="2550" y="1417"/>
                    <a:pt x="2550" y="1390"/>
                  </a:cubicBezTo>
                  <a:cubicBezTo>
                    <a:pt x="2550" y="1362"/>
                    <a:pt x="2572" y="1340"/>
                    <a:pt x="2600" y="1340"/>
                  </a:cubicBezTo>
                  <a:cubicBezTo>
                    <a:pt x="2627" y="1340"/>
                    <a:pt x="2650" y="1362"/>
                    <a:pt x="2650" y="1390"/>
                  </a:cubicBezTo>
                  <a:close/>
                  <a:moveTo>
                    <a:pt x="7850" y="420"/>
                  </a:moveTo>
                  <a:cubicBezTo>
                    <a:pt x="7850" y="447"/>
                    <a:pt x="7827" y="470"/>
                    <a:pt x="7800" y="470"/>
                  </a:cubicBezTo>
                  <a:cubicBezTo>
                    <a:pt x="7772" y="470"/>
                    <a:pt x="7750" y="447"/>
                    <a:pt x="7750" y="420"/>
                  </a:cubicBezTo>
                  <a:cubicBezTo>
                    <a:pt x="7750" y="392"/>
                    <a:pt x="7772" y="370"/>
                    <a:pt x="7800" y="370"/>
                  </a:cubicBezTo>
                  <a:cubicBezTo>
                    <a:pt x="7827" y="370"/>
                    <a:pt x="7850" y="392"/>
                    <a:pt x="7850" y="420"/>
                  </a:cubicBezTo>
                  <a:close/>
                  <a:moveTo>
                    <a:pt x="550" y="1440"/>
                  </a:moveTo>
                  <a:cubicBezTo>
                    <a:pt x="550" y="1467"/>
                    <a:pt x="527" y="1490"/>
                    <a:pt x="500" y="1490"/>
                  </a:cubicBezTo>
                  <a:cubicBezTo>
                    <a:pt x="472" y="1490"/>
                    <a:pt x="450" y="1467"/>
                    <a:pt x="450" y="1440"/>
                  </a:cubicBezTo>
                  <a:cubicBezTo>
                    <a:pt x="450" y="1412"/>
                    <a:pt x="472" y="1390"/>
                    <a:pt x="500" y="1390"/>
                  </a:cubicBezTo>
                  <a:cubicBezTo>
                    <a:pt x="527" y="1390"/>
                    <a:pt x="550" y="1412"/>
                    <a:pt x="550" y="1440"/>
                  </a:cubicBezTo>
                  <a:close/>
                  <a:moveTo>
                    <a:pt x="5340" y="1590"/>
                  </a:moveTo>
                  <a:cubicBezTo>
                    <a:pt x="5340" y="1617"/>
                    <a:pt x="5317" y="1640"/>
                    <a:pt x="5290" y="1640"/>
                  </a:cubicBezTo>
                  <a:cubicBezTo>
                    <a:pt x="5262" y="1640"/>
                    <a:pt x="5240" y="1617"/>
                    <a:pt x="5240" y="1590"/>
                  </a:cubicBezTo>
                  <a:cubicBezTo>
                    <a:pt x="5240" y="1562"/>
                    <a:pt x="5262" y="1540"/>
                    <a:pt x="5290" y="1540"/>
                  </a:cubicBezTo>
                  <a:cubicBezTo>
                    <a:pt x="5317" y="1540"/>
                    <a:pt x="5340" y="1562"/>
                    <a:pt x="5340" y="1590"/>
                  </a:cubicBezTo>
                  <a:close/>
                  <a:moveTo>
                    <a:pt x="1420" y="910"/>
                  </a:moveTo>
                  <a:cubicBezTo>
                    <a:pt x="1420" y="937"/>
                    <a:pt x="1397" y="960"/>
                    <a:pt x="1370" y="960"/>
                  </a:cubicBezTo>
                  <a:cubicBezTo>
                    <a:pt x="1342" y="960"/>
                    <a:pt x="1320" y="937"/>
                    <a:pt x="1320" y="910"/>
                  </a:cubicBezTo>
                  <a:cubicBezTo>
                    <a:pt x="1320" y="882"/>
                    <a:pt x="1342" y="860"/>
                    <a:pt x="1370" y="860"/>
                  </a:cubicBezTo>
                  <a:cubicBezTo>
                    <a:pt x="1397" y="860"/>
                    <a:pt x="1420" y="882"/>
                    <a:pt x="1420" y="910"/>
                  </a:cubicBezTo>
                  <a:close/>
                  <a:moveTo>
                    <a:pt x="490" y="1360"/>
                  </a:moveTo>
                  <a:cubicBezTo>
                    <a:pt x="490" y="1387"/>
                    <a:pt x="467" y="1410"/>
                    <a:pt x="440" y="1410"/>
                  </a:cubicBezTo>
                  <a:cubicBezTo>
                    <a:pt x="412" y="1410"/>
                    <a:pt x="390" y="1387"/>
                    <a:pt x="390" y="1360"/>
                  </a:cubicBezTo>
                  <a:cubicBezTo>
                    <a:pt x="390" y="1332"/>
                    <a:pt x="412" y="1310"/>
                    <a:pt x="440" y="1310"/>
                  </a:cubicBezTo>
                  <a:cubicBezTo>
                    <a:pt x="467" y="1310"/>
                    <a:pt x="490" y="1332"/>
                    <a:pt x="490" y="1360"/>
                  </a:cubicBezTo>
                  <a:close/>
                  <a:moveTo>
                    <a:pt x="6790" y="120"/>
                  </a:moveTo>
                  <a:cubicBezTo>
                    <a:pt x="6790" y="147"/>
                    <a:pt x="6767" y="170"/>
                    <a:pt x="6740" y="170"/>
                  </a:cubicBezTo>
                  <a:cubicBezTo>
                    <a:pt x="6712" y="170"/>
                    <a:pt x="6690" y="147"/>
                    <a:pt x="6690" y="120"/>
                  </a:cubicBezTo>
                  <a:cubicBezTo>
                    <a:pt x="6690" y="92"/>
                    <a:pt x="6712" y="70"/>
                    <a:pt x="6740" y="70"/>
                  </a:cubicBezTo>
                  <a:cubicBezTo>
                    <a:pt x="6767" y="70"/>
                    <a:pt x="6790" y="92"/>
                    <a:pt x="6790" y="120"/>
                  </a:cubicBezTo>
                  <a:close/>
                  <a:moveTo>
                    <a:pt x="5270" y="110"/>
                  </a:moveTo>
                  <a:cubicBezTo>
                    <a:pt x="5270" y="137"/>
                    <a:pt x="5247" y="160"/>
                    <a:pt x="5220" y="160"/>
                  </a:cubicBezTo>
                  <a:cubicBezTo>
                    <a:pt x="5192" y="160"/>
                    <a:pt x="5170" y="137"/>
                    <a:pt x="5170" y="110"/>
                  </a:cubicBezTo>
                  <a:cubicBezTo>
                    <a:pt x="5170" y="82"/>
                    <a:pt x="5192" y="60"/>
                    <a:pt x="5220" y="60"/>
                  </a:cubicBezTo>
                  <a:cubicBezTo>
                    <a:pt x="5247" y="60"/>
                    <a:pt x="5270" y="82"/>
                    <a:pt x="5270" y="110"/>
                  </a:cubicBezTo>
                  <a:close/>
                  <a:moveTo>
                    <a:pt x="5830" y="480"/>
                  </a:moveTo>
                  <a:cubicBezTo>
                    <a:pt x="5830" y="507"/>
                    <a:pt x="5807" y="530"/>
                    <a:pt x="5780" y="530"/>
                  </a:cubicBezTo>
                  <a:cubicBezTo>
                    <a:pt x="5752" y="530"/>
                    <a:pt x="5730" y="507"/>
                    <a:pt x="5730" y="480"/>
                  </a:cubicBezTo>
                  <a:cubicBezTo>
                    <a:pt x="5730" y="452"/>
                    <a:pt x="5752" y="430"/>
                    <a:pt x="5780" y="430"/>
                  </a:cubicBezTo>
                  <a:cubicBezTo>
                    <a:pt x="5807" y="430"/>
                    <a:pt x="5830" y="452"/>
                    <a:pt x="5830" y="480"/>
                  </a:cubicBezTo>
                  <a:close/>
                  <a:moveTo>
                    <a:pt x="4580" y="1320"/>
                  </a:moveTo>
                  <a:cubicBezTo>
                    <a:pt x="4580" y="1347"/>
                    <a:pt x="4557" y="1370"/>
                    <a:pt x="4530" y="1370"/>
                  </a:cubicBezTo>
                  <a:cubicBezTo>
                    <a:pt x="4502" y="1370"/>
                    <a:pt x="4480" y="1347"/>
                    <a:pt x="4480" y="1320"/>
                  </a:cubicBezTo>
                  <a:cubicBezTo>
                    <a:pt x="4480" y="1292"/>
                    <a:pt x="4502" y="1270"/>
                    <a:pt x="4530" y="1270"/>
                  </a:cubicBezTo>
                  <a:cubicBezTo>
                    <a:pt x="4557" y="1270"/>
                    <a:pt x="4580" y="1292"/>
                    <a:pt x="4580" y="1320"/>
                  </a:cubicBezTo>
                  <a:close/>
                  <a:moveTo>
                    <a:pt x="3870" y="760"/>
                  </a:moveTo>
                  <a:cubicBezTo>
                    <a:pt x="3870" y="787"/>
                    <a:pt x="3847" y="810"/>
                    <a:pt x="3820" y="810"/>
                  </a:cubicBezTo>
                  <a:cubicBezTo>
                    <a:pt x="3792" y="810"/>
                    <a:pt x="3770" y="787"/>
                    <a:pt x="3770" y="760"/>
                  </a:cubicBezTo>
                  <a:cubicBezTo>
                    <a:pt x="3770" y="732"/>
                    <a:pt x="3792" y="710"/>
                    <a:pt x="3820" y="710"/>
                  </a:cubicBezTo>
                  <a:cubicBezTo>
                    <a:pt x="3847" y="710"/>
                    <a:pt x="3870" y="732"/>
                    <a:pt x="3870" y="760"/>
                  </a:cubicBezTo>
                  <a:close/>
                  <a:moveTo>
                    <a:pt x="4260" y="1450"/>
                  </a:moveTo>
                  <a:cubicBezTo>
                    <a:pt x="4260" y="1477"/>
                    <a:pt x="4237" y="1500"/>
                    <a:pt x="4210" y="1500"/>
                  </a:cubicBezTo>
                  <a:cubicBezTo>
                    <a:pt x="4182" y="1500"/>
                    <a:pt x="4160" y="1477"/>
                    <a:pt x="4160" y="1450"/>
                  </a:cubicBezTo>
                  <a:cubicBezTo>
                    <a:pt x="4160" y="1422"/>
                    <a:pt x="4182" y="1400"/>
                    <a:pt x="4210" y="1400"/>
                  </a:cubicBezTo>
                  <a:cubicBezTo>
                    <a:pt x="4237" y="1400"/>
                    <a:pt x="4260" y="1422"/>
                    <a:pt x="4260" y="1450"/>
                  </a:cubicBezTo>
                  <a:close/>
                  <a:moveTo>
                    <a:pt x="4140" y="880"/>
                  </a:moveTo>
                  <a:cubicBezTo>
                    <a:pt x="4140" y="907"/>
                    <a:pt x="4117" y="930"/>
                    <a:pt x="4090" y="930"/>
                  </a:cubicBezTo>
                  <a:cubicBezTo>
                    <a:pt x="4062" y="930"/>
                    <a:pt x="4040" y="907"/>
                    <a:pt x="4040" y="880"/>
                  </a:cubicBezTo>
                  <a:cubicBezTo>
                    <a:pt x="4040" y="852"/>
                    <a:pt x="4062" y="830"/>
                    <a:pt x="4090" y="830"/>
                  </a:cubicBezTo>
                  <a:cubicBezTo>
                    <a:pt x="4117" y="830"/>
                    <a:pt x="4140" y="852"/>
                    <a:pt x="4140" y="880"/>
                  </a:cubicBezTo>
                  <a:close/>
                  <a:moveTo>
                    <a:pt x="2560" y="590"/>
                  </a:moveTo>
                  <a:cubicBezTo>
                    <a:pt x="2560" y="617"/>
                    <a:pt x="2537" y="640"/>
                    <a:pt x="2510" y="640"/>
                  </a:cubicBezTo>
                  <a:cubicBezTo>
                    <a:pt x="2482" y="640"/>
                    <a:pt x="2460" y="617"/>
                    <a:pt x="2460" y="590"/>
                  </a:cubicBezTo>
                  <a:cubicBezTo>
                    <a:pt x="2460" y="562"/>
                    <a:pt x="2482" y="540"/>
                    <a:pt x="2510" y="540"/>
                  </a:cubicBezTo>
                  <a:cubicBezTo>
                    <a:pt x="2537" y="540"/>
                    <a:pt x="2560" y="562"/>
                    <a:pt x="2560" y="590"/>
                  </a:cubicBezTo>
                  <a:close/>
                  <a:moveTo>
                    <a:pt x="7630" y="420"/>
                  </a:moveTo>
                  <a:cubicBezTo>
                    <a:pt x="7630" y="447"/>
                    <a:pt x="7607" y="470"/>
                    <a:pt x="7580" y="470"/>
                  </a:cubicBezTo>
                  <a:cubicBezTo>
                    <a:pt x="7552" y="470"/>
                    <a:pt x="7530" y="447"/>
                    <a:pt x="7530" y="420"/>
                  </a:cubicBezTo>
                  <a:cubicBezTo>
                    <a:pt x="7530" y="392"/>
                    <a:pt x="7552" y="370"/>
                    <a:pt x="7580" y="370"/>
                  </a:cubicBezTo>
                  <a:cubicBezTo>
                    <a:pt x="7607" y="370"/>
                    <a:pt x="7630" y="392"/>
                    <a:pt x="7630" y="420"/>
                  </a:cubicBezTo>
                  <a:close/>
                  <a:moveTo>
                    <a:pt x="6650" y="580"/>
                  </a:moveTo>
                  <a:cubicBezTo>
                    <a:pt x="6650" y="607"/>
                    <a:pt x="6627" y="630"/>
                    <a:pt x="6600" y="630"/>
                  </a:cubicBezTo>
                  <a:cubicBezTo>
                    <a:pt x="6572" y="630"/>
                    <a:pt x="6550" y="607"/>
                    <a:pt x="6550" y="580"/>
                  </a:cubicBezTo>
                  <a:cubicBezTo>
                    <a:pt x="6550" y="552"/>
                    <a:pt x="6572" y="530"/>
                    <a:pt x="6600" y="530"/>
                  </a:cubicBezTo>
                  <a:cubicBezTo>
                    <a:pt x="6627" y="530"/>
                    <a:pt x="6650" y="552"/>
                    <a:pt x="6650" y="580"/>
                  </a:cubicBezTo>
                  <a:close/>
                  <a:moveTo>
                    <a:pt x="330" y="1430"/>
                  </a:moveTo>
                  <a:cubicBezTo>
                    <a:pt x="330" y="1457"/>
                    <a:pt x="307" y="1480"/>
                    <a:pt x="280" y="1480"/>
                  </a:cubicBezTo>
                  <a:cubicBezTo>
                    <a:pt x="252" y="1480"/>
                    <a:pt x="230" y="1457"/>
                    <a:pt x="230" y="1430"/>
                  </a:cubicBezTo>
                  <a:cubicBezTo>
                    <a:pt x="230" y="1402"/>
                    <a:pt x="252" y="1380"/>
                    <a:pt x="280" y="1380"/>
                  </a:cubicBezTo>
                  <a:cubicBezTo>
                    <a:pt x="307" y="1380"/>
                    <a:pt x="330" y="1402"/>
                    <a:pt x="330" y="1430"/>
                  </a:cubicBezTo>
                  <a:close/>
                  <a:moveTo>
                    <a:pt x="2570" y="1300"/>
                  </a:moveTo>
                  <a:cubicBezTo>
                    <a:pt x="2570" y="1327"/>
                    <a:pt x="2547" y="1350"/>
                    <a:pt x="2520" y="1350"/>
                  </a:cubicBezTo>
                  <a:cubicBezTo>
                    <a:pt x="2492" y="1350"/>
                    <a:pt x="2470" y="1327"/>
                    <a:pt x="2470" y="1300"/>
                  </a:cubicBezTo>
                  <a:cubicBezTo>
                    <a:pt x="2470" y="1272"/>
                    <a:pt x="2492" y="1250"/>
                    <a:pt x="2520" y="1250"/>
                  </a:cubicBezTo>
                  <a:cubicBezTo>
                    <a:pt x="2547" y="1250"/>
                    <a:pt x="2570" y="1272"/>
                    <a:pt x="2570" y="1300"/>
                  </a:cubicBezTo>
                  <a:close/>
                  <a:moveTo>
                    <a:pt x="4560" y="830"/>
                  </a:moveTo>
                  <a:cubicBezTo>
                    <a:pt x="4560" y="857"/>
                    <a:pt x="4537" y="880"/>
                    <a:pt x="4510" y="880"/>
                  </a:cubicBezTo>
                  <a:cubicBezTo>
                    <a:pt x="4482" y="880"/>
                    <a:pt x="4460" y="857"/>
                    <a:pt x="4460" y="830"/>
                  </a:cubicBezTo>
                  <a:cubicBezTo>
                    <a:pt x="4460" y="802"/>
                    <a:pt x="4482" y="780"/>
                    <a:pt x="4510" y="780"/>
                  </a:cubicBezTo>
                  <a:cubicBezTo>
                    <a:pt x="4537" y="780"/>
                    <a:pt x="4560" y="802"/>
                    <a:pt x="4560" y="830"/>
                  </a:cubicBezTo>
                  <a:close/>
                  <a:moveTo>
                    <a:pt x="6960" y="1100"/>
                  </a:moveTo>
                  <a:cubicBezTo>
                    <a:pt x="6960" y="1127"/>
                    <a:pt x="6937" y="1150"/>
                    <a:pt x="6910" y="1150"/>
                  </a:cubicBezTo>
                  <a:cubicBezTo>
                    <a:pt x="6882" y="1150"/>
                    <a:pt x="6860" y="1127"/>
                    <a:pt x="6860" y="1100"/>
                  </a:cubicBezTo>
                  <a:cubicBezTo>
                    <a:pt x="6860" y="1072"/>
                    <a:pt x="6882" y="1050"/>
                    <a:pt x="6910" y="1050"/>
                  </a:cubicBezTo>
                  <a:cubicBezTo>
                    <a:pt x="6937" y="1050"/>
                    <a:pt x="6960" y="1072"/>
                    <a:pt x="6960" y="1100"/>
                  </a:cubicBezTo>
                  <a:close/>
                  <a:moveTo>
                    <a:pt x="2440" y="1510"/>
                  </a:moveTo>
                  <a:cubicBezTo>
                    <a:pt x="2440" y="1537"/>
                    <a:pt x="2417" y="1560"/>
                    <a:pt x="2390" y="1560"/>
                  </a:cubicBezTo>
                  <a:cubicBezTo>
                    <a:pt x="2362" y="1560"/>
                    <a:pt x="2340" y="1537"/>
                    <a:pt x="2340" y="1510"/>
                  </a:cubicBezTo>
                  <a:cubicBezTo>
                    <a:pt x="2340" y="1482"/>
                    <a:pt x="2362" y="1460"/>
                    <a:pt x="2390" y="1460"/>
                  </a:cubicBezTo>
                  <a:cubicBezTo>
                    <a:pt x="2417" y="1460"/>
                    <a:pt x="2440" y="1482"/>
                    <a:pt x="2440" y="1510"/>
                  </a:cubicBezTo>
                  <a:close/>
                  <a:moveTo>
                    <a:pt x="240" y="260"/>
                  </a:moveTo>
                  <a:cubicBezTo>
                    <a:pt x="240" y="287"/>
                    <a:pt x="217" y="310"/>
                    <a:pt x="190" y="310"/>
                  </a:cubicBezTo>
                  <a:cubicBezTo>
                    <a:pt x="162" y="310"/>
                    <a:pt x="140" y="287"/>
                    <a:pt x="140" y="260"/>
                  </a:cubicBezTo>
                  <a:cubicBezTo>
                    <a:pt x="140" y="232"/>
                    <a:pt x="162" y="210"/>
                    <a:pt x="190" y="210"/>
                  </a:cubicBezTo>
                  <a:cubicBezTo>
                    <a:pt x="217" y="210"/>
                    <a:pt x="240" y="232"/>
                    <a:pt x="240" y="260"/>
                  </a:cubicBezTo>
                  <a:close/>
                  <a:moveTo>
                    <a:pt x="4740" y="1030"/>
                  </a:moveTo>
                  <a:cubicBezTo>
                    <a:pt x="4740" y="1057"/>
                    <a:pt x="4717" y="1080"/>
                    <a:pt x="4690" y="1080"/>
                  </a:cubicBezTo>
                  <a:cubicBezTo>
                    <a:pt x="4662" y="1080"/>
                    <a:pt x="4640" y="1057"/>
                    <a:pt x="4640" y="1030"/>
                  </a:cubicBezTo>
                  <a:cubicBezTo>
                    <a:pt x="4640" y="1002"/>
                    <a:pt x="4662" y="980"/>
                    <a:pt x="4690" y="980"/>
                  </a:cubicBezTo>
                  <a:cubicBezTo>
                    <a:pt x="4717" y="980"/>
                    <a:pt x="4740" y="1002"/>
                    <a:pt x="4740" y="103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Bacterias"/>
          <p:cNvSpPr/>
          <p:nvPr/>
        </p:nvSpPr>
        <p:spPr>
          <a:xfrm>
            <a:off x="5004145" y="2751064"/>
            <a:ext cx="3460272" cy="614568"/>
          </a:xfrm>
          <a:custGeom>
            <a:avLst/>
            <a:gdLst/>
            <a:ahLst/>
            <a:cxnLst/>
            <a:rect l="0" t="0" r="r" b="b"/>
            <a:pathLst>
              <a:path w="9010" h="1430" fill="none">
                <a:moveTo>
                  <a:pt x="1450" y="770"/>
                </a:moveTo>
                <a:lnTo>
                  <a:pt x="1610" y="830"/>
                </a:lnTo>
              </a:path>
              <a:path w="9010" h="1430" fill="none">
                <a:moveTo>
                  <a:pt x="1320" y="1150"/>
                </a:moveTo>
                <a:lnTo>
                  <a:pt x="1480" y="1210"/>
                </a:lnTo>
              </a:path>
              <a:path w="9010" h="1430" fill="none">
                <a:moveTo>
                  <a:pt x="4080" y="0"/>
                </a:moveTo>
                <a:lnTo>
                  <a:pt x="4240" y="60"/>
                </a:lnTo>
              </a:path>
              <a:path w="9010" h="1430" fill="none">
                <a:moveTo>
                  <a:pt x="6610" y="90"/>
                </a:moveTo>
                <a:lnTo>
                  <a:pt x="6770" y="150"/>
                </a:lnTo>
              </a:path>
              <a:path w="9010" h="1430" fill="none">
                <a:moveTo>
                  <a:pt x="7590" y="1320"/>
                </a:moveTo>
                <a:lnTo>
                  <a:pt x="7750" y="1380"/>
                </a:lnTo>
              </a:path>
              <a:path w="9010" h="1430" fill="none">
                <a:moveTo>
                  <a:pt x="5630" y="700"/>
                </a:moveTo>
                <a:lnTo>
                  <a:pt x="5790" y="760"/>
                </a:lnTo>
              </a:path>
              <a:path w="9010" h="1430" fill="none">
                <a:moveTo>
                  <a:pt x="3250" y="790"/>
                </a:moveTo>
                <a:lnTo>
                  <a:pt x="3410" y="850"/>
                </a:lnTo>
              </a:path>
              <a:path w="9010" h="1430" fill="none">
                <a:moveTo>
                  <a:pt x="5850" y="1170"/>
                </a:moveTo>
                <a:lnTo>
                  <a:pt x="6010" y="1230"/>
                </a:lnTo>
              </a:path>
              <a:path w="9010" h="1430" fill="none">
                <a:moveTo>
                  <a:pt x="5700" y="1060"/>
                </a:moveTo>
                <a:lnTo>
                  <a:pt x="5860" y="1120"/>
                </a:lnTo>
              </a:path>
              <a:path w="9010" h="1430" fill="none">
                <a:moveTo>
                  <a:pt x="470" y="130"/>
                </a:moveTo>
                <a:lnTo>
                  <a:pt x="630" y="190"/>
                </a:lnTo>
              </a:path>
              <a:path w="9010" h="1430" fill="none">
                <a:moveTo>
                  <a:pt x="2530" y="1110"/>
                </a:moveTo>
                <a:lnTo>
                  <a:pt x="2690" y="1170"/>
                </a:lnTo>
              </a:path>
              <a:path w="9010" h="1430" fill="none">
                <a:moveTo>
                  <a:pt x="6900" y="60"/>
                </a:moveTo>
                <a:lnTo>
                  <a:pt x="7060" y="120"/>
                </a:lnTo>
              </a:path>
              <a:path w="9010" h="1430" fill="none">
                <a:moveTo>
                  <a:pt x="390" y="690"/>
                </a:moveTo>
                <a:lnTo>
                  <a:pt x="550" y="750"/>
                </a:lnTo>
              </a:path>
              <a:path w="9010" h="1430" fill="none">
                <a:moveTo>
                  <a:pt x="6390" y="1370"/>
                </a:moveTo>
                <a:lnTo>
                  <a:pt x="6550" y="1430"/>
                </a:lnTo>
              </a:path>
              <a:path w="9010" h="1430" fill="none">
                <a:moveTo>
                  <a:pt x="6740" y="1040"/>
                </a:moveTo>
                <a:lnTo>
                  <a:pt x="6900" y="1100"/>
                </a:lnTo>
              </a:path>
              <a:path w="9010" h="1430" fill="none">
                <a:moveTo>
                  <a:pt x="2680" y="880"/>
                </a:moveTo>
                <a:lnTo>
                  <a:pt x="2840" y="940"/>
                </a:lnTo>
              </a:path>
              <a:path w="9010" h="1430" fill="none">
                <a:moveTo>
                  <a:pt x="8850" y="780"/>
                </a:moveTo>
                <a:lnTo>
                  <a:pt x="9010" y="840"/>
                </a:lnTo>
              </a:path>
              <a:path w="9010" h="1430" fill="none">
                <a:moveTo>
                  <a:pt x="0" y="1080"/>
                </a:moveTo>
                <a:lnTo>
                  <a:pt x="160" y="1140"/>
                </a:lnTo>
              </a:path>
              <a:path w="9010" h="1430" fill="none">
                <a:moveTo>
                  <a:pt x="3400" y="330"/>
                </a:moveTo>
                <a:lnTo>
                  <a:pt x="3560" y="390"/>
                </a:lnTo>
              </a:path>
              <a:path w="9010" h="1430" fill="none">
                <a:moveTo>
                  <a:pt x="6020" y="190"/>
                </a:moveTo>
                <a:lnTo>
                  <a:pt x="6180" y="25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sp>
        <p:nvSpPr>
          <p:cNvPr id="73" name="!!Tabiques_2"/>
          <p:cNvSpPr/>
          <p:nvPr/>
        </p:nvSpPr>
        <p:spPr>
          <a:xfrm>
            <a:off x="5453482" y="2665110"/>
            <a:ext cx="2880360" cy="803666"/>
          </a:xfrm>
          <a:custGeom>
            <a:avLst/>
            <a:gdLst/>
            <a:ahLst/>
            <a:cxnLst/>
            <a:rect l="0" t="0" r="r" b="b"/>
            <a:pathLst>
              <a:path w="7500" h="1870" fill="none">
                <a:moveTo>
                  <a:pt x="100" y="0"/>
                </a:moveTo>
                <a:lnTo>
                  <a:pt x="500" y="935"/>
                </a:lnTo>
                <a:lnTo>
                  <a:pt x="0" y="1870"/>
                </a:lnTo>
              </a:path>
              <a:path w="7500" h="1870" fill="none">
                <a:moveTo>
                  <a:pt x="2600" y="0"/>
                </a:moveTo>
                <a:lnTo>
                  <a:pt x="3000" y="935"/>
                </a:lnTo>
                <a:lnTo>
                  <a:pt x="2500" y="1870"/>
                </a:lnTo>
              </a:path>
              <a:path w="7500" h="1870" fill="none">
                <a:moveTo>
                  <a:pt x="5200" y="0"/>
                </a:moveTo>
                <a:lnTo>
                  <a:pt x="5600" y="935"/>
                </a:lnTo>
                <a:lnTo>
                  <a:pt x="5100" y="1870"/>
                </a:lnTo>
              </a:path>
              <a:path w="7500" h="1870" fill="none">
                <a:moveTo>
                  <a:pt x="7100" y="0"/>
                </a:moveTo>
                <a:lnTo>
                  <a:pt x="7500" y="935"/>
                </a:lnTo>
                <a:lnTo>
                  <a:pt x="7000" y="1870"/>
                </a:lnTo>
              </a:path>
            </a:pathLst>
          </a:custGeom>
          <a:noFill/>
          <a:ln w="63500" cap="rnd">
            <a:solidFill>
              <a:srgbClr val="F8F1D0"/>
            </a:solidFill>
            <a:round/>
          </a:ln>
        </p:spPr>
      </p:sp>
      <p:grpSp>
        <p:nvGrpSpPr>
          <p:cNvPr id="74" name="!!PleuraVisceral"/>
          <p:cNvGrpSpPr/>
          <p:nvPr/>
        </p:nvGrpSpPr>
        <p:grpSpPr>
          <a:xfrm>
            <a:off x="4570171" y="3464479"/>
            <a:ext cx="4301338" cy="227777"/>
            <a:chOff x="4570171" y="3464479"/>
            <a:chExt cx="4301338" cy="227777"/>
          </a:xfrm>
        </p:grpSpPr>
        <p:sp>
          <p:nvSpPr>
            <p:cNvPr id="75" name="Forma 74"/>
            <p:cNvSpPr/>
            <p:nvPr/>
          </p:nvSpPr>
          <p:spPr>
            <a:xfrm>
              <a:off x="4570171" y="3468776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604736" y="3464479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4677705" y="3485967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8" name="!!CapilarPulmonar"/>
          <p:cNvSpPr/>
          <p:nvPr/>
        </p:nvSpPr>
        <p:spPr>
          <a:xfrm>
            <a:off x="4570171" y="3589111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9" name="!!Alveolos"/>
          <p:cNvGrpSpPr/>
          <p:nvPr/>
        </p:nvGrpSpPr>
        <p:grpSpPr>
          <a:xfrm>
            <a:off x="4570171" y="3726637"/>
            <a:ext cx="4335902" cy="1439723"/>
            <a:chOff x="4570171" y="3726637"/>
            <a:chExt cx="4335902" cy="1439723"/>
          </a:xfrm>
        </p:grpSpPr>
        <p:sp>
          <p:nvSpPr>
            <p:cNvPr id="80" name="Forma 79"/>
            <p:cNvSpPr/>
            <p:nvPr/>
          </p:nvSpPr>
          <p:spPr>
            <a:xfrm>
              <a:off x="4570171" y="3726637"/>
              <a:ext cx="4301338" cy="143972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4719950" y="3773912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3" name="Forma 82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4" name="Forma 83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5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Pulmón comprimido,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fiebre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persistente y riesgo de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estado séptico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grpSp>
        <p:nvGrpSpPr>
          <p:cNvPr id="86" name="Recuadro Riesg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7" name="Forma 86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drenaje: empiema franco →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sepsis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RIESGO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90" name="Forma 89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265" y="399"/>
                  </a:moveTo>
                  <a:cubicBezTo>
                    <a:pt x="265" y="422"/>
                    <a:pt x="245" y="442"/>
                    <a:pt x="222" y="442"/>
                  </a:cubicBezTo>
                  <a:cubicBezTo>
                    <a:pt x="198" y="442"/>
                    <a:pt x="179" y="422"/>
                    <a:pt x="179" y="399"/>
                  </a:cubicBezTo>
                  <a:cubicBezTo>
                    <a:pt x="179" y="375"/>
                    <a:pt x="198" y="356"/>
                    <a:pt x="222" y="356"/>
                  </a:cubicBezTo>
                  <a:cubicBezTo>
                    <a:pt x="245" y="356"/>
                    <a:pt x="265" y="375"/>
                    <a:pt x="265" y="399"/>
                  </a:cubicBezTo>
                  <a:close/>
                  <a:moveTo>
                    <a:pt x="446" y="885"/>
                  </a:moveTo>
                  <a:cubicBezTo>
                    <a:pt x="446" y="909"/>
                    <a:pt x="426" y="929"/>
                    <a:pt x="402" y="929"/>
                  </a:cubicBezTo>
                  <a:cubicBezTo>
                    <a:pt x="377" y="929"/>
                    <a:pt x="358" y="909"/>
                    <a:pt x="358" y="885"/>
                  </a:cubicBezTo>
                  <a:cubicBezTo>
                    <a:pt x="358" y="860"/>
                    <a:pt x="377" y="841"/>
                    <a:pt x="402" y="841"/>
                  </a:cubicBezTo>
                  <a:cubicBezTo>
                    <a:pt x="426" y="841"/>
                    <a:pt x="446" y="860"/>
                    <a:pt x="446" y="885"/>
                  </a:cubicBezTo>
                  <a:close/>
                  <a:moveTo>
                    <a:pt x="508" y="342"/>
                  </a:moveTo>
                  <a:cubicBezTo>
                    <a:pt x="508" y="373"/>
                    <a:pt x="482" y="399"/>
                    <a:pt x="451" y="399"/>
                  </a:cubicBezTo>
                  <a:cubicBezTo>
                    <a:pt x="419" y="399"/>
                    <a:pt x="394" y="373"/>
                    <a:pt x="394" y="342"/>
                  </a:cubicBezTo>
                  <a:cubicBezTo>
                    <a:pt x="394" y="310"/>
                    <a:pt x="419" y="285"/>
                    <a:pt x="451" y="285"/>
                  </a:cubicBezTo>
                  <a:cubicBezTo>
                    <a:pt x="482" y="285"/>
                    <a:pt x="508" y="310"/>
                    <a:pt x="508" y="342"/>
                  </a:cubicBezTo>
                  <a:close/>
                  <a:moveTo>
                    <a:pt x="776" y="177"/>
                  </a:moveTo>
                  <a:cubicBezTo>
                    <a:pt x="776" y="206"/>
                    <a:pt x="752" y="230"/>
                    <a:pt x="723" y="230"/>
                  </a:cubicBezTo>
                  <a:cubicBezTo>
                    <a:pt x="693" y="230"/>
                    <a:pt x="670" y="206"/>
                    <a:pt x="670" y="177"/>
                  </a:cubicBezTo>
                  <a:cubicBezTo>
                    <a:pt x="670" y="147"/>
                    <a:pt x="693" y="124"/>
                    <a:pt x="723" y="124"/>
                  </a:cubicBezTo>
                  <a:cubicBezTo>
                    <a:pt x="752" y="124"/>
                    <a:pt x="776" y="147"/>
                    <a:pt x="776" y="177"/>
                  </a:cubicBezTo>
                  <a:close/>
                  <a:moveTo>
                    <a:pt x="700" y="268"/>
                  </a:moveTo>
                  <a:cubicBezTo>
                    <a:pt x="700" y="292"/>
                    <a:pt x="680" y="312"/>
                    <a:pt x="656" y="312"/>
                  </a:cubicBezTo>
                  <a:cubicBezTo>
                    <a:pt x="631" y="312"/>
                    <a:pt x="612" y="292"/>
                    <a:pt x="612" y="268"/>
                  </a:cubicBezTo>
                  <a:cubicBezTo>
                    <a:pt x="612" y="243"/>
                    <a:pt x="631" y="224"/>
                    <a:pt x="656" y="224"/>
                  </a:cubicBezTo>
                  <a:cubicBezTo>
                    <a:pt x="680" y="224"/>
                    <a:pt x="700" y="243"/>
                    <a:pt x="700" y="268"/>
                  </a:cubicBezTo>
                  <a:close/>
                  <a:moveTo>
                    <a:pt x="744" y="211"/>
                  </a:moveTo>
                  <a:cubicBezTo>
                    <a:pt x="744" y="243"/>
                    <a:pt x="717" y="270"/>
                    <a:pt x="685" y="270"/>
                  </a:cubicBezTo>
                  <a:cubicBezTo>
                    <a:pt x="652" y="270"/>
                    <a:pt x="626" y="243"/>
                    <a:pt x="626" y="211"/>
                  </a:cubicBezTo>
                  <a:cubicBezTo>
                    <a:pt x="626" y="178"/>
                    <a:pt x="652" y="152"/>
                    <a:pt x="685" y="152"/>
                  </a:cubicBezTo>
                  <a:cubicBezTo>
                    <a:pt x="717" y="152"/>
                    <a:pt x="744" y="178"/>
                    <a:pt x="744" y="211"/>
                  </a:cubicBezTo>
                  <a:close/>
                  <a:moveTo>
                    <a:pt x="262" y="811"/>
                  </a:moveTo>
                  <a:cubicBezTo>
                    <a:pt x="262" y="833"/>
                    <a:pt x="243" y="852"/>
                    <a:pt x="221" y="852"/>
                  </a:cubicBezTo>
                  <a:cubicBezTo>
                    <a:pt x="198" y="852"/>
                    <a:pt x="180" y="833"/>
                    <a:pt x="180" y="811"/>
                  </a:cubicBezTo>
                  <a:cubicBezTo>
                    <a:pt x="180" y="788"/>
                    <a:pt x="198" y="770"/>
                    <a:pt x="221" y="770"/>
                  </a:cubicBezTo>
                  <a:cubicBezTo>
                    <a:pt x="243" y="770"/>
                    <a:pt x="262" y="788"/>
                    <a:pt x="262" y="811"/>
                  </a:cubicBezTo>
                  <a:close/>
                  <a:moveTo>
                    <a:pt x="374" y="497"/>
                  </a:moveTo>
                  <a:cubicBezTo>
                    <a:pt x="374" y="526"/>
                    <a:pt x="350" y="550"/>
                    <a:pt x="321" y="550"/>
                  </a:cubicBezTo>
                  <a:cubicBezTo>
                    <a:pt x="291" y="550"/>
                    <a:pt x="268" y="526"/>
                    <a:pt x="268" y="497"/>
                  </a:cubicBezTo>
                  <a:cubicBezTo>
                    <a:pt x="268" y="467"/>
                    <a:pt x="291" y="444"/>
                    <a:pt x="321" y="444"/>
                  </a:cubicBezTo>
                  <a:cubicBezTo>
                    <a:pt x="350" y="444"/>
                    <a:pt x="374" y="467"/>
                    <a:pt x="374" y="497"/>
                  </a:cubicBezTo>
                  <a:close/>
                  <a:moveTo>
                    <a:pt x="664" y="734"/>
                  </a:moveTo>
                  <a:cubicBezTo>
                    <a:pt x="664" y="759"/>
                    <a:pt x="643" y="780"/>
                    <a:pt x="618" y="780"/>
                  </a:cubicBezTo>
                  <a:cubicBezTo>
                    <a:pt x="592" y="780"/>
                    <a:pt x="572" y="759"/>
                    <a:pt x="572" y="734"/>
                  </a:cubicBezTo>
                  <a:cubicBezTo>
                    <a:pt x="572" y="708"/>
                    <a:pt x="592" y="688"/>
                    <a:pt x="618" y="688"/>
                  </a:cubicBezTo>
                  <a:cubicBezTo>
                    <a:pt x="643" y="688"/>
                    <a:pt x="664" y="708"/>
                    <a:pt x="664" y="734"/>
                  </a:cubicBezTo>
                  <a:close/>
                  <a:moveTo>
                    <a:pt x="214" y="621"/>
                  </a:moveTo>
                  <a:cubicBezTo>
                    <a:pt x="214" y="639"/>
                    <a:pt x="199" y="654"/>
                    <a:pt x="181" y="654"/>
                  </a:cubicBezTo>
                  <a:cubicBezTo>
                    <a:pt x="162" y="654"/>
                    <a:pt x="148" y="639"/>
                    <a:pt x="148" y="621"/>
                  </a:cubicBezTo>
                  <a:cubicBezTo>
                    <a:pt x="148" y="602"/>
                    <a:pt x="162" y="588"/>
                    <a:pt x="181" y="588"/>
                  </a:cubicBezTo>
                  <a:cubicBezTo>
                    <a:pt x="199" y="588"/>
                    <a:pt x="214" y="602"/>
                    <a:pt x="214" y="621"/>
                  </a:cubicBezTo>
                  <a:close/>
                  <a:moveTo>
                    <a:pt x="584" y="218"/>
                  </a:moveTo>
                  <a:cubicBezTo>
                    <a:pt x="584" y="240"/>
                    <a:pt x="565" y="259"/>
                    <a:pt x="543" y="259"/>
                  </a:cubicBezTo>
                  <a:cubicBezTo>
                    <a:pt x="520" y="259"/>
                    <a:pt x="502" y="240"/>
                    <a:pt x="502" y="218"/>
                  </a:cubicBezTo>
                  <a:cubicBezTo>
                    <a:pt x="502" y="195"/>
                    <a:pt x="520" y="177"/>
                    <a:pt x="543" y="177"/>
                  </a:cubicBezTo>
                  <a:cubicBezTo>
                    <a:pt x="565" y="177"/>
                    <a:pt x="584" y="195"/>
                    <a:pt x="584" y="218"/>
                  </a:cubicBezTo>
                  <a:close/>
                  <a:moveTo>
                    <a:pt x="226" y="89"/>
                  </a:moveTo>
                  <a:cubicBezTo>
                    <a:pt x="226" y="117"/>
                    <a:pt x="202" y="141"/>
                    <a:pt x="174" y="141"/>
                  </a:cubicBezTo>
                  <a:cubicBezTo>
                    <a:pt x="145" y="141"/>
                    <a:pt x="122" y="117"/>
                    <a:pt x="122" y="89"/>
                  </a:cubicBezTo>
                  <a:cubicBezTo>
                    <a:pt x="122" y="60"/>
                    <a:pt x="145" y="37"/>
                    <a:pt x="174" y="37"/>
                  </a:cubicBezTo>
                  <a:cubicBezTo>
                    <a:pt x="202" y="37"/>
                    <a:pt x="226" y="60"/>
                    <a:pt x="226" y="89"/>
                  </a:cubicBezTo>
                  <a:close/>
                  <a:moveTo>
                    <a:pt x="405" y="793"/>
                  </a:moveTo>
                  <a:cubicBezTo>
                    <a:pt x="405" y="817"/>
                    <a:pt x="385" y="837"/>
                    <a:pt x="361" y="837"/>
                  </a:cubicBezTo>
                  <a:cubicBezTo>
                    <a:pt x="336" y="837"/>
                    <a:pt x="317" y="817"/>
                    <a:pt x="317" y="793"/>
                  </a:cubicBezTo>
                  <a:cubicBezTo>
                    <a:pt x="317" y="768"/>
                    <a:pt x="336" y="749"/>
                    <a:pt x="361" y="749"/>
                  </a:cubicBezTo>
                  <a:cubicBezTo>
                    <a:pt x="385" y="749"/>
                    <a:pt x="405" y="768"/>
                    <a:pt x="405" y="793"/>
                  </a:cubicBezTo>
                  <a:close/>
                  <a:moveTo>
                    <a:pt x="830" y="290"/>
                  </a:moveTo>
                  <a:cubicBezTo>
                    <a:pt x="830" y="318"/>
                    <a:pt x="807" y="341"/>
                    <a:pt x="779" y="341"/>
                  </a:cubicBezTo>
                  <a:cubicBezTo>
                    <a:pt x="750" y="341"/>
                    <a:pt x="728" y="318"/>
                    <a:pt x="728" y="290"/>
                  </a:cubicBezTo>
                  <a:cubicBezTo>
                    <a:pt x="728" y="261"/>
                    <a:pt x="750" y="239"/>
                    <a:pt x="779" y="239"/>
                  </a:cubicBezTo>
                  <a:cubicBezTo>
                    <a:pt x="807" y="239"/>
                    <a:pt x="830" y="261"/>
                    <a:pt x="830" y="2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36107" y="91440"/>
            <a:ext cx="549099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CONSECUENCIA FUNCIONAL</a:t>
            </a:r>
            <a:endParaRPr lang="es-AR" sz="2400" dirty="0">
              <a:latin typeface="Mali"/>
            </a:endParaRPr>
          </a:p>
        </p:txBody>
      </p:sp>
      <p:sp>
        <p:nvSpPr>
          <p:cNvPr id="8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sp>
        <p:nvSpPr>
          <p:cNvPr id="9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659486"/>
            <a:ext cx="1474744" cy="1987392"/>
          </a:xfrm>
          <a:custGeom>
            <a:avLst/>
            <a:gdLst/>
            <a:ahLst/>
            <a:cxnLst/>
            <a:rect l="0" t="0" r="r" b="b"/>
            <a:pathLst>
              <a:path w="7265" h="10000">
                <a:moveTo>
                  <a:pt x="172" y="504"/>
                </a:moveTo>
                <a:lnTo>
                  <a:pt x="129" y="858"/>
                </a:lnTo>
                <a:lnTo>
                  <a:pt x="92" y="1216"/>
                </a:lnTo>
                <a:lnTo>
                  <a:pt x="62" y="1578"/>
                </a:lnTo>
                <a:lnTo>
                  <a:pt x="36" y="1941"/>
                </a:lnTo>
                <a:lnTo>
                  <a:pt x="16" y="2304"/>
                </a:lnTo>
                <a:lnTo>
                  <a:pt x="0" y="2666"/>
                </a:lnTo>
                <a:lnTo>
                  <a:pt x="0" y="4828"/>
                </a:lnTo>
                <a:lnTo>
                  <a:pt x="17" y="5182"/>
                </a:lnTo>
                <a:lnTo>
                  <a:pt x="41" y="5536"/>
                </a:lnTo>
                <a:lnTo>
                  <a:pt x="70" y="5887"/>
                </a:lnTo>
                <a:lnTo>
                  <a:pt x="102" y="6231"/>
                </a:lnTo>
                <a:lnTo>
                  <a:pt x="137" y="6564"/>
                </a:lnTo>
                <a:lnTo>
                  <a:pt x="172" y="6883"/>
                </a:lnTo>
                <a:lnTo>
                  <a:pt x="210" y="7187"/>
                </a:lnTo>
                <a:lnTo>
                  <a:pt x="251" y="7480"/>
                </a:lnTo>
                <a:lnTo>
                  <a:pt x="294" y="7763"/>
                </a:lnTo>
                <a:lnTo>
                  <a:pt x="339" y="8035"/>
                </a:lnTo>
                <a:lnTo>
                  <a:pt x="385" y="8296"/>
                </a:lnTo>
                <a:lnTo>
                  <a:pt x="432" y="8548"/>
                </a:lnTo>
                <a:lnTo>
                  <a:pt x="479" y="8800"/>
                </a:lnTo>
                <a:lnTo>
                  <a:pt x="526" y="9056"/>
                </a:lnTo>
                <a:lnTo>
                  <a:pt x="575" y="9301"/>
                </a:lnTo>
                <a:lnTo>
                  <a:pt x="626" y="9523"/>
                </a:lnTo>
                <a:lnTo>
                  <a:pt x="679" y="9709"/>
                </a:lnTo>
                <a:lnTo>
                  <a:pt x="735" y="9845"/>
                </a:lnTo>
                <a:lnTo>
                  <a:pt x="788" y="9934"/>
                </a:lnTo>
                <a:lnTo>
                  <a:pt x="836" y="9985"/>
                </a:lnTo>
                <a:lnTo>
                  <a:pt x="886" y="10000"/>
                </a:lnTo>
                <a:lnTo>
                  <a:pt x="946" y="9980"/>
                </a:lnTo>
                <a:lnTo>
                  <a:pt x="1023" y="9928"/>
                </a:lnTo>
                <a:lnTo>
                  <a:pt x="1124" y="9845"/>
                </a:lnTo>
                <a:lnTo>
                  <a:pt x="1248" y="9716"/>
                </a:lnTo>
                <a:lnTo>
                  <a:pt x="1390" y="9536"/>
                </a:lnTo>
                <a:lnTo>
                  <a:pt x="1548" y="9324"/>
                </a:lnTo>
                <a:lnTo>
                  <a:pt x="1723" y="9097"/>
                </a:lnTo>
                <a:lnTo>
                  <a:pt x="1913" y="8876"/>
                </a:lnTo>
                <a:lnTo>
                  <a:pt x="2118" y="8678"/>
                </a:lnTo>
                <a:lnTo>
                  <a:pt x="2346" y="8492"/>
                </a:lnTo>
                <a:lnTo>
                  <a:pt x="2597" y="8303"/>
                </a:lnTo>
                <a:lnTo>
                  <a:pt x="2864" y="8118"/>
                </a:lnTo>
                <a:lnTo>
                  <a:pt x="3139" y="7947"/>
                </a:lnTo>
                <a:lnTo>
                  <a:pt x="3412" y="7799"/>
                </a:lnTo>
                <a:lnTo>
                  <a:pt x="3675" y="7683"/>
                </a:lnTo>
                <a:lnTo>
                  <a:pt x="3933" y="7599"/>
                </a:lnTo>
                <a:lnTo>
                  <a:pt x="4191" y="7540"/>
                </a:lnTo>
                <a:lnTo>
                  <a:pt x="4448" y="7505"/>
                </a:lnTo>
                <a:lnTo>
                  <a:pt x="4702" y="7489"/>
                </a:lnTo>
                <a:lnTo>
                  <a:pt x="4950" y="7492"/>
                </a:lnTo>
                <a:lnTo>
                  <a:pt x="5189" y="7510"/>
                </a:lnTo>
                <a:lnTo>
                  <a:pt x="5424" y="7551"/>
                </a:lnTo>
                <a:lnTo>
                  <a:pt x="5656" y="7617"/>
                </a:lnTo>
                <a:lnTo>
                  <a:pt x="5883" y="7702"/>
                </a:lnTo>
                <a:lnTo>
                  <a:pt x="6100" y="7797"/>
                </a:lnTo>
                <a:lnTo>
                  <a:pt x="6302" y="7894"/>
                </a:lnTo>
                <a:lnTo>
                  <a:pt x="6486" y="7986"/>
                </a:lnTo>
                <a:lnTo>
                  <a:pt x="6656" y="8109"/>
                </a:lnTo>
                <a:lnTo>
                  <a:pt x="6816" y="8277"/>
                </a:lnTo>
                <a:lnTo>
                  <a:pt x="6962" y="8448"/>
                </a:lnTo>
                <a:lnTo>
                  <a:pt x="7088" y="8578"/>
                </a:lnTo>
                <a:lnTo>
                  <a:pt x="7191" y="8626"/>
                </a:lnTo>
                <a:lnTo>
                  <a:pt x="7265" y="8548"/>
                </a:lnTo>
                <a:lnTo>
                  <a:pt x="7265" y="7301"/>
                </a:lnTo>
                <a:lnTo>
                  <a:pt x="7245" y="7041"/>
                </a:lnTo>
                <a:lnTo>
                  <a:pt x="7207" y="6562"/>
                </a:lnTo>
                <a:lnTo>
                  <a:pt x="7178" y="6126"/>
                </a:lnTo>
                <a:lnTo>
                  <a:pt x="7154" y="5727"/>
                </a:lnTo>
                <a:lnTo>
                  <a:pt x="7127" y="5330"/>
                </a:lnTo>
                <a:lnTo>
                  <a:pt x="7097" y="4934"/>
                </a:lnTo>
                <a:lnTo>
                  <a:pt x="7066" y="4539"/>
                </a:lnTo>
                <a:lnTo>
                  <a:pt x="7035" y="4143"/>
                </a:lnTo>
                <a:lnTo>
                  <a:pt x="7005" y="3747"/>
                </a:lnTo>
                <a:lnTo>
                  <a:pt x="6977" y="3351"/>
                </a:lnTo>
                <a:lnTo>
                  <a:pt x="6951" y="2954"/>
                </a:lnTo>
                <a:lnTo>
                  <a:pt x="6924" y="2558"/>
                </a:lnTo>
                <a:lnTo>
                  <a:pt x="6899" y="2202"/>
                </a:lnTo>
                <a:lnTo>
                  <a:pt x="6720" y="2197"/>
                </a:lnTo>
                <a:lnTo>
                  <a:pt x="6538" y="2190"/>
                </a:lnTo>
                <a:lnTo>
                  <a:pt x="6356" y="2180"/>
                </a:lnTo>
                <a:lnTo>
                  <a:pt x="6175" y="2168"/>
                </a:lnTo>
                <a:lnTo>
                  <a:pt x="5993" y="2154"/>
                </a:lnTo>
                <a:lnTo>
                  <a:pt x="5812" y="2136"/>
                </a:lnTo>
                <a:lnTo>
                  <a:pt x="5630" y="2116"/>
                </a:lnTo>
                <a:lnTo>
                  <a:pt x="5448" y="2092"/>
                </a:lnTo>
                <a:lnTo>
                  <a:pt x="5267" y="2066"/>
                </a:lnTo>
                <a:lnTo>
                  <a:pt x="5085" y="2037"/>
                </a:lnTo>
                <a:lnTo>
                  <a:pt x="4903" y="2004"/>
                </a:lnTo>
                <a:lnTo>
                  <a:pt x="4722" y="1969"/>
                </a:lnTo>
                <a:lnTo>
                  <a:pt x="4540" y="1930"/>
                </a:lnTo>
                <a:lnTo>
                  <a:pt x="4359" y="1888"/>
                </a:lnTo>
                <a:lnTo>
                  <a:pt x="4177" y="1843"/>
                </a:lnTo>
                <a:lnTo>
                  <a:pt x="3995" y="1794"/>
                </a:lnTo>
                <a:lnTo>
                  <a:pt x="3814" y="1743"/>
                </a:lnTo>
                <a:lnTo>
                  <a:pt x="3632" y="1687"/>
                </a:lnTo>
                <a:lnTo>
                  <a:pt x="3450" y="1629"/>
                </a:lnTo>
                <a:lnTo>
                  <a:pt x="3413" y="1616"/>
                </a:lnTo>
                <a:lnTo>
                  <a:pt x="3309" y="1659"/>
                </a:lnTo>
                <a:lnTo>
                  <a:pt x="3302" y="1662"/>
                </a:lnTo>
                <a:lnTo>
                  <a:pt x="3080" y="1763"/>
                </a:lnTo>
                <a:lnTo>
                  <a:pt x="3074" y="1766"/>
                </a:lnTo>
                <a:lnTo>
                  <a:pt x="2866" y="1869"/>
                </a:lnTo>
                <a:lnTo>
                  <a:pt x="2860" y="1872"/>
                </a:lnTo>
                <a:lnTo>
                  <a:pt x="2672" y="1973"/>
                </a:lnTo>
                <a:lnTo>
                  <a:pt x="2661" y="1979"/>
                </a:lnTo>
                <a:lnTo>
                  <a:pt x="2492" y="2087"/>
                </a:lnTo>
                <a:lnTo>
                  <a:pt x="2481" y="2095"/>
                </a:lnTo>
                <a:lnTo>
                  <a:pt x="2323" y="2215"/>
                </a:lnTo>
                <a:lnTo>
                  <a:pt x="2318" y="2220"/>
                </a:lnTo>
                <a:lnTo>
                  <a:pt x="2173" y="2343"/>
                </a:lnTo>
                <a:lnTo>
                  <a:pt x="2171" y="2345"/>
                </a:lnTo>
                <a:lnTo>
                  <a:pt x="2041" y="2460"/>
                </a:lnTo>
                <a:lnTo>
                  <a:pt x="2040" y="2461"/>
                </a:lnTo>
                <a:lnTo>
                  <a:pt x="1930" y="2553"/>
                </a:lnTo>
                <a:lnTo>
                  <a:pt x="1927" y="2555"/>
                </a:lnTo>
                <a:lnTo>
                  <a:pt x="1838" y="2616"/>
                </a:lnTo>
                <a:lnTo>
                  <a:pt x="1835" y="2618"/>
                </a:lnTo>
                <a:lnTo>
                  <a:pt x="1808" y="2632"/>
                </a:lnTo>
                <a:lnTo>
                  <a:pt x="1804" y="2634"/>
                </a:lnTo>
                <a:lnTo>
                  <a:pt x="1800" y="2636"/>
                </a:lnTo>
                <a:lnTo>
                  <a:pt x="1796" y="2637"/>
                </a:lnTo>
                <a:lnTo>
                  <a:pt x="1792" y="2637"/>
                </a:lnTo>
                <a:lnTo>
                  <a:pt x="1787" y="2637"/>
                </a:lnTo>
                <a:lnTo>
                  <a:pt x="1783" y="2637"/>
                </a:lnTo>
                <a:lnTo>
                  <a:pt x="1779" y="2637"/>
                </a:lnTo>
                <a:lnTo>
                  <a:pt x="1774" y="2635"/>
                </a:lnTo>
                <a:lnTo>
                  <a:pt x="1770" y="2634"/>
                </a:lnTo>
                <a:lnTo>
                  <a:pt x="1766" y="2632"/>
                </a:lnTo>
                <a:lnTo>
                  <a:pt x="1763" y="2630"/>
                </a:lnTo>
                <a:lnTo>
                  <a:pt x="1759" y="2627"/>
                </a:lnTo>
                <a:lnTo>
                  <a:pt x="1756" y="2624"/>
                </a:lnTo>
                <a:lnTo>
                  <a:pt x="1753" y="2621"/>
                </a:lnTo>
                <a:lnTo>
                  <a:pt x="1751" y="2617"/>
                </a:lnTo>
                <a:lnTo>
                  <a:pt x="1729" y="2581"/>
                </a:lnTo>
                <a:lnTo>
                  <a:pt x="1726" y="2575"/>
                </a:lnTo>
                <a:lnTo>
                  <a:pt x="1686" y="2484"/>
                </a:lnTo>
                <a:lnTo>
                  <a:pt x="1685" y="2481"/>
                </a:lnTo>
                <a:lnTo>
                  <a:pt x="1645" y="2365"/>
                </a:lnTo>
                <a:lnTo>
                  <a:pt x="1644" y="2363"/>
                </a:lnTo>
                <a:lnTo>
                  <a:pt x="1604" y="2231"/>
                </a:lnTo>
                <a:lnTo>
                  <a:pt x="1604" y="2230"/>
                </a:lnTo>
                <a:lnTo>
                  <a:pt x="1565" y="2091"/>
                </a:lnTo>
                <a:lnTo>
                  <a:pt x="1526" y="1953"/>
                </a:lnTo>
                <a:lnTo>
                  <a:pt x="1487" y="1816"/>
                </a:lnTo>
                <a:lnTo>
                  <a:pt x="1487" y="1815"/>
                </a:lnTo>
                <a:lnTo>
                  <a:pt x="1449" y="1673"/>
                </a:lnTo>
                <a:lnTo>
                  <a:pt x="1449" y="1672"/>
                </a:lnTo>
                <a:lnTo>
                  <a:pt x="1412" y="1525"/>
                </a:lnTo>
                <a:lnTo>
                  <a:pt x="1411" y="1524"/>
                </a:lnTo>
                <a:lnTo>
                  <a:pt x="1376" y="1371"/>
                </a:lnTo>
                <a:lnTo>
                  <a:pt x="1376" y="1370"/>
                </a:lnTo>
                <a:lnTo>
                  <a:pt x="1342" y="1212"/>
                </a:lnTo>
                <a:lnTo>
                  <a:pt x="1342" y="1211"/>
                </a:lnTo>
                <a:lnTo>
                  <a:pt x="1311" y="1046"/>
                </a:lnTo>
                <a:lnTo>
                  <a:pt x="1311" y="1045"/>
                </a:lnTo>
                <a:lnTo>
                  <a:pt x="1281" y="872"/>
                </a:lnTo>
                <a:lnTo>
                  <a:pt x="1281" y="871"/>
                </a:lnTo>
                <a:lnTo>
                  <a:pt x="1252" y="690"/>
                </a:lnTo>
                <a:lnTo>
                  <a:pt x="1252" y="689"/>
                </a:lnTo>
                <a:lnTo>
                  <a:pt x="1244" y="632"/>
                </a:lnTo>
                <a:lnTo>
                  <a:pt x="1089" y="541"/>
                </a:lnTo>
                <a:lnTo>
                  <a:pt x="908" y="432"/>
                </a:lnTo>
                <a:lnTo>
                  <a:pt x="726" y="318"/>
                </a:lnTo>
                <a:lnTo>
                  <a:pt x="544" y="201"/>
                </a:lnTo>
                <a:lnTo>
                  <a:pt x="363" y="80"/>
                </a:lnTo>
                <a:lnTo>
                  <a:pt x="246" y="0"/>
                </a:lnTo>
                <a:lnTo>
                  <a:pt x="222" y="152"/>
                </a:lnTo>
                <a:lnTo>
                  <a:pt x="172" y="50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16" name="!!Tabiques"/>
          <p:cNvSpPr/>
          <p:nvPr/>
        </p:nvSpPr>
        <p:spPr>
          <a:xfrm>
            <a:off x="872003" y="2753504"/>
            <a:ext cx="1235699" cy="1823151"/>
          </a:xfrm>
          <a:custGeom>
            <a:avLst/>
            <a:gdLst/>
            <a:ahLst/>
            <a:cxnLst/>
            <a:rect l="0" t="0" r="r" b="b"/>
            <a:pathLst>
              <a:path w="2815" h="4242" fill="none">
                <a:moveTo>
                  <a:pt x="145" y="0"/>
                </a:moveTo>
                <a:lnTo>
                  <a:pt x="371" y="2093"/>
                </a:lnTo>
                <a:lnTo>
                  <a:pt x="0" y="4242"/>
                </a:lnTo>
              </a:path>
              <a:path w="2815" h="4242" fill="none">
                <a:moveTo>
                  <a:pt x="837" y="753"/>
                </a:moveTo>
                <a:lnTo>
                  <a:pt x="982" y="2093"/>
                </a:lnTo>
                <a:lnTo>
                  <a:pt x="690" y="3780"/>
                </a:lnTo>
              </a:path>
              <a:path w="2815" h="4242" fill="none">
                <a:moveTo>
                  <a:pt x="1429" y="578"/>
                </a:moveTo>
                <a:lnTo>
                  <a:pt x="1593" y="2093"/>
                </a:lnTo>
                <a:lnTo>
                  <a:pt x="1377" y="3341"/>
                </a:lnTo>
              </a:path>
              <a:path w="2815" h="4242" fill="none">
                <a:moveTo>
                  <a:pt x="2056" y="724"/>
                </a:moveTo>
                <a:lnTo>
                  <a:pt x="2204" y="2093"/>
                </a:lnTo>
                <a:lnTo>
                  <a:pt x="2004" y="3247"/>
                </a:lnTo>
              </a:path>
              <a:path w="2815" h="4242" fill="none">
                <a:moveTo>
                  <a:pt x="2674" y="791"/>
                </a:moveTo>
                <a:lnTo>
                  <a:pt x="2815" y="2093"/>
                </a:lnTo>
                <a:lnTo>
                  <a:pt x="2585" y="3420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979983" y="1464830"/>
            <a:ext cx="1137327" cy="1710328"/>
            <a:chOff x="979983" y="1464830"/>
            <a:chExt cx="1137327" cy="1710328"/>
          </a:xfrm>
        </p:grpSpPr>
        <p:sp>
          <p:nvSpPr>
            <p:cNvPr id="18" name="Forma 17"/>
            <p:cNvSpPr/>
            <p:nvPr/>
          </p:nvSpPr>
          <p:spPr>
            <a:xfrm>
              <a:off x="979983" y="1464830"/>
              <a:ext cx="1137327" cy="1710328"/>
            </a:xfrm>
            <a:custGeom>
              <a:avLst/>
              <a:gdLst/>
              <a:ahLst/>
              <a:cxnLst/>
              <a:rect l="0" t="0" r="r" b="b"/>
              <a:pathLst>
                <a:path w="6511" h="10000">
                  <a:moveTo>
                    <a:pt x="721" y="9983"/>
                  </a:moveTo>
                  <a:lnTo>
                    <a:pt x="824" y="9913"/>
                  </a:lnTo>
                  <a:lnTo>
                    <a:pt x="952" y="9806"/>
                  </a:lnTo>
                  <a:lnTo>
                    <a:pt x="1103" y="9672"/>
                  </a:lnTo>
                  <a:lnTo>
                    <a:pt x="1106" y="9670"/>
                  </a:lnTo>
                  <a:lnTo>
                    <a:pt x="1275" y="9526"/>
                  </a:lnTo>
                  <a:lnTo>
                    <a:pt x="1282" y="9520"/>
                  </a:lnTo>
                  <a:lnTo>
                    <a:pt x="1466" y="9379"/>
                  </a:lnTo>
                  <a:lnTo>
                    <a:pt x="1481" y="9368"/>
                  </a:lnTo>
                  <a:lnTo>
                    <a:pt x="1680" y="9242"/>
                  </a:lnTo>
                  <a:lnTo>
                    <a:pt x="1694" y="9234"/>
                  </a:lnTo>
                  <a:lnTo>
                    <a:pt x="1914" y="9116"/>
                  </a:lnTo>
                  <a:lnTo>
                    <a:pt x="1921" y="9112"/>
                  </a:lnTo>
                  <a:lnTo>
                    <a:pt x="2164" y="8992"/>
                  </a:lnTo>
                  <a:lnTo>
                    <a:pt x="2171" y="8988"/>
                  </a:lnTo>
                  <a:lnTo>
                    <a:pt x="2430" y="8870"/>
                  </a:lnTo>
                  <a:lnTo>
                    <a:pt x="2439" y="8866"/>
                  </a:lnTo>
                  <a:lnTo>
                    <a:pt x="2704" y="8758"/>
                  </a:lnTo>
                  <a:lnTo>
                    <a:pt x="2716" y="8753"/>
                  </a:lnTo>
                  <a:lnTo>
                    <a:pt x="2980" y="8659"/>
                  </a:lnTo>
                  <a:lnTo>
                    <a:pt x="2997" y="8653"/>
                  </a:lnTo>
                  <a:lnTo>
                    <a:pt x="3252" y="8579"/>
                  </a:lnTo>
                  <a:lnTo>
                    <a:pt x="3273" y="8574"/>
                  </a:lnTo>
                  <a:lnTo>
                    <a:pt x="3522" y="8520"/>
                  </a:lnTo>
                  <a:lnTo>
                    <a:pt x="3542" y="8517"/>
                  </a:lnTo>
                  <a:lnTo>
                    <a:pt x="3792" y="8479"/>
                  </a:lnTo>
                  <a:lnTo>
                    <a:pt x="3811" y="8477"/>
                  </a:lnTo>
                  <a:lnTo>
                    <a:pt x="4060" y="8454"/>
                  </a:lnTo>
                  <a:lnTo>
                    <a:pt x="4078" y="8453"/>
                  </a:lnTo>
                  <a:lnTo>
                    <a:pt x="4323" y="8443"/>
                  </a:lnTo>
                  <a:lnTo>
                    <a:pt x="4339" y="8443"/>
                  </a:lnTo>
                  <a:lnTo>
                    <a:pt x="4579" y="8445"/>
                  </a:lnTo>
                  <a:lnTo>
                    <a:pt x="4594" y="8445"/>
                  </a:lnTo>
                  <a:lnTo>
                    <a:pt x="4825" y="8457"/>
                  </a:lnTo>
                  <a:lnTo>
                    <a:pt x="4847" y="8458"/>
                  </a:lnTo>
                  <a:lnTo>
                    <a:pt x="5074" y="8484"/>
                  </a:lnTo>
                  <a:lnTo>
                    <a:pt x="5098" y="8488"/>
                  </a:lnTo>
                  <a:lnTo>
                    <a:pt x="5323" y="8530"/>
                  </a:lnTo>
                  <a:lnTo>
                    <a:pt x="5340" y="8534"/>
                  </a:lnTo>
                  <a:lnTo>
                    <a:pt x="5560" y="8588"/>
                  </a:lnTo>
                  <a:lnTo>
                    <a:pt x="5572" y="8591"/>
                  </a:lnTo>
                  <a:lnTo>
                    <a:pt x="5781" y="8651"/>
                  </a:lnTo>
                  <a:lnTo>
                    <a:pt x="5789" y="8654"/>
                  </a:lnTo>
                  <a:lnTo>
                    <a:pt x="5984" y="8716"/>
                  </a:lnTo>
                  <a:lnTo>
                    <a:pt x="5987" y="8717"/>
                  </a:lnTo>
                  <a:lnTo>
                    <a:pt x="6165" y="8775"/>
                  </a:lnTo>
                  <a:lnTo>
                    <a:pt x="6181" y="8781"/>
                  </a:lnTo>
                  <a:lnTo>
                    <a:pt x="6197" y="8788"/>
                  </a:lnTo>
                  <a:lnTo>
                    <a:pt x="6361" y="8866"/>
                  </a:lnTo>
                  <a:lnTo>
                    <a:pt x="6378" y="8875"/>
                  </a:lnTo>
                  <a:lnTo>
                    <a:pt x="6393" y="8885"/>
                  </a:lnTo>
                  <a:lnTo>
                    <a:pt x="6511" y="8966"/>
                  </a:lnTo>
                  <a:lnTo>
                    <a:pt x="6478" y="8582"/>
                  </a:lnTo>
                  <a:lnTo>
                    <a:pt x="6436" y="8121"/>
                  </a:lnTo>
                  <a:lnTo>
                    <a:pt x="6392" y="7659"/>
                  </a:lnTo>
                  <a:lnTo>
                    <a:pt x="6346" y="7198"/>
                  </a:lnTo>
                  <a:lnTo>
                    <a:pt x="6296" y="6737"/>
                  </a:lnTo>
                  <a:lnTo>
                    <a:pt x="6240" y="6279"/>
                  </a:lnTo>
                  <a:lnTo>
                    <a:pt x="6177" y="5822"/>
                  </a:lnTo>
                  <a:lnTo>
                    <a:pt x="6106" y="5360"/>
                  </a:lnTo>
                  <a:lnTo>
                    <a:pt x="6030" y="4889"/>
                  </a:lnTo>
                  <a:lnTo>
                    <a:pt x="5948" y="4421"/>
                  </a:lnTo>
                  <a:lnTo>
                    <a:pt x="5861" y="3963"/>
                  </a:lnTo>
                  <a:lnTo>
                    <a:pt x="5770" y="3525"/>
                  </a:lnTo>
                  <a:lnTo>
                    <a:pt x="5676" y="3115"/>
                  </a:lnTo>
                  <a:lnTo>
                    <a:pt x="5575" y="2731"/>
                  </a:lnTo>
                  <a:lnTo>
                    <a:pt x="5468" y="2362"/>
                  </a:lnTo>
                  <a:lnTo>
                    <a:pt x="5357" y="2012"/>
                  </a:lnTo>
                  <a:lnTo>
                    <a:pt x="5244" y="1686"/>
                  </a:lnTo>
                  <a:lnTo>
                    <a:pt x="5133" y="1386"/>
                  </a:lnTo>
                  <a:lnTo>
                    <a:pt x="5026" y="1116"/>
                  </a:lnTo>
                  <a:lnTo>
                    <a:pt x="4925" y="878"/>
                  </a:lnTo>
                  <a:lnTo>
                    <a:pt x="4830" y="670"/>
                  </a:lnTo>
                  <a:lnTo>
                    <a:pt x="4738" y="489"/>
                  </a:lnTo>
                  <a:lnTo>
                    <a:pt x="4644" y="334"/>
                  </a:lnTo>
                  <a:lnTo>
                    <a:pt x="4546" y="201"/>
                  </a:lnTo>
                  <a:lnTo>
                    <a:pt x="4439" y="85"/>
                  </a:lnTo>
                  <a:lnTo>
                    <a:pt x="4420" y="68"/>
                  </a:lnTo>
                  <a:lnTo>
                    <a:pt x="4369" y="43"/>
                  </a:lnTo>
                  <a:lnTo>
                    <a:pt x="4302" y="20"/>
                  </a:lnTo>
                  <a:lnTo>
                    <a:pt x="4232" y="6"/>
                  </a:lnTo>
                  <a:lnTo>
                    <a:pt x="4148" y="0"/>
                  </a:lnTo>
                  <a:lnTo>
                    <a:pt x="4039" y="3"/>
                  </a:lnTo>
                  <a:lnTo>
                    <a:pt x="3897" y="19"/>
                  </a:lnTo>
                  <a:lnTo>
                    <a:pt x="3725" y="51"/>
                  </a:lnTo>
                  <a:lnTo>
                    <a:pt x="3535" y="95"/>
                  </a:lnTo>
                  <a:lnTo>
                    <a:pt x="3339" y="150"/>
                  </a:lnTo>
                  <a:lnTo>
                    <a:pt x="3146" y="213"/>
                  </a:lnTo>
                  <a:lnTo>
                    <a:pt x="2966" y="283"/>
                  </a:lnTo>
                  <a:lnTo>
                    <a:pt x="2795" y="360"/>
                  </a:lnTo>
                  <a:lnTo>
                    <a:pt x="2624" y="448"/>
                  </a:lnTo>
                  <a:lnTo>
                    <a:pt x="2455" y="545"/>
                  </a:lnTo>
                  <a:lnTo>
                    <a:pt x="2290" y="650"/>
                  </a:lnTo>
                  <a:lnTo>
                    <a:pt x="2130" y="763"/>
                  </a:lnTo>
                  <a:lnTo>
                    <a:pt x="1977" y="883"/>
                  </a:lnTo>
                  <a:lnTo>
                    <a:pt x="1830" y="1010"/>
                  </a:lnTo>
                  <a:lnTo>
                    <a:pt x="1687" y="1145"/>
                  </a:lnTo>
                  <a:lnTo>
                    <a:pt x="1550" y="1289"/>
                  </a:lnTo>
                  <a:lnTo>
                    <a:pt x="1418" y="1440"/>
                  </a:lnTo>
                  <a:lnTo>
                    <a:pt x="1291" y="1597"/>
                  </a:lnTo>
                  <a:lnTo>
                    <a:pt x="1169" y="1761"/>
                  </a:lnTo>
                  <a:lnTo>
                    <a:pt x="1053" y="1932"/>
                  </a:lnTo>
                  <a:lnTo>
                    <a:pt x="941" y="2110"/>
                  </a:lnTo>
                  <a:lnTo>
                    <a:pt x="835" y="2295"/>
                  </a:lnTo>
                  <a:lnTo>
                    <a:pt x="735" y="2485"/>
                  </a:lnTo>
                  <a:lnTo>
                    <a:pt x="642" y="2680"/>
                  </a:lnTo>
                  <a:lnTo>
                    <a:pt x="556" y="2879"/>
                  </a:lnTo>
                  <a:lnTo>
                    <a:pt x="478" y="3082"/>
                  </a:lnTo>
                  <a:lnTo>
                    <a:pt x="407" y="3292"/>
                  </a:lnTo>
                  <a:lnTo>
                    <a:pt x="343" y="3506"/>
                  </a:lnTo>
                  <a:lnTo>
                    <a:pt x="285" y="3725"/>
                  </a:lnTo>
                  <a:lnTo>
                    <a:pt x="233" y="3946"/>
                  </a:lnTo>
                  <a:lnTo>
                    <a:pt x="186" y="4167"/>
                  </a:lnTo>
                  <a:lnTo>
                    <a:pt x="144" y="4390"/>
                  </a:lnTo>
                  <a:lnTo>
                    <a:pt x="109" y="4615"/>
                  </a:lnTo>
                  <a:lnTo>
                    <a:pt x="80" y="4843"/>
                  </a:lnTo>
                  <a:lnTo>
                    <a:pt x="56" y="5072"/>
                  </a:lnTo>
                  <a:lnTo>
                    <a:pt x="36" y="5301"/>
                  </a:lnTo>
                  <a:lnTo>
                    <a:pt x="20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0" y="6894"/>
                  </a:lnTo>
                  <a:lnTo>
                    <a:pt x="37" y="7117"/>
                  </a:lnTo>
                  <a:lnTo>
                    <a:pt x="60" y="7340"/>
                  </a:lnTo>
                  <a:lnTo>
                    <a:pt x="87" y="7561"/>
                  </a:lnTo>
                  <a:lnTo>
                    <a:pt x="118" y="7779"/>
                  </a:lnTo>
                  <a:lnTo>
                    <a:pt x="152" y="7989"/>
                  </a:lnTo>
                  <a:lnTo>
                    <a:pt x="186" y="8191"/>
                  </a:lnTo>
                  <a:lnTo>
                    <a:pt x="222" y="8382"/>
                  </a:lnTo>
                  <a:lnTo>
                    <a:pt x="261" y="8567"/>
                  </a:lnTo>
                  <a:lnTo>
                    <a:pt x="302" y="8745"/>
                  </a:lnTo>
                  <a:lnTo>
                    <a:pt x="345" y="8916"/>
                  </a:lnTo>
                  <a:lnTo>
                    <a:pt x="390" y="9081"/>
                  </a:lnTo>
                  <a:lnTo>
                    <a:pt x="435" y="9241"/>
                  </a:lnTo>
                  <a:lnTo>
                    <a:pt x="480" y="9402"/>
                  </a:lnTo>
                  <a:lnTo>
                    <a:pt x="526" y="9563"/>
                  </a:lnTo>
                  <a:lnTo>
                    <a:pt x="572" y="9716"/>
                  </a:lnTo>
                  <a:lnTo>
                    <a:pt x="619" y="9851"/>
                  </a:lnTo>
                  <a:lnTo>
                    <a:pt x="665" y="9958"/>
                  </a:lnTo>
                  <a:lnTo>
                    <a:pt x="691" y="10000"/>
                  </a:lnTo>
                  <a:lnTo>
                    <a:pt x="72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060562" y="1632678"/>
              <a:ext cx="901740" cy="1224379"/>
            </a:xfrm>
            <a:custGeom>
              <a:avLst/>
              <a:gdLst/>
              <a:ahLst/>
              <a:cxnLst/>
              <a:rect l="0" t="0" r="r" b="b"/>
              <a:pathLst>
                <a:path w="2054" h="2848" fill="none">
                  <a:moveTo>
                    <a:pt x="2054" y="1342"/>
                  </a:moveTo>
                  <a:lnTo>
                    <a:pt x="1513" y="1150"/>
                  </a:lnTo>
                  <a:lnTo>
                    <a:pt x="848" y="821"/>
                  </a:lnTo>
                  <a:lnTo>
                    <a:pt x="473" y="493"/>
                  </a:lnTo>
                </a:path>
                <a:path w="2054" h="2848" fill="none">
                  <a:moveTo>
                    <a:pt x="1513" y="1150"/>
                  </a:moveTo>
                  <a:lnTo>
                    <a:pt x="1264" y="657"/>
                  </a:lnTo>
                  <a:lnTo>
                    <a:pt x="1139" y="109"/>
                  </a:lnTo>
                </a:path>
                <a:path w="2054" h="2848" fill="none">
                  <a:moveTo>
                    <a:pt x="2054" y="1342"/>
                  </a:moveTo>
                  <a:lnTo>
                    <a:pt x="1264" y="1424"/>
                  </a:lnTo>
                  <a:lnTo>
                    <a:pt x="432" y="1424"/>
                  </a:lnTo>
                  <a:lnTo>
                    <a:pt x="16" y="1479"/>
                  </a:lnTo>
                </a:path>
                <a:path w="2054" h="2848" fill="none">
                  <a:moveTo>
                    <a:pt x="1264" y="1424"/>
                  </a:moveTo>
                  <a:lnTo>
                    <a:pt x="681" y="1807"/>
                  </a:lnTo>
                  <a:lnTo>
                    <a:pt x="224" y="2136"/>
                  </a:lnTo>
                </a:path>
                <a:path w="2054" h="2848" fill="none">
                  <a:moveTo>
                    <a:pt x="2054" y="1342"/>
                  </a:moveTo>
                  <a:lnTo>
                    <a:pt x="1513" y="1807"/>
                  </a:lnTo>
                  <a:lnTo>
                    <a:pt x="1014" y="2355"/>
                  </a:lnTo>
                  <a:lnTo>
                    <a:pt x="556" y="2794"/>
                  </a:lnTo>
                </a:path>
                <a:path w="2054" h="2848" fill="none">
                  <a:moveTo>
                    <a:pt x="1513" y="1807"/>
                  </a:moveTo>
                  <a:lnTo>
                    <a:pt x="1763" y="2355"/>
                  </a:lnTo>
                  <a:lnTo>
                    <a:pt x="1513" y="2848"/>
                  </a:lnTo>
                </a:path>
                <a:path w="2054" h="2848" fill="none">
                  <a:moveTo>
                    <a:pt x="1014" y="2355"/>
                  </a:moveTo>
                  <a:lnTo>
                    <a:pt x="348" y="2629"/>
                  </a:lnTo>
                  <a:lnTo>
                    <a:pt x="16" y="2794"/>
                  </a:lnTo>
                </a:path>
                <a:path w="2054" h="2848" fill="none">
                  <a:moveTo>
                    <a:pt x="848" y="821"/>
                  </a:moveTo>
                  <a:lnTo>
                    <a:pt x="265" y="931"/>
                  </a:lnTo>
                  <a:lnTo>
                    <a:pt x="0" y="1062"/>
                  </a:lnTo>
                </a:path>
                <a:path w="2054" h="2848" fill="none">
                  <a:moveTo>
                    <a:pt x="1264" y="657"/>
                  </a:moveTo>
                  <a:lnTo>
                    <a:pt x="764" y="328"/>
                  </a:lnTo>
                </a:path>
                <a:path w="2054" h="2848" fill="none">
                  <a:moveTo>
                    <a:pt x="681" y="1807"/>
                  </a:moveTo>
                  <a:lnTo>
                    <a:pt x="764" y="2191"/>
                  </a:lnTo>
                  <a:lnTo>
                    <a:pt x="515" y="2574"/>
                  </a:lnTo>
                </a:path>
                <a:path w="2054" h="2848" fill="none">
                  <a:moveTo>
                    <a:pt x="2054" y="1342"/>
                  </a:moveTo>
                  <a:lnTo>
                    <a:pt x="1929" y="931"/>
                  </a:lnTo>
                  <a:lnTo>
                    <a:pt x="1680" y="493"/>
                  </a:lnTo>
                  <a:lnTo>
                    <a:pt x="1513" y="0"/>
                  </a:lnTo>
                </a:path>
                <a:path w="2054" h="2848" fill="none">
                  <a:moveTo>
                    <a:pt x="432" y="1424"/>
                  </a:moveTo>
                  <a:lnTo>
                    <a:pt x="182" y="175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08958" y="2209548"/>
              <a:ext cx="971603" cy="716111"/>
            </a:xfrm>
            <a:custGeom>
              <a:avLst/>
              <a:gdLst/>
              <a:ahLst/>
              <a:cxnLst/>
              <a:rect l="0" t="0" r="r" b="b"/>
              <a:pathLst>
                <a:path w="2213" h="1666" fill="none">
                  <a:moveTo>
                    <a:pt x="0" y="90"/>
                  </a:moveTo>
                  <a:lnTo>
                    <a:pt x="154" y="100"/>
                  </a:lnTo>
                  <a:lnTo>
                    <a:pt x="349" y="112"/>
                  </a:lnTo>
                  <a:lnTo>
                    <a:pt x="544" y="122"/>
                  </a:lnTo>
                  <a:lnTo>
                    <a:pt x="716" y="126"/>
                  </a:lnTo>
                  <a:lnTo>
                    <a:pt x="858" y="123"/>
                  </a:lnTo>
                  <a:lnTo>
                    <a:pt x="987" y="116"/>
                  </a:lnTo>
                  <a:lnTo>
                    <a:pt x="1112" y="106"/>
                  </a:lnTo>
                  <a:lnTo>
                    <a:pt x="1240" y="94"/>
                  </a:lnTo>
                  <a:lnTo>
                    <a:pt x="1381" y="82"/>
                  </a:lnTo>
                  <a:lnTo>
                    <a:pt x="1550" y="66"/>
                  </a:lnTo>
                  <a:lnTo>
                    <a:pt x="1742" y="48"/>
                  </a:lnTo>
                  <a:lnTo>
                    <a:pt x="1932" y="28"/>
                  </a:lnTo>
                  <a:lnTo>
                    <a:pt x="2097" y="11"/>
                  </a:lnTo>
                  <a:lnTo>
                    <a:pt x="2213" y="0"/>
                  </a:lnTo>
                </a:path>
                <a:path w="2213" h="1666" fill="none">
                  <a:moveTo>
                    <a:pt x="56" y="1666"/>
                  </a:moveTo>
                  <a:lnTo>
                    <a:pt x="152" y="1589"/>
                  </a:lnTo>
                  <a:lnTo>
                    <a:pt x="296" y="1473"/>
                  </a:lnTo>
                  <a:lnTo>
                    <a:pt x="463" y="1338"/>
                  </a:lnTo>
                  <a:lnTo>
                    <a:pt x="637" y="1198"/>
                  </a:lnTo>
                  <a:lnTo>
                    <a:pt x="799" y="1068"/>
                  </a:lnTo>
                  <a:lnTo>
                    <a:pt x="950" y="944"/>
                  </a:lnTo>
                  <a:lnTo>
                    <a:pt x="1102" y="816"/>
                  </a:lnTo>
                  <a:lnTo>
                    <a:pt x="1254" y="690"/>
                  </a:lnTo>
                  <a:lnTo>
                    <a:pt x="1403" y="572"/>
                  </a:lnTo>
                  <a:lnTo>
                    <a:pt x="1548" y="465"/>
                  </a:lnTo>
                  <a:lnTo>
                    <a:pt x="1697" y="368"/>
                  </a:lnTo>
                  <a:lnTo>
                    <a:pt x="1852" y="278"/>
                  </a:lnTo>
                  <a:lnTo>
                    <a:pt x="1999" y="197"/>
                  </a:lnTo>
                  <a:lnTo>
                    <a:pt x="2124" y="130"/>
                  </a:lnTo>
                  <a:lnTo>
                    <a:pt x="2213" y="8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979983" y="1464830"/>
            <a:ext cx="1137327" cy="1710328"/>
          </a:xfrm>
          <a:custGeom>
            <a:avLst/>
            <a:gdLst/>
            <a:ahLst/>
            <a:cxnLst/>
            <a:rect l="0" t="0" r="r" b="b"/>
            <a:pathLst>
              <a:path w="2591" h="3979" fill="none">
                <a:moveTo>
                  <a:pt x="287" y="3973"/>
                </a:moveTo>
                <a:lnTo>
                  <a:pt x="328" y="3945"/>
                </a:lnTo>
                <a:lnTo>
                  <a:pt x="379" y="3902"/>
                </a:lnTo>
                <a:lnTo>
                  <a:pt x="439" y="3849"/>
                </a:lnTo>
                <a:lnTo>
                  <a:pt x="440" y="3848"/>
                </a:lnTo>
                <a:lnTo>
                  <a:pt x="507" y="3791"/>
                </a:lnTo>
                <a:lnTo>
                  <a:pt x="510" y="3788"/>
                </a:lnTo>
                <a:lnTo>
                  <a:pt x="583" y="3732"/>
                </a:lnTo>
                <a:lnTo>
                  <a:pt x="589" y="3728"/>
                </a:lnTo>
                <a:lnTo>
                  <a:pt x="668" y="3678"/>
                </a:lnTo>
                <a:lnTo>
                  <a:pt x="674" y="3674"/>
                </a:lnTo>
                <a:lnTo>
                  <a:pt x="761" y="3627"/>
                </a:lnTo>
                <a:lnTo>
                  <a:pt x="764" y="3626"/>
                </a:lnTo>
                <a:lnTo>
                  <a:pt x="861" y="3578"/>
                </a:lnTo>
                <a:lnTo>
                  <a:pt x="864" y="3577"/>
                </a:lnTo>
                <a:lnTo>
                  <a:pt x="967" y="3530"/>
                </a:lnTo>
                <a:lnTo>
                  <a:pt x="970" y="3528"/>
                </a:lnTo>
                <a:lnTo>
                  <a:pt x="1076" y="3485"/>
                </a:lnTo>
                <a:lnTo>
                  <a:pt x="1081" y="3483"/>
                </a:lnTo>
                <a:lnTo>
                  <a:pt x="1186" y="3446"/>
                </a:lnTo>
                <a:lnTo>
                  <a:pt x="1192" y="3443"/>
                </a:lnTo>
                <a:lnTo>
                  <a:pt x="1294" y="3414"/>
                </a:lnTo>
                <a:lnTo>
                  <a:pt x="1302" y="3412"/>
                </a:lnTo>
                <a:lnTo>
                  <a:pt x="1401" y="3391"/>
                </a:lnTo>
                <a:lnTo>
                  <a:pt x="1409" y="3389"/>
                </a:lnTo>
                <a:lnTo>
                  <a:pt x="1509" y="3374"/>
                </a:lnTo>
                <a:lnTo>
                  <a:pt x="1517" y="3373"/>
                </a:lnTo>
                <a:lnTo>
                  <a:pt x="1616" y="3364"/>
                </a:lnTo>
                <a:lnTo>
                  <a:pt x="1623" y="3364"/>
                </a:lnTo>
                <a:lnTo>
                  <a:pt x="1720" y="3360"/>
                </a:lnTo>
                <a:lnTo>
                  <a:pt x="1727" y="3360"/>
                </a:lnTo>
                <a:lnTo>
                  <a:pt x="1822" y="3360"/>
                </a:lnTo>
                <a:lnTo>
                  <a:pt x="1828" y="3361"/>
                </a:lnTo>
                <a:lnTo>
                  <a:pt x="1920" y="3365"/>
                </a:lnTo>
                <a:lnTo>
                  <a:pt x="1929" y="3366"/>
                </a:lnTo>
                <a:lnTo>
                  <a:pt x="2019" y="3376"/>
                </a:lnTo>
                <a:lnTo>
                  <a:pt x="2029" y="3378"/>
                </a:lnTo>
                <a:lnTo>
                  <a:pt x="2118" y="3395"/>
                </a:lnTo>
                <a:lnTo>
                  <a:pt x="2125" y="3396"/>
                </a:lnTo>
                <a:lnTo>
                  <a:pt x="2212" y="3417"/>
                </a:lnTo>
                <a:lnTo>
                  <a:pt x="2217" y="3419"/>
                </a:lnTo>
                <a:lnTo>
                  <a:pt x="2300" y="3443"/>
                </a:lnTo>
                <a:lnTo>
                  <a:pt x="2303" y="3444"/>
                </a:lnTo>
                <a:lnTo>
                  <a:pt x="2381" y="3468"/>
                </a:lnTo>
                <a:lnTo>
                  <a:pt x="2383" y="3469"/>
                </a:lnTo>
                <a:lnTo>
                  <a:pt x="2453" y="3492"/>
                </a:lnTo>
                <a:lnTo>
                  <a:pt x="2460" y="3494"/>
                </a:lnTo>
                <a:lnTo>
                  <a:pt x="2466" y="3497"/>
                </a:lnTo>
                <a:lnTo>
                  <a:pt x="2531" y="3528"/>
                </a:lnTo>
                <a:lnTo>
                  <a:pt x="2538" y="3532"/>
                </a:lnTo>
                <a:lnTo>
                  <a:pt x="2544" y="3535"/>
                </a:lnTo>
                <a:lnTo>
                  <a:pt x="2591" y="3568"/>
                </a:lnTo>
                <a:lnTo>
                  <a:pt x="2578" y="3415"/>
                </a:lnTo>
                <a:lnTo>
                  <a:pt x="2561" y="3232"/>
                </a:lnTo>
                <a:lnTo>
                  <a:pt x="2544" y="3048"/>
                </a:lnTo>
                <a:lnTo>
                  <a:pt x="2525" y="2864"/>
                </a:lnTo>
                <a:lnTo>
                  <a:pt x="2505" y="2681"/>
                </a:lnTo>
                <a:lnTo>
                  <a:pt x="2483" y="2498"/>
                </a:lnTo>
                <a:lnTo>
                  <a:pt x="2458" y="2317"/>
                </a:lnTo>
                <a:lnTo>
                  <a:pt x="2430" y="2133"/>
                </a:lnTo>
                <a:lnTo>
                  <a:pt x="2399" y="1946"/>
                </a:lnTo>
                <a:lnTo>
                  <a:pt x="2367" y="1759"/>
                </a:lnTo>
                <a:lnTo>
                  <a:pt x="2332" y="1577"/>
                </a:lnTo>
                <a:lnTo>
                  <a:pt x="2296" y="1402"/>
                </a:lnTo>
                <a:lnTo>
                  <a:pt x="2258" y="1240"/>
                </a:lnTo>
                <a:lnTo>
                  <a:pt x="2219" y="1086"/>
                </a:lnTo>
                <a:lnTo>
                  <a:pt x="2176" y="940"/>
                </a:lnTo>
                <a:lnTo>
                  <a:pt x="2132" y="801"/>
                </a:lnTo>
                <a:lnTo>
                  <a:pt x="2087" y="671"/>
                </a:lnTo>
                <a:lnTo>
                  <a:pt x="2042" y="551"/>
                </a:lnTo>
                <a:lnTo>
                  <a:pt x="2000" y="444"/>
                </a:lnTo>
                <a:lnTo>
                  <a:pt x="1960" y="349"/>
                </a:lnTo>
                <a:lnTo>
                  <a:pt x="1922" y="266"/>
                </a:lnTo>
                <a:lnTo>
                  <a:pt x="1885" y="195"/>
                </a:lnTo>
                <a:lnTo>
                  <a:pt x="1848" y="133"/>
                </a:lnTo>
                <a:lnTo>
                  <a:pt x="1809" y="80"/>
                </a:lnTo>
                <a:lnTo>
                  <a:pt x="1766" y="34"/>
                </a:lnTo>
                <a:lnTo>
                  <a:pt x="1759" y="27"/>
                </a:lnTo>
                <a:lnTo>
                  <a:pt x="1738" y="17"/>
                </a:lnTo>
                <a:lnTo>
                  <a:pt x="1712" y="8"/>
                </a:lnTo>
                <a:lnTo>
                  <a:pt x="1684" y="2"/>
                </a:lnTo>
                <a:lnTo>
                  <a:pt x="1650" y="0"/>
                </a:lnTo>
                <a:lnTo>
                  <a:pt x="1607" y="1"/>
                </a:lnTo>
                <a:lnTo>
                  <a:pt x="1550" y="7"/>
                </a:lnTo>
                <a:lnTo>
                  <a:pt x="1482" y="20"/>
                </a:lnTo>
                <a:lnTo>
                  <a:pt x="1407" y="37"/>
                </a:lnTo>
                <a:lnTo>
                  <a:pt x="1328" y="59"/>
                </a:lnTo>
                <a:lnTo>
                  <a:pt x="1252" y="84"/>
                </a:lnTo>
                <a:lnTo>
                  <a:pt x="1180" y="112"/>
                </a:lnTo>
                <a:lnTo>
                  <a:pt x="1112" y="143"/>
                </a:lnTo>
                <a:lnTo>
                  <a:pt x="1044" y="178"/>
                </a:lnTo>
                <a:lnTo>
                  <a:pt x="977" y="217"/>
                </a:lnTo>
                <a:lnTo>
                  <a:pt x="911" y="259"/>
                </a:lnTo>
                <a:lnTo>
                  <a:pt x="847" y="303"/>
                </a:lnTo>
                <a:lnTo>
                  <a:pt x="786" y="351"/>
                </a:lnTo>
                <a:lnTo>
                  <a:pt x="728" y="402"/>
                </a:lnTo>
                <a:lnTo>
                  <a:pt x="671" y="456"/>
                </a:lnTo>
                <a:lnTo>
                  <a:pt x="617" y="513"/>
                </a:lnTo>
                <a:lnTo>
                  <a:pt x="564" y="573"/>
                </a:lnTo>
                <a:lnTo>
                  <a:pt x="513" y="635"/>
                </a:lnTo>
                <a:lnTo>
                  <a:pt x="465" y="701"/>
                </a:lnTo>
                <a:lnTo>
                  <a:pt x="419" y="768"/>
                </a:lnTo>
                <a:lnTo>
                  <a:pt x="374" y="839"/>
                </a:lnTo>
                <a:lnTo>
                  <a:pt x="332" y="913"/>
                </a:lnTo>
                <a:lnTo>
                  <a:pt x="292" y="989"/>
                </a:lnTo>
                <a:lnTo>
                  <a:pt x="255" y="1066"/>
                </a:lnTo>
                <a:lnTo>
                  <a:pt x="221" y="1145"/>
                </a:lnTo>
                <a:lnTo>
                  <a:pt x="190" y="1226"/>
                </a:lnTo>
                <a:lnTo>
                  <a:pt x="162" y="1310"/>
                </a:lnTo>
                <a:lnTo>
                  <a:pt x="136" y="1395"/>
                </a:lnTo>
                <a:lnTo>
                  <a:pt x="113" y="1482"/>
                </a:lnTo>
                <a:lnTo>
                  <a:pt x="92" y="1570"/>
                </a:lnTo>
                <a:lnTo>
                  <a:pt x="74" y="1658"/>
                </a:lnTo>
                <a:lnTo>
                  <a:pt x="57" y="1747"/>
                </a:lnTo>
                <a:lnTo>
                  <a:pt x="43" y="1836"/>
                </a:lnTo>
                <a:lnTo>
                  <a:pt x="31" y="1927"/>
                </a:lnTo>
                <a:lnTo>
                  <a:pt x="22" y="2018"/>
                </a:lnTo>
                <a:lnTo>
                  <a:pt x="14" y="2109"/>
                </a:lnTo>
                <a:lnTo>
                  <a:pt x="8" y="2200"/>
                </a:lnTo>
                <a:lnTo>
                  <a:pt x="3" y="2291"/>
                </a:lnTo>
                <a:lnTo>
                  <a:pt x="0" y="2382"/>
                </a:lnTo>
                <a:lnTo>
                  <a:pt x="0" y="2474"/>
                </a:lnTo>
                <a:lnTo>
                  <a:pt x="0" y="2564"/>
                </a:lnTo>
                <a:lnTo>
                  <a:pt x="3" y="2655"/>
                </a:lnTo>
                <a:lnTo>
                  <a:pt x="8" y="2743"/>
                </a:lnTo>
                <a:lnTo>
                  <a:pt x="15" y="2832"/>
                </a:lnTo>
                <a:lnTo>
                  <a:pt x="24" y="2921"/>
                </a:lnTo>
                <a:lnTo>
                  <a:pt x="35" y="3009"/>
                </a:lnTo>
                <a:lnTo>
                  <a:pt x="47" y="3095"/>
                </a:lnTo>
                <a:lnTo>
                  <a:pt x="60" y="3179"/>
                </a:lnTo>
                <a:lnTo>
                  <a:pt x="74" y="3259"/>
                </a:lnTo>
                <a:lnTo>
                  <a:pt x="88" y="3336"/>
                </a:lnTo>
                <a:lnTo>
                  <a:pt x="104" y="3409"/>
                </a:lnTo>
                <a:lnTo>
                  <a:pt x="120" y="3480"/>
                </a:lnTo>
                <a:lnTo>
                  <a:pt x="137" y="3548"/>
                </a:lnTo>
                <a:lnTo>
                  <a:pt x="155" y="3614"/>
                </a:lnTo>
                <a:lnTo>
                  <a:pt x="173" y="3677"/>
                </a:lnTo>
                <a:lnTo>
                  <a:pt x="191" y="3741"/>
                </a:lnTo>
                <a:lnTo>
                  <a:pt x="209" y="3805"/>
                </a:lnTo>
                <a:lnTo>
                  <a:pt x="227" y="3866"/>
                </a:lnTo>
                <a:lnTo>
                  <a:pt x="246" y="3920"/>
                </a:lnTo>
                <a:lnTo>
                  <a:pt x="264" y="3963"/>
                </a:lnTo>
                <a:lnTo>
                  <a:pt x="275" y="3979"/>
                </a:lnTo>
                <a:lnTo>
                  <a:pt x="287" y="397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3" name="Forma 22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2" name="Forma 31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Consolidacion"/>
          <p:cNvSpPr/>
          <p:nvPr/>
        </p:nvSpPr>
        <p:spPr>
          <a:xfrm>
            <a:off x="1036608" y="2802636"/>
            <a:ext cx="583353" cy="347861"/>
          </a:xfrm>
          <a:custGeom>
            <a:avLst/>
            <a:gdLst/>
            <a:ahLst/>
            <a:cxnLst/>
            <a:rect l="0" t="0" r="r" b="b"/>
            <a:pathLst>
              <a:path w="10000" h="6090">
                <a:moveTo>
                  <a:pt x="9556" y="1394"/>
                </a:moveTo>
                <a:lnTo>
                  <a:pt x="8860" y="977"/>
                </a:lnTo>
                <a:lnTo>
                  <a:pt x="8126" y="629"/>
                </a:lnTo>
                <a:lnTo>
                  <a:pt x="7361" y="356"/>
                </a:lnTo>
                <a:lnTo>
                  <a:pt x="6573" y="159"/>
                </a:lnTo>
                <a:lnTo>
                  <a:pt x="5770" y="39"/>
                </a:lnTo>
                <a:lnTo>
                  <a:pt x="4958" y="0"/>
                </a:lnTo>
                <a:lnTo>
                  <a:pt x="4147" y="39"/>
                </a:lnTo>
                <a:lnTo>
                  <a:pt x="3344" y="159"/>
                </a:lnTo>
                <a:lnTo>
                  <a:pt x="2556" y="356"/>
                </a:lnTo>
                <a:lnTo>
                  <a:pt x="1791" y="629"/>
                </a:lnTo>
                <a:lnTo>
                  <a:pt x="1057" y="977"/>
                </a:lnTo>
                <a:lnTo>
                  <a:pt x="360" y="1394"/>
                </a:lnTo>
                <a:lnTo>
                  <a:pt x="0" y="1662"/>
                </a:lnTo>
                <a:lnTo>
                  <a:pt x="106" y="2167"/>
                </a:lnTo>
                <a:lnTo>
                  <a:pt x="228" y="2694"/>
                </a:lnTo>
                <a:lnTo>
                  <a:pt x="356" y="3202"/>
                </a:lnTo>
                <a:lnTo>
                  <a:pt x="487" y="3692"/>
                </a:lnTo>
                <a:lnTo>
                  <a:pt x="621" y="4168"/>
                </a:lnTo>
                <a:lnTo>
                  <a:pt x="757" y="4649"/>
                </a:lnTo>
                <a:lnTo>
                  <a:pt x="893" y="5130"/>
                </a:lnTo>
                <a:lnTo>
                  <a:pt x="1029" y="5580"/>
                </a:lnTo>
                <a:lnTo>
                  <a:pt x="1164" y="5969"/>
                </a:lnTo>
                <a:lnTo>
                  <a:pt x="1216" y="6090"/>
                </a:lnTo>
                <a:lnTo>
                  <a:pt x="1316" y="6021"/>
                </a:lnTo>
                <a:lnTo>
                  <a:pt x="1685" y="5712"/>
                </a:lnTo>
                <a:lnTo>
                  <a:pt x="2135" y="5315"/>
                </a:lnTo>
                <a:lnTo>
                  <a:pt x="2137" y="5313"/>
                </a:lnTo>
                <a:lnTo>
                  <a:pt x="2144" y="5307"/>
                </a:lnTo>
                <a:lnTo>
                  <a:pt x="2146" y="5305"/>
                </a:lnTo>
                <a:lnTo>
                  <a:pt x="2652" y="4874"/>
                </a:lnTo>
                <a:lnTo>
                  <a:pt x="2658" y="4869"/>
                </a:lnTo>
                <a:lnTo>
                  <a:pt x="2681" y="4850"/>
                </a:lnTo>
                <a:lnTo>
                  <a:pt x="2687" y="4845"/>
                </a:lnTo>
                <a:lnTo>
                  <a:pt x="3238" y="4423"/>
                </a:lnTo>
                <a:lnTo>
                  <a:pt x="3249" y="4415"/>
                </a:lnTo>
                <a:lnTo>
                  <a:pt x="3293" y="4384"/>
                </a:lnTo>
                <a:lnTo>
                  <a:pt x="3304" y="4377"/>
                </a:lnTo>
                <a:lnTo>
                  <a:pt x="3898" y="3999"/>
                </a:lnTo>
                <a:lnTo>
                  <a:pt x="3908" y="3994"/>
                </a:lnTo>
                <a:lnTo>
                  <a:pt x="3951" y="3968"/>
                </a:lnTo>
                <a:lnTo>
                  <a:pt x="3960" y="3963"/>
                </a:lnTo>
                <a:lnTo>
                  <a:pt x="4619" y="3610"/>
                </a:lnTo>
                <a:lnTo>
                  <a:pt x="4623" y="3607"/>
                </a:lnTo>
                <a:lnTo>
                  <a:pt x="4644" y="3597"/>
                </a:lnTo>
                <a:lnTo>
                  <a:pt x="4648" y="3595"/>
                </a:lnTo>
                <a:lnTo>
                  <a:pt x="5376" y="3234"/>
                </a:lnTo>
                <a:lnTo>
                  <a:pt x="5380" y="3231"/>
                </a:lnTo>
                <a:lnTo>
                  <a:pt x="5403" y="3220"/>
                </a:lnTo>
                <a:lnTo>
                  <a:pt x="5408" y="3218"/>
                </a:lnTo>
                <a:lnTo>
                  <a:pt x="6181" y="2866"/>
                </a:lnTo>
                <a:lnTo>
                  <a:pt x="6186" y="2864"/>
                </a:lnTo>
                <a:lnTo>
                  <a:pt x="6214" y="2852"/>
                </a:lnTo>
                <a:lnTo>
                  <a:pt x="6219" y="2850"/>
                </a:lnTo>
                <a:lnTo>
                  <a:pt x="7013" y="2524"/>
                </a:lnTo>
                <a:lnTo>
                  <a:pt x="7020" y="2521"/>
                </a:lnTo>
                <a:lnTo>
                  <a:pt x="7055" y="2508"/>
                </a:lnTo>
                <a:lnTo>
                  <a:pt x="7062" y="2505"/>
                </a:lnTo>
                <a:lnTo>
                  <a:pt x="7853" y="2223"/>
                </a:lnTo>
                <a:lnTo>
                  <a:pt x="7861" y="2220"/>
                </a:lnTo>
                <a:lnTo>
                  <a:pt x="7911" y="2204"/>
                </a:lnTo>
                <a:lnTo>
                  <a:pt x="7920" y="2201"/>
                </a:lnTo>
                <a:lnTo>
                  <a:pt x="8683" y="1980"/>
                </a:lnTo>
                <a:lnTo>
                  <a:pt x="8693" y="1977"/>
                </a:lnTo>
                <a:lnTo>
                  <a:pt x="8758" y="1961"/>
                </a:lnTo>
                <a:lnTo>
                  <a:pt x="8768" y="1958"/>
                </a:lnTo>
                <a:lnTo>
                  <a:pt x="9513" y="1798"/>
                </a:lnTo>
                <a:lnTo>
                  <a:pt x="9522" y="1796"/>
                </a:lnTo>
                <a:lnTo>
                  <a:pt x="9583" y="1785"/>
                </a:lnTo>
                <a:lnTo>
                  <a:pt x="9593" y="1784"/>
                </a:lnTo>
                <a:lnTo>
                  <a:pt x="10000" y="1723"/>
                </a:lnTo>
                <a:lnTo>
                  <a:pt x="9556" y="1394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5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40" name="Forma 39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3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4" name="Forma 43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6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7" name="Forma 46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1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2" name="Forma 51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8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9" name="Forma 58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60" name="Forma 59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2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3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4" name="Forma 63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8" name="!!LiquidoPleural"/>
          <p:cNvSpPr/>
          <p:nvPr/>
        </p:nvSpPr>
        <p:spPr>
          <a:xfrm>
            <a:off x="4800600" y="2665110"/>
            <a:ext cx="3840480" cy="803666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9" name="!!Leucocitos"/>
          <p:cNvGrpSpPr/>
          <p:nvPr/>
        </p:nvGrpSpPr>
        <p:grpSpPr>
          <a:xfrm>
            <a:off x="5103998" y="2708087"/>
            <a:ext cx="3429549" cy="756392"/>
            <a:chOff x="5103998" y="2708087"/>
            <a:chExt cx="3429549" cy="756392"/>
          </a:xfrm>
        </p:grpSpPr>
        <p:sp>
          <p:nvSpPr>
            <p:cNvPr id="70" name="Forma 69"/>
            <p:cNvSpPr/>
            <p:nvPr/>
          </p:nvSpPr>
          <p:spPr>
            <a:xfrm>
              <a:off x="5103998" y="2708087"/>
              <a:ext cx="3429549" cy="756392"/>
            </a:xfrm>
            <a:custGeom>
              <a:avLst/>
              <a:gdLst/>
              <a:ahLst/>
              <a:cxnLst/>
              <a:rect l="0" t="0" r="r" b="b"/>
              <a:pathLst>
                <a:path w="8930" h="1760">
                  <a:moveTo>
                    <a:pt x="2930" y="400"/>
                  </a:moveTo>
                  <a:cubicBezTo>
                    <a:pt x="2930" y="460"/>
                    <a:pt x="2880" y="510"/>
                    <a:pt x="2820" y="510"/>
                  </a:cubicBezTo>
                  <a:cubicBezTo>
                    <a:pt x="2759" y="510"/>
                    <a:pt x="2710" y="460"/>
                    <a:pt x="2710" y="400"/>
                  </a:cubicBezTo>
                  <a:cubicBezTo>
                    <a:pt x="2710" y="339"/>
                    <a:pt x="2759" y="290"/>
                    <a:pt x="2820" y="290"/>
                  </a:cubicBezTo>
                  <a:cubicBezTo>
                    <a:pt x="2880" y="290"/>
                    <a:pt x="2930" y="339"/>
                    <a:pt x="2930" y="400"/>
                  </a:cubicBezTo>
                  <a:close/>
                  <a:moveTo>
                    <a:pt x="3660" y="140"/>
                  </a:moveTo>
                  <a:cubicBezTo>
                    <a:pt x="3660" y="200"/>
                    <a:pt x="3610" y="250"/>
                    <a:pt x="3550" y="250"/>
                  </a:cubicBezTo>
                  <a:cubicBezTo>
                    <a:pt x="3489" y="250"/>
                    <a:pt x="3440" y="200"/>
                    <a:pt x="3440" y="140"/>
                  </a:cubicBezTo>
                  <a:cubicBezTo>
                    <a:pt x="3440" y="79"/>
                    <a:pt x="3489" y="30"/>
                    <a:pt x="3550" y="30"/>
                  </a:cubicBezTo>
                  <a:cubicBezTo>
                    <a:pt x="3610" y="30"/>
                    <a:pt x="3660" y="79"/>
                    <a:pt x="3660" y="140"/>
                  </a:cubicBezTo>
                  <a:close/>
                  <a:moveTo>
                    <a:pt x="360" y="1390"/>
                  </a:moveTo>
                  <a:cubicBezTo>
                    <a:pt x="360" y="1450"/>
                    <a:pt x="310" y="1500"/>
                    <a:pt x="250" y="1500"/>
                  </a:cubicBezTo>
                  <a:cubicBezTo>
                    <a:pt x="189" y="1500"/>
                    <a:pt x="140" y="1450"/>
                    <a:pt x="140" y="1390"/>
                  </a:cubicBezTo>
                  <a:cubicBezTo>
                    <a:pt x="140" y="1329"/>
                    <a:pt x="189" y="1280"/>
                    <a:pt x="250" y="1280"/>
                  </a:cubicBezTo>
                  <a:cubicBezTo>
                    <a:pt x="310" y="1280"/>
                    <a:pt x="360" y="1329"/>
                    <a:pt x="360" y="1390"/>
                  </a:cubicBezTo>
                  <a:close/>
                  <a:moveTo>
                    <a:pt x="580" y="950"/>
                  </a:moveTo>
                  <a:cubicBezTo>
                    <a:pt x="580" y="1010"/>
                    <a:pt x="530" y="1060"/>
                    <a:pt x="470" y="1060"/>
                  </a:cubicBezTo>
                  <a:cubicBezTo>
                    <a:pt x="409" y="1060"/>
                    <a:pt x="360" y="1010"/>
                    <a:pt x="360" y="950"/>
                  </a:cubicBezTo>
                  <a:cubicBezTo>
                    <a:pt x="360" y="889"/>
                    <a:pt x="409" y="840"/>
                    <a:pt x="470" y="840"/>
                  </a:cubicBezTo>
                  <a:cubicBezTo>
                    <a:pt x="530" y="840"/>
                    <a:pt x="580" y="889"/>
                    <a:pt x="580" y="950"/>
                  </a:cubicBezTo>
                  <a:close/>
                  <a:moveTo>
                    <a:pt x="5580" y="160"/>
                  </a:moveTo>
                  <a:cubicBezTo>
                    <a:pt x="5580" y="220"/>
                    <a:pt x="5530" y="270"/>
                    <a:pt x="5470" y="270"/>
                  </a:cubicBezTo>
                  <a:cubicBezTo>
                    <a:pt x="5409" y="270"/>
                    <a:pt x="5360" y="220"/>
                    <a:pt x="5360" y="160"/>
                  </a:cubicBezTo>
                  <a:cubicBezTo>
                    <a:pt x="5360" y="99"/>
                    <a:pt x="5409" y="50"/>
                    <a:pt x="5470" y="50"/>
                  </a:cubicBezTo>
                  <a:cubicBezTo>
                    <a:pt x="5530" y="50"/>
                    <a:pt x="5580" y="99"/>
                    <a:pt x="5580" y="160"/>
                  </a:cubicBezTo>
                  <a:close/>
                  <a:moveTo>
                    <a:pt x="8930" y="1310"/>
                  </a:moveTo>
                  <a:cubicBezTo>
                    <a:pt x="8930" y="1370"/>
                    <a:pt x="8880" y="1420"/>
                    <a:pt x="8820" y="1420"/>
                  </a:cubicBezTo>
                  <a:cubicBezTo>
                    <a:pt x="8759" y="1420"/>
                    <a:pt x="8710" y="1370"/>
                    <a:pt x="8710" y="1310"/>
                  </a:cubicBezTo>
                  <a:cubicBezTo>
                    <a:pt x="8710" y="1249"/>
                    <a:pt x="8759" y="1200"/>
                    <a:pt x="8820" y="1200"/>
                  </a:cubicBezTo>
                  <a:cubicBezTo>
                    <a:pt x="8880" y="1200"/>
                    <a:pt x="8930" y="1249"/>
                    <a:pt x="8930" y="1310"/>
                  </a:cubicBezTo>
                  <a:close/>
                  <a:moveTo>
                    <a:pt x="1810" y="110"/>
                  </a:moveTo>
                  <a:cubicBezTo>
                    <a:pt x="1810" y="170"/>
                    <a:pt x="1760" y="220"/>
                    <a:pt x="1700" y="220"/>
                  </a:cubicBezTo>
                  <a:cubicBezTo>
                    <a:pt x="1639" y="220"/>
                    <a:pt x="1590" y="170"/>
                    <a:pt x="1590" y="110"/>
                  </a:cubicBezTo>
                  <a:cubicBezTo>
                    <a:pt x="1590" y="49"/>
                    <a:pt x="1639" y="0"/>
                    <a:pt x="1700" y="0"/>
                  </a:cubicBezTo>
                  <a:cubicBezTo>
                    <a:pt x="1760" y="0"/>
                    <a:pt x="1810" y="49"/>
                    <a:pt x="1810" y="110"/>
                  </a:cubicBezTo>
                  <a:close/>
                  <a:moveTo>
                    <a:pt x="500" y="1130"/>
                  </a:moveTo>
                  <a:cubicBezTo>
                    <a:pt x="500" y="1190"/>
                    <a:pt x="450" y="1240"/>
                    <a:pt x="390" y="1240"/>
                  </a:cubicBezTo>
                  <a:cubicBezTo>
                    <a:pt x="329" y="1240"/>
                    <a:pt x="280" y="1190"/>
                    <a:pt x="280" y="1130"/>
                  </a:cubicBezTo>
                  <a:cubicBezTo>
                    <a:pt x="280" y="1069"/>
                    <a:pt x="329" y="1020"/>
                    <a:pt x="390" y="1020"/>
                  </a:cubicBezTo>
                  <a:cubicBezTo>
                    <a:pt x="450" y="1020"/>
                    <a:pt x="500" y="1069"/>
                    <a:pt x="500" y="1130"/>
                  </a:cubicBezTo>
                  <a:close/>
                  <a:moveTo>
                    <a:pt x="3900" y="190"/>
                  </a:moveTo>
                  <a:cubicBezTo>
                    <a:pt x="3900" y="250"/>
                    <a:pt x="3850" y="300"/>
                    <a:pt x="3790" y="300"/>
                  </a:cubicBezTo>
                  <a:cubicBezTo>
                    <a:pt x="3729" y="300"/>
                    <a:pt x="3680" y="250"/>
                    <a:pt x="3680" y="190"/>
                  </a:cubicBezTo>
                  <a:cubicBezTo>
                    <a:pt x="3680" y="129"/>
                    <a:pt x="3729" y="80"/>
                    <a:pt x="3790" y="80"/>
                  </a:cubicBezTo>
                  <a:cubicBezTo>
                    <a:pt x="3850" y="80"/>
                    <a:pt x="3900" y="129"/>
                    <a:pt x="3900" y="190"/>
                  </a:cubicBezTo>
                  <a:close/>
                  <a:moveTo>
                    <a:pt x="2080" y="250"/>
                  </a:moveTo>
                  <a:cubicBezTo>
                    <a:pt x="2080" y="310"/>
                    <a:pt x="2030" y="360"/>
                    <a:pt x="1970" y="360"/>
                  </a:cubicBezTo>
                  <a:cubicBezTo>
                    <a:pt x="1909" y="360"/>
                    <a:pt x="1860" y="310"/>
                    <a:pt x="1860" y="250"/>
                  </a:cubicBezTo>
                  <a:cubicBezTo>
                    <a:pt x="1860" y="189"/>
                    <a:pt x="1909" y="140"/>
                    <a:pt x="1970" y="140"/>
                  </a:cubicBezTo>
                  <a:cubicBezTo>
                    <a:pt x="2030" y="140"/>
                    <a:pt x="2080" y="189"/>
                    <a:pt x="2080" y="250"/>
                  </a:cubicBezTo>
                  <a:close/>
                  <a:moveTo>
                    <a:pt x="5260" y="1100"/>
                  </a:moveTo>
                  <a:cubicBezTo>
                    <a:pt x="5260" y="1160"/>
                    <a:pt x="5210" y="1210"/>
                    <a:pt x="5150" y="1210"/>
                  </a:cubicBezTo>
                  <a:cubicBezTo>
                    <a:pt x="5089" y="1210"/>
                    <a:pt x="5040" y="1160"/>
                    <a:pt x="5040" y="1100"/>
                  </a:cubicBezTo>
                  <a:cubicBezTo>
                    <a:pt x="5040" y="1039"/>
                    <a:pt x="5089" y="990"/>
                    <a:pt x="5150" y="990"/>
                  </a:cubicBezTo>
                  <a:cubicBezTo>
                    <a:pt x="5210" y="990"/>
                    <a:pt x="5260" y="1039"/>
                    <a:pt x="5260" y="1100"/>
                  </a:cubicBezTo>
                  <a:close/>
                  <a:moveTo>
                    <a:pt x="220" y="1460"/>
                  </a:moveTo>
                  <a:cubicBezTo>
                    <a:pt x="220" y="1520"/>
                    <a:pt x="170" y="1570"/>
                    <a:pt x="110" y="1570"/>
                  </a:cubicBezTo>
                  <a:cubicBezTo>
                    <a:pt x="49" y="1570"/>
                    <a:pt x="0" y="1520"/>
                    <a:pt x="0" y="1460"/>
                  </a:cubicBezTo>
                  <a:cubicBezTo>
                    <a:pt x="0" y="1399"/>
                    <a:pt x="49" y="1350"/>
                    <a:pt x="110" y="1350"/>
                  </a:cubicBezTo>
                  <a:cubicBezTo>
                    <a:pt x="170" y="1350"/>
                    <a:pt x="220" y="1399"/>
                    <a:pt x="220" y="1460"/>
                  </a:cubicBezTo>
                  <a:close/>
                  <a:moveTo>
                    <a:pt x="880" y="590"/>
                  </a:moveTo>
                  <a:cubicBezTo>
                    <a:pt x="880" y="650"/>
                    <a:pt x="830" y="700"/>
                    <a:pt x="770" y="700"/>
                  </a:cubicBezTo>
                  <a:cubicBezTo>
                    <a:pt x="709" y="700"/>
                    <a:pt x="660" y="650"/>
                    <a:pt x="660" y="590"/>
                  </a:cubicBezTo>
                  <a:cubicBezTo>
                    <a:pt x="660" y="529"/>
                    <a:pt x="709" y="480"/>
                    <a:pt x="770" y="480"/>
                  </a:cubicBezTo>
                  <a:cubicBezTo>
                    <a:pt x="830" y="480"/>
                    <a:pt x="880" y="529"/>
                    <a:pt x="880" y="590"/>
                  </a:cubicBezTo>
                  <a:close/>
                  <a:moveTo>
                    <a:pt x="6070" y="1620"/>
                  </a:moveTo>
                  <a:cubicBezTo>
                    <a:pt x="6070" y="1680"/>
                    <a:pt x="6020" y="1730"/>
                    <a:pt x="5960" y="1730"/>
                  </a:cubicBezTo>
                  <a:cubicBezTo>
                    <a:pt x="5899" y="1730"/>
                    <a:pt x="5850" y="1680"/>
                    <a:pt x="5850" y="1620"/>
                  </a:cubicBezTo>
                  <a:cubicBezTo>
                    <a:pt x="5850" y="1559"/>
                    <a:pt x="5899" y="1510"/>
                    <a:pt x="5960" y="1510"/>
                  </a:cubicBezTo>
                  <a:cubicBezTo>
                    <a:pt x="6020" y="1510"/>
                    <a:pt x="6070" y="1559"/>
                    <a:pt x="6070" y="1620"/>
                  </a:cubicBezTo>
                  <a:close/>
                  <a:moveTo>
                    <a:pt x="5580" y="170"/>
                  </a:moveTo>
                  <a:cubicBezTo>
                    <a:pt x="5580" y="230"/>
                    <a:pt x="5530" y="280"/>
                    <a:pt x="5470" y="280"/>
                  </a:cubicBezTo>
                  <a:cubicBezTo>
                    <a:pt x="5409" y="280"/>
                    <a:pt x="5360" y="230"/>
                    <a:pt x="5360" y="170"/>
                  </a:cubicBezTo>
                  <a:cubicBezTo>
                    <a:pt x="5360" y="109"/>
                    <a:pt x="5409" y="60"/>
                    <a:pt x="5470" y="60"/>
                  </a:cubicBezTo>
                  <a:cubicBezTo>
                    <a:pt x="5530" y="60"/>
                    <a:pt x="5580" y="109"/>
                    <a:pt x="5580" y="170"/>
                  </a:cubicBezTo>
                  <a:close/>
                  <a:moveTo>
                    <a:pt x="5520" y="1510"/>
                  </a:moveTo>
                  <a:cubicBezTo>
                    <a:pt x="5520" y="1570"/>
                    <a:pt x="5470" y="1620"/>
                    <a:pt x="5410" y="1620"/>
                  </a:cubicBezTo>
                  <a:cubicBezTo>
                    <a:pt x="5349" y="1620"/>
                    <a:pt x="5300" y="1570"/>
                    <a:pt x="5300" y="1510"/>
                  </a:cubicBezTo>
                  <a:cubicBezTo>
                    <a:pt x="5300" y="1449"/>
                    <a:pt x="5349" y="1400"/>
                    <a:pt x="5410" y="1400"/>
                  </a:cubicBezTo>
                  <a:cubicBezTo>
                    <a:pt x="5470" y="1400"/>
                    <a:pt x="5520" y="1449"/>
                    <a:pt x="5520" y="1510"/>
                  </a:cubicBezTo>
                  <a:close/>
                  <a:moveTo>
                    <a:pt x="3680" y="140"/>
                  </a:moveTo>
                  <a:cubicBezTo>
                    <a:pt x="3680" y="200"/>
                    <a:pt x="3630" y="250"/>
                    <a:pt x="3570" y="250"/>
                  </a:cubicBezTo>
                  <a:cubicBezTo>
                    <a:pt x="3509" y="250"/>
                    <a:pt x="3460" y="200"/>
                    <a:pt x="3460" y="140"/>
                  </a:cubicBezTo>
                  <a:cubicBezTo>
                    <a:pt x="3460" y="79"/>
                    <a:pt x="3509" y="30"/>
                    <a:pt x="3570" y="30"/>
                  </a:cubicBezTo>
                  <a:cubicBezTo>
                    <a:pt x="3630" y="30"/>
                    <a:pt x="3680" y="79"/>
                    <a:pt x="3680" y="140"/>
                  </a:cubicBezTo>
                  <a:close/>
                  <a:moveTo>
                    <a:pt x="1880" y="130"/>
                  </a:moveTo>
                  <a:cubicBezTo>
                    <a:pt x="1880" y="190"/>
                    <a:pt x="1830" y="240"/>
                    <a:pt x="1770" y="240"/>
                  </a:cubicBezTo>
                  <a:cubicBezTo>
                    <a:pt x="1709" y="240"/>
                    <a:pt x="1660" y="190"/>
                    <a:pt x="1660" y="130"/>
                  </a:cubicBezTo>
                  <a:cubicBezTo>
                    <a:pt x="1660" y="69"/>
                    <a:pt x="1709" y="20"/>
                    <a:pt x="1770" y="20"/>
                  </a:cubicBezTo>
                  <a:cubicBezTo>
                    <a:pt x="1830" y="20"/>
                    <a:pt x="1880" y="69"/>
                    <a:pt x="1880" y="130"/>
                  </a:cubicBezTo>
                  <a:close/>
                  <a:moveTo>
                    <a:pt x="5320" y="360"/>
                  </a:moveTo>
                  <a:cubicBezTo>
                    <a:pt x="5320" y="420"/>
                    <a:pt x="5270" y="470"/>
                    <a:pt x="5210" y="470"/>
                  </a:cubicBezTo>
                  <a:cubicBezTo>
                    <a:pt x="5149" y="470"/>
                    <a:pt x="5100" y="420"/>
                    <a:pt x="5100" y="360"/>
                  </a:cubicBezTo>
                  <a:cubicBezTo>
                    <a:pt x="5100" y="299"/>
                    <a:pt x="5149" y="250"/>
                    <a:pt x="5210" y="250"/>
                  </a:cubicBezTo>
                  <a:cubicBezTo>
                    <a:pt x="5270" y="250"/>
                    <a:pt x="5320" y="299"/>
                    <a:pt x="5320" y="360"/>
                  </a:cubicBezTo>
                  <a:close/>
                  <a:moveTo>
                    <a:pt x="2580" y="1090"/>
                  </a:moveTo>
                  <a:cubicBezTo>
                    <a:pt x="2580" y="1150"/>
                    <a:pt x="2530" y="1200"/>
                    <a:pt x="2470" y="1200"/>
                  </a:cubicBezTo>
                  <a:cubicBezTo>
                    <a:pt x="2409" y="1200"/>
                    <a:pt x="2360" y="1150"/>
                    <a:pt x="2360" y="1090"/>
                  </a:cubicBezTo>
                  <a:cubicBezTo>
                    <a:pt x="2360" y="1029"/>
                    <a:pt x="2409" y="980"/>
                    <a:pt x="2470" y="980"/>
                  </a:cubicBezTo>
                  <a:cubicBezTo>
                    <a:pt x="2530" y="980"/>
                    <a:pt x="2580" y="1029"/>
                    <a:pt x="2580" y="1090"/>
                  </a:cubicBezTo>
                  <a:close/>
                  <a:moveTo>
                    <a:pt x="1090" y="1400"/>
                  </a:moveTo>
                  <a:cubicBezTo>
                    <a:pt x="1090" y="1460"/>
                    <a:pt x="1040" y="1510"/>
                    <a:pt x="980" y="1510"/>
                  </a:cubicBezTo>
                  <a:cubicBezTo>
                    <a:pt x="919" y="1510"/>
                    <a:pt x="870" y="1460"/>
                    <a:pt x="870" y="1400"/>
                  </a:cubicBezTo>
                  <a:cubicBezTo>
                    <a:pt x="870" y="1339"/>
                    <a:pt x="919" y="1290"/>
                    <a:pt x="980" y="1290"/>
                  </a:cubicBezTo>
                  <a:cubicBezTo>
                    <a:pt x="1040" y="1290"/>
                    <a:pt x="1090" y="1339"/>
                    <a:pt x="1090" y="1400"/>
                  </a:cubicBezTo>
                  <a:close/>
                  <a:moveTo>
                    <a:pt x="820" y="1480"/>
                  </a:moveTo>
                  <a:cubicBezTo>
                    <a:pt x="820" y="1540"/>
                    <a:pt x="770" y="1590"/>
                    <a:pt x="710" y="1590"/>
                  </a:cubicBezTo>
                  <a:cubicBezTo>
                    <a:pt x="649" y="1590"/>
                    <a:pt x="600" y="1540"/>
                    <a:pt x="600" y="1480"/>
                  </a:cubicBezTo>
                  <a:cubicBezTo>
                    <a:pt x="600" y="1419"/>
                    <a:pt x="649" y="1370"/>
                    <a:pt x="710" y="1370"/>
                  </a:cubicBezTo>
                  <a:cubicBezTo>
                    <a:pt x="770" y="1370"/>
                    <a:pt x="820" y="1419"/>
                    <a:pt x="820" y="1480"/>
                  </a:cubicBezTo>
                  <a:close/>
                  <a:moveTo>
                    <a:pt x="2770" y="1450"/>
                  </a:moveTo>
                  <a:cubicBezTo>
                    <a:pt x="2770" y="1510"/>
                    <a:pt x="2720" y="1560"/>
                    <a:pt x="2660" y="1560"/>
                  </a:cubicBezTo>
                  <a:cubicBezTo>
                    <a:pt x="2599" y="1560"/>
                    <a:pt x="2550" y="1510"/>
                    <a:pt x="2550" y="1450"/>
                  </a:cubicBezTo>
                  <a:cubicBezTo>
                    <a:pt x="2550" y="1389"/>
                    <a:pt x="2599" y="1340"/>
                    <a:pt x="2660" y="1340"/>
                  </a:cubicBezTo>
                  <a:cubicBezTo>
                    <a:pt x="2720" y="1340"/>
                    <a:pt x="2770" y="1389"/>
                    <a:pt x="2770" y="1450"/>
                  </a:cubicBezTo>
                  <a:close/>
                  <a:moveTo>
                    <a:pt x="7970" y="480"/>
                  </a:moveTo>
                  <a:cubicBezTo>
                    <a:pt x="7970" y="540"/>
                    <a:pt x="7920" y="590"/>
                    <a:pt x="7860" y="590"/>
                  </a:cubicBezTo>
                  <a:cubicBezTo>
                    <a:pt x="7799" y="590"/>
                    <a:pt x="7750" y="540"/>
                    <a:pt x="7750" y="480"/>
                  </a:cubicBezTo>
                  <a:cubicBezTo>
                    <a:pt x="7750" y="419"/>
                    <a:pt x="7799" y="370"/>
                    <a:pt x="7860" y="370"/>
                  </a:cubicBezTo>
                  <a:cubicBezTo>
                    <a:pt x="7920" y="370"/>
                    <a:pt x="7970" y="419"/>
                    <a:pt x="7970" y="480"/>
                  </a:cubicBezTo>
                  <a:close/>
                  <a:moveTo>
                    <a:pt x="670" y="1500"/>
                  </a:moveTo>
                  <a:cubicBezTo>
                    <a:pt x="670" y="1560"/>
                    <a:pt x="620" y="1610"/>
                    <a:pt x="560" y="1610"/>
                  </a:cubicBezTo>
                  <a:cubicBezTo>
                    <a:pt x="499" y="1610"/>
                    <a:pt x="450" y="1560"/>
                    <a:pt x="450" y="1500"/>
                  </a:cubicBezTo>
                  <a:cubicBezTo>
                    <a:pt x="450" y="1439"/>
                    <a:pt x="499" y="1390"/>
                    <a:pt x="560" y="1390"/>
                  </a:cubicBezTo>
                  <a:cubicBezTo>
                    <a:pt x="620" y="1390"/>
                    <a:pt x="670" y="1439"/>
                    <a:pt x="670" y="1500"/>
                  </a:cubicBezTo>
                  <a:close/>
                  <a:moveTo>
                    <a:pt x="5460" y="1650"/>
                  </a:moveTo>
                  <a:cubicBezTo>
                    <a:pt x="5460" y="1710"/>
                    <a:pt x="5410" y="1760"/>
                    <a:pt x="5350" y="1760"/>
                  </a:cubicBezTo>
                  <a:cubicBezTo>
                    <a:pt x="5289" y="1760"/>
                    <a:pt x="5240" y="1710"/>
                    <a:pt x="5240" y="1650"/>
                  </a:cubicBezTo>
                  <a:cubicBezTo>
                    <a:pt x="5240" y="1589"/>
                    <a:pt x="5289" y="1540"/>
                    <a:pt x="5350" y="1540"/>
                  </a:cubicBezTo>
                  <a:cubicBezTo>
                    <a:pt x="5410" y="1540"/>
                    <a:pt x="5460" y="1589"/>
                    <a:pt x="5460" y="1650"/>
                  </a:cubicBezTo>
                  <a:close/>
                  <a:moveTo>
                    <a:pt x="1540" y="970"/>
                  </a:moveTo>
                  <a:cubicBezTo>
                    <a:pt x="1540" y="1030"/>
                    <a:pt x="1490" y="1080"/>
                    <a:pt x="1430" y="1080"/>
                  </a:cubicBezTo>
                  <a:cubicBezTo>
                    <a:pt x="1369" y="1080"/>
                    <a:pt x="1320" y="1030"/>
                    <a:pt x="1320" y="970"/>
                  </a:cubicBezTo>
                  <a:cubicBezTo>
                    <a:pt x="1320" y="909"/>
                    <a:pt x="1369" y="860"/>
                    <a:pt x="1430" y="860"/>
                  </a:cubicBezTo>
                  <a:cubicBezTo>
                    <a:pt x="1490" y="860"/>
                    <a:pt x="1540" y="909"/>
                    <a:pt x="1540" y="970"/>
                  </a:cubicBezTo>
                  <a:close/>
                  <a:moveTo>
                    <a:pt x="610" y="1420"/>
                  </a:moveTo>
                  <a:cubicBezTo>
                    <a:pt x="610" y="1480"/>
                    <a:pt x="560" y="1530"/>
                    <a:pt x="500" y="1530"/>
                  </a:cubicBezTo>
                  <a:cubicBezTo>
                    <a:pt x="439" y="1530"/>
                    <a:pt x="390" y="1480"/>
                    <a:pt x="390" y="1420"/>
                  </a:cubicBezTo>
                  <a:cubicBezTo>
                    <a:pt x="390" y="1359"/>
                    <a:pt x="439" y="1310"/>
                    <a:pt x="500" y="1310"/>
                  </a:cubicBezTo>
                  <a:cubicBezTo>
                    <a:pt x="560" y="1310"/>
                    <a:pt x="610" y="1359"/>
                    <a:pt x="610" y="1420"/>
                  </a:cubicBezTo>
                  <a:close/>
                  <a:moveTo>
                    <a:pt x="6910" y="180"/>
                  </a:moveTo>
                  <a:cubicBezTo>
                    <a:pt x="6910" y="240"/>
                    <a:pt x="6860" y="290"/>
                    <a:pt x="6800" y="290"/>
                  </a:cubicBezTo>
                  <a:cubicBezTo>
                    <a:pt x="6739" y="290"/>
                    <a:pt x="6690" y="240"/>
                    <a:pt x="6690" y="180"/>
                  </a:cubicBezTo>
                  <a:cubicBezTo>
                    <a:pt x="6690" y="119"/>
                    <a:pt x="6739" y="70"/>
                    <a:pt x="6800" y="70"/>
                  </a:cubicBezTo>
                  <a:cubicBezTo>
                    <a:pt x="6860" y="70"/>
                    <a:pt x="6910" y="119"/>
                    <a:pt x="6910" y="180"/>
                  </a:cubicBezTo>
                  <a:close/>
                  <a:moveTo>
                    <a:pt x="5390" y="170"/>
                  </a:moveTo>
                  <a:cubicBezTo>
                    <a:pt x="5390" y="230"/>
                    <a:pt x="5340" y="280"/>
                    <a:pt x="5280" y="280"/>
                  </a:cubicBezTo>
                  <a:cubicBezTo>
                    <a:pt x="5219" y="280"/>
                    <a:pt x="5170" y="230"/>
                    <a:pt x="5170" y="170"/>
                  </a:cubicBezTo>
                  <a:cubicBezTo>
                    <a:pt x="5170" y="109"/>
                    <a:pt x="5219" y="60"/>
                    <a:pt x="5280" y="60"/>
                  </a:cubicBezTo>
                  <a:cubicBezTo>
                    <a:pt x="5340" y="60"/>
                    <a:pt x="5390" y="109"/>
                    <a:pt x="5390" y="170"/>
                  </a:cubicBezTo>
                  <a:close/>
                  <a:moveTo>
                    <a:pt x="5950" y="540"/>
                  </a:moveTo>
                  <a:cubicBezTo>
                    <a:pt x="5950" y="600"/>
                    <a:pt x="5900" y="650"/>
                    <a:pt x="5840" y="650"/>
                  </a:cubicBezTo>
                  <a:cubicBezTo>
                    <a:pt x="5779" y="650"/>
                    <a:pt x="5730" y="600"/>
                    <a:pt x="5730" y="540"/>
                  </a:cubicBezTo>
                  <a:cubicBezTo>
                    <a:pt x="5730" y="479"/>
                    <a:pt x="5779" y="430"/>
                    <a:pt x="5840" y="430"/>
                  </a:cubicBezTo>
                  <a:cubicBezTo>
                    <a:pt x="5900" y="430"/>
                    <a:pt x="5950" y="479"/>
                    <a:pt x="5950" y="540"/>
                  </a:cubicBezTo>
                  <a:close/>
                  <a:moveTo>
                    <a:pt x="4700" y="1380"/>
                  </a:moveTo>
                  <a:cubicBezTo>
                    <a:pt x="4700" y="1440"/>
                    <a:pt x="4650" y="1490"/>
                    <a:pt x="4590" y="1490"/>
                  </a:cubicBezTo>
                  <a:cubicBezTo>
                    <a:pt x="4529" y="1490"/>
                    <a:pt x="4480" y="1440"/>
                    <a:pt x="4480" y="1380"/>
                  </a:cubicBezTo>
                  <a:cubicBezTo>
                    <a:pt x="4480" y="1319"/>
                    <a:pt x="4529" y="1270"/>
                    <a:pt x="4590" y="1270"/>
                  </a:cubicBezTo>
                  <a:cubicBezTo>
                    <a:pt x="4650" y="1270"/>
                    <a:pt x="4700" y="1319"/>
                    <a:pt x="4700" y="1380"/>
                  </a:cubicBezTo>
                  <a:close/>
                  <a:moveTo>
                    <a:pt x="3990" y="820"/>
                  </a:moveTo>
                  <a:cubicBezTo>
                    <a:pt x="3990" y="880"/>
                    <a:pt x="3940" y="930"/>
                    <a:pt x="3880" y="930"/>
                  </a:cubicBezTo>
                  <a:cubicBezTo>
                    <a:pt x="3819" y="930"/>
                    <a:pt x="3770" y="880"/>
                    <a:pt x="3770" y="820"/>
                  </a:cubicBezTo>
                  <a:cubicBezTo>
                    <a:pt x="3770" y="759"/>
                    <a:pt x="3819" y="710"/>
                    <a:pt x="3880" y="710"/>
                  </a:cubicBezTo>
                  <a:cubicBezTo>
                    <a:pt x="3940" y="710"/>
                    <a:pt x="3990" y="759"/>
                    <a:pt x="3990" y="820"/>
                  </a:cubicBezTo>
                  <a:close/>
                  <a:moveTo>
                    <a:pt x="4380" y="1510"/>
                  </a:moveTo>
                  <a:cubicBezTo>
                    <a:pt x="4380" y="1570"/>
                    <a:pt x="4330" y="1620"/>
                    <a:pt x="4270" y="1620"/>
                  </a:cubicBezTo>
                  <a:cubicBezTo>
                    <a:pt x="4209" y="1620"/>
                    <a:pt x="4160" y="1570"/>
                    <a:pt x="4160" y="1510"/>
                  </a:cubicBezTo>
                  <a:cubicBezTo>
                    <a:pt x="4160" y="1449"/>
                    <a:pt x="4209" y="1400"/>
                    <a:pt x="4270" y="1400"/>
                  </a:cubicBezTo>
                  <a:cubicBezTo>
                    <a:pt x="4330" y="1400"/>
                    <a:pt x="4380" y="1449"/>
                    <a:pt x="4380" y="1510"/>
                  </a:cubicBezTo>
                  <a:close/>
                  <a:moveTo>
                    <a:pt x="4260" y="940"/>
                  </a:moveTo>
                  <a:cubicBezTo>
                    <a:pt x="4260" y="1000"/>
                    <a:pt x="4210" y="1050"/>
                    <a:pt x="4150" y="1050"/>
                  </a:cubicBezTo>
                  <a:cubicBezTo>
                    <a:pt x="4089" y="1050"/>
                    <a:pt x="4040" y="1000"/>
                    <a:pt x="4040" y="940"/>
                  </a:cubicBezTo>
                  <a:cubicBezTo>
                    <a:pt x="4040" y="879"/>
                    <a:pt x="4089" y="830"/>
                    <a:pt x="4150" y="830"/>
                  </a:cubicBezTo>
                  <a:cubicBezTo>
                    <a:pt x="4210" y="830"/>
                    <a:pt x="4260" y="879"/>
                    <a:pt x="4260" y="940"/>
                  </a:cubicBezTo>
                  <a:close/>
                  <a:moveTo>
                    <a:pt x="2680" y="650"/>
                  </a:moveTo>
                  <a:cubicBezTo>
                    <a:pt x="2680" y="710"/>
                    <a:pt x="2630" y="760"/>
                    <a:pt x="2570" y="760"/>
                  </a:cubicBezTo>
                  <a:cubicBezTo>
                    <a:pt x="2509" y="760"/>
                    <a:pt x="2460" y="710"/>
                    <a:pt x="2460" y="650"/>
                  </a:cubicBezTo>
                  <a:cubicBezTo>
                    <a:pt x="2460" y="589"/>
                    <a:pt x="2509" y="540"/>
                    <a:pt x="2570" y="540"/>
                  </a:cubicBezTo>
                  <a:cubicBezTo>
                    <a:pt x="2630" y="540"/>
                    <a:pt x="2680" y="589"/>
                    <a:pt x="2680" y="650"/>
                  </a:cubicBezTo>
                  <a:close/>
                  <a:moveTo>
                    <a:pt x="7750" y="480"/>
                  </a:moveTo>
                  <a:cubicBezTo>
                    <a:pt x="7750" y="540"/>
                    <a:pt x="7700" y="590"/>
                    <a:pt x="7640" y="590"/>
                  </a:cubicBezTo>
                  <a:cubicBezTo>
                    <a:pt x="7579" y="590"/>
                    <a:pt x="7530" y="540"/>
                    <a:pt x="7530" y="480"/>
                  </a:cubicBezTo>
                  <a:cubicBezTo>
                    <a:pt x="7530" y="419"/>
                    <a:pt x="7579" y="370"/>
                    <a:pt x="7640" y="370"/>
                  </a:cubicBezTo>
                  <a:cubicBezTo>
                    <a:pt x="7700" y="370"/>
                    <a:pt x="7750" y="419"/>
                    <a:pt x="7750" y="480"/>
                  </a:cubicBezTo>
                  <a:close/>
                  <a:moveTo>
                    <a:pt x="6770" y="640"/>
                  </a:moveTo>
                  <a:cubicBezTo>
                    <a:pt x="6770" y="700"/>
                    <a:pt x="6720" y="750"/>
                    <a:pt x="6660" y="750"/>
                  </a:cubicBezTo>
                  <a:cubicBezTo>
                    <a:pt x="6599" y="750"/>
                    <a:pt x="6550" y="700"/>
                    <a:pt x="6550" y="640"/>
                  </a:cubicBezTo>
                  <a:cubicBezTo>
                    <a:pt x="6550" y="579"/>
                    <a:pt x="6599" y="530"/>
                    <a:pt x="6660" y="530"/>
                  </a:cubicBezTo>
                  <a:cubicBezTo>
                    <a:pt x="6720" y="530"/>
                    <a:pt x="6770" y="579"/>
                    <a:pt x="6770" y="640"/>
                  </a:cubicBezTo>
                  <a:close/>
                  <a:moveTo>
                    <a:pt x="450" y="1490"/>
                  </a:moveTo>
                  <a:cubicBezTo>
                    <a:pt x="450" y="1550"/>
                    <a:pt x="400" y="1600"/>
                    <a:pt x="340" y="1600"/>
                  </a:cubicBezTo>
                  <a:cubicBezTo>
                    <a:pt x="279" y="1600"/>
                    <a:pt x="230" y="1550"/>
                    <a:pt x="230" y="1490"/>
                  </a:cubicBezTo>
                  <a:cubicBezTo>
                    <a:pt x="230" y="1429"/>
                    <a:pt x="279" y="1380"/>
                    <a:pt x="340" y="1380"/>
                  </a:cubicBezTo>
                  <a:cubicBezTo>
                    <a:pt x="400" y="1380"/>
                    <a:pt x="450" y="1429"/>
                    <a:pt x="450" y="1490"/>
                  </a:cubicBezTo>
                  <a:close/>
                  <a:moveTo>
                    <a:pt x="2690" y="1360"/>
                  </a:moveTo>
                  <a:cubicBezTo>
                    <a:pt x="2690" y="1420"/>
                    <a:pt x="2640" y="1470"/>
                    <a:pt x="2580" y="1470"/>
                  </a:cubicBezTo>
                  <a:cubicBezTo>
                    <a:pt x="2519" y="1470"/>
                    <a:pt x="2470" y="1420"/>
                    <a:pt x="2470" y="1360"/>
                  </a:cubicBezTo>
                  <a:cubicBezTo>
                    <a:pt x="2470" y="1299"/>
                    <a:pt x="2519" y="1250"/>
                    <a:pt x="2580" y="1250"/>
                  </a:cubicBezTo>
                  <a:cubicBezTo>
                    <a:pt x="2640" y="1250"/>
                    <a:pt x="2690" y="1299"/>
                    <a:pt x="2690" y="1360"/>
                  </a:cubicBezTo>
                  <a:close/>
                  <a:moveTo>
                    <a:pt x="4680" y="890"/>
                  </a:moveTo>
                  <a:cubicBezTo>
                    <a:pt x="4680" y="950"/>
                    <a:pt x="4630" y="1000"/>
                    <a:pt x="4570" y="1000"/>
                  </a:cubicBezTo>
                  <a:cubicBezTo>
                    <a:pt x="4509" y="1000"/>
                    <a:pt x="4460" y="950"/>
                    <a:pt x="4460" y="890"/>
                  </a:cubicBezTo>
                  <a:cubicBezTo>
                    <a:pt x="4460" y="829"/>
                    <a:pt x="4509" y="780"/>
                    <a:pt x="4570" y="780"/>
                  </a:cubicBezTo>
                  <a:cubicBezTo>
                    <a:pt x="4630" y="780"/>
                    <a:pt x="4680" y="829"/>
                    <a:pt x="4680" y="890"/>
                  </a:cubicBezTo>
                  <a:close/>
                  <a:moveTo>
                    <a:pt x="7080" y="1160"/>
                  </a:moveTo>
                  <a:cubicBezTo>
                    <a:pt x="7080" y="1220"/>
                    <a:pt x="7030" y="1270"/>
                    <a:pt x="6970" y="1270"/>
                  </a:cubicBezTo>
                  <a:cubicBezTo>
                    <a:pt x="6909" y="1270"/>
                    <a:pt x="6860" y="1220"/>
                    <a:pt x="6860" y="1160"/>
                  </a:cubicBezTo>
                  <a:cubicBezTo>
                    <a:pt x="6860" y="1099"/>
                    <a:pt x="6909" y="1050"/>
                    <a:pt x="6970" y="1050"/>
                  </a:cubicBezTo>
                  <a:cubicBezTo>
                    <a:pt x="7030" y="1050"/>
                    <a:pt x="7080" y="1099"/>
                    <a:pt x="7080" y="1160"/>
                  </a:cubicBezTo>
                  <a:close/>
                  <a:moveTo>
                    <a:pt x="2560" y="1570"/>
                  </a:moveTo>
                  <a:cubicBezTo>
                    <a:pt x="2560" y="1630"/>
                    <a:pt x="2510" y="1680"/>
                    <a:pt x="2450" y="1680"/>
                  </a:cubicBezTo>
                  <a:cubicBezTo>
                    <a:pt x="2389" y="1680"/>
                    <a:pt x="2340" y="1630"/>
                    <a:pt x="2340" y="1570"/>
                  </a:cubicBezTo>
                  <a:cubicBezTo>
                    <a:pt x="2340" y="1509"/>
                    <a:pt x="2389" y="1460"/>
                    <a:pt x="2450" y="1460"/>
                  </a:cubicBezTo>
                  <a:cubicBezTo>
                    <a:pt x="2510" y="1460"/>
                    <a:pt x="2560" y="1509"/>
                    <a:pt x="2560" y="1570"/>
                  </a:cubicBezTo>
                  <a:close/>
                  <a:moveTo>
                    <a:pt x="360" y="320"/>
                  </a:moveTo>
                  <a:cubicBezTo>
                    <a:pt x="360" y="380"/>
                    <a:pt x="310" y="430"/>
                    <a:pt x="250" y="430"/>
                  </a:cubicBezTo>
                  <a:cubicBezTo>
                    <a:pt x="189" y="430"/>
                    <a:pt x="140" y="380"/>
                    <a:pt x="140" y="320"/>
                  </a:cubicBezTo>
                  <a:cubicBezTo>
                    <a:pt x="140" y="259"/>
                    <a:pt x="189" y="210"/>
                    <a:pt x="250" y="210"/>
                  </a:cubicBezTo>
                  <a:cubicBezTo>
                    <a:pt x="310" y="210"/>
                    <a:pt x="360" y="259"/>
                    <a:pt x="360" y="320"/>
                  </a:cubicBezTo>
                  <a:close/>
                  <a:moveTo>
                    <a:pt x="4860" y="1090"/>
                  </a:moveTo>
                  <a:cubicBezTo>
                    <a:pt x="4860" y="1150"/>
                    <a:pt x="4810" y="1200"/>
                    <a:pt x="4750" y="1200"/>
                  </a:cubicBezTo>
                  <a:cubicBezTo>
                    <a:pt x="4689" y="1200"/>
                    <a:pt x="4640" y="1150"/>
                    <a:pt x="4640" y="1090"/>
                  </a:cubicBezTo>
                  <a:cubicBezTo>
                    <a:pt x="4640" y="1029"/>
                    <a:pt x="4689" y="980"/>
                    <a:pt x="4750" y="980"/>
                  </a:cubicBezTo>
                  <a:cubicBezTo>
                    <a:pt x="4810" y="980"/>
                    <a:pt x="4860" y="1029"/>
                    <a:pt x="4860" y="109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5138562" y="2742468"/>
              <a:ext cx="3383463" cy="704820"/>
            </a:xfrm>
            <a:custGeom>
              <a:avLst/>
              <a:gdLst/>
              <a:ahLst/>
              <a:cxnLst/>
              <a:rect l="0" t="0" r="r" b="b"/>
              <a:pathLst>
                <a:path w="8810" h="1640">
                  <a:moveTo>
                    <a:pt x="2810" y="340"/>
                  </a:moveTo>
                  <a:cubicBezTo>
                    <a:pt x="2810" y="367"/>
                    <a:pt x="2787" y="390"/>
                    <a:pt x="2760" y="390"/>
                  </a:cubicBezTo>
                  <a:cubicBezTo>
                    <a:pt x="2732" y="390"/>
                    <a:pt x="2710" y="367"/>
                    <a:pt x="2710" y="340"/>
                  </a:cubicBezTo>
                  <a:cubicBezTo>
                    <a:pt x="2710" y="312"/>
                    <a:pt x="2732" y="290"/>
                    <a:pt x="2760" y="290"/>
                  </a:cubicBezTo>
                  <a:cubicBezTo>
                    <a:pt x="2787" y="290"/>
                    <a:pt x="2810" y="312"/>
                    <a:pt x="2810" y="340"/>
                  </a:cubicBezTo>
                  <a:close/>
                  <a:moveTo>
                    <a:pt x="3540" y="80"/>
                  </a:moveTo>
                  <a:cubicBezTo>
                    <a:pt x="3540" y="107"/>
                    <a:pt x="3517" y="130"/>
                    <a:pt x="3490" y="130"/>
                  </a:cubicBezTo>
                  <a:cubicBezTo>
                    <a:pt x="3462" y="130"/>
                    <a:pt x="3440" y="107"/>
                    <a:pt x="3440" y="80"/>
                  </a:cubicBezTo>
                  <a:cubicBezTo>
                    <a:pt x="3440" y="52"/>
                    <a:pt x="3462" y="30"/>
                    <a:pt x="3490" y="30"/>
                  </a:cubicBezTo>
                  <a:cubicBezTo>
                    <a:pt x="3517" y="30"/>
                    <a:pt x="3540" y="52"/>
                    <a:pt x="3540" y="80"/>
                  </a:cubicBezTo>
                  <a:close/>
                  <a:moveTo>
                    <a:pt x="240" y="1330"/>
                  </a:moveTo>
                  <a:cubicBezTo>
                    <a:pt x="240" y="1357"/>
                    <a:pt x="217" y="1380"/>
                    <a:pt x="190" y="1380"/>
                  </a:cubicBezTo>
                  <a:cubicBezTo>
                    <a:pt x="162" y="1380"/>
                    <a:pt x="140" y="1357"/>
                    <a:pt x="140" y="1330"/>
                  </a:cubicBezTo>
                  <a:cubicBezTo>
                    <a:pt x="140" y="1302"/>
                    <a:pt x="162" y="1280"/>
                    <a:pt x="190" y="1280"/>
                  </a:cubicBezTo>
                  <a:cubicBezTo>
                    <a:pt x="217" y="1280"/>
                    <a:pt x="240" y="1302"/>
                    <a:pt x="240" y="1330"/>
                  </a:cubicBezTo>
                  <a:close/>
                  <a:moveTo>
                    <a:pt x="460" y="890"/>
                  </a:moveTo>
                  <a:cubicBezTo>
                    <a:pt x="460" y="917"/>
                    <a:pt x="437" y="940"/>
                    <a:pt x="410" y="940"/>
                  </a:cubicBezTo>
                  <a:cubicBezTo>
                    <a:pt x="382" y="940"/>
                    <a:pt x="360" y="917"/>
                    <a:pt x="360" y="890"/>
                  </a:cubicBezTo>
                  <a:cubicBezTo>
                    <a:pt x="360" y="862"/>
                    <a:pt x="382" y="840"/>
                    <a:pt x="410" y="840"/>
                  </a:cubicBezTo>
                  <a:cubicBezTo>
                    <a:pt x="437" y="840"/>
                    <a:pt x="460" y="862"/>
                    <a:pt x="460" y="890"/>
                  </a:cubicBezTo>
                  <a:close/>
                  <a:moveTo>
                    <a:pt x="5460" y="100"/>
                  </a:moveTo>
                  <a:cubicBezTo>
                    <a:pt x="5460" y="127"/>
                    <a:pt x="5437" y="150"/>
                    <a:pt x="5410" y="150"/>
                  </a:cubicBezTo>
                  <a:cubicBezTo>
                    <a:pt x="5382" y="150"/>
                    <a:pt x="5360" y="127"/>
                    <a:pt x="5360" y="100"/>
                  </a:cubicBezTo>
                  <a:cubicBezTo>
                    <a:pt x="5360" y="72"/>
                    <a:pt x="5382" y="50"/>
                    <a:pt x="5410" y="50"/>
                  </a:cubicBezTo>
                  <a:cubicBezTo>
                    <a:pt x="5437" y="50"/>
                    <a:pt x="5460" y="72"/>
                    <a:pt x="5460" y="100"/>
                  </a:cubicBezTo>
                  <a:close/>
                  <a:moveTo>
                    <a:pt x="8810" y="1250"/>
                  </a:moveTo>
                  <a:cubicBezTo>
                    <a:pt x="8810" y="1277"/>
                    <a:pt x="8787" y="1300"/>
                    <a:pt x="8760" y="1300"/>
                  </a:cubicBezTo>
                  <a:cubicBezTo>
                    <a:pt x="8732" y="1300"/>
                    <a:pt x="8710" y="1277"/>
                    <a:pt x="8710" y="1250"/>
                  </a:cubicBezTo>
                  <a:cubicBezTo>
                    <a:pt x="8710" y="1222"/>
                    <a:pt x="8732" y="1200"/>
                    <a:pt x="8760" y="1200"/>
                  </a:cubicBezTo>
                  <a:cubicBezTo>
                    <a:pt x="8787" y="1200"/>
                    <a:pt x="8810" y="1222"/>
                    <a:pt x="8810" y="1250"/>
                  </a:cubicBezTo>
                  <a:close/>
                  <a:moveTo>
                    <a:pt x="1690" y="50"/>
                  </a:moveTo>
                  <a:cubicBezTo>
                    <a:pt x="1690" y="77"/>
                    <a:pt x="1667" y="100"/>
                    <a:pt x="1640" y="100"/>
                  </a:cubicBezTo>
                  <a:cubicBezTo>
                    <a:pt x="1612" y="100"/>
                    <a:pt x="1590" y="77"/>
                    <a:pt x="1590" y="50"/>
                  </a:cubicBezTo>
                  <a:cubicBezTo>
                    <a:pt x="1590" y="22"/>
                    <a:pt x="1612" y="0"/>
                    <a:pt x="1640" y="0"/>
                  </a:cubicBezTo>
                  <a:cubicBezTo>
                    <a:pt x="1667" y="0"/>
                    <a:pt x="1690" y="22"/>
                    <a:pt x="1690" y="50"/>
                  </a:cubicBezTo>
                  <a:close/>
                  <a:moveTo>
                    <a:pt x="380" y="1070"/>
                  </a:moveTo>
                  <a:cubicBezTo>
                    <a:pt x="380" y="1097"/>
                    <a:pt x="357" y="1120"/>
                    <a:pt x="330" y="1120"/>
                  </a:cubicBezTo>
                  <a:cubicBezTo>
                    <a:pt x="302" y="1120"/>
                    <a:pt x="280" y="1097"/>
                    <a:pt x="280" y="1070"/>
                  </a:cubicBezTo>
                  <a:cubicBezTo>
                    <a:pt x="280" y="1042"/>
                    <a:pt x="302" y="1020"/>
                    <a:pt x="330" y="1020"/>
                  </a:cubicBezTo>
                  <a:cubicBezTo>
                    <a:pt x="357" y="1020"/>
                    <a:pt x="380" y="1042"/>
                    <a:pt x="380" y="1070"/>
                  </a:cubicBezTo>
                  <a:close/>
                  <a:moveTo>
                    <a:pt x="3780" y="130"/>
                  </a:moveTo>
                  <a:cubicBezTo>
                    <a:pt x="3780" y="157"/>
                    <a:pt x="3757" y="180"/>
                    <a:pt x="3730" y="180"/>
                  </a:cubicBezTo>
                  <a:cubicBezTo>
                    <a:pt x="3702" y="180"/>
                    <a:pt x="3680" y="157"/>
                    <a:pt x="3680" y="130"/>
                  </a:cubicBezTo>
                  <a:cubicBezTo>
                    <a:pt x="3680" y="102"/>
                    <a:pt x="3702" y="80"/>
                    <a:pt x="3730" y="80"/>
                  </a:cubicBezTo>
                  <a:cubicBezTo>
                    <a:pt x="3757" y="80"/>
                    <a:pt x="3780" y="102"/>
                    <a:pt x="3780" y="130"/>
                  </a:cubicBezTo>
                  <a:close/>
                  <a:moveTo>
                    <a:pt x="1960" y="190"/>
                  </a:moveTo>
                  <a:cubicBezTo>
                    <a:pt x="1960" y="217"/>
                    <a:pt x="1937" y="240"/>
                    <a:pt x="1910" y="240"/>
                  </a:cubicBezTo>
                  <a:cubicBezTo>
                    <a:pt x="1882" y="240"/>
                    <a:pt x="1860" y="217"/>
                    <a:pt x="1860" y="190"/>
                  </a:cubicBezTo>
                  <a:cubicBezTo>
                    <a:pt x="1860" y="162"/>
                    <a:pt x="1882" y="140"/>
                    <a:pt x="1910" y="140"/>
                  </a:cubicBezTo>
                  <a:cubicBezTo>
                    <a:pt x="1937" y="140"/>
                    <a:pt x="1960" y="162"/>
                    <a:pt x="1960" y="190"/>
                  </a:cubicBezTo>
                  <a:close/>
                  <a:moveTo>
                    <a:pt x="5140" y="1040"/>
                  </a:moveTo>
                  <a:cubicBezTo>
                    <a:pt x="5140" y="1067"/>
                    <a:pt x="5117" y="1090"/>
                    <a:pt x="5090" y="1090"/>
                  </a:cubicBezTo>
                  <a:cubicBezTo>
                    <a:pt x="5062" y="1090"/>
                    <a:pt x="5040" y="1067"/>
                    <a:pt x="5040" y="1040"/>
                  </a:cubicBezTo>
                  <a:cubicBezTo>
                    <a:pt x="5040" y="1012"/>
                    <a:pt x="5062" y="990"/>
                    <a:pt x="5090" y="990"/>
                  </a:cubicBezTo>
                  <a:cubicBezTo>
                    <a:pt x="5117" y="990"/>
                    <a:pt x="5140" y="1012"/>
                    <a:pt x="5140" y="1040"/>
                  </a:cubicBezTo>
                  <a:close/>
                  <a:moveTo>
                    <a:pt x="100" y="1400"/>
                  </a:moveTo>
                  <a:cubicBezTo>
                    <a:pt x="100" y="1427"/>
                    <a:pt x="77" y="1450"/>
                    <a:pt x="50" y="1450"/>
                  </a:cubicBezTo>
                  <a:cubicBezTo>
                    <a:pt x="22" y="1450"/>
                    <a:pt x="0" y="1427"/>
                    <a:pt x="0" y="1400"/>
                  </a:cubicBezTo>
                  <a:cubicBezTo>
                    <a:pt x="0" y="1372"/>
                    <a:pt x="22" y="1350"/>
                    <a:pt x="50" y="1350"/>
                  </a:cubicBezTo>
                  <a:cubicBezTo>
                    <a:pt x="77" y="1350"/>
                    <a:pt x="100" y="1372"/>
                    <a:pt x="100" y="1400"/>
                  </a:cubicBezTo>
                  <a:close/>
                  <a:moveTo>
                    <a:pt x="760" y="530"/>
                  </a:moveTo>
                  <a:cubicBezTo>
                    <a:pt x="760" y="557"/>
                    <a:pt x="737" y="580"/>
                    <a:pt x="710" y="580"/>
                  </a:cubicBezTo>
                  <a:cubicBezTo>
                    <a:pt x="682" y="580"/>
                    <a:pt x="660" y="557"/>
                    <a:pt x="660" y="530"/>
                  </a:cubicBezTo>
                  <a:cubicBezTo>
                    <a:pt x="660" y="502"/>
                    <a:pt x="682" y="480"/>
                    <a:pt x="710" y="480"/>
                  </a:cubicBezTo>
                  <a:cubicBezTo>
                    <a:pt x="737" y="480"/>
                    <a:pt x="760" y="502"/>
                    <a:pt x="760" y="530"/>
                  </a:cubicBezTo>
                  <a:close/>
                  <a:moveTo>
                    <a:pt x="5950" y="1560"/>
                  </a:moveTo>
                  <a:cubicBezTo>
                    <a:pt x="5950" y="1587"/>
                    <a:pt x="5927" y="1610"/>
                    <a:pt x="5900" y="1610"/>
                  </a:cubicBezTo>
                  <a:cubicBezTo>
                    <a:pt x="5872" y="1610"/>
                    <a:pt x="5850" y="1587"/>
                    <a:pt x="5850" y="1560"/>
                  </a:cubicBezTo>
                  <a:cubicBezTo>
                    <a:pt x="5850" y="1532"/>
                    <a:pt x="5872" y="1510"/>
                    <a:pt x="5900" y="1510"/>
                  </a:cubicBezTo>
                  <a:cubicBezTo>
                    <a:pt x="5927" y="1510"/>
                    <a:pt x="5950" y="1532"/>
                    <a:pt x="5950" y="1560"/>
                  </a:cubicBezTo>
                  <a:close/>
                  <a:moveTo>
                    <a:pt x="5460" y="110"/>
                  </a:moveTo>
                  <a:cubicBezTo>
                    <a:pt x="5460" y="137"/>
                    <a:pt x="5437" y="160"/>
                    <a:pt x="5410" y="160"/>
                  </a:cubicBezTo>
                  <a:cubicBezTo>
                    <a:pt x="5382" y="160"/>
                    <a:pt x="5360" y="137"/>
                    <a:pt x="5360" y="110"/>
                  </a:cubicBezTo>
                  <a:cubicBezTo>
                    <a:pt x="5360" y="82"/>
                    <a:pt x="5382" y="60"/>
                    <a:pt x="5410" y="60"/>
                  </a:cubicBezTo>
                  <a:cubicBezTo>
                    <a:pt x="5437" y="60"/>
                    <a:pt x="5460" y="82"/>
                    <a:pt x="5460" y="110"/>
                  </a:cubicBezTo>
                  <a:close/>
                  <a:moveTo>
                    <a:pt x="5400" y="1450"/>
                  </a:moveTo>
                  <a:cubicBezTo>
                    <a:pt x="5400" y="1477"/>
                    <a:pt x="5377" y="1500"/>
                    <a:pt x="5350" y="1500"/>
                  </a:cubicBezTo>
                  <a:cubicBezTo>
                    <a:pt x="5322" y="1500"/>
                    <a:pt x="5300" y="1477"/>
                    <a:pt x="5300" y="1450"/>
                  </a:cubicBezTo>
                  <a:cubicBezTo>
                    <a:pt x="5300" y="1422"/>
                    <a:pt x="5322" y="1400"/>
                    <a:pt x="5350" y="1400"/>
                  </a:cubicBezTo>
                  <a:cubicBezTo>
                    <a:pt x="5377" y="1400"/>
                    <a:pt x="5400" y="1422"/>
                    <a:pt x="5400" y="1450"/>
                  </a:cubicBezTo>
                  <a:close/>
                  <a:moveTo>
                    <a:pt x="3560" y="80"/>
                  </a:moveTo>
                  <a:cubicBezTo>
                    <a:pt x="3560" y="107"/>
                    <a:pt x="3537" y="130"/>
                    <a:pt x="3510" y="130"/>
                  </a:cubicBezTo>
                  <a:cubicBezTo>
                    <a:pt x="3482" y="130"/>
                    <a:pt x="3460" y="107"/>
                    <a:pt x="3460" y="80"/>
                  </a:cubicBezTo>
                  <a:cubicBezTo>
                    <a:pt x="3460" y="52"/>
                    <a:pt x="3482" y="30"/>
                    <a:pt x="3510" y="30"/>
                  </a:cubicBezTo>
                  <a:cubicBezTo>
                    <a:pt x="3537" y="30"/>
                    <a:pt x="3560" y="52"/>
                    <a:pt x="3560" y="80"/>
                  </a:cubicBezTo>
                  <a:close/>
                  <a:moveTo>
                    <a:pt x="1760" y="70"/>
                  </a:moveTo>
                  <a:cubicBezTo>
                    <a:pt x="1760" y="97"/>
                    <a:pt x="1737" y="120"/>
                    <a:pt x="1710" y="120"/>
                  </a:cubicBezTo>
                  <a:cubicBezTo>
                    <a:pt x="1682" y="120"/>
                    <a:pt x="1660" y="97"/>
                    <a:pt x="1660" y="70"/>
                  </a:cubicBezTo>
                  <a:cubicBezTo>
                    <a:pt x="1660" y="42"/>
                    <a:pt x="1682" y="20"/>
                    <a:pt x="1710" y="20"/>
                  </a:cubicBezTo>
                  <a:cubicBezTo>
                    <a:pt x="1737" y="20"/>
                    <a:pt x="1760" y="42"/>
                    <a:pt x="1760" y="70"/>
                  </a:cubicBezTo>
                  <a:close/>
                  <a:moveTo>
                    <a:pt x="5200" y="300"/>
                  </a:moveTo>
                  <a:cubicBezTo>
                    <a:pt x="5200" y="327"/>
                    <a:pt x="5177" y="350"/>
                    <a:pt x="5150" y="350"/>
                  </a:cubicBezTo>
                  <a:cubicBezTo>
                    <a:pt x="5122" y="350"/>
                    <a:pt x="5100" y="327"/>
                    <a:pt x="5100" y="300"/>
                  </a:cubicBezTo>
                  <a:cubicBezTo>
                    <a:pt x="5100" y="272"/>
                    <a:pt x="5122" y="250"/>
                    <a:pt x="5150" y="250"/>
                  </a:cubicBezTo>
                  <a:cubicBezTo>
                    <a:pt x="5177" y="250"/>
                    <a:pt x="5200" y="272"/>
                    <a:pt x="5200" y="300"/>
                  </a:cubicBezTo>
                  <a:close/>
                  <a:moveTo>
                    <a:pt x="2460" y="1030"/>
                  </a:moveTo>
                  <a:cubicBezTo>
                    <a:pt x="2460" y="1057"/>
                    <a:pt x="2437" y="1080"/>
                    <a:pt x="2410" y="1080"/>
                  </a:cubicBezTo>
                  <a:cubicBezTo>
                    <a:pt x="2382" y="1080"/>
                    <a:pt x="2360" y="1057"/>
                    <a:pt x="2360" y="1030"/>
                  </a:cubicBezTo>
                  <a:cubicBezTo>
                    <a:pt x="2360" y="1002"/>
                    <a:pt x="2382" y="980"/>
                    <a:pt x="2410" y="980"/>
                  </a:cubicBezTo>
                  <a:cubicBezTo>
                    <a:pt x="2437" y="980"/>
                    <a:pt x="2460" y="1002"/>
                    <a:pt x="2460" y="1030"/>
                  </a:cubicBezTo>
                  <a:close/>
                  <a:moveTo>
                    <a:pt x="970" y="1340"/>
                  </a:moveTo>
                  <a:cubicBezTo>
                    <a:pt x="970" y="1367"/>
                    <a:pt x="947" y="1390"/>
                    <a:pt x="920" y="1390"/>
                  </a:cubicBezTo>
                  <a:cubicBezTo>
                    <a:pt x="892" y="1390"/>
                    <a:pt x="870" y="1367"/>
                    <a:pt x="870" y="1340"/>
                  </a:cubicBezTo>
                  <a:cubicBezTo>
                    <a:pt x="870" y="1312"/>
                    <a:pt x="892" y="1290"/>
                    <a:pt x="920" y="1290"/>
                  </a:cubicBezTo>
                  <a:cubicBezTo>
                    <a:pt x="947" y="1290"/>
                    <a:pt x="970" y="1312"/>
                    <a:pt x="970" y="1340"/>
                  </a:cubicBezTo>
                  <a:close/>
                  <a:moveTo>
                    <a:pt x="700" y="1420"/>
                  </a:moveTo>
                  <a:cubicBezTo>
                    <a:pt x="700" y="1447"/>
                    <a:pt x="677" y="1470"/>
                    <a:pt x="650" y="1470"/>
                  </a:cubicBezTo>
                  <a:cubicBezTo>
                    <a:pt x="622" y="1470"/>
                    <a:pt x="600" y="1447"/>
                    <a:pt x="600" y="1420"/>
                  </a:cubicBezTo>
                  <a:cubicBezTo>
                    <a:pt x="600" y="1392"/>
                    <a:pt x="622" y="1370"/>
                    <a:pt x="650" y="1370"/>
                  </a:cubicBezTo>
                  <a:cubicBezTo>
                    <a:pt x="677" y="1370"/>
                    <a:pt x="700" y="1392"/>
                    <a:pt x="700" y="1420"/>
                  </a:cubicBezTo>
                  <a:close/>
                  <a:moveTo>
                    <a:pt x="2650" y="1390"/>
                  </a:moveTo>
                  <a:cubicBezTo>
                    <a:pt x="2650" y="1417"/>
                    <a:pt x="2627" y="1440"/>
                    <a:pt x="2600" y="1440"/>
                  </a:cubicBezTo>
                  <a:cubicBezTo>
                    <a:pt x="2572" y="1440"/>
                    <a:pt x="2550" y="1417"/>
                    <a:pt x="2550" y="1390"/>
                  </a:cubicBezTo>
                  <a:cubicBezTo>
                    <a:pt x="2550" y="1362"/>
                    <a:pt x="2572" y="1340"/>
                    <a:pt x="2600" y="1340"/>
                  </a:cubicBezTo>
                  <a:cubicBezTo>
                    <a:pt x="2627" y="1340"/>
                    <a:pt x="2650" y="1362"/>
                    <a:pt x="2650" y="1390"/>
                  </a:cubicBezTo>
                  <a:close/>
                  <a:moveTo>
                    <a:pt x="7850" y="420"/>
                  </a:moveTo>
                  <a:cubicBezTo>
                    <a:pt x="7850" y="447"/>
                    <a:pt x="7827" y="470"/>
                    <a:pt x="7800" y="470"/>
                  </a:cubicBezTo>
                  <a:cubicBezTo>
                    <a:pt x="7772" y="470"/>
                    <a:pt x="7750" y="447"/>
                    <a:pt x="7750" y="420"/>
                  </a:cubicBezTo>
                  <a:cubicBezTo>
                    <a:pt x="7750" y="392"/>
                    <a:pt x="7772" y="370"/>
                    <a:pt x="7800" y="370"/>
                  </a:cubicBezTo>
                  <a:cubicBezTo>
                    <a:pt x="7827" y="370"/>
                    <a:pt x="7850" y="392"/>
                    <a:pt x="7850" y="420"/>
                  </a:cubicBezTo>
                  <a:close/>
                  <a:moveTo>
                    <a:pt x="550" y="1440"/>
                  </a:moveTo>
                  <a:cubicBezTo>
                    <a:pt x="550" y="1467"/>
                    <a:pt x="527" y="1490"/>
                    <a:pt x="500" y="1490"/>
                  </a:cubicBezTo>
                  <a:cubicBezTo>
                    <a:pt x="472" y="1490"/>
                    <a:pt x="450" y="1467"/>
                    <a:pt x="450" y="1440"/>
                  </a:cubicBezTo>
                  <a:cubicBezTo>
                    <a:pt x="450" y="1412"/>
                    <a:pt x="472" y="1390"/>
                    <a:pt x="500" y="1390"/>
                  </a:cubicBezTo>
                  <a:cubicBezTo>
                    <a:pt x="527" y="1390"/>
                    <a:pt x="550" y="1412"/>
                    <a:pt x="550" y="1440"/>
                  </a:cubicBezTo>
                  <a:close/>
                  <a:moveTo>
                    <a:pt x="5340" y="1590"/>
                  </a:moveTo>
                  <a:cubicBezTo>
                    <a:pt x="5340" y="1617"/>
                    <a:pt x="5317" y="1640"/>
                    <a:pt x="5290" y="1640"/>
                  </a:cubicBezTo>
                  <a:cubicBezTo>
                    <a:pt x="5262" y="1640"/>
                    <a:pt x="5240" y="1617"/>
                    <a:pt x="5240" y="1590"/>
                  </a:cubicBezTo>
                  <a:cubicBezTo>
                    <a:pt x="5240" y="1562"/>
                    <a:pt x="5262" y="1540"/>
                    <a:pt x="5290" y="1540"/>
                  </a:cubicBezTo>
                  <a:cubicBezTo>
                    <a:pt x="5317" y="1540"/>
                    <a:pt x="5340" y="1562"/>
                    <a:pt x="5340" y="1590"/>
                  </a:cubicBezTo>
                  <a:close/>
                  <a:moveTo>
                    <a:pt x="1420" y="910"/>
                  </a:moveTo>
                  <a:cubicBezTo>
                    <a:pt x="1420" y="937"/>
                    <a:pt x="1397" y="960"/>
                    <a:pt x="1370" y="960"/>
                  </a:cubicBezTo>
                  <a:cubicBezTo>
                    <a:pt x="1342" y="960"/>
                    <a:pt x="1320" y="937"/>
                    <a:pt x="1320" y="910"/>
                  </a:cubicBezTo>
                  <a:cubicBezTo>
                    <a:pt x="1320" y="882"/>
                    <a:pt x="1342" y="860"/>
                    <a:pt x="1370" y="860"/>
                  </a:cubicBezTo>
                  <a:cubicBezTo>
                    <a:pt x="1397" y="860"/>
                    <a:pt x="1420" y="882"/>
                    <a:pt x="1420" y="910"/>
                  </a:cubicBezTo>
                  <a:close/>
                  <a:moveTo>
                    <a:pt x="490" y="1360"/>
                  </a:moveTo>
                  <a:cubicBezTo>
                    <a:pt x="490" y="1387"/>
                    <a:pt x="467" y="1410"/>
                    <a:pt x="440" y="1410"/>
                  </a:cubicBezTo>
                  <a:cubicBezTo>
                    <a:pt x="412" y="1410"/>
                    <a:pt x="390" y="1387"/>
                    <a:pt x="390" y="1360"/>
                  </a:cubicBezTo>
                  <a:cubicBezTo>
                    <a:pt x="390" y="1332"/>
                    <a:pt x="412" y="1310"/>
                    <a:pt x="440" y="1310"/>
                  </a:cubicBezTo>
                  <a:cubicBezTo>
                    <a:pt x="467" y="1310"/>
                    <a:pt x="490" y="1332"/>
                    <a:pt x="490" y="1360"/>
                  </a:cubicBezTo>
                  <a:close/>
                  <a:moveTo>
                    <a:pt x="6790" y="120"/>
                  </a:moveTo>
                  <a:cubicBezTo>
                    <a:pt x="6790" y="147"/>
                    <a:pt x="6767" y="170"/>
                    <a:pt x="6740" y="170"/>
                  </a:cubicBezTo>
                  <a:cubicBezTo>
                    <a:pt x="6712" y="170"/>
                    <a:pt x="6690" y="147"/>
                    <a:pt x="6690" y="120"/>
                  </a:cubicBezTo>
                  <a:cubicBezTo>
                    <a:pt x="6690" y="92"/>
                    <a:pt x="6712" y="70"/>
                    <a:pt x="6740" y="70"/>
                  </a:cubicBezTo>
                  <a:cubicBezTo>
                    <a:pt x="6767" y="70"/>
                    <a:pt x="6790" y="92"/>
                    <a:pt x="6790" y="120"/>
                  </a:cubicBezTo>
                  <a:close/>
                  <a:moveTo>
                    <a:pt x="5270" y="110"/>
                  </a:moveTo>
                  <a:cubicBezTo>
                    <a:pt x="5270" y="137"/>
                    <a:pt x="5247" y="160"/>
                    <a:pt x="5220" y="160"/>
                  </a:cubicBezTo>
                  <a:cubicBezTo>
                    <a:pt x="5192" y="160"/>
                    <a:pt x="5170" y="137"/>
                    <a:pt x="5170" y="110"/>
                  </a:cubicBezTo>
                  <a:cubicBezTo>
                    <a:pt x="5170" y="82"/>
                    <a:pt x="5192" y="60"/>
                    <a:pt x="5220" y="60"/>
                  </a:cubicBezTo>
                  <a:cubicBezTo>
                    <a:pt x="5247" y="60"/>
                    <a:pt x="5270" y="82"/>
                    <a:pt x="5270" y="110"/>
                  </a:cubicBezTo>
                  <a:close/>
                  <a:moveTo>
                    <a:pt x="5830" y="480"/>
                  </a:moveTo>
                  <a:cubicBezTo>
                    <a:pt x="5830" y="507"/>
                    <a:pt x="5807" y="530"/>
                    <a:pt x="5780" y="530"/>
                  </a:cubicBezTo>
                  <a:cubicBezTo>
                    <a:pt x="5752" y="530"/>
                    <a:pt x="5730" y="507"/>
                    <a:pt x="5730" y="480"/>
                  </a:cubicBezTo>
                  <a:cubicBezTo>
                    <a:pt x="5730" y="452"/>
                    <a:pt x="5752" y="430"/>
                    <a:pt x="5780" y="430"/>
                  </a:cubicBezTo>
                  <a:cubicBezTo>
                    <a:pt x="5807" y="430"/>
                    <a:pt x="5830" y="452"/>
                    <a:pt x="5830" y="480"/>
                  </a:cubicBezTo>
                  <a:close/>
                  <a:moveTo>
                    <a:pt x="4580" y="1320"/>
                  </a:moveTo>
                  <a:cubicBezTo>
                    <a:pt x="4580" y="1347"/>
                    <a:pt x="4557" y="1370"/>
                    <a:pt x="4530" y="1370"/>
                  </a:cubicBezTo>
                  <a:cubicBezTo>
                    <a:pt x="4502" y="1370"/>
                    <a:pt x="4480" y="1347"/>
                    <a:pt x="4480" y="1320"/>
                  </a:cubicBezTo>
                  <a:cubicBezTo>
                    <a:pt x="4480" y="1292"/>
                    <a:pt x="4502" y="1270"/>
                    <a:pt x="4530" y="1270"/>
                  </a:cubicBezTo>
                  <a:cubicBezTo>
                    <a:pt x="4557" y="1270"/>
                    <a:pt x="4580" y="1292"/>
                    <a:pt x="4580" y="1320"/>
                  </a:cubicBezTo>
                  <a:close/>
                  <a:moveTo>
                    <a:pt x="3870" y="760"/>
                  </a:moveTo>
                  <a:cubicBezTo>
                    <a:pt x="3870" y="787"/>
                    <a:pt x="3847" y="810"/>
                    <a:pt x="3820" y="810"/>
                  </a:cubicBezTo>
                  <a:cubicBezTo>
                    <a:pt x="3792" y="810"/>
                    <a:pt x="3770" y="787"/>
                    <a:pt x="3770" y="760"/>
                  </a:cubicBezTo>
                  <a:cubicBezTo>
                    <a:pt x="3770" y="732"/>
                    <a:pt x="3792" y="710"/>
                    <a:pt x="3820" y="710"/>
                  </a:cubicBezTo>
                  <a:cubicBezTo>
                    <a:pt x="3847" y="710"/>
                    <a:pt x="3870" y="732"/>
                    <a:pt x="3870" y="760"/>
                  </a:cubicBezTo>
                  <a:close/>
                  <a:moveTo>
                    <a:pt x="4260" y="1450"/>
                  </a:moveTo>
                  <a:cubicBezTo>
                    <a:pt x="4260" y="1477"/>
                    <a:pt x="4237" y="1500"/>
                    <a:pt x="4210" y="1500"/>
                  </a:cubicBezTo>
                  <a:cubicBezTo>
                    <a:pt x="4182" y="1500"/>
                    <a:pt x="4160" y="1477"/>
                    <a:pt x="4160" y="1450"/>
                  </a:cubicBezTo>
                  <a:cubicBezTo>
                    <a:pt x="4160" y="1422"/>
                    <a:pt x="4182" y="1400"/>
                    <a:pt x="4210" y="1400"/>
                  </a:cubicBezTo>
                  <a:cubicBezTo>
                    <a:pt x="4237" y="1400"/>
                    <a:pt x="4260" y="1422"/>
                    <a:pt x="4260" y="1450"/>
                  </a:cubicBezTo>
                  <a:close/>
                  <a:moveTo>
                    <a:pt x="4140" y="880"/>
                  </a:moveTo>
                  <a:cubicBezTo>
                    <a:pt x="4140" y="907"/>
                    <a:pt x="4117" y="930"/>
                    <a:pt x="4090" y="930"/>
                  </a:cubicBezTo>
                  <a:cubicBezTo>
                    <a:pt x="4062" y="930"/>
                    <a:pt x="4040" y="907"/>
                    <a:pt x="4040" y="880"/>
                  </a:cubicBezTo>
                  <a:cubicBezTo>
                    <a:pt x="4040" y="852"/>
                    <a:pt x="4062" y="830"/>
                    <a:pt x="4090" y="830"/>
                  </a:cubicBezTo>
                  <a:cubicBezTo>
                    <a:pt x="4117" y="830"/>
                    <a:pt x="4140" y="852"/>
                    <a:pt x="4140" y="880"/>
                  </a:cubicBezTo>
                  <a:close/>
                  <a:moveTo>
                    <a:pt x="2560" y="590"/>
                  </a:moveTo>
                  <a:cubicBezTo>
                    <a:pt x="2560" y="617"/>
                    <a:pt x="2537" y="640"/>
                    <a:pt x="2510" y="640"/>
                  </a:cubicBezTo>
                  <a:cubicBezTo>
                    <a:pt x="2482" y="640"/>
                    <a:pt x="2460" y="617"/>
                    <a:pt x="2460" y="590"/>
                  </a:cubicBezTo>
                  <a:cubicBezTo>
                    <a:pt x="2460" y="562"/>
                    <a:pt x="2482" y="540"/>
                    <a:pt x="2510" y="540"/>
                  </a:cubicBezTo>
                  <a:cubicBezTo>
                    <a:pt x="2537" y="540"/>
                    <a:pt x="2560" y="562"/>
                    <a:pt x="2560" y="590"/>
                  </a:cubicBezTo>
                  <a:close/>
                  <a:moveTo>
                    <a:pt x="7630" y="420"/>
                  </a:moveTo>
                  <a:cubicBezTo>
                    <a:pt x="7630" y="447"/>
                    <a:pt x="7607" y="470"/>
                    <a:pt x="7580" y="470"/>
                  </a:cubicBezTo>
                  <a:cubicBezTo>
                    <a:pt x="7552" y="470"/>
                    <a:pt x="7530" y="447"/>
                    <a:pt x="7530" y="420"/>
                  </a:cubicBezTo>
                  <a:cubicBezTo>
                    <a:pt x="7530" y="392"/>
                    <a:pt x="7552" y="370"/>
                    <a:pt x="7580" y="370"/>
                  </a:cubicBezTo>
                  <a:cubicBezTo>
                    <a:pt x="7607" y="370"/>
                    <a:pt x="7630" y="392"/>
                    <a:pt x="7630" y="420"/>
                  </a:cubicBezTo>
                  <a:close/>
                  <a:moveTo>
                    <a:pt x="6650" y="580"/>
                  </a:moveTo>
                  <a:cubicBezTo>
                    <a:pt x="6650" y="607"/>
                    <a:pt x="6627" y="630"/>
                    <a:pt x="6600" y="630"/>
                  </a:cubicBezTo>
                  <a:cubicBezTo>
                    <a:pt x="6572" y="630"/>
                    <a:pt x="6550" y="607"/>
                    <a:pt x="6550" y="580"/>
                  </a:cubicBezTo>
                  <a:cubicBezTo>
                    <a:pt x="6550" y="552"/>
                    <a:pt x="6572" y="530"/>
                    <a:pt x="6600" y="530"/>
                  </a:cubicBezTo>
                  <a:cubicBezTo>
                    <a:pt x="6627" y="530"/>
                    <a:pt x="6650" y="552"/>
                    <a:pt x="6650" y="580"/>
                  </a:cubicBezTo>
                  <a:close/>
                  <a:moveTo>
                    <a:pt x="330" y="1430"/>
                  </a:moveTo>
                  <a:cubicBezTo>
                    <a:pt x="330" y="1457"/>
                    <a:pt x="307" y="1480"/>
                    <a:pt x="280" y="1480"/>
                  </a:cubicBezTo>
                  <a:cubicBezTo>
                    <a:pt x="252" y="1480"/>
                    <a:pt x="230" y="1457"/>
                    <a:pt x="230" y="1430"/>
                  </a:cubicBezTo>
                  <a:cubicBezTo>
                    <a:pt x="230" y="1402"/>
                    <a:pt x="252" y="1380"/>
                    <a:pt x="280" y="1380"/>
                  </a:cubicBezTo>
                  <a:cubicBezTo>
                    <a:pt x="307" y="1380"/>
                    <a:pt x="330" y="1402"/>
                    <a:pt x="330" y="1430"/>
                  </a:cubicBezTo>
                  <a:close/>
                  <a:moveTo>
                    <a:pt x="2570" y="1300"/>
                  </a:moveTo>
                  <a:cubicBezTo>
                    <a:pt x="2570" y="1327"/>
                    <a:pt x="2547" y="1350"/>
                    <a:pt x="2520" y="1350"/>
                  </a:cubicBezTo>
                  <a:cubicBezTo>
                    <a:pt x="2492" y="1350"/>
                    <a:pt x="2470" y="1327"/>
                    <a:pt x="2470" y="1300"/>
                  </a:cubicBezTo>
                  <a:cubicBezTo>
                    <a:pt x="2470" y="1272"/>
                    <a:pt x="2492" y="1250"/>
                    <a:pt x="2520" y="1250"/>
                  </a:cubicBezTo>
                  <a:cubicBezTo>
                    <a:pt x="2547" y="1250"/>
                    <a:pt x="2570" y="1272"/>
                    <a:pt x="2570" y="1300"/>
                  </a:cubicBezTo>
                  <a:close/>
                  <a:moveTo>
                    <a:pt x="4560" y="830"/>
                  </a:moveTo>
                  <a:cubicBezTo>
                    <a:pt x="4560" y="857"/>
                    <a:pt x="4537" y="880"/>
                    <a:pt x="4510" y="880"/>
                  </a:cubicBezTo>
                  <a:cubicBezTo>
                    <a:pt x="4482" y="880"/>
                    <a:pt x="4460" y="857"/>
                    <a:pt x="4460" y="830"/>
                  </a:cubicBezTo>
                  <a:cubicBezTo>
                    <a:pt x="4460" y="802"/>
                    <a:pt x="4482" y="780"/>
                    <a:pt x="4510" y="780"/>
                  </a:cubicBezTo>
                  <a:cubicBezTo>
                    <a:pt x="4537" y="780"/>
                    <a:pt x="4560" y="802"/>
                    <a:pt x="4560" y="830"/>
                  </a:cubicBezTo>
                  <a:close/>
                  <a:moveTo>
                    <a:pt x="6960" y="1100"/>
                  </a:moveTo>
                  <a:cubicBezTo>
                    <a:pt x="6960" y="1127"/>
                    <a:pt x="6937" y="1150"/>
                    <a:pt x="6910" y="1150"/>
                  </a:cubicBezTo>
                  <a:cubicBezTo>
                    <a:pt x="6882" y="1150"/>
                    <a:pt x="6860" y="1127"/>
                    <a:pt x="6860" y="1100"/>
                  </a:cubicBezTo>
                  <a:cubicBezTo>
                    <a:pt x="6860" y="1072"/>
                    <a:pt x="6882" y="1050"/>
                    <a:pt x="6910" y="1050"/>
                  </a:cubicBezTo>
                  <a:cubicBezTo>
                    <a:pt x="6937" y="1050"/>
                    <a:pt x="6960" y="1072"/>
                    <a:pt x="6960" y="1100"/>
                  </a:cubicBezTo>
                  <a:close/>
                  <a:moveTo>
                    <a:pt x="2440" y="1510"/>
                  </a:moveTo>
                  <a:cubicBezTo>
                    <a:pt x="2440" y="1537"/>
                    <a:pt x="2417" y="1560"/>
                    <a:pt x="2390" y="1560"/>
                  </a:cubicBezTo>
                  <a:cubicBezTo>
                    <a:pt x="2362" y="1560"/>
                    <a:pt x="2340" y="1537"/>
                    <a:pt x="2340" y="1510"/>
                  </a:cubicBezTo>
                  <a:cubicBezTo>
                    <a:pt x="2340" y="1482"/>
                    <a:pt x="2362" y="1460"/>
                    <a:pt x="2390" y="1460"/>
                  </a:cubicBezTo>
                  <a:cubicBezTo>
                    <a:pt x="2417" y="1460"/>
                    <a:pt x="2440" y="1482"/>
                    <a:pt x="2440" y="1510"/>
                  </a:cubicBezTo>
                  <a:close/>
                  <a:moveTo>
                    <a:pt x="240" y="260"/>
                  </a:moveTo>
                  <a:cubicBezTo>
                    <a:pt x="240" y="287"/>
                    <a:pt x="217" y="310"/>
                    <a:pt x="190" y="310"/>
                  </a:cubicBezTo>
                  <a:cubicBezTo>
                    <a:pt x="162" y="310"/>
                    <a:pt x="140" y="287"/>
                    <a:pt x="140" y="260"/>
                  </a:cubicBezTo>
                  <a:cubicBezTo>
                    <a:pt x="140" y="232"/>
                    <a:pt x="162" y="210"/>
                    <a:pt x="190" y="210"/>
                  </a:cubicBezTo>
                  <a:cubicBezTo>
                    <a:pt x="217" y="210"/>
                    <a:pt x="240" y="232"/>
                    <a:pt x="240" y="260"/>
                  </a:cubicBezTo>
                  <a:close/>
                  <a:moveTo>
                    <a:pt x="4740" y="1030"/>
                  </a:moveTo>
                  <a:cubicBezTo>
                    <a:pt x="4740" y="1057"/>
                    <a:pt x="4717" y="1080"/>
                    <a:pt x="4690" y="1080"/>
                  </a:cubicBezTo>
                  <a:cubicBezTo>
                    <a:pt x="4662" y="1080"/>
                    <a:pt x="4640" y="1057"/>
                    <a:pt x="4640" y="1030"/>
                  </a:cubicBezTo>
                  <a:cubicBezTo>
                    <a:pt x="4640" y="1002"/>
                    <a:pt x="4662" y="980"/>
                    <a:pt x="4690" y="980"/>
                  </a:cubicBezTo>
                  <a:cubicBezTo>
                    <a:pt x="4717" y="980"/>
                    <a:pt x="4740" y="1002"/>
                    <a:pt x="4740" y="103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Bacterias"/>
          <p:cNvSpPr/>
          <p:nvPr/>
        </p:nvSpPr>
        <p:spPr>
          <a:xfrm>
            <a:off x="5004145" y="2751064"/>
            <a:ext cx="3460272" cy="614568"/>
          </a:xfrm>
          <a:custGeom>
            <a:avLst/>
            <a:gdLst/>
            <a:ahLst/>
            <a:cxnLst/>
            <a:rect l="0" t="0" r="r" b="b"/>
            <a:pathLst>
              <a:path w="9010" h="1430" fill="none">
                <a:moveTo>
                  <a:pt x="1450" y="770"/>
                </a:moveTo>
                <a:lnTo>
                  <a:pt x="1610" y="830"/>
                </a:lnTo>
              </a:path>
              <a:path w="9010" h="1430" fill="none">
                <a:moveTo>
                  <a:pt x="1320" y="1150"/>
                </a:moveTo>
                <a:lnTo>
                  <a:pt x="1480" y="1210"/>
                </a:lnTo>
              </a:path>
              <a:path w="9010" h="1430" fill="none">
                <a:moveTo>
                  <a:pt x="4080" y="0"/>
                </a:moveTo>
                <a:lnTo>
                  <a:pt x="4240" y="60"/>
                </a:lnTo>
              </a:path>
              <a:path w="9010" h="1430" fill="none">
                <a:moveTo>
                  <a:pt x="6610" y="90"/>
                </a:moveTo>
                <a:lnTo>
                  <a:pt x="6770" y="150"/>
                </a:lnTo>
              </a:path>
              <a:path w="9010" h="1430" fill="none">
                <a:moveTo>
                  <a:pt x="7590" y="1320"/>
                </a:moveTo>
                <a:lnTo>
                  <a:pt x="7750" y="1380"/>
                </a:lnTo>
              </a:path>
              <a:path w="9010" h="1430" fill="none">
                <a:moveTo>
                  <a:pt x="5630" y="700"/>
                </a:moveTo>
                <a:lnTo>
                  <a:pt x="5790" y="760"/>
                </a:lnTo>
              </a:path>
              <a:path w="9010" h="1430" fill="none">
                <a:moveTo>
                  <a:pt x="3250" y="790"/>
                </a:moveTo>
                <a:lnTo>
                  <a:pt x="3410" y="850"/>
                </a:lnTo>
              </a:path>
              <a:path w="9010" h="1430" fill="none">
                <a:moveTo>
                  <a:pt x="5850" y="1170"/>
                </a:moveTo>
                <a:lnTo>
                  <a:pt x="6010" y="1230"/>
                </a:lnTo>
              </a:path>
              <a:path w="9010" h="1430" fill="none">
                <a:moveTo>
                  <a:pt x="5700" y="1060"/>
                </a:moveTo>
                <a:lnTo>
                  <a:pt x="5860" y="1120"/>
                </a:lnTo>
              </a:path>
              <a:path w="9010" h="1430" fill="none">
                <a:moveTo>
                  <a:pt x="470" y="130"/>
                </a:moveTo>
                <a:lnTo>
                  <a:pt x="630" y="190"/>
                </a:lnTo>
              </a:path>
              <a:path w="9010" h="1430" fill="none">
                <a:moveTo>
                  <a:pt x="2530" y="1110"/>
                </a:moveTo>
                <a:lnTo>
                  <a:pt x="2690" y="1170"/>
                </a:lnTo>
              </a:path>
              <a:path w="9010" h="1430" fill="none">
                <a:moveTo>
                  <a:pt x="6900" y="60"/>
                </a:moveTo>
                <a:lnTo>
                  <a:pt x="7060" y="120"/>
                </a:lnTo>
              </a:path>
              <a:path w="9010" h="1430" fill="none">
                <a:moveTo>
                  <a:pt x="390" y="690"/>
                </a:moveTo>
                <a:lnTo>
                  <a:pt x="550" y="750"/>
                </a:lnTo>
              </a:path>
              <a:path w="9010" h="1430" fill="none">
                <a:moveTo>
                  <a:pt x="6390" y="1370"/>
                </a:moveTo>
                <a:lnTo>
                  <a:pt x="6550" y="1430"/>
                </a:lnTo>
              </a:path>
              <a:path w="9010" h="1430" fill="none">
                <a:moveTo>
                  <a:pt x="6740" y="1040"/>
                </a:moveTo>
                <a:lnTo>
                  <a:pt x="6900" y="1100"/>
                </a:lnTo>
              </a:path>
              <a:path w="9010" h="1430" fill="none">
                <a:moveTo>
                  <a:pt x="2680" y="880"/>
                </a:moveTo>
                <a:lnTo>
                  <a:pt x="2840" y="940"/>
                </a:lnTo>
              </a:path>
              <a:path w="9010" h="1430" fill="none">
                <a:moveTo>
                  <a:pt x="8850" y="780"/>
                </a:moveTo>
                <a:lnTo>
                  <a:pt x="9010" y="840"/>
                </a:lnTo>
              </a:path>
              <a:path w="9010" h="1430" fill="none">
                <a:moveTo>
                  <a:pt x="0" y="1080"/>
                </a:moveTo>
                <a:lnTo>
                  <a:pt x="160" y="1140"/>
                </a:lnTo>
              </a:path>
              <a:path w="9010" h="1430" fill="none">
                <a:moveTo>
                  <a:pt x="3400" y="330"/>
                </a:moveTo>
                <a:lnTo>
                  <a:pt x="3560" y="390"/>
                </a:lnTo>
              </a:path>
              <a:path w="9010" h="1430" fill="none">
                <a:moveTo>
                  <a:pt x="6020" y="190"/>
                </a:moveTo>
                <a:lnTo>
                  <a:pt x="6180" y="25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sp>
        <p:nvSpPr>
          <p:cNvPr id="73" name="!!Tabiques_2"/>
          <p:cNvSpPr/>
          <p:nvPr/>
        </p:nvSpPr>
        <p:spPr>
          <a:xfrm>
            <a:off x="5453482" y="2665110"/>
            <a:ext cx="2880360" cy="803666"/>
          </a:xfrm>
          <a:custGeom>
            <a:avLst/>
            <a:gdLst/>
            <a:ahLst/>
            <a:cxnLst/>
            <a:rect l="0" t="0" r="r" b="b"/>
            <a:pathLst>
              <a:path w="7500" h="1870" fill="none">
                <a:moveTo>
                  <a:pt x="100" y="0"/>
                </a:moveTo>
                <a:lnTo>
                  <a:pt x="500" y="935"/>
                </a:lnTo>
                <a:lnTo>
                  <a:pt x="0" y="1870"/>
                </a:lnTo>
              </a:path>
              <a:path w="7500" h="1870" fill="none">
                <a:moveTo>
                  <a:pt x="2600" y="0"/>
                </a:moveTo>
                <a:lnTo>
                  <a:pt x="3000" y="935"/>
                </a:lnTo>
                <a:lnTo>
                  <a:pt x="2500" y="1870"/>
                </a:lnTo>
              </a:path>
              <a:path w="7500" h="1870" fill="none">
                <a:moveTo>
                  <a:pt x="5200" y="0"/>
                </a:moveTo>
                <a:lnTo>
                  <a:pt x="5600" y="935"/>
                </a:lnTo>
                <a:lnTo>
                  <a:pt x="5100" y="1870"/>
                </a:lnTo>
              </a:path>
              <a:path w="7500" h="1870" fill="none">
                <a:moveTo>
                  <a:pt x="7100" y="0"/>
                </a:moveTo>
                <a:lnTo>
                  <a:pt x="7500" y="935"/>
                </a:lnTo>
                <a:lnTo>
                  <a:pt x="7000" y="1870"/>
                </a:lnTo>
              </a:path>
            </a:pathLst>
          </a:custGeom>
          <a:noFill/>
          <a:ln w="63500" cap="rnd">
            <a:solidFill>
              <a:srgbClr val="F8F1D0"/>
            </a:solidFill>
            <a:round/>
          </a:ln>
        </p:spPr>
      </p:sp>
      <p:grpSp>
        <p:nvGrpSpPr>
          <p:cNvPr id="74" name="!!PleuraVisceral"/>
          <p:cNvGrpSpPr/>
          <p:nvPr/>
        </p:nvGrpSpPr>
        <p:grpSpPr>
          <a:xfrm>
            <a:off x="4570171" y="3464479"/>
            <a:ext cx="4301338" cy="227777"/>
            <a:chOff x="4570171" y="3464479"/>
            <a:chExt cx="4301338" cy="227777"/>
          </a:xfrm>
        </p:grpSpPr>
        <p:sp>
          <p:nvSpPr>
            <p:cNvPr id="75" name="Forma 74"/>
            <p:cNvSpPr/>
            <p:nvPr/>
          </p:nvSpPr>
          <p:spPr>
            <a:xfrm>
              <a:off x="4570171" y="3468776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604736" y="3464479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4677705" y="3485967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8" name="!!CapilarPulmonar"/>
          <p:cNvSpPr/>
          <p:nvPr/>
        </p:nvSpPr>
        <p:spPr>
          <a:xfrm>
            <a:off x="4570171" y="3589111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9" name="!!Alveolos"/>
          <p:cNvGrpSpPr/>
          <p:nvPr/>
        </p:nvGrpSpPr>
        <p:grpSpPr>
          <a:xfrm>
            <a:off x="4570171" y="3726637"/>
            <a:ext cx="4335902" cy="1439723"/>
            <a:chOff x="4570171" y="3726637"/>
            <a:chExt cx="4335902" cy="1439723"/>
          </a:xfrm>
        </p:grpSpPr>
        <p:sp>
          <p:nvSpPr>
            <p:cNvPr id="80" name="Forma 79"/>
            <p:cNvSpPr/>
            <p:nvPr/>
          </p:nvSpPr>
          <p:spPr>
            <a:xfrm>
              <a:off x="4570171" y="3726637"/>
              <a:ext cx="4301338" cy="143972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4719950" y="3773912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3" name="Forma 82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4" name="Forma 83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5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Toracocentesis: aspecto, pH, glucosa, LDH, PMN, Gram y cultivo.</a:t>
            </a:r>
            <a:endParaRPr lang="es-AR" sz="1900" dirty="0">
              <a:latin typeface="Mali"/>
            </a:endParaRPr>
          </a:p>
        </p:txBody>
      </p:sp>
      <p:grpSp>
        <p:nvGrpSpPr>
          <p:cNvPr id="86" name="Recuadro Diagnóstic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7" name="Forma 86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 criterios en la diapositiva siguiente.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90" name="Forma 89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577" y="676"/>
                  </a:moveTo>
                  <a:cubicBezTo>
                    <a:pt x="577" y="695"/>
                    <a:pt x="561" y="711"/>
                    <a:pt x="542" y="711"/>
                  </a:cubicBezTo>
                  <a:cubicBezTo>
                    <a:pt x="522" y="711"/>
                    <a:pt x="507" y="695"/>
                    <a:pt x="507" y="676"/>
                  </a:cubicBezTo>
                  <a:cubicBezTo>
                    <a:pt x="507" y="656"/>
                    <a:pt x="522" y="641"/>
                    <a:pt x="542" y="641"/>
                  </a:cubicBezTo>
                  <a:cubicBezTo>
                    <a:pt x="561" y="641"/>
                    <a:pt x="577" y="656"/>
                    <a:pt x="577" y="676"/>
                  </a:cubicBezTo>
                  <a:close/>
                  <a:moveTo>
                    <a:pt x="409" y="251"/>
                  </a:moveTo>
                  <a:cubicBezTo>
                    <a:pt x="409" y="270"/>
                    <a:pt x="392" y="287"/>
                    <a:pt x="373" y="287"/>
                  </a:cubicBezTo>
                  <a:cubicBezTo>
                    <a:pt x="353" y="287"/>
                    <a:pt x="337" y="270"/>
                    <a:pt x="337" y="251"/>
                  </a:cubicBezTo>
                  <a:cubicBezTo>
                    <a:pt x="337" y="231"/>
                    <a:pt x="353" y="215"/>
                    <a:pt x="373" y="215"/>
                  </a:cubicBezTo>
                  <a:cubicBezTo>
                    <a:pt x="392" y="215"/>
                    <a:pt x="409" y="231"/>
                    <a:pt x="409" y="251"/>
                  </a:cubicBezTo>
                  <a:close/>
                  <a:moveTo>
                    <a:pt x="374" y="766"/>
                  </a:moveTo>
                  <a:cubicBezTo>
                    <a:pt x="374" y="794"/>
                    <a:pt x="351" y="817"/>
                    <a:pt x="323" y="817"/>
                  </a:cubicBezTo>
                  <a:cubicBezTo>
                    <a:pt x="294" y="817"/>
                    <a:pt x="272" y="794"/>
                    <a:pt x="272" y="766"/>
                  </a:cubicBezTo>
                  <a:cubicBezTo>
                    <a:pt x="272" y="737"/>
                    <a:pt x="294" y="715"/>
                    <a:pt x="323" y="715"/>
                  </a:cubicBezTo>
                  <a:cubicBezTo>
                    <a:pt x="351" y="715"/>
                    <a:pt x="374" y="737"/>
                    <a:pt x="374" y="766"/>
                  </a:cubicBezTo>
                  <a:close/>
                  <a:moveTo>
                    <a:pt x="297" y="802"/>
                  </a:moveTo>
                  <a:cubicBezTo>
                    <a:pt x="297" y="831"/>
                    <a:pt x="272" y="856"/>
                    <a:pt x="243" y="856"/>
                  </a:cubicBezTo>
                  <a:cubicBezTo>
                    <a:pt x="213" y="856"/>
                    <a:pt x="189" y="831"/>
                    <a:pt x="189" y="802"/>
                  </a:cubicBezTo>
                  <a:cubicBezTo>
                    <a:pt x="189" y="772"/>
                    <a:pt x="213" y="748"/>
                    <a:pt x="243" y="748"/>
                  </a:cubicBezTo>
                  <a:cubicBezTo>
                    <a:pt x="272" y="748"/>
                    <a:pt x="297" y="772"/>
                    <a:pt x="297" y="802"/>
                  </a:cubicBezTo>
                  <a:close/>
                  <a:moveTo>
                    <a:pt x="356" y="905"/>
                  </a:moveTo>
                  <a:cubicBezTo>
                    <a:pt x="356" y="933"/>
                    <a:pt x="332" y="957"/>
                    <a:pt x="304" y="957"/>
                  </a:cubicBezTo>
                  <a:cubicBezTo>
                    <a:pt x="275" y="957"/>
                    <a:pt x="252" y="933"/>
                    <a:pt x="252" y="905"/>
                  </a:cubicBezTo>
                  <a:cubicBezTo>
                    <a:pt x="252" y="876"/>
                    <a:pt x="275" y="853"/>
                    <a:pt x="304" y="853"/>
                  </a:cubicBezTo>
                  <a:cubicBezTo>
                    <a:pt x="332" y="853"/>
                    <a:pt x="356" y="876"/>
                    <a:pt x="356" y="905"/>
                  </a:cubicBezTo>
                  <a:close/>
                  <a:moveTo>
                    <a:pt x="499" y="821"/>
                  </a:moveTo>
                  <a:cubicBezTo>
                    <a:pt x="499" y="853"/>
                    <a:pt x="472" y="880"/>
                    <a:pt x="440" y="880"/>
                  </a:cubicBezTo>
                  <a:cubicBezTo>
                    <a:pt x="407" y="880"/>
                    <a:pt x="381" y="853"/>
                    <a:pt x="381" y="821"/>
                  </a:cubicBezTo>
                  <a:cubicBezTo>
                    <a:pt x="381" y="788"/>
                    <a:pt x="407" y="762"/>
                    <a:pt x="440" y="762"/>
                  </a:cubicBezTo>
                  <a:cubicBezTo>
                    <a:pt x="472" y="762"/>
                    <a:pt x="499" y="788"/>
                    <a:pt x="499" y="821"/>
                  </a:cubicBezTo>
                  <a:close/>
                  <a:moveTo>
                    <a:pt x="207" y="531"/>
                  </a:moveTo>
                  <a:cubicBezTo>
                    <a:pt x="207" y="555"/>
                    <a:pt x="187" y="575"/>
                    <a:pt x="163" y="575"/>
                  </a:cubicBezTo>
                  <a:cubicBezTo>
                    <a:pt x="138" y="575"/>
                    <a:pt x="119" y="555"/>
                    <a:pt x="119" y="531"/>
                  </a:cubicBezTo>
                  <a:cubicBezTo>
                    <a:pt x="119" y="506"/>
                    <a:pt x="138" y="487"/>
                    <a:pt x="163" y="487"/>
                  </a:cubicBezTo>
                  <a:cubicBezTo>
                    <a:pt x="187" y="487"/>
                    <a:pt x="207" y="506"/>
                    <a:pt x="207" y="531"/>
                  </a:cubicBezTo>
                  <a:close/>
                  <a:moveTo>
                    <a:pt x="830" y="198"/>
                  </a:moveTo>
                  <a:cubicBezTo>
                    <a:pt x="830" y="214"/>
                    <a:pt x="816" y="228"/>
                    <a:pt x="800" y="228"/>
                  </a:cubicBezTo>
                  <a:cubicBezTo>
                    <a:pt x="783" y="228"/>
                    <a:pt x="770" y="214"/>
                    <a:pt x="770" y="198"/>
                  </a:cubicBezTo>
                  <a:cubicBezTo>
                    <a:pt x="770" y="181"/>
                    <a:pt x="783" y="168"/>
                    <a:pt x="800" y="168"/>
                  </a:cubicBezTo>
                  <a:cubicBezTo>
                    <a:pt x="816" y="168"/>
                    <a:pt x="830" y="181"/>
                    <a:pt x="830" y="198"/>
                  </a:cubicBezTo>
                  <a:close/>
                  <a:moveTo>
                    <a:pt x="739" y="252"/>
                  </a:moveTo>
                  <a:cubicBezTo>
                    <a:pt x="739" y="285"/>
                    <a:pt x="712" y="312"/>
                    <a:pt x="679" y="312"/>
                  </a:cubicBezTo>
                  <a:cubicBezTo>
                    <a:pt x="645" y="312"/>
                    <a:pt x="619" y="285"/>
                    <a:pt x="619" y="252"/>
                  </a:cubicBezTo>
                  <a:cubicBezTo>
                    <a:pt x="619" y="218"/>
                    <a:pt x="645" y="192"/>
                    <a:pt x="679" y="192"/>
                  </a:cubicBezTo>
                  <a:cubicBezTo>
                    <a:pt x="712" y="192"/>
                    <a:pt x="739" y="218"/>
                    <a:pt x="739" y="252"/>
                  </a:cubicBezTo>
                  <a:close/>
                  <a:moveTo>
                    <a:pt x="710" y="836"/>
                  </a:moveTo>
                  <a:cubicBezTo>
                    <a:pt x="710" y="867"/>
                    <a:pt x="684" y="893"/>
                    <a:pt x="653" y="893"/>
                  </a:cubicBezTo>
                  <a:cubicBezTo>
                    <a:pt x="621" y="893"/>
                    <a:pt x="596" y="867"/>
                    <a:pt x="596" y="836"/>
                  </a:cubicBezTo>
                  <a:cubicBezTo>
                    <a:pt x="596" y="804"/>
                    <a:pt x="621" y="779"/>
                    <a:pt x="653" y="779"/>
                  </a:cubicBezTo>
                  <a:cubicBezTo>
                    <a:pt x="684" y="779"/>
                    <a:pt x="710" y="804"/>
                    <a:pt x="710" y="836"/>
                  </a:cubicBezTo>
                  <a:close/>
                  <a:moveTo>
                    <a:pt x="643" y="778"/>
                  </a:moveTo>
                  <a:cubicBezTo>
                    <a:pt x="643" y="799"/>
                    <a:pt x="625" y="817"/>
                    <a:pt x="604" y="817"/>
                  </a:cubicBezTo>
                  <a:cubicBezTo>
                    <a:pt x="582" y="817"/>
                    <a:pt x="565" y="799"/>
                    <a:pt x="565" y="778"/>
                  </a:cubicBezTo>
                  <a:cubicBezTo>
                    <a:pt x="565" y="756"/>
                    <a:pt x="582" y="739"/>
                    <a:pt x="604" y="739"/>
                  </a:cubicBezTo>
                  <a:cubicBezTo>
                    <a:pt x="625" y="739"/>
                    <a:pt x="643" y="756"/>
                    <a:pt x="643" y="778"/>
                  </a:cubicBezTo>
                  <a:close/>
                  <a:moveTo>
                    <a:pt x="712" y="167"/>
                  </a:moveTo>
                  <a:cubicBezTo>
                    <a:pt x="712" y="195"/>
                    <a:pt x="689" y="218"/>
                    <a:pt x="661" y="218"/>
                  </a:cubicBezTo>
                  <a:cubicBezTo>
                    <a:pt x="632" y="218"/>
                    <a:pt x="610" y="195"/>
                    <a:pt x="610" y="167"/>
                  </a:cubicBezTo>
                  <a:cubicBezTo>
                    <a:pt x="610" y="138"/>
                    <a:pt x="632" y="116"/>
                    <a:pt x="661" y="116"/>
                  </a:cubicBezTo>
                  <a:cubicBezTo>
                    <a:pt x="689" y="116"/>
                    <a:pt x="712" y="138"/>
                    <a:pt x="712" y="167"/>
                  </a:cubicBezTo>
                  <a:close/>
                  <a:moveTo>
                    <a:pt x="445" y="706"/>
                  </a:moveTo>
                  <a:cubicBezTo>
                    <a:pt x="445" y="725"/>
                    <a:pt x="429" y="741"/>
                    <a:pt x="410" y="741"/>
                  </a:cubicBezTo>
                  <a:cubicBezTo>
                    <a:pt x="390" y="741"/>
                    <a:pt x="375" y="725"/>
                    <a:pt x="375" y="706"/>
                  </a:cubicBezTo>
                  <a:cubicBezTo>
                    <a:pt x="375" y="686"/>
                    <a:pt x="390" y="671"/>
                    <a:pt x="410" y="671"/>
                  </a:cubicBezTo>
                  <a:cubicBezTo>
                    <a:pt x="429" y="671"/>
                    <a:pt x="445" y="686"/>
                    <a:pt x="445" y="706"/>
                  </a:cubicBezTo>
                  <a:close/>
                  <a:moveTo>
                    <a:pt x="907" y="414"/>
                  </a:moveTo>
                  <a:cubicBezTo>
                    <a:pt x="907" y="447"/>
                    <a:pt x="880" y="474"/>
                    <a:pt x="847" y="474"/>
                  </a:cubicBezTo>
                  <a:cubicBezTo>
                    <a:pt x="813" y="474"/>
                    <a:pt x="787" y="447"/>
                    <a:pt x="787" y="414"/>
                  </a:cubicBezTo>
                  <a:cubicBezTo>
                    <a:pt x="787" y="380"/>
                    <a:pt x="813" y="354"/>
                    <a:pt x="847" y="354"/>
                  </a:cubicBezTo>
                  <a:cubicBezTo>
                    <a:pt x="880" y="354"/>
                    <a:pt x="907" y="380"/>
                    <a:pt x="907" y="414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11382" y="91440"/>
            <a:ext cx="53157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EVALUACIÓN DIAGNÓSTICA</a:t>
            </a:r>
            <a:endParaRPr lang="es-AR" sz="2400" dirty="0">
              <a:latin typeface="Mali"/>
            </a:endParaRPr>
          </a:p>
        </p:txBody>
      </p:sp>
      <p:sp>
        <p:nvSpPr>
          <p:cNvPr id="8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9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8503920" cy="584552"/>
            <a:chOff x="365760" y="914400"/>
            <a:chExt cx="8503920" cy="584552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1671711" cy="58455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endParaRPr lang="es-AR" sz="14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037471" y="914400"/>
              <a:ext cx="2180492" cy="584552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COMPLICADO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4217963" y="914400"/>
              <a:ext cx="2180492" cy="584552"/>
            </a:xfrm>
            <a:prstGeom prst="rect">
              <a:avLst/>
            </a:prstGeom>
            <a:solidFill>
              <a:srgbClr val="F79646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COMPLICADO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6398455" y="914400"/>
              <a:ext cx="2471225" cy="584552"/>
            </a:xfrm>
            <a:prstGeom prst="rect">
              <a:avLst/>
            </a:prstGeom>
            <a:solidFill>
              <a:srgbClr val="E2C85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EMPIEMA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9" name="Tabla fila 1"/>
          <p:cNvGrpSpPr/>
          <p:nvPr/>
        </p:nvGrpSpPr>
        <p:grpSpPr>
          <a:xfrm>
            <a:off x="365760" y="1498952"/>
            <a:ext cx="8503920" cy="725941"/>
            <a:chOff x="365760" y="1498952"/>
            <a:chExt cx="8503920" cy="725941"/>
          </a:xfrm>
        </p:grpSpPr>
        <p:sp>
          <p:nvSpPr>
            <p:cNvPr id="10" name="Forma 9"/>
            <p:cNvSpPr/>
            <p:nvPr/>
          </p:nvSpPr>
          <p:spPr>
            <a:xfrm>
              <a:off x="365760" y="1498952"/>
              <a:ext cx="1671711" cy="72594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Concepto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2037471" y="1498952"/>
              <a:ext cx="2180492" cy="72594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estéril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4217963" y="1498952"/>
              <a:ext cx="2180492" cy="72594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infectado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(bacterias)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6398455" y="1498952"/>
              <a:ext cx="2471225" cy="72594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el espacio pleural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4" name="Tabla fila 2"/>
          <p:cNvGrpSpPr/>
          <p:nvPr/>
        </p:nvGrpSpPr>
        <p:grpSpPr>
          <a:xfrm>
            <a:off x="365760" y="2224892"/>
            <a:ext cx="8503920" cy="725941"/>
            <a:chOff x="365760" y="2224892"/>
            <a:chExt cx="8503920" cy="725941"/>
          </a:xfrm>
        </p:grpSpPr>
        <p:sp>
          <p:nvSpPr>
            <p:cNvPr id="15" name="Forma 14"/>
            <p:cNvSpPr/>
            <p:nvPr/>
          </p:nvSpPr>
          <p:spPr>
            <a:xfrm>
              <a:off x="365760" y="2224892"/>
              <a:ext cx="1671711" cy="72594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/ cultivo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2037471" y="2224892"/>
              <a:ext cx="2180492" cy="72594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Negativos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4217963" y="2224892"/>
              <a:ext cx="2180492" cy="72594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(formulación 2)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398455" y="2224892"/>
              <a:ext cx="2471225" cy="72594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Frecuentemente positivos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9" name="Tabla fila 3"/>
          <p:cNvGrpSpPr/>
          <p:nvPr/>
        </p:nvGrpSpPr>
        <p:grpSpPr>
          <a:xfrm>
            <a:off x="365760" y="2950833"/>
            <a:ext cx="8503920" cy="584552"/>
            <a:chOff x="365760" y="2950833"/>
            <a:chExt cx="8503920" cy="584552"/>
          </a:xfrm>
        </p:grpSpPr>
        <p:sp>
          <p:nvSpPr>
            <p:cNvPr id="20" name="Forma 19"/>
            <p:cNvSpPr/>
            <p:nvPr/>
          </p:nvSpPr>
          <p:spPr>
            <a:xfrm>
              <a:off x="365760" y="2950833"/>
              <a:ext cx="1671711" cy="58455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2037471" y="2950833"/>
              <a:ext cx="2180492" cy="58455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7,20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4217963" y="2950833"/>
              <a:ext cx="2180492" cy="58455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7,2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398455" y="2950833"/>
              <a:ext cx="2471225" cy="58455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7,20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4" name="Tabla fila 4"/>
          <p:cNvGrpSpPr/>
          <p:nvPr/>
        </p:nvGrpSpPr>
        <p:grpSpPr>
          <a:xfrm>
            <a:off x="365760" y="3535385"/>
            <a:ext cx="8503920" cy="584552"/>
            <a:chOff x="365760" y="3535385"/>
            <a:chExt cx="8503920" cy="584552"/>
          </a:xfrm>
        </p:grpSpPr>
        <p:sp>
          <p:nvSpPr>
            <p:cNvPr id="25" name="Forma 24"/>
            <p:cNvSpPr/>
            <p:nvPr/>
          </p:nvSpPr>
          <p:spPr>
            <a:xfrm>
              <a:off x="365760" y="3535385"/>
              <a:ext cx="1671711" cy="58455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037471" y="3535385"/>
              <a:ext cx="2180492" cy="58455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4217963" y="3535385"/>
              <a:ext cx="2180492" cy="58455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60 mg/dl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398455" y="3535385"/>
              <a:ext cx="2471225" cy="58455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40 mg/dl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(formulación 1)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9" name="Tabla fila 5"/>
          <p:cNvGrpSpPr/>
          <p:nvPr/>
        </p:nvGrpSpPr>
        <p:grpSpPr>
          <a:xfrm>
            <a:off x="365760" y="4119936"/>
            <a:ext cx="8503920" cy="924651"/>
            <a:chOff x="365760" y="4119936"/>
            <a:chExt cx="8503920" cy="924651"/>
          </a:xfrm>
        </p:grpSpPr>
        <p:sp>
          <p:nvSpPr>
            <p:cNvPr id="30" name="Forma 29"/>
            <p:cNvSpPr/>
            <p:nvPr/>
          </p:nvSpPr>
          <p:spPr>
            <a:xfrm>
              <a:off x="365760" y="4119936"/>
              <a:ext cx="1671711" cy="92465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· PMN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2037471" y="4119936"/>
              <a:ext cx="2180492" cy="9246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&lt; 1000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2" name="Forma 31"/>
            <p:cNvSpPr/>
            <p:nvPr/>
          </p:nvSpPr>
          <p:spPr>
            <a:xfrm>
              <a:off x="4217963" y="4119936"/>
              <a:ext cx="2180492" cy="9246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6398455" y="4119936"/>
              <a:ext cx="2471225" cy="9246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&gt; 1000 · PMN &gt; 50.000/mm</a:t>
              </a:r>
              <a:r>
                <a:rPr lang="es-AR" sz="1350" baseline="30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(formulación 1)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34" name="Tabla fila 6"/>
          <p:cNvGrpSpPr/>
          <p:nvPr/>
        </p:nvGrpSpPr>
        <p:grpSpPr>
          <a:xfrm>
            <a:off x="365760" y="5044588"/>
            <a:ext cx="8503920" cy="584552"/>
            <a:chOff x="365760" y="5044588"/>
            <a:chExt cx="8503920" cy="584552"/>
          </a:xfrm>
        </p:grpSpPr>
        <p:sp>
          <p:nvSpPr>
            <p:cNvPr id="35" name="Forma 34"/>
            <p:cNvSpPr/>
            <p:nvPr/>
          </p:nvSpPr>
          <p:spPr>
            <a:xfrm>
              <a:off x="365760" y="5044588"/>
              <a:ext cx="1671711" cy="58455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6" name="Forma 35"/>
            <p:cNvSpPr/>
            <p:nvPr/>
          </p:nvSpPr>
          <p:spPr>
            <a:xfrm>
              <a:off x="2037471" y="5044588"/>
              <a:ext cx="2180492" cy="58455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 / turbio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7" name="Forma 36"/>
            <p:cNvSpPr/>
            <p:nvPr/>
          </p:nvSpPr>
          <p:spPr>
            <a:xfrm>
              <a:off x="4217963" y="5044588"/>
              <a:ext cx="2180492" cy="58455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8" name="Forma 37"/>
            <p:cNvSpPr/>
            <p:nvPr/>
          </p:nvSpPr>
          <p:spPr>
            <a:xfrm>
              <a:off x="6398455" y="5044588"/>
              <a:ext cx="2471225" cy="58455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39" name="Tabla fila 7"/>
          <p:cNvGrpSpPr/>
          <p:nvPr/>
        </p:nvGrpSpPr>
        <p:grpSpPr>
          <a:xfrm>
            <a:off x="365760" y="5629139"/>
            <a:ext cx="8503920" cy="725941"/>
            <a:chOff x="365760" y="5629139"/>
            <a:chExt cx="8503920" cy="725941"/>
          </a:xfrm>
        </p:grpSpPr>
        <p:sp>
          <p:nvSpPr>
            <p:cNvPr id="40" name="Forma 39"/>
            <p:cNvSpPr/>
            <p:nvPr/>
          </p:nvSpPr>
          <p:spPr>
            <a:xfrm>
              <a:off x="365760" y="5629139"/>
              <a:ext cx="1671711" cy="72594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Resolución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41" name="Forma 40"/>
            <p:cNvSpPr/>
            <p:nvPr/>
          </p:nvSpPr>
          <p:spPr>
            <a:xfrm>
              <a:off x="2037471" y="5629139"/>
              <a:ext cx="2180492" cy="72594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Espontánea con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4217963" y="5629139"/>
              <a:ext cx="2180492" cy="72594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Requiere drenaje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398455" y="5629139"/>
              <a:ext cx="2471225" cy="72594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Drenaje obligatorio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antibióticos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44" name="Revisión empiema"/>
          <p:cNvSpPr/>
          <p:nvPr/>
        </p:nvSpPr>
        <p:spPr>
          <a:xfrm>
            <a:off x="9098280" y="914400"/>
            <a:ext cx="2788920" cy="28346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Los criterios de empiema como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suma obligatoria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la equiparación «complicado» = «empiema» están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45" name="Drenar antes"/>
          <p:cNvSpPr/>
          <p:nvPr/>
        </p:nvSpPr>
        <p:spPr>
          <a:xfrm>
            <a:off x="9098280" y="3931920"/>
            <a:ext cx="2788920" cy="24231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esperar a que sea pus evidente: el complicado se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para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evitar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empiema.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9976" y="91440"/>
            <a:ext cx="803712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NO COMPLICADO, COMPLICADO Y EMPIEMA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89387" y="1069848"/>
            <a:ext cx="4690506" cy="482803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64131" y="1346454"/>
            <a:ext cx="1741018" cy="369646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1558" y="1472184"/>
            <a:ext cx="4506163" cy="4144061"/>
            <a:chOff x="581558" y="1472184"/>
            <a:chExt cx="4506163" cy="4144061"/>
          </a:xfrm>
        </p:grpSpPr>
        <p:sp>
          <p:nvSpPr>
            <p:cNvPr id="7" name="Forma 6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43690" y="2115352"/>
            <a:ext cx="673819" cy="322428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25307" y="1069848"/>
            <a:ext cx="1218665" cy="2157504"/>
            <a:chOff x="2225307" y="1069848"/>
            <a:chExt cx="1218665" cy="2157504"/>
          </a:xfrm>
        </p:grpSpPr>
        <p:sp>
          <p:nvSpPr>
            <p:cNvPr id="13" name="Forma 12"/>
            <p:cNvSpPr/>
            <p:nvPr/>
          </p:nvSpPr>
          <p:spPr>
            <a:xfrm>
              <a:off x="2225307" y="1069848"/>
              <a:ext cx="1218665" cy="215750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42468" y="1220724"/>
              <a:ext cx="184343" cy="110013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68314" y="3216760"/>
            <a:ext cx="1720535" cy="2073215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12365" y="1566303"/>
            <a:ext cx="1384429" cy="2276646"/>
            <a:chOff x="1112365" y="1566303"/>
            <a:chExt cx="1384429" cy="2276646"/>
          </a:xfrm>
        </p:grpSpPr>
        <p:sp>
          <p:nvSpPr>
            <p:cNvPr id="17" name="Forma 16"/>
            <p:cNvSpPr/>
            <p:nvPr/>
          </p:nvSpPr>
          <p:spPr>
            <a:xfrm>
              <a:off x="1112365" y="1566303"/>
              <a:ext cx="1384429" cy="2276646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08097" y="1789727"/>
              <a:ext cx="1088876" cy="1629790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46940" y="2557609"/>
              <a:ext cx="1172051" cy="953519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12365" y="1566303"/>
            <a:ext cx="1384429" cy="2276646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38869" y="1566303"/>
            <a:ext cx="1510890" cy="3773991"/>
            <a:chOff x="3238869" y="1566303"/>
            <a:chExt cx="1510890" cy="3773991"/>
          </a:xfrm>
        </p:grpSpPr>
        <p:sp>
          <p:nvSpPr>
            <p:cNvPr id="22" name="Forma 21"/>
            <p:cNvSpPr/>
            <p:nvPr/>
          </p:nvSpPr>
          <p:spPr>
            <a:xfrm>
              <a:off x="3238869" y="1566303"/>
              <a:ext cx="1510890" cy="377399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372307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387669" y="3232404"/>
              <a:ext cx="1295494" cy="142692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38869" y="1566303"/>
            <a:ext cx="1510890" cy="377399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32543" y="1948110"/>
            <a:ext cx="225227" cy="174012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578650" y="4738929"/>
            <a:ext cx="225241" cy="80977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58505" y="3520011"/>
            <a:ext cx="1361711" cy="1423718"/>
            <a:chOff x="2558505" y="3520011"/>
            <a:chExt cx="1361711" cy="1423718"/>
          </a:xfrm>
        </p:grpSpPr>
        <p:sp>
          <p:nvSpPr>
            <p:cNvPr id="31" name="Forma 30"/>
            <p:cNvSpPr/>
            <p:nvPr/>
          </p:nvSpPr>
          <p:spPr>
            <a:xfrm>
              <a:off x="2558505" y="3520011"/>
              <a:ext cx="1361711" cy="14237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69894" y="3624682"/>
              <a:ext cx="332842" cy="12673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1152824" y="3131820"/>
            <a:ext cx="919877" cy="680869"/>
          </a:xfrm>
          <a:custGeom>
            <a:avLst/>
            <a:gdLst/>
            <a:ahLst/>
            <a:cxnLst/>
            <a:rect l="0" t="0" r="r" b="b"/>
            <a:pathLst>
              <a:path w="10000" h="7536">
                <a:moveTo>
                  <a:pt x="9766" y="3236"/>
                </a:moveTo>
                <a:lnTo>
                  <a:pt x="9457" y="2721"/>
                </a:lnTo>
                <a:lnTo>
                  <a:pt x="9099" y="2238"/>
                </a:lnTo>
                <a:lnTo>
                  <a:pt x="8696" y="1793"/>
                </a:lnTo>
                <a:lnTo>
                  <a:pt x="8251" y="1389"/>
                </a:lnTo>
                <a:lnTo>
                  <a:pt x="7768" y="1031"/>
                </a:lnTo>
                <a:lnTo>
                  <a:pt x="7252" y="723"/>
                </a:lnTo>
                <a:lnTo>
                  <a:pt x="6709" y="466"/>
                </a:lnTo>
                <a:lnTo>
                  <a:pt x="6143" y="263"/>
                </a:lnTo>
                <a:lnTo>
                  <a:pt x="5561" y="117"/>
                </a:lnTo>
                <a:lnTo>
                  <a:pt x="4966" y="29"/>
                </a:lnTo>
                <a:lnTo>
                  <a:pt x="4366" y="0"/>
                </a:lnTo>
                <a:lnTo>
                  <a:pt x="3766" y="29"/>
                </a:lnTo>
                <a:lnTo>
                  <a:pt x="3171" y="117"/>
                </a:lnTo>
                <a:lnTo>
                  <a:pt x="2588" y="263"/>
                </a:lnTo>
                <a:lnTo>
                  <a:pt x="2023" y="466"/>
                </a:lnTo>
                <a:lnTo>
                  <a:pt x="1479" y="723"/>
                </a:lnTo>
                <a:lnTo>
                  <a:pt x="964" y="1031"/>
                </a:lnTo>
                <a:lnTo>
                  <a:pt x="481" y="1389"/>
                </a:lnTo>
                <a:lnTo>
                  <a:pt x="36" y="1793"/>
                </a:lnTo>
                <a:lnTo>
                  <a:pt x="0" y="1833"/>
                </a:lnTo>
                <a:lnTo>
                  <a:pt x="53" y="2244"/>
                </a:lnTo>
                <a:lnTo>
                  <a:pt x="128" y="2772"/>
                </a:lnTo>
                <a:lnTo>
                  <a:pt x="207" y="3277"/>
                </a:lnTo>
                <a:lnTo>
                  <a:pt x="289" y="3756"/>
                </a:lnTo>
                <a:lnTo>
                  <a:pt x="377" y="4217"/>
                </a:lnTo>
                <a:lnTo>
                  <a:pt x="471" y="4661"/>
                </a:lnTo>
                <a:lnTo>
                  <a:pt x="569" y="5089"/>
                </a:lnTo>
                <a:lnTo>
                  <a:pt x="669" y="5503"/>
                </a:lnTo>
                <a:lnTo>
                  <a:pt x="772" y="5903"/>
                </a:lnTo>
                <a:lnTo>
                  <a:pt x="876" y="6308"/>
                </a:lnTo>
                <a:lnTo>
                  <a:pt x="980" y="6714"/>
                </a:lnTo>
                <a:lnTo>
                  <a:pt x="1084" y="7094"/>
                </a:lnTo>
                <a:lnTo>
                  <a:pt x="1188" y="7423"/>
                </a:lnTo>
                <a:lnTo>
                  <a:pt x="1232" y="7536"/>
                </a:lnTo>
                <a:lnTo>
                  <a:pt x="1305" y="7481"/>
                </a:lnTo>
                <a:lnTo>
                  <a:pt x="1588" y="7220"/>
                </a:lnTo>
                <a:lnTo>
                  <a:pt x="1932" y="6885"/>
                </a:lnTo>
                <a:lnTo>
                  <a:pt x="1934" y="6884"/>
                </a:lnTo>
                <a:lnTo>
                  <a:pt x="1939" y="6879"/>
                </a:lnTo>
                <a:lnTo>
                  <a:pt x="1941" y="6877"/>
                </a:lnTo>
                <a:lnTo>
                  <a:pt x="2327" y="6514"/>
                </a:lnTo>
                <a:lnTo>
                  <a:pt x="2332" y="6510"/>
                </a:lnTo>
                <a:lnTo>
                  <a:pt x="2349" y="6495"/>
                </a:lnTo>
                <a:lnTo>
                  <a:pt x="2354" y="6491"/>
                </a:lnTo>
                <a:lnTo>
                  <a:pt x="2775" y="6136"/>
                </a:lnTo>
                <a:lnTo>
                  <a:pt x="2783" y="6129"/>
                </a:lnTo>
                <a:lnTo>
                  <a:pt x="2817" y="6103"/>
                </a:lnTo>
                <a:lnTo>
                  <a:pt x="2825" y="6097"/>
                </a:lnTo>
                <a:lnTo>
                  <a:pt x="3279" y="5779"/>
                </a:lnTo>
                <a:lnTo>
                  <a:pt x="3286" y="5775"/>
                </a:lnTo>
                <a:lnTo>
                  <a:pt x="3319" y="5753"/>
                </a:lnTo>
                <a:lnTo>
                  <a:pt x="3327" y="5749"/>
                </a:lnTo>
                <a:lnTo>
                  <a:pt x="3830" y="5452"/>
                </a:lnTo>
                <a:lnTo>
                  <a:pt x="3833" y="5450"/>
                </a:lnTo>
                <a:lnTo>
                  <a:pt x="3849" y="5441"/>
                </a:lnTo>
                <a:lnTo>
                  <a:pt x="3852" y="5439"/>
                </a:lnTo>
                <a:lnTo>
                  <a:pt x="4409" y="5135"/>
                </a:lnTo>
                <a:lnTo>
                  <a:pt x="4413" y="5133"/>
                </a:lnTo>
                <a:lnTo>
                  <a:pt x="4430" y="5124"/>
                </a:lnTo>
                <a:lnTo>
                  <a:pt x="4434" y="5122"/>
                </a:lnTo>
                <a:lnTo>
                  <a:pt x="5025" y="4826"/>
                </a:lnTo>
                <a:lnTo>
                  <a:pt x="5029" y="4824"/>
                </a:lnTo>
                <a:lnTo>
                  <a:pt x="5050" y="4814"/>
                </a:lnTo>
                <a:lnTo>
                  <a:pt x="5054" y="4812"/>
                </a:lnTo>
                <a:lnTo>
                  <a:pt x="5661" y="4538"/>
                </a:lnTo>
                <a:lnTo>
                  <a:pt x="5666" y="4536"/>
                </a:lnTo>
                <a:lnTo>
                  <a:pt x="5694" y="4524"/>
                </a:lnTo>
                <a:lnTo>
                  <a:pt x="5699" y="4522"/>
                </a:lnTo>
                <a:lnTo>
                  <a:pt x="6304" y="4285"/>
                </a:lnTo>
                <a:lnTo>
                  <a:pt x="6310" y="4282"/>
                </a:lnTo>
                <a:lnTo>
                  <a:pt x="6349" y="4268"/>
                </a:lnTo>
                <a:lnTo>
                  <a:pt x="6356" y="4266"/>
                </a:lnTo>
                <a:lnTo>
                  <a:pt x="6939" y="4080"/>
                </a:lnTo>
                <a:lnTo>
                  <a:pt x="6947" y="4077"/>
                </a:lnTo>
                <a:lnTo>
                  <a:pt x="6997" y="4063"/>
                </a:lnTo>
                <a:lnTo>
                  <a:pt x="7005" y="4061"/>
                </a:lnTo>
                <a:lnTo>
                  <a:pt x="7575" y="3927"/>
                </a:lnTo>
                <a:lnTo>
                  <a:pt x="7582" y="3925"/>
                </a:lnTo>
                <a:lnTo>
                  <a:pt x="7629" y="3916"/>
                </a:lnTo>
                <a:lnTo>
                  <a:pt x="7636" y="3914"/>
                </a:lnTo>
                <a:lnTo>
                  <a:pt x="8209" y="3820"/>
                </a:lnTo>
                <a:lnTo>
                  <a:pt x="8215" y="3819"/>
                </a:lnTo>
                <a:lnTo>
                  <a:pt x="8259" y="3813"/>
                </a:lnTo>
                <a:lnTo>
                  <a:pt x="8266" y="3813"/>
                </a:lnTo>
                <a:lnTo>
                  <a:pt x="8836" y="3755"/>
                </a:lnTo>
                <a:lnTo>
                  <a:pt x="8842" y="3755"/>
                </a:lnTo>
                <a:lnTo>
                  <a:pt x="8883" y="3752"/>
                </a:lnTo>
                <a:lnTo>
                  <a:pt x="8889" y="3751"/>
                </a:lnTo>
                <a:lnTo>
                  <a:pt x="9451" y="3727"/>
                </a:lnTo>
                <a:lnTo>
                  <a:pt x="9456" y="3726"/>
                </a:lnTo>
                <a:lnTo>
                  <a:pt x="9494" y="3726"/>
                </a:lnTo>
                <a:lnTo>
                  <a:pt x="9500" y="3726"/>
                </a:lnTo>
                <a:lnTo>
                  <a:pt x="10000" y="3729"/>
                </a:lnTo>
                <a:lnTo>
                  <a:pt x="9766" y="323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965615" y="4701297"/>
            <a:ext cx="3738050" cy="83894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298448" y="1271016"/>
            <a:ext cx="3072384" cy="201168"/>
            <a:chOff x="1298448" y="1271016"/>
            <a:chExt cx="3072384" cy="201168"/>
          </a:xfrm>
        </p:grpSpPr>
        <p:sp>
          <p:nvSpPr>
            <p:cNvPr id="36" name="Forma 35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TuboDrenaje"/>
          <p:cNvSpPr/>
          <p:nvPr/>
        </p:nvSpPr>
        <p:spPr>
          <a:xfrm>
            <a:off x="479146" y="4338828"/>
            <a:ext cx="819302" cy="50292"/>
          </a:xfrm>
          <a:custGeom>
            <a:avLst/>
            <a:gdLst/>
            <a:ahLst/>
            <a:cxnLst/>
            <a:rect l="0" t="0" r="r" b="b"/>
            <a:pathLst>
              <a:path w="895" h="54" fill="none">
                <a:moveTo>
                  <a:pt x="0" y="54"/>
                </a:moveTo>
                <a:lnTo>
                  <a:pt x="895" y="0"/>
                </a:lnTo>
              </a:path>
            </a:pathLst>
          </a:custGeom>
          <a:noFill/>
          <a:ln w="114300" cap="rnd">
            <a:solidFill>
              <a:srgbClr val="D5DBDB"/>
            </a:solidFill>
            <a:round/>
          </a:ln>
        </p:spPr>
      </p:sp>
      <p:grpSp>
        <p:nvGrpSpPr>
          <p:cNvPr id="39" name="!!SistemaDrenaje"/>
          <p:cNvGrpSpPr/>
          <p:nvPr/>
        </p:nvGrpSpPr>
        <p:grpSpPr>
          <a:xfrm>
            <a:off x="513893" y="4114800"/>
            <a:ext cx="938174" cy="2286000"/>
            <a:chOff x="513893" y="4114800"/>
            <a:chExt cx="938174" cy="2286000"/>
          </a:xfrm>
        </p:grpSpPr>
        <p:grpSp>
          <p:nvGrpSpPr>
            <p:cNvPr id="40" name="!!Frasco"/>
            <p:cNvGrpSpPr/>
            <p:nvPr/>
          </p:nvGrpSpPr>
          <p:grpSpPr>
            <a:xfrm>
              <a:off x="513893" y="4457700"/>
              <a:ext cx="938174" cy="1943100"/>
              <a:chOff x="513893" y="4457700"/>
              <a:chExt cx="938174" cy="1943100"/>
            </a:xfrm>
          </p:grpSpPr>
          <p:sp>
            <p:nvSpPr>
              <p:cNvPr id="41" name="Forma 40"/>
              <p:cNvSpPr/>
              <p:nvPr/>
            </p:nvSpPr>
            <p:spPr>
              <a:xfrm>
                <a:off x="513893" y="4640580"/>
                <a:ext cx="938174" cy="1760220"/>
              </a:xfrm>
              <a:prstGeom prst="roundRect">
                <a:avLst>
                  <a:gd name="adj" fmla="val 9000"/>
                </a:avLst>
              </a:prstGeom>
              <a:solidFill>
                <a:srgbClr val="EAF2F8">
                  <a:alpha val="70000"/>
                </a:srgbClr>
              </a:solidFill>
              <a:ln w="31750" cap="rnd">
                <a:solidFill>
                  <a:srgbClr val="000000"/>
                </a:solidFill>
                <a:round/>
              </a:ln>
            </p:spPr>
          </p:sp>
          <p:sp>
            <p:nvSpPr>
              <p:cNvPr id="42" name="Forma 41"/>
              <p:cNvSpPr/>
              <p:nvPr/>
            </p:nvSpPr>
            <p:spPr>
              <a:xfrm>
                <a:off x="649681" y="4457700"/>
                <a:ext cx="666598" cy="205740"/>
              </a:xfrm>
              <a:prstGeom prst="rect">
                <a:avLst/>
              </a:prstGeom>
              <a:gradFill rotWithShape="1">
                <a:gsLst>
                  <a:gs pos="0">
                    <a:srgbClr val="586262"/>
                  </a:gs>
                  <a:gs pos="30000">
                    <a:srgbClr val="B2BABA"/>
                  </a:gs>
                  <a:gs pos="55000">
                    <a:srgbClr val="7F8C8D"/>
                  </a:gs>
                  <a:gs pos="100000">
                    <a:srgbClr val="586262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</p:spPr>
          </p:sp>
        </p:grpSp>
        <p:sp>
          <p:nvSpPr>
            <p:cNvPr id="43" name="!!SelloAgua"/>
            <p:cNvSpPr/>
            <p:nvPr/>
          </p:nvSpPr>
          <p:spPr>
            <a:xfrm>
              <a:off x="523768" y="5486400"/>
              <a:ext cx="918423" cy="896112"/>
            </a:xfrm>
            <a:prstGeom prst="rect">
              <a:avLst/>
            </a:prstGeom>
            <a:gradFill rotWithShape="1">
              <a:gsLst>
                <a:gs pos="0">
                  <a:srgbClr val="85C1E9"/>
                </a:gs>
                <a:gs pos="100000">
                  <a:srgbClr val="2E86C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4" name="!!TuboSumergido"/>
            <p:cNvSpPr/>
            <p:nvPr/>
          </p:nvSpPr>
          <p:spPr>
            <a:xfrm>
              <a:off x="834847" y="4114800"/>
              <a:ext cx="86411" cy="1874520"/>
            </a:xfrm>
            <a:prstGeom prst="rect">
              <a:avLst/>
            </a:prstGeom>
            <a:solidFill>
              <a:srgbClr val="F8F9F9">
                <a:alpha val="60000"/>
              </a:srgbClr>
            </a:solidFill>
            <a:ln w="25400" cap="rnd">
              <a:solidFill>
                <a:srgbClr val="000000"/>
              </a:solidFill>
              <a:round/>
            </a:ln>
          </p:spPr>
        </p:sp>
        <p:sp>
          <p:nvSpPr>
            <p:cNvPr id="45" name="!!ColumnaAgua"/>
            <p:cNvSpPr/>
            <p:nvPr/>
          </p:nvSpPr>
          <p:spPr>
            <a:xfrm>
              <a:off x="842254" y="5486400"/>
              <a:ext cx="71598" cy="484632"/>
            </a:xfrm>
            <a:prstGeom prst="rect">
              <a:avLst/>
            </a:prstGeom>
            <a:gradFill rotWithShape="1">
              <a:gsLst>
                <a:gs pos="0">
                  <a:srgbClr val="85C1E9"/>
                </a:gs>
                <a:gs pos="100000">
                  <a:srgbClr val="2E86C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6" name="!!Ventilacion"/>
            <p:cNvSpPr/>
            <p:nvPr/>
          </p:nvSpPr>
          <p:spPr>
            <a:xfrm>
              <a:off x="1106424" y="4160520"/>
              <a:ext cx="74066" cy="685800"/>
            </a:xfrm>
            <a:prstGeom prst="rect">
              <a:avLst/>
            </a:prstGeom>
            <a:solidFill>
              <a:srgbClr val="F8F9F9">
                <a:alpha val="60000"/>
              </a:srgbClr>
            </a:solidFill>
            <a:ln w="25400" cap="rnd">
              <a:solidFill>
                <a:srgbClr val="000000"/>
              </a:solidFill>
              <a:round/>
            </a:ln>
          </p:spPr>
        </p:sp>
      </p:grpSp>
      <p:grpSp>
        <p:nvGrpSpPr>
          <p:cNvPr id="47" name="Recuadro Antibióticos"/>
          <p:cNvGrpSpPr/>
          <p:nvPr/>
        </p:nvGrpSpPr>
        <p:grpSpPr>
          <a:xfrm>
            <a:off x="5669280" y="914400"/>
            <a:ext cx="6217920" cy="1257300"/>
            <a:chOff x="5669280" y="914400"/>
            <a:chExt cx="6217920" cy="1257300"/>
          </a:xfrm>
        </p:grpSpPr>
        <p:sp>
          <p:nvSpPr>
            <p:cNvPr id="48" name="Forma 47"/>
            <p:cNvSpPr/>
            <p:nvPr/>
          </p:nvSpPr>
          <p:spPr>
            <a:xfrm>
              <a:off x="5669280" y="1280160"/>
              <a:ext cx="6217920" cy="8915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Tratamiento de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neumonía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base (todos los paraneumónicos).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5669280" y="91440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0" name="Recuadro Drenaje"/>
          <p:cNvGrpSpPr/>
          <p:nvPr/>
        </p:nvGrpSpPr>
        <p:grpSpPr>
          <a:xfrm>
            <a:off x="5669280" y="2308860"/>
            <a:ext cx="6217920" cy="1257300"/>
            <a:chOff x="5669280" y="2308860"/>
            <a:chExt cx="6217920" cy="1257300"/>
          </a:xfrm>
        </p:grpSpPr>
        <p:sp>
          <p:nvSpPr>
            <p:cNvPr id="51" name="Forma 50"/>
            <p:cNvSpPr/>
            <p:nvPr/>
          </p:nvSpPr>
          <p:spPr>
            <a:xfrm>
              <a:off x="5669280" y="2674620"/>
              <a:ext cx="6217920" cy="8915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Complicado / empiema: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de tórax con trampa de agua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sin drenaje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se resuelve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5669280" y="230886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DRENAJE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Objetivo"/>
          <p:cNvGrpSpPr/>
          <p:nvPr/>
        </p:nvGrpSpPr>
        <p:grpSpPr>
          <a:xfrm>
            <a:off x="5669280" y="3703320"/>
            <a:ext cx="6217920" cy="1257300"/>
            <a:chOff x="5669280" y="3703320"/>
            <a:chExt cx="6217920" cy="1257300"/>
          </a:xfrm>
        </p:grpSpPr>
        <p:sp>
          <p:nvSpPr>
            <p:cNvPr id="54" name="Forma 53"/>
            <p:cNvSpPr/>
            <p:nvPr/>
          </p:nvSpPr>
          <p:spPr>
            <a:xfrm>
              <a:off x="5669280" y="4069080"/>
              <a:ext cx="6217920" cy="8915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Evacuar el material infectado,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reexpandir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el pulmón y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controlar la fiebre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5" name="Forma 54"/>
            <p:cNvSpPr/>
            <p:nvPr/>
          </p:nvSpPr>
          <p:spPr>
            <a:xfrm>
              <a:off x="5669280" y="370332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OBJETIVO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6" name="Recuadro Seguimiento"/>
          <p:cNvGrpSpPr/>
          <p:nvPr/>
        </p:nvGrpSpPr>
        <p:grpSpPr>
          <a:xfrm>
            <a:off x="5669280" y="5097780"/>
            <a:ext cx="6217920" cy="1257300"/>
            <a:chOff x="5669280" y="5097780"/>
            <a:chExt cx="6217920" cy="1257300"/>
          </a:xfrm>
        </p:grpSpPr>
        <p:sp>
          <p:nvSpPr>
            <p:cNvPr id="57" name="Forma 56"/>
            <p:cNvSpPr/>
            <p:nvPr/>
          </p:nvSpPr>
          <p:spPr>
            <a:xfrm>
              <a:off x="5669280" y="5463540"/>
              <a:ext cx="6217920" cy="8915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Control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radiológico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reexpansión.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8" name="Forma 57"/>
            <p:cNvSpPr/>
            <p:nvPr/>
          </p:nvSpPr>
          <p:spPr>
            <a:xfrm>
              <a:off x="5669280" y="509778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SEGUIMIENTO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23539" y="91440"/>
            <a:ext cx="86035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MANEJO DESCRITO: DRENAJE Y ANTIBIÓTICOS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 en el espacio pleural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Definición y presiones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del neumotórax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Clasificación etiológica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Cuadro clínico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Vigilancia hemodinámica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Relación con el derrame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5"/>
                </a:lnTo>
                <a:lnTo>
                  <a:pt x="43" y="399"/>
                </a:lnTo>
                <a:lnTo>
                  <a:pt x="50" y="401"/>
                </a:lnTo>
                <a:lnTo>
                  <a:pt x="141" y="423"/>
                </a:lnTo>
                <a:lnTo>
                  <a:pt x="149" y="425"/>
                </a:lnTo>
                <a:lnTo>
                  <a:pt x="233" y="459"/>
                </a:lnTo>
                <a:lnTo>
                  <a:pt x="240" y="463"/>
                </a:lnTo>
                <a:lnTo>
                  <a:pt x="319" y="508"/>
                </a:lnTo>
                <a:lnTo>
                  <a:pt x="325" y="512"/>
                </a:lnTo>
                <a:lnTo>
                  <a:pt x="400" y="568"/>
                </a:lnTo>
                <a:lnTo>
                  <a:pt x="405" y="573"/>
                </a:lnTo>
                <a:lnTo>
                  <a:pt x="472" y="639"/>
                </a:lnTo>
                <a:lnTo>
                  <a:pt x="477" y="644"/>
                </a:lnTo>
                <a:lnTo>
                  <a:pt x="535" y="720"/>
                </a:lnTo>
                <a:lnTo>
                  <a:pt x="538" y="725"/>
                </a:lnTo>
                <a:lnTo>
                  <a:pt x="591" y="811"/>
                </a:lnTo>
                <a:lnTo>
                  <a:pt x="593" y="815"/>
                </a:lnTo>
                <a:lnTo>
                  <a:pt x="643" y="915"/>
                </a:lnTo>
                <a:lnTo>
                  <a:pt x="644" y="917"/>
                </a:lnTo>
                <a:lnTo>
                  <a:pt x="696" y="1031"/>
                </a:lnTo>
                <a:lnTo>
                  <a:pt x="697" y="1032"/>
                </a:lnTo>
                <a:lnTo>
                  <a:pt x="753" y="1162"/>
                </a:lnTo>
                <a:lnTo>
                  <a:pt x="753" y="1162"/>
                </a:lnTo>
                <a:lnTo>
                  <a:pt x="814" y="1309"/>
                </a:lnTo>
                <a:lnTo>
                  <a:pt x="815" y="1310"/>
                </a:lnTo>
                <a:lnTo>
                  <a:pt x="879" y="1474"/>
                </a:lnTo>
                <a:lnTo>
                  <a:pt x="879" y="1475"/>
                </a:lnTo>
                <a:lnTo>
                  <a:pt x="944" y="1653"/>
                </a:lnTo>
                <a:lnTo>
                  <a:pt x="945" y="1654"/>
                </a:lnTo>
                <a:lnTo>
                  <a:pt x="1010" y="1844"/>
                </a:lnTo>
                <a:lnTo>
                  <a:pt x="1010" y="1845"/>
                </a:lnTo>
                <a:lnTo>
                  <a:pt x="1073" y="2046"/>
                </a:lnTo>
                <a:lnTo>
                  <a:pt x="1073" y="2047"/>
                </a:lnTo>
                <a:lnTo>
                  <a:pt x="1132" y="2257"/>
                </a:lnTo>
                <a:lnTo>
                  <a:pt x="1133" y="2258"/>
                </a:lnTo>
                <a:lnTo>
                  <a:pt x="1189" y="2481"/>
                </a:lnTo>
                <a:lnTo>
                  <a:pt x="1189" y="2482"/>
                </a:lnTo>
                <a:lnTo>
                  <a:pt x="1244" y="2720"/>
                </a:lnTo>
                <a:lnTo>
                  <a:pt x="1244" y="2721"/>
                </a:lnTo>
                <a:lnTo>
                  <a:pt x="1296" y="2970"/>
                </a:lnTo>
                <a:lnTo>
                  <a:pt x="1297" y="2970"/>
                </a:lnTo>
                <a:lnTo>
                  <a:pt x="1347" y="3225"/>
                </a:lnTo>
                <a:lnTo>
                  <a:pt x="1347" y="3225"/>
                </a:lnTo>
                <a:lnTo>
                  <a:pt x="1394" y="3480"/>
                </a:lnTo>
                <a:lnTo>
                  <a:pt x="1394" y="3481"/>
                </a:lnTo>
                <a:lnTo>
                  <a:pt x="1437" y="3732"/>
                </a:lnTo>
                <a:lnTo>
                  <a:pt x="1438" y="3732"/>
                </a:lnTo>
                <a:lnTo>
                  <a:pt x="1477" y="3980"/>
                </a:lnTo>
                <a:lnTo>
                  <a:pt x="1477" y="3981"/>
                </a:lnTo>
                <a:lnTo>
                  <a:pt x="1513" y="4230"/>
                </a:lnTo>
                <a:lnTo>
                  <a:pt x="1513" y="4231"/>
                </a:lnTo>
                <a:lnTo>
                  <a:pt x="1546" y="4481"/>
                </a:lnTo>
                <a:lnTo>
                  <a:pt x="1546" y="4481"/>
                </a:lnTo>
                <a:lnTo>
                  <a:pt x="1576" y="4731"/>
                </a:lnTo>
                <a:lnTo>
                  <a:pt x="1576" y="4731"/>
                </a:lnTo>
                <a:lnTo>
                  <a:pt x="1605" y="4982"/>
                </a:lnTo>
                <a:lnTo>
                  <a:pt x="1605" y="4982"/>
                </a:lnTo>
                <a:lnTo>
                  <a:pt x="1634" y="5231"/>
                </a:lnTo>
                <a:lnTo>
                  <a:pt x="1634" y="5232"/>
                </a:lnTo>
                <a:lnTo>
                  <a:pt x="1660" y="5481"/>
                </a:lnTo>
                <a:lnTo>
                  <a:pt x="1660" y="5482"/>
                </a:lnTo>
                <a:lnTo>
                  <a:pt x="1685" y="5731"/>
                </a:lnTo>
                <a:lnTo>
                  <a:pt x="1685" y="5731"/>
                </a:lnTo>
                <a:lnTo>
                  <a:pt x="1708" y="5981"/>
                </a:lnTo>
                <a:lnTo>
                  <a:pt x="1708" y="5981"/>
                </a:lnTo>
                <a:lnTo>
                  <a:pt x="1730" y="6231"/>
                </a:lnTo>
                <a:lnTo>
                  <a:pt x="1752" y="6480"/>
                </a:lnTo>
                <a:lnTo>
                  <a:pt x="1775" y="6729"/>
                </a:lnTo>
                <a:lnTo>
                  <a:pt x="1799" y="6978"/>
                </a:lnTo>
                <a:lnTo>
                  <a:pt x="1850" y="7475"/>
                </a:lnTo>
                <a:lnTo>
                  <a:pt x="1850" y="7475"/>
                </a:lnTo>
                <a:lnTo>
                  <a:pt x="1874" y="7725"/>
                </a:lnTo>
                <a:lnTo>
                  <a:pt x="1874" y="7725"/>
                </a:lnTo>
                <a:lnTo>
                  <a:pt x="1897" y="7975"/>
                </a:lnTo>
                <a:lnTo>
                  <a:pt x="1897" y="7976"/>
                </a:lnTo>
                <a:lnTo>
                  <a:pt x="1916" y="8226"/>
                </a:lnTo>
                <a:lnTo>
                  <a:pt x="1941" y="8499"/>
                </a:lnTo>
                <a:lnTo>
                  <a:pt x="1975" y="8800"/>
                </a:lnTo>
                <a:lnTo>
                  <a:pt x="1975" y="8801"/>
                </a:lnTo>
                <a:lnTo>
                  <a:pt x="2007" y="9103"/>
                </a:lnTo>
                <a:lnTo>
                  <a:pt x="2007" y="9105"/>
                </a:lnTo>
                <a:lnTo>
                  <a:pt x="2027" y="9381"/>
                </a:lnTo>
                <a:lnTo>
                  <a:pt x="2027" y="9386"/>
                </a:lnTo>
                <a:lnTo>
                  <a:pt x="2023" y="9610"/>
                </a:lnTo>
                <a:lnTo>
                  <a:pt x="2022" y="9616"/>
                </a:lnTo>
                <a:lnTo>
                  <a:pt x="2021" y="9623"/>
                </a:lnTo>
                <a:lnTo>
                  <a:pt x="1984" y="9768"/>
                </a:lnTo>
                <a:lnTo>
                  <a:pt x="1982" y="9773"/>
                </a:lnTo>
                <a:lnTo>
                  <a:pt x="1980" y="9778"/>
                </a:lnTo>
                <a:lnTo>
                  <a:pt x="1978" y="9782"/>
                </a:lnTo>
                <a:lnTo>
                  <a:pt x="1975" y="9787"/>
                </a:lnTo>
                <a:lnTo>
                  <a:pt x="1972" y="9791"/>
                </a:lnTo>
                <a:lnTo>
                  <a:pt x="1968" y="9794"/>
                </a:lnTo>
                <a:lnTo>
                  <a:pt x="1964" y="9798"/>
                </a:lnTo>
                <a:lnTo>
                  <a:pt x="1960" y="9801"/>
                </a:lnTo>
                <a:lnTo>
                  <a:pt x="1882" y="9850"/>
                </a:lnTo>
                <a:lnTo>
                  <a:pt x="1877" y="9852"/>
                </a:lnTo>
                <a:lnTo>
                  <a:pt x="1872" y="9855"/>
                </a:lnTo>
                <a:lnTo>
                  <a:pt x="1866" y="9856"/>
                </a:lnTo>
                <a:lnTo>
                  <a:pt x="1861" y="9857"/>
                </a:lnTo>
                <a:lnTo>
                  <a:pt x="1855" y="9858"/>
                </a:lnTo>
                <a:lnTo>
                  <a:pt x="1850" y="9858"/>
                </a:lnTo>
                <a:lnTo>
                  <a:pt x="1844" y="9857"/>
                </a:lnTo>
                <a:lnTo>
                  <a:pt x="1839" y="9856"/>
                </a:lnTo>
                <a:lnTo>
                  <a:pt x="1727" y="9826"/>
                </a:lnTo>
                <a:lnTo>
                  <a:pt x="1722" y="9825"/>
                </a:lnTo>
                <a:lnTo>
                  <a:pt x="1717" y="9823"/>
                </a:lnTo>
                <a:lnTo>
                  <a:pt x="1713" y="9820"/>
                </a:lnTo>
                <a:lnTo>
                  <a:pt x="1577" y="9738"/>
                </a:lnTo>
                <a:lnTo>
                  <a:pt x="1574" y="9736"/>
                </a:lnTo>
                <a:lnTo>
                  <a:pt x="1426" y="9628"/>
                </a:lnTo>
                <a:lnTo>
                  <a:pt x="1280" y="9525"/>
                </a:lnTo>
                <a:lnTo>
                  <a:pt x="1145" y="9450"/>
                </a:lnTo>
                <a:lnTo>
                  <a:pt x="1016" y="9393"/>
                </a:lnTo>
                <a:lnTo>
                  <a:pt x="1015" y="9392"/>
                </a:lnTo>
                <a:lnTo>
                  <a:pt x="884" y="9331"/>
                </a:lnTo>
                <a:lnTo>
                  <a:pt x="752" y="9272"/>
                </a:lnTo>
                <a:lnTo>
                  <a:pt x="620" y="9221"/>
                </a:lnTo>
                <a:lnTo>
                  <a:pt x="485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213" y="9492"/>
                </a:lnTo>
                <a:lnTo>
                  <a:pt x="4208" y="9493"/>
                </a:lnTo>
                <a:lnTo>
                  <a:pt x="4203" y="9493"/>
                </a:lnTo>
                <a:lnTo>
                  <a:pt x="4198" y="9492"/>
                </a:lnTo>
                <a:lnTo>
                  <a:pt x="4192" y="9491"/>
                </a:lnTo>
                <a:lnTo>
                  <a:pt x="4187" y="9490"/>
                </a:lnTo>
                <a:lnTo>
                  <a:pt x="4182" y="9488"/>
                </a:lnTo>
                <a:lnTo>
                  <a:pt x="4178" y="9486"/>
                </a:lnTo>
                <a:lnTo>
                  <a:pt x="4173" y="9483"/>
                </a:lnTo>
                <a:lnTo>
                  <a:pt x="4169" y="9479"/>
                </a:lnTo>
                <a:lnTo>
                  <a:pt x="4165" y="9476"/>
                </a:lnTo>
                <a:lnTo>
                  <a:pt x="4162" y="9472"/>
                </a:lnTo>
                <a:lnTo>
                  <a:pt x="4159" y="9467"/>
                </a:lnTo>
                <a:lnTo>
                  <a:pt x="4156" y="9463"/>
                </a:lnTo>
                <a:lnTo>
                  <a:pt x="4154" y="9458"/>
                </a:lnTo>
                <a:lnTo>
                  <a:pt x="4153" y="9453"/>
                </a:lnTo>
                <a:lnTo>
                  <a:pt x="4151" y="9448"/>
                </a:lnTo>
                <a:lnTo>
                  <a:pt x="4151" y="9443"/>
                </a:lnTo>
                <a:lnTo>
                  <a:pt x="4138" y="9277"/>
                </a:lnTo>
                <a:lnTo>
                  <a:pt x="4098" y="8909"/>
                </a:lnTo>
                <a:lnTo>
                  <a:pt x="4053" y="8551"/>
                </a:lnTo>
                <a:lnTo>
                  <a:pt x="4012" y="8238"/>
                </a:lnTo>
                <a:lnTo>
                  <a:pt x="3972" y="7970"/>
                </a:lnTo>
                <a:lnTo>
                  <a:pt x="3925" y="7716"/>
                </a:lnTo>
                <a:lnTo>
                  <a:pt x="3873" y="7472"/>
                </a:lnTo>
                <a:lnTo>
                  <a:pt x="3818" y="7232"/>
                </a:lnTo>
                <a:lnTo>
                  <a:pt x="3763" y="6992"/>
                </a:lnTo>
                <a:lnTo>
                  <a:pt x="3762" y="6991"/>
                </a:lnTo>
                <a:lnTo>
                  <a:pt x="3708" y="6746"/>
                </a:lnTo>
                <a:lnTo>
                  <a:pt x="3649" y="6498"/>
                </a:lnTo>
                <a:lnTo>
                  <a:pt x="3583" y="6249"/>
                </a:lnTo>
                <a:lnTo>
                  <a:pt x="3516" y="6000"/>
                </a:lnTo>
                <a:lnTo>
                  <a:pt x="3515" y="5999"/>
                </a:lnTo>
                <a:lnTo>
                  <a:pt x="3454" y="5749"/>
                </a:lnTo>
                <a:lnTo>
                  <a:pt x="3453" y="5747"/>
                </a:lnTo>
                <a:lnTo>
                  <a:pt x="3405" y="5497"/>
                </a:lnTo>
                <a:lnTo>
                  <a:pt x="3404" y="5493"/>
                </a:lnTo>
                <a:lnTo>
                  <a:pt x="3375" y="5244"/>
                </a:lnTo>
                <a:lnTo>
                  <a:pt x="3375" y="5239"/>
                </a:lnTo>
                <a:lnTo>
                  <a:pt x="3369" y="4989"/>
                </a:lnTo>
                <a:lnTo>
                  <a:pt x="3369" y="4985"/>
                </a:lnTo>
                <a:lnTo>
                  <a:pt x="3380" y="4735"/>
                </a:lnTo>
                <a:lnTo>
                  <a:pt x="3381" y="4732"/>
                </a:lnTo>
                <a:lnTo>
                  <a:pt x="3405" y="4482"/>
                </a:lnTo>
                <a:lnTo>
                  <a:pt x="3405" y="4481"/>
                </a:lnTo>
                <a:lnTo>
                  <a:pt x="3437" y="4231"/>
                </a:lnTo>
                <a:lnTo>
                  <a:pt x="3438" y="4230"/>
                </a:lnTo>
                <a:lnTo>
                  <a:pt x="3473" y="3981"/>
                </a:lnTo>
                <a:lnTo>
                  <a:pt x="3506" y="3734"/>
                </a:lnTo>
                <a:lnTo>
                  <a:pt x="3539" y="3483"/>
                </a:lnTo>
                <a:lnTo>
                  <a:pt x="3539" y="3483"/>
                </a:lnTo>
                <a:lnTo>
                  <a:pt x="3575" y="3227"/>
                </a:lnTo>
                <a:lnTo>
                  <a:pt x="3575" y="3227"/>
                </a:lnTo>
                <a:lnTo>
                  <a:pt x="3614" y="2973"/>
                </a:lnTo>
                <a:lnTo>
                  <a:pt x="3614" y="2972"/>
                </a:lnTo>
                <a:lnTo>
                  <a:pt x="3656" y="2723"/>
                </a:lnTo>
                <a:lnTo>
                  <a:pt x="3656" y="2722"/>
                </a:lnTo>
                <a:lnTo>
                  <a:pt x="3701" y="2484"/>
                </a:lnTo>
                <a:lnTo>
                  <a:pt x="3701" y="2483"/>
                </a:lnTo>
                <a:lnTo>
                  <a:pt x="3747" y="2260"/>
                </a:lnTo>
                <a:lnTo>
                  <a:pt x="3748" y="2259"/>
                </a:lnTo>
                <a:lnTo>
                  <a:pt x="3798" y="2050"/>
                </a:lnTo>
                <a:lnTo>
                  <a:pt x="3798" y="2048"/>
                </a:lnTo>
                <a:lnTo>
                  <a:pt x="3852" y="1847"/>
                </a:lnTo>
                <a:lnTo>
                  <a:pt x="3852" y="1846"/>
                </a:lnTo>
                <a:lnTo>
                  <a:pt x="3909" y="1656"/>
                </a:lnTo>
                <a:lnTo>
                  <a:pt x="3909" y="1655"/>
                </a:lnTo>
                <a:lnTo>
                  <a:pt x="3966" y="1477"/>
                </a:lnTo>
                <a:lnTo>
                  <a:pt x="3967" y="1476"/>
                </a:lnTo>
                <a:lnTo>
                  <a:pt x="4024" y="1312"/>
                </a:lnTo>
                <a:lnTo>
                  <a:pt x="4024" y="1311"/>
                </a:lnTo>
                <a:lnTo>
                  <a:pt x="4080" y="1164"/>
                </a:lnTo>
                <a:lnTo>
                  <a:pt x="4080" y="1162"/>
                </a:lnTo>
                <a:lnTo>
                  <a:pt x="4134" y="1033"/>
                </a:lnTo>
                <a:lnTo>
                  <a:pt x="4135" y="1031"/>
                </a:lnTo>
                <a:lnTo>
                  <a:pt x="4187" y="917"/>
                </a:lnTo>
                <a:lnTo>
                  <a:pt x="4188" y="914"/>
                </a:lnTo>
                <a:lnTo>
                  <a:pt x="4240" y="814"/>
                </a:lnTo>
                <a:lnTo>
                  <a:pt x="4242" y="812"/>
                </a:lnTo>
                <a:lnTo>
                  <a:pt x="4294" y="725"/>
                </a:lnTo>
                <a:lnTo>
                  <a:pt x="4296" y="722"/>
                </a:lnTo>
                <a:lnTo>
                  <a:pt x="4349" y="646"/>
                </a:lnTo>
                <a:lnTo>
                  <a:pt x="4352" y="643"/>
                </a:lnTo>
                <a:lnTo>
                  <a:pt x="4406" y="577"/>
                </a:lnTo>
                <a:lnTo>
                  <a:pt x="4407" y="575"/>
                </a:lnTo>
                <a:lnTo>
                  <a:pt x="4458" y="519"/>
                </a:lnTo>
                <a:lnTo>
                  <a:pt x="4460" y="517"/>
                </a:lnTo>
                <a:lnTo>
                  <a:pt x="4505" y="471"/>
                </a:lnTo>
                <a:lnTo>
                  <a:pt x="4508" y="469"/>
                </a:lnTo>
                <a:lnTo>
                  <a:pt x="4511" y="466"/>
                </a:lnTo>
                <a:lnTo>
                  <a:pt x="4557" y="432"/>
                </a:lnTo>
                <a:lnTo>
                  <a:pt x="4563" y="428"/>
                </a:lnTo>
                <a:lnTo>
                  <a:pt x="4569" y="426"/>
                </a:lnTo>
                <a:lnTo>
                  <a:pt x="4621" y="403"/>
                </a:lnTo>
                <a:lnTo>
                  <a:pt x="4625" y="40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29984" y="1196035"/>
            <a:ext cx="4828032" cy="4445447"/>
            <a:chOff x="6729984" y="1196035"/>
            <a:chExt cx="4828032" cy="4445447"/>
          </a:xfrm>
        </p:grpSpPr>
        <p:sp>
          <p:nvSpPr>
            <p:cNvPr id="14" name="Forma 13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31736" y="1237496"/>
            <a:ext cx="1975250" cy="4053988"/>
          </a:xfrm>
          <a:custGeom>
            <a:avLst/>
            <a:gdLst/>
            <a:ahLst/>
            <a:cxnLst/>
            <a:rect l="0" t="0" r="r" b="b"/>
            <a:pathLst>
              <a:path w="4791" h="10000">
                <a:moveTo>
                  <a:pt x="2701" y="4"/>
                </a:moveTo>
                <a:lnTo>
                  <a:pt x="2589" y="23"/>
                </a:lnTo>
                <a:lnTo>
                  <a:pt x="2466" y="56"/>
                </a:lnTo>
                <a:lnTo>
                  <a:pt x="2337" y="102"/>
                </a:lnTo>
                <a:lnTo>
                  <a:pt x="2207" y="158"/>
                </a:lnTo>
                <a:lnTo>
                  <a:pt x="2078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48" y="8493"/>
                </a:lnTo>
                <a:lnTo>
                  <a:pt x="3485" y="8533"/>
                </a:lnTo>
                <a:lnTo>
                  <a:pt x="3617" y="8586"/>
                </a:lnTo>
                <a:lnTo>
                  <a:pt x="3748" y="8644"/>
                </a:lnTo>
                <a:lnTo>
                  <a:pt x="3877" y="8704"/>
                </a:lnTo>
                <a:lnTo>
                  <a:pt x="4005" y="8760"/>
                </a:lnTo>
                <a:lnTo>
                  <a:pt x="4142" y="8836"/>
                </a:lnTo>
                <a:lnTo>
                  <a:pt x="4287" y="8940"/>
                </a:lnTo>
                <a:lnTo>
                  <a:pt x="4432" y="9045"/>
                </a:lnTo>
                <a:lnTo>
                  <a:pt x="4564" y="9125"/>
                </a:lnTo>
                <a:lnTo>
                  <a:pt x="4674" y="9154"/>
                </a:lnTo>
                <a:lnTo>
                  <a:pt x="4750" y="9106"/>
                </a:lnTo>
                <a:lnTo>
                  <a:pt x="4787" y="8964"/>
                </a:lnTo>
                <a:lnTo>
                  <a:pt x="4791" y="8744"/>
                </a:lnTo>
                <a:lnTo>
                  <a:pt x="4772" y="8474"/>
                </a:lnTo>
                <a:lnTo>
                  <a:pt x="4740" y="8179"/>
                </a:lnTo>
                <a:lnTo>
                  <a:pt x="4707" y="7884"/>
                </a:lnTo>
                <a:lnTo>
                  <a:pt x="4683" y="7616"/>
                </a:lnTo>
                <a:lnTo>
                  <a:pt x="4664" y="7370"/>
                </a:lnTo>
                <a:lnTo>
                  <a:pt x="4642" y="7126"/>
                </a:lnTo>
                <a:lnTo>
                  <a:pt x="4618" y="6882"/>
                </a:lnTo>
                <a:lnTo>
                  <a:pt x="4593" y="6639"/>
                </a:lnTo>
                <a:lnTo>
                  <a:pt x="4568" y="6396"/>
                </a:lnTo>
                <a:lnTo>
                  <a:pt x="4544" y="6152"/>
                </a:lnTo>
                <a:lnTo>
                  <a:pt x="4522" y="5908"/>
                </a:lnTo>
                <a:lnTo>
                  <a:pt x="4500" y="5664"/>
                </a:lnTo>
                <a:lnTo>
                  <a:pt x="4479" y="5420"/>
                </a:lnTo>
                <a:lnTo>
                  <a:pt x="4456" y="5176"/>
                </a:lnTo>
                <a:lnTo>
                  <a:pt x="4432" y="4932"/>
                </a:lnTo>
                <a:lnTo>
                  <a:pt x="4406" y="4688"/>
                </a:lnTo>
                <a:lnTo>
                  <a:pt x="4379" y="4444"/>
                </a:lnTo>
                <a:lnTo>
                  <a:pt x="4350" y="4199"/>
                </a:lnTo>
                <a:lnTo>
                  <a:pt x="4320" y="3954"/>
                </a:lnTo>
                <a:lnTo>
                  <a:pt x="4288" y="3710"/>
                </a:lnTo>
                <a:lnTo>
                  <a:pt x="4253" y="3467"/>
                </a:lnTo>
                <a:lnTo>
                  <a:pt x="4215" y="3224"/>
                </a:lnTo>
                <a:lnTo>
                  <a:pt x="4172" y="2979"/>
                </a:lnTo>
                <a:lnTo>
                  <a:pt x="4126" y="2729"/>
                </a:lnTo>
                <a:lnTo>
                  <a:pt x="4077" y="2481"/>
                </a:lnTo>
                <a:lnTo>
                  <a:pt x="4026" y="2237"/>
                </a:lnTo>
                <a:lnTo>
                  <a:pt x="3972" y="2005"/>
                </a:lnTo>
                <a:lnTo>
                  <a:pt x="3918" y="1787"/>
                </a:lnTo>
                <a:lnTo>
                  <a:pt x="3860" y="1582"/>
                </a:lnTo>
                <a:lnTo>
                  <a:pt x="3798" y="1386"/>
                </a:lnTo>
                <a:lnTo>
                  <a:pt x="3735" y="1200"/>
                </a:lnTo>
                <a:lnTo>
                  <a:pt x="3671" y="1026"/>
                </a:lnTo>
                <a:lnTo>
                  <a:pt x="3608" y="866"/>
                </a:lnTo>
                <a:lnTo>
                  <a:pt x="3548" y="722"/>
                </a:lnTo>
                <a:lnTo>
                  <a:pt x="3494" y="595"/>
                </a:lnTo>
                <a:lnTo>
                  <a:pt x="3443" y="484"/>
                </a:lnTo>
                <a:lnTo>
                  <a:pt x="3394" y="386"/>
                </a:lnTo>
                <a:lnTo>
                  <a:pt x="3342" y="301"/>
                </a:lnTo>
                <a:lnTo>
                  <a:pt x="3285" y="228"/>
                </a:lnTo>
                <a:lnTo>
                  <a:pt x="3220" y="163"/>
                </a:lnTo>
                <a:lnTo>
                  <a:pt x="3147" y="108"/>
                </a:lnTo>
                <a:lnTo>
                  <a:pt x="3069" y="64"/>
                </a:lnTo>
                <a:lnTo>
                  <a:pt x="2986" y="30"/>
                </a:lnTo>
                <a:lnTo>
                  <a:pt x="2898" y="9"/>
                </a:lnTo>
                <a:lnTo>
                  <a:pt x="2803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592195" y="1237496"/>
            <a:ext cx="1664069" cy="4183467"/>
          </a:xfrm>
          <a:custGeom>
            <a:avLst/>
            <a:gdLst/>
            <a:ahLst/>
            <a:cxnLst/>
            <a:rect l="0" t="0" r="r" b="b"/>
            <a:pathLst>
              <a:path w="3911" h="10000">
                <a:moveTo>
                  <a:pt x="741" y="8525"/>
                </a:moveTo>
                <a:lnTo>
                  <a:pt x="803" y="8515"/>
                </a:lnTo>
                <a:lnTo>
                  <a:pt x="946" y="8504"/>
                </a:lnTo>
                <a:lnTo>
                  <a:pt x="1093" y="8502"/>
                </a:lnTo>
                <a:lnTo>
                  <a:pt x="1245" y="8512"/>
                </a:lnTo>
                <a:lnTo>
                  <a:pt x="1398" y="8533"/>
                </a:lnTo>
                <a:lnTo>
                  <a:pt x="1552" y="8568"/>
                </a:lnTo>
                <a:lnTo>
                  <a:pt x="1706" y="8618"/>
                </a:lnTo>
                <a:lnTo>
                  <a:pt x="1863" y="8687"/>
                </a:lnTo>
                <a:lnTo>
                  <a:pt x="2026" y="8776"/>
                </a:lnTo>
                <a:lnTo>
                  <a:pt x="2189" y="8878"/>
                </a:lnTo>
                <a:lnTo>
                  <a:pt x="2348" y="8988"/>
                </a:lnTo>
                <a:lnTo>
                  <a:pt x="2498" y="9101"/>
                </a:lnTo>
                <a:lnTo>
                  <a:pt x="2634" y="9211"/>
                </a:lnTo>
                <a:lnTo>
                  <a:pt x="2756" y="9329"/>
                </a:lnTo>
                <a:lnTo>
                  <a:pt x="2870" y="9462"/>
                </a:lnTo>
                <a:lnTo>
                  <a:pt x="2974" y="9597"/>
                </a:lnTo>
                <a:lnTo>
                  <a:pt x="3069" y="9723"/>
                </a:lnTo>
                <a:lnTo>
                  <a:pt x="3153" y="9831"/>
                </a:lnTo>
                <a:lnTo>
                  <a:pt x="3227" y="9908"/>
                </a:lnTo>
                <a:lnTo>
                  <a:pt x="3287" y="9957"/>
                </a:lnTo>
                <a:lnTo>
                  <a:pt x="3333" y="9988"/>
                </a:lnTo>
                <a:lnTo>
                  <a:pt x="3369" y="10000"/>
                </a:lnTo>
                <a:lnTo>
                  <a:pt x="3399" y="9991"/>
                </a:lnTo>
                <a:lnTo>
                  <a:pt x="3428" y="9960"/>
                </a:lnTo>
                <a:lnTo>
                  <a:pt x="3459" y="9908"/>
                </a:lnTo>
                <a:lnTo>
                  <a:pt x="3493" y="9830"/>
                </a:lnTo>
                <a:lnTo>
                  <a:pt x="3524" y="9727"/>
                </a:lnTo>
                <a:lnTo>
                  <a:pt x="3554" y="9602"/>
                </a:lnTo>
                <a:lnTo>
                  <a:pt x="3583" y="9460"/>
                </a:lnTo>
                <a:lnTo>
                  <a:pt x="3612" y="9302"/>
                </a:lnTo>
                <a:lnTo>
                  <a:pt x="3640" y="9134"/>
                </a:lnTo>
                <a:lnTo>
                  <a:pt x="3668" y="8946"/>
                </a:lnTo>
                <a:lnTo>
                  <a:pt x="3695" y="8736"/>
                </a:lnTo>
                <a:lnTo>
                  <a:pt x="3722" y="8511"/>
                </a:lnTo>
                <a:lnTo>
                  <a:pt x="3748" y="8279"/>
                </a:lnTo>
                <a:lnTo>
                  <a:pt x="3772" y="8050"/>
                </a:lnTo>
                <a:lnTo>
                  <a:pt x="3794" y="7831"/>
                </a:lnTo>
                <a:lnTo>
                  <a:pt x="3816" y="7623"/>
                </a:lnTo>
                <a:lnTo>
                  <a:pt x="3836" y="7420"/>
                </a:lnTo>
                <a:lnTo>
                  <a:pt x="3856" y="7218"/>
                </a:lnTo>
                <a:lnTo>
                  <a:pt x="3873" y="7017"/>
                </a:lnTo>
                <a:lnTo>
                  <a:pt x="3887" y="6813"/>
                </a:lnTo>
                <a:lnTo>
                  <a:pt x="3898" y="6606"/>
                </a:lnTo>
                <a:lnTo>
                  <a:pt x="3905" y="6395"/>
                </a:lnTo>
                <a:lnTo>
                  <a:pt x="3909" y="6181"/>
                </a:lnTo>
                <a:lnTo>
                  <a:pt x="3911" y="5965"/>
                </a:lnTo>
                <a:lnTo>
                  <a:pt x="3909" y="5749"/>
                </a:lnTo>
                <a:lnTo>
                  <a:pt x="3905" y="5532"/>
                </a:lnTo>
                <a:lnTo>
                  <a:pt x="3898" y="5317"/>
                </a:lnTo>
                <a:lnTo>
                  <a:pt x="3888" y="5101"/>
                </a:lnTo>
                <a:lnTo>
                  <a:pt x="3876" y="4884"/>
                </a:lnTo>
                <a:lnTo>
                  <a:pt x="3861" y="4668"/>
                </a:lnTo>
                <a:lnTo>
                  <a:pt x="3842" y="4452"/>
                </a:lnTo>
                <a:lnTo>
                  <a:pt x="3820" y="4238"/>
                </a:lnTo>
                <a:lnTo>
                  <a:pt x="3794" y="4027"/>
                </a:lnTo>
                <a:lnTo>
                  <a:pt x="3765" y="3817"/>
                </a:lnTo>
                <a:lnTo>
                  <a:pt x="3732" y="3608"/>
                </a:lnTo>
                <a:lnTo>
                  <a:pt x="3696" y="3401"/>
                </a:lnTo>
                <a:lnTo>
                  <a:pt x="3656" y="3196"/>
                </a:lnTo>
                <a:lnTo>
                  <a:pt x="3611" y="2996"/>
                </a:lnTo>
                <a:lnTo>
                  <a:pt x="3562" y="2802"/>
                </a:lnTo>
                <a:lnTo>
                  <a:pt x="3508" y="2612"/>
                </a:lnTo>
                <a:lnTo>
                  <a:pt x="3450" y="2426"/>
                </a:lnTo>
                <a:lnTo>
                  <a:pt x="3387" y="2243"/>
                </a:lnTo>
                <a:lnTo>
                  <a:pt x="3320" y="2066"/>
                </a:lnTo>
                <a:lnTo>
                  <a:pt x="3249" y="1896"/>
                </a:lnTo>
                <a:lnTo>
                  <a:pt x="3176" y="1732"/>
                </a:lnTo>
                <a:lnTo>
                  <a:pt x="3099" y="1574"/>
                </a:lnTo>
                <a:lnTo>
                  <a:pt x="3018" y="1422"/>
                </a:lnTo>
                <a:lnTo>
                  <a:pt x="2934" y="1276"/>
                </a:lnTo>
                <a:lnTo>
                  <a:pt x="2846" y="1137"/>
                </a:lnTo>
                <a:lnTo>
                  <a:pt x="2755" y="1005"/>
                </a:lnTo>
                <a:lnTo>
                  <a:pt x="2660" y="880"/>
                </a:lnTo>
                <a:lnTo>
                  <a:pt x="2561" y="763"/>
                </a:lnTo>
                <a:lnTo>
                  <a:pt x="2457" y="652"/>
                </a:lnTo>
                <a:lnTo>
                  <a:pt x="2350" y="548"/>
                </a:lnTo>
                <a:lnTo>
                  <a:pt x="2240" y="453"/>
                </a:lnTo>
                <a:lnTo>
                  <a:pt x="2128" y="365"/>
                </a:lnTo>
                <a:lnTo>
                  <a:pt x="2015" y="287"/>
                </a:lnTo>
                <a:lnTo>
                  <a:pt x="1895" y="217"/>
                </a:lnTo>
                <a:lnTo>
                  <a:pt x="1765" y="154"/>
                </a:lnTo>
                <a:lnTo>
                  <a:pt x="1634" y="99"/>
                </a:lnTo>
                <a:lnTo>
                  <a:pt x="1507" y="54"/>
                </a:lnTo>
                <a:lnTo>
                  <a:pt x="1391" y="22"/>
                </a:lnTo>
                <a:lnTo>
                  <a:pt x="1293" y="4"/>
                </a:lnTo>
                <a:lnTo>
                  <a:pt x="1216" y="0"/>
                </a:lnTo>
                <a:lnTo>
                  <a:pt x="1155" y="8"/>
                </a:lnTo>
                <a:lnTo>
                  <a:pt x="1105" y="29"/>
                </a:lnTo>
                <a:lnTo>
                  <a:pt x="1062" y="62"/>
                </a:lnTo>
                <a:lnTo>
                  <a:pt x="1018" y="105"/>
                </a:lnTo>
                <a:lnTo>
                  <a:pt x="971" y="158"/>
                </a:lnTo>
                <a:lnTo>
                  <a:pt x="919" y="221"/>
                </a:lnTo>
                <a:lnTo>
                  <a:pt x="869" y="292"/>
                </a:lnTo>
                <a:lnTo>
                  <a:pt x="820" y="374"/>
                </a:lnTo>
                <a:lnTo>
                  <a:pt x="770" y="469"/>
                </a:lnTo>
                <a:lnTo>
                  <a:pt x="721" y="577"/>
                </a:lnTo>
                <a:lnTo>
                  <a:pt x="670" y="700"/>
                </a:lnTo>
                <a:lnTo>
                  <a:pt x="618" y="839"/>
                </a:lnTo>
                <a:lnTo>
                  <a:pt x="563" y="994"/>
                </a:lnTo>
                <a:lnTo>
                  <a:pt x="509" y="1163"/>
                </a:lnTo>
                <a:lnTo>
                  <a:pt x="456" y="1343"/>
                </a:lnTo>
                <a:lnTo>
                  <a:pt x="404" y="1533"/>
                </a:lnTo>
                <a:lnTo>
                  <a:pt x="357" y="1732"/>
                </a:lnTo>
                <a:lnTo>
                  <a:pt x="313" y="1943"/>
                </a:lnTo>
                <a:lnTo>
                  <a:pt x="271" y="2168"/>
                </a:lnTo>
                <a:lnTo>
                  <a:pt x="231" y="2404"/>
                </a:lnTo>
                <a:lnTo>
                  <a:pt x="194" y="2645"/>
                </a:lnTo>
                <a:lnTo>
                  <a:pt x="160" y="2887"/>
                </a:lnTo>
                <a:lnTo>
                  <a:pt x="129" y="3124"/>
                </a:lnTo>
                <a:lnTo>
                  <a:pt x="98" y="3359"/>
                </a:lnTo>
                <a:lnTo>
                  <a:pt x="64" y="3595"/>
                </a:lnTo>
                <a:lnTo>
                  <a:pt x="34" y="3832"/>
                </a:lnTo>
                <a:lnTo>
                  <a:pt x="10" y="4069"/>
                </a:lnTo>
                <a:lnTo>
                  <a:pt x="0" y="4306"/>
                </a:lnTo>
                <a:lnTo>
                  <a:pt x="5" y="4543"/>
                </a:lnTo>
                <a:lnTo>
                  <a:pt x="33" y="4779"/>
                </a:lnTo>
                <a:lnTo>
                  <a:pt x="79" y="5016"/>
                </a:lnTo>
                <a:lnTo>
                  <a:pt x="137" y="5252"/>
                </a:lnTo>
                <a:lnTo>
                  <a:pt x="201" y="5489"/>
                </a:lnTo>
                <a:lnTo>
                  <a:pt x="264" y="5725"/>
                </a:lnTo>
                <a:lnTo>
                  <a:pt x="320" y="5961"/>
                </a:lnTo>
                <a:lnTo>
                  <a:pt x="371" y="6194"/>
                </a:lnTo>
                <a:lnTo>
                  <a:pt x="424" y="6422"/>
                </a:lnTo>
                <a:lnTo>
                  <a:pt x="476" y="6650"/>
                </a:lnTo>
                <a:lnTo>
                  <a:pt x="526" y="6882"/>
                </a:lnTo>
                <a:lnTo>
                  <a:pt x="571" y="7124"/>
                </a:lnTo>
                <a:lnTo>
                  <a:pt x="608" y="7380"/>
                </a:lnTo>
                <a:lnTo>
                  <a:pt x="647" y="7677"/>
                </a:lnTo>
                <a:lnTo>
                  <a:pt x="690" y="8017"/>
                </a:lnTo>
                <a:lnTo>
                  <a:pt x="729" y="8367"/>
                </a:lnTo>
                <a:lnTo>
                  <a:pt x="741" y="852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263424" y="1885979"/>
            <a:ext cx="720835" cy="3458758"/>
          </a:xfrm>
          <a:custGeom>
            <a:avLst/>
            <a:gdLst/>
            <a:ahLst/>
            <a:cxnLst/>
            <a:rect l="0" t="0" r="r" b="b"/>
            <a:pathLst>
              <a:path w="204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7" y="608"/>
                </a:lnTo>
                <a:lnTo>
                  <a:pt x="1217" y="648"/>
                </a:lnTo>
                <a:lnTo>
                  <a:pt x="1311" y="713"/>
                </a:lnTo>
                <a:lnTo>
                  <a:pt x="1384" y="796"/>
                </a:lnTo>
                <a:lnTo>
                  <a:pt x="1435" y="905"/>
                </a:lnTo>
                <a:lnTo>
                  <a:pt x="1455" y="1009"/>
                </a:lnTo>
                <a:lnTo>
                  <a:pt x="1452" y="1116"/>
                </a:lnTo>
                <a:lnTo>
                  <a:pt x="1424" y="1295"/>
                </a:lnTo>
                <a:lnTo>
                  <a:pt x="1424" y="1296"/>
                </a:lnTo>
                <a:lnTo>
                  <a:pt x="1380" y="1583"/>
                </a:lnTo>
                <a:lnTo>
                  <a:pt x="1378" y="1597"/>
                </a:lnTo>
                <a:lnTo>
                  <a:pt x="1333" y="2027"/>
                </a:lnTo>
                <a:lnTo>
                  <a:pt x="1331" y="2043"/>
                </a:lnTo>
                <a:lnTo>
                  <a:pt x="1298" y="2668"/>
                </a:lnTo>
                <a:lnTo>
                  <a:pt x="1298" y="2676"/>
                </a:lnTo>
                <a:lnTo>
                  <a:pt x="1272" y="3629"/>
                </a:lnTo>
                <a:lnTo>
                  <a:pt x="1272" y="3630"/>
                </a:lnTo>
                <a:lnTo>
                  <a:pt x="1242" y="4896"/>
                </a:lnTo>
                <a:lnTo>
                  <a:pt x="1242" y="4896"/>
                </a:lnTo>
                <a:lnTo>
                  <a:pt x="1212" y="6304"/>
                </a:lnTo>
                <a:lnTo>
                  <a:pt x="1183" y="7687"/>
                </a:lnTo>
                <a:lnTo>
                  <a:pt x="1159" y="8874"/>
                </a:lnTo>
                <a:lnTo>
                  <a:pt x="1142" y="9697"/>
                </a:lnTo>
                <a:lnTo>
                  <a:pt x="1142" y="9726"/>
                </a:lnTo>
                <a:lnTo>
                  <a:pt x="1146" y="9755"/>
                </a:lnTo>
                <a:lnTo>
                  <a:pt x="1153" y="9783"/>
                </a:lnTo>
                <a:lnTo>
                  <a:pt x="1162" y="9811"/>
                </a:lnTo>
                <a:lnTo>
                  <a:pt x="1174" y="9837"/>
                </a:lnTo>
                <a:lnTo>
                  <a:pt x="1188" y="9863"/>
                </a:lnTo>
                <a:lnTo>
                  <a:pt x="1205" y="9886"/>
                </a:lnTo>
                <a:lnTo>
                  <a:pt x="1224" y="9908"/>
                </a:lnTo>
                <a:lnTo>
                  <a:pt x="1245" y="9928"/>
                </a:lnTo>
                <a:lnTo>
                  <a:pt x="1268" y="9946"/>
                </a:lnTo>
                <a:lnTo>
                  <a:pt x="1293" y="9962"/>
                </a:lnTo>
                <a:lnTo>
                  <a:pt x="1319" y="9975"/>
                </a:lnTo>
                <a:lnTo>
                  <a:pt x="1346" y="9985"/>
                </a:lnTo>
                <a:lnTo>
                  <a:pt x="1374" y="9993"/>
                </a:lnTo>
                <a:lnTo>
                  <a:pt x="1403" y="9997"/>
                </a:lnTo>
                <a:lnTo>
                  <a:pt x="1432" y="10000"/>
                </a:lnTo>
                <a:lnTo>
                  <a:pt x="1461" y="9999"/>
                </a:lnTo>
                <a:lnTo>
                  <a:pt x="1490" y="9995"/>
                </a:lnTo>
                <a:lnTo>
                  <a:pt x="1518" y="9989"/>
                </a:lnTo>
                <a:lnTo>
                  <a:pt x="1546" y="9979"/>
                </a:lnTo>
                <a:lnTo>
                  <a:pt x="1572" y="9967"/>
                </a:lnTo>
                <a:lnTo>
                  <a:pt x="1597" y="9953"/>
                </a:lnTo>
                <a:lnTo>
                  <a:pt x="1621" y="9936"/>
                </a:lnTo>
                <a:lnTo>
                  <a:pt x="1643" y="9917"/>
                </a:lnTo>
                <a:lnTo>
                  <a:pt x="1663" y="9896"/>
                </a:lnTo>
                <a:lnTo>
                  <a:pt x="1681" y="9873"/>
                </a:lnTo>
                <a:lnTo>
                  <a:pt x="1696" y="9848"/>
                </a:lnTo>
                <a:lnTo>
                  <a:pt x="1709" y="9822"/>
                </a:lnTo>
                <a:lnTo>
                  <a:pt x="1720" y="9795"/>
                </a:lnTo>
                <a:lnTo>
                  <a:pt x="1727" y="9767"/>
                </a:lnTo>
                <a:lnTo>
                  <a:pt x="1732" y="9738"/>
                </a:lnTo>
                <a:lnTo>
                  <a:pt x="1734" y="9709"/>
                </a:lnTo>
                <a:lnTo>
                  <a:pt x="1751" y="8886"/>
                </a:lnTo>
                <a:lnTo>
                  <a:pt x="1776" y="7699"/>
                </a:lnTo>
                <a:lnTo>
                  <a:pt x="1804" y="6317"/>
                </a:lnTo>
                <a:lnTo>
                  <a:pt x="1835" y="4909"/>
                </a:lnTo>
                <a:lnTo>
                  <a:pt x="1864" y="3645"/>
                </a:lnTo>
                <a:lnTo>
                  <a:pt x="1890" y="2696"/>
                </a:lnTo>
                <a:lnTo>
                  <a:pt x="1923" y="2082"/>
                </a:lnTo>
                <a:lnTo>
                  <a:pt x="1966" y="1666"/>
                </a:lnTo>
                <a:lnTo>
                  <a:pt x="2009" y="1386"/>
                </a:lnTo>
                <a:lnTo>
                  <a:pt x="2040" y="1190"/>
                </a:lnTo>
                <a:lnTo>
                  <a:pt x="2044" y="1153"/>
                </a:lnTo>
                <a:lnTo>
                  <a:pt x="2049" y="994"/>
                </a:lnTo>
                <a:lnTo>
                  <a:pt x="2048" y="961"/>
                </a:lnTo>
                <a:lnTo>
                  <a:pt x="2043" y="929"/>
                </a:lnTo>
                <a:lnTo>
                  <a:pt x="2009" y="756"/>
                </a:lnTo>
                <a:lnTo>
                  <a:pt x="2000" y="721"/>
                </a:lnTo>
                <a:lnTo>
                  <a:pt x="1987" y="687"/>
                </a:lnTo>
                <a:lnTo>
                  <a:pt x="1904" y="508"/>
                </a:lnTo>
                <a:lnTo>
                  <a:pt x="1891" y="483"/>
                </a:lnTo>
                <a:lnTo>
                  <a:pt x="1875" y="459"/>
                </a:lnTo>
                <a:lnTo>
                  <a:pt x="1858" y="437"/>
                </a:lnTo>
                <a:lnTo>
                  <a:pt x="1732" y="294"/>
                </a:lnTo>
                <a:lnTo>
                  <a:pt x="1706" y="269"/>
                </a:lnTo>
                <a:lnTo>
                  <a:pt x="1678" y="246"/>
                </a:lnTo>
                <a:lnTo>
                  <a:pt x="1526" y="141"/>
                </a:lnTo>
                <a:lnTo>
                  <a:pt x="1498" y="124"/>
                </a:lnTo>
                <a:lnTo>
                  <a:pt x="1469" y="111"/>
                </a:lnTo>
                <a:lnTo>
                  <a:pt x="1307" y="45"/>
                </a:lnTo>
                <a:lnTo>
                  <a:pt x="1275" y="35"/>
                </a:lnTo>
                <a:lnTo>
                  <a:pt x="1243" y="27"/>
                </a:lnTo>
                <a:lnTo>
                  <a:pt x="1087" y="3"/>
                </a:lnTo>
                <a:lnTo>
                  <a:pt x="1059" y="0"/>
                </a:lnTo>
                <a:lnTo>
                  <a:pt x="1031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567953" y="760049"/>
            <a:ext cx="1305713" cy="2318802"/>
            <a:chOff x="8567953" y="760049"/>
            <a:chExt cx="1305713" cy="2318802"/>
          </a:xfrm>
        </p:grpSpPr>
        <p:sp>
          <p:nvSpPr>
            <p:cNvPr id="20" name="Forma 19"/>
            <p:cNvSpPr/>
            <p:nvPr/>
          </p:nvSpPr>
          <p:spPr>
            <a:xfrm>
              <a:off x="8567953" y="760049"/>
              <a:ext cx="1305713" cy="2318802"/>
            </a:xfrm>
            <a:custGeom>
              <a:avLst/>
              <a:gdLst/>
              <a:ahLst/>
              <a:cxnLst/>
              <a:rect l="0" t="0" r="r" b="b"/>
              <a:pathLst>
                <a:path w="5537" h="10000">
                  <a:moveTo>
                    <a:pt x="2037" y="1020"/>
                  </a:moveTo>
                  <a:lnTo>
                    <a:pt x="2062" y="1695"/>
                  </a:lnTo>
                  <a:lnTo>
                    <a:pt x="2088" y="2416"/>
                  </a:lnTo>
                  <a:lnTo>
                    <a:pt x="2115" y="3124"/>
                  </a:lnTo>
                  <a:lnTo>
                    <a:pt x="2115" y="3124"/>
                  </a:lnTo>
                  <a:lnTo>
                    <a:pt x="2140" y="3761"/>
                  </a:lnTo>
                  <a:lnTo>
                    <a:pt x="2140" y="3762"/>
                  </a:lnTo>
                  <a:lnTo>
                    <a:pt x="2165" y="4369"/>
                  </a:lnTo>
                  <a:lnTo>
                    <a:pt x="2165" y="4370"/>
                  </a:lnTo>
                  <a:lnTo>
                    <a:pt x="2192" y="5004"/>
                  </a:lnTo>
                  <a:lnTo>
                    <a:pt x="2219" y="5624"/>
                  </a:lnTo>
                  <a:lnTo>
                    <a:pt x="2244" y="6193"/>
                  </a:lnTo>
                  <a:lnTo>
                    <a:pt x="2265" y="6672"/>
                  </a:lnTo>
                  <a:lnTo>
                    <a:pt x="2280" y="7021"/>
                  </a:lnTo>
                  <a:lnTo>
                    <a:pt x="2337" y="7018"/>
                  </a:lnTo>
                  <a:lnTo>
                    <a:pt x="1412" y="8057"/>
                  </a:lnTo>
                  <a:lnTo>
                    <a:pt x="89" y="9450"/>
                  </a:lnTo>
                  <a:lnTo>
                    <a:pt x="68" y="9474"/>
                  </a:lnTo>
                  <a:lnTo>
                    <a:pt x="50" y="9500"/>
                  </a:lnTo>
                  <a:lnTo>
                    <a:pt x="34" y="9528"/>
                  </a:lnTo>
                  <a:lnTo>
                    <a:pt x="21" y="9557"/>
                  </a:lnTo>
                  <a:lnTo>
                    <a:pt x="11" y="9587"/>
                  </a:lnTo>
                  <a:lnTo>
                    <a:pt x="4" y="9619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6"/>
                  </a:lnTo>
                  <a:lnTo>
                    <a:pt x="16" y="9776"/>
                  </a:lnTo>
                  <a:lnTo>
                    <a:pt x="27" y="9806"/>
                  </a:lnTo>
                  <a:lnTo>
                    <a:pt x="42" y="9835"/>
                  </a:lnTo>
                  <a:lnTo>
                    <a:pt x="59" y="9862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8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3" y="10000"/>
                  </a:lnTo>
                  <a:lnTo>
                    <a:pt x="365" y="9997"/>
                  </a:lnTo>
                  <a:lnTo>
                    <a:pt x="397" y="9992"/>
                  </a:lnTo>
                  <a:lnTo>
                    <a:pt x="428" y="9983"/>
                  </a:lnTo>
                  <a:lnTo>
                    <a:pt x="457" y="9972"/>
                  </a:lnTo>
                  <a:lnTo>
                    <a:pt x="486" y="9957"/>
                  </a:lnTo>
                  <a:lnTo>
                    <a:pt x="513" y="9940"/>
                  </a:lnTo>
                  <a:lnTo>
                    <a:pt x="538" y="9920"/>
                  </a:lnTo>
                  <a:lnTo>
                    <a:pt x="561" y="9898"/>
                  </a:lnTo>
                  <a:lnTo>
                    <a:pt x="1887" y="8502"/>
                  </a:lnTo>
                  <a:lnTo>
                    <a:pt x="1894" y="8495"/>
                  </a:lnTo>
                  <a:lnTo>
                    <a:pt x="2786" y="7494"/>
                  </a:lnTo>
                  <a:lnTo>
                    <a:pt x="3637" y="8490"/>
                  </a:lnTo>
                  <a:lnTo>
                    <a:pt x="3649" y="8502"/>
                  </a:lnTo>
                  <a:lnTo>
                    <a:pt x="4975" y="9898"/>
                  </a:lnTo>
                  <a:lnTo>
                    <a:pt x="4998" y="9920"/>
                  </a:lnTo>
                  <a:lnTo>
                    <a:pt x="5023" y="9940"/>
                  </a:lnTo>
                  <a:lnTo>
                    <a:pt x="5050" y="9957"/>
                  </a:lnTo>
                  <a:lnTo>
                    <a:pt x="5079" y="9972"/>
                  </a:lnTo>
                  <a:lnTo>
                    <a:pt x="5108" y="9983"/>
                  </a:lnTo>
                  <a:lnTo>
                    <a:pt x="5139" y="9992"/>
                  </a:lnTo>
                  <a:lnTo>
                    <a:pt x="5171" y="9997"/>
                  </a:lnTo>
                  <a:lnTo>
                    <a:pt x="5203" y="10000"/>
                  </a:lnTo>
                  <a:lnTo>
                    <a:pt x="5234" y="9999"/>
                  </a:lnTo>
                  <a:lnTo>
                    <a:pt x="5266" y="9995"/>
                  </a:lnTo>
                  <a:lnTo>
                    <a:pt x="5297" y="9988"/>
                  </a:lnTo>
                  <a:lnTo>
                    <a:pt x="5328" y="9978"/>
                  </a:lnTo>
                  <a:lnTo>
                    <a:pt x="5357" y="9965"/>
                  </a:lnTo>
                  <a:lnTo>
                    <a:pt x="5385" y="9949"/>
                  </a:lnTo>
                  <a:lnTo>
                    <a:pt x="5411" y="9931"/>
                  </a:lnTo>
                  <a:lnTo>
                    <a:pt x="5435" y="9910"/>
                  </a:lnTo>
                  <a:lnTo>
                    <a:pt x="5457" y="9887"/>
                  </a:lnTo>
                  <a:lnTo>
                    <a:pt x="5477" y="9862"/>
                  </a:lnTo>
                  <a:lnTo>
                    <a:pt x="5494" y="9835"/>
                  </a:lnTo>
                  <a:lnTo>
                    <a:pt x="5509" y="9806"/>
                  </a:lnTo>
                  <a:lnTo>
                    <a:pt x="5520" y="9776"/>
                  </a:lnTo>
                  <a:lnTo>
                    <a:pt x="5529" y="9746"/>
                  </a:lnTo>
                  <a:lnTo>
                    <a:pt x="5534" y="9714"/>
                  </a:lnTo>
                  <a:lnTo>
                    <a:pt x="5537" y="9682"/>
                  </a:lnTo>
                  <a:lnTo>
                    <a:pt x="5536" y="9650"/>
                  </a:lnTo>
                  <a:lnTo>
                    <a:pt x="5532" y="9619"/>
                  </a:lnTo>
                  <a:lnTo>
                    <a:pt x="5525" y="9587"/>
                  </a:lnTo>
                  <a:lnTo>
                    <a:pt x="5515" y="9557"/>
                  </a:lnTo>
                  <a:lnTo>
                    <a:pt x="5502" y="9528"/>
                  </a:lnTo>
                  <a:lnTo>
                    <a:pt x="5486" y="9500"/>
                  </a:lnTo>
                  <a:lnTo>
                    <a:pt x="5468" y="9474"/>
                  </a:lnTo>
                  <a:lnTo>
                    <a:pt x="5447" y="9450"/>
                  </a:lnTo>
                  <a:lnTo>
                    <a:pt x="4127" y="8060"/>
                  </a:lnTo>
                  <a:lnTo>
                    <a:pt x="3204" y="6980"/>
                  </a:lnTo>
                  <a:lnTo>
                    <a:pt x="3303" y="6976"/>
                  </a:lnTo>
                  <a:lnTo>
                    <a:pt x="3287" y="6627"/>
                  </a:lnTo>
                  <a:lnTo>
                    <a:pt x="3266" y="6149"/>
                  </a:lnTo>
                  <a:lnTo>
                    <a:pt x="3242" y="5580"/>
                  </a:lnTo>
                  <a:lnTo>
                    <a:pt x="3215" y="4960"/>
                  </a:lnTo>
                  <a:lnTo>
                    <a:pt x="3188" y="4327"/>
                  </a:lnTo>
                  <a:lnTo>
                    <a:pt x="3163" y="3721"/>
                  </a:lnTo>
                  <a:lnTo>
                    <a:pt x="3138" y="3085"/>
                  </a:lnTo>
                  <a:lnTo>
                    <a:pt x="3111" y="2378"/>
                  </a:lnTo>
                  <a:lnTo>
                    <a:pt x="3085" y="1657"/>
                  </a:lnTo>
                  <a:lnTo>
                    <a:pt x="3060" y="982"/>
                  </a:lnTo>
                  <a:lnTo>
                    <a:pt x="3039" y="410"/>
                  </a:lnTo>
                  <a:lnTo>
                    <a:pt x="3024" y="0"/>
                  </a:lnTo>
                  <a:lnTo>
                    <a:pt x="2001" y="37"/>
                  </a:lnTo>
                  <a:lnTo>
                    <a:pt x="2016" y="448"/>
                  </a:lnTo>
                  <a:lnTo>
                    <a:pt x="2037" y="1020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061704" y="926287"/>
              <a:ext cx="255118" cy="1180148"/>
            </a:xfrm>
            <a:custGeom>
              <a:avLst/>
              <a:gdLst/>
              <a:ahLst/>
              <a:cxnLst/>
              <a:rect l="0" t="0" r="r" b="b"/>
              <a:pathLst>
                <a:path w="465" h="2187" fill="none">
                  <a:moveTo>
                    <a:pt x="0" y="0"/>
                  </a:moveTo>
                  <a:lnTo>
                    <a:pt x="360" y="0"/>
                  </a:lnTo>
                </a:path>
                <a:path w="465" h="2187" fill="none">
                  <a:moveTo>
                    <a:pt x="15" y="312"/>
                  </a:moveTo>
                  <a:lnTo>
                    <a:pt x="375" y="312"/>
                  </a:lnTo>
                </a:path>
                <a:path w="465" h="2187" fill="none">
                  <a:moveTo>
                    <a:pt x="30" y="625"/>
                  </a:moveTo>
                  <a:lnTo>
                    <a:pt x="390" y="625"/>
                  </a:lnTo>
                </a:path>
                <a:path w="465" h="2187" fill="none">
                  <a:moveTo>
                    <a:pt x="45" y="937"/>
                  </a:moveTo>
                  <a:lnTo>
                    <a:pt x="405" y="937"/>
                  </a:lnTo>
                </a:path>
                <a:path w="465" h="2187" fill="none">
                  <a:moveTo>
                    <a:pt x="60" y="1250"/>
                  </a:moveTo>
                  <a:lnTo>
                    <a:pt x="420" y="1250"/>
                  </a:lnTo>
                </a:path>
                <a:path w="465" h="2187" fill="none">
                  <a:moveTo>
                    <a:pt x="75" y="1562"/>
                  </a:moveTo>
                  <a:lnTo>
                    <a:pt x="435" y="1562"/>
                  </a:lnTo>
                </a:path>
                <a:path w="465" h="2187" fill="none">
                  <a:moveTo>
                    <a:pt x="90" y="1875"/>
                  </a:moveTo>
                  <a:lnTo>
                    <a:pt x="450" y="1875"/>
                  </a:lnTo>
                </a:path>
                <a:path w="465" h="2187" fill="none">
                  <a:moveTo>
                    <a:pt x="105" y="2187"/>
                  </a:moveTo>
                  <a:lnTo>
                    <a:pt x="465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AirePleuralD"/>
          <p:cNvSpPr/>
          <p:nvPr/>
        </p:nvSpPr>
        <p:spPr>
          <a:xfrm>
            <a:off x="7031736" y="1237496"/>
            <a:ext cx="1975250" cy="4053988"/>
          </a:xfrm>
          <a:custGeom>
            <a:avLst/>
            <a:gdLst/>
            <a:ahLst/>
            <a:cxnLst/>
            <a:rect l="0" t="0" r="r" b="b"/>
            <a:pathLst>
              <a:path w="4791" h="10000">
                <a:moveTo>
                  <a:pt x="2589" y="23"/>
                </a:moveTo>
                <a:lnTo>
                  <a:pt x="2466" y="56"/>
                </a:lnTo>
                <a:lnTo>
                  <a:pt x="2337" y="102"/>
                </a:lnTo>
                <a:lnTo>
                  <a:pt x="2207" y="158"/>
                </a:lnTo>
                <a:lnTo>
                  <a:pt x="2078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48" y="8493"/>
                </a:lnTo>
                <a:lnTo>
                  <a:pt x="3485" y="8533"/>
                </a:lnTo>
                <a:lnTo>
                  <a:pt x="3617" y="8586"/>
                </a:lnTo>
                <a:lnTo>
                  <a:pt x="3748" y="8644"/>
                </a:lnTo>
                <a:lnTo>
                  <a:pt x="3877" y="8704"/>
                </a:lnTo>
                <a:lnTo>
                  <a:pt x="4005" y="8760"/>
                </a:lnTo>
                <a:lnTo>
                  <a:pt x="4142" y="8836"/>
                </a:lnTo>
                <a:lnTo>
                  <a:pt x="4287" y="8940"/>
                </a:lnTo>
                <a:lnTo>
                  <a:pt x="4432" y="9045"/>
                </a:lnTo>
                <a:lnTo>
                  <a:pt x="4564" y="9125"/>
                </a:lnTo>
                <a:lnTo>
                  <a:pt x="4674" y="9154"/>
                </a:lnTo>
                <a:lnTo>
                  <a:pt x="4750" y="9106"/>
                </a:lnTo>
                <a:lnTo>
                  <a:pt x="4787" y="8964"/>
                </a:lnTo>
                <a:lnTo>
                  <a:pt x="4791" y="8744"/>
                </a:lnTo>
                <a:lnTo>
                  <a:pt x="4772" y="8474"/>
                </a:lnTo>
                <a:lnTo>
                  <a:pt x="4740" y="8179"/>
                </a:lnTo>
                <a:lnTo>
                  <a:pt x="4707" y="7884"/>
                </a:lnTo>
                <a:lnTo>
                  <a:pt x="4683" y="7616"/>
                </a:lnTo>
                <a:lnTo>
                  <a:pt x="4664" y="7370"/>
                </a:lnTo>
                <a:lnTo>
                  <a:pt x="4642" y="7126"/>
                </a:lnTo>
                <a:lnTo>
                  <a:pt x="4618" y="6882"/>
                </a:lnTo>
                <a:lnTo>
                  <a:pt x="4593" y="6639"/>
                </a:lnTo>
                <a:lnTo>
                  <a:pt x="4568" y="6396"/>
                </a:lnTo>
                <a:lnTo>
                  <a:pt x="4544" y="6152"/>
                </a:lnTo>
                <a:lnTo>
                  <a:pt x="4522" y="5908"/>
                </a:lnTo>
                <a:lnTo>
                  <a:pt x="4500" y="5664"/>
                </a:lnTo>
                <a:lnTo>
                  <a:pt x="4479" y="5420"/>
                </a:lnTo>
                <a:lnTo>
                  <a:pt x="4456" y="5176"/>
                </a:lnTo>
                <a:lnTo>
                  <a:pt x="4432" y="4932"/>
                </a:lnTo>
                <a:lnTo>
                  <a:pt x="4406" y="4688"/>
                </a:lnTo>
                <a:lnTo>
                  <a:pt x="4379" y="4444"/>
                </a:lnTo>
                <a:lnTo>
                  <a:pt x="4350" y="4199"/>
                </a:lnTo>
                <a:lnTo>
                  <a:pt x="4320" y="3954"/>
                </a:lnTo>
                <a:lnTo>
                  <a:pt x="4288" y="3710"/>
                </a:lnTo>
                <a:lnTo>
                  <a:pt x="4253" y="3467"/>
                </a:lnTo>
                <a:lnTo>
                  <a:pt x="4215" y="3224"/>
                </a:lnTo>
                <a:lnTo>
                  <a:pt x="4172" y="2979"/>
                </a:lnTo>
                <a:lnTo>
                  <a:pt x="4126" y="2729"/>
                </a:lnTo>
                <a:lnTo>
                  <a:pt x="4077" y="2481"/>
                </a:lnTo>
                <a:lnTo>
                  <a:pt x="4026" y="2237"/>
                </a:lnTo>
                <a:lnTo>
                  <a:pt x="3972" y="2005"/>
                </a:lnTo>
                <a:lnTo>
                  <a:pt x="3918" y="1787"/>
                </a:lnTo>
                <a:lnTo>
                  <a:pt x="3860" y="1582"/>
                </a:lnTo>
                <a:lnTo>
                  <a:pt x="3798" y="1386"/>
                </a:lnTo>
                <a:lnTo>
                  <a:pt x="3735" y="1200"/>
                </a:lnTo>
                <a:lnTo>
                  <a:pt x="3671" y="1026"/>
                </a:lnTo>
                <a:lnTo>
                  <a:pt x="3608" y="866"/>
                </a:lnTo>
                <a:lnTo>
                  <a:pt x="3548" y="722"/>
                </a:lnTo>
                <a:lnTo>
                  <a:pt x="3494" y="595"/>
                </a:lnTo>
                <a:lnTo>
                  <a:pt x="3443" y="484"/>
                </a:lnTo>
                <a:lnTo>
                  <a:pt x="3394" y="386"/>
                </a:lnTo>
                <a:lnTo>
                  <a:pt x="3342" y="301"/>
                </a:lnTo>
                <a:lnTo>
                  <a:pt x="3285" y="228"/>
                </a:lnTo>
                <a:lnTo>
                  <a:pt x="3220" y="163"/>
                </a:lnTo>
                <a:lnTo>
                  <a:pt x="3147" y="108"/>
                </a:lnTo>
                <a:lnTo>
                  <a:pt x="3069" y="64"/>
                </a:lnTo>
                <a:lnTo>
                  <a:pt x="2986" y="30"/>
                </a:lnTo>
                <a:lnTo>
                  <a:pt x="2898" y="9"/>
                </a:lnTo>
                <a:lnTo>
                  <a:pt x="2803" y="0"/>
                </a:lnTo>
                <a:lnTo>
                  <a:pt x="2701" y="4"/>
                </a:lnTo>
                <a:lnTo>
                  <a:pt x="2589" y="23"/>
                </a:lnTo>
                <a:close/>
                <a:moveTo>
                  <a:pt x="2199" y="7334"/>
                </a:moveTo>
                <a:lnTo>
                  <a:pt x="2197" y="7335"/>
                </a:lnTo>
                <a:lnTo>
                  <a:pt x="2195" y="7337"/>
                </a:lnTo>
                <a:lnTo>
                  <a:pt x="2192" y="7338"/>
                </a:lnTo>
                <a:lnTo>
                  <a:pt x="2190" y="7339"/>
                </a:lnTo>
                <a:lnTo>
                  <a:pt x="2187" y="7339"/>
                </a:lnTo>
                <a:lnTo>
                  <a:pt x="2185" y="7340"/>
                </a:lnTo>
                <a:lnTo>
                  <a:pt x="2182" y="7340"/>
                </a:lnTo>
                <a:lnTo>
                  <a:pt x="2180" y="7339"/>
                </a:lnTo>
                <a:lnTo>
                  <a:pt x="2177" y="7339"/>
                </a:lnTo>
                <a:lnTo>
                  <a:pt x="2175" y="7338"/>
                </a:lnTo>
                <a:lnTo>
                  <a:pt x="2172" y="7338"/>
                </a:lnTo>
                <a:lnTo>
                  <a:pt x="2170" y="7336"/>
                </a:lnTo>
                <a:lnTo>
                  <a:pt x="2167" y="7335"/>
                </a:lnTo>
                <a:lnTo>
                  <a:pt x="2165" y="7334"/>
                </a:lnTo>
                <a:lnTo>
                  <a:pt x="2163" y="7332"/>
                </a:lnTo>
                <a:lnTo>
                  <a:pt x="2162" y="7330"/>
                </a:lnTo>
                <a:lnTo>
                  <a:pt x="2160" y="7328"/>
                </a:lnTo>
                <a:lnTo>
                  <a:pt x="2159" y="7325"/>
                </a:lnTo>
                <a:lnTo>
                  <a:pt x="2158" y="7323"/>
                </a:lnTo>
                <a:lnTo>
                  <a:pt x="2149" y="7302"/>
                </a:lnTo>
                <a:lnTo>
                  <a:pt x="2148" y="7299"/>
                </a:lnTo>
                <a:lnTo>
                  <a:pt x="2133" y="7246"/>
                </a:lnTo>
                <a:lnTo>
                  <a:pt x="2133" y="7244"/>
                </a:lnTo>
                <a:lnTo>
                  <a:pt x="2117" y="7176"/>
                </a:lnTo>
                <a:lnTo>
                  <a:pt x="2117" y="7176"/>
                </a:lnTo>
                <a:lnTo>
                  <a:pt x="2102" y="7099"/>
                </a:lnTo>
                <a:lnTo>
                  <a:pt x="2102" y="7099"/>
                </a:lnTo>
                <a:lnTo>
                  <a:pt x="2086" y="7017"/>
                </a:lnTo>
                <a:lnTo>
                  <a:pt x="2071" y="6937"/>
                </a:lnTo>
                <a:lnTo>
                  <a:pt x="2057" y="6856"/>
                </a:lnTo>
                <a:lnTo>
                  <a:pt x="2056" y="6856"/>
                </a:lnTo>
                <a:lnTo>
                  <a:pt x="2042" y="6773"/>
                </a:lnTo>
                <a:lnTo>
                  <a:pt x="2042" y="6773"/>
                </a:lnTo>
                <a:lnTo>
                  <a:pt x="2028" y="6687"/>
                </a:lnTo>
                <a:lnTo>
                  <a:pt x="2028" y="6686"/>
                </a:lnTo>
                <a:lnTo>
                  <a:pt x="2014" y="6597"/>
                </a:lnTo>
                <a:lnTo>
                  <a:pt x="2014" y="6597"/>
                </a:lnTo>
                <a:lnTo>
                  <a:pt x="2001" y="6504"/>
                </a:lnTo>
                <a:lnTo>
                  <a:pt x="2001" y="6503"/>
                </a:lnTo>
                <a:lnTo>
                  <a:pt x="1989" y="6407"/>
                </a:lnTo>
                <a:lnTo>
                  <a:pt x="1989" y="6407"/>
                </a:lnTo>
                <a:lnTo>
                  <a:pt x="1977" y="6306"/>
                </a:lnTo>
                <a:lnTo>
                  <a:pt x="1977" y="6305"/>
                </a:lnTo>
                <a:lnTo>
                  <a:pt x="1966" y="6199"/>
                </a:lnTo>
                <a:lnTo>
                  <a:pt x="1966" y="6199"/>
                </a:lnTo>
                <a:lnTo>
                  <a:pt x="1956" y="6090"/>
                </a:lnTo>
                <a:lnTo>
                  <a:pt x="1956" y="6089"/>
                </a:lnTo>
                <a:lnTo>
                  <a:pt x="1947" y="5978"/>
                </a:lnTo>
                <a:lnTo>
                  <a:pt x="1947" y="5978"/>
                </a:lnTo>
                <a:lnTo>
                  <a:pt x="1939" y="5866"/>
                </a:lnTo>
                <a:lnTo>
                  <a:pt x="1939" y="5865"/>
                </a:lnTo>
                <a:lnTo>
                  <a:pt x="1934" y="5753"/>
                </a:lnTo>
                <a:lnTo>
                  <a:pt x="1934" y="5753"/>
                </a:lnTo>
                <a:lnTo>
                  <a:pt x="1930" y="5641"/>
                </a:lnTo>
                <a:lnTo>
                  <a:pt x="1930" y="5640"/>
                </a:lnTo>
                <a:lnTo>
                  <a:pt x="1928" y="5527"/>
                </a:lnTo>
                <a:lnTo>
                  <a:pt x="1928" y="5526"/>
                </a:lnTo>
                <a:lnTo>
                  <a:pt x="1927" y="5412"/>
                </a:lnTo>
                <a:lnTo>
                  <a:pt x="1927" y="5411"/>
                </a:lnTo>
                <a:lnTo>
                  <a:pt x="1928" y="5296"/>
                </a:lnTo>
                <a:lnTo>
                  <a:pt x="1928" y="5296"/>
                </a:lnTo>
                <a:lnTo>
                  <a:pt x="1930" y="5181"/>
                </a:lnTo>
                <a:lnTo>
                  <a:pt x="1930" y="5180"/>
                </a:lnTo>
                <a:lnTo>
                  <a:pt x="1934" y="5065"/>
                </a:lnTo>
                <a:lnTo>
                  <a:pt x="1934" y="5065"/>
                </a:lnTo>
                <a:lnTo>
                  <a:pt x="1939" y="4950"/>
                </a:lnTo>
                <a:lnTo>
                  <a:pt x="1939" y="4950"/>
                </a:lnTo>
                <a:lnTo>
                  <a:pt x="1946" y="4835"/>
                </a:lnTo>
                <a:lnTo>
                  <a:pt x="1946" y="4834"/>
                </a:lnTo>
                <a:lnTo>
                  <a:pt x="1954" y="4719"/>
                </a:lnTo>
                <a:lnTo>
                  <a:pt x="1954" y="4719"/>
                </a:lnTo>
                <a:lnTo>
                  <a:pt x="1963" y="4604"/>
                </a:lnTo>
                <a:lnTo>
                  <a:pt x="1963" y="4604"/>
                </a:lnTo>
                <a:lnTo>
                  <a:pt x="1975" y="4490"/>
                </a:lnTo>
                <a:lnTo>
                  <a:pt x="1975" y="4490"/>
                </a:lnTo>
                <a:lnTo>
                  <a:pt x="1989" y="4378"/>
                </a:lnTo>
                <a:lnTo>
                  <a:pt x="1989" y="4378"/>
                </a:lnTo>
                <a:lnTo>
                  <a:pt x="2004" y="4266"/>
                </a:lnTo>
                <a:lnTo>
                  <a:pt x="2005" y="4266"/>
                </a:lnTo>
                <a:lnTo>
                  <a:pt x="2022" y="4155"/>
                </a:lnTo>
                <a:lnTo>
                  <a:pt x="2022" y="4154"/>
                </a:lnTo>
                <a:lnTo>
                  <a:pt x="2041" y="4045"/>
                </a:lnTo>
                <a:lnTo>
                  <a:pt x="2041" y="4044"/>
                </a:lnTo>
                <a:lnTo>
                  <a:pt x="2062" y="3936"/>
                </a:lnTo>
                <a:lnTo>
                  <a:pt x="2063" y="3935"/>
                </a:lnTo>
                <a:lnTo>
                  <a:pt x="2086" y="3830"/>
                </a:lnTo>
                <a:lnTo>
                  <a:pt x="2086" y="3829"/>
                </a:lnTo>
                <a:lnTo>
                  <a:pt x="2112" y="3727"/>
                </a:lnTo>
                <a:lnTo>
                  <a:pt x="2112" y="3726"/>
                </a:lnTo>
                <a:lnTo>
                  <a:pt x="2141" y="3627"/>
                </a:lnTo>
                <a:lnTo>
                  <a:pt x="2141" y="3626"/>
                </a:lnTo>
                <a:lnTo>
                  <a:pt x="2172" y="3528"/>
                </a:lnTo>
                <a:lnTo>
                  <a:pt x="2172" y="3527"/>
                </a:lnTo>
                <a:lnTo>
                  <a:pt x="2205" y="3431"/>
                </a:lnTo>
                <a:lnTo>
                  <a:pt x="2205" y="3431"/>
                </a:lnTo>
                <a:lnTo>
                  <a:pt x="2240" y="3338"/>
                </a:lnTo>
                <a:lnTo>
                  <a:pt x="2241" y="3337"/>
                </a:lnTo>
                <a:lnTo>
                  <a:pt x="2278" y="3247"/>
                </a:lnTo>
                <a:lnTo>
                  <a:pt x="2278" y="3247"/>
                </a:lnTo>
                <a:lnTo>
                  <a:pt x="2317" y="3161"/>
                </a:lnTo>
                <a:lnTo>
                  <a:pt x="2317" y="3160"/>
                </a:lnTo>
                <a:lnTo>
                  <a:pt x="2357" y="3078"/>
                </a:lnTo>
                <a:lnTo>
                  <a:pt x="2358" y="3077"/>
                </a:lnTo>
                <a:lnTo>
                  <a:pt x="2400" y="2998"/>
                </a:lnTo>
                <a:lnTo>
                  <a:pt x="2400" y="2997"/>
                </a:lnTo>
                <a:lnTo>
                  <a:pt x="2444" y="2921"/>
                </a:lnTo>
                <a:lnTo>
                  <a:pt x="2444" y="2920"/>
                </a:lnTo>
                <a:lnTo>
                  <a:pt x="2490" y="2848"/>
                </a:lnTo>
                <a:lnTo>
                  <a:pt x="2490" y="2847"/>
                </a:lnTo>
                <a:lnTo>
                  <a:pt x="2537" y="2779"/>
                </a:lnTo>
                <a:lnTo>
                  <a:pt x="2538" y="2778"/>
                </a:lnTo>
                <a:lnTo>
                  <a:pt x="2587" y="2714"/>
                </a:lnTo>
                <a:lnTo>
                  <a:pt x="2588" y="2713"/>
                </a:lnTo>
                <a:lnTo>
                  <a:pt x="2638" y="2653"/>
                </a:lnTo>
                <a:lnTo>
                  <a:pt x="2639" y="2652"/>
                </a:lnTo>
                <a:lnTo>
                  <a:pt x="2692" y="2595"/>
                </a:lnTo>
                <a:lnTo>
                  <a:pt x="2693" y="2595"/>
                </a:lnTo>
                <a:lnTo>
                  <a:pt x="2748" y="2542"/>
                </a:lnTo>
                <a:lnTo>
                  <a:pt x="2749" y="2541"/>
                </a:lnTo>
                <a:lnTo>
                  <a:pt x="2805" y="2492"/>
                </a:lnTo>
                <a:lnTo>
                  <a:pt x="2806" y="2491"/>
                </a:lnTo>
                <a:lnTo>
                  <a:pt x="2862" y="2447"/>
                </a:lnTo>
                <a:lnTo>
                  <a:pt x="2864" y="2446"/>
                </a:lnTo>
                <a:lnTo>
                  <a:pt x="2921" y="2407"/>
                </a:lnTo>
                <a:lnTo>
                  <a:pt x="2922" y="2406"/>
                </a:lnTo>
                <a:lnTo>
                  <a:pt x="2981" y="2371"/>
                </a:lnTo>
                <a:lnTo>
                  <a:pt x="2983" y="2370"/>
                </a:lnTo>
                <a:lnTo>
                  <a:pt x="3045" y="2338"/>
                </a:lnTo>
                <a:lnTo>
                  <a:pt x="3047" y="2337"/>
                </a:lnTo>
                <a:lnTo>
                  <a:pt x="3111" y="2310"/>
                </a:lnTo>
                <a:lnTo>
                  <a:pt x="3112" y="2309"/>
                </a:lnTo>
                <a:lnTo>
                  <a:pt x="3174" y="2287"/>
                </a:lnTo>
                <a:lnTo>
                  <a:pt x="3176" y="2286"/>
                </a:lnTo>
                <a:lnTo>
                  <a:pt x="3233" y="2271"/>
                </a:lnTo>
                <a:lnTo>
                  <a:pt x="3236" y="2270"/>
                </a:lnTo>
                <a:lnTo>
                  <a:pt x="3286" y="2262"/>
                </a:lnTo>
                <a:lnTo>
                  <a:pt x="3289" y="2262"/>
                </a:lnTo>
                <a:lnTo>
                  <a:pt x="3332" y="2260"/>
                </a:lnTo>
                <a:lnTo>
                  <a:pt x="3336" y="2260"/>
                </a:lnTo>
                <a:lnTo>
                  <a:pt x="3374" y="2264"/>
                </a:lnTo>
                <a:lnTo>
                  <a:pt x="3378" y="2264"/>
                </a:lnTo>
                <a:lnTo>
                  <a:pt x="3414" y="2273"/>
                </a:lnTo>
                <a:lnTo>
                  <a:pt x="3417" y="2274"/>
                </a:lnTo>
                <a:lnTo>
                  <a:pt x="3450" y="2287"/>
                </a:lnTo>
                <a:lnTo>
                  <a:pt x="3454" y="2289"/>
                </a:lnTo>
                <a:lnTo>
                  <a:pt x="3485" y="2307"/>
                </a:lnTo>
                <a:lnTo>
                  <a:pt x="3488" y="2309"/>
                </a:lnTo>
                <a:lnTo>
                  <a:pt x="3518" y="2332"/>
                </a:lnTo>
                <a:lnTo>
                  <a:pt x="3521" y="2334"/>
                </a:lnTo>
                <a:lnTo>
                  <a:pt x="3548" y="2360"/>
                </a:lnTo>
                <a:lnTo>
                  <a:pt x="3550" y="2363"/>
                </a:lnTo>
                <a:lnTo>
                  <a:pt x="3574" y="2394"/>
                </a:lnTo>
                <a:lnTo>
                  <a:pt x="3575" y="2396"/>
                </a:lnTo>
                <a:lnTo>
                  <a:pt x="3599" y="2434"/>
                </a:lnTo>
                <a:lnTo>
                  <a:pt x="3600" y="2436"/>
                </a:lnTo>
                <a:lnTo>
                  <a:pt x="3623" y="2483"/>
                </a:lnTo>
                <a:lnTo>
                  <a:pt x="3624" y="2484"/>
                </a:lnTo>
                <a:lnTo>
                  <a:pt x="3649" y="2540"/>
                </a:lnTo>
                <a:lnTo>
                  <a:pt x="3649" y="2540"/>
                </a:lnTo>
                <a:lnTo>
                  <a:pt x="3677" y="2605"/>
                </a:lnTo>
                <a:lnTo>
                  <a:pt x="3677" y="2605"/>
                </a:lnTo>
                <a:lnTo>
                  <a:pt x="3708" y="2679"/>
                </a:lnTo>
                <a:lnTo>
                  <a:pt x="3708" y="2680"/>
                </a:lnTo>
                <a:lnTo>
                  <a:pt x="3740" y="2761"/>
                </a:lnTo>
                <a:lnTo>
                  <a:pt x="3741" y="2762"/>
                </a:lnTo>
                <a:lnTo>
                  <a:pt x="3773" y="2850"/>
                </a:lnTo>
                <a:lnTo>
                  <a:pt x="3773" y="2851"/>
                </a:lnTo>
                <a:lnTo>
                  <a:pt x="3806" y="2946"/>
                </a:lnTo>
                <a:lnTo>
                  <a:pt x="3806" y="2947"/>
                </a:lnTo>
                <a:lnTo>
                  <a:pt x="3837" y="3047"/>
                </a:lnTo>
                <a:lnTo>
                  <a:pt x="3837" y="3047"/>
                </a:lnTo>
                <a:lnTo>
                  <a:pt x="3867" y="3152"/>
                </a:lnTo>
                <a:lnTo>
                  <a:pt x="3867" y="3153"/>
                </a:lnTo>
                <a:lnTo>
                  <a:pt x="3895" y="3264"/>
                </a:lnTo>
                <a:lnTo>
                  <a:pt x="3895" y="3265"/>
                </a:lnTo>
                <a:lnTo>
                  <a:pt x="3923" y="3384"/>
                </a:lnTo>
                <a:lnTo>
                  <a:pt x="3923" y="3385"/>
                </a:lnTo>
                <a:lnTo>
                  <a:pt x="3949" y="3510"/>
                </a:lnTo>
                <a:lnTo>
                  <a:pt x="3949" y="3510"/>
                </a:lnTo>
                <a:lnTo>
                  <a:pt x="3975" y="3639"/>
                </a:lnTo>
                <a:lnTo>
                  <a:pt x="3975" y="3639"/>
                </a:lnTo>
                <a:lnTo>
                  <a:pt x="3999" y="3768"/>
                </a:lnTo>
                <a:lnTo>
                  <a:pt x="3999" y="3768"/>
                </a:lnTo>
                <a:lnTo>
                  <a:pt x="4021" y="3895"/>
                </a:lnTo>
                <a:lnTo>
                  <a:pt x="4021" y="3895"/>
                </a:lnTo>
                <a:lnTo>
                  <a:pt x="4041" y="4020"/>
                </a:lnTo>
                <a:lnTo>
                  <a:pt x="4041" y="4021"/>
                </a:lnTo>
                <a:lnTo>
                  <a:pt x="4059" y="4146"/>
                </a:lnTo>
                <a:lnTo>
                  <a:pt x="4059" y="4147"/>
                </a:lnTo>
                <a:lnTo>
                  <a:pt x="4075" y="4273"/>
                </a:lnTo>
                <a:lnTo>
                  <a:pt x="4075" y="4273"/>
                </a:lnTo>
                <a:lnTo>
                  <a:pt x="4091" y="4400"/>
                </a:lnTo>
                <a:lnTo>
                  <a:pt x="4091" y="4400"/>
                </a:lnTo>
                <a:lnTo>
                  <a:pt x="4105" y="4527"/>
                </a:lnTo>
                <a:lnTo>
                  <a:pt x="4105" y="4527"/>
                </a:lnTo>
                <a:lnTo>
                  <a:pt x="4120" y="4653"/>
                </a:lnTo>
                <a:lnTo>
                  <a:pt x="4120" y="4654"/>
                </a:lnTo>
                <a:lnTo>
                  <a:pt x="4133" y="4780"/>
                </a:lnTo>
                <a:lnTo>
                  <a:pt x="4133" y="4780"/>
                </a:lnTo>
                <a:lnTo>
                  <a:pt x="4146" y="4906"/>
                </a:lnTo>
                <a:lnTo>
                  <a:pt x="4146" y="4907"/>
                </a:lnTo>
                <a:lnTo>
                  <a:pt x="4157" y="5033"/>
                </a:lnTo>
                <a:lnTo>
                  <a:pt x="4157" y="5033"/>
                </a:lnTo>
                <a:lnTo>
                  <a:pt x="4169" y="5160"/>
                </a:lnTo>
                <a:lnTo>
                  <a:pt x="4180" y="5287"/>
                </a:lnTo>
                <a:lnTo>
                  <a:pt x="4191" y="5414"/>
                </a:lnTo>
                <a:lnTo>
                  <a:pt x="4192" y="5414"/>
                </a:lnTo>
                <a:lnTo>
                  <a:pt x="4204" y="5541"/>
                </a:lnTo>
                <a:lnTo>
                  <a:pt x="4204" y="5541"/>
                </a:lnTo>
                <a:lnTo>
                  <a:pt x="4230" y="5794"/>
                </a:lnTo>
                <a:lnTo>
                  <a:pt x="4230" y="5794"/>
                </a:lnTo>
                <a:lnTo>
                  <a:pt x="4242" y="5920"/>
                </a:lnTo>
                <a:lnTo>
                  <a:pt x="4242" y="5920"/>
                </a:lnTo>
                <a:lnTo>
                  <a:pt x="4253" y="6047"/>
                </a:lnTo>
                <a:lnTo>
                  <a:pt x="4253" y="6047"/>
                </a:lnTo>
                <a:lnTo>
                  <a:pt x="4263" y="6174"/>
                </a:lnTo>
                <a:lnTo>
                  <a:pt x="4263" y="6175"/>
                </a:lnTo>
                <a:lnTo>
                  <a:pt x="4276" y="6314"/>
                </a:lnTo>
                <a:lnTo>
                  <a:pt x="4276" y="6316"/>
                </a:lnTo>
                <a:lnTo>
                  <a:pt x="4294" y="6468"/>
                </a:lnTo>
                <a:lnTo>
                  <a:pt x="4294" y="6469"/>
                </a:lnTo>
                <a:lnTo>
                  <a:pt x="4310" y="6621"/>
                </a:lnTo>
                <a:lnTo>
                  <a:pt x="4310" y="6622"/>
                </a:lnTo>
                <a:lnTo>
                  <a:pt x="4319" y="6758"/>
                </a:lnTo>
                <a:lnTo>
                  <a:pt x="4319" y="6760"/>
                </a:lnTo>
                <a:lnTo>
                  <a:pt x="4317" y="6862"/>
                </a:lnTo>
                <a:lnTo>
                  <a:pt x="4317" y="6865"/>
                </a:lnTo>
                <a:lnTo>
                  <a:pt x="4317" y="6868"/>
                </a:lnTo>
                <a:lnTo>
                  <a:pt x="4310" y="6892"/>
                </a:lnTo>
                <a:lnTo>
                  <a:pt x="4310" y="6895"/>
                </a:lnTo>
                <a:lnTo>
                  <a:pt x="4309" y="6897"/>
                </a:lnTo>
                <a:lnTo>
                  <a:pt x="4307" y="6899"/>
                </a:lnTo>
                <a:lnTo>
                  <a:pt x="4306" y="6902"/>
                </a:lnTo>
                <a:lnTo>
                  <a:pt x="4304" y="6904"/>
                </a:lnTo>
                <a:lnTo>
                  <a:pt x="4302" y="6905"/>
                </a:lnTo>
                <a:lnTo>
                  <a:pt x="4300" y="6907"/>
                </a:lnTo>
                <a:lnTo>
                  <a:pt x="4298" y="6908"/>
                </a:lnTo>
                <a:lnTo>
                  <a:pt x="4296" y="6910"/>
                </a:lnTo>
                <a:lnTo>
                  <a:pt x="4293" y="6911"/>
                </a:lnTo>
                <a:lnTo>
                  <a:pt x="4291" y="6911"/>
                </a:lnTo>
                <a:lnTo>
                  <a:pt x="4288" y="6912"/>
                </a:lnTo>
                <a:lnTo>
                  <a:pt x="4286" y="6912"/>
                </a:lnTo>
                <a:lnTo>
                  <a:pt x="4283" y="6912"/>
                </a:lnTo>
                <a:lnTo>
                  <a:pt x="4280" y="6912"/>
                </a:lnTo>
                <a:lnTo>
                  <a:pt x="4278" y="6911"/>
                </a:lnTo>
                <a:lnTo>
                  <a:pt x="4274" y="6910"/>
                </a:lnTo>
                <a:lnTo>
                  <a:pt x="4272" y="6910"/>
                </a:lnTo>
                <a:lnTo>
                  <a:pt x="4270" y="6909"/>
                </a:lnTo>
                <a:lnTo>
                  <a:pt x="4267" y="6907"/>
                </a:lnTo>
                <a:lnTo>
                  <a:pt x="4211" y="6873"/>
                </a:lnTo>
                <a:lnTo>
                  <a:pt x="4209" y="6872"/>
                </a:lnTo>
                <a:lnTo>
                  <a:pt x="4136" y="6819"/>
                </a:lnTo>
                <a:lnTo>
                  <a:pt x="4136" y="6819"/>
                </a:lnTo>
                <a:lnTo>
                  <a:pt x="4061" y="6765"/>
                </a:lnTo>
                <a:lnTo>
                  <a:pt x="4055" y="6761"/>
                </a:lnTo>
                <a:lnTo>
                  <a:pt x="3985" y="6723"/>
                </a:lnTo>
                <a:lnTo>
                  <a:pt x="3980" y="6720"/>
                </a:lnTo>
                <a:lnTo>
                  <a:pt x="3914" y="6691"/>
                </a:lnTo>
                <a:lnTo>
                  <a:pt x="3914" y="6691"/>
                </a:lnTo>
                <a:lnTo>
                  <a:pt x="3847" y="6660"/>
                </a:lnTo>
                <a:lnTo>
                  <a:pt x="3847" y="6660"/>
                </a:lnTo>
                <a:lnTo>
                  <a:pt x="3779" y="6630"/>
                </a:lnTo>
                <a:lnTo>
                  <a:pt x="3777" y="6629"/>
                </a:lnTo>
                <a:lnTo>
                  <a:pt x="3708" y="6602"/>
                </a:lnTo>
                <a:lnTo>
                  <a:pt x="3703" y="6600"/>
                </a:lnTo>
                <a:lnTo>
                  <a:pt x="3634" y="6579"/>
                </a:lnTo>
                <a:lnTo>
                  <a:pt x="3627" y="6578"/>
                </a:lnTo>
                <a:lnTo>
                  <a:pt x="3554" y="6565"/>
                </a:lnTo>
                <a:lnTo>
                  <a:pt x="3548" y="6564"/>
                </a:lnTo>
                <a:lnTo>
                  <a:pt x="3473" y="6558"/>
                </a:lnTo>
                <a:lnTo>
                  <a:pt x="3469" y="6558"/>
                </a:lnTo>
                <a:lnTo>
                  <a:pt x="3390" y="6557"/>
                </a:lnTo>
                <a:lnTo>
                  <a:pt x="3386" y="6557"/>
                </a:lnTo>
                <a:lnTo>
                  <a:pt x="3306" y="6562"/>
                </a:lnTo>
                <a:lnTo>
                  <a:pt x="3301" y="6563"/>
                </a:lnTo>
                <a:lnTo>
                  <a:pt x="3220" y="6574"/>
                </a:lnTo>
                <a:lnTo>
                  <a:pt x="3214" y="6575"/>
                </a:lnTo>
                <a:lnTo>
                  <a:pt x="3133" y="6594"/>
                </a:lnTo>
                <a:lnTo>
                  <a:pt x="3127" y="6595"/>
                </a:lnTo>
                <a:lnTo>
                  <a:pt x="3046" y="6621"/>
                </a:lnTo>
                <a:lnTo>
                  <a:pt x="3040" y="6624"/>
                </a:lnTo>
                <a:lnTo>
                  <a:pt x="2957" y="6660"/>
                </a:lnTo>
                <a:lnTo>
                  <a:pt x="2952" y="6663"/>
                </a:lnTo>
                <a:lnTo>
                  <a:pt x="2866" y="6710"/>
                </a:lnTo>
                <a:lnTo>
                  <a:pt x="2862" y="6712"/>
                </a:lnTo>
                <a:lnTo>
                  <a:pt x="2775" y="6766"/>
                </a:lnTo>
                <a:lnTo>
                  <a:pt x="2773" y="6767"/>
                </a:lnTo>
                <a:lnTo>
                  <a:pt x="2688" y="6826"/>
                </a:lnTo>
                <a:lnTo>
                  <a:pt x="2686" y="6828"/>
                </a:lnTo>
                <a:lnTo>
                  <a:pt x="2606" y="6888"/>
                </a:lnTo>
                <a:lnTo>
                  <a:pt x="2604" y="6890"/>
                </a:lnTo>
                <a:lnTo>
                  <a:pt x="2532" y="6948"/>
                </a:lnTo>
                <a:lnTo>
                  <a:pt x="2528" y="6952"/>
                </a:lnTo>
                <a:lnTo>
                  <a:pt x="2463" y="7014"/>
                </a:lnTo>
                <a:lnTo>
                  <a:pt x="2459" y="7019"/>
                </a:lnTo>
                <a:lnTo>
                  <a:pt x="2399" y="7089"/>
                </a:lnTo>
                <a:lnTo>
                  <a:pt x="2396" y="7091"/>
                </a:lnTo>
                <a:lnTo>
                  <a:pt x="2341" y="7163"/>
                </a:lnTo>
                <a:lnTo>
                  <a:pt x="2340" y="7164"/>
                </a:lnTo>
                <a:lnTo>
                  <a:pt x="2290" y="7231"/>
                </a:lnTo>
                <a:lnTo>
                  <a:pt x="2290" y="7232"/>
                </a:lnTo>
                <a:lnTo>
                  <a:pt x="2247" y="7286"/>
                </a:lnTo>
                <a:lnTo>
                  <a:pt x="2246" y="7288"/>
                </a:lnTo>
                <a:lnTo>
                  <a:pt x="2212" y="7323"/>
                </a:lnTo>
                <a:lnTo>
                  <a:pt x="2209" y="7325"/>
                </a:lnTo>
                <a:lnTo>
                  <a:pt x="2199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23" name="!!PulmonDerecho"/>
          <p:cNvGrpSpPr/>
          <p:nvPr/>
        </p:nvGrpSpPr>
        <p:grpSpPr>
          <a:xfrm>
            <a:off x="7837360" y="2164579"/>
            <a:ext cx="964346" cy="2037808"/>
            <a:chOff x="7837360" y="2164579"/>
            <a:chExt cx="964346" cy="2037808"/>
          </a:xfrm>
        </p:grpSpPr>
        <p:sp>
          <p:nvSpPr>
            <p:cNvPr id="24" name="Forma 23"/>
            <p:cNvSpPr/>
            <p:nvPr/>
          </p:nvSpPr>
          <p:spPr>
            <a:xfrm>
              <a:off x="7837360" y="2164579"/>
              <a:ext cx="964346" cy="2037808"/>
            </a:xfrm>
            <a:custGeom>
              <a:avLst/>
              <a:gdLst/>
              <a:ahLst/>
              <a:cxnLst/>
              <a:rect l="0" t="0" r="r" b="b"/>
              <a:pathLst>
                <a:path w="4653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5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2" y="8459"/>
                  </a:lnTo>
                  <a:lnTo>
                    <a:pt x="3338" y="8485"/>
                  </a:lnTo>
                  <a:lnTo>
                    <a:pt x="3355" y="8489"/>
                  </a:lnTo>
                  <a:lnTo>
                    <a:pt x="3497" y="8531"/>
                  </a:lnTo>
                  <a:lnTo>
                    <a:pt x="3508" y="8535"/>
                  </a:lnTo>
                  <a:lnTo>
                    <a:pt x="3646" y="8589"/>
                  </a:lnTo>
                  <a:lnTo>
                    <a:pt x="3652" y="8592"/>
                  </a:lnTo>
                  <a:lnTo>
                    <a:pt x="3787" y="8652"/>
                  </a:lnTo>
                  <a:lnTo>
                    <a:pt x="3789" y="8653"/>
                  </a:lnTo>
                  <a:lnTo>
                    <a:pt x="3921" y="8714"/>
                  </a:lnTo>
                  <a:lnTo>
                    <a:pt x="4052" y="8772"/>
                  </a:lnTo>
                  <a:lnTo>
                    <a:pt x="4065" y="8778"/>
                  </a:lnTo>
                  <a:lnTo>
                    <a:pt x="4206" y="8857"/>
                  </a:lnTo>
                  <a:lnTo>
                    <a:pt x="4221" y="8866"/>
                  </a:lnTo>
                  <a:lnTo>
                    <a:pt x="4371" y="8973"/>
                  </a:lnTo>
                  <a:lnTo>
                    <a:pt x="4373" y="8974"/>
                  </a:lnTo>
                  <a:lnTo>
                    <a:pt x="4517" y="9079"/>
                  </a:lnTo>
                  <a:lnTo>
                    <a:pt x="4630" y="9147"/>
                  </a:lnTo>
                  <a:lnTo>
                    <a:pt x="4637" y="9149"/>
                  </a:lnTo>
                  <a:lnTo>
                    <a:pt x="4649" y="9101"/>
                  </a:lnTo>
                  <a:lnTo>
                    <a:pt x="4653" y="8898"/>
                  </a:lnTo>
                  <a:lnTo>
                    <a:pt x="4634" y="8628"/>
                  </a:lnTo>
                  <a:lnTo>
                    <a:pt x="4602" y="8325"/>
                  </a:lnTo>
                  <a:lnTo>
                    <a:pt x="4568" y="8021"/>
                  </a:lnTo>
                  <a:lnTo>
                    <a:pt x="4567" y="8018"/>
                  </a:lnTo>
                  <a:lnTo>
                    <a:pt x="4542" y="7741"/>
                  </a:lnTo>
                  <a:lnTo>
                    <a:pt x="4541" y="7738"/>
                  </a:lnTo>
                  <a:lnTo>
                    <a:pt x="4522" y="7485"/>
                  </a:lnTo>
                  <a:lnTo>
                    <a:pt x="4499" y="7234"/>
                  </a:lnTo>
                  <a:lnTo>
                    <a:pt x="4475" y="6983"/>
                  </a:lnTo>
                  <a:lnTo>
                    <a:pt x="4423" y="6480"/>
                  </a:lnTo>
                  <a:lnTo>
                    <a:pt x="4423" y="6479"/>
                  </a:lnTo>
                  <a:lnTo>
                    <a:pt x="4399" y="6227"/>
                  </a:lnTo>
                  <a:lnTo>
                    <a:pt x="4399" y="6226"/>
                  </a:lnTo>
                  <a:lnTo>
                    <a:pt x="4375" y="5974"/>
                  </a:lnTo>
                  <a:lnTo>
                    <a:pt x="4375" y="5973"/>
                  </a:lnTo>
                  <a:lnTo>
                    <a:pt x="4353" y="5721"/>
                  </a:lnTo>
                  <a:lnTo>
                    <a:pt x="4331" y="5469"/>
                  </a:lnTo>
                  <a:lnTo>
                    <a:pt x="4307" y="5217"/>
                  </a:lnTo>
                  <a:lnTo>
                    <a:pt x="4283" y="4966"/>
                  </a:lnTo>
                  <a:lnTo>
                    <a:pt x="4256" y="4715"/>
                  </a:lnTo>
                  <a:lnTo>
                    <a:pt x="4228" y="4462"/>
                  </a:lnTo>
                  <a:lnTo>
                    <a:pt x="4198" y="4210"/>
                  </a:lnTo>
                  <a:lnTo>
                    <a:pt x="4168" y="3958"/>
                  </a:lnTo>
                  <a:lnTo>
                    <a:pt x="4135" y="3707"/>
                  </a:lnTo>
                  <a:lnTo>
                    <a:pt x="4099" y="3457"/>
                  </a:lnTo>
                  <a:lnTo>
                    <a:pt x="4059" y="3208"/>
                  </a:lnTo>
                  <a:lnTo>
                    <a:pt x="4015" y="2956"/>
                  </a:lnTo>
                  <a:lnTo>
                    <a:pt x="3968" y="2700"/>
                  </a:lnTo>
                  <a:lnTo>
                    <a:pt x="3918" y="2445"/>
                  </a:lnTo>
                  <a:lnTo>
                    <a:pt x="3865" y="2195"/>
                  </a:lnTo>
                  <a:lnTo>
                    <a:pt x="3811" y="1957"/>
                  </a:lnTo>
                  <a:lnTo>
                    <a:pt x="3755" y="1736"/>
                  </a:lnTo>
                  <a:lnTo>
                    <a:pt x="3696" y="1528"/>
                  </a:lnTo>
                  <a:lnTo>
                    <a:pt x="3634" y="1329"/>
                  </a:lnTo>
                  <a:lnTo>
                    <a:pt x="3569" y="1140"/>
                  </a:lnTo>
                  <a:lnTo>
                    <a:pt x="3505" y="963"/>
                  </a:lnTo>
                  <a:lnTo>
                    <a:pt x="3441" y="801"/>
                  </a:lnTo>
                  <a:lnTo>
                    <a:pt x="3380" y="655"/>
                  </a:lnTo>
                  <a:lnTo>
                    <a:pt x="3324" y="525"/>
                  </a:lnTo>
                  <a:lnTo>
                    <a:pt x="3274" y="414"/>
                  </a:lnTo>
                  <a:lnTo>
                    <a:pt x="3227" y="322"/>
                  </a:lnTo>
                  <a:lnTo>
                    <a:pt x="3181" y="246"/>
                  </a:lnTo>
                  <a:lnTo>
                    <a:pt x="3133" y="184"/>
                  </a:lnTo>
                  <a:lnTo>
                    <a:pt x="3080" y="132"/>
                  </a:lnTo>
                  <a:lnTo>
                    <a:pt x="3020" y="87"/>
                  </a:lnTo>
                  <a:lnTo>
                    <a:pt x="2957" y="51"/>
                  </a:lnTo>
                  <a:lnTo>
                    <a:pt x="2891" y="24"/>
                  </a:lnTo>
                  <a:lnTo>
                    <a:pt x="2821" y="7"/>
                  </a:lnTo>
                  <a:lnTo>
                    <a:pt x="2744" y="0"/>
                  </a:lnTo>
                  <a:lnTo>
                    <a:pt x="2658" y="3"/>
                  </a:lnTo>
                  <a:lnTo>
                    <a:pt x="2559" y="20"/>
                  </a:lnTo>
                  <a:lnTo>
                    <a:pt x="2445" y="51"/>
                  </a:lnTo>
                  <a:lnTo>
                    <a:pt x="2322" y="95"/>
                  </a:lnTo>
                  <a:lnTo>
                    <a:pt x="2196" y="149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5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7905829" y="2364584"/>
              <a:ext cx="698967" cy="1458797"/>
            </a:xfrm>
            <a:custGeom>
              <a:avLst/>
              <a:gdLst/>
              <a:ahLst/>
              <a:cxnLst/>
              <a:rect l="0" t="0" r="r" b="b"/>
              <a:pathLst>
                <a:path w="1274" h="2704" fill="none">
                  <a:moveTo>
                    <a:pt x="1274" y="1273"/>
                  </a:moveTo>
                  <a:lnTo>
                    <a:pt x="936" y="1092"/>
                  </a:lnTo>
                  <a:lnTo>
                    <a:pt x="520" y="780"/>
                  </a:lnTo>
                  <a:lnTo>
                    <a:pt x="286" y="468"/>
                  </a:lnTo>
                </a:path>
                <a:path w="1274" h="2704" fill="none">
                  <a:moveTo>
                    <a:pt x="936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4" h="2704" fill="none">
                  <a:moveTo>
                    <a:pt x="1274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4" h="2704" fill="none">
                  <a:moveTo>
                    <a:pt x="780" y="1352"/>
                  </a:moveTo>
                  <a:lnTo>
                    <a:pt x="416" y="1716"/>
                  </a:lnTo>
                  <a:lnTo>
                    <a:pt x="130" y="2027"/>
                  </a:lnTo>
                </a:path>
                <a:path w="1274" h="2704" fill="none">
                  <a:moveTo>
                    <a:pt x="1274" y="1273"/>
                  </a:moveTo>
                  <a:lnTo>
                    <a:pt x="936" y="1716"/>
                  </a:lnTo>
                  <a:lnTo>
                    <a:pt x="624" y="2236"/>
                  </a:lnTo>
                  <a:lnTo>
                    <a:pt x="338" y="2652"/>
                  </a:lnTo>
                </a:path>
                <a:path w="1274" h="2704" fill="none">
                  <a:moveTo>
                    <a:pt x="936" y="1716"/>
                  </a:moveTo>
                  <a:lnTo>
                    <a:pt x="1092" y="2236"/>
                  </a:lnTo>
                  <a:lnTo>
                    <a:pt x="936" y="2704"/>
                  </a:lnTo>
                </a:path>
                <a:path w="1274" h="2704" fill="none">
                  <a:moveTo>
                    <a:pt x="624" y="2236"/>
                  </a:moveTo>
                  <a:lnTo>
                    <a:pt x="208" y="2496"/>
                  </a:lnTo>
                  <a:lnTo>
                    <a:pt x="0" y="2652"/>
                  </a:lnTo>
                </a:path>
                <a:path w="1274" h="2704" fill="none">
                  <a:moveTo>
                    <a:pt x="520" y="780"/>
                  </a:moveTo>
                  <a:lnTo>
                    <a:pt x="156" y="883"/>
                  </a:lnTo>
                  <a:lnTo>
                    <a:pt x="15" y="989"/>
                  </a:lnTo>
                </a:path>
                <a:path w="1274" h="2704" fill="none">
                  <a:moveTo>
                    <a:pt x="780" y="623"/>
                  </a:moveTo>
                  <a:lnTo>
                    <a:pt x="468" y="311"/>
                  </a:lnTo>
                </a:path>
                <a:path w="1274" h="2704" fill="none">
                  <a:moveTo>
                    <a:pt x="416" y="1716"/>
                  </a:moveTo>
                  <a:lnTo>
                    <a:pt x="468" y="2080"/>
                  </a:lnTo>
                  <a:lnTo>
                    <a:pt x="311" y="2444"/>
                  </a:lnTo>
                </a:path>
                <a:path w="1274" h="2704" fill="none">
                  <a:moveTo>
                    <a:pt x="1274" y="1273"/>
                  </a:moveTo>
                  <a:lnTo>
                    <a:pt x="1196" y="883"/>
                  </a:lnTo>
                  <a:lnTo>
                    <a:pt x="1040" y="468"/>
                  </a:lnTo>
                  <a:lnTo>
                    <a:pt x="936" y="0"/>
                  </a:lnTo>
                </a:path>
                <a:path w="1274" h="2704" fill="none">
                  <a:moveTo>
                    <a:pt x="260" y="1352"/>
                  </a:moveTo>
                  <a:lnTo>
                    <a:pt x="104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7864044" y="3051901"/>
              <a:ext cx="755017" cy="849037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!!PleuraVisceralD"/>
          <p:cNvSpPr/>
          <p:nvPr/>
        </p:nvSpPr>
        <p:spPr>
          <a:xfrm>
            <a:off x="7837360" y="2164579"/>
            <a:ext cx="964346" cy="2037808"/>
          </a:xfrm>
          <a:custGeom>
            <a:avLst/>
            <a:gdLst/>
            <a:ahLst/>
            <a:cxnLst/>
            <a:rect l="0" t="0" r="r" b="b"/>
            <a:pathLst>
              <a:path w="1757" h="3777" fill="none">
                <a:moveTo>
                  <a:pt x="179" y="3771"/>
                </a:moveTo>
                <a:lnTo>
                  <a:pt x="205" y="3744"/>
                </a:lnTo>
                <a:lnTo>
                  <a:pt x="236" y="3704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1" y="3205"/>
                </a:lnTo>
                <a:lnTo>
                  <a:pt x="1267" y="3206"/>
                </a:lnTo>
                <a:lnTo>
                  <a:pt x="1321" y="3222"/>
                </a:lnTo>
                <a:lnTo>
                  <a:pt x="1325" y="3224"/>
                </a:lnTo>
                <a:lnTo>
                  <a:pt x="1377" y="3244"/>
                </a:lnTo>
                <a:lnTo>
                  <a:pt x="1379" y="3245"/>
                </a:lnTo>
                <a:lnTo>
                  <a:pt x="1430" y="3268"/>
                </a:lnTo>
                <a:lnTo>
                  <a:pt x="1431" y="3268"/>
                </a:lnTo>
                <a:lnTo>
                  <a:pt x="1481" y="3291"/>
                </a:lnTo>
                <a:lnTo>
                  <a:pt x="1531" y="3313"/>
                </a:lnTo>
                <a:lnTo>
                  <a:pt x="1535" y="3315"/>
                </a:lnTo>
                <a:lnTo>
                  <a:pt x="1589" y="3345"/>
                </a:lnTo>
                <a:lnTo>
                  <a:pt x="1594" y="3348"/>
                </a:lnTo>
                <a:lnTo>
                  <a:pt x="1651" y="3389"/>
                </a:lnTo>
                <a:lnTo>
                  <a:pt x="1652" y="3389"/>
                </a:lnTo>
                <a:lnTo>
                  <a:pt x="1706" y="3429"/>
                </a:lnTo>
                <a:lnTo>
                  <a:pt x="1749" y="3455"/>
                </a:lnTo>
                <a:lnTo>
                  <a:pt x="1751" y="3455"/>
                </a:lnTo>
                <a:lnTo>
                  <a:pt x="1756" y="3437"/>
                </a:lnTo>
                <a:lnTo>
                  <a:pt x="1757" y="3361"/>
                </a:lnTo>
                <a:lnTo>
                  <a:pt x="1750" y="3259"/>
                </a:lnTo>
                <a:lnTo>
                  <a:pt x="1738" y="3144"/>
                </a:lnTo>
                <a:lnTo>
                  <a:pt x="1725" y="3029"/>
                </a:lnTo>
                <a:lnTo>
                  <a:pt x="1725" y="3028"/>
                </a:lnTo>
                <a:lnTo>
                  <a:pt x="1715" y="2923"/>
                </a:lnTo>
                <a:lnTo>
                  <a:pt x="1715" y="2923"/>
                </a:lnTo>
                <a:lnTo>
                  <a:pt x="1708" y="2827"/>
                </a:lnTo>
                <a:lnTo>
                  <a:pt x="1699" y="2732"/>
                </a:lnTo>
                <a:lnTo>
                  <a:pt x="1690" y="2637"/>
                </a:lnTo>
                <a:lnTo>
                  <a:pt x="1671" y="2447"/>
                </a:lnTo>
                <a:lnTo>
                  <a:pt x="1671" y="2447"/>
                </a:lnTo>
                <a:lnTo>
                  <a:pt x="1661" y="2352"/>
                </a:lnTo>
                <a:lnTo>
                  <a:pt x="1661" y="2351"/>
                </a:lnTo>
                <a:lnTo>
                  <a:pt x="1653" y="2256"/>
                </a:lnTo>
                <a:lnTo>
                  <a:pt x="1653" y="2256"/>
                </a:lnTo>
                <a:lnTo>
                  <a:pt x="1644" y="2161"/>
                </a:lnTo>
                <a:lnTo>
                  <a:pt x="1636" y="2065"/>
                </a:lnTo>
                <a:lnTo>
                  <a:pt x="1627" y="1970"/>
                </a:lnTo>
                <a:lnTo>
                  <a:pt x="1618" y="1875"/>
                </a:lnTo>
                <a:lnTo>
                  <a:pt x="1607" y="1780"/>
                </a:lnTo>
                <a:lnTo>
                  <a:pt x="1597" y="1685"/>
                </a:lnTo>
                <a:lnTo>
                  <a:pt x="1586" y="1590"/>
                </a:lnTo>
                <a:lnTo>
                  <a:pt x="1574" y="1495"/>
                </a:lnTo>
                <a:lnTo>
                  <a:pt x="1562" y="1400"/>
                </a:lnTo>
                <a:lnTo>
                  <a:pt x="1548" y="1306"/>
                </a:lnTo>
                <a:lnTo>
                  <a:pt x="1533" y="1212"/>
                </a:lnTo>
                <a:lnTo>
                  <a:pt x="1517" y="1116"/>
                </a:lnTo>
                <a:lnTo>
                  <a:pt x="1499" y="1020"/>
                </a:lnTo>
                <a:lnTo>
                  <a:pt x="1480" y="923"/>
                </a:lnTo>
                <a:lnTo>
                  <a:pt x="1460" y="829"/>
                </a:lnTo>
                <a:lnTo>
                  <a:pt x="1439" y="739"/>
                </a:lnTo>
                <a:lnTo>
                  <a:pt x="1418" y="655"/>
                </a:lnTo>
                <a:lnTo>
                  <a:pt x="1396" y="577"/>
                </a:lnTo>
                <a:lnTo>
                  <a:pt x="1372" y="502"/>
                </a:lnTo>
                <a:lnTo>
                  <a:pt x="1348" y="430"/>
                </a:lnTo>
                <a:lnTo>
                  <a:pt x="1324" y="364"/>
                </a:lnTo>
                <a:lnTo>
                  <a:pt x="1300" y="302"/>
                </a:lnTo>
                <a:lnTo>
                  <a:pt x="1276" y="247"/>
                </a:lnTo>
                <a:lnTo>
                  <a:pt x="1255" y="198"/>
                </a:lnTo>
                <a:lnTo>
                  <a:pt x="1236" y="156"/>
                </a:lnTo>
                <a:lnTo>
                  <a:pt x="1219" y="121"/>
                </a:lnTo>
                <a:lnTo>
                  <a:pt x="1201" y="93"/>
                </a:lnTo>
                <a:lnTo>
                  <a:pt x="1183" y="69"/>
                </a:lnTo>
                <a:lnTo>
                  <a:pt x="1163" y="50"/>
                </a:lnTo>
                <a:lnTo>
                  <a:pt x="1141" y="33"/>
                </a:lnTo>
                <a:lnTo>
                  <a:pt x="1117" y="19"/>
                </a:lnTo>
                <a:lnTo>
                  <a:pt x="1092" y="9"/>
                </a:lnTo>
                <a:lnTo>
                  <a:pt x="1065" y="2"/>
                </a:lnTo>
                <a:lnTo>
                  <a:pt x="1036" y="0"/>
                </a:lnTo>
                <a:lnTo>
                  <a:pt x="1004" y="1"/>
                </a:lnTo>
                <a:lnTo>
                  <a:pt x="966" y="7"/>
                </a:lnTo>
                <a:lnTo>
                  <a:pt x="923" y="19"/>
                </a:lnTo>
                <a:lnTo>
                  <a:pt x="877" y="35"/>
                </a:lnTo>
                <a:lnTo>
                  <a:pt x="829" y="56"/>
                </a:lnTo>
                <a:lnTo>
                  <a:pt x="782" y="80"/>
                </a:lnTo>
                <a:lnTo>
                  <a:pt x="738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4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6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20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4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8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!!PulmonIzquierdo"/>
          <p:cNvGrpSpPr/>
          <p:nvPr/>
        </p:nvGrpSpPr>
        <p:grpSpPr>
          <a:xfrm>
            <a:off x="9652581" y="1297067"/>
            <a:ext cx="1543332" cy="4048394"/>
            <a:chOff x="9652581" y="1297067"/>
            <a:chExt cx="1543332" cy="4048394"/>
          </a:xfrm>
        </p:grpSpPr>
        <p:sp>
          <p:nvSpPr>
            <p:cNvPr id="29" name="Forma 28"/>
            <p:cNvSpPr/>
            <p:nvPr/>
          </p:nvSpPr>
          <p:spPr>
            <a:xfrm>
              <a:off x="9652581" y="1297067"/>
              <a:ext cx="1543332" cy="4048394"/>
            </a:xfrm>
            <a:custGeom>
              <a:avLst/>
              <a:gdLst/>
              <a:ahLst/>
              <a:cxnLst/>
              <a:rect l="0" t="0" r="r" b="b"/>
              <a:pathLst>
                <a:path w="3748" h="10000">
                  <a:moveTo>
                    <a:pt x="819" y="8494"/>
                  </a:moveTo>
                  <a:lnTo>
                    <a:pt x="829" y="8494"/>
                  </a:lnTo>
                  <a:lnTo>
                    <a:pt x="982" y="8492"/>
                  </a:lnTo>
                  <a:lnTo>
                    <a:pt x="992" y="8493"/>
                  </a:lnTo>
                  <a:lnTo>
                    <a:pt x="1148" y="8502"/>
                  </a:lnTo>
                  <a:lnTo>
                    <a:pt x="1160" y="8503"/>
                  </a:lnTo>
                  <a:lnTo>
                    <a:pt x="1318" y="8525"/>
                  </a:lnTo>
                  <a:lnTo>
                    <a:pt x="1330" y="8528"/>
                  </a:lnTo>
                  <a:lnTo>
                    <a:pt x="1490" y="8564"/>
                  </a:lnTo>
                  <a:lnTo>
                    <a:pt x="1503" y="8567"/>
                  </a:lnTo>
                  <a:lnTo>
                    <a:pt x="1661" y="8619"/>
                  </a:lnTo>
                  <a:lnTo>
                    <a:pt x="1675" y="8624"/>
                  </a:lnTo>
                  <a:lnTo>
                    <a:pt x="1837" y="8696"/>
                  </a:lnTo>
                  <a:lnTo>
                    <a:pt x="1848" y="8701"/>
                  </a:lnTo>
                  <a:lnTo>
                    <a:pt x="2016" y="8792"/>
                  </a:lnTo>
                  <a:lnTo>
                    <a:pt x="2024" y="8797"/>
                  </a:lnTo>
                  <a:lnTo>
                    <a:pt x="2193" y="8902"/>
                  </a:lnTo>
                  <a:lnTo>
                    <a:pt x="2199" y="8906"/>
                  </a:lnTo>
                  <a:lnTo>
                    <a:pt x="2363" y="9020"/>
                  </a:lnTo>
                  <a:lnTo>
                    <a:pt x="2368" y="9023"/>
                  </a:lnTo>
                  <a:lnTo>
                    <a:pt x="2523" y="9140"/>
                  </a:lnTo>
                  <a:lnTo>
                    <a:pt x="2527" y="9144"/>
                  </a:lnTo>
                  <a:lnTo>
                    <a:pt x="2668" y="9258"/>
                  </a:lnTo>
                  <a:lnTo>
                    <a:pt x="2677" y="9266"/>
                  </a:lnTo>
                  <a:lnTo>
                    <a:pt x="2803" y="9388"/>
                  </a:lnTo>
                  <a:lnTo>
                    <a:pt x="2813" y="9398"/>
                  </a:lnTo>
                  <a:lnTo>
                    <a:pt x="2930" y="9535"/>
                  </a:lnTo>
                  <a:lnTo>
                    <a:pt x="2935" y="9540"/>
                  </a:lnTo>
                  <a:lnTo>
                    <a:pt x="3042" y="9680"/>
                  </a:lnTo>
                  <a:lnTo>
                    <a:pt x="3044" y="9682"/>
                  </a:lnTo>
                  <a:lnTo>
                    <a:pt x="3140" y="9811"/>
                  </a:lnTo>
                  <a:lnTo>
                    <a:pt x="3222" y="9915"/>
                  </a:lnTo>
                  <a:lnTo>
                    <a:pt x="3287" y="9983"/>
                  </a:lnTo>
                  <a:lnTo>
                    <a:pt x="3307" y="10000"/>
                  </a:lnTo>
                  <a:lnTo>
                    <a:pt x="3324" y="9960"/>
                  </a:lnTo>
                  <a:lnTo>
                    <a:pt x="3353" y="9865"/>
                  </a:lnTo>
                  <a:lnTo>
                    <a:pt x="3383" y="9743"/>
                  </a:lnTo>
                  <a:lnTo>
                    <a:pt x="3412" y="9600"/>
                  </a:lnTo>
                  <a:lnTo>
                    <a:pt x="3441" y="9441"/>
                  </a:lnTo>
                  <a:lnTo>
                    <a:pt x="3469" y="9269"/>
                  </a:lnTo>
                  <a:lnTo>
                    <a:pt x="3498" y="9078"/>
                  </a:lnTo>
                  <a:lnTo>
                    <a:pt x="3526" y="8862"/>
                  </a:lnTo>
                  <a:lnTo>
                    <a:pt x="3554" y="8631"/>
                  </a:lnTo>
                  <a:lnTo>
                    <a:pt x="3580" y="8393"/>
                  </a:lnTo>
                  <a:lnTo>
                    <a:pt x="3605" y="8156"/>
                  </a:lnTo>
                  <a:lnTo>
                    <a:pt x="3628" y="7931"/>
                  </a:lnTo>
                  <a:lnTo>
                    <a:pt x="3650" y="7716"/>
                  </a:lnTo>
                  <a:lnTo>
                    <a:pt x="3672" y="7506"/>
                  </a:lnTo>
                  <a:lnTo>
                    <a:pt x="3691" y="7299"/>
                  </a:lnTo>
                  <a:lnTo>
                    <a:pt x="3709" y="7092"/>
                  </a:lnTo>
                  <a:lnTo>
                    <a:pt x="3723" y="6885"/>
                  </a:lnTo>
                  <a:lnTo>
                    <a:pt x="3734" y="6673"/>
                  </a:lnTo>
                  <a:lnTo>
                    <a:pt x="3742" y="6457"/>
                  </a:lnTo>
                  <a:lnTo>
                    <a:pt x="3746" y="6238"/>
                  </a:lnTo>
                  <a:lnTo>
                    <a:pt x="3748" y="6017"/>
                  </a:lnTo>
                  <a:lnTo>
                    <a:pt x="3746" y="5796"/>
                  </a:lnTo>
                  <a:lnTo>
                    <a:pt x="3742" y="5574"/>
                  </a:lnTo>
                  <a:lnTo>
                    <a:pt x="3734" y="5353"/>
                  </a:lnTo>
                  <a:lnTo>
                    <a:pt x="3724" y="5131"/>
                  </a:lnTo>
                  <a:lnTo>
                    <a:pt x="3712" y="4909"/>
                  </a:lnTo>
                  <a:lnTo>
                    <a:pt x="3696" y="4688"/>
                  </a:lnTo>
                  <a:lnTo>
                    <a:pt x="3678" y="4467"/>
                  </a:lnTo>
                  <a:lnTo>
                    <a:pt x="3655" y="4249"/>
                  </a:lnTo>
                  <a:lnTo>
                    <a:pt x="3629" y="4033"/>
                  </a:lnTo>
                  <a:lnTo>
                    <a:pt x="3599" y="3819"/>
                  </a:lnTo>
                  <a:lnTo>
                    <a:pt x="3565" y="3605"/>
                  </a:lnTo>
                  <a:lnTo>
                    <a:pt x="3528" y="3394"/>
                  </a:lnTo>
                  <a:lnTo>
                    <a:pt x="3488" y="3186"/>
                  </a:lnTo>
                  <a:lnTo>
                    <a:pt x="3442" y="2983"/>
                  </a:lnTo>
                  <a:lnTo>
                    <a:pt x="3393" y="2786"/>
                  </a:lnTo>
                  <a:lnTo>
                    <a:pt x="3338" y="2594"/>
                  </a:lnTo>
                  <a:lnTo>
                    <a:pt x="3279" y="2405"/>
                  </a:lnTo>
                  <a:lnTo>
                    <a:pt x="3215" y="2221"/>
                  </a:lnTo>
                  <a:lnTo>
                    <a:pt x="3147" y="2042"/>
                  </a:lnTo>
                  <a:lnTo>
                    <a:pt x="3076" y="1870"/>
                  </a:lnTo>
                  <a:lnTo>
                    <a:pt x="3002" y="1705"/>
                  </a:lnTo>
                  <a:lnTo>
                    <a:pt x="2924" y="1546"/>
                  </a:lnTo>
                  <a:lnTo>
                    <a:pt x="2844" y="1393"/>
                  </a:lnTo>
                  <a:lnTo>
                    <a:pt x="2759" y="1247"/>
                  </a:lnTo>
                  <a:lnTo>
                    <a:pt x="2672" y="1109"/>
                  </a:lnTo>
                  <a:lnTo>
                    <a:pt x="2581" y="977"/>
                  </a:lnTo>
                  <a:lnTo>
                    <a:pt x="2487" y="855"/>
                  </a:lnTo>
                  <a:lnTo>
                    <a:pt x="2390" y="739"/>
                  </a:lnTo>
                  <a:lnTo>
                    <a:pt x="2288" y="629"/>
                  </a:lnTo>
                  <a:lnTo>
                    <a:pt x="2183" y="527"/>
                  </a:lnTo>
                  <a:lnTo>
                    <a:pt x="2075" y="434"/>
                  </a:lnTo>
                  <a:lnTo>
                    <a:pt x="1966" y="349"/>
                  </a:lnTo>
                  <a:lnTo>
                    <a:pt x="1857" y="274"/>
                  </a:lnTo>
                  <a:lnTo>
                    <a:pt x="1742" y="206"/>
                  </a:lnTo>
                  <a:lnTo>
                    <a:pt x="1617" y="145"/>
                  </a:lnTo>
                  <a:lnTo>
                    <a:pt x="1489" y="92"/>
                  </a:lnTo>
                  <a:lnTo>
                    <a:pt x="1366" y="49"/>
                  </a:lnTo>
                  <a:lnTo>
                    <a:pt x="1258" y="18"/>
                  </a:lnTo>
                  <a:lnTo>
                    <a:pt x="1172" y="2"/>
                  </a:lnTo>
                  <a:lnTo>
                    <a:pt x="1116" y="0"/>
                  </a:lnTo>
                  <a:lnTo>
                    <a:pt x="1087" y="4"/>
                  </a:lnTo>
                  <a:lnTo>
                    <a:pt x="1069" y="11"/>
                  </a:lnTo>
                  <a:lnTo>
                    <a:pt x="1046" y="28"/>
                  </a:lnTo>
                  <a:lnTo>
                    <a:pt x="1012" y="62"/>
                  </a:lnTo>
                  <a:lnTo>
                    <a:pt x="967" y="112"/>
                  </a:lnTo>
                  <a:lnTo>
                    <a:pt x="920" y="170"/>
                  </a:lnTo>
                  <a:lnTo>
                    <a:pt x="874" y="235"/>
                  </a:lnTo>
                  <a:lnTo>
                    <a:pt x="828" y="312"/>
                  </a:lnTo>
                  <a:lnTo>
                    <a:pt x="781" y="402"/>
                  </a:lnTo>
                  <a:lnTo>
                    <a:pt x="732" y="507"/>
                  </a:lnTo>
                  <a:lnTo>
                    <a:pt x="682" y="630"/>
                  </a:lnTo>
                  <a:lnTo>
                    <a:pt x="629" y="770"/>
                  </a:lnTo>
                  <a:lnTo>
                    <a:pt x="575" y="927"/>
                  </a:lnTo>
                  <a:lnTo>
                    <a:pt x="519" y="1098"/>
                  </a:lnTo>
                  <a:lnTo>
                    <a:pt x="465" y="1280"/>
                  </a:lnTo>
                  <a:lnTo>
                    <a:pt x="413" y="1473"/>
                  </a:lnTo>
                  <a:lnTo>
                    <a:pt x="365" y="1674"/>
                  </a:lnTo>
                  <a:lnTo>
                    <a:pt x="321" y="1889"/>
                  </a:lnTo>
                  <a:lnTo>
                    <a:pt x="278" y="2119"/>
                  </a:lnTo>
                  <a:lnTo>
                    <a:pt x="237" y="2360"/>
                  </a:lnTo>
                  <a:lnTo>
                    <a:pt x="199" y="2607"/>
                  </a:lnTo>
                  <a:lnTo>
                    <a:pt x="164" y="2855"/>
                  </a:lnTo>
                  <a:lnTo>
                    <a:pt x="132" y="3100"/>
                  </a:lnTo>
                  <a:lnTo>
                    <a:pt x="132" y="3101"/>
                  </a:lnTo>
                  <a:lnTo>
                    <a:pt x="100" y="3344"/>
                  </a:lnTo>
                  <a:lnTo>
                    <a:pt x="99" y="3345"/>
                  </a:lnTo>
                  <a:lnTo>
                    <a:pt x="65" y="3588"/>
                  </a:lnTo>
                  <a:lnTo>
                    <a:pt x="34" y="3829"/>
                  </a:lnTo>
                  <a:lnTo>
                    <a:pt x="10" y="4068"/>
                  </a:lnTo>
                  <a:lnTo>
                    <a:pt x="0" y="4304"/>
                  </a:lnTo>
                  <a:lnTo>
                    <a:pt x="5" y="4537"/>
                  </a:lnTo>
                  <a:lnTo>
                    <a:pt x="32" y="4769"/>
                  </a:lnTo>
                  <a:lnTo>
                    <a:pt x="78" y="5004"/>
                  </a:lnTo>
                  <a:lnTo>
                    <a:pt x="137" y="5244"/>
                  </a:lnTo>
                  <a:lnTo>
                    <a:pt x="202" y="5486"/>
                  </a:lnTo>
                  <a:lnTo>
                    <a:pt x="202" y="5487"/>
                  </a:lnTo>
                  <a:lnTo>
                    <a:pt x="268" y="5731"/>
                  </a:lnTo>
                  <a:lnTo>
                    <a:pt x="269" y="5735"/>
                  </a:lnTo>
                  <a:lnTo>
                    <a:pt x="326" y="5979"/>
                  </a:lnTo>
                  <a:lnTo>
                    <a:pt x="327" y="5981"/>
                  </a:lnTo>
                  <a:lnTo>
                    <a:pt x="380" y="6221"/>
                  </a:lnTo>
                  <a:lnTo>
                    <a:pt x="435" y="6456"/>
                  </a:lnTo>
                  <a:lnTo>
                    <a:pt x="435" y="6456"/>
                  </a:lnTo>
                  <a:lnTo>
                    <a:pt x="489" y="6692"/>
                  </a:lnTo>
                  <a:lnTo>
                    <a:pt x="489" y="6694"/>
                  </a:lnTo>
                  <a:lnTo>
                    <a:pt x="540" y="6934"/>
                  </a:lnTo>
                  <a:lnTo>
                    <a:pt x="541" y="6938"/>
                  </a:lnTo>
                  <a:lnTo>
                    <a:pt x="587" y="7188"/>
                  </a:lnTo>
                  <a:lnTo>
                    <a:pt x="588" y="7193"/>
                  </a:lnTo>
                  <a:lnTo>
                    <a:pt x="627" y="7458"/>
                  </a:lnTo>
                  <a:lnTo>
                    <a:pt x="627" y="7460"/>
                  </a:lnTo>
                  <a:lnTo>
                    <a:pt x="668" y="7767"/>
                  </a:lnTo>
                  <a:lnTo>
                    <a:pt x="668" y="7768"/>
                  </a:lnTo>
                  <a:lnTo>
                    <a:pt x="712" y="8119"/>
                  </a:lnTo>
                  <a:lnTo>
                    <a:pt x="712" y="8122"/>
                  </a:lnTo>
                  <a:lnTo>
                    <a:pt x="752" y="8483"/>
                  </a:lnTo>
                  <a:lnTo>
                    <a:pt x="752" y="8488"/>
                  </a:lnTo>
                  <a:lnTo>
                    <a:pt x="753" y="8499"/>
                  </a:lnTo>
                  <a:lnTo>
                    <a:pt x="819" y="8494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9720072" y="168158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9736531" y="308427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!!PleuraVisceralI"/>
          <p:cNvSpPr/>
          <p:nvPr/>
        </p:nvSpPr>
        <p:spPr>
          <a:xfrm>
            <a:off x="9652581" y="1297067"/>
            <a:ext cx="1543332" cy="4048394"/>
          </a:xfrm>
          <a:custGeom>
            <a:avLst/>
            <a:gdLst/>
            <a:ahLst/>
            <a:cxnLst/>
            <a:rect l="0" t="0" r="r" b="b"/>
            <a:pathLst>
              <a:path w="2813" h="7504" fill="none">
                <a:moveTo>
                  <a:pt x="615" y="6374"/>
                </a:moveTo>
                <a:lnTo>
                  <a:pt x="622" y="6374"/>
                </a:lnTo>
                <a:lnTo>
                  <a:pt x="737" y="6373"/>
                </a:lnTo>
                <a:lnTo>
                  <a:pt x="744" y="6373"/>
                </a:lnTo>
                <a:lnTo>
                  <a:pt x="862" y="6380"/>
                </a:lnTo>
                <a:lnTo>
                  <a:pt x="870" y="6381"/>
                </a:lnTo>
                <a:lnTo>
                  <a:pt x="989" y="6397"/>
                </a:lnTo>
                <a:lnTo>
                  <a:pt x="998" y="6399"/>
                </a:lnTo>
                <a:lnTo>
                  <a:pt x="1118" y="6426"/>
                </a:lnTo>
                <a:lnTo>
                  <a:pt x="1128" y="6429"/>
                </a:lnTo>
                <a:lnTo>
                  <a:pt x="1247" y="6468"/>
                </a:lnTo>
                <a:lnTo>
                  <a:pt x="1257" y="6472"/>
                </a:lnTo>
                <a:lnTo>
                  <a:pt x="1379" y="6525"/>
                </a:lnTo>
                <a:lnTo>
                  <a:pt x="1387" y="6529"/>
                </a:lnTo>
                <a:lnTo>
                  <a:pt x="1513" y="6598"/>
                </a:lnTo>
                <a:lnTo>
                  <a:pt x="1519" y="6601"/>
                </a:lnTo>
                <a:lnTo>
                  <a:pt x="1646" y="6680"/>
                </a:lnTo>
                <a:lnTo>
                  <a:pt x="1650" y="6683"/>
                </a:lnTo>
                <a:lnTo>
                  <a:pt x="1774" y="6768"/>
                </a:lnTo>
                <a:lnTo>
                  <a:pt x="1777" y="6771"/>
                </a:lnTo>
                <a:lnTo>
                  <a:pt x="1894" y="6859"/>
                </a:lnTo>
                <a:lnTo>
                  <a:pt x="1897" y="6861"/>
                </a:lnTo>
                <a:lnTo>
                  <a:pt x="2002" y="6947"/>
                </a:lnTo>
                <a:lnTo>
                  <a:pt x="2009" y="6953"/>
                </a:lnTo>
                <a:lnTo>
                  <a:pt x="2104" y="7045"/>
                </a:lnTo>
                <a:lnTo>
                  <a:pt x="2111" y="7052"/>
                </a:lnTo>
                <a:lnTo>
                  <a:pt x="2199" y="7155"/>
                </a:lnTo>
                <a:lnTo>
                  <a:pt x="2203" y="7159"/>
                </a:lnTo>
                <a:lnTo>
                  <a:pt x="2283" y="7264"/>
                </a:lnTo>
                <a:lnTo>
                  <a:pt x="2284" y="7265"/>
                </a:lnTo>
                <a:lnTo>
                  <a:pt x="2357" y="7362"/>
                </a:lnTo>
                <a:lnTo>
                  <a:pt x="2418" y="7440"/>
                </a:lnTo>
                <a:lnTo>
                  <a:pt x="2467" y="7491"/>
                </a:lnTo>
                <a:lnTo>
                  <a:pt x="2482" y="7504"/>
                </a:lnTo>
                <a:lnTo>
                  <a:pt x="2495" y="7474"/>
                </a:lnTo>
                <a:lnTo>
                  <a:pt x="2517" y="7403"/>
                </a:lnTo>
                <a:lnTo>
                  <a:pt x="2539" y="7311"/>
                </a:lnTo>
                <a:lnTo>
                  <a:pt x="2561" y="7204"/>
                </a:lnTo>
                <a:lnTo>
                  <a:pt x="2582" y="7084"/>
                </a:lnTo>
                <a:lnTo>
                  <a:pt x="2604" y="6955"/>
                </a:lnTo>
                <a:lnTo>
                  <a:pt x="2625" y="6812"/>
                </a:lnTo>
                <a:lnTo>
                  <a:pt x="2646" y="6650"/>
                </a:lnTo>
                <a:lnTo>
                  <a:pt x="2667" y="6477"/>
                </a:lnTo>
                <a:lnTo>
                  <a:pt x="2687" y="6298"/>
                </a:lnTo>
                <a:lnTo>
                  <a:pt x="2706" y="6120"/>
                </a:lnTo>
                <a:lnTo>
                  <a:pt x="2723" y="5951"/>
                </a:lnTo>
                <a:lnTo>
                  <a:pt x="2740" y="5790"/>
                </a:lnTo>
                <a:lnTo>
                  <a:pt x="2756" y="5632"/>
                </a:lnTo>
                <a:lnTo>
                  <a:pt x="2770" y="5477"/>
                </a:lnTo>
                <a:lnTo>
                  <a:pt x="2784" y="5322"/>
                </a:lnTo>
                <a:lnTo>
                  <a:pt x="2794" y="5166"/>
                </a:lnTo>
                <a:lnTo>
                  <a:pt x="2803" y="5008"/>
                </a:lnTo>
                <a:lnTo>
                  <a:pt x="2808" y="4845"/>
                </a:lnTo>
                <a:lnTo>
                  <a:pt x="2811" y="4681"/>
                </a:lnTo>
                <a:lnTo>
                  <a:pt x="2813" y="4515"/>
                </a:lnTo>
                <a:lnTo>
                  <a:pt x="2811" y="4349"/>
                </a:lnTo>
                <a:lnTo>
                  <a:pt x="2808" y="4182"/>
                </a:lnTo>
                <a:lnTo>
                  <a:pt x="2803" y="4017"/>
                </a:lnTo>
                <a:lnTo>
                  <a:pt x="2795" y="3851"/>
                </a:lnTo>
                <a:lnTo>
                  <a:pt x="2786" y="3684"/>
                </a:lnTo>
                <a:lnTo>
                  <a:pt x="2774" y="3518"/>
                </a:lnTo>
                <a:lnTo>
                  <a:pt x="2760" y="3352"/>
                </a:lnTo>
                <a:lnTo>
                  <a:pt x="2743" y="3188"/>
                </a:lnTo>
                <a:lnTo>
                  <a:pt x="2723" y="3027"/>
                </a:lnTo>
                <a:lnTo>
                  <a:pt x="2701" y="2866"/>
                </a:lnTo>
                <a:lnTo>
                  <a:pt x="2676" y="2705"/>
                </a:lnTo>
                <a:lnTo>
                  <a:pt x="2648" y="2547"/>
                </a:lnTo>
                <a:lnTo>
                  <a:pt x="2617" y="2391"/>
                </a:lnTo>
                <a:lnTo>
                  <a:pt x="2584" y="2238"/>
                </a:lnTo>
                <a:lnTo>
                  <a:pt x="2546" y="2091"/>
                </a:lnTo>
                <a:lnTo>
                  <a:pt x="2505" y="1947"/>
                </a:lnTo>
                <a:lnTo>
                  <a:pt x="2461" y="1805"/>
                </a:lnTo>
                <a:lnTo>
                  <a:pt x="2413" y="1667"/>
                </a:lnTo>
                <a:lnTo>
                  <a:pt x="2362" y="1532"/>
                </a:lnTo>
                <a:lnTo>
                  <a:pt x="2309" y="1403"/>
                </a:lnTo>
                <a:lnTo>
                  <a:pt x="2253" y="1279"/>
                </a:lnTo>
                <a:lnTo>
                  <a:pt x="2195" y="1160"/>
                </a:lnTo>
                <a:lnTo>
                  <a:pt x="2134" y="1046"/>
                </a:lnTo>
                <a:lnTo>
                  <a:pt x="2071" y="936"/>
                </a:lnTo>
                <a:lnTo>
                  <a:pt x="2005" y="832"/>
                </a:lnTo>
                <a:lnTo>
                  <a:pt x="1937" y="733"/>
                </a:lnTo>
                <a:lnTo>
                  <a:pt x="1867" y="641"/>
                </a:lnTo>
                <a:lnTo>
                  <a:pt x="1793" y="554"/>
                </a:lnTo>
                <a:lnTo>
                  <a:pt x="1717" y="472"/>
                </a:lnTo>
                <a:lnTo>
                  <a:pt x="1638" y="396"/>
                </a:lnTo>
                <a:lnTo>
                  <a:pt x="1557" y="325"/>
                </a:lnTo>
                <a:lnTo>
                  <a:pt x="1475" y="261"/>
                </a:lnTo>
                <a:lnTo>
                  <a:pt x="1394" y="205"/>
                </a:lnTo>
                <a:lnTo>
                  <a:pt x="1307" y="155"/>
                </a:lnTo>
                <a:lnTo>
                  <a:pt x="1213" y="109"/>
                </a:lnTo>
                <a:lnTo>
                  <a:pt x="1117" y="69"/>
                </a:lnTo>
                <a:lnTo>
                  <a:pt x="1025" y="36"/>
                </a:lnTo>
                <a:lnTo>
                  <a:pt x="944" y="14"/>
                </a:lnTo>
                <a:lnTo>
                  <a:pt x="879" y="2"/>
                </a:lnTo>
                <a:lnTo>
                  <a:pt x="838" y="0"/>
                </a:lnTo>
                <a:lnTo>
                  <a:pt x="815" y="3"/>
                </a:lnTo>
                <a:lnTo>
                  <a:pt x="802" y="8"/>
                </a:lnTo>
                <a:lnTo>
                  <a:pt x="785" y="21"/>
                </a:lnTo>
                <a:lnTo>
                  <a:pt x="759" y="47"/>
                </a:lnTo>
                <a:lnTo>
                  <a:pt x="726" y="84"/>
                </a:lnTo>
                <a:lnTo>
                  <a:pt x="690" y="127"/>
                </a:lnTo>
                <a:lnTo>
                  <a:pt x="656" y="176"/>
                </a:lnTo>
                <a:lnTo>
                  <a:pt x="621" y="234"/>
                </a:lnTo>
                <a:lnTo>
                  <a:pt x="586" y="301"/>
                </a:lnTo>
                <a:lnTo>
                  <a:pt x="550" y="381"/>
                </a:lnTo>
                <a:lnTo>
                  <a:pt x="512" y="472"/>
                </a:lnTo>
                <a:lnTo>
                  <a:pt x="472" y="578"/>
                </a:lnTo>
                <a:lnTo>
                  <a:pt x="431" y="695"/>
                </a:lnTo>
                <a:lnTo>
                  <a:pt x="390" y="824"/>
                </a:lnTo>
                <a:lnTo>
                  <a:pt x="349" y="961"/>
                </a:lnTo>
                <a:lnTo>
                  <a:pt x="310" y="1105"/>
                </a:lnTo>
                <a:lnTo>
                  <a:pt x="274" y="1256"/>
                </a:lnTo>
                <a:lnTo>
                  <a:pt x="241" y="1417"/>
                </a:lnTo>
                <a:lnTo>
                  <a:pt x="208" y="1590"/>
                </a:lnTo>
                <a:lnTo>
                  <a:pt x="178" y="1771"/>
                </a:lnTo>
                <a:lnTo>
                  <a:pt x="149" y="1956"/>
                </a:lnTo>
                <a:lnTo>
                  <a:pt x="123" y="2143"/>
                </a:lnTo>
                <a:lnTo>
                  <a:pt x="99" y="2326"/>
                </a:lnTo>
                <a:lnTo>
                  <a:pt x="99" y="2327"/>
                </a:lnTo>
                <a:lnTo>
                  <a:pt x="75" y="2509"/>
                </a:lnTo>
                <a:lnTo>
                  <a:pt x="74" y="2510"/>
                </a:lnTo>
                <a:lnTo>
                  <a:pt x="49" y="2692"/>
                </a:lnTo>
                <a:lnTo>
                  <a:pt x="25" y="2873"/>
                </a:lnTo>
                <a:lnTo>
                  <a:pt x="8" y="3053"/>
                </a:lnTo>
                <a:lnTo>
                  <a:pt x="0" y="3230"/>
                </a:lnTo>
                <a:lnTo>
                  <a:pt x="4" y="3405"/>
                </a:lnTo>
                <a:lnTo>
                  <a:pt x="24" y="3579"/>
                </a:lnTo>
                <a:lnTo>
                  <a:pt x="58" y="3755"/>
                </a:lnTo>
                <a:lnTo>
                  <a:pt x="102" y="3935"/>
                </a:lnTo>
                <a:lnTo>
                  <a:pt x="152" y="4117"/>
                </a:lnTo>
                <a:lnTo>
                  <a:pt x="152" y="4117"/>
                </a:lnTo>
                <a:lnTo>
                  <a:pt x="201" y="4301"/>
                </a:lnTo>
                <a:lnTo>
                  <a:pt x="201" y="4304"/>
                </a:lnTo>
                <a:lnTo>
                  <a:pt x="245" y="4487"/>
                </a:lnTo>
                <a:lnTo>
                  <a:pt x="245" y="4488"/>
                </a:lnTo>
                <a:lnTo>
                  <a:pt x="285" y="4668"/>
                </a:lnTo>
                <a:lnTo>
                  <a:pt x="326" y="4844"/>
                </a:lnTo>
                <a:lnTo>
                  <a:pt x="326" y="4845"/>
                </a:lnTo>
                <a:lnTo>
                  <a:pt x="367" y="5021"/>
                </a:lnTo>
                <a:lnTo>
                  <a:pt x="367" y="5023"/>
                </a:lnTo>
                <a:lnTo>
                  <a:pt x="405" y="5203"/>
                </a:lnTo>
                <a:lnTo>
                  <a:pt x="406" y="5206"/>
                </a:lnTo>
                <a:lnTo>
                  <a:pt x="440" y="5394"/>
                </a:lnTo>
                <a:lnTo>
                  <a:pt x="441" y="5398"/>
                </a:lnTo>
                <a:lnTo>
                  <a:pt x="470" y="5596"/>
                </a:lnTo>
                <a:lnTo>
                  <a:pt x="471" y="5598"/>
                </a:lnTo>
                <a:lnTo>
                  <a:pt x="501" y="5828"/>
                </a:lnTo>
                <a:lnTo>
                  <a:pt x="501" y="5829"/>
                </a:lnTo>
                <a:lnTo>
                  <a:pt x="534" y="6092"/>
                </a:lnTo>
                <a:lnTo>
                  <a:pt x="535" y="6094"/>
                </a:lnTo>
                <a:lnTo>
                  <a:pt x="564" y="6365"/>
                </a:lnTo>
                <a:lnTo>
                  <a:pt x="565" y="6369"/>
                </a:lnTo>
                <a:lnTo>
                  <a:pt x="565" y="6378"/>
                </a:lnTo>
                <a:lnTo>
                  <a:pt x="615" y="637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!!PleuraParietalD"/>
          <p:cNvSpPr/>
          <p:nvPr/>
        </p:nvSpPr>
        <p:spPr>
          <a:xfrm>
            <a:off x="7031736" y="1237496"/>
            <a:ext cx="1975250" cy="4053988"/>
          </a:xfrm>
          <a:custGeom>
            <a:avLst/>
            <a:gdLst/>
            <a:ahLst/>
            <a:cxnLst/>
            <a:rect l="0" t="0" r="r" b="b"/>
            <a:pathLst>
              <a:path w="3600" h="7514" fill="none">
                <a:moveTo>
                  <a:pt x="2030" y="3"/>
                </a:moveTo>
                <a:lnTo>
                  <a:pt x="1945" y="17"/>
                </a:lnTo>
                <a:lnTo>
                  <a:pt x="1853" y="42"/>
                </a:lnTo>
                <a:lnTo>
                  <a:pt x="1756" y="76"/>
                </a:lnTo>
                <a:lnTo>
                  <a:pt x="1658" y="119"/>
                </a:lnTo>
                <a:lnTo>
                  <a:pt x="1561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6" y="6381"/>
                </a:lnTo>
                <a:lnTo>
                  <a:pt x="2618" y="6412"/>
                </a:lnTo>
                <a:lnTo>
                  <a:pt x="2718" y="6451"/>
                </a:lnTo>
                <a:lnTo>
                  <a:pt x="2816" y="6495"/>
                </a:lnTo>
                <a:lnTo>
                  <a:pt x="2913" y="6540"/>
                </a:lnTo>
                <a:lnTo>
                  <a:pt x="3010" y="6583"/>
                </a:lnTo>
                <a:lnTo>
                  <a:pt x="3112" y="6640"/>
                </a:lnTo>
                <a:lnTo>
                  <a:pt x="3222" y="6717"/>
                </a:lnTo>
                <a:lnTo>
                  <a:pt x="3330" y="6796"/>
                </a:lnTo>
                <a:lnTo>
                  <a:pt x="3430" y="6857"/>
                </a:lnTo>
                <a:lnTo>
                  <a:pt x="3512" y="6879"/>
                </a:lnTo>
                <a:lnTo>
                  <a:pt x="3570" y="6843"/>
                </a:lnTo>
                <a:lnTo>
                  <a:pt x="3597" y="6736"/>
                </a:lnTo>
                <a:lnTo>
                  <a:pt x="3600" y="6571"/>
                </a:lnTo>
                <a:lnTo>
                  <a:pt x="3586" y="6368"/>
                </a:lnTo>
                <a:lnTo>
                  <a:pt x="3562" y="6146"/>
                </a:lnTo>
                <a:lnTo>
                  <a:pt x="3537" y="5924"/>
                </a:lnTo>
                <a:lnTo>
                  <a:pt x="3519" y="5723"/>
                </a:lnTo>
                <a:lnTo>
                  <a:pt x="3504" y="5538"/>
                </a:lnTo>
                <a:lnTo>
                  <a:pt x="3488" y="5354"/>
                </a:lnTo>
                <a:lnTo>
                  <a:pt x="3470" y="5171"/>
                </a:lnTo>
                <a:lnTo>
                  <a:pt x="3451" y="4989"/>
                </a:lnTo>
                <a:lnTo>
                  <a:pt x="3433" y="4806"/>
                </a:lnTo>
                <a:lnTo>
                  <a:pt x="3415" y="4623"/>
                </a:lnTo>
                <a:lnTo>
                  <a:pt x="3398" y="4439"/>
                </a:lnTo>
                <a:lnTo>
                  <a:pt x="3382" y="4256"/>
                </a:lnTo>
                <a:lnTo>
                  <a:pt x="3365" y="4073"/>
                </a:lnTo>
                <a:lnTo>
                  <a:pt x="3349" y="3889"/>
                </a:lnTo>
                <a:lnTo>
                  <a:pt x="3331" y="3706"/>
                </a:lnTo>
                <a:lnTo>
                  <a:pt x="3311" y="3523"/>
                </a:lnTo>
                <a:lnTo>
                  <a:pt x="3290" y="3339"/>
                </a:lnTo>
                <a:lnTo>
                  <a:pt x="3269" y="3155"/>
                </a:lnTo>
                <a:lnTo>
                  <a:pt x="3247" y="2971"/>
                </a:lnTo>
                <a:lnTo>
                  <a:pt x="3222" y="2788"/>
                </a:lnTo>
                <a:lnTo>
                  <a:pt x="3196" y="2605"/>
                </a:lnTo>
                <a:lnTo>
                  <a:pt x="3167" y="2423"/>
                </a:lnTo>
                <a:lnTo>
                  <a:pt x="3135" y="2238"/>
                </a:lnTo>
                <a:lnTo>
                  <a:pt x="3101" y="2051"/>
                </a:lnTo>
                <a:lnTo>
                  <a:pt x="3064" y="1864"/>
                </a:lnTo>
                <a:lnTo>
                  <a:pt x="3025" y="1681"/>
                </a:lnTo>
                <a:lnTo>
                  <a:pt x="2985" y="1506"/>
                </a:lnTo>
                <a:lnTo>
                  <a:pt x="2944" y="1343"/>
                </a:lnTo>
                <a:lnTo>
                  <a:pt x="2900" y="1189"/>
                </a:lnTo>
                <a:lnTo>
                  <a:pt x="2854" y="1041"/>
                </a:lnTo>
                <a:lnTo>
                  <a:pt x="2807" y="901"/>
                </a:lnTo>
                <a:lnTo>
                  <a:pt x="2759" y="771"/>
                </a:lnTo>
                <a:lnTo>
                  <a:pt x="2712" y="651"/>
                </a:lnTo>
                <a:lnTo>
                  <a:pt x="2666" y="543"/>
                </a:lnTo>
                <a:lnTo>
                  <a:pt x="2625" y="447"/>
                </a:lnTo>
                <a:lnTo>
                  <a:pt x="2587" y="363"/>
                </a:lnTo>
                <a:lnTo>
                  <a:pt x="2550" y="290"/>
                </a:lnTo>
                <a:lnTo>
                  <a:pt x="2511" y="226"/>
                </a:lnTo>
                <a:lnTo>
                  <a:pt x="2469" y="171"/>
                </a:lnTo>
                <a:lnTo>
                  <a:pt x="2420" y="123"/>
                </a:lnTo>
                <a:lnTo>
                  <a:pt x="2365" y="81"/>
                </a:lnTo>
                <a:lnTo>
                  <a:pt x="2306" y="48"/>
                </a:lnTo>
                <a:lnTo>
                  <a:pt x="2244" y="23"/>
                </a:lnTo>
                <a:lnTo>
                  <a:pt x="2177" y="6"/>
                </a:lnTo>
                <a:lnTo>
                  <a:pt x="2106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PleuraParietalI"/>
          <p:cNvSpPr/>
          <p:nvPr/>
        </p:nvSpPr>
        <p:spPr>
          <a:xfrm>
            <a:off x="9592195" y="1237496"/>
            <a:ext cx="1664069" cy="4183467"/>
          </a:xfrm>
          <a:custGeom>
            <a:avLst/>
            <a:gdLst/>
            <a:ahLst/>
            <a:cxnLst/>
            <a:rect l="0" t="0" r="r" b="b"/>
            <a:pathLst>
              <a:path w="3033" h="7754" fill="none">
                <a:moveTo>
                  <a:pt x="574" y="6610"/>
                </a:moveTo>
                <a:lnTo>
                  <a:pt x="623" y="6603"/>
                </a:lnTo>
                <a:lnTo>
                  <a:pt x="733" y="6594"/>
                </a:lnTo>
                <a:lnTo>
                  <a:pt x="848" y="6593"/>
                </a:lnTo>
                <a:lnTo>
                  <a:pt x="965" y="6600"/>
                </a:lnTo>
                <a:lnTo>
                  <a:pt x="1084" y="6617"/>
                </a:lnTo>
                <a:lnTo>
                  <a:pt x="1204" y="6644"/>
                </a:lnTo>
                <a:lnTo>
                  <a:pt x="1323" y="6683"/>
                </a:lnTo>
                <a:lnTo>
                  <a:pt x="1444" y="6736"/>
                </a:lnTo>
                <a:lnTo>
                  <a:pt x="1571" y="6805"/>
                </a:lnTo>
                <a:lnTo>
                  <a:pt x="1698" y="6884"/>
                </a:lnTo>
                <a:lnTo>
                  <a:pt x="1821" y="6969"/>
                </a:lnTo>
                <a:lnTo>
                  <a:pt x="1937" y="7057"/>
                </a:lnTo>
                <a:lnTo>
                  <a:pt x="2043" y="7143"/>
                </a:lnTo>
                <a:lnTo>
                  <a:pt x="2138" y="7234"/>
                </a:lnTo>
                <a:lnTo>
                  <a:pt x="2226" y="7337"/>
                </a:lnTo>
                <a:lnTo>
                  <a:pt x="2306" y="7441"/>
                </a:lnTo>
                <a:lnTo>
                  <a:pt x="2380" y="7540"/>
                </a:lnTo>
                <a:lnTo>
                  <a:pt x="2445" y="7623"/>
                </a:lnTo>
                <a:lnTo>
                  <a:pt x="2503" y="7683"/>
                </a:lnTo>
                <a:lnTo>
                  <a:pt x="2549" y="7721"/>
                </a:lnTo>
                <a:lnTo>
                  <a:pt x="2585" y="7745"/>
                </a:lnTo>
                <a:lnTo>
                  <a:pt x="2613" y="7754"/>
                </a:lnTo>
                <a:lnTo>
                  <a:pt x="2636" y="7747"/>
                </a:lnTo>
                <a:lnTo>
                  <a:pt x="2658" y="7724"/>
                </a:lnTo>
                <a:lnTo>
                  <a:pt x="2683" y="7683"/>
                </a:lnTo>
                <a:lnTo>
                  <a:pt x="2708" y="7622"/>
                </a:lnTo>
                <a:lnTo>
                  <a:pt x="2733" y="7542"/>
                </a:lnTo>
                <a:lnTo>
                  <a:pt x="2756" y="7446"/>
                </a:lnTo>
                <a:lnTo>
                  <a:pt x="2779" y="7335"/>
                </a:lnTo>
                <a:lnTo>
                  <a:pt x="2801" y="7213"/>
                </a:lnTo>
                <a:lnTo>
                  <a:pt x="2823" y="7083"/>
                </a:lnTo>
                <a:lnTo>
                  <a:pt x="2844" y="6937"/>
                </a:lnTo>
                <a:lnTo>
                  <a:pt x="2866" y="6774"/>
                </a:lnTo>
                <a:lnTo>
                  <a:pt x="2886" y="6600"/>
                </a:lnTo>
                <a:lnTo>
                  <a:pt x="2906" y="6420"/>
                </a:lnTo>
                <a:lnTo>
                  <a:pt x="2925" y="6242"/>
                </a:lnTo>
                <a:lnTo>
                  <a:pt x="2943" y="6073"/>
                </a:lnTo>
                <a:lnTo>
                  <a:pt x="2959" y="5911"/>
                </a:lnTo>
                <a:lnTo>
                  <a:pt x="2975" y="5753"/>
                </a:lnTo>
                <a:lnTo>
                  <a:pt x="2990" y="5597"/>
                </a:lnTo>
                <a:lnTo>
                  <a:pt x="3003" y="5441"/>
                </a:lnTo>
                <a:lnTo>
                  <a:pt x="3014" y="5283"/>
                </a:lnTo>
                <a:lnTo>
                  <a:pt x="3023" y="5123"/>
                </a:lnTo>
                <a:lnTo>
                  <a:pt x="3028" y="4959"/>
                </a:lnTo>
                <a:lnTo>
                  <a:pt x="3031" y="4793"/>
                </a:lnTo>
                <a:lnTo>
                  <a:pt x="3033" y="4626"/>
                </a:lnTo>
                <a:lnTo>
                  <a:pt x="3031" y="4458"/>
                </a:lnTo>
                <a:lnTo>
                  <a:pt x="3028" y="4290"/>
                </a:lnTo>
                <a:lnTo>
                  <a:pt x="3023" y="4123"/>
                </a:lnTo>
                <a:lnTo>
                  <a:pt x="3015" y="3955"/>
                </a:lnTo>
                <a:lnTo>
                  <a:pt x="3006" y="3787"/>
                </a:lnTo>
                <a:lnTo>
                  <a:pt x="2994" y="3620"/>
                </a:lnTo>
                <a:lnTo>
                  <a:pt x="2980" y="3452"/>
                </a:lnTo>
                <a:lnTo>
                  <a:pt x="2963" y="3286"/>
                </a:lnTo>
                <a:lnTo>
                  <a:pt x="2943" y="3123"/>
                </a:lnTo>
                <a:lnTo>
                  <a:pt x="2920" y="2960"/>
                </a:lnTo>
                <a:lnTo>
                  <a:pt x="2894" y="2798"/>
                </a:lnTo>
                <a:lnTo>
                  <a:pt x="2866" y="2637"/>
                </a:lnTo>
                <a:lnTo>
                  <a:pt x="2835" y="2479"/>
                </a:lnTo>
                <a:lnTo>
                  <a:pt x="2801" y="2323"/>
                </a:lnTo>
                <a:lnTo>
                  <a:pt x="2763" y="2173"/>
                </a:lnTo>
                <a:lnTo>
                  <a:pt x="2721" y="2025"/>
                </a:lnTo>
                <a:lnTo>
                  <a:pt x="2675" y="1881"/>
                </a:lnTo>
                <a:lnTo>
                  <a:pt x="2626" y="1740"/>
                </a:lnTo>
                <a:lnTo>
                  <a:pt x="2574" y="1602"/>
                </a:lnTo>
                <a:lnTo>
                  <a:pt x="2520" y="1470"/>
                </a:lnTo>
                <a:lnTo>
                  <a:pt x="2463" y="1343"/>
                </a:lnTo>
                <a:lnTo>
                  <a:pt x="2403" y="1220"/>
                </a:lnTo>
                <a:lnTo>
                  <a:pt x="2340" y="1103"/>
                </a:lnTo>
                <a:lnTo>
                  <a:pt x="2275" y="990"/>
                </a:lnTo>
                <a:lnTo>
                  <a:pt x="2207" y="882"/>
                </a:lnTo>
                <a:lnTo>
                  <a:pt x="2136" y="779"/>
                </a:lnTo>
                <a:lnTo>
                  <a:pt x="2063" y="683"/>
                </a:lnTo>
                <a:lnTo>
                  <a:pt x="1986" y="592"/>
                </a:lnTo>
                <a:lnTo>
                  <a:pt x="1906" y="506"/>
                </a:lnTo>
                <a:lnTo>
                  <a:pt x="1823" y="425"/>
                </a:lnTo>
                <a:lnTo>
                  <a:pt x="1737" y="351"/>
                </a:lnTo>
                <a:lnTo>
                  <a:pt x="1651" y="283"/>
                </a:lnTo>
                <a:lnTo>
                  <a:pt x="1563" y="223"/>
                </a:lnTo>
                <a:lnTo>
                  <a:pt x="1469" y="168"/>
                </a:lnTo>
                <a:lnTo>
                  <a:pt x="1369" y="119"/>
                </a:lnTo>
                <a:lnTo>
                  <a:pt x="1267" y="76"/>
                </a:lnTo>
                <a:lnTo>
                  <a:pt x="1169" y="42"/>
                </a:lnTo>
                <a:lnTo>
                  <a:pt x="1079" y="17"/>
                </a:lnTo>
                <a:lnTo>
                  <a:pt x="1003" y="3"/>
                </a:lnTo>
                <a:lnTo>
                  <a:pt x="943" y="0"/>
                </a:lnTo>
                <a:lnTo>
                  <a:pt x="896" y="6"/>
                </a:lnTo>
                <a:lnTo>
                  <a:pt x="857" y="23"/>
                </a:lnTo>
                <a:lnTo>
                  <a:pt x="823" y="48"/>
                </a:lnTo>
                <a:lnTo>
                  <a:pt x="790" y="81"/>
                </a:lnTo>
                <a:lnTo>
                  <a:pt x="753" y="123"/>
                </a:lnTo>
                <a:lnTo>
                  <a:pt x="713" y="171"/>
                </a:lnTo>
                <a:lnTo>
                  <a:pt x="674" y="226"/>
                </a:lnTo>
                <a:lnTo>
                  <a:pt x="636" y="290"/>
                </a:lnTo>
                <a:lnTo>
                  <a:pt x="597" y="363"/>
                </a:lnTo>
                <a:lnTo>
                  <a:pt x="559" y="447"/>
                </a:lnTo>
                <a:lnTo>
                  <a:pt x="520" y="543"/>
                </a:lnTo>
                <a:lnTo>
                  <a:pt x="479" y="651"/>
                </a:lnTo>
                <a:lnTo>
                  <a:pt x="437" y="771"/>
                </a:lnTo>
                <a:lnTo>
                  <a:pt x="395" y="901"/>
                </a:lnTo>
                <a:lnTo>
                  <a:pt x="353" y="1041"/>
                </a:lnTo>
                <a:lnTo>
                  <a:pt x="314" y="1189"/>
                </a:lnTo>
                <a:lnTo>
                  <a:pt x="277" y="1343"/>
                </a:lnTo>
                <a:lnTo>
                  <a:pt x="243" y="1506"/>
                </a:lnTo>
                <a:lnTo>
                  <a:pt x="210" y="1681"/>
                </a:lnTo>
                <a:lnTo>
                  <a:pt x="179" y="1864"/>
                </a:lnTo>
                <a:lnTo>
                  <a:pt x="151" y="2051"/>
                </a:lnTo>
                <a:lnTo>
                  <a:pt x="124" y="2238"/>
                </a:lnTo>
                <a:lnTo>
                  <a:pt x="100" y="2423"/>
                </a:lnTo>
                <a:lnTo>
                  <a:pt x="76" y="2605"/>
                </a:lnTo>
                <a:lnTo>
                  <a:pt x="50" y="2788"/>
                </a:lnTo>
                <a:lnTo>
                  <a:pt x="26" y="2971"/>
                </a:lnTo>
                <a:lnTo>
                  <a:pt x="8" y="3155"/>
                </a:lnTo>
                <a:lnTo>
                  <a:pt x="0" y="3339"/>
                </a:lnTo>
                <a:lnTo>
                  <a:pt x="4" y="3523"/>
                </a:lnTo>
                <a:lnTo>
                  <a:pt x="25" y="3706"/>
                </a:lnTo>
                <a:lnTo>
                  <a:pt x="61" y="3889"/>
                </a:lnTo>
                <a:lnTo>
                  <a:pt x="106" y="4073"/>
                </a:lnTo>
                <a:lnTo>
                  <a:pt x="156" y="4256"/>
                </a:lnTo>
                <a:lnTo>
                  <a:pt x="204" y="4439"/>
                </a:lnTo>
                <a:lnTo>
                  <a:pt x="248" y="4623"/>
                </a:lnTo>
                <a:lnTo>
                  <a:pt x="288" y="4803"/>
                </a:lnTo>
                <a:lnTo>
                  <a:pt x="329" y="4980"/>
                </a:lnTo>
                <a:lnTo>
                  <a:pt x="369" y="5156"/>
                </a:lnTo>
                <a:lnTo>
                  <a:pt x="408" y="5337"/>
                </a:lnTo>
                <a:lnTo>
                  <a:pt x="442" y="5524"/>
                </a:lnTo>
                <a:lnTo>
                  <a:pt x="472" y="5723"/>
                </a:lnTo>
                <a:lnTo>
                  <a:pt x="502" y="5953"/>
                </a:lnTo>
                <a:lnTo>
                  <a:pt x="535" y="6217"/>
                </a:lnTo>
                <a:lnTo>
                  <a:pt x="565" y="6488"/>
                </a:lnTo>
                <a:lnTo>
                  <a:pt x="574" y="661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VenaCavaSup"/>
          <p:cNvSpPr/>
          <p:nvPr/>
        </p:nvSpPr>
        <p:spPr>
          <a:xfrm>
            <a:off x="8880740" y="1704594"/>
            <a:ext cx="290472" cy="1871514"/>
          </a:xfrm>
          <a:custGeom>
            <a:avLst/>
            <a:gdLst/>
            <a:ahLst/>
            <a:cxnLst/>
            <a:rect l="0" t="0" r="r" b="b"/>
            <a:pathLst>
              <a:path w="1526" h="10000">
                <a:moveTo>
                  <a:pt x="230" y="5375"/>
                </a:moveTo>
                <a:lnTo>
                  <a:pt x="231" y="5387"/>
                </a:lnTo>
                <a:lnTo>
                  <a:pt x="548" y="10000"/>
                </a:lnTo>
                <a:lnTo>
                  <a:pt x="1526" y="9932"/>
                </a:lnTo>
                <a:lnTo>
                  <a:pt x="1209" y="5326"/>
                </a:lnTo>
                <a:lnTo>
                  <a:pt x="979" y="0"/>
                </a:lnTo>
                <a:lnTo>
                  <a:pt x="0" y="42"/>
                </a:lnTo>
                <a:lnTo>
                  <a:pt x="230" y="5375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!!VenaCavaInf"/>
          <p:cNvSpPr/>
          <p:nvPr/>
        </p:nvSpPr>
        <p:spPr>
          <a:xfrm>
            <a:off x="8935918" y="4695582"/>
            <a:ext cx="284649" cy="879586"/>
          </a:xfrm>
          <a:custGeom>
            <a:avLst/>
            <a:gdLst/>
            <a:ahLst/>
            <a:cxnLst/>
            <a:rect l="0" t="0" r="r" b="b"/>
            <a:pathLst>
              <a:path w="3182" h="10000">
                <a:moveTo>
                  <a:pt x="2812" y="5706"/>
                </a:moveTo>
                <a:lnTo>
                  <a:pt x="2814" y="5683"/>
                </a:lnTo>
                <a:lnTo>
                  <a:pt x="3182" y="163"/>
                </a:lnTo>
                <a:lnTo>
                  <a:pt x="734" y="0"/>
                </a:lnTo>
                <a:lnTo>
                  <a:pt x="366" y="5508"/>
                </a:lnTo>
                <a:lnTo>
                  <a:pt x="0" y="9790"/>
                </a:lnTo>
                <a:lnTo>
                  <a:pt x="2444" y="10000"/>
                </a:lnTo>
                <a:lnTo>
                  <a:pt x="2812" y="5706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!!Corazon"/>
          <p:cNvGrpSpPr/>
          <p:nvPr/>
        </p:nvGrpSpPr>
        <p:grpSpPr>
          <a:xfrm>
            <a:off x="8957869" y="3392795"/>
            <a:ext cx="1458976" cy="1527261"/>
            <a:chOff x="8957869" y="3392795"/>
            <a:chExt cx="1458976" cy="1527261"/>
          </a:xfrm>
        </p:grpSpPr>
        <p:sp>
          <p:nvSpPr>
            <p:cNvPr id="38" name="Forma 37"/>
            <p:cNvSpPr/>
            <p:nvPr/>
          </p:nvSpPr>
          <p:spPr>
            <a:xfrm>
              <a:off x="8957869" y="339279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9720072" y="350507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!!Diafragma"/>
          <p:cNvSpPr/>
          <p:nvPr/>
        </p:nvSpPr>
        <p:spPr>
          <a:xfrm>
            <a:off x="7141473" y="465999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0" y="422"/>
                </a:lnTo>
                <a:lnTo>
                  <a:pt x="3149" y="450"/>
                </a:lnTo>
                <a:lnTo>
                  <a:pt x="3296" y="498"/>
                </a:lnTo>
                <a:lnTo>
                  <a:pt x="3447" y="563"/>
                </a:lnTo>
                <a:lnTo>
                  <a:pt x="3604" y="635"/>
                </a:lnTo>
                <a:lnTo>
                  <a:pt x="3607" y="637"/>
                </a:lnTo>
                <a:lnTo>
                  <a:pt x="3765" y="707"/>
                </a:lnTo>
                <a:lnTo>
                  <a:pt x="3923" y="778"/>
                </a:lnTo>
                <a:lnTo>
                  <a:pt x="4082" y="857"/>
                </a:lnTo>
                <a:lnTo>
                  <a:pt x="4241" y="936"/>
                </a:lnTo>
                <a:lnTo>
                  <a:pt x="4246" y="939"/>
                </a:lnTo>
                <a:lnTo>
                  <a:pt x="4395" y="1009"/>
                </a:lnTo>
                <a:lnTo>
                  <a:pt x="4408" y="1015"/>
                </a:lnTo>
                <a:lnTo>
                  <a:pt x="4541" y="1067"/>
                </a:lnTo>
                <a:lnTo>
                  <a:pt x="4563" y="1074"/>
                </a:lnTo>
                <a:lnTo>
                  <a:pt x="4654" y="1098"/>
                </a:lnTo>
                <a:lnTo>
                  <a:pt x="4675" y="1102"/>
                </a:lnTo>
                <a:lnTo>
                  <a:pt x="4696" y="1105"/>
                </a:lnTo>
                <a:lnTo>
                  <a:pt x="4748" y="1108"/>
                </a:lnTo>
                <a:lnTo>
                  <a:pt x="4764" y="1108"/>
                </a:lnTo>
                <a:lnTo>
                  <a:pt x="4780" y="1107"/>
                </a:lnTo>
                <a:lnTo>
                  <a:pt x="4823" y="1103"/>
                </a:lnTo>
                <a:lnTo>
                  <a:pt x="4896" y="1103"/>
                </a:lnTo>
                <a:lnTo>
                  <a:pt x="5054" y="1120"/>
                </a:lnTo>
                <a:lnTo>
                  <a:pt x="5364" y="1171"/>
                </a:lnTo>
                <a:lnTo>
                  <a:pt x="5795" y="1247"/>
                </a:lnTo>
                <a:lnTo>
                  <a:pt x="5796" y="1247"/>
                </a:lnTo>
                <a:lnTo>
                  <a:pt x="6251" y="1326"/>
                </a:lnTo>
                <a:lnTo>
                  <a:pt x="6254" y="1326"/>
                </a:lnTo>
                <a:lnTo>
                  <a:pt x="6638" y="1387"/>
                </a:lnTo>
                <a:lnTo>
                  <a:pt x="6651" y="1388"/>
                </a:lnTo>
                <a:lnTo>
                  <a:pt x="6871" y="1409"/>
                </a:lnTo>
                <a:lnTo>
                  <a:pt x="6891" y="1409"/>
                </a:lnTo>
                <a:lnTo>
                  <a:pt x="6912" y="1408"/>
                </a:lnTo>
                <a:lnTo>
                  <a:pt x="6932" y="1405"/>
                </a:lnTo>
                <a:lnTo>
                  <a:pt x="6951" y="1400"/>
                </a:lnTo>
                <a:lnTo>
                  <a:pt x="6970" y="1393"/>
                </a:lnTo>
                <a:lnTo>
                  <a:pt x="6988" y="1384"/>
                </a:lnTo>
                <a:lnTo>
                  <a:pt x="7006" y="1374"/>
                </a:lnTo>
                <a:lnTo>
                  <a:pt x="7022" y="1361"/>
                </a:lnTo>
                <a:lnTo>
                  <a:pt x="7037" y="1348"/>
                </a:lnTo>
                <a:lnTo>
                  <a:pt x="7050" y="1333"/>
                </a:lnTo>
                <a:lnTo>
                  <a:pt x="7062" y="1316"/>
                </a:lnTo>
                <a:lnTo>
                  <a:pt x="7072" y="1299"/>
                </a:lnTo>
                <a:lnTo>
                  <a:pt x="7081" y="1280"/>
                </a:lnTo>
                <a:lnTo>
                  <a:pt x="7087" y="1261"/>
                </a:lnTo>
                <a:lnTo>
                  <a:pt x="7092" y="1241"/>
                </a:lnTo>
                <a:lnTo>
                  <a:pt x="7095" y="1221"/>
                </a:lnTo>
                <a:lnTo>
                  <a:pt x="7095" y="1201"/>
                </a:lnTo>
                <a:lnTo>
                  <a:pt x="7094" y="1181"/>
                </a:lnTo>
                <a:lnTo>
                  <a:pt x="7091" y="1161"/>
                </a:lnTo>
                <a:lnTo>
                  <a:pt x="7086" y="1141"/>
                </a:lnTo>
                <a:lnTo>
                  <a:pt x="7076" y="1111"/>
                </a:lnTo>
                <a:lnTo>
                  <a:pt x="7069" y="1091"/>
                </a:lnTo>
                <a:lnTo>
                  <a:pt x="7060" y="1073"/>
                </a:lnTo>
                <a:lnTo>
                  <a:pt x="7049" y="1056"/>
                </a:lnTo>
                <a:lnTo>
                  <a:pt x="7036" y="1039"/>
                </a:lnTo>
                <a:lnTo>
                  <a:pt x="7022" y="1025"/>
                </a:lnTo>
                <a:lnTo>
                  <a:pt x="7007" y="1011"/>
                </a:lnTo>
                <a:lnTo>
                  <a:pt x="6990" y="999"/>
                </a:lnTo>
                <a:lnTo>
                  <a:pt x="6972" y="989"/>
                </a:lnTo>
                <a:lnTo>
                  <a:pt x="6953" y="981"/>
                </a:lnTo>
                <a:lnTo>
                  <a:pt x="6776" y="913"/>
                </a:lnTo>
                <a:lnTo>
                  <a:pt x="6772" y="912"/>
                </a:lnTo>
                <a:lnTo>
                  <a:pt x="6582" y="844"/>
                </a:lnTo>
                <a:lnTo>
                  <a:pt x="6618" y="832"/>
                </a:lnTo>
                <a:lnTo>
                  <a:pt x="6816" y="781"/>
                </a:lnTo>
                <a:lnTo>
                  <a:pt x="6996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0" y="377"/>
                </a:lnTo>
                <a:lnTo>
                  <a:pt x="6723" y="380"/>
                </a:lnTo>
                <a:lnTo>
                  <a:pt x="6507" y="436"/>
                </a:lnTo>
                <a:lnTo>
                  <a:pt x="6491" y="441"/>
                </a:lnTo>
                <a:lnTo>
                  <a:pt x="6293" y="509"/>
                </a:lnTo>
                <a:lnTo>
                  <a:pt x="6268" y="520"/>
                </a:lnTo>
                <a:lnTo>
                  <a:pt x="6120" y="594"/>
                </a:lnTo>
                <a:lnTo>
                  <a:pt x="6103" y="603"/>
                </a:lnTo>
                <a:lnTo>
                  <a:pt x="6087" y="615"/>
                </a:lnTo>
                <a:lnTo>
                  <a:pt x="6072" y="627"/>
                </a:lnTo>
                <a:lnTo>
                  <a:pt x="6059" y="641"/>
                </a:lnTo>
                <a:lnTo>
                  <a:pt x="5996" y="712"/>
                </a:lnTo>
                <a:lnTo>
                  <a:pt x="5984" y="727"/>
                </a:lnTo>
                <a:lnTo>
                  <a:pt x="5973" y="744"/>
                </a:lnTo>
                <a:lnTo>
                  <a:pt x="5963" y="762"/>
                </a:lnTo>
                <a:lnTo>
                  <a:pt x="5956" y="781"/>
                </a:lnTo>
                <a:lnTo>
                  <a:pt x="5950" y="800"/>
                </a:lnTo>
                <a:lnTo>
                  <a:pt x="5947" y="820"/>
                </a:lnTo>
                <a:lnTo>
                  <a:pt x="5945" y="840"/>
                </a:lnTo>
                <a:lnTo>
                  <a:pt x="5945" y="856"/>
                </a:lnTo>
                <a:lnTo>
                  <a:pt x="5866" y="842"/>
                </a:lnTo>
                <a:lnTo>
                  <a:pt x="5434" y="766"/>
                </a:lnTo>
                <a:lnTo>
                  <a:pt x="5432" y="766"/>
                </a:lnTo>
                <a:lnTo>
                  <a:pt x="5115" y="714"/>
                </a:lnTo>
                <a:lnTo>
                  <a:pt x="5104" y="712"/>
                </a:lnTo>
                <a:lnTo>
                  <a:pt x="4930" y="693"/>
                </a:lnTo>
                <a:lnTo>
                  <a:pt x="4908" y="692"/>
                </a:lnTo>
                <a:lnTo>
                  <a:pt x="4813" y="692"/>
                </a:lnTo>
                <a:lnTo>
                  <a:pt x="4793" y="693"/>
                </a:lnTo>
                <a:lnTo>
                  <a:pt x="4755" y="696"/>
                </a:lnTo>
                <a:lnTo>
                  <a:pt x="4739" y="696"/>
                </a:lnTo>
                <a:lnTo>
                  <a:pt x="4680" y="680"/>
                </a:lnTo>
                <a:lnTo>
                  <a:pt x="4564" y="634"/>
                </a:lnTo>
                <a:lnTo>
                  <a:pt x="4423" y="568"/>
                </a:lnTo>
                <a:lnTo>
                  <a:pt x="4266" y="489"/>
                </a:lnTo>
                <a:lnTo>
                  <a:pt x="4265" y="488"/>
                </a:lnTo>
                <a:lnTo>
                  <a:pt x="4102" y="408"/>
                </a:lnTo>
                <a:lnTo>
                  <a:pt x="4095" y="404"/>
                </a:lnTo>
                <a:lnTo>
                  <a:pt x="3933" y="332"/>
                </a:lnTo>
                <a:lnTo>
                  <a:pt x="3932" y="331"/>
                </a:lnTo>
                <a:lnTo>
                  <a:pt x="3775" y="262"/>
                </a:lnTo>
                <a:lnTo>
                  <a:pt x="3617" y="188"/>
                </a:lnTo>
                <a:lnTo>
                  <a:pt x="3611" y="186"/>
                </a:lnTo>
                <a:lnTo>
                  <a:pt x="3448" y="117"/>
                </a:lnTo>
                <a:lnTo>
                  <a:pt x="3433" y="111"/>
                </a:lnTo>
                <a:lnTo>
                  <a:pt x="3265" y="56"/>
                </a:lnTo>
                <a:lnTo>
                  <a:pt x="3239" y="49"/>
                </a:lnTo>
                <a:lnTo>
                  <a:pt x="3065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2" name="Forma 41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366697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4000" dirty="0">
              <a:latin typeface="Mali"/>
            </a:endParaRPr>
          </a:p>
        </p:txBody>
      </p:sp>
      <p:sp>
        <p:nvSpPr>
          <p:cNvPr id="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04749" y="108447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084832" y="138120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03504" y="1516075"/>
            <a:ext cx="4828032" cy="4445447"/>
            <a:chOff x="603504" y="1516075"/>
            <a:chExt cx="4828032" cy="4445447"/>
          </a:xfrm>
        </p:grpSpPr>
        <p:sp>
          <p:nvSpPr>
            <p:cNvPr id="7" name="Forma 6"/>
            <p:cNvSpPr/>
            <p:nvPr/>
          </p:nvSpPr>
          <p:spPr>
            <a:xfrm>
              <a:off x="603504" y="151607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03504" y="151607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05256" y="155753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390265" y="155753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027216" y="220601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364664" y="1084478"/>
            <a:ext cx="1305713" cy="2314413"/>
            <a:chOff x="2364664" y="1084478"/>
            <a:chExt cx="1305713" cy="2314413"/>
          </a:xfrm>
        </p:grpSpPr>
        <p:sp>
          <p:nvSpPr>
            <p:cNvPr id="13" name="Forma 12"/>
            <p:cNvSpPr/>
            <p:nvPr/>
          </p:nvSpPr>
          <p:spPr>
            <a:xfrm>
              <a:off x="2364664" y="108447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918765" y="124632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05256" y="155753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733" y="7959"/>
                </a:moveTo>
                <a:lnTo>
                  <a:pt x="1731" y="7960"/>
                </a:lnTo>
                <a:lnTo>
                  <a:pt x="1729" y="7961"/>
                </a:lnTo>
                <a:lnTo>
                  <a:pt x="1726" y="7963"/>
                </a:lnTo>
                <a:lnTo>
                  <a:pt x="1724" y="7963"/>
                </a:lnTo>
                <a:lnTo>
                  <a:pt x="1721" y="7964"/>
                </a:lnTo>
                <a:lnTo>
                  <a:pt x="1719" y="7964"/>
                </a:lnTo>
                <a:lnTo>
                  <a:pt x="1716" y="7965"/>
                </a:lnTo>
                <a:lnTo>
                  <a:pt x="1713" y="7964"/>
                </a:lnTo>
                <a:lnTo>
                  <a:pt x="1711" y="7964"/>
                </a:lnTo>
                <a:lnTo>
                  <a:pt x="1708" y="7963"/>
                </a:lnTo>
                <a:lnTo>
                  <a:pt x="1706" y="7963"/>
                </a:lnTo>
                <a:lnTo>
                  <a:pt x="1703" y="7961"/>
                </a:lnTo>
                <a:lnTo>
                  <a:pt x="1701" y="7960"/>
                </a:lnTo>
                <a:lnTo>
                  <a:pt x="1699" y="7958"/>
                </a:lnTo>
                <a:lnTo>
                  <a:pt x="1697" y="7957"/>
                </a:lnTo>
                <a:lnTo>
                  <a:pt x="1695" y="7955"/>
                </a:lnTo>
                <a:lnTo>
                  <a:pt x="1694" y="7953"/>
                </a:lnTo>
                <a:lnTo>
                  <a:pt x="1693" y="7950"/>
                </a:lnTo>
                <a:lnTo>
                  <a:pt x="1691" y="7948"/>
                </a:lnTo>
                <a:lnTo>
                  <a:pt x="1681" y="7922"/>
                </a:lnTo>
                <a:lnTo>
                  <a:pt x="1680" y="7919"/>
                </a:lnTo>
                <a:lnTo>
                  <a:pt x="1661" y="7854"/>
                </a:lnTo>
                <a:lnTo>
                  <a:pt x="1661" y="7852"/>
                </a:lnTo>
                <a:lnTo>
                  <a:pt x="1642" y="7769"/>
                </a:lnTo>
                <a:lnTo>
                  <a:pt x="1642" y="7768"/>
                </a:lnTo>
                <a:lnTo>
                  <a:pt x="1623" y="7673"/>
                </a:lnTo>
                <a:lnTo>
                  <a:pt x="1623" y="7673"/>
                </a:lnTo>
                <a:lnTo>
                  <a:pt x="1604" y="7573"/>
                </a:lnTo>
                <a:lnTo>
                  <a:pt x="1586" y="7473"/>
                </a:lnTo>
                <a:lnTo>
                  <a:pt x="1567" y="7375"/>
                </a:lnTo>
                <a:lnTo>
                  <a:pt x="1567" y="7375"/>
                </a:lnTo>
                <a:lnTo>
                  <a:pt x="1549" y="7272"/>
                </a:lnTo>
                <a:lnTo>
                  <a:pt x="1549" y="7272"/>
                </a:lnTo>
                <a:lnTo>
                  <a:pt x="1532" y="7166"/>
                </a:lnTo>
                <a:lnTo>
                  <a:pt x="1532" y="7166"/>
                </a:lnTo>
                <a:lnTo>
                  <a:pt x="1515" y="7056"/>
                </a:lnTo>
                <a:lnTo>
                  <a:pt x="1515" y="7055"/>
                </a:lnTo>
                <a:lnTo>
                  <a:pt x="1499" y="6941"/>
                </a:lnTo>
                <a:lnTo>
                  <a:pt x="1499" y="6941"/>
                </a:lnTo>
                <a:lnTo>
                  <a:pt x="1484" y="6822"/>
                </a:lnTo>
                <a:lnTo>
                  <a:pt x="1484" y="6822"/>
                </a:lnTo>
                <a:lnTo>
                  <a:pt x="1470" y="6697"/>
                </a:lnTo>
                <a:lnTo>
                  <a:pt x="1470" y="6697"/>
                </a:lnTo>
                <a:lnTo>
                  <a:pt x="1456" y="6567"/>
                </a:lnTo>
                <a:lnTo>
                  <a:pt x="1456" y="6566"/>
                </a:lnTo>
                <a:lnTo>
                  <a:pt x="1444" y="6432"/>
                </a:lnTo>
                <a:lnTo>
                  <a:pt x="1444" y="6432"/>
                </a:lnTo>
                <a:lnTo>
                  <a:pt x="1433" y="6295"/>
                </a:lnTo>
                <a:lnTo>
                  <a:pt x="1433" y="6294"/>
                </a:lnTo>
                <a:lnTo>
                  <a:pt x="1423" y="6156"/>
                </a:lnTo>
                <a:lnTo>
                  <a:pt x="1423" y="6156"/>
                </a:lnTo>
                <a:lnTo>
                  <a:pt x="1416" y="6018"/>
                </a:lnTo>
                <a:lnTo>
                  <a:pt x="1416" y="6018"/>
                </a:lnTo>
                <a:lnTo>
                  <a:pt x="1412" y="5880"/>
                </a:lnTo>
                <a:lnTo>
                  <a:pt x="1412" y="5879"/>
                </a:lnTo>
                <a:lnTo>
                  <a:pt x="1409" y="5739"/>
                </a:lnTo>
                <a:lnTo>
                  <a:pt x="1409" y="5739"/>
                </a:lnTo>
                <a:lnTo>
                  <a:pt x="1408" y="5598"/>
                </a:lnTo>
                <a:lnTo>
                  <a:pt x="1408" y="5597"/>
                </a:lnTo>
                <a:lnTo>
                  <a:pt x="1409" y="5456"/>
                </a:lnTo>
                <a:lnTo>
                  <a:pt x="1409" y="5455"/>
                </a:lnTo>
                <a:lnTo>
                  <a:pt x="1412" y="5314"/>
                </a:lnTo>
                <a:lnTo>
                  <a:pt x="1412" y="5313"/>
                </a:lnTo>
                <a:lnTo>
                  <a:pt x="1416" y="5172"/>
                </a:lnTo>
                <a:lnTo>
                  <a:pt x="1416" y="5172"/>
                </a:lnTo>
                <a:lnTo>
                  <a:pt x="1423" y="5030"/>
                </a:lnTo>
                <a:lnTo>
                  <a:pt x="1423" y="5030"/>
                </a:lnTo>
                <a:lnTo>
                  <a:pt x="1431" y="4888"/>
                </a:lnTo>
                <a:lnTo>
                  <a:pt x="1431" y="4888"/>
                </a:lnTo>
                <a:lnTo>
                  <a:pt x="1441" y="4746"/>
                </a:lnTo>
                <a:lnTo>
                  <a:pt x="1441" y="4746"/>
                </a:lnTo>
                <a:lnTo>
                  <a:pt x="1453" y="4605"/>
                </a:lnTo>
                <a:lnTo>
                  <a:pt x="1453" y="4604"/>
                </a:lnTo>
                <a:lnTo>
                  <a:pt x="1467" y="4465"/>
                </a:lnTo>
                <a:lnTo>
                  <a:pt x="1467" y="4464"/>
                </a:lnTo>
                <a:lnTo>
                  <a:pt x="1484" y="4326"/>
                </a:lnTo>
                <a:lnTo>
                  <a:pt x="1484" y="4326"/>
                </a:lnTo>
                <a:lnTo>
                  <a:pt x="1503" y="4189"/>
                </a:lnTo>
                <a:lnTo>
                  <a:pt x="1503" y="4189"/>
                </a:lnTo>
                <a:lnTo>
                  <a:pt x="1525" y="4052"/>
                </a:lnTo>
                <a:lnTo>
                  <a:pt x="1525" y="4051"/>
                </a:lnTo>
                <a:lnTo>
                  <a:pt x="1548" y="3916"/>
                </a:lnTo>
                <a:lnTo>
                  <a:pt x="1548" y="3916"/>
                </a:lnTo>
                <a:lnTo>
                  <a:pt x="1575" y="3783"/>
                </a:lnTo>
                <a:lnTo>
                  <a:pt x="1575" y="3782"/>
                </a:lnTo>
                <a:lnTo>
                  <a:pt x="1603" y="3653"/>
                </a:lnTo>
                <a:lnTo>
                  <a:pt x="1604" y="3652"/>
                </a:lnTo>
                <a:lnTo>
                  <a:pt x="1635" y="3526"/>
                </a:lnTo>
                <a:lnTo>
                  <a:pt x="1636" y="3525"/>
                </a:lnTo>
                <a:lnTo>
                  <a:pt x="1671" y="3402"/>
                </a:lnTo>
                <a:lnTo>
                  <a:pt x="1671" y="3402"/>
                </a:lnTo>
                <a:lnTo>
                  <a:pt x="1709" y="3281"/>
                </a:lnTo>
                <a:lnTo>
                  <a:pt x="1709" y="3280"/>
                </a:lnTo>
                <a:lnTo>
                  <a:pt x="1750" y="3163"/>
                </a:lnTo>
                <a:lnTo>
                  <a:pt x="1750" y="3162"/>
                </a:lnTo>
                <a:lnTo>
                  <a:pt x="1793" y="3048"/>
                </a:lnTo>
                <a:lnTo>
                  <a:pt x="1794" y="3047"/>
                </a:lnTo>
                <a:lnTo>
                  <a:pt x="1839" y="2937"/>
                </a:lnTo>
                <a:lnTo>
                  <a:pt x="1839" y="2936"/>
                </a:lnTo>
                <a:lnTo>
                  <a:pt x="1887" y="2830"/>
                </a:lnTo>
                <a:lnTo>
                  <a:pt x="1887" y="2829"/>
                </a:lnTo>
                <a:lnTo>
                  <a:pt x="1937" y="2728"/>
                </a:lnTo>
                <a:lnTo>
                  <a:pt x="1937" y="2727"/>
                </a:lnTo>
                <a:lnTo>
                  <a:pt x="1989" y="2630"/>
                </a:lnTo>
                <a:lnTo>
                  <a:pt x="1989" y="2629"/>
                </a:lnTo>
                <a:lnTo>
                  <a:pt x="2043" y="2536"/>
                </a:lnTo>
                <a:lnTo>
                  <a:pt x="2044" y="2535"/>
                </a:lnTo>
                <a:lnTo>
                  <a:pt x="2100" y="2446"/>
                </a:lnTo>
                <a:lnTo>
                  <a:pt x="2100" y="2445"/>
                </a:lnTo>
                <a:lnTo>
                  <a:pt x="2158" y="2361"/>
                </a:lnTo>
                <a:lnTo>
                  <a:pt x="2159" y="2360"/>
                </a:lnTo>
                <a:lnTo>
                  <a:pt x="2219" y="2282"/>
                </a:lnTo>
                <a:lnTo>
                  <a:pt x="2220" y="2281"/>
                </a:lnTo>
                <a:lnTo>
                  <a:pt x="2282" y="2207"/>
                </a:lnTo>
                <a:lnTo>
                  <a:pt x="2283" y="2206"/>
                </a:lnTo>
                <a:lnTo>
                  <a:pt x="2348" y="2136"/>
                </a:lnTo>
                <a:lnTo>
                  <a:pt x="2349" y="2135"/>
                </a:lnTo>
                <a:lnTo>
                  <a:pt x="2416" y="2070"/>
                </a:lnTo>
                <a:lnTo>
                  <a:pt x="2417" y="2069"/>
                </a:lnTo>
                <a:lnTo>
                  <a:pt x="2486" y="2009"/>
                </a:lnTo>
                <a:lnTo>
                  <a:pt x="2487" y="2008"/>
                </a:lnTo>
                <a:lnTo>
                  <a:pt x="2557" y="1954"/>
                </a:lnTo>
                <a:lnTo>
                  <a:pt x="2558" y="1953"/>
                </a:lnTo>
                <a:lnTo>
                  <a:pt x="2628" y="1905"/>
                </a:lnTo>
                <a:lnTo>
                  <a:pt x="2630" y="1904"/>
                </a:lnTo>
                <a:lnTo>
                  <a:pt x="2703" y="1861"/>
                </a:lnTo>
                <a:lnTo>
                  <a:pt x="2704" y="1860"/>
                </a:lnTo>
                <a:lnTo>
                  <a:pt x="2783" y="1820"/>
                </a:lnTo>
                <a:lnTo>
                  <a:pt x="2784" y="1820"/>
                </a:lnTo>
                <a:lnTo>
                  <a:pt x="2864" y="1786"/>
                </a:lnTo>
                <a:lnTo>
                  <a:pt x="2866" y="1785"/>
                </a:lnTo>
                <a:lnTo>
                  <a:pt x="2943" y="1758"/>
                </a:lnTo>
                <a:lnTo>
                  <a:pt x="2945" y="1757"/>
                </a:lnTo>
                <a:lnTo>
                  <a:pt x="3015" y="1738"/>
                </a:lnTo>
                <a:lnTo>
                  <a:pt x="3017" y="1737"/>
                </a:lnTo>
                <a:lnTo>
                  <a:pt x="3075" y="1727"/>
                </a:lnTo>
                <a:lnTo>
                  <a:pt x="3079" y="1727"/>
                </a:lnTo>
                <a:lnTo>
                  <a:pt x="3123" y="1725"/>
                </a:lnTo>
                <a:lnTo>
                  <a:pt x="3125" y="1725"/>
                </a:lnTo>
                <a:lnTo>
                  <a:pt x="3127" y="1725"/>
                </a:lnTo>
                <a:lnTo>
                  <a:pt x="3162" y="1729"/>
                </a:lnTo>
                <a:lnTo>
                  <a:pt x="3164" y="1729"/>
                </a:lnTo>
                <a:lnTo>
                  <a:pt x="3167" y="1730"/>
                </a:lnTo>
                <a:lnTo>
                  <a:pt x="3195" y="1739"/>
                </a:lnTo>
                <a:lnTo>
                  <a:pt x="3197" y="1740"/>
                </a:lnTo>
                <a:lnTo>
                  <a:pt x="3199" y="1741"/>
                </a:lnTo>
                <a:lnTo>
                  <a:pt x="3227" y="1755"/>
                </a:lnTo>
                <a:lnTo>
                  <a:pt x="3228" y="1756"/>
                </a:lnTo>
                <a:lnTo>
                  <a:pt x="3230" y="1757"/>
                </a:lnTo>
                <a:lnTo>
                  <a:pt x="3260" y="1779"/>
                </a:lnTo>
                <a:lnTo>
                  <a:pt x="3262" y="1780"/>
                </a:lnTo>
                <a:lnTo>
                  <a:pt x="3294" y="1809"/>
                </a:lnTo>
                <a:lnTo>
                  <a:pt x="3296" y="1811"/>
                </a:lnTo>
                <a:lnTo>
                  <a:pt x="3327" y="1845"/>
                </a:lnTo>
                <a:lnTo>
                  <a:pt x="3329" y="1847"/>
                </a:lnTo>
                <a:lnTo>
                  <a:pt x="3358" y="1887"/>
                </a:lnTo>
                <a:lnTo>
                  <a:pt x="3359" y="1889"/>
                </a:lnTo>
                <a:lnTo>
                  <a:pt x="3388" y="1937"/>
                </a:lnTo>
                <a:lnTo>
                  <a:pt x="3389" y="1939"/>
                </a:lnTo>
                <a:lnTo>
                  <a:pt x="3419" y="1996"/>
                </a:lnTo>
                <a:lnTo>
                  <a:pt x="3420" y="1997"/>
                </a:lnTo>
                <a:lnTo>
                  <a:pt x="3451" y="2065"/>
                </a:lnTo>
                <a:lnTo>
                  <a:pt x="3451" y="2066"/>
                </a:lnTo>
                <a:lnTo>
                  <a:pt x="3484" y="2145"/>
                </a:lnTo>
                <a:lnTo>
                  <a:pt x="3485" y="2146"/>
                </a:lnTo>
                <a:lnTo>
                  <a:pt x="3520" y="2236"/>
                </a:lnTo>
                <a:lnTo>
                  <a:pt x="3521" y="2236"/>
                </a:lnTo>
                <a:lnTo>
                  <a:pt x="3558" y="2337"/>
                </a:lnTo>
                <a:lnTo>
                  <a:pt x="3558" y="2337"/>
                </a:lnTo>
                <a:lnTo>
                  <a:pt x="3596" y="2446"/>
                </a:lnTo>
                <a:lnTo>
                  <a:pt x="3596" y="2447"/>
                </a:lnTo>
                <a:lnTo>
                  <a:pt x="3633" y="2564"/>
                </a:lnTo>
                <a:lnTo>
                  <a:pt x="3633" y="2564"/>
                </a:lnTo>
                <a:lnTo>
                  <a:pt x="3669" y="2688"/>
                </a:lnTo>
                <a:lnTo>
                  <a:pt x="3669" y="2688"/>
                </a:lnTo>
                <a:lnTo>
                  <a:pt x="3703" y="2817"/>
                </a:lnTo>
                <a:lnTo>
                  <a:pt x="3703" y="2818"/>
                </a:lnTo>
                <a:lnTo>
                  <a:pt x="3734" y="2955"/>
                </a:lnTo>
                <a:lnTo>
                  <a:pt x="3735" y="2955"/>
                </a:lnTo>
                <a:lnTo>
                  <a:pt x="3765" y="3103"/>
                </a:lnTo>
                <a:lnTo>
                  <a:pt x="3765" y="3103"/>
                </a:lnTo>
                <a:lnTo>
                  <a:pt x="3795" y="3257"/>
                </a:lnTo>
                <a:lnTo>
                  <a:pt x="3795" y="3258"/>
                </a:lnTo>
                <a:lnTo>
                  <a:pt x="3822" y="3416"/>
                </a:lnTo>
                <a:lnTo>
                  <a:pt x="3822" y="3416"/>
                </a:lnTo>
                <a:lnTo>
                  <a:pt x="3848" y="3574"/>
                </a:lnTo>
                <a:lnTo>
                  <a:pt x="3848" y="3575"/>
                </a:lnTo>
                <a:lnTo>
                  <a:pt x="3872" y="3731"/>
                </a:lnTo>
                <a:lnTo>
                  <a:pt x="3872" y="3731"/>
                </a:lnTo>
                <a:lnTo>
                  <a:pt x="3893" y="3885"/>
                </a:lnTo>
                <a:lnTo>
                  <a:pt x="3893" y="3885"/>
                </a:lnTo>
                <a:lnTo>
                  <a:pt x="3912" y="4040"/>
                </a:lnTo>
                <a:lnTo>
                  <a:pt x="3912" y="4040"/>
                </a:lnTo>
                <a:lnTo>
                  <a:pt x="3929" y="4195"/>
                </a:lnTo>
                <a:lnTo>
                  <a:pt x="3929" y="4196"/>
                </a:lnTo>
                <a:lnTo>
                  <a:pt x="3945" y="4352"/>
                </a:lnTo>
                <a:lnTo>
                  <a:pt x="3945" y="4352"/>
                </a:lnTo>
                <a:lnTo>
                  <a:pt x="3959" y="4508"/>
                </a:lnTo>
                <a:lnTo>
                  <a:pt x="3959" y="4508"/>
                </a:lnTo>
                <a:lnTo>
                  <a:pt x="3974" y="4664"/>
                </a:lnTo>
                <a:lnTo>
                  <a:pt x="3974" y="4664"/>
                </a:lnTo>
                <a:lnTo>
                  <a:pt x="3987" y="4820"/>
                </a:lnTo>
                <a:lnTo>
                  <a:pt x="3987" y="4820"/>
                </a:lnTo>
                <a:lnTo>
                  <a:pt x="3999" y="4975"/>
                </a:lnTo>
                <a:lnTo>
                  <a:pt x="3999" y="4975"/>
                </a:lnTo>
                <a:lnTo>
                  <a:pt x="4010" y="5131"/>
                </a:lnTo>
                <a:lnTo>
                  <a:pt x="4010" y="5131"/>
                </a:lnTo>
                <a:lnTo>
                  <a:pt x="4020" y="5287"/>
                </a:lnTo>
                <a:lnTo>
                  <a:pt x="4031" y="5443"/>
                </a:lnTo>
                <a:lnTo>
                  <a:pt x="4031" y="5444"/>
                </a:lnTo>
                <a:lnTo>
                  <a:pt x="4042" y="5600"/>
                </a:lnTo>
                <a:lnTo>
                  <a:pt x="4042" y="5600"/>
                </a:lnTo>
                <a:lnTo>
                  <a:pt x="4053" y="5756"/>
                </a:lnTo>
                <a:lnTo>
                  <a:pt x="4053" y="5756"/>
                </a:lnTo>
                <a:lnTo>
                  <a:pt x="4066" y="5912"/>
                </a:lnTo>
                <a:lnTo>
                  <a:pt x="4078" y="6067"/>
                </a:lnTo>
                <a:lnTo>
                  <a:pt x="4078" y="6068"/>
                </a:lnTo>
                <a:lnTo>
                  <a:pt x="4090" y="6223"/>
                </a:lnTo>
                <a:lnTo>
                  <a:pt x="4090" y="6223"/>
                </a:lnTo>
                <a:lnTo>
                  <a:pt x="4100" y="6379"/>
                </a:lnTo>
                <a:lnTo>
                  <a:pt x="4100" y="6379"/>
                </a:lnTo>
                <a:lnTo>
                  <a:pt x="4110" y="6536"/>
                </a:lnTo>
                <a:lnTo>
                  <a:pt x="4110" y="6536"/>
                </a:lnTo>
                <a:lnTo>
                  <a:pt x="4121" y="6708"/>
                </a:lnTo>
                <a:lnTo>
                  <a:pt x="4121" y="6709"/>
                </a:lnTo>
                <a:lnTo>
                  <a:pt x="4136" y="6897"/>
                </a:lnTo>
                <a:lnTo>
                  <a:pt x="4136" y="6897"/>
                </a:lnTo>
                <a:lnTo>
                  <a:pt x="4150" y="7085"/>
                </a:lnTo>
                <a:lnTo>
                  <a:pt x="4150" y="7086"/>
                </a:lnTo>
                <a:lnTo>
                  <a:pt x="4159" y="7255"/>
                </a:lnTo>
                <a:lnTo>
                  <a:pt x="4159" y="7256"/>
                </a:lnTo>
                <a:lnTo>
                  <a:pt x="4158" y="7349"/>
                </a:lnTo>
                <a:lnTo>
                  <a:pt x="4158" y="7352"/>
                </a:lnTo>
                <a:lnTo>
                  <a:pt x="4158" y="7354"/>
                </a:lnTo>
                <a:lnTo>
                  <a:pt x="4157" y="7357"/>
                </a:lnTo>
                <a:lnTo>
                  <a:pt x="4156" y="7359"/>
                </a:lnTo>
                <a:lnTo>
                  <a:pt x="4155" y="7362"/>
                </a:lnTo>
                <a:lnTo>
                  <a:pt x="4154" y="7364"/>
                </a:lnTo>
                <a:lnTo>
                  <a:pt x="4152" y="7366"/>
                </a:lnTo>
                <a:lnTo>
                  <a:pt x="4151" y="7368"/>
                </a:lnTo>
                <a:lnTo>
                  <a:pt x="4149" y="7370"/>
                </a:lnTo>
                <a:lnTo>
                  <a:pt x="4147" y="7371"/>
                </a:lnTo>
                <a:lnTo>
                  <a:pt x="4144" y="7373"/>
                </a:lnTo>
                <a:lnTo>
                  <a:pt x="4142" y="7374"/>
                </a:lnTo>
                <a:lnTo>
                  <a:pt x="4140" y="7375"/>
                </a:lnTo>
                <a:lnTo>
                  <a:pt x="4137" y="7375"/>
                </a:lnTo>
                <a:lnTo>
                  <a:pt x="4135" y="7376"/>
                </a:lnTo>
                <a:lnTo>
                  <a:pt x="4132" y="7376"/>
                </a:lnTo>
                <a:lnTo>
                  <a:pt x="4129" y="7376"/>
                </a:lnTo>
                <a:lnTo>
                  <a:pt x="4127" y="7375"/>
                </a:lnTo>
                <a:lnTo>
                  <a:pt x="4124" y="7375"/>
                </a:lnTo>
                <a:lnTo>
                  <a:pt x="4122" y="7374"/>
                </a:lnTo>
                <a:lnTo>
                  <a:pt x="4120" y="7373"/>
                </a:lnTo>
                <a:lnTo>
                  <a:pt x="4117" y="7372"/>
                </a:lnTo>
                <a:lnTo>
                  <a:pt x="4115" y="7370"/>
                </a:lnTo>
                <a:lnTo>
                  <a:pt x="4113" y="7368"/>
                </a:lnTo>
                <a:lnTo>
                  <a:pt x="4112" y="7366"/>
                </a:lnTo>
                <a:lnTo>
                  <a:pt x="4085" y="7336"/>
                </a:lnTo>
                <a:lnTo>
                  <a:pt x="4082" y="7333"/>
                </a:lnTo>
                <a:lnTo>
                  <a:pt x="4020" y="7267"/>
                </a:lnTo>
                <a:lnTo>
                  <a:pt x="4015" y="7262"/>
                </a:lnTo>
                <a:lnTo>
                  <a:pt x="4010" y="7258"/>
                </a:lnTo>
                <a:lnTo>
                  <a:pt x="3944" y="7210"/>
                </a:lnTo>
                <a:lnTo>
                  <a:pt x="3939" y="7207"/>
                </a:lnTo>
                <a:lnTo>
                  <a:pt x="3934" y="7204"/>
                </a:lnTo>
                <a:lnTo>
                  <a:pt x="3862" y="7168"/>
                </a:lnTo>
                <a:lnTo>
                  <a:pt x="3861" y="7168"/>
                </a:lnTo>
                <a:lnTo>
                  <a:pt x="3781" y="7129"/>
                </a:lnTo>
                <a:lnTo>
                  <a:pt x="3779" y="7128"/>
                </a:lnTo>
                <a:lnTo>
                  <a:pt x="3694" y="7091"/>
                </a:lnTo>
                <a:lnTo>
                  <a:pt x="3690" y="7090"/>
                </a:lnTo>
                <a:lnTo>
                  <a:pt x="3601" y="7057"/>
                </a:lnTo>
                <a:lnTo>
                  <a:pt x="3595" y="7055"/>
                </a:lnTo>
                <a:lnTo>
                  <a:pt x="3505" y="7029"/>
                </a:lnTo>
                <a:lnTo>
                  <a:pt x="3496" y="7027"/>
                </a:lnTo>
                <a:lnTo>
                  <a:pt x="3405" y="7011"/>
                </a:lnTo>
                <a:lnTo>
                  <a:pt x="3398" y="7010"/>
                </a:lnTo>
                <a:lnTo>
                  <a:pt x="3305" y="7003"/>
                </a:lnTo>
                <a:lnTo>
                  <a:pt x="3299" y="7003"/>
                </a:lnTo>
                <a:lnTo>
                  <a:pt x="3203" y="7002"/>
                </a:lnTo>
                <a:lnTo>
                  <a:pt x="3197" y="7002"/>
                </a:lnTo>
                <a:lnTo>
                  <a:pt x="3098" y="7008"/>
                </a:lnTo>
                <a:lnTo>
                  <a:pt x="3092" y="7008"/>
                </a:lnTo>
                <a:lnTo>
                  <a:pt x="2992" y="7022"/>
                </a:lnTo>
                <a:lnTo>
                  <a:pt x="2985" y="7024"/>
                </a:lnTo>
                <a:lnTo>
                  <a:pt x="2884" y="7046"/>
                </a:lnTo>
                <a:lnTo>
                  <a:pt x="2877" y="7048"/>
                </a:lnTo>
                <a:lnTo>
                  <a:pt x="2777" y="7081"/>
                </a:lnTo>
                <a:lnTo>
                  <a:pt x="2769" y="7084"/>
                </a:lnTo>
                <a:lnTo>
                  <a:pt x="2667" y="7129"/>
                </a:lnTo>
                <a:lnTo>
                  <a:pt x="2661" y="7132"/>
                </a:lnTo>
                <a:lnTo>
                  <a:pt x="2554" y="7190"/>
                </a:lnTo>
                <a:lnTo>
                  <a:pt x="2550" y="7192"/>
                </a:lnTo>
                <a:lnTo>
                  <a:pt x="2443" y="7259"/>
                </a:lnTo>
                <a:lnTo>
                  <a:pt x="2439" y="7261"/>
                </a:lnTo>
                <a:lnTo>
                  <a:pt x="2335" y="7334"/>
                </a:lnTo>
                <a:lnTo>
                  <a:pt x="2332" y="7336"/>
                </a:lnTo>
                <a:lnTo>
                  <a:pt x="2233" y="7410"/>
                </a:lnTo>
                <a:lnTo>
                  <a:pt x="2231" y="7412"/>
                </a:lnTo>
                <a:lnTo>
                  <a:pt x="2142" y="7484"/>
                </a:lnTo>
                <a:lnTo>
                  <a:pt x="2137" y="7489"/>
                </a:lnTo>
                <a:lnTo>
                  <a:pt x="2057" y="7566"/>
                </a:lnTo>
                <a:lnTo>
                  <a:pt x="2052" y="7572"/>
                </a:lnTo>
                <a:lnTo>
                  <a:pt x="1977" y="7658"/>
                </a:lnTo>
                <a:lnTo>
                  <a:pt x="1975" y="7661"/>
                </a:lnTo>
                <a:lnTo>
                  <a:pt x="1906" y="7750"/>
                </a:lnTo>
                <a:lnTo>
                  <a:pt x="1905" y="7751"/>
                </a:lnTo>
                <a:lnTo>
                  <a:pt x="1844" y="7834"/>
                </a:lnTo>
                <a:lnTo>
                  <a:pt x="1843" y="7834"/>
                </a:lnTo>
                <a:lnTo>
                  <a:pt x="1791" y="7901"/>
                </a:lnTo>
                <a:lnTo>
                  <a:pt x="1790" y="7903"/>
                </a:lnTo>
                <a:lnTo>
                  <a:pt x="1748" y="7946"/>
                </a:lnTo>
                <a:lnTo>
                  <a:pt x="1745" y="7948"/>
                </a:lnTo>
                <a:lnTo>
                  <a:pt x="1733" y="7959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496910" y="2267740"/>
            <a:ext cx="1112295" cy="2508045"/>
            <a:chOff x="1496910" y="2267740"/>
            <a:chExt cx="1112295" cy="2508045"/>
          </a:xfrm>
        </p:grpSpPr>
        <p:sp>
          <p:nvSpPr>
            <p:cNvPr id="17" name="Forma 16"/>
            <p:cNvSpPr/>
            <p:nvPr/>
          </p:nvSpPr>
          <p:spPr>
            <a:xfrm>
              <a:off x="1496910" y="2267740"/>
              <a:ext cx="1112295" cy="25080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581180" y="2513873"/>
              <a:ext cx="860268" cy="1795443"/>
            </a:xfrm>
            <a:custGeom>
              <a:avLst/>
              <a:gdLst/>
              <a:ahLst/>
              <a:cxnLst/>
              <a:rect l="0" t="0" r="r" b="b"/>
              <a:pathLst>
                <a:path w="1567" h="3328" fill="none">
                  <a:moveTo>
                    <a:pt x="1567" y="1568"/>
                  </a:moveTo>
                  <a:lnTo>
                    <a:pt x="1151" y="1343"/>
                  </a:lnTo>
                  <a:lnTo>
                    <a:pt x="640" y="960"/>
                  </a:lnTo>
                  <a:lnTo>
                    <a:pt x="352" y="576"/>
                  </a:lnTo>
                </a:path>
                <a:path w="1567" h="3328" fill="none">
                  <a:moveTo>
                    <a:pt x="1151" y="1343"/>
                  </a:moveTo>
                  <a:lnTo>
                    <a:pt x="959" y="768"/>
                  </a:lnTo>
                  <a:lnTo>
                    <a:pt x="864" y="128"/>
                  </a:lnTo>
                </a:path>
                <a:path w="1567" h="3328" fill="none">
                  <a:moveTo>
                    <a:pt x="1567" y="1568"/>
                  </a:moveTo>
                  <a:lnTo>
                    <a:pt x="959" y="1663"/>
                  </a:lnTo>
                  <a:lnTo>
                    <a:pt x="320" y="1663"/>
                  </a:lnTo>
                  <a:lnTo>
                    <a:pt x="0" y="1728"/>
                  </a:lnTo>
                </a:path>
                <a:path w="1567" h="3328" fill="none">
                  <a:moveTo>
                    <a:pt x="959" y="1663"/>
                  </a:moveTo>
                  <a:lnTo>
                    <a:pt x="512" y="2112"/>
                  </a:lnTo>
                  <a:lnTo>
                    <a:pt x="160" y="2496"/>
                  </a:lnTo>
                </a:path>
                <a:path w="1567" h="3328" fill="none">
                  <a:moveTo>
                    <a:pt x="1567" y="1568"/>
                  </a:moveTo>
                  <a:lnTo>
                    <a:pt x="1151" y="2112"/>
                  </a:lnTo>
                  <a:lnTo>
                    <a:pt x="767" y="2752"/>
                  </a:lnTo>
                  <a:lnTo>
                    <a:pt x="415" y="3264"/>
                  </a:lnTo>
                </a:path>
                <a:path w="1567" h="3328" fill="none">
                  <a:moveTo>
                    <a:pt x="1151" y="2112"/>
                  </a:moveTo>
                  <a:lnTo>
                    <a:pt x="1344" y="2752"/>
                  </a:lnTo>
                  <a:lnTo>
                    <a:pt x="1151" y="3328"/>
                  </a:lnTo>
                </a:path>
                <a:path w="1567" h="3328" fill="none">
                  <a:moveTo>
                    <a:pt x="767" y="2752"/>
                  </a:moveTo>
                  <a:lnTo>
                    <a:pt x="255" y="3072"/>
                  </a:lnTo>
                  <a:lnTo>
                    <a:pt x="0" y="3264"/>
                  </a:lnTo>
                </a:path>
                <a:path w="1567" h="3328" fill="none">
                  <a:moveTo>
                    <a:pt x="640" y="960"/>
                  </a:moveTo>
                  <a:lnTo>
                    <a:pt x="192" y="1088"/>
                  </a:lnTo>
                  <a:lnTo>
                    <a:pt x="2" y="1229"/>
                  </a:lnTo>
                </a:path>
                <a:path w="1567" h="3328" fill="none">
                  <a:moveTo>
                    <a:pt x="959" y="768"/>
                  </a:moveTo>
                  <a:lnTo>
                    <a:pt x="576" y="384"/>
                  </a:lnTo>
                </a:path>
                <a:path w="1567" h="3328" fill="none">
                  <a:moveTo>
                    <a:pt x="512" y="2112"/>
                  </a:moveTo>
                  <a:lnTo>
                    <a:pt x="576" y="2560"/>
                  </a:lnTo>
                  <a:lnTo>
                    <a:pt x="384" y="3008"/>
                  </a:lnTo>
                </a:path>
                <a:path w="1567" h="3328" fill="none">
                  <a:moveTo>
                    <a:pt x="1567" y="1568"/>
                  </a:moveTo>
                  <a:lnTo>
                    <a:pt x="1471" y="1088"/>
                  </a:lnTo>
                  <a:lnTo>
                    <a:pt x="1279" y="576"/>
                  </a:lnTo>
                  <a:lnTo>
                    <a:pt x="1151" y="0"/>
                  </a:lnTo>
                </a:path>
                <a:path w="1567" h="3328" fill="none">
                  <a:moveTo>
                    <a:pt x="320" y="1663"/>
                  </a:moveTo>
                  <a:lnTo>
                    <a:pt x="128" y="20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27233" y="3359803"/>
              <a:ext cx="931771" cy="1047595"/>
            </a:xfrm>
            <a:custGeom>
              <a:avLst/>
              <a:gdLst/>
              <a:ahLst/>
              <a:cxnLst/>
              <a:rect l="0" t="0" r="r" b="b"/>
              <a:pathLst>
                <a:path w="1698" h="1941" fill="none">
                  <a:moveTo>
                    <a:pt x="0" y="106"/>
                  </a:moveTo>
                  <a:lnTo>
                    <a:pt x="114" y="117"/>
                  </a:lnTo>
                  <a:lnTo>
                    <a:pt x="264" y="131"/>
                  </a:lnTo>
                  <a:lnTo>
                    <a:pt x="414" y="142"/>
                  </a:lnTo>
                  <a:lnTo>
                    <a:pt x="546" y="147"/>
                  </a:lnTo>
                  <a:lnTo>
                    <a:pt x="655" y="144"/>
                  </a:lnTo>
                  <a:lnTo>
                    <a:pt x="755" y="136"/>
                  </a:lnTo>
                  <a:lnTo>
                    <a:pt x="851" y="124"/>
                  </a:lnTo>
                  <a:lnTo>
                    <a:pt x="949" y="110"/>
                  </a:lnTo>
                  <a:lnTo>
                    <a:pt x="1058" y="95"/>
                  </a:lnTo>
                  <a:lnTo>
                    <a:pt x="1188" y="78"/>
                  </a:lnTo>
                  <a:lnTo>
                    <a:pt x="1335" y="56"/>
                  </a:lnTo>
                  <a:lnTo>
                    <a:pt x="1482" y="33"/>
                  </a:lnTo>
                  <a:lnTo>
                    <a:pt x="1609" y="13"/>
                  </a:lnTo>
                  <a:lnTo>
                    <a:pt x="1698" y="0"/>
                  </a:lnTo>
                </a:path>
                <a:path w="1698" h="1941" fill="none">
                  <a:moveTo>
                    <a:pt x="42" y="1941"/>
                  </a:moveTo>
                  <a:lnTo>
                    <a:pt x="112" y="1856"/>
                  </a:lnTo>
                  <a:lnTo>
                    <a:pt x="223" y="1721"/>
                  </a:lnTo>
                  <a:lnTo>
                    <a:pt x="352" y="1563"/>
                  </a:lnTo>
                  <a:lnTo>
                    <a:pt x="485" y="1400"/>
                  </a:lnTo>
                  <a:lnTo>
                    <a:pt x="610" y="1248"/>
                  </a:lnTo>
                  <a:lnTo>
                    <a:pt x="726" y="1103"/>
                  </a:lnTo>
                  <a:lnTo>
                    <a:pt x="843" y="954"/>
                  </a:lnTo>
                  <a:lnTo>
                    <a:pt x="960" y="807"/>
                  </a:lnTo>
                  <a:lnTo>
                    <a:pt x="1075" y="668"/>
                  </a:lnTo>
                  <a:lnTo>
                    <a:pt x="1186" y="544"/>
                  </a:lnTo>
                  <a:lnTo>
                    <a:pt x="1301" y="430"/>
                  </a:lnTo>
                  <a:lnTo>
                    <a:pt x="1420" y="324"/>
                  </a:lnTo>
                  <a:lnTo>
                    <a:pt x="1533" y="230"/>
                  </a:lnTo>
                  <a:lnTo>
                    <a:pt x="1629" y="152"/>
                  </a:lnTo>
                  <a:lnTo>
                    <a:pt x="1698" y="9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496910" y="2267740"/>
            <a:ext cx="1112295" cy="2508045"/>
          </a:xfrm>
          <a:custGeom>
            <a:avLst/>
            <a:gdLst/>
            <a:ahLst/>
            <a:cxnLst/>
            <a:rect l="0" t="0" r="r" b="b"/>
            <a:pathLst>
              <a:path w="2027" h="4648" fill="none">
                <a:moveTo>
                  <a:pt x="220" y="4641"/>
                </a:moveTo>
                <a:lnTo>
                  <a:pt x="252" y="4608"/>
                </a:lnTo>
                <a:lnTo>
                  <a:pt x="291" y="4558"/>
                </a:lnTo>
                <a:lnTo>
                  <a:pt x="337" y="4496"/>
                </a:lnTo>
                <a:lnTo>
                  <a:pt x="338" y="4495"/>
                </a:lnTo>
                <a:lnTo>
                  <a:pt x="390" y="4428"/>
                </a:lnTo>
                <a:lnTo>
                  <a:pt x="392" y="4425"/>
                </a:lnTo>
                <a:lnTo>
                  <a:pt x="449" y="4360"/>
                </a:lnTo>
                <a:lnTo>
                  <a:pt x="453" y="4355"/>
                </a:lnTo>
                <a:lnTo>
                  <a:pt x="514" y="4296"/>
                </a:lnTo>
                <a:lnTo>
                  <a:pt x="518" y="4292"/>
                </a:lnTo>
                <a:lnTo>
                  <a:pt x="586" y="4238"/>
                </a:lnTo>
                <a:lnTo>
                  <a:pt x="588" y="4236"/>
                </a:lnTo>
                <a:lnTo>
                  <a:pt x="662" y="4180"/>
                </a:lnTo>
                <a:lnTo>
                  <a:pt x="664" y="4178"/>
                </a:lnTo>
                <a:lnTo>
                  <a:pt x="743" y="4123"/>
                </a:lnTo>
                <a:lnTo>
                  <a:pt x="746" y="4122"/>
                </a:lnTo>
                <a:lnTo>
                  <a:pt x="827" y="4071"/>
                </a:lnTo>
                <a:lnTo>
                  <a:pt x="831" y="4069"/>
                </a:lnTo>
                <a:lnTo>
                  <a:pt x="912" y="4025"/>
                </a:lnTo>
                <a:lnTo>
                  <a:pt x="917" y="4023"/>
                </a:lnTo>
                <a:lnTo>
                  <a:pt x="995" y="3988"/>
                </a:lnTo>
                <a:lnTo>
                  <a:pt x="1002" y="3986"/>
                </a:lnTo>
                <a:lnTo>
                  <a:pt x="1078" y="3961"/>
                </a:lnTo>
                <a:lnTo>
                  <a:pt x="1084" y="3959"/>
                </a:lnTo>
                <a:lnTo>
                  <a:pt x="1161" y="3942"/>
                </a:lnTo>
                <a:lnTo>
                  <a:pt x="1166" y="3941"/>
                </a:lnTo>
                <a:lnTo>
                  <a:pt x="1243" y="3930"/>
                </a:lnTo>
                <a:lnTo>
                  <a:pt x="1248" y="3929"/>
                </a:lnTo>
                <a:lnTo>
                  <a:pt x="1323" y="3925"/>
                </a:lnTo>
                <a:lnTo>
                  <a:pt x="1328" y="3925"/>
                </a:lnTo>
                <a:lnTo>
                  <a:pt x="1401" y="3926"/>
                </a:lnTo>
                <a:lnTo>
                  <a:pt x="1406" y="3926"/>
                </a:lnTo>
                <a:lnTo>
                  <a:pt x="1477" y="3931"/>
                </a:lnTo>
                <a:lnTo>
                  <a:pt x="1484" y="3932"/>
                </a:lnTo>
                <a:lnTo>
                  <a:pt x="1553" y="3944"/>
                </a:lnTo>
                <a:lnTo>
                  <a:pt x="1560" y="3946"/>
                </a:lnTo>
                <a:lnTo>
                  <a:pt x="1629" y="3965"/>
                </a:lnTo>
                <a:lnTo>
                  <a:pt x="1635" y="3967"/>
                </a:lnTo>
                <a:lnTo>
                  <a:pt x="1702" y="3992"/>
                </a:lnTo>
                <a:lnTo>
                  <a:pt x="1705" y="3994"/>
                </a:lnTo>
                <a:lnTo>
                  <a:pt x="1769" y="4022"/>
                </a:lnTo>
                <a:lnTo>
                  <a:pt x="1772" y="4023"/>
                </a:lnTo>
                <a:lnTo>
                  <a:pt x="1832" y="4052"/>
                </a:lnTo>
                <a:lnTo>
                  <a:pt x="1833" y="4052"/>
                </a:lnTo>
                <a:lnTo>
                  <a:pt x="1887" y="4079"/>
                </a:lnTo>
                <a:lnTo>
                  <a:pt x="1892" y="4082"/>
                </a:lnTo>
                <a:lnTo>
                  <a:pt x="1897" y="4085"/>
                </a:lnTo>
                <a:lnTo>
                  <a:pt x="1947" y="4122"/>
                </a:lnTo>
                <a:lnTo>
                  <a:pt x="1952" y="4126"/>
                </a:lnTo>
                <a:lnTo>
                  <a:pt x="1957" y="4130"/>
                </a:lnTo>
                <a:lnTo>
                  <a:pt x="2004" y="4180"/>
                </a:lnTo>
                <a:lnTo>
                  <a:pt x="2007" y="4183"/>
                </a:lnTo>
                <a:lnTo>
                  <a:pt x="2027" y="4206"/>
                </a:lnTo>
                <a:lnTo>
                  <a:pt x="2027" y="4136"/>
                </a:lnTo>
                <a:lnTo>
                  <a:pt x="2020" y="4009"/>
                </a:lnTo>
                <a:lnTo>
                  <a:pt x="2010" y="3868"/>
                </a:lnTo>
                <a:lnTo>
                  <a:pt x="1999" y="3726"/>
                </a:lnTo>
                <a:lnTo>
                  <a:pt x="1999" y="3725"/>
                </a:lnTo>
                <a:lnTo>
                  <a:pt x="1990" y="3596"/>
                </a:lnTo>
                <a:lnTo>
                  <a:pt x="1990" y="3596"/>
                </a:lnTo>
                <a:lnTo>
                  <a:pt x="1983" y="3478"/>
                </a:lnTo>
                <a:lnTo>
                  <a:pt x="1975" y="3361"/>
                </a:lnTo>
                <a:lnTo>
                  <a:pt x="1966" y="3244"/>
                </a:lnTo>
                <a:lnTo>
                  <a:pt x="1957" y="3127"/>
                </a:lnTo>
                <a:lnTo>
                  <a:pt x="1948" y="3010"/>
                </a:lnTo>
                <a:lnTo>
                  <a:pt x="1948" y="3010"/>
                </a:lnTo>
                <a:lnTo>
                  <a:pt x="1939" y="2893"/>
                </a:lnTo>
                <a:lnTo>
                  <a:pt x="1939" y="2893"/>
                </a:lnTo>
                <a:lnTo>
                  <a:pt x="1931" y="2775"/>
                </a:lnTo>
                <a:lnTo>
                  <a:pt x="1931" y="2775"/>
                </a:lnTo>
                <a:lnTo>
                  <a:pt x="1923" y="2658"/>
                </a:lnTo>
                <a:lnTo>
                  <a:pt x="1915" y="2541"/>
                </a:lnTo>
                <a:lnTo>
                  <a:pt x="1907" y="2424"/>
                </a:lnTo>
                <a:lnTo>
                  <a:pt x="1898" y="2307"/>
                </a:lnTo>
                <a:lnTo>
                  <a:pt x="1888" y="2190"/>
                </a:lnTo>
                <a:lnTo>
                  <a:pt x="1877" y="2073"/>
                </a:lnTo>
                <a:lnTo>
                  <a:pt x="1866" y="1955"/>
                </a:lnTo>
                <a:lnTo>
                  <a:pt x="1854" y="1838"/>
                </a:lnTo>
                <a:lnTo>
                  <a:pt x="1842" y="1722"/>
                </a:lnTo>
                <a:lnTo>
                  <a:pt x="1827" y="1605"/>
                </a:lnTo>
                <a:lnTo>
                  <a:pt x="1811" y="1490"/>
                </a:lnTo>
                <a:lnTo>
                  <a:pt x="1794" y="1373"/>
                </a:lnTo>
                <a:lnTo>
                  <a:pt x="1774" y="1253"/>
                </a:lnTo>
                <a:lnTo>
                  <a:pt x="1753" y="1135"/>
                </a:lnTo>
                <a:lnTo>
                  <a:pt x="1731" y="1019"/>
                </a:lnTo>
                <a:lnTo>
                  <a:pt x="1708" y="908"/>
                </a:lnTo>
                <a:lnTo>
                  <a:pt x="1685" y="805"/>
                </a:lnTo>
                <a:lnTo>
                  <a:pt x="1660" y="709"/>
                </a:lnTo>
                <a:lnTo>
                  <a:pt x="1633" y="616"/>
                </a:lnTo>
                <a:lnTo>
                  <a:pt x="1605" y="528"/>
                </a:lnTo>
                <a:lnTo>
                  <a:pt x="1576" y="446"/>
                </a:lnTo>
                <a:lnTo>
                  <a:pt x="1548" y="371"/>
                </a:lnTo>
                <a:lnTo>
                  <a:pt x="1522" y="303"/>
                </a:lnTo>
                <a:lnTo>
                  <a:pt x="1496" y="244"/>
                </a:lnTo>
                <a:lnTo>
                  <a:pt x="1473" y="193"/>
                </a:lnTo>
                <a:lnTo>
                  <a:pt x="1451" y="149"/>
                </a:lnTo>
                <a:lnTo>
                  <a:pt x="1429" y="113"/>
                </a:lnTo>
                <a:lnTo>
                  <a:pt x="1407" y="83"/>
                </a:lnTo>
                <a:lnTo>
                  <a:pt x="1384" y="58"/>
                </a:lnTo>
                <a:lnTo>
                  <a:pt x="1359" y="36"/>
                </a:lnTo>
                <a:lnTo>
                  <a:pt x="1337" y="20"/>
                </a:lnTo>
                <a:lnTo>
                  <a:pt x="1317" y="9"/>
                </a:lnTo>
                <a:lnTo>
                  <a:pt x="1295" y="2"/>
                </a:lnTo>
                <a:lnTo>
                  <a:pt x="1269" y="0"/>
                </a:lnTo>
                <a:lnTo>
                  <a:pt x="1236" y="1"/>
                </a:lnTo>
                <a:lnTo>
                  <a:pt x="1193" y="9"/>
                </a:lnTo>
                <a:lnTo>
                  <a:pt x="1140" y="23"/>
                </a:lnTo>
                <a:lnTo>
                  <a:pt x="1082" y="44"/>
                </a:lnTo>
                <a:lnTo>
                  <a:pt x="1022" y="69"/>
                </a:lnTo>
                <a:lnTo>
                  <a:pt x="963" y="99"/>
                </a:lnTo>
                <a:lnTo>
                  <a:pt x="908" y="131"/>
                </a:lnTo>
                <a:lnTo>
                  <a:pt x="855" y="167"/>
                </a:lnTo>
                <a:lnTo>
                  <a:pt x="803" y="208"/>
                </a:lnTo>
                <a:lnTo>
                  <a:pt x="751" y="253"/>
                </a:lnTo>
                <a:lnTo>
                  <a:pt x="701" y="302"/>
                </a:lnTo>
                <a:lnTo>
                  <a:pt x="652" y="355"/>
                </a:lnTo>
                <a:lnTo>
                  <a:pt x="605" y="410"/>
                </a:lnTo>
                <a:lnTo>
                  <a:pt x="560" y="469"/>
                </a:lnTo>
                <a:lnTo>
                  <a:pt x="516" y="532"/>
                </a:lnTo>
                <a:lnTo>
                  <a:pt x="474" y="599"/>
                </a:lnTo>
                <a:lnTo>
                  <a:pt x="434" y="669"/>
                </a:lnTo>
                <a:lnTo>
                  <a:pt x="395" y="742"/>
                </a:lnTo>
                <a:lnTo>
                  <a:pt x="358" y="818"/>
                </a:lnTo>
                <a:lnTo>
                  <a:pt x="322" y="898"/>
                </a:lnTo>
                <a:lnTo>
                  <a:pt x="288" y="981"/>
                </a:lnTo>
                <a:lnTo>
                  <a:pt x="255" y="1066"/>
                </a:lnTo>
                <a:lnTo>
                  <a:pt x="225" y="1155"/>
                </a:lnTo>
                <a:lnTo>
                  <a:pt x="196" y="1246"/>
                </a:lnTo>
                <a:lnTo>
                  <a:pt x="170" y="1338"/>
                </a:lnTo>
                <a:lnTo>
                  <a:pt x="146" y="1433"/>
                </a:lnTo>
                <a:lnTo>
                  <a:pt x="124" y="1530"/>
                </a:lnTo>
                <a:lnTo>
                  <a:pt x="105" y="1630"/>
                </a:lnTo>
                <a:lnTo>
                  <a:pt x="87" y="1731"/>
                </a:lnTo>
                <a:lnTo>
                  <a:pt x="71" y="1834"/>
                </a:lnTo>
                <a:lnTo>
                  <a:pt x="57" y="1937"/>
                </a:lnTo>
                <a:lnTo>
                  <a:pt x="44" y="2040"/>
                </a:lnTo>
                <a:lnTo>
                  <a:pt x="33" y="2145"/>
                </a:lnTo>
                <a:lnTo>
                  <a:pt x="24" y="2251"/>
                </a:lnTo>
                <a:lnTo>
                  <a:pt x="17" y="2358"/>
                </a:lnTo>
                <a:lnTo>
                  <a:pt x="11" y="2464"/>
                </a:lnTo>
                <a:lnTo>
                  <a:pt x="6" y="2570"/>
                </a:lnTo>
                <a:lnTo>
                  <a:pt x="2" y="2677"/>
                </a:lnTo>
                <a:lnTo>
                  <a:pt x="0" y="2783"/>
                </a:lnTo>
                <a:lnTo>
                  <a:pt x="0" y="2890"/>
                </a:lnTo>
                <a:lnTo>
                  <a:pt x="0" y="2996"/>
                </a:lnTo>
                <a:lnTo>
                  <a:pt x="2" y="3101"/>
                </a:lnTo>
                <a:lnTo>
                  <a:pt x="6" y="3205"/>
                </a:lnTo>
                <a:lnTo>
                  <a:pt x="11" y="3308"/>
                </a:lnTo>
                <a:lnTo>
                  <a:pt x="18" y="3412"/>
                </a:lnTo>
                <a:lnTo>
                  <a:pt x="26" y="3515"/>
                </a:lnTo>
                <a:lnTo>
                  <a:pt x="36" y="3616"/>
                </a:lnTo>
                <a:lnTo>
                  <a:pt x="46" y="3714"/>
                </a:lnTo>
                <a:lnTo>
                  <a:pt x="57" y="3807"/>
                </a:lnTo>
                <a:lnTo>
                  <a:pt x="68" y="3897"/>
                </a:lnTo>
                <a:lnTo>
                  <a:pt x="80" y="3982"/>
                </a:lnTo>
                <a:lnTo>
                  <a:pt x="92" y="4065"/>
                </a:lnTo>
                <a:lnTo>
                  <a:pt x="105" y="4145"/>
                </a:lnTo>
                <a:lnTo>
                  <a:pt x="119" y="4221"/>
                </a:lnTo>
                <a:lnTo>
                  <a:pt x="133" y="4296"/>
                </a:lnTo>
                <a:lnTo>
                  <a:pt x="147" y="4370"/>
                </a:lnTo>
                <a:lnTo>
                  <a:pt x="161" y="4445"/>
                </a:lnTo>
                <a:lnTo>
                  <a:pt x="175" y="4517"/>
                </a:lnTo>
                <a:lnTo>
                  <a:pt x="189" y="4580"/>
                </a:lnTo>
                <a:lnTo>
                  <a:pt x="203" y="4629"/>
                </a:lnTo>
                <a:lnTo>
                  <a:pt x="211" y="4648"/>
                </a:lnTo>
                <a:lnTo>
                  <a:pt x="220" y="464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450622" y="1617039"/>
            <a:ext cx="1618810" cy="4048463"/>
            <a:chOff x="3450622" y="1617039"/>
            <a:chExt cx="1618810" cy="4048463"/>
          </a:xfrm>
        </p:grpSpPr>
        <p:sp>
          <p:nvSpPr>
            <p:cNvPr id="22" name="Forma 21"/>
            <p:cNvSpPr/>
            <p:nvPr/>
          </p:nvSpPr>
          <p:spPr>
            <a:xfrm>
              <a:off x="3450622" y="161703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593592" y="200162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610051" y="340431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450622" y="161703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05256" y="155753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390265" y="155753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693844" y="202661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743245" y="502040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721661" y="3712835"/>
            <a:ext cx="1458976" cy="1527261"/>
            <a:chOff x="2721661" y="3712835"/>
            <a:chExt cx="1458976" cy="1527261"/>
          </a:xfrm>
        </p:grpSpPr>
        <p:sp>
          <p:nvSpPr>
            <p:cNvPr id="31" name="Forma 30"/>
            <p:cNvSpPr/>
            <p:nvPr/>
          </p:nvSpPr>
          <p:spPr>
            <a:xfrm>
              <a:off x="2721661" y="371283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483864" y="382511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14993" y="498003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371600" y="1300277"/>
            <a:ext cx="3291840" cy="215798"/>
            <a:chOff x="1371600" y="1300277"/>
            <a:chExt cx="3291840" cy="215798"/>
          </a:xfrm>
        </p:grpSpPr>
        <p:sp>
          <p:nvSpPr>
            <p:cNvPr id="35" name="Forma 34"/>
            <p:cNvSpPr/>
            <p:nvPr/>
          </p:nvSpPr>
          <p:spPr>
            <a:xfrm>
              <a:off x="1371600" y="130027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371600" y="130027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ótulo AIRE en el espacio ple"/>
          <p:cNvGrpSpPr/>
          <p:nvPr/>
        </p:nvGrpSpPr>
        <p:grpSpPr>
          <a:xfrm>
            <a:off x="1355141" y="914400"/>
            <a:ext cx="7788859" cy="1529608"/>
            <a:chOff x="1355141" y="914400"/>
            <a:chExt cx="7788859" cy="1529608"/>
          </a:xfrm>
        </p:grpSpPr>
        <p:sp>
          <p:nvSpPr>
            <p:cNvPr id="38" name="Flecha 37_2"/>
            <p:cNvSpPr/>
            <p:nvPr/>
          </p:nvSpPr>
          <p:spPr>
            <a:xfrm>
              <a:off x="1355141" y="1188720"/>
              <a:ext cx="4679899" cy="1255288"/>
            </a:xfrm>
            <a:custGeom>
              <a:avLst/>
              <a:gdLst/>
              <a:ahLst/>
              <a:cxnLst/>
              <a:rect l="0" t="0" r="r" b="b"/>
              <a:pathLst>
                <a:path w="5117" h="1372" fill="none">
                  <a:moveTo>
                    <a:pt x="0" y="1372"/>
                  </a:moveTo>
                  <a:lnTo>
                    <a:pt x="5117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6035040" y="914400"/>
              <a:ext cx="3108960" cy="548640"/>
            </a:xfrm>
            <a:prstGeom prst="rect">
              <a:avLst/>
            </a:prstGeom>
            <a:solidFill>
              <a:srgbClr val="F7FC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en el espacio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0" name="Recuadro Definición"/>
          <p:cNvGrpSpPr/>
          <p:nvPr/>
        </p:nvGrpSpPr>
        <p:grpSpPr>
          <a:xfrm>
            <a:off x="6035040" y="1645920"/>
            <a:ext cx="5852160" cy="1478280"/>
            <a:chOff x="6035040" y="1645920"/>
            <a:chExt cx="5852160" cy="1478280"/>
          </a:xfrm>
        </p:grpSpPr>
        <p:sp>
          <p:nvSpPr>
            <p:cNvPr id="41" name="Forma 41"/>
            <p:cNvSpPr/>
            <p:nvPr/>
          </p:nvSpPr>
          <p:spPr>
            <a:xfrm>
              <a:off x="6035040" y="2011680"/>
              <a:ext cx="5852160" cy="11125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Presencia de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en la cavidad pleural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entre la pleura parietal y la visceral, con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pulmonar total o parcial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42" name="Forma 42"/>
            <p:cNvSpPr/>
            <p:nvPr/>
          </p:nvSpPr>
          <p:spPr>
            <a:xfrm>
              <a:off x="6035040" y="1645920"/>
              <a:ext cx="5852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DEFINICIÓN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3" name="Recuadro Mecanismo"/>
          <p:cNvGrpSpPr/>
          <p:nvPr/>
        </p:nvGrpSpPr>
        <p:grpSpPr>
          <a:xfrm>
            <a:off x="6035040" y="3261360"/>
            <a:ext cx="5852160" cy="1478280"/>
            <a:chOff x="6035040" y="3261360"/>
            <a:chExt cx="5852160" cy="1478280"/>
          </a:xfrm>
        </p:grpSpPr>
        <p:sp>
          <p:nvSpPr>
            <p:cNvPr id="44" name="Forma 44"/>
            <p:cNvSpPr/>
            <p:nvPr/>
          </p:nvSpPr>
          <p:spPr>
            <a:xfrm>
              <a:off x="6035040" y="3627120"/>
              <a:ext cx="5852160" cy="11125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aire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rompe la presión negativa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que mantenía el pulmón expandido: el pulmón colapsa por su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elasticidad intrínseca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45" name="Forma 45"/>
            <p:cNvSpPr/>
            <p:nvPr/>
          </p:nvSpPr>
          <p:spPr>
            <a:xfrm>
              <a:off x="6035040" y="3261360"/>
              <a:ext cx="5852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6" name="Recuadro Relación con el derrame"/>
          <p:cNvGrpSpPr/>
          <p:nvPr/>
        </p:nvGrpSpPr>
        <p:grpSpPr>
          <a:xfrm>
            <a:off x="6035040" y="4876800"/>
            <a:ext cx="5852160" cy="1478280"/>
            <a:chOff x="6035040" y="4876800"/>
            <a:chExt cx="5852160" cy="1478280"/>
          </a:xfrm>
        </p:grpSpPr>
        <p:sp>
          <p:nvSpPr>
            <p:cNvPr id="47" name="Forma 47"/>
            <p:cNvSpPr/>
            <p:nvPr/>
          </p:nvSpPr>
          <p:spPr>
            <a:xfrm>
              <a:off x="6035040" y="5242560"/>
              <a:ext cx="5852160" cy="1112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86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paraneumónico y neumotórax pueden ser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eventos paralelos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depender del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mismo foco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neumónico.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48" name="Forma 48"/>
            <p:cNvSpPr/>
            <p:nvPr/>
          </p:nvSpPr>
          <p:spPr>
            <a:xfrm>
              <a:off x="6035040" y="4876800"/>
              <a:ext cx="5852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RELACIÓN CON EL DERRAME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9" name="No parénquima"/>
          <p:cNvSpPr/>
          <p:nvPr/>
        </p:nvSpPr>
        <p:spPr>
          <a:xfrm>
            <a:off x="9326880" y="914400"/>
            <a:ext cx="2560320" cy="5486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449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es aire en el parénquima</a:t>
            </a:r>
            <a:endParaRPr lang="es-AR" sz="12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53921" y="91440"/>
            <a:ext cx="897318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DEFINICIÓN: AIRE ENTRE LAS HOJAS PLEURALES</a:t>
            </a:r>
            <a:endParaRPr lang="es-AR" sz="24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9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00172" y="1648749"/>
            <a:ext cx="1824859" cy="4084872"/>
            <a:chOff x="1000172" y="1648749"/>
            <a:chExt cx="1824859" cy="4084872"/>
          </a:xfrm>
        </p:grpSpPr>
        <p:sp>
          <p:nvSpPr>
            <p:cNvPr id="16" name="Forma 15"/>
            <p:cNvSpPr/>
            <p:nvPr/>
          </p:nvSpPr>
          <p:spPr>
            <a:xfrm>
              <a:off x="1000172" y="1648749"/>
              <a:ext cx="1824859" cy="40848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18204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43473" y="3427400"/>
              <a:ext cx="1535135" cy="171290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00172" y="1648749"/>
            <a:ext cx="1824859" cy="40848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1" name="Forma 20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0" name="Forma 29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Bulas"/>
          <p:cNvSpPr/>
          <p:nvPr/>
        </p:nvSpPr>
        <p:spPr>
          <a:xfrm>
            <a:off x="1775087" y="1570019"/>
            <a:ext cx="483423" cy="300907"/>
          </a:xfrm>
          <a:custGeom>
            <a:avLst/>
            <a:gdLst/>
            <a:ahLst/>
            <a:cxnLst/>
            <a:rect l="0" t="0" r="r" b="b"/>
            <a:pathLst>
              <a:path w="839" h="535">
                <a:moveTo>
                  <a:pt x="320" y="375"/>
                </a:moveTo>
                <a:cubicBezTo>
                  <a:pt x="320" y="463"/>
                  <a:pt x="248" y="535"/>
                  <a:pt x="160" y="535"/>
                </a:cubicBezTo>
                <a:cubicBezTo>
                  <a:pt x="71" y="535"/>
                  <a:pt x="0" y="463"/>
                  <a:pt x="0" y="375"/>
                </a:cubicBezTo>
                <a:cubicBezTo>
                  <a:pt x="0" y="286"/>
                  <a:pt x="71" y="215"/>
                  <a:pt x="160" y="215"/>
                </a:cubicBezTo>
                <a:cubicBezTo>
                  <a:pt x="248" y="215"/>
                  <a:pt x="320" y="286"/>
                  <a:pt x="320" y="375"/>
                </a:cubicBezTo>
                <a:close/>
                <a:moveTo>
                  <a:pt x="839" y="200"/>
                </a:moveTo>
                <a:cubicBezTo>
                  <a:pt x="839" y="310"/>
                  <a:pt x="749" y="400"/>
                  <a:pt x="639" y="400"/>
                </a:cubicBezTo>
                <a:cubicBezTo>
                  <a:pt x="528" y="400"/>
                  <a:pt x="439" y="310"/>
                  <a:pt x="439" y="200"/>
                </a:cubicBezTo>
                <a:cubicBezTo>
                  <a:pt x="439" y="89"/>
                  <a:pt x="528" y="0"/>
                  <a:pt x="639" y="0"/>
                </a:cubicBezTo>
                <a:cubicBezTo>
                  <a:pt x="749" y="0"/>
                  <a:pt x="839" y="89"/>
                  <a:pt x="83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5" name="Forma 34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39" name="Forma 38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6172200" y="4690872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8" name="Recuadro Estado basal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49" name="Forma 51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 expandido; bulas subpleurales apicales.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0" name="Forma 52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ESTADO BASAL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1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llena su hemitórax gracias a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pleural negativa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32906" y="91440"/>
            <a:ext cx="41941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PULMÓN EXPANDIDO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00172" y="1648749"/>
            <a:ext cx="1824859" cy="4084872"/>
            <a:chOff x="1000172" y="1648749"/>
            <a:chExt cx="1824859" cy="4084872"/>
          </a:xfrm>
        </p:grpSpPr>
        <p:sp>
          <p:nvSpPr>
            <p:cNvPr id="16" name="Forma 15"/>
            <p:cNvSpPr/>
            <p:nvPr/>
          </p:nvSpPr>
          <p:spPr>
            <a:xfrm>
              <a:off x="1000172" y="1648749"/>
              <a:ext cx="1824859" cy="40848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18204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43473" y="3427400"/>
              <a:ext cx="1535135" cy="171290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00172" y="1648749"/>
            <a:ext cx="1824859" cy="40848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444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0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1" name="Forma 20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0" name="Forma 29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Bulas"/>
          <p:cNvSpPr/>
          <p:nvPr/>
        </p:nvSpPr>
        <p:spPr>
          <a:xfrm>
            <a:off x="1775087" y="1570019"/>
            <a:ext cx="483423" cy="300907"/>
          </a:xfrm>
          <a:custGeom>
            <a:avLst/>
            <a:gdLst/>
            <a:ahLst/>
            <a:cxnLst/>
            <a:rect l="0" t="0" r="r" b="b"/>
            <a:pathLst>
              <a:path w="839" h="535">
                <a:moveTo>
                  <a:pt x="320" y="375"/>
                </a:moveTo>
                <a:cubicBezTo>
                  <a:pt x="320" y="463"/>
                  <a:pt x="248" y="535"/>
                  <a:pt x="160" y="535"/>
                </a:cubicBezTo>
                <a:cubicBezTo>
                  <a:pt x="71" y="535"/>
                  <a:pt x="0" y="463"/>
                  <a:pt x="0" y="375"/>
                </a:cubicBezTo>
                <a:cubicBezTo>
                  <a:pt x="0" y="286"/>
                  <a:pt x="71" y="215"/>
                  <a:pt x="160" y="215"/>
                </a:cubicBezTo>
                <a:cubicBezTo>
                  <a:pt x="248" y="215"/>
                  <a:pt x="320" y="286"/>
                  <a:pt x="320" y="375"/>
                </a:cubicBezTo>
                <a:close/>
                <a:moveTo>
                  <a:pt x="839" y="200"/>
                </a:moveTo>
                <a:cubicBezTo>
                  <a:pt x="839" y="310"/>
                  <a:pt x="749" y="400"/>
                  <a:pt x="639" y="400"/>
                </a:cubicBezTo>
                <a:cubicBezTo>
                  <a:pt x="528" y="400"/>
                  <a:pt x="439" y="310"/>
                  <a:pt x="439" y="200"/>
                </a:cubicBezTo>
                <a:cubicBezTo>
                  <a:pt x="439" y="89"/>
                  <a:pt x="528" y="0"/>
                  <a:pt x="639" y="0"/>
                </a:cubicBezTo>
                <a:cubicBezTo>
                  <a:pt x="749" y="0"/>
                  <a:pt x="839" y="89"/>
                  <a:pt x="83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5" name="Forma 34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39" name="Forma 38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6172200" y="4690872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8" name="Recuadro Hojas acopladas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49" name="Forma 51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Parietal (verde azulada) y visceral (morada) se mueven juntas.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0" name="Forma 52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HOJAS ACOPLADAS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1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dos hojas están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contacto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separadas solo por el líquido.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38439" y="91440"/>
            <a:ext cx="748866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PLEURAS NORMALMENTE RELACIONADAS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753" y="9583"/>
                </a:moveTo>
                <a:lnTo>
                  <a:pt x="751" y="9585"/>
                </a:lnTo>
                <a:lnTo>
                  <a:pt x="749" y="9586"/>
                </a:lnTo>
                <a:lnTo>
                  <a:pt x="747" y="9587"/>
                </a:lnTo>
                <a:lnTo>
                  <a:pt x="744" y="9588"/>
                </a:lnTo>
                <a:lnTo>
                  <a:pt x="742" y="9589"/>
                </a:lnTo>
                <a:lnTo>
                  <a:pt x="739" y="9589"/>
                </a:lnTo>
                <a:lnTo>
                  <a:pt x="736" y="9589"/>
                </a:lnTo>
                <a:lnTo>
                  <a:pt x="734" y="9589"/>
                </a:lnTo>
                <a:lnTo>
                  <a:pt x="731" y="9589"/>
                </a:lnTo>
                <a:lnTo>
                  <a:pt x="729" y="9588"/>
                </a:lnTo>
                <a:lnTo>
                  <a:pt x="726" y="9587"/>
                </a:lnTo>
                <a:lnTo>
                  <a:pt x="724" y="9586"/>
                </a:lnTo>
                <a:lnTo>
                  <a:pt x="722" y="9585"/>
                </a:lnTo>
                <a:lnTo>
                  <a:pt x="720" y="9583"/>
                </a:lnTo>
                <a:lnTo>
                  <a:pt x="718" y="9582"/>
                </a:lnTo>
                <a:lnTo>
                  <a:pt x="716" y="9580"/>
                </a:lnTo>
                <a:lnTo>
                  <a:pt x="714" y="9578"/>
                </a:lnTo>
                <a:lnTo>
                  <a:pt x="713" y="9575"/>
                </a:lnTo>
                <a:lnTo>
                  <a:pt x="712" y="9573"/>
                </a:lnTo>
                <a:lnTo>
                  <a:pt x="696" y="9535"/>
                </a:lnTo>
                <a:lnTo>
                  <a:pt x="695" y="9532"/>
                </a:lnTo>
                <a:lnTo>
                  <a:pt x="667" y="9434"/>
                </a:lnTo>
                <a:lnTo>
                  <a:pt x="667" y="9433"/>
                </a:lnTo>
                <a:lnTo>
                  <a:pt x="639" y="9308"/>
                </a:lnTo>
                <a:lnTo>
                  <a:pt x="638" y="9307"/>
                </a:lnTo>
                <a:lnTo>
                  <a:pt x="610" y="9166"/>
                </a:lnTo>
                <a:lnTo>
                  <a:pt x="610" y="9166"/>
                </a:lnTo>
                <a:lnTo>
                  <a:pt x="583" y="9017"/>
                </a:lnTo>
                <a:lnTo>
                  <a:pt x="555" y="8870"/>
                </a:lnTo>
                <a:lnTo>
                  <a:pt x="528" y="8723"/>
                </a:lnTo>
                <a:lnTo>
                  <a:pt x="528" y="8722"/>
                </a:lnTo>
                <a:lnTo>
                  <a:pt x="501" y="8571"/>
                </a:lnTo>
                <a:lnTo>
                  <a:pt x="501" y="8570"/>
                </a:lnTo>
                <a:lnTo>
                  <a:pt x="475" y="8413"/>
                </a:lnTo>
                <a:lnTo>
                  <a:pt x="475" y="8412"/>
                </a:lnTo>
                <a:lnTo>
                  <a:pt x="450" y="8249"/>
                </a:lnTo>
                <a:lnTo>
                  <a:pt x="450" y="8248"/>
                </a:lnTo>
                <a:lnTo>
                  <a:pt x="426" y="8078"/>
                </a:lnTo>
                <a:lnTo>
                  <a:pt x="426" y="8078"/>
                </a:lnTo>
                <a:lnTo>
                  <a:pt x="404" y="7902"/>
                </a:lnTo>
                <a:lnTo>
                  <a:pt x="404" y="7901"/>
                </a:lnTo>
                <a:lnTo>
                  <a:pt x="383" y="7716"/>
                </a:lnTo>
                <a:lnTo>
                  <a:pt x="383" y="7716"/>
                </a:lnTo>
                <a:lnTo>
                  <a:pt x="363" y="7522"/>
                </a:lnTo>
                <a:lnTo>
                  <a:pt x="363" y="7521"/>
                </a:lnTo>
                <a:lnTo>
                  <a:pt x="345" y="7321"/>
                </a:lnTo>
                <a:lnTo>
                  <a:pt x="344" y="7321"/>
                </a:lnTo>
                <a:lnTo>
                  <a:pt x="328" y="7117"/>
                </a:lnTo>
                <a:lnTo>
                  <a:pt x="328" y="7117"/>
                </a:lnTo>
                <a:lnTo>
                  <a:pt x="314" y="6912"/>
                </a:lnTo>
                <a:lnTo>
                  <a:pt x="314" y="6911"/>
                </a:lnTo>
                <a:lnTo>
                  <a:pt x="304" y="6707"/>
                </a:lnTo>
                <a:lnTo>
                  <a:pt x="304" y="6706"/>
                </a:lnTo>
                <a:lnTo>
                  <a:pt x="297" y="6501"/>
                </a:lnTo>
                <a:lnTo>
                  <a:pt x="297" y="6500"/>
                </a:lnTo>
                <a:lnTo>
                  <a:pt x="292" y="6292"/>
                </a:lnTo>
                <a:lnTo>
                  <a:pt x="292" y="6292"/>
                </a:lnTo>
                <a:lnTo>
                  <a:pt x="291" y="6082"/>
                </a:lnTo>
                <a:lnTo>
                  <a:pt x="291" y="6081"/>
                </a:lnTo>
                <a:lnTo>
                  <a:pt x="292" y="5870"/>
                </a:lnTo>
                <a:lnTo>
                  <a:pt x="292" y="5870"/>
                </a:lnTo>
                <a:lnTo>
                  <a:pt x="297" y="5659"/>
                </a:lnTo>
                <a:lnTo>
                  <a:pt x="297" y="5659"/>
                </a:lnTo>
                <a:lnTo>
                  <a:pt x="304" y="5449"/>
                </a:lnTo>
                <a:lnTo>
                  <a:pt x="304" y="5448"/>
                </a:lnTo>
                <a:lnTo>
                  <a:pt x="313" y="5238"/>
                </a:lnTo>
                <a:lnTo>
                  <a:pt x="313" y="5238"/>
                </a:lnTo>
                <a:lnTo>
                  <a:pt x="325" y="5027"/>
                </a:lnTo>
                <a:lnTo>
                  <a:pt x="325" y="5026"/>
                </a:lnTo>
                <a:lnTo>
                  <a:pt x="340" y="4816"/>
                </a:lnTo>
                <a:lnTo>
                  <a:pt x="340" y="4815"/>
                </a:lnTo>
                <a:lnTo>
                  <a:pt x="358" y="4606"/>
                </a:lnTo>
                <a:lnTo>
                  <a:pt x="358" y="4605"/>
                </a:lnTo>
                <a:lnTo>
                  <a:pt x="379" y="4398"/>
                </a:lnTo>
                <a:lnTo>
                  <a:pt x="379" y="4397"/>
                </a:lnTo>
                <a:lnTo>
                  <a:pt x="404" y="4192"/>
                </a:lnTo>
                <a:lnTo>
                  <a:pt x="404" y="4192"/>
                </a:lnTo>
                <a:lnTo>
                  <a:pt x="433" y="3988"/>
                </a:lnTo>
                <a:lnTo>
                  <a:pt x="433" y="3988"/>
                </a:lnTo>
                <a:lnTo>
                  <a:pt x="465" y="3784"/>
                </a:lnTo>
                <a:lnTo>
                  <a:pt x="465" y="3784"/>
                </a:lnTo>
                <a:lnTo>
                  <a:pt x="500" y="3583"/>
                </a:lnTo>
                <a:lnTo>
                  <a:pt x="500" y="3582"/>
                </a:lnTo>
                <a:lnTo>
                  <a:pt x="539" y="3385"/>
                </a:lnTo>
                <a:lnTo>
                  <a:pt x="539" y="3384"/>
                </a:lnTo>
                <a:lnTo>
                  <a:pt x="582" y="3191"/>
                </a:lnTo>
                <a:lnTo>
                  <a:pt x="582" y="3190"/>
                </a:lnTo>
                <a:lnTo>
                  <a:pt x="629" y="3003"/>
                </a:lnTo>
                <a:lnTo>
                  <a:pt x="629" y="3003"/>
                </a:lnTo>
                <a:lnTo>
                  <a:pt x="681" y="2820"/>
                </a:lnTo>
                <a:lnTo>
                  <a:pt x="682" y="2819"/>
                </a:lnTo>
                <a:lnTo>
                  <a:pt x="738" y="2640"/>
                </a:lnTo>
                <a:lnTo>
                  <a:pt x="738" y="2639"/>
                </a:lnTo>
                <a:lnTo>
                  <a:pt x="799" y="2464"/>
                </a:lnTo>
                <a:lnTo>
                  <a:pt x="799" y="2463"/>
                </a:lnTo>
                <a:lnTo>
                  <a:pt x="863" y="2293"/>
                </a:lnTo>
                <a:lnTo>
                  <a:pt x="864" y="2292"/>
                </a:lnTo>
                <a:lnTo>
                  <a:pt x="931" y="2128"/>
                </a:lnTo>
                <a:lnTo>
                  <a:pt x="932" y="2127"/>
                </a:lnTo>
                <a:lnTo>
                  <a:pt x="1002" y="1970"/>
                </a:lnTo>
                <a:lnTo>
                  <a:pt x="1003" y="1970"/>
                </a:lnTo>
                <a:lnTo>
                  <a:pt x="1076" y="1819"/>
                </a:lnTo>
                <a:lnTo>
                  <a:pt x="1077" y="1818"/>
                </a:lnTo>
                <a:lnTo>
                  <a:pt x="1154" y="1673"/>
                </a:lnTo>
                <a:lnTo>
                  <a:pt x="1154" y="1672"/>
                </a:lnTo>
                <a:lnTo>
                  <a:pt x="1234" y="1534"/>
                </a:lnTo>
                <a:lnTo>
                  <a:pt x="1235" y="1533"/>
                </a:lnTo>
                <a:lnTo>
                  <a:pt x="1318" y="1401"/>
                </a:lnTo>
                <a:lnTo>
                  <a:pt x="1319" y="1400"/>
                </a:lnTo>
                <a:lnTo>
                  <a:pt x="1405" y="1275"/>
                </a:lnTo>
                <a:lnTo>
                  <a:pt x="1405" y="1274"/>
                </a:lnTo>
                <a:lnTo>
                  <a:pt x="1495" y="1157"/>
                </a:lnTo>
                <a:lnTo>
                  <a:pt x="1495" y="1156"/>
                </a:lnTo>
                <a:lnTo>
                  <a:pt x="1588" y="1046"/>
                </a:lnTo>
                <a:lnTo>
                  <a:pt x="1589" y="1045"/>
                </a:lnTo>
                <a:lnTo>
                  <a:pt x="1686" y="941"/>
                </a:lnTo>
                <a:lnTo>
                  <a:pt x="1687" y="940"/>
                </a:lnTo>
                <a:lnTo>
                  <a:pt x="1787" y="843"/>
                </a:lnTo>
                <a:lnTo>
                  <a:pt x="1788" y="842"/>
                </a:lnTo>
                <a:lnTo>
                  <a:pt x="1890" y="753"/>
                </a:lnTo>
                <a:lnTo>
                  <a:pt x="1891" y="752"/>
                </a:lnTo>
                <a:lnTo>
                  <a:pt x="1995" y="671"/>
                </a:lnTo>
                <a:lnTo>
                  <a:pt x="1996" y="670"/>
                </a:lnTo>
                <a:lnTo>
                  <a:pt x="2100" y="599"/>
                </a:lnTo>
                <a:lnTo>
                  <a:pt x="2102" y="598"/>
                </a:lnTo>
                <a:lnTo>
                  <a:pt x="2211" y="534"/>
                </a:lnTo>
                <a:lnTo>
                  <a:pt x="2213" y="533"/>
                </a:lnTo>
                <a:lnTo>
                  <a:pt x="2329" y="475"/>
                </a:lnTo>
                <a:lnTo>
                  <a:pt x="2331" y="474"/>
                </a:lnTo>
                <a:lnTo>
                  <a:pt x="2450" y="423"/>
                </a:lnTo>
                <a:lnTo>
                  <a:pt x="2451" y="423"/>
                </a:lnTo>
                <a:lnTo>
                  <a:pt x="2566" y="382"/>
                </a:lnTo>
                <a:lnTo>
                  <a:pt x="2568" y="382"/>
                </a:lnTo>
                <a:lnTo>
                  <a:pt x="2672" y="353"/>
                </a:lnTo>
                <a:lnTo>
                  <a:pt x="2674" y="352"/>
                </a:lnTo>
                <a:lnTo>
                  <a:pt x="2761" y="337"/>
                </a:lnTo>
                <a:lnTo>
                  <a:pt x="2764" y="337"/>
                </a:lnTo>
                <a:lnTo>
                  <a:pt x="2830" y="334"/>
                </a:lnTo>
                <a:lnTo>
                  <a:pt x="2832" y="334"/>
                </a:lnTo>
                <a:lnTo>
                  <a:pt x="2835" y="334"/>
                </a:lnTo>
                <a:lnTo>
                  <a:pt x="2886" y="340"/>
                </a:lnTo>
                <a:lnTo>
                  <a:pt x="2888" y="340"/>
                </a:lnTo>
                <a:lnTo>
                  <a:pt x="2890" y="341"/>
                </a:lnTo>
                <a:lnTo>
                  <a:pt x="2932" y="354"/>
                </a:lnTo>
                <a:lnTo>
                  <a:pt x="2935" y="355"/>
                </a:lnTo>
                <a:lnTo>
                  <a:pt x="2937" y="356"/>
                </a:lnTo>
                <a:lnTo>
                  <a:pt x="2978" y="377"/>
                </a:lnTo>
                <a:lnTo>
                  <a:pt x="2979" y="378"/>
                </a:lnTo>
                <a:lnTo>
                  <a:pt x="2981" y="379"/>
                </a:lnTo>
                <a:lnTo>
                  <a:pt x="3025" y="411"/>
                </a:lnTo>
                <a:lnTo>
                  <a:pt x="3027" y="413"/>
                </a:lnTo>
                <a:lnTo>
                  <a:pt x="3075" y="456"/>
                </a:lnTo>
                <a:lnTo>
                  <a:pt x="3077" y="458"/>
                </a:lnTo>
                <a:lnTo>
                  <a:pt x="3123" y="508"/>
                </a:lnTo>
                <a:lnTo>
                  <a:pt x="3125" y="511"/>
                </a:lnTo>
                <a:lnTo>
                  <a:pt x="3169" y="570"/>
                </a:lnTo>
                <a:lnTo>
                  <a:pt x="3170" y="572"/>
                </a:lnTo>
                <a:lnTo>
                  <a:pt x="3213" y="643"/>
                </a:lnTo>
                <a:lnTo>
                  <a:pt x="3214" y="645"/>
                </a:lnTo>
                <a:lnTo>
                  <a:pt x="3258" y="730"/>
                </a:lnTo>
                <a:lnTo>
                  <a:pt x="3259" y="731"/>
                </a:lnTo>
                <a:lnTo>
                  <a:pt x="3305" y="833"/>
                </a:lnTo>
                <a:lnTo>
                  <a:pt x="3305" y="833"/>
                </a:lnTo>
                <a:lnTo>
                  <a:pt x="3355" y="951"/>
                </a:lnTo>
                <a:lnTo>
                  <a:pt x="3355" y="952"/>
                </a:lnTo>
                <a:lnTo>
                  <a:pt x="3408" y="1086"/>
                </a:lnTo>
                <a:lnTo>
                  <a:pt x="3408" y="1086"/>
                </a:lnTo>
                <a:lnTo>
                  <a:pt x="3464" y="1235"/>
                </a:lnTo>
                <a:lnTo>
                  <a:pt x="3464" y="1236"/>
                </a:lnTo>
                <a:lnTo>
                  <a:pt x="3520" y="1398"/>
                </a:lnTo>
                <a:lnTo>
                  <a:pt x="3520" y="1399"/>
                </a:lnTo>
                <a:lnTo>
                  <a:pt x="3576" y="1573"/>
                </a:lnTo>
                <a:lnTo>
                  <a:pt x="3576" y="1573"/>
                </a:lnTo>
                <a:lnTo>
                  <a:pt x="3629" y="1757"/>
                </a:lnTo>
                <a:lnTo>
                  <a:pt x="3629" y="1757"/>
                </a:lnTo>
                <a:lnTo>
                  <a:pt x="3679" y="1949"/>
                </a:lnTo>
                <a:lnTo>
                  <a:pt x="3679" y="1949"/>
                </a:lnTo>
                <a:lnTo>
                  <a:pt x="3726" y="2153"/>
                </a:lnTo>
                <a:lnTo>
                  <a:pt x="3726" y="2154"/>
                </a:lnTo>
                <a:lnTo>
                  <a:pt x="3772" y="2373"/>
                </a:lnTo>
                <a:lnTo>
                  <a:pt x="3772" y="2373"/>
                </a:lnTo>
                <a:lnTo>
                  <a:pt x="3816" y="2603"/>
                </a:lnTo>
                <a:lnTo>
                  <a:pt x="3816" y="2603"/>
                </a:lnTo>
                <a:lnTo>
                  <a:pt x="3857" y="2838"/>
                </a:lnTo>
                <a:lnTo>
                  <a:pt x="3857" y="2838"/>
                </a:lnTo>
                <a:lnTo>
                  <a:pt x="3895" y="3074"/>
                </a:lnTo>
                <a:lnTo>
                  <a:pt x="3895" y="3074"/>
                </a:lnTo>
                <a:lnTo>
                  <a:pt x="3930" y="3306"/>
                </a:lnTo>
                <a:lnTo>
                  <a:pt x="3931" y="3307"/>
                </a:lnTo>
                <a:lnTo>
                  <a:pt x="3962" y="3536"/>
                </a:lnTo>
                <a:lnTo>
                  <a:pt x="3962" y="3536"/>
                </a:lnTo>
                <a:lnTo>
                  <a:pt x="3990" y="3766"/>
                </a:lnTo>
                <a:lnTo>
                  <a:pt x="3990" y="3766"/>
                </a:lnTo>
                <a:lnTo>
                  <a:pt x="4015" y="3997"/>
                </a:lnTo>
                <a:lnTo>
                  <a:pt x="4015" y="3998"/>
                </a:lnTo>
                <a:lnTo>
                  <a:pt x="4039" y="4229"/>
                </a:lnTo>
                <a:lnTo>
                  <a:pt x="4039" y="4230"/>
                </a:lnTo>
                <a:lnTo>
                  <a:pt x="4061" y="4462"/>
                </a:lnTo>
                <a:lnTo>
                  <a:pt x="4061" y="4462"/>
                </a:lnTo>
                <a:lnTo>
                  <a:pt x="4082" y="4694"/>
                </a:lnTo>
                <a:lnTo>
                  <a:pt x="4082" y="4694"/>
                </a:lnTo>
                <a:lnTo>
                  <a:pt x="4102" y="4925"/>
                </a:lnTo>
                <a:lnTo>
                  <a:pt x="4102" y="4926"/>
                </a:lnTo>
                <a:lnTo>
                  <a:pt x="4119" y="5157"/>
                </a:lnTo>
                <a:lnTo>
                  <a:pt x="4119" y="5157"/>
                </a:lnTo>
                <a:lnTo>
                  <a:pt x="4135" y="5389"/>
                </a:lnTo>
                <a:lnTo>
                  <a:pt x="4135" y="5389"/>
                </a:lnTo>
                <a:lnTo>
                  <a:pt x="4151" y="5621"/>
                </a:lnTo>
                <a:lnTo>
                  <a:pt x="4167" y="5853"/>
                </a:lnTo>
                <a:lnTo>
                  <a:pt x="4167" y="5853"/>
                </a:lnTo>
                <a:lnTo>
                  <a:pt x="4183" y="6085"/>
                </a:lnTo>
                <a:lnTo>
                  <a:pt x="4183" y="6086"/>
                </a:lnTo>
                <a:lnTo>
                  <a:pt x="4200" y="6318"/>
                </a:lnTo>
                <a:lnTo>
                  <a:pt x="4201" y="6318"/>
                </a:lnTo>
                <a:lnTo>
                  <a:pt x="4219" y="6550"/>
                </a:lnTo>
                <a:lnTo>
                  <a:pt x="4237" y="6781"/>
                </a:lnTo>
                <a:lnTo>
                  <a:pt x="4237" y="6782"/>
                </a:lnTo>
                <a:lnTo>
                  <a:pt x="4254" y="7013"/>
                </a:lnTo>
                <a:lnTo>
                  <a:pt x="4254" y="7013"/>
                </a:lnTo>
                <a:lnTo>
                  <a:pt x="4270" y="7245"/>
                </a:lnTo>
                <a:lnTo>
                  <a:pt x="4270" y="7245"/>
                </a:lnTo>
                <a:lnTo>
                  <a:pt x="4284" y="7478"/>
                </a:lnTo>
                <a:lnTo>
                  <a:pt x="4284" y="7479"/>
                </a:lnTo>
                <a:lnTo>
                  <a:pt x="4302" y="7734"/>
                </a:lnTo>
                <a:lnTo>
                  <a:pt x="4302" y="7735"/>
                </a:lnTo>
                <a:lnTo>
                  <a:pt x="4324" y="8016"/>
                </a:lnTo>
                <a:lnTo>
                  <a:pt x="4324" y="8016"/>
                </a:lnTo>
                <a:lnTo>
                  <a:pt x="4344" y="8295"/>
                </a:lnTo>
                <a:lnTo>
                  <a:pt x="4344" y="8296"/>
                </a:lnTo>
                <a:lnTo>
                  <a:pt x="4357" y="8548"/>
                </a:lnTo>
                <a:lnTo>
                  <a:pt x="4357" y="8549"/>
                </a:lnTo>
                <a:lnTo>
                  <a:pt x="4357" y="8687"/>
                </a:lnTo>
                <a:lnTo>
                  <a:pt x="4356" y="8690"/>
                </a:lnTo>
                <a:lnTo>
                  <a:pt x="4356" y="8692"/>
                </a:lnTo>
                <a:lnTo>
                  <a:pt x="4355" y="8695"/>
                </a:lnTo>
                <a:lnTo>
                  <a:pt x="4354" y="8697"/>
                </a:lnTo>
                <a:lnTo>
                  <a:pt x="4353" y="8700"/>
                </a:lnTo>
                <a:lnTo>
                  <a:pt x="4352" y="8702"/>
                </a:lnTo>
                <a:lnTo>
                  <a:pt x="4350" y="8704"/>
                </a:lnTo>
                <a:lnTo>
                  <a:pt x="4349" y="8706"/>
                </a:lnTo>
                <a:lnTo>
                  <a:pt x="4347" y="8708"/>
                </a:lnTo>
                <a:lnTo>
                  <a:pt x="4345" y="8709"/>
                </a:lnTo>
                <a:lnTo>
                  <a:pt x="4343" y="8710"/>
                </a:lnTo>
                <a:lnTo>
                  <a:pt x="4340" y="8712"/>
                </a:lnTo>
                <a:lnTo>
                  <a:pt x="4338" y="8712"/>
                </a:lnTo>
                <a:lnTo>
                  <a:pt x="4335" y="8713"/>
                </a:lnTo>
                <a:lnTo>
                  <a:pt x="4333" y="8713"/>
                </a:lnTo>
                <a:lnTo>
                  <a:pt x="4330" y="8714"/>
                </a:lnTo>
                <a:lnTo>
                  <a:pt x="4328" y="8714"/>
                </a:lnTo>
                <a:lnTo>
                  <a:pt x="4325" y="8713"/>
                </a:lnTo>
                <a:lnTo>
                  <a:pt x="4323" y="8713"/>
                </a:lnTo>
                <a:lnTo>
                  <a:pt x="4320" y="8712"/>
                </a:lnTo>
                <a:lnTo>
                  <a:pt x="4318" y="8711"/>
                </a:lnTo>
                <a:lnTo>
                  <a:pt x="4315" y="8709"/>
                </a:lnTo>
                <a:lnTo>
                  <a:pt x="4313" y="8708"/>
                </a:lnTo>
                <a:lnTo>
                  <a:pt x="4311" y="8706"/>
                </a:lnTo>
                <a:lnTo>
                  <a:pt x="4310" y="8704"/>
                </a:lnTo>
                <a:lnTo>
                  <a:pt x="4271" y="8659"/>
                </a:lnTo>
                <a:lnTo>
                  <a:pt x="4266" y="8654"/>
                </a:lnTo>
                <a:lnTo>
                  <a:pt x="4173" y="8556"/>
                </a:lnTo>
                <a:lnTo>
                  <a:pt x="4165" y="8548"/>
                </a:lnTo>
                <a:lnTo>
                  <a:pt x="4157" y="8541"/>
                </a:lnTo>
                <a:lnTo>
                  <a:pt x="4058" y="8470"/>
                </a:lnTo>
                <a:lnTo>
                  <a:pt x="4050" y="8464"/>
                </a:lnTo>
                <a:lnTo>
                  <a:pt x="4041" y="8460"/>
                </a:lnTo>
                <a:lnTo>
                  <a:pt x="3934" y="8406"/>
                </a:lnTo>
                <a:lnTo>
                  <a:pt x="3933" y="8405"/>
                </a:lnTo>
                <a:lnTo>
                  <a:pt x="3814" y="8348"/>
                </a:lnTo>
                <a:lnTo>
                  <a:pt x="3810" y="8347"/>
                </a:lnTo>
                <a:lnTo>
                  <a:pt x="3684" y="8291"/>
                </a:lnTo>
                <a:lnTo>
                  <a:pt x="3677" y="8289"/>
                </a:lnTo>
                <a:lnTo>
                  <a:pt x="3545" y="8239"/>
                </a:lnTo>
                <a:lnTo>
                  <a:pt x="3536" y="8236"/>
                </a:lnTo>
                <a:lnTo>
                  <a:pt x="3401" y="8198"/>
                </a:lnTo>
                <a:lnTo>
                  <a:pt x="3387" y="8195"/>
                </a:lnTo>
                <a:lnTo>
                  <a:pt x="3251" y="8171"/>
                </a:lnTo>
                <a:lnTo>
                  <a:pt x="3239" y="8170"/>
                </a:lnTo>
                <a:lnTo>
                  <a:pt x="3100" y="8159"/>
                </a:lnTo>
                <a:lnTo>
                  <a:pt x="3092" y="8159"/>
                </a:lnTo>
                <a:lnTo>
                  <a:pt x="2948" y="8157"/>
                </a:lnTo>
                <a:lnTo>
                  <a:pt x="2939" y="8157"/>
                </a:lnTo>
                <a:lnTo>
                  <a:pt x="2791" y="8166"/>
                </a:lnTo>
                <a:lnTo>
                  <a:pt x="2781" y="8167"/>
                </a:lnTo>
                <a:lnTo>
                  <a:pt x="2632" y="8188"/>
                </a:lnTo>
                <a:lnTo>
                  <a:pt x="2621" y="8190"/>
                </a:lnTo>
                <a:lnTo>
                  <a:pt x="2471" y="8224"/>
                </a:lnTo>
                <a:lnTo>
                  <a:pt x="2460" y="8227"/>
                </a:lnTo>
                <a:lnTo>
                  <a:pt x="2310" y="8276"/>
                </a:lnTo>
                <a:lnTo>
                  <a:pt x="2298" y="8281"/>
                </a:lnTo>
                <a:lnTo>
                  <a:pt x="2145" y="8348"/>
                </a:lnTo>
                <a:lnTo>
                  <a:pt x="2136" y="8353"/>
                </a:lnTo>
                <a:lnTo>
                  <a:pt x="1977" y="8439"/>
                </a:lnTo>
                <a:lnTo>
                  <a:pt x="1970" y="8443"/>
                </a:lnTo>
                <a:lnTo>
                  <a:pt x="1810" y="8542"/>
                </a:lnTo>
                <a:lnTo>
                  <a:pt x="1805" y="8546"/>
                </a:lnTo>
                <a:lnTo>
                  <a:pt x="1649" y="8654"/>
                </a:lnTo>
                <a:lnTo>
                  <a:pt x="1645" y="8657"/>
                </a:lnTo>
                <a:lnTo>
                  <a:pt x="1498" y="8767"/>
                </a:lnTo>
                <a:lnTo>
                  <a:pt x="1494" y="8770"/>
                </a:lnTo>
                <a:lnTo>
                  <a:pt x="1362" y="8878"/>
                </a:lnTo>
                <a:lnTo>
                  <a:pt x="1354" y="8885"/>
                </a:lnTo>
                <a:lnTo>
                  <a:pt x="1234" y="9001"/>
                </a:lnTo>
                <a:lnTo>
                  <a:pt x="1226" y="9009"/>
                </a:lnTo>
                <a:lnTo>
                  <a:pt x="1115" y="9138"/>
                </a:lnTo>
                <a:lnTo>
                  <a:pt x="1111" y="9143"/>
                </a:lnTo>
                <a:lnTo>
                  <a:pt x="1009" y="9276"/>
                </a:lnTo>
                <a:lnTo>
                  <a:pt x="1008" y="9277"/>
                </a:lnTo>
                <a:lnTo>
                  <a:pt x="916" y="9400"/>
                </a:lnTo>
                <a:lnTo>
                  <a:pt x="916" y="9401"/>
                </a:lnTo>
                <a:lnTo>
                  <a:pt x="838" y="9500"/>
                </a:lnTo>
                <a:lnTo>
                  <a:pt x="836" y="9502"/>
                </a:lnTo>
                <a:lnTo>
                  <a:pt x="774" y="9566"/>
                </a:lnTo>
                <a:lnTo>
                  <a:pt x="772" y="9568"/>
                </a:lnTo>
                <a:lnTo>
                  <a:pt x="753" y="9583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74554" y="1739186"/>
            <a:ext cx="1737265" cy="3888798"/>
            <a:chOff x="1074554" y="1739186"/>
            <a:chExt cx="1737265" cy="3888798"/>
          </a:xfrm>
        </p:grpSpPr>
        <p:sp>
          <p:nvSpPr>
            <p:cNvPr id="17" name="Forma 16"/>
            <p:cNvSpPr/>
            <p:nvPr/>
          </p:nvSpPr>
          <p:spPr>
            <a:xfrm>
              <a:off x="1074554" y="1739186"/>
              <a:ext cx="1737265" cy="388879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88859" y="2120822"/>
              <a:ext cx="1360945" cy="2783887"/>
            </a:xfrm>
            <a:custGeom>
              <a:avLst/>
              <a:gdLst/>
              <a:ahLst/>
              <a:cxnLst/>
              <a:rect l="0" t="0" r="r" b="b"/>
              <a:pathLst>
                <a:path w="2362" h="4950" fill="none">
                  <a:moveTo>
                    <a:pt x="2362" y="2332"/>
                  </a:moveTo>
                  <a:lnTo>
                    <a:pt x="1743" y="1999"/>
                  </a:lnTo>
                  <a:lnTo>
                    <a:pt x="982" y="1427"/>
                  </a:lnTo>
                  <a:lnTo>
                    <a:pt x="553" y="856"/>
                  </a:lnTo>
                </a:path>
                <a:path w="2362" h="4950" fill="none">
                  <a:moveTo>
                    <a:pt x="1743" y="1999"/>
                  </a:moveTo>
                  <a:lnTo>
                    <a:pt x="1458" y="1142"/>
                  </a:lnTo>
                  <a:lnTo>
                    <a:pt x="1315" y="190"/>
                  </a:lnTo>
                </a:path>
                <a:path w="2362" h="4950" fill="none">
                  <a:moveTo>
                    <a:pt x="2362" y="2332"/>
                  </a:moveTo>
                  <a:lnTo>
                    <a:pt x="1458" y="2475"/>
                  </a:lnTo>
                  <a:lnTo>
                    <a:pt x="506" y="2475"/>
                  </a:lnTo>
                  <a:lnTo>
                    <a:pt x="30" y="2570"/>
                  </a:lnTo>
                </a:path>
                <a:path w="2362" h="4950" fill="none">
                  <a:moveTo>
                    <a:pt x="1458" y="2475"/>
                  </a:moveTo>
                  <a:lnTo>
                    <a:pt x="791" y="3141"/>
                  </a:lnTo>
                  <a:lnTo>
                    <a:pt x="268" y="3712"/>
                  </a:lnTo>
                </a:path>
                <a:path w="2362" h="4950" fill="none">
                  <a:moveTo>
                    <a:pt x="2362" y="2332"/>
                  </a:moveTo>
                  <a:lnTo>
                    <a:pt x="1743" y="3141"/>
                  </a:lnTo>
                  <a:lnTo>
                    <a:pt x="1172" y="4093"/>
                  </a:lnTo>
                  <a:lnTo>
                    <a:pt x="648" y="4855"/>
                  </a:lnTo>
                </a:path>
                <a:path w="2362" h="4950" fill="none">
                  <a:moveTo>
                    <a:pt x="1743" y="3141"/>
                  </a:moveTo>
                  <a:lnTo>
                    <a:pt x="2029" y="4093"/>
                  </a:lnTo>
                  <a:lnTo>
                    <a:pt x="1743" y="4950"/>
                  </a:lnTo>
                </a:path>
                <a:path w="2362" h="4950" fill="none">
                  <a:moveTo>
                    <a:pt x="1172" y="4093"/>
                  </a:moveTo>
                  <a:lnTo>
                    <a:pt x="410" y="4569"/>
                  </a:lnTo>
                  <a:lnTo>
                    <a:pt x="30" y="4855"/>
                  </a:lnTo>
                </a:path>
                <a:path w="2362" h="4950" fill="none">
                  <a:moveTo>
                    <a:pt x="982" y="1427"/>
                  </a:moveTo>
                  <a:lnTo>
                    <a:pt x="315" y="1618"/>
                  </a:lnTo>
                  <a:lnTo>
                    <a:pt x="0" y="1855"/>
                  </a:lnTo>
                </a:path>
                <a:path w="2362" h="4950" fill="none">
                  <a:moveTo>
                    <a:pt x="1458" y="1142"/>
                  </a:moveTo>
                  <a:lnTo>
                    <a:pt x="886" y="571"/>
                  </a:lnTo>
                </a:path>
                <a:path w="2362" h="4950" fill="none">
                  <a:moveTo>
                    <a:pt x="791" y="3141"/>
                  </a:moveTo>
                  <a:lnTo>
                    <a:pt x="886" y="3808"/>
                  </a:lnTo>
                  <a:lnTo>
                    <a:pt x="601" y="4474"/>
                  </a:lnTo>
                </a:path>
                <a:path w="2362" h="4950" fill="none">
                  <a:moveTo>
                    <a:pt x="2362" y="2332"/>
                  </a:moveTo>
                  <a:lnTo>
                    <a:pt x="2219" y="1618"/>
                  </a:lnTo>
                  <a:lnTo>
                    <a:pt x="1934" y="856"/>
                  </a:lnTo>
                  <a:lnTo>
                    <a:pt x="1743" y="0"/>
                  </a:lnTo>
                </a:path>
                <a:path w="2362" h="4950" fill="none">
                  <a:moveTo>
                    <a:pt x="506" y="2475"/>
                  </a:moveTo>
                  <a:lnTo>
                    <a:pt x="220" y="304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16327" y="3432461"/>
              <a:ext cx="1460898" cy="1630111"/>
            </a:xfrm>
            <a:custGeom>
              <a:avLst/>
              <a:gdLst/>
              <a:ahLst/>
              <a:cxnLst/>
              <a:rect l="0" t="0" r="r" b="b"/>
              <a:pathLst>
                <a:path w="2535" h="2898" fill="none">
                  <a:moveTo>
                    <a:pt x="0" y="156"/>
                  </a:moveTo>
                  <a:lnTo>
                    <a:pt x="179" y="175"/>
                  </a:lnTo>
                  <a:lnTo>
                    <a:pt x="402" y="195"/>
                  </a:lnTo>
                  <a:lnTo>
                    <a:pt x="626" y="212"/>
                  </a:lnTo>
                  <a:lnTo>
                    <a:pt x="822" y="218"/>
                  </a:lnTo>
                  <a:lnTo>
                    <a:pt x="985" y="214"/>
                  </a:lnTo>
                  <a:lnTo>
                    <a:pt x="1132" y="202"/>
                  </a:lnTo>
                  <a:lnTo>
                    <a:pt x="1275" y="185"/>
                  </a:lnTo>
                  <a:lnTo>
                    <a:pt x="1422" y="164"/>
                  </a:lnTo>
                  <a:lnTo>
                    <a:pt x="1583" y="142"/>
                  </a:lnTo>
                  <a:lnTo>
                    <a:pt x="1777" y="116"/>
                  </a:lnTo>
                  <a:lnTo>
                    <a:pt x="1996" y="83"/>
                  </a:lnTo>
                  <a:lnTo>
                    <a:pt x="2214" y="50"/>
                  </a:lnTo>
                  <a:lnTo>
                    <a:pt x="2403" y="20"/>
                  </a:lnTo>
                  <a:lnTo>
                    <a:pt x="2535" y="0"/>
                  </a:lnTo>
                </a:path>
                <a:path w="2535" h="2898" fill="none">
                  <a:moveTo>
                    <a:pt x="64" y="2898"/>
                  </a:moveTo>
                  <a:lnTo>
                    <a:pt x="177" y="2761"/>
                  </a:lnTo>
                  <a:lnTo>
                    <a:pt x="341" y="2560"/>
                  </a:lnTo>
                  <a:lnTo>
                    <a:pt x="533" y="2325"/>
                  </a:lnTo>
                  <a:lnTo>
                    <a:pt x="732" y="2082"/>
                  </a:lnTo>
                  <a:lnTo>
                    <a:pt x="917" y="1856"/>
                  </a:lnTo>
                  <a:lnTo>
                    <a:pt x="1090" y="1640"/>
                  </a:lnTo>
                  <a:lnTo>
                    <a:pt x="1264" y="1419"/>
                  </a:lnTo>
                  <a:lnTo>
                    <a:pt x="1438" y="1200"/>
                  </a:lnTo>
                  <a:lnTo>
                    <a:pt x="1609" y="994"/>
                  </a:lnTo>
                  <a:lnTo>
                    <a:pt x="1774" y="809"/>
                  </a:lnTo>
                  <a:lnTo>
                    <a:pt x="1944" y="640"/>
                  </a:lnTo>
                  <a:lnTo>
                    <a:pt x="2122" y="483"/>
                  </a:lnTo>
                  <a:lnTo>
                    <a:pt x="2290" y="343"/>
                  </a:lnTo>
                  <a:lnTo>
                    <a:pt x="2433" y="227"/>
                  </a:lnTo>
                  <a:lnTo>
                    <a:pt x="2535" y="14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74554" y="1739186"/>
            <a:ext cx="1737265" cy="3888798"/>
          </a:xfrm>
          <a:custGeom>
            <a:avLst/>
            <a:gdLst/>
            <a:ahLst/>
            <a:cxnLst/>
            <a:rect l="0" t="0" r="r" b="b"/>
            <a:pathLst>
              <a:path w="3015" h="6915" fill="none">
                <a:moveTo>
                  <a:pt x="328" y="6903"/>
                </a:moveTo>
                <a:lnTo>
                  <a:pt x="375" y="6855"/>
                </a:lnTo>
                <a:lnTo>
                  <a:pt x="433" y="6781"/>
                </a:lnTo>
                <a:lnTo>
                  <a:pt x="502" y="6688"/>
                </a:lnTo>
                <a:lnTo>
                  <a:pt x="503" y="6687"/>
                </a:lnTo>
                <a:lnTo>
                  <a:pt x="580" y="6587"/>
                </a:lnTo>
                <a:lnTo>
                  <a:pt x="584" y="6583"/>
                </a:lnTo>
                <a:lnTo>
                  <a:pt x="667" y="6485"/>
                </a:lnTo>
                <a:lnTo>
                  <a:pt x="674" y="6478"/>
                </a:lnTo>
                <a:lnTo>
                  <a:pt x="765" y="6391"/>
                </a:lnTo>
                <a:lnTo>
                  <a:pt x="771" y="6385"/>
                </a:lnTo>
                <a:lnTo>
                  <a:pt x="871" y="6304"/>
                </a:lnTo>
                <a:lnTo>
                  <a:pt x="874" y="6301"/>
                </a:lnTo>
                <a:lnTo>
                  <a:pt x="985" y="6218"/>
                </a:lnTo>
                <a:lnTo>
                  <a:pt x="989" y="6215"/>
                </a:lnTo>
                <a:lnTo>
                  <a:pt x="1106" y="6134"/>
                </a:lnTo>
                <a:lnTo>
                  <a:pt x="1110" y="6131"/>
                </a:lnTo>
                <a:lnTo>
                  <a:pt x="1231" y="6056"/>
                </a:lnTo>
                <a:lnTo>
                  <a:pt x="1237" y="6053"/>
                </a:lnTo>
                <a:lnTo>
                  <a:pt x="1357" y="5987"/>
                </a:lnTo>
                <a:lnTo>
                  <a:pt x="1364" y="5984"/>
                </a:lnTo>
                <a:lnTo>
                  <a:pt x="1480" y="5933"/>
                </a:lnTo>
                <a:lnTo>
                  <a:pt x="1490" y="5929"/>
                </a:lnTo>
                <a:lnTo>
                  <a:pt x="1604" y="5892"/>
                </a:lnTo>
                <a:lnTo>
                  <a:pt x="1613" y="5889"/>
                </a:lnTo>
                <a:lnTo>
                  <a:pt x="1727" y="5863"/>
                </a:lnTo>
                <a:lnTo>
                  <a:pt x="1735" y="5862"/>
                </a:lnTo>
                <a:lnTo>
                  <a:pt x="1849" y="5846"/>
                </a:lnTo>
                <a:lnTo>
                  <a:pt x="1857" y="5845"/>
                </a:lnTo>
                <a:lnTo>
                  <a:pt x="1968" y="5839"/>
                </a:lnTo>
                <a:lnTo>
                  <a:pt x="1976" y="5838"/>
                </a:lnTo>
                <a:lnTo>
                  <a:pt x="2085" y="5839"/>
                </a:lnTo>
                <a:lnTo>
                  <a:pt x="2092" y="5840"/>
                </a:lnTo>
                <a:lnTo>
                  <a:pt x="2197" y="5848"/>
                </a:lnTo>
                <a:lnTo>
                  <a:pt x="2207" y="5849"/>
                </a:lnTo>
                <a:lnTo>
                  <a:pt x="2310" y="5867"/>
                </a:lnTo>
                <a:lnTo>
                  <a:pt x="2321" y="5869"/>
                </a:lnTo>
                <a:lnTo>
                  <a:pt x="2424" y="5899"/>
                </a:lnTo>
                <a:lnTo>
                  <a:pt x="2432" y="5901"/>
                </a:lnTo>
                <a:lnTo>
                  <a:pt x="2532" y="5939"/>
                </a:lnTo>
                <a:lnTo>
                  <a:pt x="2537" y="5941"/>
                </a:lnTo>
                <a:lnTo>
                  <a:pt x="2632" y="5983"/>
                </a:lnTo>
                <a:lnTo>
                  <a:pt x="2636" y="5984"/>
                </a:lnTo>
                <a:lnTo>
                  <a:pt x="2725" y="6027"/>
                </a:lnTo>
                <a:lnTo>
                  <a:pt x="2726" y="6028"/>
                </a:lnTo>
                <a:lnTo>
                  <a:pt x="2807" y="6068"/>
                </a:lnTo>
                <a:lnTo>
                  <a:pt x="2815" y="6072"/>
                </a:lnTo>
                <a:lnTo>
                  <a:pt x="2822" y="6077"/>
                </a:lnTo>
                <a:lnTo>
                  <a:pt x="2897" y="6131"/>
                </a:lnTo>
                <a:lnTo>
                  <a:pt x="2904" y="6137"/>
                </a:lnTo>
                <a:lnTo>
                  <a:pt x="2911" y="6144"/>
                </a:lnTo>
                <a:lnTo>
                  <a:pt x="2981" y="6218"/>
                </a:lnTo>
                <a:lnTo>
                  <a:pt x="2985" y="6222"/>
                </a:lnTo>
                <a:lnTo>
                  <a:pt x="3015" y="6257"/>
                </a:lnTo>
                <a:lnTo>
                  <a:pt x="3015" y="6153"/>
                </a:lnTo>
                <a:lnTo>
                  <a:pt x="3006" y="5963"/>
                </a:lnTo>
                <a:lnTo>
                  <a:pt x="2990" y="5754"/>
                </a:lnTo>
                <a:lnTo>
                  <a:pt x="2974" y="5543"/>
                </a:lnTo>
                <a:lnTo>
                  <a:pt x="2973" y="5542"/>
                </a:lnTo>
                <a:lnTo>
                  <a:pt x="2960" y="5350"/>
                </a:lnTo>
                <a:lnTo>
                  <a:pt x="2960" y="5349"/>
                </a:lnTo>
                <a:lnTo>
                  <a:pt x="2950" y="5174"/>
                </a:lnTo>
                <a:lnTo>
                  <a:pt x="2938" y="5000"/>
                </a:lnTo>
                <a:lnTo>
                  <a:pt x="2925" y="4826"/>
                </a:lnTo>
                <a:lnTo>
                  <a:pt x="2911" y="4652"/>
                </a:lnTo>
                <a:lnTo>
                  <a:pt x="2898" y="4478"/>
                </a:lnTo>
                <a:lnTo>
                  <a:pt x="2897" y="4478"/>
                </a:lnTo>
                <a:lnTo>
                  <a:pt x="2884" y="4304"/>
                </a:lnTo>
                <a:lnTo>
                  <a:pt x="2884" y="4303"/>
                </a:lnTo>
                <a:lnTo>
                  <a:pt x="2872" y="4129"/>
                </a:lnTo>
                <a:lnTo>
                  <a:pt x="2872" y="4128"/>
                </a:lnTo>
                <a:lnTo>
                  <a:pt x="2860" y="3954"/>
                </a:lnTo>
                <a:lnTo>
                  <a:pt x="2849" y="3779"/>
                </a:lnTo>
                <a:lnTo>
                  <a:pt x="2836" y="3605"/>
                </a:lnTo>
                <a:lnTo>
                  <a:pt x="2823" y="3432"/>
                </a:lnTo>
                <a:lnTo>
                  <a:pt x="2808" y="3258"/>
                </a:lnTo>
                <a:lnTo>
                  <a:pt x="2792" y="3083"/>
                </a:lnTo>
                <a:lnTo>
                  <a:pt x="2776" y="2909"/>
                </a:lnTo>
                <a:lnTo>
                  <a:pt x="2758" y="2735"/>
                </a:lnTo>
                <a:lnTo>
                  <a:pt x="2739" y="2561"/>
                </a:lnTo>
                <a:lnTo>
                  <a:pt x="2718" y="2388"/>
                </a:lnTo>
                <a:lnTo>
                  <a:pt x="2695" y="2216"/>
                </a:lnTo>
                <a:lnTo>
                  <a:pt x="2668" y="2042"/>
                </a:lnTo>
                <a:lnTo>
                  <a:pt x="2639" y="1865"/>
                </a:lnTo>
                <a:lnTo>
                  <a:pt x="2608" y="1688"/>
                </a:lnTo>
                <a:lnTo>
                  <a:pt x="2576" y="1516"/>
                </a:lnTo>
                <a:lnTo>
                  <a:pt x="2542" y="1351"/>
                </a:lnTo>
                <a:lnTo>
                  <a:pt x="2506" y="1198"/>
                </a:lnTo>
                <a:lnTo>
                  <a:pt x="2469" y="1054"/>
                </a:lnTo>
                <a:lnTo>
                  <a:pt x="2429" y="917"/>
                </a:lnTo>
                <a:lnTo>
                  <a:pt x="2387" y="786"/>
                </a:lnTo>
                <a:lnTo>
                  <a:pt x="2345" y="664"/>
                </a:lnTo>
                <a:lnTo>
                  <a:pt x="2303" y="552"/>
                </a:lnTo>
                <a:lnTo>
                  <a:pt x="2264" y="451"/>
                </a:lnTo>
                <a:lnTo>
                  <a:pt x="2226" y="363"/>
                </a:lnTo>
                <a:lnTo>
                  <a:pt x="2191" y="287"/>
                </a:lnTo>
                <a:lnTo>
                  <a:pt x="2158" y="222"/>
                </a:lnTo>
                <a:lnTo>
                  <a:pt x="2126" y="169"/>
                </a:lnTo>
                <a:lnTo>
                  <a:pt x="2093" y="124"/>
                </a:lnTo>
                <a:lnTo>
                  <a:pt x="2058" y="86"/>
                </a:lnTo>
                <a:lnTo>
                  <a:pt x="2022" y="54"/>
                </a:lnTo>
                <a:lnTo>
                  <a:pt x="1989" y="30"/>
                </a:lnTo>
                <a:lnTo>
                  <a:pt x="1959" y="14"/>
                </a:lnTo>
                <a:lnTo>
                  <a:pt x="1927" y="4"/>
                </a:lnTo>
                <a:lnTo>
                  <a:pt x="1889" y="0"/>
                </a:lnTo>
                <a:lnTo>
                  <a:pt x="1839" y="2"/>
                </a:lnTo>
                <a:lnTo>
                  <a:pt x="1774" y="13"/>
                </a:lnTo>
                <a:lnTo>
                  <a:pt x="1696" y="35"/>
                </a:lnTo>
                <a:lnTo>
                  <a:pt x="1609" y="65"/>
                </a:lnTo>
                <a:lnTo>
                  <a:pt x="1520" y="103"/>
                </a:lnTo>
                <a:lnTo>
                  <a:pt x="1432" y="147"/>
                </a:lnTo>
                <a:lnTo>
                  <a:pt x="1350" y="195"/>
                </a:lnTo>
                <a:lnTo>
                  <a:pt x="1272" y="249"/>
                </a:lnTo>
                <a:lnTo>
                  <a:pt x="1194" y="310"/>
                </a:lnTo>
                <a:lnTo>
                  <a:pt x="1118" y="377"/>
                </a:lnTo>
                <a:lnTo>
                  <a:pt x="1043" y="450"/>
                </a:lnTo>
                <a:lnTo>
                  <a:pt x="970" y="528"/>
                </a:lnTo>
                <a:lnTo>
                  <a:pt x="900" y="610"/>
                </a:lnTo>
                <a:lnTo>
                  <a:pt x="833" y="698"/>
                </a:lnTo>
                <a:lnTo>
                  <a:pt x="768" y="792"/>
                </a:lnTo>
                <a:lnTo>
                  <a:pt x="706" y="891"/>
                </a:lnTo>
                <a:lnTo>
                  <a:pt x="645" y="995"/>
                </a:lnTo>
                <a:lnTo>
                  <a:pt x="588" y="1104"/>
                </a:lnTo>
                <a:lnTo>
                  <a:pt x="532" y="1218"/>
                </a:lnTo>
                <a:lnTo>
                  <a:pt x="479" y="1336"/>
                </a:lnTo>
                <a:lnTo>
                  <a:pt x="428" y="1459"/>
                </a:lnTo>
                <a:lnTo>
                  <a:pt x="380" y="1587"/>
                </a:lnTo>
                <a:lnTo>
                  <a:pt x="334" y="1718"/>
                </a:lnTo>
                <a:lnTo>
                  <a:pt x="292" y="1853"/>
                </a:lnTo>
                <a:lnTo>
                  <a:pt x="253" y="1990"/>
                </a:lnTo>
                <a:lnTo>
                  <a:pt x="217" y="2131"/>
                </a:lnTo>
                <a:lnTo>
                  <a:pt x="185" y="2276"/>
                </a:lnTo>
                <a:lnTo>
                  <a:pt x="156" y="2425"/>
                </a:lnTo>
                <a:lnTo>
                  <a:pt x="130" y="2576"/>
                </a:lnTo>
                <a:lnTo>
                  <a:pt x="106" y="2728"/>
                </a:lnTo>
                <a:lnTo>
                  <a:pt x="84" y="2881"/>
                </a:lnTo>
                <a:lnTo>
                  <a:pt x="65" y="3035"/>
                </a:lnTo>
                <a:lnTo>
                  <a:pt x="49" y="3191"/>
                </a:lnTo>
                <a:lnTo>
                  <a:pt x="36" y="3349"/>
                </a:lnTo>
                <a:lnTo>
                  <a:pt x="25" y="3507"/>
                </a:lnTo>
                <a:lnTo>
                  <a:pt x="16" y="3666"/>
                </a:lnTo>
                <a:lnTo>
                  <a:pt x="9" y="3824"/>
                </a:lnTo>
                <a:lnTo>
                  <a:pt x="4" y="3982"/>
                </a:lnTo>
                <a:lnTo>
                  <a:pt x="1" y="4140"/>
                </a:lnTo>
                <a:lnTo>
                  <a:pt x="0" y="4299"/>
                </a:lnTo>
                <a:lnTo>
                  <a:pt x="1" y="4457"/>
                </a:lnTo>
                <a:lnTo>
                  <a:pt x="4" y="4613"/>
                </a:lnTo>
                <a:lnTo>
                  <a:pt x="9" y="4767"/>
                </a:lnTo>
                <a:lnTo>
                  <a:pt x="17" y="4921"/>
                </a:lnTo>
                <a:lnTo>
                  <a:pt x="27" y="5075"/>
                </a:lnTo>
                <a:lnTo>
                  <a:pt x="40" y="5228"/>
                </a:lnTo>
                <a:lnTo>
                  <a:pt x="54" y="5379"/>
                </a:lnTo>
                <a:lnTo>
                  <a:pt x="69" y="5525"/>
                </a:lnTo>
                <a:lnTo>
                  <a:pt x="84" y="5664"/>
                </a:lnTo>
                <a:lnTo>
                  <a:pt x="101" y="5796"/>
                </a:lnTo>
                <a:lnTo>
                  <a:pt x="119" y="5924"/>
                </a:lnTo>
                <a:lnTo>
                  <a:pt x="137" y="6047"/>
                </a:lnTo>
                <a:lnTo>
                  <a:pt x="157" y="6166"/>
                </a:lnTo>
                <a:lnTo>
                  <a:pt x="177" y="6280"/>
                </a:lnTo>
                <a:lnTo>
                  <a:pt x="198" y="6390"/>
                </a:lnTo>
                <a:lnTo>
                  <a:pt x="218" y="6501"/>
                </a:lnTo>
                <a:lnTo>
                  <a:pt x="239" y="6613"/>
                </a:lnTo>
                <a:lnTo>
                  <a:pt x="260" y="6719"/>
                </a:lnTo>
                <a:lnTo>
                  <a:pt x="282" y="6812"/>
                </a:lnTo>
                <a:lnTo>
                  <a:pt x="302" y="6886"/>
                </a:lnTo>
                <a:lnTo>
                  <a:pt x="314" y="6915"/>
                </a:lnTo>
                <a:lnTo>
                  <a:pt x="328" y="690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807849" y="1660456"/>
            <a:ext cx="470173" cy="296720"/>
          </a:xfrm>
          <a:custGeom>
            <a:avLst/>
            <a:gdLst/>
            <a:ahLst/>
            <a:cxnLst/>
            <a:rect l="0" t="0" r="r" b="b"/>
            <a:pathLst>
              <a:path w="816" h="527">
                <a:moveTo>
                  <a:pt x="320" y="367"/>
                </a:moveTo>
                <a:cubicBezTo>
                  <a:pt x="320" y="456"/>
                  <a:pt x="248" y="527"/>
                  <a:pt x="160" y="527"/>
                </a:cubicBezTo>
                <a:cubicBezTo>
                  <a:pt x="71" y="527"/>
                  <a:pt x="0" y="456"/>
                  <a:pt x="0" y="367"/>
                </a:cubicBezTo>
                <a:cubicBezTo>
                  <a:pt x="0" y="279"/>
                  <a:pt x="71" y="207"/>
                  <a:pt x="160" y="207"/>
                </a:cubicBezTo>
                <a:cubicBezTo>
                  <a:pt x="248" y="207"/>
                  <a:pt x="320" y="279"/>
                  <a:pt x="320" y="367"/>
                </a:cubicBezTo>
                <a:close/>
                <a:moveTo>
                  <a:pt x="816" y="200"/>
                </a:moveTo>
                <a:cubicBezTo>
                  <a:pt x="816" y="310"/>
                  <a:pt x="726" y="400"/>
                  <a:pt x="616" y="400"/>
                </a:cubicBezTo>
                <a:cubicBezTo>
                  <a:pt x="505" y="400"/>
                  <a:pt x="416" y="310"/>
                  <a:pt x="416" y="200"/>
                </a:cubicBezTo>
                <a:cubicBezTo>
                  <a:pt x="416" y="89"/>
                  <a:pt x="505" y="0"/>
                  <a:pt x="616" y="0"/>
                </a:cubicBezTo>
                <a:cubicBezTo>
                  <a:pt x="726" y="0"/>
                  <a:pt x="816" y="89"/>
                  <a:pt x="816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4315968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Puerta de entrada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Desde el pulmón (bulas) o desde el exterior (trauma, procedimientos).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PUERTA DE ENTRADA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Rotura de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bula subpleural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(o lesión de la pared): 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entra al espacio pleural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3" name="Fuga aérea"/>
          <p:cNvSpPr/>
          <p:nvPr/>
        </p:nvSpPr>
        <p:spPr>
          <a:xfrm>
            <a:off x="1623147" y="1967786"/>
            <a:ext cx="411480" cy="91440"/>
          </a:xfrm>
          <a:custGeom>
            <a:avLst/>
            <a:gdLst/>
            <a:ahLst/>
            <a:cxnLst/>
            <a:rect l="0" t="0" r="r" b="b"/>
            <a:pathLst>
              <a:path w="450" h="100" fill="none">
                <a:moveTo>
                  <a:pt x="450" y="100"/>
                </a:moveTo>
                <a:lnTo>
                  <a:pt x="0" y="0"/>
                </a:lnTo>
              </a:path>
            </a:pathLst>
          </a:custGeom>
          <a:noFill/>
          <a:ln w="50800" cap="rnd">
            <a:solidFill>
              <a:srgbClr val="FF000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642039" y="91440"/>
            <a:ext cx="73850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ENTRADA DE AIRE AL ESPACIO PLEURAL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15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055" y="9084"/>
                </a:moveTo>
                <a:lnTo>
                  <a:pt x="1053" y="9085"/>
                </a:lnTo>
                <a:lnTo>
                  <a:pt x="1050" y="9086"/>
                </a:lnTo>
                <a:lnTo>
                  <a:pt x="1048" y="9088"/>
                </a:lnTo>
                <a:lnTo>
                  <a:pt x="1046" y="9088"/>
                </a:lnTo>
                <a:lnTo>
                  <a:pt x="1043" y="9089"/>
                </a:lnTo>
                <a:lnTo>
                  <a:pt x="1040" y="9089"/>
                </a:lnTo>
                <a:lnTo>
                  <a:pt x="1038" y="9090"/>
                </a:lnTo>
                <a:lnTo>
                  <a:pt x="1035" y="9089"/>
                </a:lnTo>
                <a:lnTo>
                  <a:pt x="1033" y="9089"/>
                </a:lnTo>
                <a:lnTo>
                  <a:pt x="1030" y="9088"/>
                </a:lnTo>
                <a:lnTo>
                  <a:pt x="1028" y="9087"/>
                </a:lnTo>
                <a:lnTo>
                  <a:pt x="1025" y="9086"/>
                </a:lnTo>
                <a:lnTo>
                  <a:pt x="1023" y="9085"/>
                </a:lnTo>
                <a:lnTo>
                  <a:pt x="1021" y="9083"/>
                </a:lnTo>
                <a:lnTo>
                  <a:pt x="1019" y="9082"/>
                </a:lnTo>
                <a:lnTo>
                  <a:pt x="1017" y="9080"/>
                </a:lnTo>
                <a:lnTo>
                  <a:pt x="1016" y="9078"/>
                </a:lnTo>
                <a:lnTo>
                  <a:pt x="1014" y="9075"/>
                </a:lnTo>
                <a:lnTo>
                  <a:pt x="1013" y="9073"/>
                </a:lnTo>
                <a:lnTo>
                  <a:pt x="999" y="9038"/>
                </a:lnTo>
                <a:lnTo>
                  <a:pt x="998" y="9036"/>
                </a:lnTo>
                <a:lnTo>
                  <a:pt x="973" y="8948"/>
                </a:lnTo>
                <a:lnTo>
                  <a:pt x="973" y="8946"/>
                </a:lnTo>
                <a:lnTo>
                  <a:pt x="947" y="8834"/>
                </a:lnTo>
                <a:lnTo>
                  <a:pt x="947" y="8834"/>
                </a:lnTo>
                <a:lnTo>
                  <a:pt x="922" y="8707"/>
                </a:lnTo>
                <a:lnTo>
                  <a:pt x="922" y="8707"/>
                </a:lnTo>
                <a:lnTo>
                  <a:pt x="897" y="8573"/>
                </a:lnTo>
                <a:lnTo>
                  <a:pt x="872" y="8440"/>
                </a:lnTo>
                <a:lnTo>
                  <a:pt x="848" y="8308"/>
                </a:lnTo>
                <a:lnTo>
                  <a:pt x="848" y="8308"/>
                </a:lnTo>
                <a:lnTo>
                  <a:pt x="824" y="8171"/>
                </a:lnTo>
                <a:lnTo>
                  <a:pt x="824" y="8171"/>
                </a:lnTo>
                <a:lnTo>
                  <a:pt x="800" y="8029"/>
                </a:lnTo>
                <a:lnTo>
                  <a:pt x="800" y="8029"/>
                </a:lnTo>
                <a:lnTo>
                  <a:pt x="778" y="7882"/>
                </a:lnTo>
                <a:lnTo>
                  <a:pt x="778" y="7881"/>
                </a:lnTo>
                <a:lnTo>
                  <a:pt x="756" y="7729"/>
                </a:lnTo>
                <a:lnTo>
                  <a:pt x="756" y="7728"/>
                </a:lnTo>
                <a:lnTo>
                  <a:pt x="737" y="7569"/>
                </a:lnTo>
                <a:lnTo>
                  <a:pt x="737" y="7569"/>
                </a:lnTo>
                <a:lnTo>
                  <a:pt x="718" y="7403"/>
                </a:lnTo>
                <a:lnTo>
                  <a:pt x="718" y="7402"/>
                </a:lnTo>
                <a:lnTo>
                  <a:pt x="700" y="7228"/>
                </a:lnTo>
                <a:lnTo>
                  <a:pt x="700" y="7228"/>
                </a:lnTo>
                <a:lnTo>
                  <a:pt x="683" y="7048"/>
                </a:lnTo>
                <a:lnTo>
                  <a:pt x="683" y="7047"/>
                </a:lnTo>
                <a:lnTo>
                  <a:pt x="668" y="6864"/>
                </a:lnTo>
                <a:lnTo>
                  <a:pt x="668" y="6864"/>
                </a:lnTo>
                <a:lnTo>
                  <a:pt x="655" y="6679"/>
                </a:lnTo>
                <a:lnTo>
                  <a:pt x="655" y="6679"/>
                </a:lnTo>
                <a:lnTo>
                  <a:pt x="646" y="6495"/>
                </a:lnTo>
                <a:lnTo>
                  <a:pt x="646" y="6494"/>
                </a:lnTo>
                <a:lnTo>
                  <a:pt x="640" y="6310"/>
                </a:lnTo>
                <a:lnTo>
                  <a:pt x="640" y="6309"/>
                </a:lnTo>
                <a:lnTo>
                  <a:pt x="636" y="6122"/>
                </a:lnTo>
                <a:lnTo>
                  <a:pt x="636" y="6122"/>
                </a:lnTo>
                <a:lnTo>
                  <a:pt x="635" y="5933"/>
                </a:lnTo>
                <a:lnTo>
                  <a:pt x="635" y="5932"/>
                </a:lnTo>
                <a:lnTo>
                  <a:pt x="636" y="5743"/>
                </a:lnTo>
                <a:lnTo>
                  <a:pt x="636" y="5742"/>
                </a:lnTo>
                <a:lnTo>
                  <a:pt x="640" y="5553"/>
                </a:lnTo>
                <a:lnTo>
                  <a:pt x="640" y="5552"/>
                </a:lnTo>
                <a:lnTo>
                  <a:pt x="646" y="5364"/>
                </a:lnTo>
                <a:lnTo>
                  <a:pt x="646" y="5363"/>
                </a:lnTo>
                <a:lnTo>
                  <a:pt x="655" y="5174"/>
                </a:lnTo>
                <a:lnTo>
                  <a:pt x="655" y="5174"/>
                </a:lnTo>
                <a:lnTo>
                  <a:pt x="665" y="4984"/>
                </a:lnTo>
                <a:lnTo>
                  <a:pt x="665" y="4984"/>
                </a:lnTo>
                <a:lnTo>
                  <a:pt x="679" y="4794"/>
                </a:lnTo>
                <a:lnTo>
                  <a:pt x="679" y="4794"/>
                </a:lnTo>
                <a:lnTo>
                  <a:pt x="695" y="4605"/>
                </a:lnTo>
                <a:lnTo>
                  <a:pt x="695" y="4605"/>
                </a:lnTo>
                <a:lnTo>
                  <a:pt x="714" y="4418"/>
                </a:lnTo>
                <a:lnTo>
                  <a:pt x="714" y="4418"/>
                </a:lnTo>
                <a:lnTo>
                  <a:pt x="736" y="4233"/>
                </a:lnTo>
                <a:lnTo>
                  <a:pt x="736" y="4233"/>
                </a:lnTo>
                <a:lnTo>
                  <a:pt x="762" y="4050"/>
                </a:lnTo>
                <a:lnTo>
                  <a:pt x="762" y="4049"/>
                </a:lnTo>
                <a:lnTo>
                  <a:pt x="791" y="3867"/>
                </a:lnTo>
                <a:lnTo>
                  <a:pt x="791" y="3866"/>
                </a:lnTo>
                <a:lnTo>
                  <a:pt x="822" y="3685"/>
                </a:lnTo>
                <a:lnTo>
                  <a:pt x="822" y="3685"/>
                </a:lnTo>
                <a:lnTo>
                  <a:pt x="857" y="3507"/>
                </a:lnTo>
                <a:lnTo>
                  <a:pt x="858" y="3507"/>
                </a:lnTo>
                <a:lnTo>
                  <a:pt x="896" y="3333"/>
                </a:lnTo>
                <a:lnTo>
                  <a:pt x="896" y="3332"/>
                </a:lnTo>
                <a:lnTo>
                  <a:pt x="939" y="3164"/>
                </a:lnTo>
                <a:lnTo>
                  <a:pt x="939" y="3163"/>
                </a:lnTo>
                <a:lnTo>
                  <a:pt x="986" y="2999"/>
                </a:lnTo>
                <a:lnTo>
                  <a:pt x="986" y="2998"/>
                </a:lnTo>
                <a:lnTo>
                  <a:pt x="1037" y="2837"/>
                </a:lnTo>
                <a:lnTo>
                  <a:pt x="1037" y="2836"/>
                </a:lnTo>
                <a:lnTo>
                  <a:pt x="1091" y="2679"/>
                </a:lnTo>
                <a:lnTo>
                  <a:pt x="1092" y="2678"/>
                </a:lnTo>
                <a:lnTo>
                  <a:pt x="1150" y="2525"/>
                </a:lnTo>
                <a:lnTo>
                  <a:pt x="1150" y="2524"/>
                </a:lnTo>
                <a:lnTo>
                  <a:pt x="1211" y="2377"/>
                </a:lnTo>
                <a:lnTo>
                  <a:pt x="1211" y="2376"/>
                </a:lnTo>
                <a:lnTo>
                  <a:pt x="1274" y="2235"/>
                </a:lnTo>
                <a:lnTo>
                  <a:pt x="1275" y="2234"/>
                </a:lnTo>
                <a:lnTo>
                  <a:pt x="1341" y="2099"/>
                </a:lnTo>
                <a:lnTo>
                  <a:pt x="1341" y="2098"/>
                </a:lnTo>
                <a:lnTo>
                  <a:pt x="1411" y="1968"/>
                </a:lnTo>
                <a:lnTo>
                  <a:pt x="1411" y="1967"/>
                </a:lnTo>
                <a:lnTo>
                  <a:pt x="1483" y="1842"/>
                </a:lnTo>
                <a:lnTo>
                  <a:pt x="1484" y="1841"/>
                </a:lnTo>
                <a:lnTo>
                  <a:pt x="1558" y="1722"/>
                </a:lnTo>
                <a:lnTo>
                  <a:pt x="1559" y="1721"/>
                </a:lnTo>
                <a:lnTo>
                  <a:pt x="1637" y="1609"/>
                </a:lnTo>
                <a:lnTo>
                  <a:pt x="1637" y="1608"/>
                </a:lnTo>
                <a:lnTo>
                  <a:pt x="1717" y="1503"/>
                </a:lnTo>
                <a:lnTo>
                  <a:pt x="1718" y="1502"/>
                </a:lnTo>
                <a:lnTo>
                  <a:pt x="1802" y="1403"/>
                </a:lnTo>
                <a:lnTo>
                  <a:pt x="1803" y="1402"/>
                </a:lnTo>
                <a:lnTo>
                  <a:pt x="1890" y="1309"/>
                </a:lnTo>
                <a:lnTo>
                  <a:pt x="1891" y="1308"/>
                </a:lnTo>
                <a:lnTo>
                  <a:pt x="1981" y="1221"/>
                </a:lnTo>
                <a:lnTo>
                  <a:pt x="1982" y="1220"/>
                </a:lnTo>
                <a:lnTo>
                  <a:pt x="2074" y="1139"/>
                </a:lnTo>
                <a:lnTo>
                  <a:pt x="2075" y="1139"/>
                </a:lnTo>
                <a:lnTo>
                  <a:pt x="2168" y="1066"/>
                </a:lnTo>
                <a:lnTo>
                  <a:pt x="2169" y="1065"/>
                </a:lnTo>
                <a:lnTo>
                  <a:pt x="2263" y="1001"/>
                </a:lnTo>
                <a:lnTo>
                  <a:pt x="2264" y="1000"/>
                </a:lnTo>
                <a:lnTo>
                  <a:pt x="2362" y="942"/>
                </a:lnTo>
                <a:lnTo>
                  <a:pt x="2364" y="941"/>
                </a:lnTo>
                <a:lnTo>
                  <a:pt x="2469" y="889"/>
                </a:lnTo>
                <a:lnTo>
                  <a:pt x="2470" y="888"/>
                </a:lnTo>
                <a:lnTo>
                  <a:pt x="2577" y="843"/>
                </a:lnTo>
                <a:lnTo>
                  <a:pt x="2579" y="842"/>
                </a:lnTo>
                <a:lnTo>
                  <a:pt x="2682" y="806"/>
                </a:lnTo>
                <a:lnTo>
                  <a:pt x="2684" y="805"/>
                </a:lnTo>
                <a:lnTo>
                  <a:pt x="2778" y="779"/>
                </a:lnTo>
                <a:lnTo>
                  <a:pt x="2780" y="779"/>
                </a:lnTo>
                <a:lnTo>
                  <a:pt x="2858" y="765"/>
                </a:lnTo>
                <a:lnTo>
                  <a:pt x="2861" y="764"/>
                </a:lnTo>
                <a:lnTo>
                  <a:pt x="2920" y="762"/>
                </a:lnTo>
                <a:lnTo>
                  <a:pt x="2923" y="762"/>
                </a:lnTo>
                <a:lnTo>
                  <a:pt x="2925" y="762"/>
                </a:lnTo>
                <a:lnTo>
                  <a:pt x="2971" y="767"/>
                </a:lnTo>
                <a:lnTo>
                  <a:pt x="2973" y="768"/>
                </a:lnTo>
                <a:lnTo>
                  <a:pt x="2975" y="768"/>
                </a:lnTo>
                <a:lnTo>
                  <a:pt x="3013" y="780"/>
                </a:lnTo>
                <a:lnTo>
                  <a:pt x="3015" y="781"/>
                </a:lnTo>
                <a:lnTo>
                  <a:pt x="3018" y="782"/>
                </a:lnTo>
                <a:lnTo>
                  <a:pt x="3054" y="801"/>
                </a:lnTo>
                <a:lnTo>
                  <a:pt x="3056" y="802"/>
                </a:lnTo>
                <a:lnTo>
                  <a:pt x="3058" y="803"/>
                </a:lnTo>
                <a:lnTo>
                  <a:pt x="3097" y="832"/>
                </a:lnTo>
                <a:lnTo>
                  <a:pt x="3099" y="834"/>
                </a:lnTo>
                <a:lnTo>
                  <a:pt x="3142" y="872"/>
                </a:lnTo>
                <a:lnTo>
                  <a:pt x="3144" y="874"/>
                </a:lnTo>
                <a:lnTo>
                  <a:pt x="3186" y="920"/>
                </a:lnTo>
                <a:lnTo>
                  <a:pt x="3188" y="922"/>
                </a:lnTo>
                <a:lnTo>
                  <a:pt x="3227" y="975"/>
                </a:lnTo>
                <a:lnTo>
                  <a:pt x="3228" y="977"/>
                </a:lnTo>
                <a:lnTo>
                  <a:pt x="3267" y="1041"/>
                </a:lnTo>
                <a:lnTo>
                  <a:pt x="3268" y="1043"/>
                </a:lnTo>
                <a:lnTo>
                  <a:pt x="3308" y="1120"/>
                </a:lnTo>
                <a:lnTo>
                  <a:pt x="3308" y="1121"/>
                </a:lnTo>
                <a:lnTo>
                  <a:pt x="3350" y="1212"/>
                </a:lnTo>
                <a:lnTo>
                  <a:pt x="3350" y="1213"/>
                </a:lnTo>
                <a:lnTo>
                  <a:pt x="3395" y="1318"/>
                </a:lnTo>
                <a:lnTo>
                  <a:pt x="3395" y="1319"/>
                </a:lnTo>
                <a:lnTo>
                  <a:pt x="3443" y="1440"/>
                </a:lnTo>
                <a:lnTo>
                  <a:pt x="3443" y="1440"/>
                </a:lnTo>
                <a:lnTo>
                  <a:pt x="3493" y="1574"/>
                </a:lnTo>
                <a:lnTo>
                  <a:pt x="3493" y="1575"/>
                </a:lnTo>
                <a:lnTo>
                  <a:pt x="3543" y="1721"/>
                </a:lnTo>
                <a:lnTo>
                  <a:pt x="3544" y="1721"/>
                </a:lnTo>
                <a:lnTo>
                  <a:pt x="3593" y="1878"/>
                </a:lnTo>
                <a:lnTo>
                  <a:pt x="3594" y="1878"/>
                </a:lnTo>
                <a:lnTo>
                  <a:pt x="3641" y="2043"/>
                </a:lnTo>
                <a:lnTo>
                  <a:pt x="3642" y="2044"/>
                </a:lnTo>
                <a:lnTo>
                  <a:pt x="3686" y="2216"/>
                </a:lnTo>
                <a:lnTo>
                  <a:pt x="3687" y="2217"/>
                </a:lnTo>
                <a:lnTo>
                  <a:pt x="3729" y="2400"/>
                </a:lnTo>
                <a:lnTo>
                  <a:pt x="3729" y="2400"/>
                </a:lnTo>
                <a:lnTo>
                  <a:pt x="3770" y="2597"/>
                </a:lnTo>
                <a:lnTo>
                  <a:pt x="3770" y="2598"/>
                </a:lnTo>
                <a:lnTo>
                  <a:pt x="3809" y="2804"/>
                </a:lnTo>
                <a:lnTo>
                  <a:pt x="3809" y="2804"/>
                </a:lnTo>
                <a:lnTo>
                  <a:pt x="3846" y="3016"/>
                </a:lnTo>
                <a:lnTo>
                  <a:pt x="3846" y="3016"/>
                </a:lnTo>
                <a:lnTo>
                  <a:pt x="3881" y="3228"/>
                </a:lnTo>
                <a:lnTo>
                  <a:pt x="3881" y="3228"/>
                </a:lnTo>
                <a:lnTo>
                  <a:pt x="3912" y="3437"/>
                </a:lnTo>
                <a:lnTo>
                  <a:pt x="3912" y="3437"/>
                </a:lnTo>
                <a:lnTo>
                  <a:pt x="3941" y="3643"/>
                </a:lnTo>
                <a:lnTo>
                  <a:pt x="3941" y="3643"/>
                </a:lnTo>
                <a:lnTo>
                  <a:pt x="3966" y="3850"/>
                </a:lnTo>
                <a:lnTo>
                  <a:pt x="3966" y="3850"/>
                </a:lnTo>
                <a:lnTo>
                  <a:pt x="3989" y="4058"/>
                </a:lnTo>
                <a:lnTo>
                  <a:pt x="3989" y="4059"/>
                </a:lnTo>
                <a:lnTo>
                  <a:pt x="4010" y="4267"/>
                </a:lnTo>
                <a:lnTo>
                  <a:pt x="4010" y="4267"/>
                </a:lnTo>
                <a:lnTo>
                  <a:pt x="4029" y="4476"/>
                </a:lnTo>
                <a:lnTo>
                  <a:pt x="4029" y="4476"/>
                </a:lnTo>
                <a:lnTo>
                  <a:pt x="4049" y="4685"/>
                </a:lnTo>
                <a:lnTo>
                  <a:pt x="4049" y="4685"/>
                </a:lnTo>
                <a:lnTo>
                  <a:pt x="4066" y="4893"/>
                </a:lnTo>
                <a:lnTo>
                  <a:pt x="4066" y="4893"/>
                </a:lnTo>
                <a:lnTo>
                  <a:pt x="4082" y="5101"/>
                </a:lnTo>
                <a:lnTo>
                  <a:pt x="4082" y="5101"/>
                </a:lnTo>
                <a:lnTo>
                  <a:pt x="4097" y="5309"/>
                </a:lnTo>
                <a:lnTo>
                  <a:pt x="4097" y="5309"/>
                </a:lnTo>
                <a:lnTo>
                  <a:pt x="4111" y="5518"/>
                </a:lnTo>
                <a:lnTo>
                  <a:pt x="4125" y="5727"/>
                </a:lnTo>
                <a:lnTo>
                  <a:pt x="4125" y="5727"/>
                </a:lnTo>
                <a:lnTo>
                  <a:pt x="4139" y="5936"/>
                </a:lnTo>
                <a:lnTo>
                  <a:pt x="4140" y="5937"/>
                </a:lnTo>
                <a:lnTo>
                  <a:pt x="4155" y="6145"/>
                </a:lnTo>
                <a:lnTo>
                  <a:pt x="4155" y="6145"/>
                </a:lnTo>
                <a:lnTo>
                  <a:pt x="4172" y="6354"/>
                </a:lnTo>
                <a:lnTo>
                  <a:pt x="4188" y="6562"/>
                </a:lnTo>
                <a:lnTo>
                  <a:pt x="4188" y="6562"/>
                </a:lnTo>
                <a:lnTo>
                  <a:pt x="4204" y="6770"/>
                </a:lnTo>
                <a:lnTo>
                  <a:pt x="4204" y="6770"/>
                </a:lnTo>
                <a:lnTo>
                  <a:pt x="4218" y="6978"/>
                </a:lnTo>
                <a:lnTo>
                  <a:pt x="4218" y="6978"/>
                </a:lnTo>
                <a:lnTo>
                  <a:pt x="4231" y="7188"/>
                </a:lnTo>
                <a:lnTo>
                  <a:pt x="4231" y="7189"/>
                </a:lnTo>
                <a:lnTo>
                  <a:pt x="4246" y="7418"/>
                </a:lnTo>
                <a:lnTo>
                  <a:pt x="4246" y="7420"/>
                </a:lnTo>
                <a:lnTo>
                  <a:pt x="4266" y="7671"/>
                </a:lnTo>
                <a:lnTo>
                  <a:pt x="4266" y="7672"/>
                </a:lnTo>
                <a:lnTo>
                  <a:pt x="4285" y="7923"/>
                </a:lnTo>
                <a:lnTo>
                  <a:pt x="4285" y="7923"/>
                </a:lnTo>
                <a:lnTo>
                  <a:pt x="4296" y="8150"/>
                </a:lnTo>
                <a:lnTo>
                  <a:pt x="4296" y="8151"/>
                </a:lnTo>
                <a:lnTo>
                  <a:pt x="4296" y="8275"/>
                </a:lnTo>
                <a:lnTo>
                  <a:pt x="4295" y="8278"/>
                </a:lnTo>
                <a:lnTo>
                  <a:pt x="4295" y="8281"/>
                </a:lnTo>
                <a:lnTo>
                  <a:pt x="4294" y="8283"/>
                </a:lnTo>
                <a:lnTo>
                  <a:pt x="4294" y="8286"/>
                </a:lnTo>
                <a:lnTo>
                  <a:pt x="4292" y="8288"/>
                </a:lnTo>
                <a:lnTo>
                  <a:pt x="4291" y="8290"/>
                </a:lnTo>
                <a:lnTo>
                  <a:pt x="4290" y="8292"/>
                </a:lnTo>
                <a:lnTo>
                  <a:pt x="4288" y="8294"/>
                </a:lnTo>
                <a:lnTo>
                  <a:pt x="4286" y="8296"/>
                </a:lnTo>
                <a:lnTo>
                  <a:pt x="4284" y="8297"/>
                </a:lnTo>
                <a:lnTo>
                  <a:pt x="4282" y="8299"/>
                </a:lnTo>
                <a:lnTo>
                  <a:pt x="4279" y="8300"/>
                </a:lnTo>
                <a:lnTo>
                  <a:pt x="4277" y="8301"/>
                </a:lnTo>
                <a:lnTo>
                  <a:pt x="4274" y="8301"/>
                </a:lnTo>
                <a:lnTo>
                  <a:pt x="4272" y="8302"/>
                </a:lnTo>
                <a:lnTo>
                  <a:pt x="4269" y="8302"/>
                </a:lnTo>
                <a:lnTo>
                  <a:pt x="4267" y="8302"/>
                </a:lnTo>
                <a:lnTo>
                  <a:pt x="4264" y="8302"/>
                </a:lnTo>
                <a:lnTo>
                  <a:pt x="4262" y="8301"/>
                </a:lnTo>
                <a:lnTo>
                  <a:pt x="4259" y="8300"/>
                </a:lnTo>
                <a:lnTo>
                  <a:pt x="4257" y="8299"/>
                </a:lnTo>
                <a:lnTo>
                  <a:pt x="4255" y="8298"/>
                </a:lnTo>
                <a:lnTo>
                  <a:pt x="4252" y="8296"/>
                </a:lnTo>
                <a:lnTo>
                  <a:pt x="4250" y="8295"/>
                </a:lnTo>
                <a:lnTo>
                  <a:pt x="4249" y="8293"/>
                </a:lnTo>
                <a:lnTo>
                  <a:pt x="4214" y="8252"/>
                </a:lnTo>
                <a:lnTo>
                  <a:pt x="4210" y="8247"/>
                </a:lnTo>
                <a:lnTo>
                  <a:pt x="4126" y="8159"/>
                </a:lnTo>
                <a:lnTo>
                  <a:pt x="4119" y="8153"/>
                </a:lnTo>
                <a:lnTo>
                  <a:pt x="4111" y="8147"/>
                </a:lnTo>
                <a:lnTo>
                  <a:pt x="4023" y="8082"/>
                </a:lnTo>
                <a:lnTo>
                  <a:pt x="4016" y="8078"/>
                </a:lnTo>
                <a:lnTo>
                  <a:pt x="4008" y="8073"/>
                </a:lnTo>
                <a:lnTo>
                  <a:pt x="3912" y="8025"/>
                </a:lnTo>
                <a:lnTo>
                  <a:pt x="3910" y="8024"/>
                </a:lnTo>
                <a:lnTo>
                  <a:pt x="3804" y="7973"/>
                </a:lnTo>
                <a:lnTo>
                  <a:pt x="3801" y="7972"/>
                </a:lnTo>
                <a:lnTo>
                  <a:pt x="3687" y="7922"/>
                </a:lnTo>
                <a:lnTo>
                  <a:pt x="3681" y="7920"/>
                </a:lnTo>
                <a:lnTo>
                  <a:pt x="3562" y="7875"/>
                </a:lnTo>
                <a:lnTo>
                  <a:pt x="3554" y="7873"/>
                </a:lnTo>
                <a:lnTo>
                  <a:pt x="3433" y="7838"/>
                </a:lnTo>
                <a:lnTo>
                  <a:pt x="3421" y="7835"/>
                </a:lnTo>
                <a:lnTo>
                  <a:pt x="3299" y="7814"/>
                </a:lnTo>
                <a:lnTo>
                  <a:pt x="3288" y="7813"/>
                </a:lnTo>
                <a:lnTo>
                  <a:pt x="3163" y="7803"/>
                </a:lnTo>
                <a:lnTo>
                  <a:pt x="3156" y="7803"/>
                </a:lnTo>
                <a:lnTo>
                  <a:pt x="3026" y="7802"/>
                </a:lnTo>
                <a:lnTo>
                  <a:pt x="3018" y="7802"/>
                </a:lnTo>
                <a:lnTo>
                  <a:pt x="2886" y="7810"/>
                </a:lnTo>
                <a:lnTo>
                  <a:pt x="2877" y="7811"/>
                </a:lnTo>
                <a:lnTo>
                  <a:pt x="2742" y="7829"/>
                </a:lnTo>
                <a:lnTo>
                  <a:pt x="2733" y="7831"/>
                </a:lnTo>
                <a:lnTo>
                  <a:pt x="2598" y="7862"/>
                </a:lnTo>
                <a:lnTo>
                  <a:pt x="2588" y="7865"/>
                </a:lnTo>
                <a:lnTo>
                  <a:pt x="2454" y="7908"/>
                </a:lnTo>
                <a:lnTo>
                  <a:pt x="2443" y="7912"/>
                </a:lnTo>
                <a:lnTo>
                  <a:pt x="2306" y="7973"/>
                </a:lnTo>
                <a:lnTo>
                  <a:pt x="2297" y="7977"/>
                </a:lnTo>
                <a:lnTo>
                  <a:pt x="2154" y="8055"/>
                </a:lnTo>
                <a:lnTo>
                  <a:pt x="2149" y="8058"/>
                </a:lnTo>
                <a:lnTo>
                  <a:pt x="2005" y="8148"/>
                </a:lnTo>
                <a:lnTo>
                  <a:pt x="2000" y="8151"/>
                </a:lnTo>
                <a:lnTo>
                  <a:pt x="1860" y="8248"/>
                </a:lnTo>
                <a:lnTo>
                  <a:pt x="1856" y="8250"/>
                </a:lnTo>
                <a:lnTo>
                  <a:pt x="1724" y="8350"/>
                </a:lnTo>
                <a:lnTo>
                  <a:pt x="1721" y="8352"/>
                </a:lnTo>
                <a:lnTo>
                  <a:pt x="1602" y="8450"/>
                </a:lnTo>
                <a:lnTo>
                  <a:pt x="1595" y="8456"/>
                </a:lnTo>
                <a:lnTo>
                  <a:pt x="1487" y="8559"/>
                </a:lnTo>
                <a:lnTo>
                  <a:pt x="1480" y="8567"/>
                </a:lnTo>
                <a:lnTo>
                  <a:pt x="1381" y="8683"/>
                </a:lnTo>
                <a:lnTo>
                  <a:pt x="1377" y="8687"/>
                </a:lnTo>
                <a:lnTo>
                  <a:pt x="1285" y="8806"/>
                </a:lnTo>
                <a:lnTo>
                  <a:pt x="1284" y="8808"/>
                </a:lnTo>
                <a:lnTo>
                  <a:pt x="1202" y="8918"/>
                </a:lnTo>
                <a:lnTo>
                  <a:pt x="1201" y="8919"/>
                </a:lnTo>
                <a:lnTo>
                  <a:pt x="1131" y="9008"/>
                </a:lnTo>
                <a:lnTo>
                  <a:pt x="1130" y="9010"/>
                </a:lnTo>
                <a:lnTo>
                  <a:pt x="1074" y="9068"/>
                </a:lnTo>
                <a:lnTo>
                  <a:pt x="1071" y="9070"/>
                </a:lnTo>
                <a:lnTo>
                  <a:pt x="1055" y="90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23319" y="1920059"/>
            <a:ext cx="1562079" cy="3496651"/>
            <a:chOff x="1223319" y="1920059"/>
            <a:chExt cx="1562079" cy="3496651"/>
          </a:xfrm>
        </p:grpSpPr>
        <p:sp>
          <p:nvSpPr>
            <p:cNvPr id="17" name="Forma 16"/>
            <p:cNvSpPr/>
            <p:nvPr/>
          </p:nvSpPr>
          <p:spPr>
            <a:xfrm>
              <a:off x="1223319" y="1920059"/>
              <a:ext cx="1562079" cy="349665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0169" y="2263210"/>
              <a:ext cx="1219635" cy="2503159"/>
            </a:xfrm>
            <a:custGeom>
              <a:avLst/>
              <a:gdLst/>
              <a:ahLst/>
              <a:cxnLst/>
              <a:rect l="0" t="0" r="r" b="b"/>
              <a:pathLst>
                <a:path w="2117" h="4451" fill="none">
                  <a:moveTo>
                    <a:pt x="2117" y="2097"/>
                  </a:moveTo>
                  <a:lnTo>
                    <a:pt x="1560" y="1797"/>
                  </a:lnTo>
                  <a:lnTo>
                    <a:pt x="875" y="1284"/>
                  </a:lnTo>
                  <a:lnTo>
                    <a:pt x="490" y="770"/>
                  </a:lnTo>
                </a:path>
                <a:path w="2117" h="4451" fill="none">
                  <a:moveTo>
                    <a:pt x="1560" y="1797"/>
                  </a:moveTo>
                  <a:lnTo>
                    <a:pt x="1303" y="1027"/>
                  </a:lnTo>
                  <a:lnTo>
                    <a:pt x="1175" y="171"/>
                  </a:lnTo>
                </a:path>
                <a:path w="2117" h="4451" fill="none">
                  <a:moveTo>
                    <a:pt x="2117" y="2097"/>
                  </a:moveTo>
                  <a:lnTo>
                    <a:pt x="1303" y="2225"/>
                  </a:lnTo>
                  <a:lnTo>
                    <a:pt x="447" y="2225"/>
                  </a:lnTo>
                  <a:lnTo>
                    <a:pt x="19" y="2311"/>
                  </a:lnTo>
                </a:path>
                <a:path w="2117" h="4451" fill="none">
                  <a:moveTo>
                    <a:pt x="1303" y="2225"/>
                  </a:moveTo>
                  <a:lnTo>
                    <a:pt x="704" y="2824"/>
                  </a:lnTo>
                  <a:lnTo>
                    <a:pt x="233" y="3338"/>
                  </a:lnTo>
                </a:path>
                <a:path w="2117" h="4451" fill="none">
                  <a:moveTo>
                    <a:pt x="2117" y="2097"/>
                  </a:moveTo>
                  <a:lnTo>
                    <a:pt x="1560" y="2824"/>
                  </a:lnTo>
                  <a:lnTo>
                    <a:pt x="1047" y="3680"/>
                  </a:lnTo>
                  <a:lnTo>
                    <a:pt x="576" y="4365"/>
                  </a:lnTo>
                </a:path>
                <a:path w="2117" h="4451" fill="none">
                  <a:moveTo>
                    <a:pt x="1560" y="2824"/>
                  </a:moveTo>
                  <a:lnTo>
                    <a:pt x="1817" y="3680"/>
                  </a:lnTo>
                  <a:lnTo>
                    <a:pt x="1560" y="4451"/>
                  </a:lnTo>
                </a:path>
                <a:path w="2117" h="4451" fill="none">
                  <a:moveTo>
                    <a:pt x="1047" y="3680"/>
                  </a:moveTo>
                  <a:lnTo>
                    <a:pt x="362" y="4108"/>
                  </a:lnTo>
                  <a:lnTo>
                    <a:pt x="19" y="4365"/>
                  </a:lnTo>
                </a:path>
                <a:path w="2117" h="4451" fill="none">
                  <a:moveTo>
                    <a:pt x="875" y="1284"/>
                  </a:moveTo>
                  <a:lnTo>
                    <a:pt x="276" y="1455"/>
                  </a:lnTo>
                  <a:lnTo>
                    <a:pt x="0" y="1662"/>
                  </a:lnTo>
                </a:path>
                <a:path w="2117" h="4451" fill="none">
                  <a:moveTo>
                    <a:pt x="1303" y="1027"/>
                  </a:moveTo>
                  <a:lnTo>
                    <a:pt x="790" y="513"/>
                  </a:lnTo>
                </a:path>
                <a:path w="2117" h="4451" fill="none">
                  <a:moveTo>
                    <a:pt x="704" y="2824"/>
                  </a:moveTo>
                  <a:lnTo>
                    <a:pt x="790" y="3424"/>
                  </a:lnTo>
                  <a:lnTo>
                    <a:pt x="533" y="4023"/>
                  </a:lnTo>
                </a:path>
                <a:path w="2117" h="4451" fill="none">
                  <a:moveTo>
                    <a:pt x="2117" y="2097"/>
                  </a:moveTo>
                  <a:lnTo>
                    <a:pt x="1988" y="1455"/>
                  </a:lnTo>
                  <a:lnTo>
                    <a:pt x="1731" y="770"/>
                  </a:lnTo>
                  <a:lnTo>
                    <a:pt x="1560" y="0"/>
                  </a:lnTo>
                </a:path>
                <a:path w="2117" h="4451" fill="none">
                  <a:moveTo>
                    <a:pt x="447" y="2225"/>
                  </a:moveTo>
                  <a:lnTo>
                    <a:pt x="191" y="2739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62035" y="3442583"/>
              <a:ext cx="1312425" cy="1464534"/>
            </a:xfrm>
            <a:custGeom>
              <a:avLst/>
              <a:gdLst/>
              <a:ahLst/>
              <a:cxnLst/>
              <a:rect l="0" t="0" r="r" b="b"/>
              <a:pathLst>
                <a:path w="2278" h="2604" fill="none">
                  <a:moveTo>
                    <a:pt x="0" y="141"/>
                  </a:moveTo>
                  <a:lnTo>
                    <a:pt x="159" y="157"/>
                  </a:lnTo>
                  <a:lnTo>
                    <a:pt x="359" y="176"/>
                  </a:lnTo>
                  <a:lnTo>
                    <a:pt x="560" y="190"/>
                  </a:lnTo>
                  <a:lnTo>
                    <a:pt x="737" y="196"/>
                  </a:lnTo>
                  <a:lnTo>
                    <a:pt x="883" y="192"/>
                  </a:lnTo>
                  <a:lnTo>
                    <a:pt x="1016" y="182"/>
                  </a:lnTo>
                  <a:lnTo>
                    <a:pt x="1145" y="166"/>
                  </a:lnTo>
                  <a:lnTo>
                    <a:pt x="1277" y="148"/>
                  </a:lnTo>
                  <a:lnTo>
                    <a:pt x="1422" y="128"/>
                  </a:lnTo>
                  <a:lnTo>
                    <a:pt x="1596" y="104"/>
                  </a:lnTo>
                  <a:lnTo>
                    <a:pt x="1793" y="75"/>
                  </a:lnTo>
                  <a:lnTo>
                    <a:pt x="1989" y="44"/>
                  </a:lnTo>
                  <a:lnTo>
                    <a:pt x="2159" y="18"/>
                  </a:lnTo>
                  <a:lnTo>
                    <a:pt x="2278" y="0"/>
                  </a:lnTo>
                </a:path>
                <a:path w="2278" h="2604" fill="none">
                  <a:moveTo>
                    <a:pt x="57" y="2604"/>
                  </a:moveTo>
                  <a:lnTo>
                    <a:pt x="157" y="2482"/>
                  </a:lnTo>
                  <a:lnTo>
                    <a:pt x="305" y="2301"/>
                  </a:lnTo>
                  <a:lnTo>
                    <a:pt x="477" y="2091"/>
                  </a:lnTo>
                  <a:lnTo>
                    <a:pt x="656" y="1872"/>
                  </a:lnTo>
                  <a:lnTo>
                    <a:pt x="823" y="1669"/>
                  </a:lnTo>
                  <a:lnTo>
                    <a:pt x="978" y="1475"/>
                  </a:lnTo>
                  <a:lnTo>
                    <a:pt x="1135" y="1276"/>
                  </a:lnTo>
                  <a:lnTo>
                    <a:pt x="1291" y="1079"/>
                  </a:lnTo>
                  <a:lnTo>
                    <a:pt x="1444" y="894"/>
                  </a:lnTo>
                  <a:lnTo>
                    <a:pt x="1593" y="727"/>
                  </a:lnTo>
                  <a:lnTo>
                    <a:pt x="1746" y="576"/>
                  </a:lnTo>
                  <a:lnTo>
                    <a:pt x="1906" y="434"/>
                  </a:lnTo>
                  <a:lnTo>
                    <a:pt x="2057" y="308"/>
                  </a:lnTo>
                  <a:lnTo>
                    <a:pt x="2186" y="204"/>
                  </a:lnTo>
                  <a:lnTo>
                    <a:pt x="2278" y="12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23319" y="1920059"/>
            <a:ext cx="1562079" cy="3496651"/>
          </a:xfrm>
          <a:custGeom>
            <a:avLst/>
            <a:gdLst/>
            <a:ahLst/>
            <a:cxnLst/>
            <a:rect l="0" t="0" r="r" b="b"/>
            <a:pathLst>
              <a:path w="2711" h="6217" fill="none">
                <a:moveTo>
                  <a:pt x="295" y="6207"/>
                </a:moveTo>
                <a:lnTo>
                  <a:pt x="337" y="6163"/>
                </a:lnTo>
                <a:lnTo>
                  <a:pt x="390" y="6097"/>
                </a:lnTo>
                <a:lnTo>
                  <a:pt x="452" y="6014"/>
                </a:lnTo>
                <a:lnTo>
                  <a:pt x="452" y="6012"/>
                </a:lnTo>
                <a:lnTo>
                  <a:pt x="522" y="5923"/>
                </a:lnTo>
                <a:lnTo>
                  <a:pt x="525" y="5919"/>
                </a:lnTo>
                <a:lnTo>
                  <a:pt x="600" y="5831"/>
                </a:lnTo>
                <a:lnTo>
                  <a:pt x="606" y="5825"/>
                </a:lnTo>
                <a:lnTo>
                  <a:pt x="687" y="5746"/>
                </a:lnTo>
                <a:lnTo>
                  <a:pt x="693" y="5741"/>
                </a:lnTo>
                <a:lnTo>
                  <a:pt x="783" y="5668"/>
                </a:lnTo>
                <a:lnTo>
                  <a:pt x="786" y="5666"/>
                </a:lnTo>
                <a:lnTo>
                  <a:pt x="886" y="5591"/>
                </a:lnTo>
                <a:lnTo>
                  <a:pt x="889" y="5588"/>
                </a:lnTo>
                <a:lnTo>
                  <a:pt x="995" y="5515"/>
                </a:lnTo>
                <a:lnTo>
                  <a:pt x="998" y="5513"/>
                </a:lnTo>
                <a:lnTo>
                  <a:pt x="1107" y="5445"/>
                </a:lnTo>
                <a:lnTo>
                  <a:pt x="1112" y="5442"/>
                </a:lnTo>
                <a:lnTo>
                  <a:pt x="1220" y="5384"/>
                </a:lnTo>
                <a:lnTo>
                  <a:pt x="1227" y="5380"/>
                </a:lnTo>
                <a:lnTo>
                  <a:pt x="1331" y="5334"/>
                </a:lnTo>
                <a:lnTo>
                  <a:pt x="1340" y="5331"/>
                </a:lnTo>
                <a:lnTo>
                  <a:pt x="1442" y="5298"/>
                </a:lnTo>
                <a:lnTo>
                  <a:pt x="1450" y="5295"/>
                </a:lnTo>
                <a:lnTo>
                  <a:pt x="1552" y="5272"/>
                </a:lnTo>
                <a:lnTo>
                  <a:pt x="1560" y="5271"/>
                </a:lnTo>
                <a:lnTo>
                  <a:pt x="1662" y="5257"/>
                </a:lnTo>
                <a:lnTo>
                  <a:pt x="1669" y="5256"/>
                </a:lnTo>
                <a:lnTo>
                  <a:pt x="1770" y="5250"/>
                </a:lnTo>
                <a:lnTo>
                  <a:pt x="1777" y="5250"/>
                </a:lnTo>
                <a:lnTo>
                  <a:pt x="1875" y="5251"/>
                </a:lnTo>
                <a:lnTo>
                  <a:pt x="1881" y="5251"/>
                </a:lnTo>
                <a:lnTo>
                  <a:pt x="1975" y="5258"/>
                </a:lnTo>
                <a:lnTo>
                  <a:pt x="1984" y="5259"/>
                </a:lnTo>
                <a:lnTo>
                  <a:pt x="2077" y="5275"/>
                </a:lnTo>
                <a:lnTo>
                  <a:pt x="2087" y="5278"/>
                </a:lnTo>
                <a:lnTo>
                  <a:pt x="2179" y="5304"/>
                </a:lnTo>
                <a:lnTo>
                  <a:pt x="2186" y="5306"/>
                </a:lnTo>
                <a:lnTo>
                  <a:pt x="2276" y="5340"/>
                </a:lnTo>
                <a:lnTo>
                  <a:pt x="2281" y="5342"/>
                </a:lnTo>
                <a:lnTo>
                  <a:pt x="2367" y="5379"/>
                </a:lnTo>
                <a:lnTo>
                  <a:pt x="2370" y="5381"/>
                </a:lnTo>
                <a:lnTo>
                  <a:pt x="2450" y="5419"/>
                </a:lnTo>
                <a:lnTo>
                  <a:pt x="2451" y="5420"/>
                </a:lnTo>
                <a:lnTo>
                  <a:pt x="2524" y="5456"/>
                </a:lnTo>
                <a:lnTo>
                  <a:pt x="2531" y="5460"/>
                </a:lnTo>
                <a:lnTo>
                  <a:pt x="2537" y="5464"/>
                </a:lnTo>
                <a:lnTo>
                  <a:pt x="2604" y="5513"/>
                </a:lnTo>
                <a:lnTo>
                  <a:pt x="2611" y="5518"/>
                </a:lnTo>
                <a:lnTo>
                  <a:pt x="2617" y="5524"/>
                </a:lnTo>
                <a:lnTo>
                  <a:pt x="2681" y="5591"/>
                </a:lnTo>
                <a:lnTo>
                  <a:pt x="2684" y="5595"/>
                </a:lnTo>
                <a:lnTo>
                  <a:pt x="2711" y="5626"/>
                </a:lnTo>
                <a:lnTo>
                  <a:pt x="2711" y="5532"/>
                </a:lnTo>
                <a:lnTo>
                  <a:pt x="2702" y="5362"/>
                </a:lnTo>
                <a:lnTo>
                  <a:pt x="2689" y="5173"/>
                </a:lnTo>
                <a:lnTo>
                  <a:pt x="2674" y="4984"/>
                </a:lnTo>
                <a:lnTo>
                  <a:pt x="2674" y="4983"/>
                </a:lnTo>
                <a:lnTo>
                  <a:pt x="2662" y="4810"/>
                </a:lnTo>
                <a:lnTo>
                  <a:pt x="2662" y="4810"/>
                </a:lnTo>
                <a:lnTo>
                  <a:pt x="2652" y="4652"/>
                </a:lnTo>
                <a:lnTo>
                  <a:pt x="2642" y="4496"/>
                </a:lnTo>
                <a:lnTo>
                  <a:pt x="2630" y="4339"/>
                </a:lnTo>
                <a:lnTo>
                  <a:pt x="2618" y="4183"/>
                </a:lnTo>
                <a:lnTo>
                  <a:pt x="2605" y="4027"/>
                </a:lnTo>
                <a:lnTo>
                  <a:pt x="2605" y="4026"/>
                </a:lnTo>
                <a:lnTo>
                  <a:pt x="2593" y="3870"/>
                </a:lnTo>
                <a:lnTo>
                  <a:pt x="2593" y="3869"/>
                </a:lnTo>
                <a:lnTo>
                  <a:pt x="2582" y="3712"/>
                </a:lnTo>
                <a:lnTo>
                  <a:pt x="2582" y="3712"/>
                </a:lnTo>
                <a:lnTo>
                  <a:pt x="2572" y="3555"/>
                </a:lnTo>
                <a:lnTo>
                  <a:pt x="2561" y="3398"/>
                </a:lnTo>
                <a:lnTo>
                  <a:pt x="2550" y="3242"/>
                </a:lnTo>
                <a:lnTo>
                  <a:pt x="2538" y="3085"/>
                </a:lnTo>
                <a:lnTo>
                  <a:pt x="2525" y="2929"/>
                </a:lnTo>
                <a:lnTo>
                  <a:pt x="2511" y="2772"/>
                </a:lnTo>
                <a:lnTo>
                  <a:pt x="2496" y="2616"/>
                </a:lnTo>
                <a:lnTo>
                  <a:pt x="2480" y="2459"/>
                </a:lnTo>
                <a:lnTo>
                  <a:pt x="2463" y="2303"/>
                </a:lnTo>
                <a:lnTo>
                  <a:pt x="2444" y="2147"/>
                </a:lnTo>
                <a:lnTo>
                  <a:pt x="2423" y="1993"/>
                </a:lnTo>
                <a:lnTo>
                  <a:pt x="2399" y="1836"/>
                </a:lnTo>
                <a:lnTo>
                  <a:pt x="2373" y="1677"/>
                </a:lnTo>
                <a:lnTo>
                  <a:pt x="2345" y="1518"/>
                </a:lnTo>
                <a:lnTo>
                  <a:pt x="2316" y="1363"/>
                </a:lnTo>
                <a:lnTo>
                  <a:pt x="2285" y="1215"/>
                </a:lnTo>
                <a:lnTo>
                  <a:pt x="2253" y="1077"/>
                </a:lnTo>
                <a:lnTo>
                  <a:pt x="2220" y="948"/>
                </a:lnTo>
                <a:lnTo>
                  <a:pt x="2184" y="824"/>
                </a:lnTo>
                <a:lnTo>
                  <a:pt x="2146" y="707"/>
                </a:lnTo>
                <a:lnTo>
                  <a:pt x="2109" y="597"/>
                </a:lnTo>
                <a:lnTo>
                  <a:pt x="2071" y="496"/>
                </a:lnTo>
                <a:lnTo>
                  <a:pt x="2035" y="406"/>
                </a:lnTo>
                <a:lnTo>
                  <a:pt x="2002" y="326"/>
                </a:lnTo>
                <a:lnTo>
                  <a:pt x="1970" y="258"/>
                </a:lnTo>
                <a:lnTo>
                  <a:pt x="1941" y="200"/>
                </a:lnTo>
                <a:lnTo>
                  <a:pt x="1911" y="152"/>
                </a:lnTo>
                <a:lnTo>
                  <a:pt x="1882" y="112"/>
                </a:lnTo>
                <a:lnTo>
                  <a:pt x="1851" y="78"/>
                </a:lnTo>
                <a:lnTo>
                  <a:pt x="1818" y="48"/>
                </a:lnTo>
                <a:lnTo>
                  <a:pt x="1788" y="27"/>
                </a:lnTo>
                <a:lnTo>
                  <a:pt x="1761" y="12"/>
                </a:lnTo>
                <a:lnTo>
                  <a:pt x="1733" y="3"/>
                </a:lnTo>
                <a:lnTo>
                  <a:pt x="1698" y="0"/>
                </a:lnTo>
                <a:lnTo>
                  <a:pt x="1653" y="2"/>
                </a:lnTo>
                <a:lnTo>
                  <a:pt x="1595" y="12"/>
                </a:lnTo>
                <a:lnTo>
                  <a:pt x="1525" y="31"/>
                </a:lnTo>
                <a:lnTo>
                  <a:pt x="1447" y="59"/>
                </a:lnTo>
                <a:lnTo>
                  <a:pt x="1367" y="93"/>
                </a:lnTo>
                <a:lnTo>
                  <a:pt x="1288" y="132"/>
                </a:lnTo>
                <a:lnTo>
                  <a:pt x="1214" y="176"/>
                </a:lnTo>
                <a:lnTo>
                  <a:pt x="1144" y="224"/>
                </a:lnTo>
                <a:lnTo>
                  <a:pt x="1074" y="278"/>
                </a:lnTo>
                <a:lnTo>
                  <a:pt x="1005" y="339"/>
                </a:lnTo>
                <a:lnTo>
                  <a:pt x="937" y="404"/>
                </a:lnTo>
                <a:lnTo>
                  <a:pt x="872" y="474"/>
                </a:lnTo>
                <a:lnTo>
                  <a:pt x="809" y="549"/>
                </a:lnTo>
                <a:lnTo>
                  <a:pt x="749" y="628"/>
                </a:lnTo>
                <a:lnTo>
                  <a:pt x="691" y="712"/>
                </a:lnTo>
                <a:lnTo>
                  <a:pt x="634" y="801"/>
                </a:lnTo>
                <a:lnTo>
                  <a:pt x="580" y="895"/>
                </a:lnTo>
                <a:lnTo>
                  <a:pt x="528" y="993"/>
                </a:lnTo>
                <a:lnTo>
                  <a:pt x="479" y="1095"/>
                </a:lnTo>
                <a:lnTo>
                  <a:pt x="431" y="1201"/>
                </a:lnTo>
                <a:lnTo>
                  <a:pt x="385" y="1312"/>
                </a:lnTo>
                <a:lnTo>
                  <a:pt x="342" y="1427"/>
                </a:lnTo>
                <a:lnTo>
                  <a:pt x="301" y="1545"/>
                </a:lnTo>
                <a:lnTo>
                  <a:pt x="263" y="1666"/>
                </a:lnTo>
                <a:lnTo>
                  <a:pt x="227" y="1790"/>
                </a:lnTo>
                <a:lnTo>
                  <a:pt x="195" y="1916"/>
                </a:lnTo>
                <a:lnTo>
                  <a:pt x="166" y="2046"/>
                </a:lnTo>
                <a:lnTo>
                  <a:pt x="140" y="2180"/>
                </a:lnTo>
                <a:lnTo>
                  <a:pt x="116" y="2316"/>
                </a:lnTo>
                <a:lnTo>
                  <a:pt x="95" y="2453"/>
                </a:lnTo>
                <a:lnTo>
                  <a:pt x="76" y="2591"/>
                </a:lnTo>
                <a:lnTo>
                  <a:pt x="59" y="2729"/>
                </a:lnTo>
                <a:lnTo>
                  <a:pt x="44" y="2869"/>
                </a:lnTo>
                <a:lnTo>
                  <a:pt x="32" y="3011"/>
                </a:lnTo>
                <a:lnTo>
                  <a:pt x="22" y="3154"/>
                </a:lnTo>
                <a:lnTo>
                  <a:pt x="14" y="3296"/>
                </a:lnTo>
                <a:lnTo>
                  <a:pt x="8" y="3438"/>
                </a:lnTo>
                <a:lnTo>
                  <a:pt x="3" y="3580"/>
                </a:lnTo>
                <a:lnTo>
                  <a:pt x="0" y="3723"/>
                </a:lnTo>
                <a:lnTo>
                  <a:pt x="0" y="3865"/>
                </a:lnTo>
                <a:lnTo>
                  <a:pt x="0" y="4007"/>
                </a:lnTo>
                <a:lnTo>
                  <a:pt x="3" y="4148"/>
                </a:lnTo>
                <a:lnTo>
                  <a:pt x="8" y="4287"/>
                </a:lnTo>
                <a:lnTo>
                  <a:pt x="15" y="4425"/>
                </a:lnTo>
                <a:lnTo>
                  <a:pt x="24" y="4563"/>
                </a:lnTo>
                <a:lnTo>
                  <a:pt x="36" y="4701"/>
                </a:lnTo>
                <a:lnTo>
                  <a:pt x="48" y="4836"/>
                </a:lnTo>
                <a:lnTo>
                  <a:pt x="62" y="4967"/>
                </a:lnTo>
                <a:lnTo>
                  <a:pt x="76" y="5093"/>
                </a:lnTo>
                <a:lnTo>
                  <a:pt x="91" y="5212"/>
                </a:lnTo>
                <a:lnTo>
                  <a:pt x="107" y="5327"/>
                </a:lnTo>
                <a:lnTo>
                  <a:pt x="124" y="5437"/>
                </a:lnTo>
                <a:lnTo>
                  <a:pt x="141" y="5544"/>
                </a:lnTo>
                <a:lnTo>
                  <a:pt x="159" y="5646"/>
                </a:lnTo>
                <a:lnTo>
                  <a:pt x="178" y="5746"/>
                </a:lnTo>
                <a:lnTo>
                  <a:pt x="196" y="5846"/>
                </a:lnTo>
                <a:lnTo>
                  <a:pt x="215" y="5946"/>
                </a:lnTo>
                <a:lnTo>
                  <a:pt x="234" y="6041"/>
                </a:lnTo>
                <a:lnTo>
                  <a:pt x="253" y="6125"/>
                </a:lnTo>
                <a:lnTo>
                  <a:pt x="272" y="6191"/>
                </a:lnTo>
                <a:lnTo>
                  <a:pt x="283" y="6217"/>
                </a:lnTo>
                <a:lnTo>
                  <a:pt x="295" y="620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830936" y="1841329"/>
            <a:ext cx="486111" cy="312716"/>
          </a:xfrm>
          <a:custGeom>
            <a:avLst/>
            <a:gdLst/>
            <a:ahLst/>
            <a:cxnLst/>
            <a:rect l="0" t="0" r="r" b="b"/>
            <a:pathLst>
              <a:path w="843" h="556">
                <a:moveTo>
                  <a:pt x="320" y="396"/>
                </a:moveTo>
                <a:cubicBezTo>
                  <a:pt x="320" y="484"/>
                  <a:pt x="248" y="556"/>
                  <a:pt x="160" y="556"/>
                </a:cubicBezTo>
                <a:cubicBezTo>
                  <a:pt x="71" y="556"/>
                  <a:pt x="0" y="484"/>
                  <a:pt x="0" y="396"/>
                </a:cubicBezTo>
                <a:cubicBezTo>
                  <a:pt x="0" y="307"/>
                  <a:pt x="71" y="236"/>
                  <a:pt x="160" y="236"/>
                </a:cubicBezTo>
                <a:cubicBezTo>
                  <a:pt x="248" y="236"/>
                  <a:pt x="320" y="307"/>
                  <a:pt x="320" y="396"/>
                </a:cubicBezTo>
                <a:close/>
                <a:moveTo>
                  <a:pt x="843" y="200"/>
                </a:moveTo>
                <a:cubicBezTo>
                  <a:pt x="843" y="310"/>
                  <a:pt x="754" y="400"/>
                  <a:pt x="643" y="400"/>
                </a:cubicBezTo>
                <a:cubicBezTo>
                  <a:pt x="533" y="400"/>
                  <a:pt x="443" y="310"/>
                  <a:pt x="443" y="200"/>
                </a:cubicBezTo>
                <a:cubicBezTo>
                  <a:pt x="443" y="89"/>
                  <a:pt x="533" y="0"/>
                  <a:pt x="643" y="0"/>
                </a:cubicBezTo>
                <a:cubicBezTo>
                  <a:pt x="754" y="0"/>
                  <a:pt x="843" y="89"/>
                  <a:pt x="843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4034790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Separac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espacio virtual se hace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real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SEPARACIÓN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separa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hoja visceral de la parietal.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42329" y="91440"/>
            <a:ext cx="64847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SEPARACIÓN DE LAS SUPERFICIES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06" y="8667"/>
                </a:moveTo>
                <a:lnTo>
                  <a:pt x="1304" y="8668"/>
                </a:lnTo>
                <a:lnTo>
                  <a:pt x="1302" y="8670"/>
                </a:lnTo>
                <a:lnTo>
                  <a:pt x="1299" y="8671"/>
                </a:lnTo>
                <a:lnTo>
                  <a:pt x="1297" y="8672"/>
                </a:lnTo>
                <a:lnTo>
                  <a:pt x="1294" y="8672"/>
                </a:lnTo>
                <a:lnTo>
                  <a:pt x="1292" y="8673"/>
                </a:lnTo>
                <a:lnTo>
                  <a:pt x="1289" y="8673"/>
                </a:lnTo>
                <a:lnTo>
                  <a:pt x="1286" y="8673"/>
                </a:lnTo>
                <a:lnTo>
                  <a:pt x="1284" y="8672"/>
                </a:lnTo>
                <a:lnTo>
                  <a:pt x="1281" y="8672"/>
                </a:lnTo>
                <a:lnTo>
                  <a:pt x="1279" y="8671"/>
                </a:lnTo>
                <a:lnTo>
                  <a:pt x="1276" y="8670"/>
                </a:lnTo>
                <a:lnTo>
                  <a:pt x="1274" y="8668"/>
                </a:lnTo>
                <a:lnTo>
                  <a:pt x="1272" y="8667"/>
                </a:lnTo>
                <a:lnTo>
                  <a:pt x="1270" y="8665"/>
                </a:lnTo>
                <a:lnTo>
                  <a:pt x="1268" y="8663"/>
                </a:lnTo>
                <a:lnTo>
                  <a:pt x="1267" y="8661"/>
                </a:lnTo>
                <a:lnTo>
                  <a:pt x="1266" y="8659"/>
                </a:lnTo>
                <a:lnTo>
                  <a:pt x="1264" y="8656"/>
                </a:lnTo>
                <a:lnTo>
                  <a:pt x="1252" y="8625"/>
                </a:lnTo>
                <a:lnTo>
                  <a:pt x="1251" y="8622"/>
                </a:lnTo>
                <a:lnTo>
                  <a:pt x="1228" y="8542"/>
                </a:lnTo>
                <a:lnTo>
                  <a:pt x="1228" y="8541"/>
                </a:lnTo>
                <a:lnTo>
                  <a:pt x="1204" y="8440"/>
                </a:lnTo>
                <a:lnTo>
                  <a:pt x="1204" y="8439"/>
                </a:lnTo>
                <a:lnTo>
                  <a:pt x="1182" y="8324"/>
                </a:lnTo>
                <a:lnTo>
                  <a:pt x="1181" y="8324"/>
                </a:lnTo>
                <a:lnTo>
                  <a:pt x="1159" y="8203"/>
                </a:lnTo>
                <a:lnTo>
                  <a:pt x="1136" y="8082"/>
                </a:lnTo>
                <a:lnTo>
                  <a:pt x="1114" y="7962"/>
                </a:lnTo>
                <a:lnTo>
                  <a:pt x="1114" y="7962"/>
                </a:lnTo>
                <a:lnTo>
                  <a:pt x="1092" y="7838"/>
                </a:lnTo>
                <a:lnTo>
                  <a:pt x="1092" y="7838"/>
                </a:lnTo>
                <a:lnTo>
                  <a:pt x="1071" y="7709"/>
                </a:lnTo>
                <a:lnTo>
                  <a:pt x="1071" y="7709"/>
                </a:lnTo>
                <a:lnTo>
                  <a:pt x="1051" y="7576"/>
                </a:lnTo>
                <a:lnTo>
                  <a:pt x="1051" y="7575"/>
                </a:lnTo>
                <a:lnTo>
                  <a:pt x="1031" y="7437"/>
                </a:lnTo>
                <a:lnTo>
                  <a:pt x="1031" y="7437"/>
                </a:lnTo>
                <a:lnTo>
                  <a:pt x="1013" y="7293"/>
                </a:lnTo>
                <a:lnTo>
                  <a:pt x="1013" y="7292"/>
                </a:lnTo>
                <a:lnTo>
                  <a:pt x="996" y="7141"/>
                </a:lnTo>
                <a:lnTo>
                  <a:pt x="996" y="7141"/>
                </a:lnTo>
                <a:lnTo>
                  <a:pt x="980" y="6983"/>
                </a:lnTo>
                <a:lnTo>
                  <a:pt x="980" y="6983"/>
                </a:lnTo>
                <a:lnTo>
                  <a:pt x="965" y="6820"/>
                </a:lnTo>
                <a:lnTo>
                  <a:pt x="965" y="6819"/>
                </a:lnTo>
                <a:lnTo>
                  <a:pt x="951" y="6653"/>
                </a:lnTo>
                <a:lnTo>
                  <a:pt x="951" y="6653"/>
                </a:lnTo>
                <a:lnTo>
                  <a:pt x="940" y="6485"/>
                </a:lnTo>
                <a:lnTo>
                  <a:pt x="940" y="6485"/>
                </a:lnTo>
                <a:lnTo>
                  <a:pt x="931" y="6318"/>
                </a:lnTo>
                <a:lnTo>
                  <a:pt x="931" y="6318"/>
                </a:lnTo>
                <a:lnTo>
                  <a:pt x="926" y="6150"/>
                </a:lnTo>
                <a:lnTo>
                  <a:pt x="926" y="6150"/>
                </a:lnTo>
                <a:lnTo>
                  <a:pt x="922" y="5980"/>
                </a:lnTo>
                <a:lnTo>
                  <a:pt x="922" y="5980"/>
                </a:lnTo>
                <a:lnTo>
                  <a:pt x="921" y="5809"/>
                </a:lnTo>
                <a:lnTo>
                  <a:pt x="921" y="5808"/>
                </a:lnTo>
                <a:lnTo>
                  <a:pt x="922" y="5636"/>
                </a:lnTo>
                <a:lnTo>
                  <a:pt x="922" y="5636"/>
                </a:lnTo>
                <a:lnTo>
                  <a:pt x="926" y="5464"/>
                </a:lnTo>
                <a:lnTo>
                  <a:pt x="926" y="5464"/>
                </a:lnTo>
                <a:lnTo>
                  <a:pt x="931" y="5293"/>
                </a:lnTo>
                <a:lnTo>
                  <a:pt x="931" y="5292"/>
                </a:lnTo>
                <a:lnTo>
                  <a:pt x="939" y="5121"/>
                </a:lnTo>
                <a:lnTo>
                  <a:pt x="939" y="5121"/>
                </a:lnTo>
                <a:lnTo>
                  <a:pt x="949" y="4949"/>
                </a:lnTo>
                <a:lnTo>
                  <a:pt x="949" y="4948"/>
                </a:lnTo>
                <a:lnTo>
                  <a:pt x="961" y="4776"/>
                </a:lnTo>
                <a:lnTo>
                  <a:pt x="961" y="4776"/>
                </a:lnTo>
                <a:lnTo>
                  <a:pt x="975" y="4605"/>
                </a:lnTo>
                <a:lnTo>
                  <a:pt x="975" y="4605"/>
                </a:lnTo>
                <a:lnTo>
                  <a:pt x="993" y="4435"/>
                </a:lnTo>
                <a:lnTo>
                  <a:pt x="993" y="4435"/>
                </a:lnTo>
                <a:lnTo>
                  <a:pt x="1013" y="4268"/>
                </a:lnTo>
                <a:lnTo>
                  <a:pt x="1013" y="4267"/>
                </a:lnTo>
                <a:lnTo>
                  <a:pt x="1037" y="4101"/>
                </a:lnTo>
                <a:lnTo>
                  <a:pt x="1037" y="4101"/>
                </a:lnTo>
                <a:lnTo>
                  <a:pt x="1063" y="3935"/>
                </a:lnTo>
                <a:lnTo>
                  <a:pt x="1063" y="3935"/>
                </a:lnTo>
                <a:lnTo>
                  <a:pt x="1091" y="3771"/>
                </a:lnTo>
                <a:lnTo>
                  <a:pt x="1091" y="3770"/>
                </a:lnTo>
                <a:lnTo>
                  <a:pt x="1123" y="3609"/>
                </a:lnTo>
                <a:lnTo>
                  <a:pt x="1123" y="3609"/>
                </a:lnTo>
                <a:lnTo>
                  <a:pt x="1158" y="3451"/>
                </a:lnTo>
                <a:lnTo>
                  <a:pt x="1158" y="3451"/>
                </a:lnTo>
                <a:lnTo>
                  <a:pt x="1197" y="3298"/>
                </a:lnTo>
                <a:lnTo>
                  <a:pt x="1197" y="3297"/>
                </a:lnTo>
                <a:lnTo>
                  <a:pt x="1239" y="3149"/>
                </a:lnTo>
                <a:lnTo>
                  <a:pt x="1240" y="3148"/>
                </a:lnTo>
                <a:lnTo>
                  <a:pt x="1286" y="3002"/>
                </a:lnTo>
                <a:lnTo>
                  <a:pt x="1286" y="3001"/>
                </a:lnTo>
                <a:lnTo>
                  <a:pt x="1335" y="2858"/>
                </a:lnTo>
                <a:lnTo>
                  <a:pt x="1336" y="2857"/>
                </a:lnTo>
                <a:lnTo>
                  <a:pt x="1388" y="2719"/>
                </a:lnTo>
                <a:lnTo>
                  <a:pt x="1388" y="2718"/>
                </a:lnTo>
                <a:lnTo>
                  <a:pt x="1443" y="2584"/>
                </a:lnTo>
                <a:lnTo>
                  <a:pt x="1444" y="2583"/>
                </a:lnTo>
                <a:lnTo>
                  <a:pt x="1501" y="2455"/>
                </a:lnTo>
                <a:lnTo>
                  <a:pt x="1502" y="2455"/>
                </a:lnTo>
                <a:lnTo>
                  <a:pt x="1562" y="2332"/>
                </a:lnTo>
                <a:lnTo>
                  <a:pt x="1562" y="2331"/>
                </a:lnTo>
                <a:lnTo>
                  <a:pt x="1625" y="2213"/>
                </a:lnTo>
                <a:lnTo>
                  <a:pt x="1625" y="2212"/>
                </a:lnTo>
                <a:lnTo>
                  <a:pt x="1691" y="2099"/>
                </a:lnTo>
                <a:lnTo>
                  <a:pt x="1691" y="2098"/>
                </a:lnTo>
                <a:lnTo>
                  <a:pt x="1759" y="1990"/>
                </a:lnTo>
                <a:lnTo>
                  <a:pt x="1759" y="1989"/>
                </a:lnTo>
                <a:lnTo>
                  <a:pt x="1830" y="1888"/>
                </a:lnTo>
                <a:lnTo>
                  <a:pt x="1830" y="1887"/>
                </a:lnTo>
                <a:lnTo>
                  <a:pt x="1903" y="1792"/>
                </a:lnTo>
                <a:lnTo>
                  <a:pt x="1904" y="1791"/>
                </a:lnTo>
                <a:lnTo>
                  <a:pt x="1980" y="1701"/>
                </a:lnTo>
                <a:lnTo>
                  <a:pt x="1981" y="1700"/>
                </a:lnTo>
                <a:lnTo>
                  <a:pt x="2060" y="1615"/>
                </a:lnTo>
                <a:lnTo>
                  <a:pt x="2060" y="1614"/>
                </a:lnTo>
                <a:lnTo>
                  <a:pt x="2142" y="1535"/>
                </a:lnTo>
                <a:lnTo>
                  <a:pt x="2143" y="1534"/>
                </a:lnTo>
                <a:lnTo>
                  <a:pt x="2226" y="1461"/>
                </a:lnTo>
                <a:lnTo>
                  <a:pt x="2227" y="1461"/>
                </a:lnTo>
                <a:lnTo>
                  <a:pt x="2312" y="1395"/>
                </a:lnTo>
                <a:lnTo>
                  <a:pt x="2313" y="1394"/>
                </a:lnTo>
                <a:lnTo>
                  <a:pt x="2398" y="1335"/>
                </a:lnTo>
                <a:lnTo>
                  <a:pt x="2400" y="1334"/>
                </a:lnTo>
                <a:lnTo>
                  <a:pt x="2488" y="1282"/>
                </a:lnTo>
                <a:lnTo>
                  <a:pt x="2490" y="1281"/>
                </a:lnTo>
                <a:lnTo>
                  <a:pt x="2585" y="1234"/>
                </a:lnTo>
                <a:lnTo>
                  <a:pt x="2587" y="1233"/>
                </a:lnTo>
                <a:lnTo>
                  <a:pt x="2684" y="1192"/>
                </a:lnTo>
                <a:lnTo>
                  <a:pt x="2685" y="1191"/>
                </a:lnTo>
                <a:lnTo>
                  <a:pt x="2779" y="1158"/>
                </a:lnTo>
                <a:lnTo>
                  <a:pt x="2781" y="1158"/>
                </a:lnTo>
                <a:lnTo>
                  <a:pt x="2865" y="1134"/>
                </a:lnTo>
                <a:lnTo>
                  <a:pt x="2868" y="1134"/>
                </a:lnTo>
                <a:lnTo>
                  <a:pt x="2938" y="1121"/>
                </a:lnTo>
                <a:lnTo>
                  <a:pt x="2942" y="1121"/>
                </a:lnTo>
                <a:lnTo>
                  <a:pt x="2995" y="1118"/>
                </a:lnTo>
                <a:lnTo>
                  <a:pt x="2998" y="1118"/>
                </a:lnTo>
                <a:lnTo>
                  <a:pt x="3000" y="1119"/>
                </a:lnTo>
                <a:lnTo>
                  <a:pt x="3041" y="1123"/>
                </a:lnTo>
                <a:lnTo>
                  <a:pt x="3044" y="1124"/>
                </a:lnTo>
                <a:lnTo>
                  <a:pt x="3046" y="1124"/>
                </a:lnTo>
                <a:lnTo>
                  <a:pt x="3081" y="1135"/>
                </a:lnTo>
                <a:lnTo>
                  <a:pt x="3083" y="1136"/>
                </a:lnTo>
                <a:lnTo>
                  <a:pt x="3085" y="1137"/>
                </a:lnTo>
                <a:lnTo>
                  <a:pt x="3118" y="1154"/>
                </a:lnTo>
                <a:lnTo>
                  <a:pt x="3120" y="1155"/>
                </a:lnTo>
                <a:lnTo>
                  <a:pt x="3121" y="1156"/>
                </a:lnTo>
                <a:lnTo>
                  <a:pt x="3157" y="1182"/>
                </a:lnTo>
                <a:lnTo>
                  <a:pt x="3159" y="1184"/>
                </a:lnTo>
                <a:lnTo>
                  <a:pt x="3199" y="1219"/>
                </a:lnTo>
                <a:lnTo>
                  <a:pt x="3200" y="1221"/>
                </a:lnTo>
                <a:lnTo>
                  <a:pt x="3238" y="1262"/>
                </a:lnTo>
                <a:lnTo>
                  <a:pt x="3240" y="1265"/>
                </a:lnTo>
                <a:lnTo>
                  <a:pt x="3276" y="1313"/>
                </a:lnTo>
                <a:lnTo>
                  <a:pt x="3277" y="1315"/>
                </a:lnTo>
                <a:lnTo>
                  <a:pt x="3312" y="1373"/>
                </a:lnTo>
                <a:lnTo>
                  <a:pt x="3313" y="1375"/>
                </a:lnTo>
                <a:lnTo>
                  <a:pt x="3349" y="1444"/>
                </a:lnTo>
                <a:lnTo>
                  <a:pt x="3349" y="1445"/>
                </a:lnTo>
                <a:lnTo>
                  <a:pt x="3387" y="1528"/>
                </a:lnTo>
                <a:lnTo>
                  <a:pt x="3387" y="1529"/>
                </a:lnTo>
                <a:lnTo>
                  <a:pt x="3428" y="1625"/>
                </a:lnTo>
                <a:lnTo>
                  <a:pt x="3428" y="1625"/>
                </a:lnTo>
                <a:lnTo>
                  <a:pt x="3471" y="1735"/>
                </a:lnTo>
                <a:lnTo>
                  <a:pt x="3472" y="1735"/>
                </a:lnTo>
                <a:lnTo>
                  <a:pt x="3517" y="1857"/>
                </a:lnTo>
                <a:lnTo>
                  <a:pt x="3517" y="1857"/>
                </a:lnTo>
                <a:lnTo>
                  <a:pt x="3563" y="1990"/>
                </a:lnTo>
                <a:lnTo>
                  <a:pt x="3563" y="1990"/>
                </a:lnTo>
                <a:lnTo>
                  <a:pt x="3608" y="2132"/>
                </a:lnTo>
                <a:lnTo>
                  <a:pt x="3608" y="2132"/>
                </a:lnTo>
                <a:lnTo>
                  <a:pt x="3652" y="2282"/>
                </a:lnTo>
                <a:lnTo>
                  <a:pt x="3652" y="2283"/>
                </a:lnTo>
                <a:lnTo>
                  <a:pt x="3692" y="2439"/>
                </a:lnTo>
                <a:lnTo>
                  <a:pt x="3693" y="2439"/>
                </a:lnTo>
                <a:lnTo>
                  <a:pt x="3731" y="2605"/>
                </a:lnTo>
                <a:lnTo>
                  <a:pt x="3731" y="2606"/>
                </a:lnTo>
                <a:lnTo>
                  <a:pt x="3768" y="2784"/>
                </a:lnTo>
                <a:lnTo>
                  <a:pt x="3768" y="2785"/>
                </a:lnTo>
                <a:lnTo>
                  <a:pt x="3804" y="2972"/>
                </a:lnTo>
                <a:lnTo>
                  <a:pt x="3804" y="2972"/>
                </a:lnTo>
                <a:lnTo>
                  <a:pt x="3837" y="3164"/>
                </a:lnTo>
                <a:lnTo>
                  <a:pt x="3837" y="3164"/>
                </a:lnTo>
                <a:lnTo>
                  <a:pt x="3869" y="3356"/>
                </a:lnTo>
                <a:lnTo>
                  <a:pt x="3869" y="3357"/>
                </a:lnTo>
                <a:lnTo>
                  <a:pt x="3897" y="3546"/>
                </a:lnTo>
                <a:lnTo>
                  <a:pt x="3897" y="3546"/>
                </a:lnTo>
                <a:lnTo>
                  <a:pt x="3923" y="3733"/>
                </a:lnTo>
                <a:lnTo>
                  <a:pt x="3923" y="3733"/>
                </a:lnTo>
                <a:lnTo>
                  <a:pt x="3946" y="3920"/>
                </a:lnTo>
                <a:lnTo>
                  <a:pt x="3946" y="3921"/>
                </a:lnTo>
                <a:lnTo>
                  <a:pt x="3967" y="4109"/>
                </a:lnTo>
                <a:lnTo>
                  <a:pt x="3967" y="4109"/>
                </a:lnTo>
                <a:lnTo>
                  <a:pt x="3986" y="4298"/>
                </a:lnTo>
                <a:lnTo>
                  <a:pt x="3986" y="4298"/>
                </a:lnTo>
                <a:lnTo>
                  <a:pt x="4004" y="4488"/>
                </a:lnTo>
                <a:lnTo>
                  <a:pt x="4004" y="4488"/>
                </a:lnTo>
                <a:lnTo>
                  <a:pt x="4021" y="4677"/>
                </a:lnTo>
                <a:lnTo>
                  <a:pt x="4021" y="4677"/>
                </a:lnTo>
                <a:lnTo>
                  <a:pt x="4037" y="4866"/>
                </a:lnTo>
                <a:lnTo>
                  <a:pt x="4037" y="4866"/>
                </a:lnTo>
                <a:lnTo>
                  <a:pt x="4051" y="5054"/>
                </a:lnTo>
                <a:lnTo>
                  <a:pt x="4051" y="5054"/>
                </a:lnTo>
                <a:lnTo>
                  <a:pt x="4065" y="5243"/>
                </a:lnTo>
                <a:lnTo>
                  <a:pt x="4065" y="5243"/>
                </a:lnTo>
                <a:lnTo>
                  <a:pt x="4077" y="5433"/>
                </a:lnTo>
                <a:lnTo>
                  <a:pt x="4090" y="5622"/>
                </a:lnTo>
                <a:lnTo>
                  <a:pt x="4090" y="5622"/>
                </a:lnTo>
                <a:lnTo>
                  <a:pt x="4103" y="5811"/>
                </a:lnTo>
                <a:lnTo>
                  <a:pt x="4103" y="5812"/>
                </a:lnTo>
                <a:lnTo>
                  <a:pt x="4118" y="6001"/>
                </a:lnTo>
                <a:lnTo>
                  <a:pt x="4118" y="6001"/>
                </a:lnTo>
                <a:lnTo>
                  <a:pt x="4132" y="6190"/>
                </a:lnTo>
                <a:lnTo>
                  <a:pt x="4147" y="6379"/>
                </a:lnTo>
                <a:lnTo>
                  <a:pt x="4147" y="6379"/>
                </a:lnTo>
                <a:lnTo>
                  <a:pt x="4161" y="6567"/>
                </a:lnTo>
                <a:lnTo>
                  <a:pt x="4161" y="6567"/>
                </a:lnTo>
                <a:lnTo>
                  <a:pt x="4174" y="6756"/>
                </a:lnTo>
                <a:lnTo>
                  <a:pt x="4174" y="6756"/>
                </a:lnTo>
                <a:lnTo>
                  <a:pt x="4186" y="6946"/>
                </a:lnTo>
                <a:lnTo>
                  <a:pt x="4186" y="6947"/>
                </a:lnTo>
                <a:lnTo>
                  <a:pt x="4200" y="7155"/>
                </a:lnTo>
                <a:lnTo>
                  <a:pt x="4200" y="7156"/>
                </a:lnTo>
                <a:lnTo>
                  <a:pt x="4218" y="7385"/>
                </a:lnTo>
                <a:lnTo>
                  <a:pt x="4218" y="7385"/>
                </a:lnTo>
                <a:lnTo>
                  <a:pt x="4235" y="7612"/>
                </a:lnTo>
                <a:lnTo>
                  <a:pt x="4235" y="7613"/>
                </a:lnTo>
                <a:lnTo>
                  <a:pt x="4245" y="7818"/>
                </a:lnTo>
                <a:lnTo>
                  <a:pt x="4245" y="7820"/>
                </a:lnTo>
                <a:lnTo>
                  <a:pt x="4245" y="7932"/>
                </a:lnTo>
                <a:lnTo>
                  <a:pt x="4245" y="7935"/>
                </a:lnTo>
                <a:lnTo>
                  <a:pt x="4244" y="7938"/>
                </a:lnTo>
                <a:lnTo>
                  <a:pt x="4244" y="7940"/>
                </a:lnTo>
                <a:lnTo>
                  <a:pt x="4243" y="7943"/>
                </a:lnTo>
                <a:lnTo>
                  <a:pt x="4242" y="7945"/>
                </a:lnTo>
                <a:lnTo>
                  <a:pt x="4240" y="7947"/>
                </a:lnTo>
                <a:lnTo>
                  <a:pt x="4239" y="7949"/>
                </a:lnTo>
                <a:lnTo>
                  <a:pt x="4237" y="7951"/>
                </a:lnTo>
                <a:lnTo>
                  <a:pt x="4235" y="7953"/>
                </a:lnTo>
                <a:lnTo>
                  <a:pt x="4233" y="7954"/>
                </a:lnTo>
                <a:lnTo>
                  <a:pt x="4231" y="7956"/>
                </a:lnTo>
                <a:lnTo>
                  <a:pt x="4228" y="7957"/>
                </a:lnTo>
                <a:lnTo>
                  <a:pt x="4226" y="7958"/>
                </a:lnTo>
                <a:lnTo>
                  <a:pt x="4224" y="7958"/>
                </a:lnTo>
                <a:lnTo>
                  <a:pt x="4221" y="7959"/>
                </a:lnTo>
                <a:lnTo>
                  <a:pt x="4218" y="7959"/>
                </a:lnTo>
                <a:lnTo>
                  <a:pt x="4216" y="7959"/>
                </a:lnTo>
                <a:lnTo>
                  <a:pt x="4213" y="7958"/>
                </a:lnTo>
                <a:lnTo>
                  <a:pt x="4211" y="7958"/>
                </a:lnTo>
                <a:lnTo>
                  <a:pt x="4208" y="7957"/>
                </a:lnTo>
                <a:lnTo>
                  <a:pt x="4206" y="7956"/>
                </a:lnTo>
                <a:lnTo>
                  <a:pt x="4204" y="7955"/>
                </a:lnTo>
                <a:lnTo>
                  <a:pt x="4202" y="7953"/>
                </a:lnTo>
                <a:lnTo>
                  <a:pt x="4200" y="7951"/>
                </a:lnTo>
                <a:lnTo>
                  <a:pt x="4198" y="7950"/>
                </a:lnTo>
                <a:lnTo>
                  <a:pt x="4166" y="7912"/>
                </a:lnTo>
                <a:lnTo>
                  <a:pt x="4163" y="7908"/>
                </a:lnTo>
                <a:lnTo>
                  <a:pt x="4087" y="7829"/>
                </a:lnTo>
                <a:lnTo>
                  <a:pt x="4081" y="7823"/>
                </a:lnTo>
                <a:lnTo>
                  <a:pt x="4074" y="7818"/>
                </a:lnTo>
                <a:lnTo>
                  <a:pt x="3994" y="7759"/>
                </a:lnTo>
                <a:lnTo>
                  <a:pt x="3987" y="7755"/>
                </a:lnTo>
                <a:lnTo>
                  <a:pt x="3981" y="7751"/>
                </a:lnTo>
                <a:lnTo>
                  <a:pt x="3893" y="7708"/>
                </a:lnTo>
                <a:lnTo>
                  <a:pt x="3892" y="7707"/>
                </a:lnTo>
                <a:lnTo>
                  <a:pt x="3796" y="7661"/>
                </a:lnTo>
                <a:lnTo>
                  <a:pt x="3793" y="7659"/>
                </a:lnTo>
                <a:lnTo>
                  <a:pt x="3690" y="7614"/>
                </a:lnTo>
                <a:lnTo>
                  <a:pt x="3684" y="7612"/>
                </a:lnTo>
                <a:lnTo>
                  <a:pt x="3577" y="7572"/>
                </a:lnTo>
                <a:lnTo>
                  <a:pt x="3569" y="7570"/>
                </a:lnTo>
                <a:lnTo>
                  <a:pt x="3459" y="7538"/>
                </a:lnTo>
                <a:lnTo>
                  <a:pt x="3449" y="7536"/>
                </a:lnTo>
                <a:lnTo>
                  <a:pt x="3338" y="7517"/>
                </a:lnTo>
                <a:lnTo>
                  <a:pt x="3329" y="7515"/>
                </a:lnTo>
                <a:lnTo>
                  <a:pt x="3215" y="7507"/>
                </a:lnTo>
                <a:lnTo>
                  <a:pt x="3209" y="7507"/>
                </a:lnTo>
                <a:lnTo>
                  <a:pt x="3092" y="7505"/>
                </a:lnTo>
                <a:lnTo>
                  <a:pt x="3084" y="7505"/>
                </a:lnTo>
                <a:lnTo>
                  <a:pt x="2964" y="7513"/>
                </a:lnTo>
                <a:lnTo>
                  <a:pt x="2956" y="7514"/>
                </a:lnTo>
                <a:lnTo>
                  <a:pt x="2835" y="7531"/>
                </a:lnTo>
                <a:lnTo>
                  <a:pt x="2826" y="7532"/>
                </a:lnTo>
                <a:lnTo>
                  <a:pt x="2704" y="7560"/>
                </a:lnTo>
                <a:lnTo>
                  <a:pt x="2695" y="7562"/>
                </a:lnTo>
                <a:lnTo>
                  <a:pt x="2574" y="7602"/>
                </a:lnTo>
                <a:lnTo>
                  <a:pt x="2564" y="7606"/>
                </a:lnTo>
                <a:lnTo>
                  <a:pt x="2439" y="7661"/>
                </a:lnTo>
                <a:lnTo>
                  <a:pt x="2432" y="7664"/>
                </a:lnTo>
                <a:lnTo>
                  <a:pt x="2302" y="7734"/>
                </a:lnTo>
                <a:lnTo>
                  <a:pt x="2297" y="7737"/>
                </a:lnTo>
                <a:lnTo>
                  <a:pt x="2167" y="7819"/>
                </a:lnTo>
                <a:lnTo>
                  <a:pt x="2163" y="7821"/>
                </a:lnTo>
                <a:lnTo>
                  <a:pt x="2036" y="7909"/>
                </a:lnTo>
                <a:lnTo>
                  <a:pt x="2033" y="7912"/>
                </a:lnTo>
                <a:lnTo>
                  <a:pt x="1913" y="8002"/>
                </a:lnTo>
                <a:lnTo>
                  <a:pt x="1910" y="8004"/>
                </a:lnTo>
                <a:lnTo>
                  <a:pt x="1802" y="8092"/>
                </a:lnTo>
                <a:lnTo>
                  <a:pt x="1796" y="8098"/>
                </a:lnTo>
                <a:lnTo>
                  <a:pt x="1698" y="8191"/>
                </a:lnTo>
                <a:lnTo>
                  <a:pt x="1692" y="8198"/>
                </a:lnTo>
                <a:lnTo>
                  <a:pt x="1602" y="8303"/>
                </a:lnTo>
                <a:lnTo>
                  <a:pt x="1598" y="8307"/>
                </a:lnTo>
                <a:lnTo>
                  <a:pt x="1515" y="8415"/>
                </a:lnTo>
                <a:lnTo>
                  <a:pt x="1514" y="8416"/>
                </a:lnTo>
                <a:lnTo>
                  <a:pt x="1439" y="8517"/>
                </a:lnTo>
                <a:lnTo>
                  <a:pt x="1439" y="8517"/>
                </a:lnTo>
                <a:lnTo>
                  <a:pt x="1376" y="8598"/>
                </a:lnTo>
                <a:lnTo>
                  <a:pt x="1374" y="8600"/>
                </a:lnTo>
                <a:lnTo>
                  <a:pt x="1323" y="8652"/>
                </a:lnTo>
                <a:lnTo>
                  <a:pt x="1321" y="8654"/>
                </a:lnTo>
                <a:lnTo>
                  <a:pt x="1306" y="86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347290" y="2070786"/>
            <a:ext cx="1416090" cy="3169861"/>
            <a:chOff x="1347290" y="2070786"/>
            <a:chExt cx="1416090" cy="3169861"/>
          </a:xfrm>
        </p:grpSpPr>
        <p:sp>
          <p:nvSpPr>
            <p:cNvPr id="17" name="Forma 16"/>
            <p:cNvSpPr/>
            <p:nvPr/>
          </p:nvSpPr>
          <p:spPr>
            <a:xfrm>
              <a:off x="1347290" y="2070786"/>
              <a:ext cx="1416090" cy="316986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47928" y="2381868"/>
              <a:ext cx="1101877" cy="2269219"/>
            </a:xfrm>
            <a:custGeom>
              <a:avLst/>
              <a:gdLst/>
              <a:ahLst/>
              <a:cxnLst/>
              <a:rect l="0" t="0" r="r" b="b"/>
              <a:pathLst>
                <a:path w="1912" h="4035" fill="none">
                  <a:moveTo>
                    <a:pt x="1912" y="1901"/>
                  </a:moveTo>
                  <a:lnTo>
                    <a:pt x="1408" y="1629"/>
                  </a:lnTo>
                  <a:lnTo>
                    <a:pt x="787" y="1163"/>
                  </a:lnTo>
                  <a:lnTo>
                    <a:pt x="438" y="698"/>
                  </a:lnTo>
                </a:path>
                <a:path w="1912" h="4035" fill="none">
                  <a:moveTo>
                    <a:pt x="1408" y="1629"/>
                  </a:moveTo>
                  <a:lnTo>
                    <a:pt x="1175" y="931"/>
                  </a:lnTo>
                  <a:lnTo>
                    <a:pt x="1059" y="155"/>
                  </a:lnTo>
                </a:path>
                <a:path w="1912" h="4035" fill="none">
                  <a:moveTo>
                    <a:pt x="1912" y="1901"/>
                  </a:moveTo>
                  <a:lnTo>
                    <a:pt x="1175" y="2017"/>
                  </a:lnTo>
                  <a:lnTo>
                    <a:pt x="399" y="2017"/>
                  </a:lnTo>
                  <a:lnTo>
                    <a:pt x="11" y="2095"/>
                  </a:lnTo>
                </a:path>
                <a:path w="1912" h="4035" fill="none">
                  <a:moveTo>
                    <a:pt x="1175" y="2017"/>
                  </a:moveTo>
                  <a:lnTo>
                    <a:pt x="632" y="2560"/>
                  </a:lnTo>
                  <a:lnTo>
                    <a:pt x="205" y="3026"/>
                  </a:lnTo>
                </a:path>
                <a:path w="1912" h="4035" fill="none">
                  <a:moveTo>
                    <a:pt x="1912" y="1901"/>
                  </a:moveTo>
                  <a:lnTo>
                    <a:pt x="1408" y="2560"/>
                  </a:lnTo>
                  <a:lnTo>
                    <a:pt x="942" y="3336"/>
                  </a:lnTo>
                  <a:lnTo>
                    <a:pt x="515" y="3957"/>
                  </a:lnTo>
                </a:path>
                <a:path w="1912" h="4035" fill="none">
                  <a:moveTo>
                    <a:pt x="1408" y="2560"/>
                  </a:moveTo>
                  <a:lnTo>
                    <a:pt x="1641" y="3336"/>
                  </a:lnTo>
                  <a:lnTo>
                    <a:pt x="1408" y="4035"/>
                  </a:lnTo>
                </a:path>
                <a:path w="1912" h="4035" fill="none">
                  <a:moveTo>
                    <a:pt x="942" y="3336"/>
                  </a:moveTo>
                  <a:lnTo>
                    <a:pt x="321" y="3724"/>
                  </a:lnTo>
                  <a:lnTo>
                    <a:pt x="11" y="3957"/>
                  </a:lnTo>
                </a:path>
                <a:path w="1912" h="4035" fill="none">
                  <a:moveTo>
                    <a:pt x="787" y="1163"/>
                  </a:moveTo>
                  <a:lnTo>
                    <a:pt x="244" y="1319"/>
                  </a:lnTo>
                  <a:lnTo>
                    <a:pt x="0" y="1502"/>
                  </a:lnTo>
                </a:path>
                <a:path w="1912" h="4035" fill="none">
                  <a:moveTo>
                    <a:pt x="1175" y="931"/>
                  </a:moveTo>
                  <a:lnTo>
                    <a:pt x="709" y="465"/>
                  </a:lnTo>
                </a:path>
                <a:path w="1912" h="4035" fill="none">
                  <a:moveTo>
                    <a:pt x="632" y="2560"/>
                  </a:moveTo>
                  <a:lnTo>
                    <a:pt x="709" y="3104"/>
                  </a:lnTo>
                  <a:lnTo>
                    <a:pt x="477" y="3647"/>
                  </a:lnTo>
                </a:path>
                <a:path w="1912" h="4035" fill="none">
                  <a:moveTo>
                    <a:pt x="1912" y="1901"/>
                  </a:moveTo>
                  <a:lnTo>
                    <a:pt x="1796" y="1319"/>
                  </a:lnTo>
                  <a:lnTo>
                    <a:pt x="1563" y="698"/>
                  </a:lnTo>
                  <a:lnTo>
                    <a:pt x="1408" y="0"/>
                  </a:lnTo>
                </a:path>
                <a:path w="1912" h="4035" fill="none">
                  <a:moveTo>
                    <a:pt x="399" y="2017"/>
                  </a:moveTo>
                  <a:lnTo>
                    <a:pt x="166" y="248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83459" y="3451019"/>
              <a:ext cx="1188697" cy="1326553"/>
            </a:xfrm>
            <a:custGeom>
              <a:avLst/>
              <a:gdLst/>
              <a:ahLst/>
              <a:cxnLst/>
              <a:rect l="0" t="0" r="r" b="b"/>
              <a:pathLst>
                <a:path w="2063" h="2358" fill="none">
                  <a:moveTo>
                    <a:pt x="0" y="128"/>
                  </a:moveTo>
                  <a:lnTo>
                    <a:pt x="142" y="142"/>
                  </a:lnTo>
                  <a:lnTo>
                    <a:pt x="324" y="159"/>
                  </a:lnTo>
                  <a:lnTo>
                    <a:pt x="506" y="173"/>
                  </a:lnTo>
                  <a:lnTo>
                    <a:pt x="666" y="178"/>
                  </a:lnTo>
                  <a:lnTo>
                    <a:pt x="799" y="174"/>
                  </a:lnTo>
                  <a:lnTo>
                    <a:pt x="919" y="165"/>
                  </a:lnTo>
                  <a:lnTo>
                    <a:pt x="1036" y="151"/>
                  </a:lnTo>
                  <a:lnTo>
                    <a:pt x="1156" y="134"/>
                  </a:lnTo>
                  <a:lnTo>
                    <a:pt x="1287" y="116"/>
                  </a:lnTo>
                  <a:lnTo>
                    <a:pt x="1445" y="94"/>
                  </a:lnTo>
                  <a:lnTo>
                    <a:pt x="1623" y="68"/>
                  </a:lnTo>
                  <a:lnTo>
                    <a:pt x="1801" y="40"/>
                  </a:lnTo>
                  <a:lnTo>
                    <a:pt x="1955" y="16"/>
                  </a:lnTo>
                  <a:lnTo>
                    <a:pt x="2063" y="0"/>
                  </a:lnTo>
                </a:path>
                <a:path w="2063" h="2358" fill="none">
                  <a:moveTo>
                    <a:pt x="52" y="2358"/>
                  </a:moveTo>
                  <a:lnTo>
                    <a:pt x="140" y="2250"/>
                  </a:lnTo>
                  <a:lnTo>
                    <a:pt x="274" y="2086"/>
                  </a:lnTo>
                  <a:lnTo>
                    <a:pt x="431" y="1895"/>
                  </a:lnTo>
                  <a:lnTo>
                    <a:pt x="593" y="1697"/>
                  </a:lnTo>
                  <a:lnTo>
                    <a:pt x="744" y="1513"/>
                  </a:lnTo>
                  <a:lnTo>
                    <a:pt x="885" y="1337"/>
                  </a:lnTo>
                  <a:lnTo>
                    <a:pt x="1027" y="1156"/>
                  </a:lnTo>
                  <a:lnTo>
                    <a:pt x="1168" y="978"/>
                  </a:lnTo>
                  <a:lnTo>
                    <a:pt x="1307" y="810"/>
                  </a:lnTo>
                  <a:lnTo>
                    <a:pt x="1442" y="659"/>
                  </a:lnTo>
                  <a:lnTo>
                    <a:pt x="1581" y="522"/>
                  </a:lnTo>
                  <a:lnTo>
                    <a:pt x="1726" y="393"/>
                  </a:lnTo>
                  <a:lnTo>
                    <a:pt x="1863" y="279"/>
                  </a:lnTo>
                  <a:lnTo>
                    <a:pt x="1980" y="185"/>
                  </a:lnTo>
                  <a:lnTo>
                    <a:pt x="2063" y="11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47290" y="2070786"/>
            <a:ext cx="1416090" cy="3169861"/>
          </a:xfrm>
          <a:custGeom>
            <a:avLst/>
            <a:gdLst/>
            <a:ahLst/>
            <a:cxnLst/>
            <a:rect l="0" t="0" r="r" b="b"/>
            <a:pathLst>
              <a:path w="2458" h="5636" fill="none">
                <a:moveTo>
                  <a:pt x="267" y="5627"/>
                </a:moveTo>
                <a:lnTo>
                  <a:pt x="306" y="5587"/>
                </a:lnTo>
                <a:lnTo>
                  <a:pt x="353" y="5527"/>
                </a:lnTo>
                <a:lnTo>
                  <a:pt x="409" y="5452"/>
                </a:lnTo>
                <a:lnTo>
                  <a:pt x="410" y="5450"/>
                </a:lnTo>
                <a:lnTo>
                  <a:pt x="473" y="5369"/>
                </a:lnTo>
                <a:lnTo>
                  <a:pt x="476" y="5366"/>
                </a:lnTo>
                <a:lnTo>
                  <a:pt x="544" y="5286"/>
                </a:lnTo>
                <a:lnTo>
                  <a:pt x="549" y="5280"/>
                </a:lnTo>
                <a:lnTo>
                  <a:pt x="623" y="5209"/>
                </a:lnTo>
                <a:lnTo>
                  <a:pt x="628" y="5205"/>
                </a:lnTo>
                <a:lnTo>
                  <a:pt x="710" y="5138"/>
                </a:lnTo>
                <a:lnTo>
                  <a:pt x="713" y="5136"/>
                </a:lnTo>
                <a:lnTo>
                  <a:pt x="803" y="5068"/>
                </a:lnTo>
                <a:lnTo>
                  <a:pt x="806" y="5066"/>
                </a:lnTo>
                <a:lnTo>
                  <a:pt x="902" y="5000"/>
                </a:lnTo>
                <a:lnTo>
                  <a:pt x="905" y="4998"/>
                </a:lnTo>
                <a:lnTo>
                  <a:pt x="1003" y="4936"/>
                </a:lnTo>
                <a:lnTo>
                  <a:pt x="1008" y="4934"/>
                </a:lnTo>
                <a:lnTo>
                  <a:pt x="1106" y="4880"/>
                </a:lnTo>
                <a:lnTo>
                  <a:pt x="1112" y="4877"/>
                </a:lnTo>
                <a:lnTo>
                  <a:pt x="1207" y="4836"/>
                </a:lnTo>
                <a:lnTo>
                  <a:pt x="1215" y="4833"/>
                </a:lnTo>
                <a:lnTo>
                  <a:pt x="1307" y="4803"/>
                </a:lnTo>
                <a:lnTo>
                  <a:pt x="1315" y="4800"/>
                </a:lnTo>
                <a:lnTo>
                  <a:pt x="1407" y="4779"/>
                </a:lnTo>
                <a:lnTo>
                  <a:pt x="1414" y="4778"/>
                </a:lnTo>
                <a:lnTo>
                  <a:pt x="1507" y="4765"/>
                </a:lnTo>
                <a:lnTo>
                  <a:pt x="1513" y="4765"/>
                </a:lnTo>
                <a:lnTo>
                  <a:pt x="1604" y="4759"/>
                </a:lnTo>
                <a:lnTo>
                  <a:pt x="1610" y="4759"/>
                </a:lnTo>
                <a:lnTo>
                  <a:pt x="1699" y="4760"/>
                </a:lnTo>
                <a:lnTo>
                  <a:pt x="1705" y="4760"/>
                </a:lnTo>
                <a:lnTo>
                  <a:pt x="1791" y="4767"/>
                </a:lnTo>
                <a:lnTo>
                  <a:pt x="1799" y="4768"/>
                </a:lnTo>
                <a:lnTo>
                  <a:pt x="1883" y="4782"/>
                </a:lnTo>
                <a:lnTo>
                  <a:pt x="1892" y="4784"/>
                </a:lnTo>
                <a:lnTo>
                  <a:pt x="1976" y="4808"/>
                </a:lnTo>
                <a:lnTo>
                  <a:pt x="1982" y="4810"/>
                </a:lnTo>
                <a:lnTo>
                  <a:pt x="2063" y="4841"/>
                </a:lnTo>
                <a:lnTo>
                  <a:pt x="2068" y="4842"/>
                </a:lnTo>
                <a:lnTo>
                  <a:pt x="2146" y="4876"/>
                </a:lnTo>
                <a:lnTo>
                  <a:pt x="2148" y="4878"/>
                </a:lnTo>
                <a:lnTo>
                  <a:pt x="2221" y="4913"/>
                </a:lnTo>
                <a:lnTo>
                  <a:pt x="2222" y="4913"/>
                </a:lnTo>
                <a:lnTo>
                  <a:pt x="2288" y="4946"/>
                </a:lnTo>
                <a:lnTo>
                  <a:pt x="2294" y="4949"/>
                </a:lnTo>
                <a:lnTo>
                  <a:pt x="2300" y="4953"/>
                </a:lnTo>
                <a:lnTo>
                  <a:pt x="2361" y="4998"/>
                </a:lnTo>
                <a:lnTo>
                  <a:pt x="2367" y="5002"/>
                </a:lnTo>
                <a:lnTo>
                  <a:pt x="2373" y="5008"/>
                </a:lnTo>
                <a:lnTo>
                  <a:pt x="2430" y="5068"/>
                </a:lnTo>
                <a:lnTo>
                  <a:pt x="2433" y="5072"/>
                </a:lnTo>
                <a:lnTo>
                  <a:pt x="2457" y="5100"/>
                </a:lnTo>
                <a:lnTo>
                  <a:pt x="2458" y="5015"/>
                </a:lnTo>
                <a:lnTo>
                  <a:pt x="2450" y="4861"/>
                </a:lnTo>
                <a:lnTo>
                  <a:pt x="2437" y="4690"/>
                </a:lnTo>
                <a:lnTo>
                  <a:pt x="2424" y="4518"/>
                </a:lnTo>
                <a:lnTo>
                  <a:pt x="2424" y="4517"/>
                </a:lnTo>
                <a:lnTo>
                  <a:pt x="2413" y="4361"/>
                </a:lnTo>
                <a:lnTo>
                  <a:pt x="2413" y="4360"/>
                </a:lnTo>
                <a:lnTo>
                  <a:pt x="2404" y="4217"/>
                </a:lnTo>
                <a:lnTo>
                  <a:pt x="2395" y="4076"/>
                </a:lnTo>
                <a:lnTo>
                  <a:pt x="2384" y="3934"/>
                </a:lnTo>
                <a:lnTo>
                  <a:pt x="2373" y="3792"/>
                </a:lnTo>
                <a:lnTo>
                  <a:pt x="2362" y="3650"/>
                </a:lnTo>
                <a:lnTo>
                  <a:pt x="2362" y="3650"/>
                </a:lnTo>
                <a:lnTo>
                  <a:pt x="2351" y="3508"/>
                </a:lnTo>
                <a:lnTo>
                  <a:pt x="2351" y="3507"/>
                </a:lnTo>
                <a:lnTo>
                  <a:pt x="2341" y="3365"/>
                </a:lnTo>
                <a:lnTo>
                  <a:pt x="2341" y="3365"/>
                </a:lnTo>
                <a:lnTo>
                  <a:pt x="2331" y="3223"/>
                </a:lnTo>
                <a:lnTo>
                  <a:pt x="2322" y="3081"/>
                </a:lnTo>
                <a:lnTo>
                  <a:pt x="2312" y="2939"/>
                </a:lnTo>
                <a:lnTo>
                  <a:pt x="2301" y="2797"/>
                </a:lnTo>
                <a:lnTo>
                  <a:pt x="2289" y="2655"/>
                </a:lnTo>
                <a:lnTo>
                  <a:pt x="2276" y="2513"/>
                </a:lnTo>
                <a:lnTo>
                  <a:pt x="2263" y="2371"/>
                </a:lnTo>
                <a:lnTo>
                  <a:pt x="2248" y="2229"/>
                </a:lnTo>
                <a:lnTo>
                  <a:pt x="2233" y="2087"/>
                </a:lnTo>
                <a:lnTo>
                  <a:pt x="2216" y="1947"/>
                </a:lnTo>
                <a:lnTo>
                  <a:pt x="2196" y="1807"/>
                </a:lnTo>
                <a:lnTo>
                  <a:pt x="2175" y="1664"/>
                </a:lnTo>
                <a:lnTo>
                  <a:pt x="2151" y="1520"/>
                </a:lnTo>
                <a:lnTo>
                  <a:pt x="2126" y="1376"/>
                </a:lnTo>
                <a:lnTo>
                  <a:pt x="2099" y="1236"/>
                </a:lnTo>
                <a:lnTo>
                  <a:pt x="2072" y="1101"/>
                </a:lnTo>
                <a:lnTo>
                  <a:pt x="2043" y="977"/>
                </a:lnTo>
                <a:lnTo>
                  <a:pt x="2012" y="859"/>
                </a:lnTo>
                <a:lnTo>
                  <a:pt x="1980" y="747"/>
                </a:lnTo>
                <a:lnTo>
                  <a:pt x="1946" y="641"/>
                </a:lnTo>
                <a:lnTo>
                  <a:pt x="1911" y="541"/>
                </a:lnTo>
                <a:lnTo>
                  <a:pt x="1878" y="450"/>
                </a:lnTo>
                <a:lnTo>
                  <a:pt x="1845" y="368"/>
                </a:lnTo>
                <a:lnTo>
                  <a:pt x="1815" y="296"/>
                </a:lnTo>
                <a:lnTo>
                  <a:pt x="1786" y="234"/>
                </a:lnTo>
                <a:lnTo>
                  <a:pt x="1759" y="181"/>
                </a:lnTo>
                <a:lnTo>
                  <a:pt x="1733" y="137"/>
                </a:lnTo>
                <a:lnTo>
                  <a:pt x="1706" y="101"/>
                </a:lnTo>
                <a:lnTo>
                  <a:pt x="1678" y="70"/>
                </a:lnTo>
                <a:lnTo>
                  <a:pt x="1648" y="44"/>
                </a:lnTo>
                <a:lnTo>
                  <a:pt x="1621" y="24"/>
                </a:lnTo>
                <a:lnTo>
                  <a:pt x="1596" y="11"/>
                </a:lnTo>
                <a:lnTo>
                  <a:pt x="1571" y="3"/>
                </a:lnTo>
                <a:lnTo>
                  <a:pt x="1539" y="0"/>
                </a:lnTo>
                <a:lnTo>
                  <a:pt x="1499" y="1"/>
                </a:lnTo>
                <a:lnTo>
                  <a:pt x="1446" y="11"/>
                </a:lnTo>
                <a:lnTo>
                  <a:pt x="1382" y="28"/>
                </a:lnTo>
                <a:lnTo>
                  <a:pt x="1312" y="53"/>
                </a:lnTo>
                <a:lnTo>
                  <a:pt x="1239" y="84"/>
                </a:lnTo>
                <a:lnTo>
                  <a:pt x="1168" y="120"/>
                </a:lnTo>
                <a:lnTo>
                  <a:pt x="1101" y="159"/>
                </a:lnTo>
                <a:lnTo>
                  <a:pt x="1037" y="203"/>
                </a:lnTo>
                <a:lnTo>
                  <a:pt x="974" y="252"/>
                </a:lnTo>
                <a:lnTo>
                  <a:pt x="911" y="307"/>
                </a:lnTo>
                <a:lnTo>
                  <a:pt x="850" y="366"/>
                </a:lnTo>
                <a:lnTo>
                  <a:pt x="790" y="430"/>
                </a:lnTo>
                <a:lnTo>
                  <a:pt x="733" y="497"/>
                </a:lnTo>
                <a:lnTo>
                  <a:pt x="679" y="569"/>
                </a:lnTo>
                <a:lnTo>
                  <a:pt x="626" y="645"/>
                </a:lnTo>
                <a:lnTo>
                  <a:pt x="575" y="726"/>
                </a:lnTo>
                <a:lnTo>
                  <a:pt x="526" y="811"/>
                </a:lnTo>
                <a:lnTo>
                  <a:pt x="479" y="900"/>
                </a:lnTo>
                <a:lnTo>
                  <a:pt x="434" y="992"/>
                </a:lnTo>
                <a:lnTo>
                  <a:pt x="390" y="1089"/>
                </a:lnTo>
                <a:lnTo>
                  <a:pt x="349" y="1189"/>
                </a:lnTo>
                <a:lnTo>
                  <a:pt x="310" y="1293"/>
                </a:lnTo>
                <a:lnTo>
                  <a:pt x="273" y="1401"/>
                </a:lnTo>
                <a:lnTo>
                  <a:pt x="238" y="1511"/>
                </a:lnTo>
                <a:lnTo>
                  <a:pt x="206" y="1622"/>
                </a:lnTo>
                <a:lnTo>
                  <a:pt x="177" y="1737"/>
                </a:lnTo>
                <a:lnTo>
                  <a:pt x="151" y="1855"/>
                </a:lnTo>
                <a:lnTo>
                  <a:pt x="127" y="1976"/>
                </a:lnTo>
                <a:lnTo>
                  <a:pt x="106" y="2099"/>
                </a:lnTo>
                <a:lnTo>
                  <a:pt x="86" y="2224"/>
                </a:lnTo>
                <a:lnTo>
                  <a:pt x="69" y="2349"/>
                </a:lnTo>
                <a:lnTo>
                  <a:pt x="53" y="2474"/>
                </a:lnTo>
                <a:lnTo>
                  <a:pt x="40" y="2601"/>
                </a:lnTo>
                <a:lnTo>
                  <a:pt x="29" y="2730"/>
                </a:lnTo>
                <a:lnTo>
                  <a:pt x="20" y="2859"/>
                </a:lnTo>
                <a:lnTo>
                  <a:pt x="13" y="2988"/>
                </a:lnTo>
                <a:lnTo>
                  <a:pt x="7" y="3117"/>
                </a:lnTo>
                <a:lnTo>
                  <a:pt x="3" y="3246"/>
                </a:lnTo>
                <a:lnTo>
                  <a:pt x="0" y="3375"/>
                </a:lnTo>
                <a:lnTo>
                  <a:pt x="0" y="3504"/>
                </a:lnTo>
                <a:lnTo>
                  <a:pt x="0" y="3633"/>
                </a:lnTo>
                <a:lnTo>
                  <a:pt x="3" y="3760"/>
                </a:lnTo>
                <a:lnTo>
                  <a:pt x="7" y="3886"/>
                </a:lnTo>
                <a:lnTo>
                  <a:pt x="14" y="4011"/>
                </a:lnTo>
                <a:lnTo>
                  <a:pt x="22" y="4137"/>
                </a:lnTo>
                <a:lnTo>
                  <a:pt x="32" y="4262"/>
                </a:lnTo>
                <a:lnTo>
                  <a:pt x="44" y="4384"/>
                </a:lnTo>
                <a:lnTo>
                  <a:pt x="56" y="4503"/>
                </a:lnTo>
                <a:lnTo>
                  <a:pt x="69" y="4617"/>
                </a:lnTo>
                <a:lnTo>
                  <a:pt x="82" y="4725"/>
                </a:lnTo>
                <a:lnTo>
                  <a:pt x="97" y="4829"/>
                </a:lnTo>
                <a:lnTo>
                  <a:pt x="112" y="4929"/>
                </a:lnTo>
                <a:lnTo>
                  <a:pt x="128" y="5026"/>
                </a:lnTo>
                <a:lnTo>
                  <a:pt x="144" y="5119"/>
                </a:lnTo>
                <a:lnTo>
                  <a:pt x="161" y="5209"/>
                </a:lnTo>
                <a:lnTo>
                  <a:pt x="178" y="5299"/>
                </a:lnTo>
                <a:lnTo>
                  <a:pt x="195" y="5390"/>
                </a:lnTo>
                <a:lnTo>
                  <a:pt x="212" y="5477"/>
                </a:lnTo>
                <a:lnTo>
                  <a:pt x="229" y="5553"/>
                </a:lnTo>
                <a:lnTo>
                  <a:pt x="246" y="5613"/>
                </a:lnTo>
                <a:lnTo>
                  <a:pt x="256" y="5636"/>
                </a:lnTo>
                <a:lnTo>
                  <a:pt x="267" y="562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889506" y="1992056"/>
            <a:ext cx="460062" cy="303461"/>
          </a:xfrm>
          <a:custGeom>
            <a:avLst/>
            <a:gdLst/>
            <a:ahLst/>
            <a:cxnLst/>
            <a:rect l="0" t="0" r="r" b="b"/>
            <a:pathLst>
              <a:path w="798" h="539">
                <a:moveTo>
                  <a:pt x="320" y="379"/>
                </a:moveTo>
                <a:cubicBezTo>
                  <a:pt x="320" y="467"/>
                  <a:pt x="248" y="539"/>
                  <a:pt x="160" y="539"/>
                </a:cubicBezTo>
                <a:cubicBezTo>
                  <a:pt x="71" y="539"/>
                  <a:pt x="0" y="467"/>
                  <a:pt x="0" y="379"/>
                </a:cubicBezTo>
                <a:cubicBezTo>
                  <a:pt x="0" y="291"/>
                  <a:pt x="71" y="219"/>
                  <a:pt x="160" y="219"/>
                </a:cubicBezTo>
                <a:cubicBezTo>
                  <a:pt x="248" y="219"/>
                  <a:pt x="320" y="291"/>
                  <a:pt x="320" y="379"/>
                </a:cubicBezTo>
                <a:close/>
                <a:moveTo>
                  <a:pt x="798" y="200"/>
                </a:moveTo>
                <a:cubicBezTo>
                  <a:pt x="798" y="310"/>
                  <a:pt x="709" y="400"/>
                  <a:pt x="598" y="400"/>
                </a:cubicBezTo>
                <a:cubicBezTo>
                  <a:pt x="488" y="400"/>
                  <a:pt x="398" y="310"/>
                  <a:pt x="398" y="200"/>
                </a:cubicBezTo>
                <a:cubicBezTo>
                  <a:pt x="398" y="89"/>
                  <a:pt x="488" y="0"/>
                  <a:pt x="598" y="0"/>
                </a:cubicBezTo>
                <a:cubicBezTo>
                  <a:pt x="709" y="0"/>
                  <a:pt x="798" y="89"/>
                  <a:pt x="798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566160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Pres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pierde la fuerza que mantenía el pulmón expandido.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presión pleural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deja de ser negativa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se acerca a la atmosférica.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432506" y="91440"/>
            <a:ext cx="75945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MODIFICACIÓN DE LA PRESIÓN PLEURAL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496054" y="2251659"/>
            <a:ext cx="1240904" cy="2777713"/>
            <a:chOff x="1496054" y="2251659"/>
            <a:chExt cx="1240904" cy="2777713"/>
          </a:xfrm>
        </p:grpSpPr>
        <p:sp>
          <p:nvSpPr>
            <p:cNvPr id="17" name="Forma 16"/>
            <p:cNvSpPr/>
            <p:nvPr/>
          </p:nvSpPr>
          <p:spPr>
            <a:xfrm>
              <a:off x="1496054" y="2251659"/>
              <a:ext cx="1240904" cy="277771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589238" y="2524256"/>
              <a:ext cx="960567" cy="1988491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29167" y="3461141"/>
              <a:ext cx="1040224" cy="1160975"/>
            </a:xfrm>
            <a:custGeom>
              <a:avLst/>
              <a:gdLst/>
              <a:ahLst/>
              <a:cxnLst/>
              <a:rect l="0" t="0" r="r" b="b"/>
              <a:pathLst>
                <a:path w="1805" h="2064" fill="none">
                  <a:moveTo>
                    <a:pt x="0" y="112"/>
                  </a:moveTo>
                  <a:lnTo>
                    <a:pt x="122" y="125"/>
                  </a:lnTo>
                  <a:lnTo>
                    <a:pt x="281" y="139"/>
                  </a:lnTo>
                  <a:lnTo>
                    <a:pt x="441" y="151"/>
                  </a:lnTo>
                  <a:lnTo>
                    <a:pt x="581" y="156"/>
                  </a:lnTo>
                  <a:lnTo>
                    <a:pt x="697" y="153"/>
                  </a:lnTo>
                  <a:lnTo>
                    <a:pt x="803" y="144"/>
                  </a:lnTo>
                  <a:lnTo>
                    <a:pt x="905" y="132"/>
                  </a:lnTo>
                  <a:lnTo>
                    <a:pt x="1010" y="117"/>
                  </a:lnTo>
                  <a:lnTo>
                    <a:pt x="1125" y="101"/>
                  </a:lnTo>
                  <a:lnTo>
                    <a:pt x="1263" y="83"/>
                  </a:lnTo>
                  <a:lnTo>
                    <a:pt x="1420" y="59"/>
                  </a:lnTo>
                  <a:lnTo>
                    <a:pt x="1576" y="35"/>
                  </a:lnTo>
                  <a:lnTo>
                    <a:pt x="1711" y="14"/>
                  </a:lnTo>
                  <a:lnTo>
                    <a:pt x="1805" y="0"/>
                  </a:lnTo>
                </a:path>
                <a:path w="1805" h="2064" fill="none">
                  <a:moveTo>
                    <a:pt x="45" y="2064"/>
                  </a:moveTo>
                  <a:lnTo>
                    <a:pt x="120" y="1972"/>
                  </a:lnTo>
                  <a:lnTo>
                    <a:pt x="238" y="1828"/>
                  </a:lnTo>
                  <a:lnTo>
                    <a:pt x="375" y="1661"/>
                  </a:lnTo>
                  <a:lnTo>
                    <a:pt x="517" y="1487"/>
                  </a:lnTo>
                  <a:lnTo>
                    <a:pt x="649" y="1326"/>
                  </a:lnTo>
                  <a:lnTo>
                    <a:pt x="773" y="1172"/>
                  </a:lnTo>
                  <a:lnTo>
                    <a:pt x="897" y="1013"/>
                  </a:lnTo>
                  <a:lnTo>
                    <a:pt x="1021" y="857"/>
                  </a:lnTo>
                  <a:lnTo>
                    <a:pt x="1143" y="710"/>
                  </a:lnTo>
                  <a:lnTo>
                    <a:pt x="1261" y="577"/>
                  </a:lnTo>
                  <a:lnTo>
                    <a:pt x="1383" y="457"/>
                  </a:lnTo>
                  <a:lnTo>
                    <a:pt x="1510" y="345"/>
                  </a:lnTo>
                  <a:lnTo>
                    <a:pt x="1630" y="245"/>
                  </a:lnTo>
                  <a:lnTo>
                    <a:pt x="1732" y="162"/>
                  </a:lnTo>
                  <a:lnTo>
                    <a:pt x="1805" y="10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496054" y="2251659"/>
            <a:ext cx="1240904" cy="2777713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927647" y="2172929"/>
            <a:ext cx="460946" cy="313925"/>
          </a:xfrm>
          <a:custGeom>
            <a:avLst/>
            <a:gdLst/>
            <a:ahLst/>
            <a:cxnLst/>
            <a:rect l="0" t="0" r="r" b="b"/>
            <a:pathLst>
              <a:path w="800" h="558">
                <a:moveTo>
                  <a:pt x="320" y="398"/>
                </a:moveTo>
                <a:cubicBezTo>
                  <a:pt x="320" y="486"/>
                  <a:pt x="248" y="558"/>
                  <a:pt x="160" y="558"/>
                </a:cubicBezTo>
                <a:cubicBezTo>
                  <a:pt x="71" y="558"/>
                  <a:pt x="0" y="486"/>
                  <a:pt x="0" y="398"/>
                </a:cubicBezTo>
                <a:cubicBezTo>
                  <a:pt x="0" y="309"/>
                  <a:pt x="71" y="238"/>
                  <a:pt x="160" y="238"/>
                </a:cubicBezTo>
                <a:cubicBezTo>
                  <a:pt x="248" y="238"/>
                  <a:pt x="320" y="309"/>
                  <a:pt x="320" y="398"/>
                </a:cubicBezTo>
                <a:close/>
                <a:moveTo>
                  <a:pt x="800" y="200"/>
                </a:moveTo>
                <a:cubicBezTo>
                  <a:pt x="800" y="310"/>
                  <a:pt x="710" y="400"/>
                  <a:pt x="600" y="400"/>
                </a:cubicBezTo>
                <a:cubicBezTo>
                  <a:pt x="489" y="400"/>
                  <a:pt x="400" y="310"/>
                  <a:pt x="400" y="200"/>
                </a:cubicBezTo>
                <a:cubicBezTo>
                  <a:pt x="400" y="89"/>
                  <a:pt x="489" y="0"/>
                  <a:pt x="600" y="0"/>
                </a:cubicBezTo>
                <a:cubicBezTo>
                  <a:pt x="710" y="0"/>
                  <a:pt x="800" y="89"/>
                  <a:pt x="800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341218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Retracc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Fuerza elástica hacia el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hilio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RETRACCIÓN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Libre de la tracción de la pared, el pulmón se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retrae por su elasticidad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3" name="Retracción 0"/>
          <p:cNvSpPr/>
          <p:nvPr/>
        </p:nvSpPr>
        <p:spPr>
          <a:xfrm>
            <a:off x="1426464" y="3118104"/>
            <a:ext cx="518465" cy="168707"/>
          </a:xfrm>
          <a:custGeom>
            <a:avLst/>
            <a:gdLst/>
            <a:ahLst/>
            <a:cxnLst/>
            <a:rect l="0" t="0" r="r" b="b"/>
            <a:pathLst>
              <a:path w="566" h="184" fill="none">
                <a:moveTo>
                  <a:pt x="0" y="0"/>
                </a:moveTo>
                <a:lnTo>
                  <a:pt x="566" y="184"/>
                </a:lnTo>
              </a:path>
            </a:pathLst>
          </a:custGeom>
          <a:noFill/>
          <a:ln w="63500" cap="rnd">
            <a:solidFill>
              <a:srgbClr val="8E44AD"/>
            </a:solidFill>
            <a:round/>
            <a:tailEnd type="triangle" w="med" len="med"/>
          </a:ln>
        </p:spPr>
      </p:sp>
      <p:sp>
        <p:nvSpPr>
          <p:cNvPr id="54" name="Retracción 1"/>
          <p:cNvSpPr/>
          <p:nvPr/>
        </p:nvSpPr>
        <p:spPr>
          <a:xfrm>
            <a:off x="1772107" y="4355287"/>
            <a:ext cx="403250" cy="449885"/>
          </a:xfrm>
          <a:custGeom>
            <a:avLst/>
            <a:gdLst/>
            <a:ahLst/>
            <a:cxnLst/>
            <a:rect l="0" t="0" r="r" b="b"/>
            <a:pathLst>
              <a:path w="441" h="492" fill="none">
                <a:moveTo>
                  <a:pt x="0" y="492"/>
                </a:moveTo>
                <a:lnTo>
                  <a:pt x="441" y="0"/>
                </a:lnTo>
              </a:path>
            </a:pathLst>
          </a:custGeom>
          <a:noFill/>
          <a:ln w="63500" cap="rnd">
            <a:solidFill>
              <a:srgbClr val="8E44AD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77686" y="91440"/>
            <a:ext cx="48494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RETRACCIÓN PULMONAR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984" y="7542"/>
                </a:moveTo>
                <a:lnTo>
                  <a:pt x="1982" y="7543"/>
                </a:lnTo>
                <a:lnTo>
                  <a:pt x="1980" y="7545"/>
                </a:lnTo>
                <a:lnTo>
                  <a:pt x="1977" y="7546"/>
                </a:lnTo>
                <a:lnTo>
                  <a:pt x="1975" y="7547"/>
                </a:lnTo>
                <a:lnTo>
                  <a:pt x="1972" y="7547"/>
                </a:lnTo>
                <a:lnTo>
                  <a:pt x="1970" y="7548"/>
                </a:lnTo>
                <a:lnTo>
                  <a:pt x="1967" y="7548"/>
                </a:lnTo>
                <a:lnTo>
                  <a:pt x="1965" y="7548"/>
                </a:lnTo>
                <a:lnTo>
                  <a:pt x="1962" y="7547"/>
                </a:lnTo>
                <a:lnTo>
                  <a:pt x="1959" y="7547"/>
                </a:lnTo>
                <a:lnTo>
                  <a:pt x="1957" y="7546"/>
                </a:lnTo>
                <a:lnTo>
                  <a:pt x="1955" y="7545"/>
                </a:lnTo>
                <a:lnTo>
                  <a:pt x="1952" y="7543"/>
                </a:lnTo>
                <a:lnTo>
                  <a:pt x="1950" y="7542"/>
                </a:lnTo>
                <a:lnTo>
                  <a:pt x="1948" y="7540"/>
                </a:lnTo>
                <a:lnTo>
                  <a:pt x="1947" y="7538"/>
                </a:lnTo>
                <a:lnTo>
                  <a:pt x="1945" y="7536"/>
                </a:lnTo>
                <a:lnTo>
                  <a:pt x="1944" y="7534"/>
                </a:lnTo>
                <a:lnTo>
                  <a:pt x="1943" y="7531"/>
                </a:lnTo>
                <a:lnTo>
                  <a:pt x="1933" y="7509"/>
                </a:lnTo>
                <a:lnTo>
                  <a:pt x="1932" y="7506"/>
                </a:lnTo>
                <a:lnTo>
                  <a:pt x="1916" y="7448"/>
                </a:lnTo>
                <a:lnTo>
                  <a:pt x="1916" y="7447"/>
                </a:lnTo>
                <a:lnTo>
                  <a:pt x="1899" y="7374"/>
                </a:lnTo>
                <a:lnTo>
                  <a:pt x="1899" y="7373"/>
                </a:lnTo>
                <a:lnTo>
                  <a:pt x="1882" y="7290"/>
                </a:lnTo>
                <a:lnTo>
                  <a:pt x="1882" y="7290"/>
                </a:lnTo>
                <a:lnTo>
                  <a:pt x="1866" y="7203"/>
                </a:lnTo>
                <a:lnTo>
                  <a:pt x="1850" y="7116"/>
                </a:lnTo>
                <a:lnTo>
                  <a:pt x="1834" y="7029"/>
                </a:lnTo>
                <a:lnTo>
                  <a:pt x="1834" y="7029"/>
                </a:lnTo>
                <a:lnTo>
                  <a:pt x="1818" y="6940"/>
                </a:lnTo>
                <a:lnTo>
                  <a:pt x="1818" y="6939"/>
                </a:lnTo>
                <a:lnTo>
                  <a:pt x="1803" y="6846"/>
                </a:lnTo>
                <a:lnTo>
                  <a:pt x="1803" y="6846"/>
                </a:lnTo>
                <a:lnTo>
                  <a:pt x="1788" y="6750"/>
                </a:lnTo>
                <a:lnTo>
                  <a:pt x="1788" y="6750"/>
                </a:lnTo>
                <a:lnTo>
                  <a:pt x="1774" y="6650"/>
                </a:lnTo>
                <a:lnTo>
                  <a:pt x="1774" y="6649"/>
                </a:lnTo>
                <a:lnTo>
                  <a:pt x="1761" y="6545"/>
                </a:lnTo>
                <a:lnTo>
                  <a:pt x="1761" y="6545"/>
                </a:lnTo>
                <a:lnTo>
                  <a:pt x="1749" y="6436"/>
                </a:lnTo>
                <a:lnTo>
                  <a:pt x="1749" y="6436"/>
                </a:lnTo>
                <a:lnTo>
                  <a:pt x="1737" y="6322"/>
                </a:lnTo>
                <a:lnTo>
                  <a:pt x="1737" y="6322"/>
                </a:lnTo>
                <a:lnTo>
                  <a:pt x="1726" y="6204"/>
                </a:lnTo>
                <a:lnTo>
                  <a:pt x="1726" y="6204"/>
                </a:lnTo>
                <a:lnTo>
                  <a:pt x="1716" y="6084"/>
                </a:lnTo>
                <a:lnTo>
                  <a:pt x="1716" y="6083"/>
                </a:lnTo>
                <a:lnTo>
                  <a:pt x="1708" y="5962"/>
                </a:lnTo>
                <a:lnTo>
                  <a:pt x="1708" y="5962"/>
                </a:lnTo>
                <a:lnTo>
                  <a:pt x="1702" y="5842"/>
                </a:lnTo>
                <a:lnTo>
                  <a:pt x="1702" y="5841"/>
                </a:lnTo>
                <a:lnTo>
                  <a:pt x="1698" y="5720"/>
                </a:lnTo>
                <a:lnTo>
                  <a:pt x="1698" y="5720"/>
                </a:lnTo>
                <a:lnTo>
                  <a:pt x="1695" y="5598"/>
                </a:lnTo>
                <a:lnTo>
                  <a:pt x="1695" y="5597"/>
                </a:lnTo>
                <a:lnTo>
                  <a:pt x="1694" y="5474"/>
                </a:lnTo>
                <a:lnTo>
                  <a:pt x="1694" y="5473"/>
                </a:lnTo>
                <a:lnTo>
                  <a:pt x="1695" y="5349"/>
                </a:lnTo>
                <a:lnTo>
                  <a:pt x="1695" y="5349"/>
                </a:lnTo>
                <a:lnTo>
                  <a:pt x="1698" y="5225"/>
                </a:lnTo>
                <a:lnTo>
                  <a:pt x="1698" y="5225"/>
                </a:lnTo>
                <a:lnTo>
                  <a:pt x="1702" y="5101"/>
                </a:lnTo>
                <a:lnTo>
                  <a:pt x="1702" y="5101"/>
                </a:lnTo>
                <a:lnTo>
                  <a:pt x="1707" y="4977"/>
                </a:lnTo>
                <a:lnTo>
                  <a:pt x="1707" y="4977"/>
                </a:lnTo>
                <a:lnTo>
                  <a:pt x="1714" y="4852"/>
                </a:lnTo>
                <a:lnTo>
                  <a:pt x="1714" y="4852"/>
                </a:lnTo>
                <a:lnTo>
                  <a:pt x="1723" y="4728"/>
                </a:lnTo>
                <a:lnTo>
                  <a:pt x="1723" y="4728"/>
                </a:lnTo>
                <a:lnTo>
                  <a:pt x="1733" y="4604"/>
                </a:lnTo>
                <a:lnTo>
                  <a:pt x="1733" y="4604"/>
                </a:lnTo>
                <a:lnTo>
                  <a:pt x="1746" y="4482"/>
                </a:lnTo>
                <a:lnTo>
                  <a:pt x="1746" y="4481"/>
                </a:lnTo>
                <a:lnTo>
                  <a:pt x="1761" y="4361"/>
                </a:lnTo>
                <a:lnTo>
                  <a:pt x="1761" y="4360"/>
                </a:lnTo>
                <a:lnTo>
                  <a:pt x="1778" y="4240"/>
                </a:lnTo>
                <a:lnTo>
                  <a:pt x="1778" y="4240"/>
                </a:lnTo>
                <a:lnTo>
                  <a:pt x="1796" y="4121"/>
                </a:lnTo>
                <a:lnTo>
                  <a:pt x="1796" y="4120"/>
                </a:lnTo>
                <a:lnTo>
                  <a:pt x="1817" y="4002"/>
                </a:lnTo>
                <a:lnTo>
                  <a:pt x="1817" y="4001"/>
                </a:lnTo>
                <a:lnTo>
                  <a:pt x="1840" y="3885"/>
                </a:lnTo>
                <a:lnTo>
                  <a:pt x="1840" y="3884"/>
                </a:lnTo>
                <a:lnTo>
                  <a:pt x="1865" y="3771"/>
                </a:lnTo>
                <a:lnTo>
                  <a:pt x="1866" y="3770"/>
                </a:lnTo>
                <a:lnTo>
                  <a:pt x="1893" y="3660"/>
                </a:lnTo>
                <a:lnTo>
                  <a:pt x="1894" y="3659"/>
                </a:lnTo>
                <a:lnTo>
                  <a:pt x="1924" y="3552"/>
                </a:lnTo>
                <a:lnTo>
                  <a:pt x="1924" y="3551"/>
                </a:lnTo>
                <a:lnTo>
                  <a:pt x="1958" y="3446"/>
                </a:lnTo>
                <a:lnTo>
                  <a:pt x="1958" y="3445"/>
                </a:lnTo>
                <a:lnTo>
                  <a:pt x="1994" y="3342"/>
                </a:lnTo>
                <a:lnTo>
                  <a:pt x="1994" y="3341"/>
                </a:lnTo>
                <a:lnTo>
                  <a:pt x="2032" y="3241"/>
                </a:lnTo>
                <a:lnTo>
                  <a:pt x="2032" y="3240"/>
                </a:lnTo>
                <a:lnTo>
                  <a:pt x="2072" y="3144"/>
                </a:lnTo>
                <a:lnTo>
                  <a:pt x="2072" y="3143"/>
                </a:lnTo>
                <a:lnTo>
                  <a:pt x="2114" y="3051"/>
                </a:lnTo>
                <a:lnTo>
                  <a:pt x="2114" y="3050"/>
                </a:lnTo>
                <a:lnTo>
                  <a:pt x="2157" y="2961"/>
                </a:lnTo>
                <a:lnTo>
                  <a:pt x="2158" y="2961"/>
                </a:lnTo>
                <a:lnTo>
                  <a:pt x="2203" y="2875"/>
                </a:lnTo>
                <a:lnTo>
                  <a:pt x="2203" y="2874"/>
                </a:lnTo>
                <a:lnTo>
                  <a:pt x="2250" y="2793"/>
                </a:lnTo>
                <a:lnTo>
                  <a:pt x="2251" y="2792"/>
                </a:lnTo>
                <a:lnTo>
                  <a:pt x="2300" y="2714"/>
                </a:lnTo>
                <a:lnTo>
                  <a:pt x="2301" y="2713"/>
                </a:lnTo>
                <a:lnTo>
                  <a:pt x="2351" y="2640"/>
                </a:lnTo>
                <a:lnTo>
                  <a:pt x="2352" y="2639"/>
                </a:lnTo>
                <a:lnTo>
                  <a:pt x="2404" y="2570"/>
                </a:lnTo>
                <a:lnTo>
                  <a:pt x="2405" y="2569"/>
                </a:lnTo>
                <a:lnTo>
                  <a:pt x="2460" y="2504"/>
                </a:lnTo>
                <a:lnTo>
                  <a:pt x="2461" y="2503"/>
                </a:lnTo>
                <a:lnTo>
                  <a:pt x="2518" y="2442"/>
                </a:lnTo>
                <a:lnTo>
                  <a:pt x="2519" y="2441"/>
                </a:lnTo>
                <a:lnTo>
                  <a:pt x="2578" y="2384"/>
                </a:lnTo>
                <a:lnTo>
                  <a:pt x="2579" y="2383"/>
                </a:lnTo>
                <a:lnTo>
                  <a:pt x="2639" y="2331"/>
                </a:lnTo>
                <a:lnTo>
                  <a:pt x="2640" y="2330"/>
                </a:lnTo>
                <a:lnTo>
                  <a:pt x="2701" y="2282"/>
                </a:lnTo>
                <a:lnTo>
                  <a:pt x="2702" y="2281"/>
                </a:lnTo>
                <a:lnTo>
                  <a:pt x="2763" y="2239"/>
                </a:lnTo>
                <a:lnTo>
                  <a:pt x="2765" y="2238"/>
                </a:lnTo>
                <a:lnTo>
                  <a:pt x="2829" y="2201"/>
                </a:lnTo>
                <a:lnTo>
                  <a:pt x="2831" y="2200"/>
                </a:lnTo>
                <a:lnTo>
                  <a:pt x="2899" y="2166"/>
                </a:lnTo>
                <a:lnTo>
                  <a:pt x="2901" y="2165"/>
                </a:lnTo>
                <a:lnTo>
                  <a:pt x="2971" y="2135"/>
                </a:lnTo>
                <a:lnTo>
                  <a:pt x="2972" y="2135"/>
                </a:lnTo>
                <a:lnTo>
                  <a:pt x="3040" y="2111"/>
                </a:lnTo>
                <a:lnTo>
                  <a:pt x="3042" y="2110"/>
                </a:lnTo>
                <a:lnTo>
                  <a:pt x="3103" y="2093"/>
                </a:lnTo>
                <a:lnTo>
                  <a:pt x="3105" y="2093"/>
                </a:lnTo>
                <a:lnTo>
                  <a:pt x="3156" y="2084"/>
                </a:lnTo>
                <a:lnTo>
                  <a:pt x="3159" y="2083"/>
                </a:lnTo>
                <a:lnTo>
                  <a:pt x="3198" y="2081"/>
                </a:lnTo>
                <a:lnTo>
                  <a:pt x="3200" y="2081"/>
                </a:lnTo>
                <a:lnTo>
                  <a:pt x="3203" y="2082"/>
                </a:lnTo>
                <a:lnTo>
                  <a:pt x="3233" y="2085"/>
                </a:lnTo>
                <a:lnTo>
                  <a:pt x="3235" y="2085"/>
                </a:lnTo>
                <a:lnTo>
                  <a:pt x="3237" y="2086"/>
                </a:lnTo>
                <a:lnTo>
                  <a:pt x="3262" y="2094"/>
                </a:lnTo>
                <a:lnTo>
                  <a:pt x="3264" y="2095"/>
                </a:lnTo>
                <a:lnTo>
                  <a:pt x="3267" y="2096"/>
                </a:lnTo>
                <a:lnTo>
                  <a:pt x="3291" y="2108"/>
                </a:lnTo>
                <a:lnTo>
                  <a:pt x="3292" y="2109"/>
                </a:lnTo>
                <a:lnTo>
                  <a:pt x="3294" y="2110"/>
                </a:lnTo>
                <a:lnTo>
                  <a:pt x="3320" y="2129"/>
                </a:lnTo>
                <a:lnTo>
                  <a:pt x="3322" y="2131"/>
                </a:lnTo>
                <a:lnTo>
                  <a:pt x="3350" y="2156"/>
                </a:lnTo>
                <a:lnTo>
                  <a:pt x="3352" y="2158"/>
                </a:lnTo>
                <a:lnTo>
                  <a:pt x="3379" y="2188"/>
                </a:lnTo>
                <a:lnTo>
                  <a:pt x="3381" y="2190"/>
                </a:lnTo>
                <a:lnTo>
                  <a:pt x="3407" y="2225"/>
                </a:lnTo>
                <a:lnTo>
                  <a:pt x="3408" y="2227"/>
                </a:lnTo>
                <a:lnTo>
                  <a:pt x="3433" y="2269"/>
                </a:lnTo>
                <a:lnTo>
                  <a:pt x="3434" y="2270"/>
                </a:lnTo>
                <a:lnTo>
                  <a:pt x="3460" y="2321"/>
                </a:lnTo>
                <a:lnTo>
                  <a:pt x="3461" y="2322"/>
                </a:lnTo>
                <a:lnTo>
                  <a:pt x="3488" y="2381"/>
                </a:lnTo>
                <a:lnTo>
                  <a:pt x="3488" y="2382"/>
                </a:lnTo>
                <a:lnTo>
                  <a:pt x="3518" y="2451"/>
                </a:lnTo>
                <a:lnTo>
                  <a:pt x="3518" y="2452"/>
                </a:lnTo>
                <a:lnTo>
                  <a:pt x="3549" y="2531"/>
                </a:lnTo>
                <a:lnTo>
                  <a:pt x="3549" y="2531"/>
                </a:lnTo>
                <a:lnTo>
                  <a:pt x="3582" y="2619"/>
                </a:lnTo>
                <a:lnTo>
                  <a:pt x="3582" y="2620"/>
                </a:lnTo>
                <a:lnTo>
                  <a:pt x="3615" y="2715"/>
                </a:lnTo>
                <a:lnTo>
                  <a:pt x="3615" y="2716"/>
                </a:lnTo>
                <a:lnTo>
                  <a:pt x="3648" y="2818"/>
                </a:lnTo>
                <a:lnTo>
                  <a:pt x="3648" y="2819"/>
                </a:lnTo>
                <a:lnTo>
                  <a:pt x="3679" y="2926"/>
                </a:lnTo>
                <a:lnTo>
                  <a:pt x="3679" y="2927"/>
                </a:lnTo>
                <a:lnTo>
                  <a:pt x="3709" y="3040"/>
                </a:lnTo>
                <a:lnTo>
                  <a:pt x="3709" y="3040"/>
                </a:lnTo>
                <a:lnTo>
                  <a:pt x="3737" y="3160"/>
                </a:lnTo>
                <a:lnTo>
                  <a:pt x="3737" y="3161"/>
                </a:lnTo>
                <a:lnTo>
                  <a:pt x="3763" y="3290"/>
                </a:lnTo>
                <a:lnTo>
                  <a:pt x="3764" y="3290"/>
                </a:lnTo>
                <a:lnTo>
                  <a:pt x="3789" y="3425"/>
                </a:lnTo>
                <a:lnTo>
                  <a:pt x="3789" y="3425"/>
                </a:lnTo>
                <a:lnTo>
                  <a:pt x="3813" y="3564"/>
                </a:lnTo>
                <a:lnTo>
                  <a:pt x="3813" y="3564"/>
                </a:lnTo>
                <a:lnTo>
                  <a:pt x="3836" y="3703"/>
                </a:lnTo>
                <a:lnTo>
                  <a:pt x="3836" y="3703"/>
                </a:lnTo>
                <a:lnTo>
                  <a:pt x="3857" y="3839"/>
                </a:lnTo>
                <a:lnTo>
                  <a:pt x="3857" y="3840"/>
                </a:lnTo>
                <a:lnTo>
                  <a:pt x="3875" y="3974"/>
                </a:lnTo>
                <a:lnTo>
                  <a:pt x="3875" y="3975"/>
                </a:lnTo>
                <a:lnTo>
                  <a:pt x="3892" y="4110"/>
                </a:lnTo>
                <a:lnTo>
                  <a:pt x="3892" y="4110"/>
                </a:lnTo>
                <a:lnTo>
                  <a:pt x="3907" y="4246"/>
                </a:lnTo>
                <a:lnTo>
                  <a:pt x="3907" y="4247"/>
                </a:lnTo>
                <a:lnTo>
                  <a:pt x="3921" y="4383"/>
                </a:lnTo>
                <a:lnTo>
                  <a:pt x="3921" y="4383"/>
                </a:lnTo>
                <a:lnTo>
                  <a:pt x="3933" y="4520"/>
                </a:lnTo>
                <a:lnTo>
                  <a:pt x="3933" y="4520"/>
                </a:lnTo>
                <a:lnTo>
                  <a:pt x="3946" y="4656"/>
                </a:lnTo>
                <a:lnTo>
                  <a:pt x="3946" y="4656"/>
                </a:lnTo>
                <a:lnTo>
                  <a:pt x="3958" y="4792"/>
                </a:lnTo>
                <a:lnTo>
                  <a:pt x="3958" y="4793"/>
                </a:lnTo>
                <a:lnTo>
                  <a:pt x="3968" y="4929"/>
                </a:lnTo>
                <a:lnTo>
                  <a:pt x="3968" y="4929"/>
                </a:lnTo>
                <a:lnTo>
                  <a:pt x="3978" y="5065"/>
                </a:lnTo>
                <a:lnTo>
                  <a:pt x="3978" y="5065"/>
                </a:lnTo>
                <a:lnTo>
                  <a:pt x="3987" y="5202"/>
                </a:lnTo>
                <a:lnTo>
                  <a:pt x="3996" y="5338"/>
                </a:lnTo>
                <a:lnTo>
                  <a:pt x="4005" y="5475"/>
                </a:lnTo>
                <a:lnTo>
                  <a:pt x="4005" y="5475"/>
                </a:lnTo>
                <a:lnTo>
                  <a:pt x="4016" y="5612"/>
                </a:lnTo>
                <a:lnTo>
                  <a:pt x="4026" y="5748"/>
                </a:lnTo>
                <a:lnTo>
                  <a:pt x="4037" y="5884"/>
                </a:lnTo>
                <a:lnTo>
                  <a:pt x="4037" y="5884"/>
                </a:lnTo>
                <a:lnTo>
                  <a:pt x="4047" y="6020"/>
                </a:lnTo>
                <a:lnTo>
                  <a:pt x="4047" y="6021"/>
                </a:lnTo>
                <a:lnTo>
                  <a:pt x="4057" y="6157"/>
                </a:lnTo>
                <a:lnTo>
                  <a:pt x="4057" y="6157"/>
                </a:lnTo>
                <a:lnTo>
                  <a:pt x="4065" y="6294"/>
                </a:lnTo>
                <a:lnTo>
                  <a:pt x="4065" y="6295"/>
                </a:lnTo>
                <a:lnTo>
                  <a:pt x="4075" y="6445"/>
                </a:lnTo>
                <a:lnTo>
                  <a:pt x="4075" y="6446"/>
                </a:lnTo>
                <a:lnTo>
                  <a:pt x="4088" y="6610"/>
                </a:lnTo>
                <a:lnTo>
                  <a:pt x="4088" y="6610"/>
                </a:lnTo>
                <a:lnTo>
                  <a:pt x="4100" y="6775"/>
                </a:lnTo>
                <a:lnTo>
                  <a:pt x="4100" y="6775"/>
                </a:lnTo>
                <a:lnTo>
                  <a:pt x="4108" y="6924"/>
                </a:lnTo>
                <a:lnTo>
                  <a:pt x="4108" y="6925"/>
                </a:lnTo>
                <a:lnTo>
                  <a:pt x="4108" y="7006"/>
                </a:lnTo>
                <a:lnTo>
                  <a:pt x="4107" y="7009"/>
                </a:lnTo>
                <a:lnTo>
                  <a:pt x="4107" y="7011"/>
                </a:lnTo>
                <a:lnTo>
                  <a:pt x="4106" y="7014"/>
                </a:lnTo>
                <a:lnTo>
                  <a:pt x="4106" y="7016"/>
                </a:lnTo>
                <a:lnTo>
                  <a:pt x="4104" y="7019"/>
                </a:lnTo>
                <a:lnTo>
                  <a:pt x="4103" y="7021"/>
                </a:lnTo>
                <a:lnTo>
                  <a:pt x="4102" y="7023"/>
                </a:lnTo>
                <a:lnTo>
                  <a:pt x="4100" y="7025"/>
                </a:lnTo>
                <a:lnTo>
                  <a:pt x="4098" y="7027"/>
                </a:lnTo>
                <a:lnTo>
                  <a:pt x="4096" y="7028"/>
                </a:lnTo>
                <a:lnTo>
                  <a:pt x="4094" y="7030"/>
                </a:lnTo>
                <a:lnTo>
                  <a:pt x="4091" y="7031"/>
                </a:lnTo>
                <a:lnTo>
                  <a:pt x="4089" y="7032"/>
                </a:lnTo>
                <a:lnTo>
                  <a:pt x="4086" y="7032"/>
                </a:lnTo>
                <a:lnTo>
                  <a:pt x="4084" y="7033"/>
                </a:lnTo>
                <a:lnTo>
                  <a:pt x="4081" y="7033"/>
                </a:lnTo>
                <a:lnTo>
                  <a:pt x="4079" y="7033"/>
                </a:lnTo>
                <a:lnTo>
                  <a:pt x="4076" y="7032"/>
                </a:lnTo>
                <a:lnTo>
                  <a:pt x="4074" y="7032"/>
                </a:lnTo>
                <a:lnTo>
                  <a:pt x="4071" y="7031"/>
                </a:lnTo>
                <a:lnTo>
                  <a:pt x="4069" y="7030"/>
                </a:lnTo>
                <a:lnTo>
                  <a:pt x="4067" y="7028"/>
                </a:lnTo>
                <a:lnTo>
                  <a:pt x="4064" y="7027"/>
                </a:lnTo>
                <a:lnTo>
                  <a:pt x="4063" y="7025"/>
                </a:lnTo>
                <a:lnTo>
                  <a:pt x="4061" y="7023"/>
                </a:lnTo>
                <a:lnTo>
                  <a:pt x="4038" y="6997"/>
                </a:lnTo>
                <a:lnTo>
                  <a:pt x="4035" y="6994"/>
                </a:lnTo>
                <a:lnTo>
                  <a:pt x="3981" y="6937"/>
                </a:lnTo>
                <a:lnTo>
                  <a:pt x="3977" y="6933"/>
                </a:lnTo>
                <a:lnTo>
                  <a:pt x="3972" y="6929"/>
                </a:lnTo>
                <a:lnTo>
                  <a:pt x="3915" y="6887"/>
                </a:lnTo>
                <a:lnTo>
                  <a:pt x="3911" y="6885"/>
                </a:lnTo>
                <a:lnTo>
                  <a:pt x="3906" y="6882"/>
                </a:lnTo>
                <a:lnTo>
                  <a:pt x="3843" y="6851"/>
                </a:lnTo>
                <a:lnTo>
                  <a:pt x="3842" y="6850"/>
                </a:lnTo>
                <a:lnTo>
                  <a:pt x="3773" y="6817"/>
                </a:lnTo>
                <a:lnTo>
                  <a:pt x="3771" y="6816"/>
                </a:lnTo>
                <a:lnTo>
                  <a:pt x="3697" y="6783"/>
                </a:lnTo>
                <a:lnTo>
                  <a:pt x="3693" y="6782"/>
                </a:lnTo>
                <a:lnTo>
                  <a:pt x="3616" y="6753"/>
                </a:lnTo>
                <a:lnTo>
                  <a:pt x="3611" y="6752"/>
                </a:lnTo>
                <a:lnTo>
                  <a:pt x="3532" y="6729"/>
                </a:lnTo>
                <a:lnTo>
                  <a:pt x="3524" y="6727"/>
                </a:lnTo>
                <a:lnTo>
                  <a:pt x="3445" y="6713"/>
                </a:lnTo>
                <a:lnTo>
                  <a:pt x="3438" y="6713"/>
                </a:lnTo>
                <a:lnTo>
                  <a:pt x="3357" y="6706"/>
                </a:lnTo>
                <a:lnTo>
                  <a:pt x="3352" y="6706"/>
                </a:lnTo>
                <a:lnTo>
                  <a:pt x="3268" y="6705"/>
                </a:lnTo>
                <a:lnTo>
                  <a:pt x="3263" y="6705"/>
                </a:lnTo>
                <a:lnTo>
                  <a:pt x="3177" y="6711"/>
                </a:lnTo>
                <a:lnTo>
                  <a:pt x="3171" y="6711"/>
                </a:lnTo>
                <a:lnTo>
                  <a:pt x="3084" y="6723"/>
                </a:lnTo>
                <a:lnTo>
                  <a:pt x="3078" y="6725"/>
                </a:lnTo>
                <a:lnTo>
                  <a:pt x="2990" y="6744"/>
                </a:lnTo>
                <a:lnTo>
                  <a:pt x="2984" y="6746"/>
                </a:lnTo>
                <a:lnTo>
                  <a:pt x="2897" y="6775"/>
                </a:lnTo>
                <a:lnTo>
                  <a:pt x="2890" y="6777"/>
                </a:lnTo>
                <a:lnTo>
                  <a:pt x="2800" y="6817"/>
                </a:lnTo>
                <a:lnTo>
                  <a:pt x="2795" y="6819"/>
                </a:lnTo>
                <a:lnTo>
                  <a:pt x="2702" y="6870"/>
                </a:lnTo>
                <a:lnTo>
                  <a:pt x="2699" y="6872"/>
                </a:lnTo>
                <a:lnTo>
                  <a:pt x="2605" y="6930"/>
                </a:lnTo>
                <a:lnTo>
                  <a:pt x="2602" y="6932"/>
                </a:lnTo>
                <a:lnTo>
                  <a:pt x="2510" y="6995"/>
                </a:lnTo>
                <a:lnTo>
                  <a:pt x="2508" y="6997"/>
                </a:lnTo>
                <a:lnTo>
                  <a:pt x="2422" y="7062"/>
                </a:lnTo>
                <a:lnTo>
                  <a:pt x="2420" y="7064"/>
                </a:lnTo>
                <a:lnTo>
                  <a:pt x="2342" y="7127"/>
                </a:lnTo>
                <a:lnTo>
                  <a:pt x="2338" y="7131"/>
                </a:lnTo>
                <a:lnTo>
                  <a:pt x="2268" y="7198"/>
                </a:lnTo>
                <a:lnTo>
                  <a:pt x="2263" y="7203"/>
                </a:lnTo>
                <a:lnTo>
                  <a:pt x="2198" y="7279"/>
                </a:lnTo>
                <a:lnTo>
                  <a:pt x="2196" y="7281"/>
                </a:lnTo>
                <a:lnTo>
                  <a:pt x="2136" y="7359"/>
                </a:lnTo>
                <a:lnTo>
                  <a:pt x="2136" y="7360"/>
                </a:lnTo>
                <a:lnTo>
                  <a:pt x="2082" y="7432"/>
                </a:lnTo>
                <a:lnTo>
                  <a:pt x="2081" y="7433"/>
                </a:lnTo>
                <a:lnTo>
                  <a:pt x="2036" y="7491"/>
                </a:lnTo>
                <a:lnTo>
                  <a:pt x="2034" y="7493"/>
                </a:lnTo>
                <a:lnTo>
                  <a:pt x="1997" y="7531"/>
                </a:lnTo>
                <a:lnTo>
                  <a:pt x="1995" y="7533"/>
                </a:lnTo>
                <a:lnTo>
                  <a:pt x="1984" y="754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682010" y="2477750"/>
            <a:ext cx="1021921" cy="2287528"/>
            <a:chOff x="1682010" y="2477750"/>
            <a:chExt cx="1021921" cy="2287528"/>
          </a:xfrm>
        </p:grpSpPr>
        <p:sp>
          <p:nvSpPr>
            <p:cNvPr id="17" name="Forma 16"/>
            <p:cNvSpPr/>
            <p:nvPr/>
          </p:nvSpPr>
          <p:spPr>
            <a:xfrm>
              <a:off x="1682010" y="2477750"/>
              <a:ext cx="1021921" cy="228752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759434" y="2702242"/>
              <a:ext cx="790371" cy="1637581"/>
            </a:xfrm>
            <a:custGeom>
              <a:avLst/>
              <a:gdLst/>
              <a:ahLst/>
              <a:cxnLst/>
              <a:rect l="0" t="0" r="r" b="b"/>
              <a:pathLst>
                <a:path w="1372" h="2912" fill="none">
                  <a:moveTo>
                    <a:pt x="1372" y="1372"/>
                  </a:moveTo>
                  <a:lnTo>
                    <a:pt x="1008" y="1176"/>
                  </a:lnTo>
                  <a:lnTo>
                    <a:pt x="560" y="840"/>
                  </a:lnTo>
                  <a:lnTo>
                    <a:pt x="308" y="503"/>
                  </a:lnTo>
                </a:path>
                <a:path w="1372" h="2912" fill="none">
                  <a:moveTo>
                    <a:pt x="1008" y="1176"/>
                  </a:moveTo>
                  <a:lnTo>
                    <a:pt x="840" y="671"/>
                  </a:lnTo>
                  <a:lnTo>
                    <a:pt x="755" y="112"/>
                  </a:lnTo>
                </a:path>
                <a:path w="1372" h="2912" fill="none">
                  <a:moveTo>
                    <a:pt x="1372" y="1372"/>
                  </a:moveTo>
                  <a:lnTo>
                    <a:pt x="840" y="1456"/>
                  </a:lnTo>
                  <a:lnTo>
                    <a:pt x="280" y="1456"/>
                  </a:lnTo>
                  <a:lnTo>
                    <a:pt x="0" y="1512"/>
                  </a:lnTo>
                </a:path>
                <a:path w="1372" h="2912" fill="none">
                  <a:moveTo>
                    <a:pt x="840" y="1456"/>
                  </a:moveTo>
                  <a:lnTo>
                    <a:pt x="448" y="1847"/>
                  </a:lnTo>
                  <a:lnTo>
                    <a:pt x="140" y="2183"/>
                  </a:lnTo>
                </a:path>
                <a:path w="1372" h="2912" fill="none">
                  <a:moveTo>
                    <a:pt x="1372" y="1372"/>
                  </a:moveTo>
                  <a:lnTo>
                    <a:pt x="1008" y="1847"/>
                  </a:lnTo>
                  <a:lnTo>
                    <a:pt x="671" y="2407"/>
                  </a:lnTo>
                  <a:lnTo>
                    <a:pt x="364" y="2855"/>
                  </a:lnTo>
                </a:path>
                <a:path w="1372" h="2912" fill="none">
                  <a:moveTo>
                    <a:pt x="1008" y="1847"/>
                  </a:moveTo>
                  <a:lnTo>
                    <a:pt x="1175" y="2407"/>
                  </a:lnTo>
                  <a:lnTo>
                    <a:pt x="1008" y="2912"/>
                  </a:lnTo>
                </a:path>
                <a:path w="1372" h="2912" fill="none">
                  <a:moveTo>
                    <a:pt x="671" y="2407"/>
                  </a:moveTo>
                  <a:lnTo>
                    <a:pt x="224" y="2687"/>
                  </a:lnTo>
                  <a:lnTo>
                    <a:pt x="0" y="2855"/>
                  </a:lnTo>
                </a:path>
                <a:path w="1372" h="2912" fill="none">
                  <a:moveTo>
                    <a:pt x="560" y="840"/>
                  </a:moveTo>
                  <a:lnTo>
                    <a:pt x="168" y="951"/>
                  </a:lnTo>
                  <a:lnTo>
                    <a:pt x="11" y="1069"/>
                  </a:lnTo>
                </a:path>
                <a:path w="1372" h="2912" fill="none">
                  <a:moveTo>
                    <a:pt x="840" y="671"/>
                  </a:moveTo>
                  <a:lnTo>
                    <a:pt x="503" y="336"/>
                  </a:lnTo>
                </a:path>
                <a:path w="1372" h="2912" fill="none">
                  <a:moveTo>
                    <a:pt x="448" y="1847"/>
                  </a:moveTo>
                  <a:lnTo>
                    <a:pt x="503" y="2239"/>
                  </a:lnTo>
                  <a:lnTo>
                    <a:pt x="335" y="2632"/>
                  </a:lnTo>
                </a:path>
                <a:path w="1372" h="2912" fill="none">
                  <a:moveTo>
                    <a:pt x="1372" y="1372"/>
                  </a:moveTo>
                  <a:lnTo>
                    <a:pt x="1288" y="951"/>
                  </a:lnTo>
                  <a:lnTo>
                    <a:pt x="1120" y="503"/>
                  </a:lnTo>
                  <a:lnTo>
                    <a:pt x="1008" y="0"/>
                  </a:lnTo>
                </a:path>
                <a:path w="1372" h="2912" fill="none">
                  <a:moveTo>
                    <a:pt x="280" y="1456"/>
                  </a:moveTo>
                  <a:lnTo>
                    <a:pt x="111" y="17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711303" y="3473794"/>
              <a:ext cx="854632" cy="954004"/>
            </a:xfrm>
            <a:custGeom>
              <a:avLst/>
              <a:gdLst/>
              <a:ahLst/>
              <a:cxnLst/>
              <a:rect l="0" t="0" r="r" b="b"/>
              <a:pathLst>
                <a:path w="1483" h="1696" fill="none">
                  <a:moveTo>
                    <a:pt x="0" y="93"/>
                  </a:moveTo>
                  <a:lnTo>
                    <a:pt x="97" y="102"/>
                  </a:lnTo>
                  <a:lnTo>
                    <a:pt x="228" y="115"/>
                  </a:lnTo>
                  <a:lnTo>
                    <a:pt x="360" y="124"/>
                  </a:lnTo>
                  <a:lnTo>
                    <a:pt x="475" y="128"/>
                  </a:lnTo>
                  <a:lnTo>
                    <a:pt x="571" y="126"/>
                  </a:lnTo>
                  <a:lnTo>
                    <a:pt x="658" y="119"/>
                  </a:lnTo>
                  <a:lnTo>
                    <a:pt x="742" y="109"/>
                  </a:lnTo>
                  <a:lnTo>
                    <a:pt x="828" y="96"/>
                  </a:lnTo>
                  <a:lnTo>
                    <a:pt x="923" y="84"/>
                  </a:lnTo>
                  <a:lnTo>
                    <a:pt x="1037" y="68"/>
                  </a:lnTo>
                  <a:lnTo>
                    <a:pt x="1166" y="49"/>
                  </a:lnTo>
                  <a:lnTo>
                    <a:pt x="1294" y="29"/>
                  </a:lnTo>
                  <a:lnTo>
                    <a:pt x="1405" y="12"/>
                  </a:lnTo>
                  <a:lnTo>
                    <a:pt x="1483" y="0"/>
                  </a:lnTo>
                </a:path>
                <a:path w="1483" h="1696" fill="none">
                  <a:moveTo>
                    <a:pt x="37" y="1696"/>
                  </a:moveTo>
                  <a:lnTo>
                    <a:pt x="96" y="1624"/>
                  </a:lnTo>
                  <a:lnTo>
                    <a:pt x="192" y="1505"/>
                  </a:lnTo>
                  <a:lnTo>
                    <a:pt x="305" y="1367"/>
                  </a:lnTo>
                  <a:lnTo>
                    <a:pt x="422" y="1225"/>
                  </a:lnTo>
                  <a:lnTo>
                    <a:pt x="531" y="1091"/>
                  </a:lnTo>
                  <a:lnTo>
                    <a:pt x="633" y="965"/>
                  </a:lnTo>
                  <a:lnTo>
                    <a:pt x="735" y="834"/>
                  </a:lnTo>
                  <a:lnTo>
                    <a:pt x="837" y="706"/>
                  </a:lnTo>
                  <a:lnTo>
                    <a:pt x="938" y="584"/>
                  </a:lnTo>
                  <a:lnTo>
                    <a:pt x="1035" y="475"/>
                  </a:lnTo>
                  <a:lnTo>
                    <a:pt x="1135" y="376"/>
                  </a:lnTo>
                  <a:lnTo>
                    <a:pt x="1240" y="284"/>
                  </a:lnTo>
                  <a:lnTo>
                    <a:pt x="1339" y="201"/>
                  </a:lnTo>
                  <a:lnTo>
                    <a:pt x="1423" y="133"/>
                  </a:lnTo>
                  <a:lnTo>
                    <a:pt x="1483" y="8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682010" y="2477750"/>
            <a:ext cx="1021921" cy="2287528"/>
          </a:xfrm>
          <a:custGeom>
            <a:avLst/>
            <a:gdLst/>
            <a:ahLst/>
            <a:cxnLst/>
            <a:rect l="0" t="0" r="r" b="b"/>
            <a:pathLst>
              <a:path w="1773" h="4067" fill="none">
                <a:moveTo>
                  <a:pt x="193" y="4061"/>
                </a:moveTo>
                <a:lnTo>
                  <a:pt x="220" y="4032"/>
                </a:lnTo>
                <a:lnTo>
                  <a:pt x="255" y="3988"/>
                </a:lnTo>
                <a:lnTo>
                  <a:pt x="295" y="3934"/>
                </a:lnTo>
                <a:lnTo>
                  <a:pt x="296" y="3933"/>
                </a:lnTo>
                <a:lnTo>
                  <a:pt x="341" y="3875"/>
                </a:lnTo>
                <a:lnTo>
                  <a:pt x="343" y="3872"/>
                </a:lnTo>
                <a:lnTo>
                  <a:pt x="392" y="3815"/>
                </a:lnTo>
                <a:lnTo>
                  <a:pt x="396" y="3810"/>
                </a:lnTo>
                <a:lnTo>
                  <a:pt x="450" y="3759"/>
                </a:lnTo>
                <a:lnTo>
                  <a:pt x="453" y="3756"/>
                </a:lnTo>
                <a:lnTo>
                  <a:pt x="512" y="3708"/>
                </a:lnTo>
                <a:lnTo>
                  <a:pt x="514" y="3706"/>
                </a:lnTo>
                <a:lnTo>
                  <a:pt x="579" y="3657"/>
                </a:lnTo>
                <a:lnTo>
                  <a:pt x="581" y="3656"/>
                </a:lnTo>
                <a:lnTo>
                  <a:pt x="650" y="3608"/>
                </a:lnTo>
                <a:lnTo>
                  <a:pt x="653" y="3606"/>
                </a:lnTo>
                <a:lnTo>
                  <a:pt x="724" y="3562"/>
                </a:lnTo>
                <a:lnTo>
                  <a:pt x="727" y="3560"/>
                </a:lnTo>
                <a:lnTo>
                  <a:pt x="798" y="3522"/>
                </a:lnTo>
                <a:lnTo>
                  <a:pt x="802" y="3520"/>
                </a:lnTo>
                <a:lnTo>
                  <a:pt x="871" y="3490"/>
                </a:lnTo>
                <a:lnTo>
                  <a:pt x="876" y="3487"/>
                </a:lnTo>
                <a:lnTo>
                  <a:pt x="943" y="3466"/>
                </a:lnTo>
                <a:lnTo>
                  <a:pt x="948" y="3464"/>
                </a:lnTo>
                <a:lnTo>
                  <a:pt x="1015" y="3449"/>
                </a:lnTo>
                <a:lnTo>
                  <a:pt x="1021" y="3448"/>
                </a:lnTo>
                <a:lnTo>
                  <a:pt x="1087" y="3439"/>
                </a:lnTo>
                <a:lnTo>
                  <a:pt x="1092" y="3438"/>
                </a:lnTo>
                <a:lnTo>
                  <a:pt x="1158" y="3434"/>
                </a:lnTo>
                <a:lnTo>
                  <a:pt x="1162" y="3434"/>
                </a:lnTo>
                <a:lnTo>
                  <a:pt x="1226" y="3435"/>
                </a:lnTo>
                <a:lnTo>
                  <a:pt x="1230" y="3435"/>
                </a:lnTo>
                <a:lnTo>
                  <a:pt x="1292" y="3440"/>
                </a:lnTo>
                <a:lnTo>
                  <a:pt x="1298" y="3440"/>
                </a:lnTo>
                <a:lnTo>
                  <a:pt x="1359" y="3451"/>
                </a:lnTo>
                <a:lnTo>
                  <a:pt x="1365" y="3452"/>
                </a:lnTo>
                <a:lnTo>
                  <a:pt x="1426" y="3470"/>
                </a:lnTo>
                <a:lnTo>
                  <a:pt x="1430" y="3471"/>
                </a:lnTo>
                <a:lnTo>
                  <a:pt x="1489" y="3493"/>
                </a:lnTo>
                <a:lnTo>
                  <a:pt x="1492" y="3494"/>
                </a:lnTo>
                <a:lnTo>
                  <a:pt x="1548" y="3519"/>
                </a:lnTo>
                <a:lnTo>
                  <a:pt x="1550" y="3520"/>
                </a:lnTo>
                <a:lnTo>
                  <a:pt x="1603" y="3545"/>
                </a:lnTo>
                <a:lnTo>
                  <a:pt x="1603" y="3545"/>
                </a:lnTo>
                <a:lnTo>
                  <a:pt x="1651" y="3569"/>
                </a:lnTo>
                <a:lnTo>
                  <a:pt x="1655" y="3572"/>
                </a:lnTo>
                <a:lnTo>
                  <a:pt x="1660" y="3574"/>
                </a:lnTo>
                <a:lnTo>
                  <a:pt x="1704" y="3606"/>
                </a:lnTo>
                <a:lnTo>
                  <a:pt x="1708" y="3610"/>
                </a:lnTo>
                <a:lnTo>
                  <a:pt x="1712" y="3614"/>
                </a:lnTo>
                <a:lnTo>
                  <a:pt x="1754" y="3657"/>
                </a:lnTo>
                <a:lnTo>
                  <a:pt x="1756" y="3660"/>
                </a:lnTo>
                <a:lnTo>
                  <a:pt x="1773" y="3680"/>
                </a:lnTo>
                <a:lnTo>
                  <a:pt x="1773" y="3619"/>
                </a:lnTo>
                <a:lnTo>
                  <a:pt x="1768" y="3508"/>
                </a:lnTo>
                <a:lnTo>
                  <a:pt x="1759" y="3384"/>
                </a:lnTo>
                <a:lnTo>
                  <a:pt x="1749" y="3260"/>
                </a:lnTo>
                <a:lnTo>
                  <a:pt x="1749" y="3260"/>
                </a:lnTo>
                <a:lnTo>
                  <a:pt x="1741" y="3147"/>
                </a:lnTo>
                <a:lnTo>
                  <a:pt x="1741" y="3146"/>
                </a:lnTo>
                <a:lnTo>
                  <a:pt x="1735" y="3043"/>
                </a:lnTo>
                <a:lnTo>
                  <a:pt x="1728" y="2941"/>
                </a:lnTo>
                <a:lnTo>
                  <a:pt x="1720" y="2839"/>
                </a:lnTo>
                <a:lnTo>
                  <a:pt x="1712" y="2736"/>
                </a:lnTo>
                <a:lnTo>
                  <a:pt x="1704" y="2634"/>
                </a:lnTo>
                <a:lnTo>
                  <a:pt x="1704" y="2634"/>
                </a:lnTo>
                <a:lnTo>
                  <a:pt x="1696" y="2531"/>
                </a:lnTo>
                <a:lnTo>
                  <a:pt x="1696" y="2531"/>
                </a:lnTo>
                <a:lnTo>
                  <a:pt x="1689" y="2428"/>
                </a:lnTo>
                <a:lnTo>
                  <a:pt x="1689" y="2428"/>
                </a:lnTo>
                <a:lnTo>
                  <a:pt x="1682" y="2325"/>
                </a:lnTo>
                <a:lnTo>
                  <a:pt x="1675" y="2223"/>
                </a:lnTo>
                <a:lnTo>
                  <a:pt x="1668" y="2121"/>
                </a:lnTo>
                <a:lnTo>
                  <a:pt x="1660" y="2018"/>
                </a:lnTo>
                <a:lnTo>
                  <a:pt x="1652" y="1916"/>
                </a:lnTo>
                <a:lnTo>
                  <a:pt x="1642" y="1814"/>
                </a:lnTo>
                <a:lnTo>
                  <a:pt x="1633" y="1711"/>
                </a:lnTo>
                <a:lnTo>
                  <a:pt x="1622" y="1608"/>
                </a:lnTo>
                <a:lnTo>
                  <a:pt x="1611" y="1506"/>
                </a:lnTo>
                <a:lnTo>
                  <a:pt x="1599" y="1405"/>
                </a:lnTo>
                <a:lnTo>
                  <a:pt x="1585" y="1304"/>
                </a:lnTo>
                <a:lnTo>
                  <a:pt x="1569" y="1201"/>
                </a:lnTo>
                <a:lnTo>
                  <a:pt x="1552" y="1097"/>
                </a:lnTo>
                <a:lnTo>
                  <a:pt x="1534" y="993"/>
                </a:lnTo>
                <a:lnTo>
                  <a:pt x="1515" y="891"/>
                </a:lnTo>
                <a:lnTo>
                  <a:pt x="1495" y="795"/>
                </a:lnTo>
                <a:lnTo>
                  <a:pt x="1474" y="705"/>
                </a:lnTo>
                <a:lnTo>
                  <a:pt x="1452" y="620"/>
                </a:lnTo>
                <a:lnTo>
                  <a:pt x="1429" y="539"/>
                </a:lnTo>
                <a:lnTo>
                  <a:pt x="1404" y="462"/>
                </a:lnTo>
                <a:lnTo>
                  <a:pt x="1379" y="390"/>
                </a:lnTo>
                <a:lnTo>
                  <a:pt x="1355" y="325"/>
                </a:lnTo>
                <a:lnTo>
                  <a:pt x="1331" y="265"/>
                </a:lnTo>
                <a:lnTo>
                  <a:pt x="1309" y="213"/>
                </a:lnTo>
                <a:lnTo>
                  <a:pt x="1289" y="168"/>
                </a:lnTo>
                <a:lnTo>
                  <a:pt x="1269" y="131"/>
                </a:lnTo>
                <a:lnTo>
                  <a:pt x="1250" y="99"/>
                </a:lnTo>
                <a:lnTo>
                  <a:pt x="1231" y="73"/>
                </a:lnTo>
                <a:lnTo>
                  <a:pt x="1211" y="51"/>
                </a:lnTo>
                <a:lnTo>
                  <a:pt x="1189" y="31"/>
                </a:lnTo>
                <a:lnTo>
                  <a:pt x="1170" y="17"/>
                </a:lnTo>
                <a:lnTo>
                  <a:pt x="1152" y="8"/>
                </a:lnTo>
                <a:lnTo>
                  <a:pt x="1133" y="2"/>
                </a:lnTo>
                <a:lnTo>
                  <a:pt x="1111" y="0"/>
                </a:lnTo>
                <a:lnTo>
                  <a:pt x="1082" y="1"/>
                </a:lnTo>
                <a:lnTo>
                  <a:pt x="1043" y="8"/>
                </a:lnTo>
                <a:lnTo>
                  <a:pt x="997" y="20"/>
                </a:lnTo>
                <a:lnTo>
                  <a:pt x="947" y="38"/>
                </a:lnTo>
                <a:lnTo>
                  <a:pt x="894" y="61"/>
                </a:lnTo>
                <a:lnTo>
                  <a:pt x="842" y="86"/>
                </a:lnTo>
                <a:lnTo>
                  <a:pt x="794" y="115"/>
                </a:lnTo>
                <a:lnTo>
                  <a:pt x="748" y="146"/>
                </a:lnTo>
                <a:lnTo>
                  <a:pt x="702" y="182"/>
                </a:lnTo>
                <a:lnTo>
                  <a:pt x="657" y="221"/>
                </a:lnTo>
                <a:lnTo>
                  <a:pt x="613" y="264"/>
                </a:lnTo>
                <a:lnTo>
                  <a:pt x="570" y="310"/>
                </a:lnTo>
                <a:lnTo>
                  <a:pt x="529" y="359"/>
                </a:lnTo>
                <a:lnTo>
                  <a:pt x="490" y="411"/>
                </a:lnTo>
                <a:lnTo>
                  <a:pt x="452" y="466"/>
                </a:lnTo>
                <a:lnTo>
                  <a:pt x="415" y="524"/>
                </a:lnTo>
                <a:lnTo>
                  <a:pt x="379" y="585"/>
                </a:lnTo>
                <a:lnTo>
                  <a:pt x="345" y="649"/>
                </a:lnTo>
                <a:lnTo>
                  <a:pt x="313" y="716"/>
                </a:lnTo>
                <a:lnTo>
                  <a:pt x="282" y="785"/>
                </a:lnTo>
                <a:lnTo>
                  <a:pt x="252" y="858"/>
                </a:lnTo>
                <a:lnTo>
                  <a:pt x="223" y="933"/>
                </a:lnTo>
                <a:lnTo>
                  <a:pt x="197" y="1011"/>
                </a:lnTo>
                <a:lnTo>
                  <a:pt x="172" y="1090"/>
                </a:lnTo>
                <a:lnTo>
                  <a:pt x="149" y="1171"/>
                </a:lnTo>
                <a:lnTo>
                  <a:pt x="128" y="1253"/>
                </a:lnTo>
                <a:lnTo>
                  <a:pt x="109" y="1339"/>
                </a:lnTo>
                <a:lnTo>
                  <a:pt x="92" y="1426"/>
                </a:lnTo>
                <a:lnTo>
                  <a:pt x="76" y="1515"/>
                </a:lnTo>
                <a:lnTo>
                  <a:pt x="62" y="1605"/>
                </a:lnTo>
                <a:lnTo>
                  <a:pt x="49" y="1695"/>
                </a:lnTo>
                <a:lnTo>
                  <a:pt x="38" y="1785"/>
                </a:lnTo>
                <a:lnTo>
                  <a:pt x="29" y="1877"/>
                </a:lnTo>
                <a:lnTo>
                  <a:pt x="21" y="1970"/>
                </a:lnTo>
                <a:lnTo>
                  <a:pt x="15" y="2063"/>
                </a:lnTo>
                <a:lnTo>
                  <a:pt x="9" y="2156"/>
                </a:lnTo>
                <a:lnTo>
                  <a:pt x="5" y="2249"/>
                </a:lnTo>
                <a:lnTo>
                  <a:pt x="2" y="2342"/>
                </a:lnTo>
                <a:lnTo>
                  <a:pt x="0" y="2435"/>
                </a:lnTo>
                <a:lnTo>
                  <a:pt x="0" y="2528"/>
                </a:lnTo>
                <a:lnTo>
                  <a:pt x="0" y="2621"/>
                </a:lnTo>
                <a:lnTo>
                  <a:pt x="2" y="2713"/>
                </a:lnTo>
                <a:lnTo>
                  <a:pt x="5" y="2804"/>
                </a:lnTo>
                <a:lnTo>
                  <a:pt x="10" y="2895"/>
                </a:lnTo>
                <a:lnTo>
                  <a:pt x="16" y="2985"/>
                </a:lnTo>
                <a:lnTo>
                  <a:pt x="23" y="3075"/>
                </a:lnTo>
                <a:lnTo>
                  <a:pt x="31" y="3164"/>
                </a:lnTo>
                <a:lnTo>
                  <a:pt x="40" y="3250"/>
                </a:lnTo>
                <a:lnTo>
                  <a:pt x="49" y="3331"/>
                </a:lnTo>
                <a:lnTo>
                  <a:pt x="59" y="3409"/>
                </a:lnTo>
                <a:lnTo>
                  <a:pt x="70" y="3485"/>
                </a:lnTo>
                <a:lnTo>
                  <a:pt x="81" y="3557"/>
                </a:lnTo>
                <a:lnTo>
                  <a:pt x="92" y="3627"/>
                </a:lnTo>
                <a:lnTo>
                  <a:pt x="104" y="3694"/>
                </a:lnTo>
                <a:lnTo>
                  <a:pt x="116" y="3759"/>
                </a:lnTo>
                <a:lnTo>
                  <a:pt x="128" y="3824"/>
                </a:lnTo>
                <a:lnTo>
                  <a:pt x="140" y="3890"/>
                </a:lnTo>
                <a:lnTo>
                  <a:pt x="153" y="3952"/>
                </a:lnTo>
                <a:lnTo>
                  <a:pt x="165" y="4007"/>
                </a:lnTo>
                <a:lnTo>
                  <a:pt x="178" y="4050"/>
                </a:lnTo>
                <a:lnTo>
                  <a:pt x="185" y="4067"/>
                </a:lnTo>
                <a:lnTo>
                  <a:pt x="193" y="406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994771" y="2399779"/>
            <a:ext cx="425780" cy="315565"/>
          </a:xfrm>
          <a:custGeom>
            <a:avLst/>
            <a:gdLst/>
            <a:ahLst/>
            <a:cxnLst/>
            <a:rect l="0" t="0" r="r" b="b"/>
            <a:pathLst>
              <a:path w="739" h="561">
                <a:moveTo>
                  <a:pt x="320" y="401"/>
                </a:moveTo>
                <a:cubicBezTo>
                  <a:pt x="320" y="489"/>
                  <a:pt x="248" y="561"/>
                  <a:pt x="160" y="561"/>
                </a:cubicBezTo>
                <a:cubicBezTo>
                  <a:pt x="71" y="561"/>
                  <a:pt x="0" y="489"/>
                  <a:pt x="0" y="401"/>
                </a:cubicBezTo>
                <a:cubicBezTo>
                  <a:pt x="0" y="312"/>
                  <a:pt x="71" y="241"/>
                  <a:pt x="160" y="241"/>
                </a:cubicBezTo>
                <a:cubicBezTo>
                  <a:pt x="248" y="241"/>
                  <a:pt x="320" y="312"/>
                  <a:pt x="320" y="401"/>
                </a:cubicBezTo>
                <a:close/>
                <a:moveTo>
                  <a:pt x="739" y="200"/>
                </a:moveTo>
                <a:cubicBezTo>
                  <a:pt x="739" y="310"/>
                  <a:pt x="649" y="400"/>
                  <a:pt x="539" y="400"/>
                </a:cubicBezTo>
                <a:cubicBezTo>
                  <a:pt x="428" y="400"/>
                  <a:pt x="339" y="310"/>
                  <a:pt x="339" y="200"/>
                </a:cubicBezTo>
                <a:cubicBezTo>
                  <a:pt x="339" y="89"/>
                  <a:pt x="428" y="0"/>
                  <a:pt x="539" y="0"/>
                </a:cubicBezTo>
                <a:cubicBezTo>
                  <a:pt x="649" y="0"/>
                  <a:pt x="739" y="89"/>
                  <a:pt x="73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Colapso parcial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borde pulmonar se aleja de la pared.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PARCIAL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Colapso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parcial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predominio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apical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el paciente erguido.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COLAPSO PARCIAL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53922" y="2929932"/>
            <a:ext cx="583955" cy="1307159"/>
            <a:chOff x="2053922" y="2929932"/>
            <a:chExt cx="583955" cy="1307159"/>
          </a:xfrm>
        </p:grpSpPr>
        <p:sp>
          <p:nvSpPr>
            <p:cNvPr id="17" name="Forma 16"/>
            <p:cNvSpPr/>
            <p:nvPr/>
          </p:nvSpPr>
          <p:spPr>
            <a:xfrm>
              <a:off x="2053922" y="2929932"/>
              <a:ext cx="583955" cy="13071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98164" y="3058213"/>
              <a:ext cx="451640" cy="935760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75573" y="3499100"/>
              <a:ext cx="483448" cy="540061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53922" y="2929932"/>
            <a:ext cx="583955" cy="1307159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2149624" y="2851636"/>
            <a:ext cx="375698" cy="313112"/>
          </a:xfrm>
          <a:custGeom>
            <a:avLst/>
            <a:gdLst/>
            <a:ahLst/>
            <a:cxnLst/>
            <a:rect l="0" t="0" r="r" b="b"/>
            <a:pathLst>
              <a:path w="652" h="556">
                <a:moveTo>
                  <a:pt x="320" y="396"/>
                </a:moveTo>
                <a:cubicBezTo>
                  <a:pt x="320" y="485"/>
                  <a:pt x="248" y="556"/>
                  <a:pt x="160" y="556"/>
                </a:cubicBezTo>
                <a:cubicBezTo>
                  <a:pt x="71" y="556"/>
                  <a:pt x="0" y="485"/>
                  <a:pt x="0" y="396"/>
                </a:cubicBezTo>
                <a:cubicBezTo>
                  <a:pt x="0" y="308"/>
                  <a:pt x="71" y="236"/>
                  <a:pt x="160" y="236"/>
                </a:cubicBezTo>
                <a:cubicBezTo>
                  <a:pt x="248" y="236"/>
                  <a:pt x="320" y="308"/>
                  <a:pt x="320" y="396"/>
                </a:cubicBezTo>
                <a:close/>
                <a:moveTo>
                  <a:pt x="652" y="200"/>
                </a:moveTo>
                <a:cubicBezTo>
                  <a:pt x="652" y="310"/>
                  <a:pt x="562" y="400"/>
                  <a:pt x="452" y="400"/>
                </a:cubicBezTo>
                <a:cubicBezTo>
                  <a:pt x="341" y="400"/>
                  <a:pt x="252" y="310"/>
                  <a:pt x="252" y="200"/>
                </a:cubicBezTo>
                <a:cubicBezTo>
                  <a:pt x="252" y="89"/>
                  <a:pt x="341" y="0"/>
                  <a:pt x="452" y="0"/>
                </a:cubicBezTo>
                <a:cubicBezTo>
                  <a:pt x="562" y="0"/>
                  <a:pt x="652" y="89"/>
                  <a:pt x="652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Colapso extenso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del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la radiografía (Unidad XV).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EXTENSO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Colapso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extenso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pulmón queda como un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muñón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hacia el hilio.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COLAPSO EXTENSO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53922" y="2929932"/>
            <a:ext cx="583955" cy="1307159"/>
            <a:chOff x="2053922" y="2929932"/>
            <a:chExt cx="583955" cy="1307159"/>
          </a:xfrm>
        </p:grpSpPr>
        <p:sp>
          <p:nvSpPr>
            <p:cNvPr id="17" name="Forma 16"/>
            <p:cNvSpPr/>
            <p:nvPr/>
          </p:nvSpPr>
          <p:spPr>
            <a:xfrm>
              <a:off x="2053922" y="2929932"/>
              <a:ext cx="583955" cy="13071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98164" y="3058213"/>
              <a:ext cx="451640" cy="935760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75573" y="3499100"/>
              <a:ext cx="483448" cy="540061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53922" y="2929932"/>
            <a:ext cx="583955" cy="1307159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2149624" y="2851636"/>
            <a:ext cx="375698" cy="313112"/>
          </a:xfrm>
          <a:custGeom>
            <a:avLst/>
            <a:gdLst/>
            <a:ahLst/>
            <a:cxnLst/>
            <a:rect l="0" t="0" r="r" b="b"/>
            <a:pathLst>
              <a:path w="652" h="556">
                <a:moveTo>
                  <a:pt x="320" y="396"/>
                </a:moveTo>
                <a:cubicBezTo>
                  <a:pt x="320" y="485"/>
                  <a:pt x="248" y="556"/>
                  <a:pt x="160" y="556"/>
                </a:cubicBezTo>
                <a:cubicBezTo>
                  <a:pt x="71" y="556"/>
                  <a:pt x="0" y="485"/>
                  <a:pt x="0" y="396"/>
                </a:cubicBezTo>
                <a:cubicBezTo>
                  <a:pt x="0" y="308"/>
                  <a:pt x="71" y="236"/>
                  <a:pt x="160" y="236"/>
                </a:cubicBezTo>
                <a:cubicBezTo>
                  <a:pt x="248" y="236"/>
                  <a:pt x="320" y="308"/>
                  <a:pt x="320" y="396"/>
                </a:cubicBezTo>
                <a:close/>
                <a:moveTo>
                  <a:pt x="652" y="200"/>
                </a:moveTo>
                <a:cubicBezTo>
                  <a:pt x="652" y="310"/>
                  <a:pt x="562" y="400"/>
                  <a:pt x="452" y="400"/>
                </a:cubicBezTo>
                <a:cubicBezTo>
                  <a:pt x="341" y="400"/>
                  <a:pt x="252" y="310"/>
                  <a:pt x="252" y="200"/>
                </a:cubicBezTo>
                <a:cubicBezTo>
                  <a:pt x="252" y="89"/>
                  <a:pt x="341" y="0"/>
                  <a:pt x="452" y="0"/>
                </a:cubicBezTo>
                <a:cubicBezTo>
                  <a:pt x="562" y="0"/>
                  <a:pt x="652" y="89"/>
                  <a:pt x="652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Ventilac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La gravedad depende del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tamaño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y de la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reserva pulmonar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pulmón ventilado →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taquipnea; posible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hipoxemia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(SpO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&lt; 90 %).</a:t>
            </a:r>
            <a:endParaRPr lang="es-AR" sz="2000" dirty="0">
              <a:latin typeface="Mali"/>
            </a:endParaRPr>
          </a:p>
        </p:txBody>
      </p:sp>
      <p:sp>
        <p:nvSpPr>
          <p:cNvPr id="53" name="SpO2"/>
          <p:cNvSpPr/>
          <p:nvPr/>
        </p:nvSpPr>
        <p:spPr>
          <a:xfrm>
            <a:off x="8229600" y="5486400"/>
            <a:ext cx="365760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SpO</a:t>
            </a:r>
            <a:r>
              <a:rPr lang="es-AR" sz="1900" b="1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&lt; 90 % = hipoxemia significativa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25605" y="91440"/>
            <a:ext cx="570149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VENTILATORIA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53922" y="2929932"/>
            <a:ext cx="583955" cy="1307159"/>
            <a:chOff x="2053922" y="2929932"/>
            <a:chExt cx="583955" cy="1307159"/>
          </a:xfrm>
        </p:grpSpPr>
        <p:sp>
          <p:nvSpPr>
            <p:cNvPr id="17" name="Forma 16"/>
            <p:cNvSpPr/>
            <p:nvPr/>
          </p:nvSpPr>
          <p:spPr>
            <a:xfrm>
              <a:off x="2053922" y="2929932"/>
              <a:ext cx="583955" cy="13071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98164" y="3058213"/>
              <a:ext cx="451640" cy="935760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75573" y="3499100"/>
              <a:ext cx="483448" cy="540061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53922" y="2929932"/>
            <a:ext cx="583955" cy="1307159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2149624" y="2851636"/>
            <a:ext cx="375698" cy="313112"/>
          </a:xfrm>
          <a:custGeom>
            <a:avLst/>
            <a:gdLst/>
            <a:ahLst/>
            <a:cxnLst/>
            <a:rect l="0" t="0" r="r" b="b"/>
            <a:pathLst>
              <a:path w="652" h="556">
                <a:moveTo>
                  <a:pt x="320" y="396"/>
                </a:moveTo>
                <a:cubicBezTo>
                  <a:pt x="320" y="485"/>
                  <a:pt x="248" y="556"/>
                  <a:pt x="160" y="556"/>
                </a:cubicBezTo>
                <a:cubicBezTo>
                  <a:pt x="71" y="556"/>
                  <a:pt x="0" y="485"/>
                  <a:pt x="0" y="396"/>
                </a:cubicBezTo>
                <a:cubicBezTo>
                  <a:pt x="0" y="308"/>
                  <a:pt x="71" y="236"/>
                  <a:pt x="160" y="236"/>
                </a:cubicBezTo>
                <a:cubicBezTo>
                  <a:pt x="248" y="236"/>
                  <a:pt x="320" y="308"/>
                  <a:pt x="320" y="396"/>
                </a:cubicBezTo>
                <a:close/>
                <a:moveTo>
                  <a:pt x="652" y="200"/>
                </a:moveTo>
                <a:cubicBezTo>
                  <a:pt x="652" y="310"/>
                  <a:pt x="562" y="400"/>
                  <a:pt x="452" y="400"/>
                </a:cubicBezTo>
                <a:cubicBezTo>
                  <a:pt x="341" y="400"/>
                  <a:pt x="252" y="310"/>
                  <a:pt x="252" y="200"/>
                </a:cubicBezTo>
                <a:cubicBezTo>
                  <a:pt x="252" y="89"/>
                  <a:pt x="341" y="0"/>
                  <a:pt x="452" y="0"/>
                </a:cubicBezTo>
                <a:cubicBezTo>
                  <a:pt x="562" y="0"/>
                  <a:pt x="652" y="89"/>
                  <a:pt x="652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Manometro"/>
          <p:cNvGrpSpPr/>
          <p:nvPr/>
        </p:nvGrpSpPr>
        <p:grpSpPr>
          <a:xfrm>
            <a:off x="6126480" y="896112"/>
            <a:ext cx="1965960" cy="4471416"/>
            <a:chOff x="6126480" y="896112"/>
            <a:chExt cx="1965960" cy="4471416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89611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Clínica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434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Tríada clásica del neumotórax simple.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pleurítico · disnea · tos seca; hipersonoridad y ausencia de murmullo (Unidad XIII).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493048" y="91440"/>
            <a:ext cx="45340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HALLAZGOS CLÍNICOS</a:t>
            </a:r>
            <a:endParaRPr lang="es-AR" sz="2400" dirty="0">
              <a:latin typeface="Mali"/>
            </a:endParaRPr>
          </a:p>
        </p:txBody>
      </p: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412577" y="1042416"/>
            <a:ext cx="3015325" cy="307238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360627" y="1218438"/>
            <a:ext cx="1119226" cy="235229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471830" y="1298448"/>
            <a:ext cx="2896819" cy="2637130"/>
            <a:chOff x="471830" y="1298448"/>
            <a:chExt cx="2896819" cy="2637130"/>
          </a:xfrm>
        </p:grpSpPr>
        <p:sp>
          <p:nvSpPr>
            <p:cNvPr id="7" name="Forma 6"/>
            <p:cNvSpPr/>
            <p:nvPr/>
          </p:nvSpPr>
          <p:spPr>
            <a:xfrm>
              <a:off x="471830" y="1298448"/>
              <a:ext cx="2896819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71830" y="1298448"/>
              <a:ext cx="2896819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652882" y="1323044"/>
            <a:ext cx="1115202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2143887" y="1323044"/>
            <a:ext cx="1043711" cy="248171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926058" y="1707737"/>
            <a:ext cx="433169" cy="2051814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528526" y="1042416"/>
            <a:ext cx="783428" cy="1372957"/>
            <a:chOff x="1528526" y="1042416"/>
            <a:chExt cx="783428" cy="1372957"/>
          </a:xfrm>
        </p:grpSpPr>
        <p:sp>
          <p:nvSpPr>
            <p:cNvPr id="13" name="Forma 12"/>
            <p:cNvSpPr/>
            <p:nvPr/>
          </p:nvSpPr>
          <p:spPr>
            <a:xfrm>
              <a:off x="1528526" y="1042416"/>
              <a:ext cx="783428" cy="137295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860987" y="1138428"/>
              <a:ext cx="118506" cy="70008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652882" y="1323044"/>
            <a:ext cx="1115202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56" y="8584"/>
                </a:moveTo>
                <a:lnTo>
                  <a:pt x="1354" y="8585"/>
                </a:lnTo>
                <a:lnTo>
                  <a:pt x="1352" y="8586"/>
                </a:lnTo>
                <a:lnTo>
                  <a:pt x="1349" y="8588"/>
                </a:lnTo>
                <a:lnTo>
                  <a:pt x="1347" y="8588"/>
                </a:lnTo>
                <a:lnTo>
                  <a:pt x="1344" y="8589"/>
                </a:lnTo>
                <a:lnTo>
                  <a:pt x="1342" y="8589"/>
                </a:lnTo>
                <a:lnTo>
                  <a:pt x="1339" y="8590"/>
                </a:lnTo>
                <a:lnTo>
                  <a:pt x="1337" y="8589"/>
                </a:lnTo>
                <a:lnTo>
                  <a:pt x="1334" y="8589"/>
                </a:lnTo>
                <a:lnTo>
                  <a:pt x="1332" y="8588"/>
                </a:lnTo>
                <a:lnTo>
                  <a:pt x="1329" y="8587"/>
                </a:lnTo>
                <a:lnTo>
                  <a:pt x="1327" y="8586"/>
                </a:lnTo>
                <a:lnTo>
                  <a:pt x="1324" y="8585"/>
                </a:lnTo>
                <a:lnTo>
                  <a:pt x="1322" y="8583"/>
                </a:lnTo>
                <a:lnTo>
                  <a:pt x="1320" y="8582"/>
                </a:lnTo>
                <a:lnTo>
                  <a:pt x="1319" y="8580"/>
                </a:lnTo>
                <a:lnTo>
                  <a:pt x="1317" y="8578"/>
                </a:lnTo>
                <a:lnTo>
                  <a:pt x="1316" y="8575"/>
                </a:lnTo>
                <a:lnTo>
                  <a:pt x="1315" y="8573"/>
                </a:lnTo>
                <a:lnTo>
                  <a:pt x="1302" y="8542"/>
                </a:lnTo>
                <a:lnTo>
                  <a:pt x="1301" y="8540"/>
                </a:lnTo>
                <a:lnTo>
                  <a:pt x="1279" y="8461"/>
                </a:lnTo>
                <a:lnTo>
                  <a:pt x="1279" y="8460"/>
                </a:lnTo>
                <a:lnTo>
                  <a:pt x="1256" y="8361"/>
                </a:lnTo>
                <a:lnTo>
                  <a:pt x="1256" y="8360"/>
                </a:lnTo>
                <a:lnTo>
                  <a:pt x="1233" y="8248"/>
                </a:lnTo>
                <a:lnTo>
                  <a:pt x="1233" y="8247"/>
                </a:lnTo>
                <a:lnTo>
                  <a:pt x="1211" y="8129"/>
                </a:lnTo>
                <a:lnTo>
                  <a:pt x="1189" y="8010"/>
                </a:lnTo>
                <a:lnTo>
                  <a:pt x="1168" y="7893"/>
                </a:lnTo>
                <a:lnTo>
                  <a:pt x="1167" y="7893"/>
                </a:lnTo>
                <a:lnTo>
                  <a:pt x="1146" y="7772"/>
                </a:lnTo>
                <a:lnTo>
                  <a:pt x="1146" y="7771"/>
                </a:lnTo>
                <a:lnTo>
                  <a:pt x="1125" y="7645"/>
                </a:lnTo>
                <a:lnTo>
                  <a:pt x="1125" y="7645"/>
                </a:lnTo>
                <a:lnTo>
                  <a:pt x="1105" y="7515"/>
                </a:lnTo>
                <a:lnTo>
                  <a:pt x="1105" y="7514"/>
                </a:lnTo>
                <a:lnTo>
                  <a:pt x="1086" y="7379"/>
                </a:lnTo>
                <a:lnTo>
                  <a:pt x="1086" y="7378"/>
                </a:lnTo>
                <a:lnTo>
                  <a:pt x="1069" y="7237"/>
                </a:lnTo>
                <a:lnTo>
                  <a:pt x="1069" y="7237"/>
                </a:lnTo>
                <a:lnTo>
                  <a:pt x="1052" y="7089"/>
                </a:lnTo>
                <a:lnTo>
                  <a:pt x="1052" y="7089"/>
                </a:lnTo>
                <a:lnTo>
                  <a:pt x="1036" y="6934"/>
                </a:lnTo>
                <a:lnTo>
                  <a:pt x="1036" y="6934"/>
                </a:lnTo>
                <a:lnTo>
                  <a:pt x="1021" y="6774"/>
                </a:lnTo>
                <a:lnTo>
                  <a:pt x="1021" y="6774"/>
                </a:lnTo>
                <a:lnTo>
                  <a:pt x="1008" y="6611"/>
                </a:lnTo>
                <a:lnTo>
                  <a:pt x="1008" y="6611"/>
                </a:lnTo>
                <a:lnTo>
                  <a:pt x="997" y="6447"/>
                </a:lnTo>
                <a:lnTo>
                  <a:pt x="997" y="6446"/>
                </a:lnTo>
                <a:lnTo>
                  <a:pt x="988" y="6283"/>
                </a:lnTo>
                <a:lnTo>
                  <a:pt x="988" y="6283"/>
                </a:lnTo>
                <a:lnTo>
                  <a:pt x="983" y="6119"/>
                </a:lnTo>
                <a:lnTo>
                  <a:pt x="983" y="6118"/>
                </a:lnTo>
                <a:lnTo>
                  <a:pt x="979" y="5952"/>
                </a:lnTo>
                <a:lnTo>
                  <a:pt x="979" y="5952"/>
                </a:lnTo>
                <a:lnTo>
                  <a:pt x="978" y="5784"/>
                </a:lnTo>
                <a:lnTo>
                  <a:pt x="978" y="5784"/>
                </a:lnTo>
                <a:lnTo>
                  <a:pt x="979" y="5615"/>
                </a:lnTo>
                <a:lnTo>
                  <a:pt x="979" y="5615"/>
                </a:lnTo>
                <a:lnTo>
                  <a:pt x="983" y="5446"/>
                </a:lnTo>
                <a:lnTo>
                  <a:pt x="983" y="5446"/>
                </a:lnTo>
                <a:lnTo>
                  <a:pt x="988" y="5278"/>
                </a:lnTo>
                <a:lnTo>
                  <a:pt x="988" y="5278"/>
                </a:lnTo>
                <a:lnTo>
                  <a:pt x="996" y="5110"/>
                </a:lnTo>
                <a:lnTo>
                  <a:pt x="996" y="5110"/>
                </a:lnTo>
                <a:lnTo>
                  <a:pt x="1006" y="4941"/>
                </a:lnTo>
                <a:lnTo>
                  <a:pt x="1006" y="4941"/>
                </a:lnTo>
                <a:lnTo>
                  <a:pt x="1017" y="4773"/>
                </a:lnTo>
                <a:lnTo>
                  <a:pt x="1017" y="4772"/>
                </a:lnTo>
                <a:lnTo>
                  <a:pt x="1032" y="4605"/>
                </a:lnTo>
                <a:lnTo>
                  <a:pt x="1032" y="4605"/>
                </a:lnTo>
                <a:lnTo>
                  <a:pt x="1049" y="4439"/>
                </a:lnTo>
                <a:lnTo>
                  <a:pt x="1049" y="4438"/>
                </a:lnTo>
                <a:lnTo>
                  <a:pt x="1069" y="4275"/>
                </a:lnTo>
                <a:lnTo>
                  <a:pt x="1069" y="4274"/>
                </a:lnTo>
                <a:lnTo>
                  <a:pt x="1091" y="4112"/>
                </a:lnTo>
                <a:lnTo>
                  <a:pt x="1092" y="4111"/>
                </a:lnTo>
                <a:lnTo>
                  <a:pt x="1117" y="3949"/>
                </a:lnTo>
                <a:lnTo>
                  <a:pt x="1117" y="3949"/>
                </a:lnTo>
                <a:lnTo>
                  <a:pt x="1145" y="3788"/>
                </a:lnTo>
                <a:lnTo>
                  <a:pt x="1145" y="3788"/>
                </a:lnTo>
                <a:lnTo>
                  <a:pt x="1176" y="3630"/>
                </a:lnTo>
                <a:lnTo>
                  <a:pt x="1176" y="3629"/>
                </a:lnTo>
                <a:lnTo>
                  <a:pt x="1210" y="3475"/>
                </a:lnTo>
                <a:lnTo>
                  <a:pt x="1211" y="3474"/>
                </a:lnTo>
                <a:lnTo>
                  <a:pt x="1248" y="3325"/>
                </a:lnTo>
                <a:lnTo>
                  <a:pt x="1249" y="3324"/>
                </a:lnTo>
                <a:lnTo>
                  <a:pt x="1290" y="3178"/>
                </a:lnTo>
                <a:lnTo>
                  <a:pt x="1290" y="3178"/>
                </a:lnTo>
                <a:lnTo>
                  <a:pt x="1335" y="3034"/>
                </a:lnTo>
                <a:lnTo>
                  <a:pt x="1336" y="3034"/>
                </a:lnTo>
                <a:lnTo>
                  <a:pt x="1384" y="2894"/>
                </a:lnTo>
                <a:lnTo>
                  <a:pt x="1384" y="2893"/>
                </a:lnTo>
                <a:lnTo>
                  <a:pt x="1436" y="2757"/>
                </a:lnTo>
                <a:lnTo>
                  <a:pt x="1436" y="2757"/>
                </a:lnTo>
                <a:lnTo>
                  <a:pt x="1490" y="2626"/>
                </a:lnTo>
                <a:lnTo>
                  <a:pt x="1490" y="2625"/>
                </a:lnTo>
                <a:lnTo>
                  <a:pt x="1547" y="2500"/>
                </a:lnTo>
                <a:lnTo>
                  <a:pt x="1547" y="2499"/>
                </a:lnTo>
                <a:lnTo>
                  <a:pt x="1606" y="2379"/>
                </a:lnTo>
                <a:lnTo>
                  <a:pt x="1606" y="2378"/>
                </a:lnTo>
                <a:lnTo>
                  <a:pt x="1668" y="2262"/>
                </a:lnTo>
                <a:lnTo>
                  <a:pt x="1668" y="2261"/>
                </a:lnTo>
                <a:lnTo>
                  <a:pt x="1732" y="2150"/>
                </a:lnTo>
                <a:lnTo>
                  <a:pt x="1733" y="2149"/>
                </a:lnTo>
                <a:lnTo>
                  <a:pt x="1799" y="2044"/>
                </a:lnTo>
                <a:lnTo>
                  <a:pt x="1800" y="2043"/>
                </a:lnTo>
                <a:lnTo>
                  <a:pt x="1868" y="1944"/>
                </a:lnTo>
                <a:lnTo>
                  <a:pt x="1869" y="1943"/>
                </a:lnTo>
                <a:lnTo>
                  <a:pt x="1940" y="1849"/>
                </a:lnTo>
                <a:lnTo>
                  <a:pt x="1941" y="1848"/>
                </a:lnTo>
                <a:lnTo>
                  <a:pt x="2015" y="1760"/>
                </a:lnTo>
                <a:lnTo>
                  <a:pt x="2016" y="1759"/>
                </a:lnTo>
                <a:lnTo>
                  <a:pt x="2093" y="1676"/>
                </a:lnTo>
                <a:lnTo>
                  <a:pt x="2094" y="1675"/>
                </a:lnTo>
                <a:lnTo>
                  <a:pt x="2174" y="1598"/>
                </a:lnTo>
                <a:lnTo>
                  <a:pt x="2175" y="1597"/>
                </a:lnTo>
                <a:lnTo>
                  <a:pt x="2257" y="1526"/>
                </a:lnTo>
                <a:lnTo>
                  <a:pt x="2258" y="1525"/>
                </a:lnTo>
                <a:lnTo>
                  <a:pt x="2341" y="1460"/>
                </a:lnTo>
                <a:lnTo>
                  <a:pt x="2342" y="1459"/>
                </a:lnTo>
                <a:lnTo>
                  <a:pt x="2425" y="1402"/>
                </a:lnTo>
                <a:lnTo>
                  <a:pt x="2427" y="1401"/>
                </a:lnTo>
                <a:lnTo>
                  <a:pt x="2514" y="1350"/>
                </a:lnTo>
                <a:lnTo>
                  <a:pt x="2515" y="1349"/>
                </a:lnTo>
                <a:lnTo>
                  <a:pt x="2608" y="1303"/>
                </a:lnTo>
                <a:lnTo>
                  <a:pt x="2610" y="1302"/>
                </a:lnTo>
                <a:lnTo>
                  <a:pt x="2705" y="1262"/>
                </a:lnTo>
                <a:lnTo>
                  <a:pt x="2706" y="1261"/>
                </a:lnTo>
                <a:lnTo>
                  <a:pt x="2798" y="1229"/>
                </a:lnTo>
                <a:lnTo>
                  <a:pt x="2800" y="1228"/>
                </a:lnTo>
                <a:lnTo>
                  <a:pt x="2883" y="1205"/>
                </a:lnTo>
                <a:lnTo>
                  <a:pt x="2885" y="1205"/>
                </a:lnTo>
                <a:lnTo>
                  <a:pt x="2954" y="1193"/>
                </a:lnTo>
                <a:lnTo>
                  <a:pt x="2958" y="1192"/>
                </a:lnTo>
                <a:lnTo>
                  <a:pt x="3011" y="1190"/>
                </a:lnTo>
                <a:lnTo>
                  <a:pt x="3013" y="1190"/>
                </a:lnTo>
                <a:lnTo>
                  <a:pt x="3015" y="1190"/>
                </a:lnTo>
                <a:lnTo>
                  <a:pt x="3056" y="1195"/>
                </a:lnTo>
                <a:lnTo>
                  <a:pt x="3058" y="1195"/>
                </a:lnTo>
                <a:lnTo>
                  <a:pt x="3060" y="1196"/>
                </a:lnTo>
                <a:lnTo>
                  <a:pt x="3094" y="1206"/>
                </a:lnTo>
                <a:lnTo>
                  <a:pt x="3096" y="1207"/>
                </a:lnTo>
                <a:lnTo>
                  <a:pt x="3098" y="1208"/>
                </a:lnTo>
                <a:lnTo>
                  <a:pt x="3131" y="1225"/>
                </a:lnTo>
                <a:lnTo>
                  <a:pt x="3133" y="1226"/>
                </a:lnTo>
                <a:lnTo>
                  <a:pt x="3134" y="1227"/>
                </a:lnTo>
                <a:lnTo>
                  <a:pt x="3169" y="1253"/>
                </a:lnTo>
                <a:lnTo>
                  <a:pt x="3171" y="1254"/>
                </a:lnTo>
                <a:lnTo>
                  <a:pt x="3210" y="1289"/>
                </a:lnTo>
                <a:lnTo>
                  <a:pt x="3212" y="1291"/>
                </a:lnTo>
                <a:lnTo>
                  <a:pt x="3249" y="1331"/>
                </a:lnTo>
                <a:lnTo>
                  <a:pt x="3251" y="1333"/>
                </a:lnTo>
                <a:lnTo>
                  <a:pt x="3285" y="1380"/>
                </a:lnTo>
                <a:lnTo>
                  <a:pt x="3287" y="1382"/>
                </a:lnTo>
                <a:lnTo>
                  <a:pt x="3321" y="1439"/>
                </a:lnTo>
                <a:lnTo>
                  <a:pt x="3322" y="1441"/>
                </a:lnTo>
                <a:lnTo>
                  <a:pt x="3357" y="1509"/>
                </a:lnTo>
                <a:lnTo>
                  <a:pt x="3358" y="1510"/>
                </a:lnTo>
                <a:lnTo>
                  <a:pt x="3395" y="1591"/>
                </a:lnTo>
                <a:lnTo>
                  <a:pt x="3395" y="1592"/>
                </a:lnTo>
                <a:lnTo>
                  <a:pt x="3435" y="1686"/>
                </a:lnTo>
                <a:lnTo>
                  <a:pt x="3435" y="1686"/>
                </a:lnTo>
                <a:lnTo>
                  <a:pt x="3477" y="1794"/>
                </a:lnTo>
                <a:lnTo>
                  <a:pt x="3477" y="1794"/>
                </a:lnTo>
                <a:lnTo>
                  <a:pt x="3522" y="1913"/>
                </a:lnTo>
                <a:lnTo>
                  <a:pt x="3522" y="1914"/>
                </a:lnTo>
                <a:lnTo>
                  <a:pt x="3567" y="2043"/>
                </a:lnTo>
                <a:lnTo>
                  <a:pt x="3567" y="2044"/>
                </a:lnTo>
                <a:lnTo>
                  <a:pt x="3611" y="2183"/>
                </a:lnTo>
                <a:lnTo>
                  <a:pt x="3611" y="2183"/>
                </a:lnTo>
                <a:lnTo>
                  <a:pt x="3654" y="2330"/>
                </a:lnTo>
                <a:lnTo>
                  <a:pt x="3654" y="2330"/>
                </a:lnTo>
                <a:lnTo>
                  <a:pt x="3694" y="2483"/>
                </a:lnTo>
                <a:lnTo>
                  <a:pt x="3694" y="2484"/>
                </a:lnTo>
                <a:lnTo>
                  <a:pt x="3731" y="2647"/>
                </a:lnTo>
                <a:lnTo>
                  <a:pt x="3731" y="2647"/>
                </a:lnTo>
                <a:lnTo>
                  <a:pt x="3768" y="2822"/>
                </a:lnTo>
                <a:lnTo>
                  <a:pt x="3768" y="2822"/>
                </a:lnTo>
                <a:lnTo>
                  <a:pt x="3803" y="3005"/>
                </a:lnTo>
                <a:lnTo>
                  <a:pt x="3803" y="3006"/>
                </a:lnTo>
                <a:lnTo>
                  <a:pt x="3836" y="3193"/>
                </a:lnTo>
                <a:lnTo>
                  <a:pt x="3836" y="3194"/>
                </a:lnTo>
                <a:lnTo>
                  <a:pt x="3866" y="3382"/>
                </a:lnTo>
                <a:lnTo>
                  <a:pt x="3866" y="3382"/>
                </a:lnTo>
                <a:lnTo>
                  <a:pt x="3894" y="3567"/>
                </a:lnTo>
                <a:lnTo>
                  <a:pt x="3894" y="3568"/>
                </a:lnTo>
                <a:lnTo>
                  <a:pt x="3920" y="3750"/>
                </a:lnTo>
                <a:lnTo>
                  <a:pt x="3920" y="3751"/>
                </a:lnTo>
                <a:lnTo>
                  <a:pt x="3942" y="3934"/>
                </a:lnTo>
                <a:lnTo>
                  <a:pt x="3942" y="3935"/>
                </a:lnTo>
                <a:lnTo>
                  <a:pt x="3962" y="4119"/>
                </a:lnTo>
                <a:lnTo>
                  <a:pt x="3962" y="4119"/>
                </a:lnTo>
                <a:lnTo>
                  <a:pt x="3981" y="4305"/>
                </a:lnTo>
                <a:lnTo>
                  <a:pt x="3981" y="4305"/>
                </a:lnTo>
                <a:lnTo>
                  <a:pt x="3998" y="4490"/>
                </a:lnTo>
                <a:lnTo>
                  <a:pt x="3998" y="4490"/>
                </a:lnTo>
                <a:lnTo>
                  <a:pt x="4015" y="4675"/>
                </a:lnTo>
                <a:lnTo>
                  <a:pt x="4015" y="4676"/>
                </a:lnTo>
                <a:lnTo>
                  <a:pt x="4031" y="4860"/>
                </a:lnTo>
                <a:lnTo>
                  <a:pt x="4031" y="4860"/>
                </a:lnTo>
                <a:lnTo>
                  <a:pt x="4045" y="5045"/>
                </a:lnTo>
                <a:lnTo>
                  <a:pt x="4045" y="5045"/>
                </a:lnTo>
                <a:lnTo>
                  <a:pt x="4058" y="5230"/>
                </a:lnTo>
                <a:lnTo>
                  <a:pt x="4058" y="5230"/>
                </a:lnTo>
                <a:lnTo>
                  <a:pt x="4071" y="5415"/>
                </a:lnTo>
                <a:lnTo>
                  <a:pt x="4083" y="5601"/>
                </a:lnTo>
                <a:lnTo>
                  <a:pt x="4083" y="5601"/>
                </a:lnTo>
                <a:lnTo>
                  <a:pt x="4096" y="5786"/>
                </a:lnTo>
                <a:lnTo>
                  <a:pt x="4096" y="5787"/>
                </a:lnTo>
                <a:lnTo>
                  <a:pt x="4110" y="5972"/>
                </a:lnTo>
                <a:lnTo>
                  <a:pt x="4110" y="5972"/>
                </a:lnTo>
                <a:lnTo>
                  <a:pt x="4125" y="6157"/>
                </a:lnTo>
                <a:lnTo>
                  <a:pt x="4139" y="6342"/>
                </a:lnTo>
                <a:lnTo>
                  <a:pt x="4139" y="6342"/>
                </a:lnTo>
                <a:lnTo>
                  <a:pt x="4153" y="6527"/>
                </a:lnTo>
                <a:lnTo>
                  <a:pt x="4153" y="6527"/>
                </a:lnTo>
                <a:lnTo>
                  <a:pt x="4166" y="6712"/>
                </a:lnTo>
                <a:lnTo>
                  <a:pt x="4166" y="6712"/>
                </a:lnTo>
                <a:lnTo>
                  <a:pt x="4177" y="6898"/>
                </a:lnTo>
                <a:lnTo>
                  <a:pt x="4177" y="6899"/>
                </a:lnTo>
                <a:lnTo>
                  <a:pt x="4191" y="7103"/>
                </a:lnTo>
                <a:lnTo>
                  <a:pt x="4191" y="7104"/>
                </a:lnTo>
                <a:lnTo>
                  <a:pt x="4208" y="7327"/>
                </a:lnTo>
                <a:lnTo>
                  <a:pt x="4208" y="7327"/>
                </a:lnTo>
                <a:lnTo>
                  <a:pt x="4225" y="7550"/>
                </a:lnTo>
                <a:lnTo>
                  <a:pt x="4225" y="7551"/>
                </a:lnTo>
                <a:lnTo>
                  <a:pt x="4235" y="7752"/>
                </a:lnTo>
                <a:lnTo>
                  <a:pt x="4235" y="7754"/>
                </a:lnTo>
                <a:lnTo>
                  <a:pt x="4235" y="7864"/>
                </a:lnTo>
                <a:lnTo>
                  <a:pt x="4234" y="7866"/>
                </a:lnTo>
                <a:lnTo>
                  <a:pt x="4234" y="7869"/>
                </a:lnTo>
                <a:lnTo>
                  <a:pt x="4233" y="7871"/>
                </a:lnTo>
                <a:lnTo>
                  <a:pt x="4233" y="7874"/>
                </a:lnTo>
                <a:lnTo>
                  <a:pt x="4231" y="7876"/>
                </a:lnTo>
                <a:lnTo>
                  <a:pt x="4230" y="7878"/>
                </a:lnTo>
                <a:lnTo>
                  <a:pt x="4229" y="7881"/>
                </a:lnTo>
                <a:lnTo>
                  <a:pt x="4227" y="7882"/>
                </a:lnTo>
                <a:lnTo>
                  <a:pt x="4225" y="7884"/>
                </a:lnTo>
                <a:lnTo>
                  <a:pt x="4223" y="7886"/>
                </a:lnTo>
                <a:lnTo>
                  <a:pt x="4221" y="7887"/>
                </a:lnTo>
                <a:lnTo>
                  <a:pt x="4218" y="7888"/>
                </a:lnTo>
                <a:lnTo>
                  <a:pt x="4216" y="7889"/>
                </a:lnTo>
                <a:lnTo>
                  <a:pt x="4213" y="7890"/>
                </a:lnTo>
                <a:lnTo>
                  <a:pt x="4211" y="7890"/>
                </a:lnTo>
                <a:lnTo>
                  <a:pt x="4208" y="7890"/>
                </a:lnTo>
                <a:lnTo>
                  <a:pt x="4206" y="7890"/>
                </a:lnTo>
                <a:lnTo>
                  <a:pt x="4203" y="7890"/>
                </a:lnTo>
                <a:lnTo>
                  <a:pt x="4201" y="7889"/>
                </a:lnTo>
                <a:lnTo>
                  <a:pt x="4198" y="7888"/>
                </a:lnTo>
                <a:lnTo>
                  <a:pt x="4196" y="7887"/>
                </a:lnTo>
                <a:lnTo>
                  <a:pt x="4194" y="7886"/>
                </a:lnTo>
                <a:lnTo>
                  <a:pt x="4191" y="7885"/>
                </a:lnTo>
                <a:lnTo>
                  <a:pt x="4190" y="7883"/>
                </a:lnTo>
                <a:lnTo>
                  <a:pt x="4188" y="7881"/>
                </a:lnTo>
                <a:lnTo>
                  <a:pt x="4157" y="7845"/>
                </a:lnTo>
                <a:lnTo>
                  <a:pt x="4153" y="7841"/>
                </a:lnTo>
                <a:lnTo>
                  <a:pt x="4079" y="7763"/>
                </a:lnTo>
                <a:lnTo>
                  <a:pt x="4073" y="7757"/>
                </a:lnTo>
                <a:lnTo>
                  <a:pt x="4066" y="7752"/>
                </a:lnTo>
                <a:lnTo>
                  <a:pt x="3988" y="7695"/>
                </a:lnTo>
                <a:lnTo>
                  <a:pt x="3982" y="7691"/>
                </a:lnTo>
                <a:lnTo>
                  <a:pt x="3975" y="7687"/>
                </a:lnTo>
                <a:lnTo>
                  <a:pt x="3890" y="7644"/>
                </a:lnTo>
                <a:lnTo>
                  <a:pt x="3888" y="7644"/>
                </a:lnTo>
                <a:lnTo>
                  <a:pt x="3794" y="7598"/>
                </a:lnTo>
                <a:lnTo>
                  <a:pt x="3791" y="7597"/>
                </a:lnTo>
                <a:lnTo>
                  <a:pt x="3690" y="7553"/>
                </a:lnTo>
                <a:lnTo>
                  <a:pt x="3685" y="7551"/>
                </a:lnTo>
                <a:lnTo>
                  <a:pt x="3580" y="7511"/>
                </a:lnTo>
                <a:lnTo>
                  <a:pt x="3572" y="7509"/>
                </a:lnTo>
                <a:lnTo>
                  <a:pt x="3465" y="7478"/>
                </a:lnTo>
                <a:lnTo>
                  <a:pt x="3455" y="7476"/>
                </a:lnTo>
                <a:lnTo>
                  <a:pt x="3346" y="7457"/>
                </a:lnTo>
                <a:lnTo>
                  <a:pt x="3337" y="7456"/>
                </a:lnTo>
                <a:lnTo>
                  <a:pt x="3226" y="7448"/>
                </a:lnTo>
                <a:lnTo>
                  <a:pt x="3220" y="7447"/>
                </a:lnTo>
                <a:lnTo>
                  <a:pt x="3105" y="7446"/>
                </a:lnTo>
                <a:lnTo>
                  <a:pt x="3098" y="7446"/>
                </a:lnTo>
                <a:lnTo>
                  <a:pt x="2980" y="7453"/>
                </a:lnTo>
                <a:lnTo>
                  <a:pt x="2972" y="7454"/>
                </a:lnTo>
                <a:lnTo>
                  <a:pt x="2853" y="7471"/>
                </a:lnTo>
                <a:lnTo>
                  <a:pt x="2845" y="7472"/>
                </a:lnTo>
                <a:lnTo>
                  <a:pt x="2725" y="7499"/>
                </a:lnTo>
                <a:lnTo>
                  <a:pt x="2717" y="7502"/>
                </a:lnTo>
                <a:lnTo>
                  <a:pt x="2597" y="7541"/>
                </a:lnTo>
                <a:lnTo>
                  <a:pt x="2588" y="7544"/>
                </a:lnTo>
                <a:lnTo>
                  <a:pt x="2466" y="7598"/>
                </a:lnTo>
                <a:lnTo>
                  <a:pt x="2459" y="7602"/>
                </a:lnTo>
                <a:lnTo>
                  <a:pt x="2332" y="7670"/>
                </a:lnTo>
                <a:lnTo>
                  <a:pt x="2327" y="7673"/>
                </a:lnTo>
                <a:lnTo>
                  <a:pt x="2199" y="7753"/>
                </a:lnTo>
                <a:lnTo>
                  <a:pt x="2195" y="7755"/>
                </a:lnTo>
                <a:lnTo>
                  <a:pt x="2071" y="7841"/>
                </a:lnTo>
                <a:lnTo>
                  <a:pt x="2068" y="7844"/>
                </a:lnTo>
                <a:lnTo>
                  <a:pt x="1951" y="7932"/>
                </a:lnTo>
                <a:lnTo>
                  <a:pt x="1948" y="7934"/>
                </a:lnTo>
                <a:lnTo>
                  <a:pt x="1842" y="8021"/>
                </a:lnTo>
                <a:lnTo>
                  <a:pt x="1836" y="8026"/>
                </a:lnTo>
                <a:lnTo>
                  <a:pt x="1741" y="8118"/>
                </a:lnTo>
                <a:lnTo>
                  <a:pt x="1734" y="8125"/>
                </a:lnTo>
                <a:lnTo>
                  <a:pt x="1646" y="8227"/>
                </a:lnTo>
                <a:lnTo>
                  <a:pt x="1643" y="8231"/>
                </a:lnTo>
                <a:lnTo>
                  <a:pt x="1561" y="8337"/>
                </a:lnTo>
                <a:lnTo>
                  <a:pt x="1560" y="8338"/>
                </a:lnTo>
                <a:lnTo>
                  <a:pt x="1487" y="8436"/>
                </a:lnTo>
                <a:lnTo>
                  <a:pt x="1487" y="8437"/>
                </a:lnTo>
                <a:lnTo>
                  <a:pt x="1425" y="8516"/>
                </a:lnTo>
                <a:lnTo>
                  <a:pt x="1423" y="8518"/>
                </a:lnTo>
                <a:lnTo>
                  <a:pt x="1373" y="8569"/>
                </a:lnTo>
                <a:lnTo>
                  <a:pt x="1371" y="8571"/>
                </a:lnTo>
                <a:lnTo>
                  <a:pt x="1356" y="85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901614" y="1615681"/>
            <a:ext cx="792510" cy="1766790"/>
            <a:chOff x="901614" y="1615681"/>
            <a:chExt cx="792510" cy="1766790"/>
          </a:xfrm>
        </p:grpSpPr>
        <p:sp>
          <p:nvSpPr>
            <p:cNvPr id="17" name="Forma 16"/>
            <p:cNvSpPr/>
            <p:nvPr/>
          </p:nvSpPr>
          <p:spPr>
            <a:xfrm>
              <a:off x="901614" y="1615681"/>
              <a:ext cx="792510" cy="17667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58411" y="1789069"/>
              <a:ext cx="616186" cy="1264798"/>
            </a:xfrm>
            <a:custGeom>
              <a:avLst/>
              <a:gdLst/>
              <a:ahLst/>
              <a:cxnLst/>
              <a:rect l="0" t="0" r="r" b="b"/>
              <a:pathLst>
                <a:path w="1871" h="3952" fill="none">
                  <a:moveTo>
                    <a:pt x="1871" y="1862"/>
                  </a:moveTo>
                  <a:lnTo>
                    <a:pt x="1377" y="1596"/>
                  </a:lnTo>
                  <a:lnTo>
                    <a:pt x="769" y="1140"/>
                  </a:lnTo>
                  <a:lnTo>
                    <a:pt x="427" y="683"/>
                  </a:lnTo>
                </a:path>
                <a:path w="1871" h="3952" fill="none">
                  <a:moveTo>
                    <a:pt x="1377" y="1596"/>
                  </a:moveTo>
                  <a:lnTo>
                    <a:pt x="1149" y="911"/>
                  </a:lnTo>
                  <a:lnTo>
                    <a:pt x="1035" y="151"/>
                  </a:lnTo>
                </a:path>
                <a:path w="1871" h="3952" fill="none">
                  <a:moveTo>
                    <a:pt x="1871" y="1862"/>
                  </a:moveTo>
                  <a:lnTo>
                    <a:pt x="1149" y="1976"/>
                  </a:lnTo>
                  <a:lnTo>
                    <a:pt x="389" y="1976"/>
                  </a:lnTo>
                  <a:lnTo>
                    <a:pt x="9" y="2052"/>
                  </a:lnTo>
                </a:path>
                <a:path w="1871" h="3952" fill="none">
                  <a:moveTo>
                    <a:pt x="1149" y="1976"/>
                  </a:moveTo>
                  <a:lnTo>
                    <a:pt x="617" y="2507"/>
                  </a:lnTo>
                  <a:lnTo>
                    <a:pt x="199" y="2963"/>
                  </a:lnTo>
                </a:path>
                <a:path w="1871" h="3952" fill="none">
                  <a:moveTo>
                    <a:pt x="1871" y="1862"/>
                  </a:moveTo>
                  <a:lnTo>
                    <a:pt x="1377" y="2507"/>
                  </a:lnTo>
                  <a:lnTo>
                    <a:pt x="921" y="3267"/>
                  </a:lnTo>
                  <a:lnTo>
                    <a:pt x="503" y="3875"/>
                  </a:lnTo>
                </a:path>
                <a:path w="1871" h="3952" fill="none">
                  <a:moveTo>
                    <a:pt x="1377" y="2507"/>
                  </a:moveTo>
                  <a:lnTo>
                    <a:pt x="1605" y="3267"/>
                  </a:lnTo>
                  <a:lnTo>
                    <a:pt x="1377" y="3952"/>
                  </a:lnTo>
                </a:path>
                <a:path w="1871" h="3952" fill="none">
                  <a:moveTo>
                    <a:pt x="921" y="3267"/>
                  </a:moveTo>
                  <a:lnTo>
                    <a:pt x="313" y="3647"/>
                  </a:lnTo>
                  <a:lnTo>
                    <a:pt x="9" y="3875"/>
                  </a:lnTo>
                </a:path>
                <a:path w="1871" h="3952" fill="none">
                  <a:moveTo>
                    <a:pt x="769" y="1140"/>
                  </a:moveTo>
                  <a:lnTo>
                    <a:pt x="237" y="1292"/>
                  </a:lnTo>
                  <a:lnTo>
                    <a:pt x="0" y="1470"/>
                  </a:lnTo>
                </a:path>
                <a:path w="1871" h="3952" fill="none">
                  <a:moveTo>
                    <a:pt x="1149" y="911"/>
                  </a:moveTo>
                  <a:lnTo>
                    <a:pt x="693" y="456"/>
                  </a:lnTo>
                </a:path>
                <a:path w="1871" h="3952" fill="none">
                  <a:moveTo>
                    <a:pt x="617" y="2507"/>
                  </a:moveTo>
                  <a:lnTo>
                    <a:pt x="693" y="3039"/>
                  </a:lnTo>
                  <a:lnTo>
                    <a:pt x="465" y="3572"/>
                  </a:lnTo>
                </a:path>
                <a:path w="1871" h="3952" fill="none">
                  <a:moveTo>
                    <a:pt x="1871" y="1862"/>
                  </a:moveTo>
                  <a:lnTo>
                    <a:pt x="1757" y="1292"/>
                  </a:lnTo>
                  <a:lnTo>
                    <a:pt x="1529" y="683"/>
                  </a:lnTo>
                  <a:lnTo>
                    <a:pt x="1377" y="0"/>
                  </a:lnTo>
                </a:path>
                <a:path w="1871" h="3952" fill="none">
                  <a:moveTo>
                    <a:pt x="389" y="1976"/>
                  </a:moveTo>
                  <a:lnTo>
                    <a:pt x="161" y="243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21991" y="2384984"/>
              <a:ext cx="665115" cy="739244"/>
            </a:xfrm>
            <a:custGeom>
              <a:avLst/>
              <a:gdLst/>
              <a:ahLst/>
              <a:cxnLst/>
              <a:rect l="0" t="0" r="r" b="b"/>
              <a:pathLst>
                <a:path w="2020" h="2309" fill="none">
                  <a:moveTo>
                    <a:pt x="0" y="125"/>
                  </a:moveTo>
                  <a:lnTo>
                    <a:pt x="139" y="139"/>
                  </a:lnTo>
                  <a:lnTo>
                    <a:pt x="317" y="156"/>
                  </a:lnTo>
                  <a:lnTo>
                    <a:pt x="495" y="169"/>
                  </a:lnTo>
                  <a:lnTo>
                    <a:pt x="652" y="174"/>
                  </a:lnTo>
                  <a:lnTo>
                    <a:pt x="782" y="171"/>
                  </a:lnTo>
                  <a:lnTo>
                    <a:pt x="900" y="161"/>
                  </a:lnTo>
                  <a:lnTo>
                    <a:pt x="1014" y="147"/>
                  </a:lnTo>
                  <a:lnTo>
                    <a:pt x="1131" y="131"/>
                  </a:lnTo>
                  <a:lnTo>
                    <a:pt x="1260" y="114"/>
                  </a:lnTo>
                  <a:lnTo>
                    <a:pt x="1414" y="92"/>
                  </a:lnTo>
                  <a:lnTo>
                    <a:pt x="1590" y="66"/>
                  </a:lnTo>
                  <a:lnTo>
                    <a:pt x="1763" y="39"/>
                  </a:lnTo>
                  <a:lnTo>
                    <a:pt x="1914" y="16"/>
                  </a:lnTo>
                  <a:lnTo>
                    <a:pt x="2020" y="0"/>
                  </a:lnTo>
                </a:path>
                <a:path w="2020" h="2309" fill="none">
                  <a:moveTo>
                    <a:pt x="51" y="2309"/>
                  </a:moveTo>
                  <a:lnTo>
                    <a:pt x="137" y="2204"/>
                  </a:lnTo>
                  <a:lnTo>
                    <a:pt x="268" y="2043"/>
                  </a:lnTo>
                  <a:lnTo>
                    <a:pt x="422" y="1856"/>
                  </a:lnTo>
                  <a:lnTo>
                    <a:pt x="580" y="1662"/>
                  </a:lnTo>
                  <a:lnTo>
                    <a:pt x="728" y="1481"/>
                  </a:lnTo>
                  <a:lnTo>
                    <a:pt x="866" y="1309"/>
                  </a:lnTo>
                  <a:lnTo>
                    <a:pt x="1005" y="1133"/>
                  </a:lnTo>
                  <a:lnTo>
                    <a:pt x="1144" y="958"/>
                  </a:lnTo>
                  <a:lnTo>
                    <a:pt x="1280" y="793"/>
                  </a:lnTo>
                  <a:lnTo>
                    <a:pt x="1412" y="645"/>
                  </a:lnTo>
                  <a:lnTo>
                    <a:pt x="1548" y="511"/>
                  </a:lnTo>
                  <a:lnTo>
                    <a:pt x="1690" y="385"/>
                  </a:lnTo>
                  <a:lnTo>
                    <a:pt x="1824" y="273"/>
                  </a:lnTo>
                  <a:lnTo>
                    <a:pt x="1939" y="181"/>
                  </a:lnTo>
                  <a:lnTo>
                    <a:pt x="2020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901614" y="1615681"/>
            <a:ext cx="792510" cy="1766790"/>
          </a:xfrm>
          <a:custGeom>
            <a:avLst/>
            <a:gdLst/>
            <a:ahLst/>
            <a:cxnLst/>
            <a:rect l="0" t="0" r="r" b="b"/>
            <a:pathLst>
              <a:path w="2407" h="5520" fill="none">
                <a:moveTo>
                  <a:pt x="262" y="5511"/>
                </a:moveTo>
                <a:lnTo>
                  <a:pt x="299" y="5472"/>
                </a:lnTo>
                <a:lnTo>
                  <a:pt x="346" y="5413"/>
                </a:lnTo>
                <a:lnTo>
                  <a:pt x="401" y="5339"/>
                </a:lnTo>
                <a:lnTo>
                  <a:pt x="402" y="5338"/>
                </a:lnTo>
                <a:lnTo>
                  <a:pt x="463" y="5258"/>
                </a:lnTo>
                <a:lnTo>
                  <a:pt x="466" y="5255"/>
                </a:lnTo>
                <a:lnTo>
                  <a:pt x="533" y="5177"/>
                </a:lnTo>
                <a:lnTo>
                  <a:pt x="538" y="5172"/>
                </a:lnTo>
                <a:lnTo>
                  <a:pt x="610" y="5102"/>
                </a:lnTo>
                <a:lnTo>
                  <a:pt x="615" y="5097"/>
                </a:lnTo>
                <a:lnTo>
                  <a:pt x="695" y="5032"/>
                </a:lnTo>
                <a:lnTo>
                  <a:pt x="698" y="5030"/>
                </a:lnTo>
                <a:lnTo>
                  <a:pt x="786" y="4964"/>
                </a:lnTo>
                <a:lnTo>
                  <a:pt x="789" y="4962"/>
                </a:lnTo>
                <a:lnTo>
                  <a:pt x="883" y="4897"/>
                </a:lnTo>
                <a:lnTo>
                  <a:pt x="886" y="4894"/>
                </a:lnTo>
                <a:lnTo>
                  <a:pt x="983" y="4834"/>
                </a:lnTo>
                <a:lnTo>
                  <a:pt x="987" y="4832"/>
                </a:lnTo>
                <a:lnTo>
                  <a:pt x="1083" y="4780"/>
                </a:lnTo>
                <a:lnTo>
                  <a:pt x="1089" y="4777"/>
                </a:lnTo>
                <a:lnTo>
                  <a:pt x="1182" y="4736"/>
                </a:lnTo>
                <a:lnTo>
                  <a:pt x="1190" y="4733"/>
                </a:lnTo>
                <a:lnTo>
                  <a:pt x="1280" y="4704"/>
                </a:lnTo>
                <a:lnTo>
                  <a:pt x="1287" y="4701"/>
                </a:lnTo>
                <a:lnTo>
                  <a:pt x="1378" y="4681"/>
                </a:lnTo>
                <a:lnTo>
                  <a:pt x="1385" y="4680"/>
                </a:lnTo>
                <a:lnTo>
                  <a:pt x="1476" y="4667"/>
                </a:lnTo>
                <a:lnTo>
                  <a:pt x="1482" y="4666"/>
                </a:lnTo>
                <a:lnTo>
                  <a:pt x="1571" y="4661"/>
                </a:lnTo>
                <a:lnTo>
                  <a:pt x="1577" y="4661"/>
                </a:lnTo>
                <a:lnTo>
                  <a:pt x="1664" y="4662"/>
                </a:lnTo>
                <a:lnTo>
                  <a:pt x="1670" y="4662"/>
                </a:lnTo>
                <a:lnTo>
                  <a:pt x="1754" y="4668"/>
                </a:lnTo>
                <a:lnTo>
                  <a:pt x="1762" y="4669"/>
                </a:lnTo>
                <a:lnTo>
                  <a:pt x="1844" y="4684"/>
                </a:lnTo>
                <a:lnTo>
                  <a:pt x="1853" y="4686"/>
                </a:lnTo>
                <a:lnTo>
                  <a:pt x="1935" y="4709"/>
                </a:lnTo>
                <a:lnTo>
                  <a:pt x="1941" y="4711"/>
                </a:lnTo>
                <a:lnTo>
                  <a:pt x="2021" y="4741"/>
                </a:lnTo>
                <a:lnTo>
                  <a:pt x="2025" y="4743"/>
                </a:lnTo>
                <a:lnTo>
                  <a:pt x="2101" y="4776"/>
                </a:lnTo>
                <a:lnTo>
                  <a:pt x="2104" y="4777"/>
                </a:lnTo>
                <a:lnTo>
                  <a:pt x="2175" y="4811"/>
                </a:lnTo>
                <a:lnTo>
                  <a:pt x="2176" y="4812"/>
                </a:lnTo>
                <a:lnTo>
                  <a:pt x="2241" y="4844"/>
                </a:lnTo>
                <a:lnTo>
                  <a:pt x="2247" y="4847"/>
                </a:lnTo>
                <a:lnTo>
                  <a:pt x="2253" y="4851"/>
                </a:lnTo>
                <a:lnTo>
                  <a:pt x="2312" y="4895"/>
                </a:lnTo>
                <a:lnTo>
                  <a:pt x="2318" y="4899"/>
                </a:lnTo>
                <a:lnTo>
                  <a:pt x="2324" y="4905"/>
                </a:lnTo>
                <a:lnTo>
                  <a:pt x="2380" y="4964"/>
                </a:lnTo>
                <a:lnTo>
                  <a:pt x="2383" y="4967"/>
                </a:lnTo>
                <a:lnTo>
                  <a:pt x="2407" y="4995"/>
                </a:lnTo>
                <a:lnTo>
                  <a:pt x="2407" y="4912"/>
                </a:lnTo>
                <a:lnTo>
                  <a:pt x="2399" y="4761"/>
                </a:lnTo>
                <a:lnTo>
                  <a:pt x="2387" y="4593"/>
                </a:lnTo>
                <a:lnTo>
                  <a:pt x="2374" y="4425"/>
                </a:lnTo>
                <a:lnTo>
                  <a:pt x="2374" y="4424"/>
                </a:lnTo>
                <a:lnTo>
                  <a:pt x="2363" y="4271"/>
                </a:lnTo>
                <a:lnTo>
                  <a:pt x="2363" y="4270"/>
                </a:lnTo>
                <a:lnTo>
                  <a:pt x="2355" y="4130"/>
                </a:lnTo>
                <a:lnTo>
                  <a:pt x="2345" y="3991"/>
                </a:lnTo>
                <a:lnTo>
                  <a:pt x="2335" y="3853"/>
                </a:lnTo>
                <a:lnTo>
                  <a:pt x="2324" y="3714"/>
                </a:lnTo>
                <a:lnTo>
                  <a:pt x="2313" y="3575"/>
                </a:lnTo>
                <a:lnTo>
                  <a:pt x="2313" y="3575"/>
                </a:lnTo>
                <a:lnTo>
                  <a:pt x="2303" y="3436"/>
                </a:lnTo>
                <a:lnTo>
                  <a:pt x="2303" y="3435"/>
                </a:lnTo>
                <a:lnTo>
                  <a:pt x="2293" y="3296"/>
                </a:lnTo>
                <a:lnTo>
                  <a:pt x="2293" y="3296"/>
                </a:lnTo>
                <a:lnTo>
                  <a:pt x="2283" y="3156"/>
                </a:lnTo>
                <a:lnTo>
                  <a:pt x="2274" y="3017"/>
                </a:lnTo>
                <a:lnTo>
                  <a:pt x="2264" y="2878"/>
                </a:lnTo>
                <a:lnTo>
                  <a:pt x="2254" y="2739"/>
                </a:lnTo>
                <a:lnTo>
                  <a:pt x="2242" y="2601"/>
                </a:lnTo>
                <a:lnTo>
                  <a:pt x="2229" y="2461"/>
                </a:lnTo>
                <a:lnTo>
                  <a:pt x="2216" y="2322"/>
                </a:lnTo>
                <a:lnTo>
                  <a:pt x="2202" y="2183"/>
                </a:lnTo>
                <a:lnTo>
                  <a:pt x="2187" y="2044"/>
                </a:lnTo>
                <a:lnTo>
                  <a:pt x="2170" y="1906"/>
                </a:lnTo>
                <a:lnTo>
                  <a:pt x="2151" y="1769"/>
                </a:lnTo>
                <a:lnTo>
                  <a:pt x="2130" y="1630"/>
                </a:lnTo>
                <a:lnTo>
                  <a:pt x="2107" y="1489"/>
                </a:lnTo>
                <a:lnTo>
                  <a:pt x="2082" y="1348"/>
                </a:lnTo>
                <a:lnTo>
                  <a:pt x="2056" y="1210"/>
                </a:lnTo>
                <a:lnTo>
                  <a:pt x="2029" y="1079"/>
                </a:lnTo>
                <a:lnTo>
                  <a:pt x="2001" y="956"/>
                </a:lnTo>
                <a:lnTo>
                  <a:pt x="1971" y="842"/>
                </a:lnTo>
                <a:lnTo>
                  <a:pt x="1939" y="732"/>
                </a:lnTo>
                <a:lnTo>
                  <a:pt x="1906" y="627"/>
                </a:lnTo>
                <a:lnTo>
                  <a:pt x="1872" y="530"/>
                </a:lnTo>
                <a:lnTo>
                  <a:pt x="1839" y="441"/>
                </a:lnTo>
                <a:lnTo>
                  <a:pt x="1807" y="360"/>
                </a:lnTo>
                <a:lnTo>
                  <a:pt x="1777" y="290"/>
                </a:lnTo>
                <a:lnTo>
                  <a:pt x="1749" y="229"/>
                </a:lnTo>
                <a:lnTo>
                  <a:pt x="1723" y="177"/>
                </a:lnTo>
                <a:lnTo>
                  <a:pt x="1697" y="135"/>
                </a:lnTo>
                <a:lnTo>
                  <a:pt x="1671" y="99"/>
                </a:lnTo>
                <a:lnTo>
                  <a:pt x="1643" y="69"/>
                </a:lnTo>
                <a:lnTo>
                  <a:pt x="1614" y="43"/>
                </a:lnTo>
                <a:lnTo>
                  <a:pt x="1588" y="24"/>
                </a:lnTo>
                <a:lnTo>
                  <a:pt x="1563" y="11"/>
                </a:lnTo>
                <a:lnTo>
                  <a:pt x="1538" y="3"/>
                </a:lnTo>
                <a:lnTo>
                  <a:pt x="1508" y="0"/>
                </a:lnTo>
                <a:lnTo>
                  <a:pt x="1468" y="1"/>
                </a:lnTo>
                <a:lnTo>
                  <a:pt x="1416" y="11"/>
                </a:lnTo>
                <a:lnTo>
                  <a:pt x="1354" y="28"/>
                </a:lnTo>
                <a:lnTo>
                  <a:pt x="1285" y="52"/>
                </a:lnTo>
                <a:lnTo>
                  <a:pt x="1213" y="82"/>
                </a:lnTo>
                <a:lnTo>
                  <a:pt x="1143" y="117"/>
                </a:lnTo>
                <a:lnTo>
                  <a:pt x="1078" y="156"/>
                </a:lnTo>
                <a:lnTo>
                  <a:pt x="1016" y="199"/>
                </a:lnTo>
                <a:lnTo>
                  <a:pt x="953" y="247"/>
                </a:lnTo>
                <a:lnTo>
                  <a:pt x="892" y="301"/>
                </a:lnTo>
                <a:lnTo>
                  <a:pt x="832" y="359"/>
                </a:lnTo>
                <a:lnTo>
                  <a:pt x="774" y="421"/>
                </a:lnTo>
                <a:lnTo>
                  <a:pt x="718" y="487"/>
                </a:lnTo>
                <a:lnTo>
                  <a:pt x="665" y="557"/>
                </a:lnTo>
                <a:lnTo>
                  <a:pt x="613" y="632"/>
                </a:lnTo>
                <a:lnTo>
                  <a:pt x="563" y="711"/>
                </a:lnTo>
                <a:lnTo>
                  <a:pt x="515" y="795"/>
                </a:lnTo>
                <a:lnTo>
                  <a:pt x="469" y="882"/>
                </a:lnTo>
                <a:lnTo>
                  <a:pt x="425" y="972"/>
                </a:lnTo>
                <a:lnTo>
                  <a:pt x="382" y="1066"/>
                </a:lnTo>
                <a:lnTo>
                  <a:pt x="342" y="1165"/>
                </a:lnTo>
                <a:lnTo>
                  <a:pt x="303" y="1267"/>
                </a:lnTo>
                <a:lnTo>
                  <a:pt x="267" y="1372"/>
                </a:lnTo>
                <a:lnTo>
                  <a:pt x="233" y="1479"/>
                </a:lnTo>
                <a:lnTo>
                  <a:pt x="202" y="1589"/>
                </a:lnTo>
                <a:lnTo>
                  <a:pt x="173" y="1701"/>
                </a:lnTo>
                <a:lnTo>
                  <a:pt x="148" y="1817"/>
                </a:lnTo>
                <a:lnTo>
                  <a:pt x="124" y="1935"/>
                </a:lnTo>
                <a:lnTo>
                  <a:pt x="103" y="2056"/>
                </a:lnTo>
                <a:lnTo>
                  <a:pt x="84" y="2178"/>
                </a:lnTo>
                <a:lnTo>
                  <a:pt x="67" y="2300"/>
                </a:lnTo>
                <a:lnTo>
                  <a:pt x="52" y="2423"/>
                </a:lnTo>
                <a:lnTo>
                  <a:pt x="39" y="2548"/>
                </a:lnTo>
                <a:lnTo>
                  <a:pt x="29" y="2673"/>
                </a:lnTo>
                <a:lnTo>
                  <a:pt x="20" y="2800"/>
                </a:lnTo>
                <a:lnTo>
                  <a:pt x="13" y="2926"/>
                </a:lnTo>
                <a:lnTo>
                  <a:pt x="7" y="3053"/>
                </a:lnTo>
                <a:lnTo>
                  <a:pt x="3" y="3179"/>
                </a:lnTo>
                <a:lnTo>
                  <a:pt x="0" y="3305"/>
                </a:lnTo>
                <a:lnTo>
                  <a:pt x="0" y="3432"/>
                </a:lnTo>
                <a:lnTo>
                  <a:pt x="0" y="3558"/>
                </a:lnTo>
                <a:lnTo>
                  <a:pt x="3" y="3683"/>
                </a:lnTo>
                <a:lnTo>
                  <a:pt x="7" y="3806"/>
                </a:lnTo>
                <a:lnTo>
                  <a:pt x="13" y="3928"/>
                </a:lnTo>
                <a:lnTo>
                  <a:pt x="22" y="4052"/>
                </a:lnTo>
                <a:lnTo>
                  <a:pt x="31" y="4174"/>
                </a:lnTo>
                <a:lnTo>
                  <a:pt x="43" y="4294"/>
                </a:lnTo>
                <a:lnTo>
                  <a:pt x="55" y="4410"/>
                </a:lnTo>
                <a:lnTo>
                  <a:pt x="67" y="4521"/>
                </a:lnTo>
                <a:lnTo>
                  <a:pt x="80" y="4627"/>
                </a:lnTo>
                <a:lnTo>
                  <a:pt x="95" y="4729"/>
                </a:lnTo>
                <a:lnTo>
                  <a:pt x="110" y="4827"/>
                </a:lnTo>
                <a:lnTo>
                  <a:pt x="125" y="4922"/>
                </a:lnTo>
                <a:lnTo>
                  <a:pt x="141" y="5013"/>
                </a:lnTo>
                <a:lnTo>
                  <a:pt x="158" y="5101"/>
                </a:lnTo>
                <a:lnTo>
                  <a:pt x="174" y="5190"/>
                </a:lnTo>
                <a:lnTo>
                  <a:pt x="191" y="5279"/>
                </a:lnTo>
                <a:lnTo>
                  <a:pt x="208" y="5364"/>
                </a:lnTo>
                <a:lnTo>
                  <a:pt x="225" y="5438"/>
                </a:lnTo>
                <a:lnTo>
                  <a:pt x="241" y="5497"/>
                </a:lnTo>
                <a:lnTo>
                  <a:pt x="251" y="5520"/>
                </a:lnTo>
                <a:lnTo>
                  <a:pt x="262" y="55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2180101" y="1358342"/>
            <a:ext cx="971286" cy="2401630"/>
            <a:chOff x="2180101" y="1358342"/>
            <a:chExt cx="971286" cy="2401630"/>
          </a:xfrm>
        </p:grpSpPr>
        <p:sp>
          <p:nvSpPr>
            <p:cNvPr id="22" name="Forma 21"/>
            <p:cNvSpPr/>
            <p:nvPr/>
          </p:nvSpPr>
          <p:spPr>
            <a:xfrm>
              <a:off x="2180101" y="1358342"/>
              <a:ext cx="971286" cy="240163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265883" y="1586484"/>
              <a:ext cx="818057" cy="166420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275759" y="2418588"/>
              <a:ext cx="832818" cy="90804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2180101" y="1358342"/>
            <a:ext cx="971286" cy="240163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652882" y="1323044"/>
            <a:ext cx="1115202" cy="240490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2143887" y="1323044"/>
            <a:ext cx="1043711" cy="248171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726035" y="1601310"/>
            <a:ext cx="144789" cy="110735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755675" y="3377286"/>
            <a:ext cx="144798" cy="51531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742724" y="2601611"/>
            <a:ext cx="875386" cy="906002"/>
            <a:chOff x="1742724" y="2601611"/>
            <a:chExt cx="875386" cy="906002"/>
          </a:xfrm>
        </p:grpSpPr>
        <p:sp>
          <p:nvSpPr>
            <p:cNvPr id="31" name="Forma 30"/>
            <p:cNvSpPr/>
            <p:nvPr/>
          </p:nvSpPr>
          <p:spPr>
            <a:xfrm>
              <a:off x="1742724" y="2601611"/>
              <a:ext cx="875386" cy="9060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200046" y="2668219"/>
              <a:ext cx="213970" cy="8065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Bulas"/>
          <p:cNvSpPr/>
          <p:nvPr/>
        </p:nvSpPr>
        <p:spPr>
          <a:xfrm>
            <a:off x="1203977" y="1570876"/>
            <a:ext cx="259916" cy="171648"/>
          </a:xfrm>
          <a:custGeom>
            <a:avLst/>
            <a:gdLst/>
            <a:ahLst/>
            <a:cxnLst/>
            <a:rect l="0" t="0" r="r" b="b"/>
            <a:pathLst>
              <a:path w="789" h="536">
                <a:moveTo>
                  <a:pt x="320" y="376"/>
                </a:moveTo>
                <a:cubicBezTo>
                  <a:pt x="320" y="464"/>
                  <a:pt x="248" y="536"/>
                  <a:pt x="160" y="536"/>
                </a:cubicBezTo>
                <a:cubicBezTo>
                  <a:pt x="71" y="536"/>
                  <a:pt x="0" y="464"/>
                  <a:pt x="0" y="376"/>
                </a:cubicBezTo>
                <a:cubicBezTo>
                  <a:pt x="0" y="287"/>
                  <a:pt x="71" y="216"/>
                  <a:pt x="160" y="216"/>
                </a:cubicBezTo>
                <a:cubicBezTo>
                  <a:pt x="248" y="216"/>
                  <a:pt x="320" y="287"/>
                  <a:pt x="320" y="376"/>
                </a:cubicBezTo>
                <a:close/>
                <a:moveTo>
                  <a:pt x="789" y="200"/>
                </a:moveTo>
                <a:cubicBezTo>
                  <a:pt x="789" y="310"/>
                  <a:pt x="700" y="400"/>
                  <a:pt x="589" y="400"/>
                </a:cubicBezTo>
                <a:cubicBezTo>
                  <a:pt x="479" y="400"/>
                  <a:pt x="389" y="310"/>
                  <a:pt x="389" y="200"/>
                </a:cubicBezTo>
                <a:cubicBezTo>
                  <a:pt x="389" y="89"/>
                  <a:pt x="479" y="0"/>
                  <a:pt x="589" y="0"/>
                </a:cubicBezTo>
                <a:cubicBezTo>
                  <a:pt x="700" y="0"/>
                  <a:pt x="789" y="89"/>
                  <a:pt x="78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Diafragma"/>
          <p:cNvSpPr/>
          <p:nvPr/>
        </p:nvSpPr>
        <p:spPr>
          <a:xfrm>
            <a:off x="718724" y="3353338"/>
            <a:ext cx="2403032" cy="5338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Clavículas"/>
          <p:cNvGrpSpPr/>
          <p:nvPr/>
        </p:nvGrpSpPr>
        <p:grpSpPr>
          <a:xfrm>
            <a:off x="932688" y="1170432"/>
            <a:ext cx="1975104" cy="128016"/>
            <a:chOff x="932688" y="1170432"/>
            <a:chExt cx="1975104" cy="128016"/>
          </a:xfrm>
        </p:grpSpPr>
        <p:sp>
          <p:nvSpPr>
            <p:cNvPr id="36" name="Forma 35"/>
            <p:cNvSpPr/>
            <p:nvPr/>
          </p:nvSpPr>
          <p:spPr>
            <a:xfrm>
              <a:off x="932688" y="1170432"/>
              <a:ext cx="1975104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932688" y="1170432"/>
              <a:ext cx="1975104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ParedToracica_2"/>
          <p:cNvSpPr/>
          <p:nvPr/>
        </p:nvSpPr>
        <p:spPr>
          <a:xfrm>
            <a:off x="370332" y="4250131"/>
            <a:ext cx="2093976" cy="215066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Mediastino_2"/>
          <p:cNvSpPr/>
          <p:nvPr/>
        </p:nvSpPr>
        <p:spPr>
          <a:xfrm>
            <a:off x="1028700" y="4373347"/>
            <a:ext cx="777240" cy="164660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Costillas_2"/>
          <p:cNvGrpSpPr/>
          <p:nvPr/>
        </p:nvGrpSpPr>
        <p:grpSpPr>
          <a:xfrm>
            <a:off x="411480" y="4429354"/>
            <a:ext cx="2011680" cy="1845991"/>
            <a:chOff x="411480" y="4429354"/>
            <a:chExt cx="2011680" cy="1845991"/>
          </a:xfrm>
        </p:grpSpPr>
        <p:sp>
          <p:nvSpPr>
            <p:cNvPr id="41" name="Forma 40"/>
            <p:cNvSpPr/>
            <p:nvPr/>
          </p:nvSpPr>
          <p:spPr>
            <a:xfrm>
              <a:off x="411480" y="4429354"/>
              <a:ext cx="2011680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11480" y="4429354"/>
              <a:ext cx="2011680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EspacioPleuralD_2"/>
          <p:cNvSpPr/>
          <p:nvPr/>
        </p:nvSpPr>
        <p:spPr>
          <a:xfrm>
            <a:off x="537210" y="4446571"/>
            <a:ext cx="774446" cy="1683436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EspacioPleuralI_2"/>
          <p:cNvSpPr/>
          <p:nvPr/>
        </p:nvSpPr>
        <p:spPr>
          <a:xfrm>
            <a:off x="1572630" y="4446571"/>
            <a:ext cx="724800" cy="173720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Aorta_2"/>
          <p:cNvSpPr/>
          <p:nvPr/>
        </p:nvSpPr>
        <p:spPr>
          <a:xfrm>
            <a:off x="1421360" y="4715856"/>
            <a:ext cx="300812" cy="143627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Traquea_2"/>
          <p:cNvGrpSpPr/>
          <p:nvPr/>
        </p:nvGrpSpPr>
        <p:grpSpPr>
          <a:xfrm>
            <a:off x="1145297" y="4250131"/>
            <a:ext cx="544047" cy="961070"/>
            <a:chOff x="1145297" y="4250131"/>
            <a:chExt cx="544047" cy="961070"/>
          </a:xfrm>
        </p:grpSpPr>
        <p:sp>
          <p:nvSpPr>
            <p:cNvPr id="47" name="Forma 46"/>
            <p:cNvSpPr/>
            <p:nvPr/>
          </p:nvSpPr>
          <p:spPr>
            <a:xfrm>
              <a:off x="1145297" y="4250131"/>
              <a:ext cx="544047" cy="96107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376172" y="4317340"/>
              <a:ext cx="82296" cy="49006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AirePleuralD_2"/>
          <p:cNvSpPr/>
          <p:nvPr/>
        </p:nvSpPr>
        <p:spPr>
          <a:xfrm>
            <a:off x="537210" y="4446571"/>
            <a:ext cx="774446" cy="1683436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56" y="8584"/>
                </a:moveTo>
                <a:lnTo>
                  <a:pt x="1354" y="8585"/>
                </a:lnTo>
                <a:lnTo>
                  <a:pt x="1352" y="8586"/>
                </a:lnTo>
                <a:lnTo>
                  <a:pt x="1349" y="8588"/>
                </a:lnTo>
                <a:lnTo>
                  <a:pt x="1347" y="8588"/>
                </a:lnTo>
                <a:lnTo>
                  <a:pt x="1344" y="8589"/>
                </a:lnTo>
                <a:lnTo>
                  <a:pt x="1342" y="8589"/>
                </a:lnTo>
                <a:lnTo>
                  <a:pt x="1339" y="8590"/>
                </a:lnTo>
                <a:lnTo>
                  <a:pt x="1337" y="8589"/>
                </a:lnTo>
                <a:lnTo>
                  <a:pt x="1334" y="8589"/>
                </a:lnTo>
                <a:lnTo>
                  <a:pt x="1332" y="8588"/>
                </a:lnTo>
                <a:lnTo>
                  <a:pt x="1329" y="8587"/>
                </a:lnTo>
                <a:lnTo>
                  <a:pt x="1327" y="8586"/>
                </a:lnTo>
                <a:lnTo>
                  <a:pt x="1324" y="8585"/>
                </a:lnTo>
                <a:lnTo>
                  <a:pt x="1322" y="8583"/>
                </a:lnTo>
                <a:lnTo>
                  <a:pt x="1320" y="8582"/>
                </a:lnTo>
                <a:lnTo>
                  <a:pt x="1319" y="8580"/>
                </a:lnTo>
                <a:lnTo>
                  <a:pt x="1317" y="8578"/>
                </a:lnTo>
                <a:lnTo>
                  <a:pt x="1316" y="8575"/>
                </a:lnTo>
                <a:lnTo>
                  <a:pt x="1315" y="8573"/>
                </a:lnTo>
                <a:lnTo>
                  <a:pt x="1302" y="8542"/>
                </a:lnTo>
                <a:lnTo>
                  <a:pt x="1301" y="8540"/>
                </a:lnTo>
                <a:lnTo>
                  <a:pt x="1279" y="8461"/>
                </a:lnTo>
                <a:lnTo>
                  <a:pt x="1279" y="8460"/>
                </a:lnTo>
                <a:lnTo>
                  <a:pt x="1256" y="8361"/>
                </a:lnTo>
                <a:lnTo>
                  <a:pt x="1256" y="8360"/>
                </a:lnTo>
                <a:lnTo>
                  <a:pt x="1233" y="8248"/>
                </a:lnTo>
                <a:lnTo>
                  <a:pt x="1233" y="8247"/>
                </a:lnTo>
                <a:lnTo>
                  <a:pt x="1211" y="8129"/>
                </a:lnTo>
                <a:lnTo>
                  <a:pt x="1189" y="8010"/>
                </a:lnTo>
                <a:lnTo>
                  <a:pt x="1168" y="7893"/>
                </a:lnTo>
                <a:lnTo>
                  <a:pt x="1167" y="7893"/>
                </a:lnTo>
                <a:lnTo>
                  <a:pt x="1146" y="7772"/>
                </a:lnTo>
                <a:lnTo>
                  <a:pt x="1146" y="7771"/>
                </a:lnTo>
                <a:lnTo>
                  <a:pt x="1125" y="7645"/>
                </a:lnTo>
                <a:lnTo>
                  <a:pt x="1125" y="7645"/>
                </a:lnTo>
                <a:lnTo>
                  <a:pt x="1105" y="7515"/>
                </a:lnTo>
                <a:lnTo>
                  <a:pt x="1105" y="7514"/>
                </a:lnTo>
                <a:lnTo>
                  <a:pt x="1086" y="7379"/>
                </a:lnTo>
                <a:lnTo>
                  <a:pt x="1086" y="7378"/>
                </a:lnTo>
                <a:lnTo>
                  <a:pt x="1069" y="7237"/>
                </a:lnTo>
                <a:lnTo>
                  <a:pt x="1069" y="7237"/>
                </a:lnTo>
                <a:lnTo>
                  <a:pt x="1052" y="7089"/>
                </a:lnTo>
                <a:lnTo>
                  <a:pt x="1052" y="7089"/>
                </a:lnTo>
                <a:lnTo>
                  <a:pt x="1036" y="6934"/>
                </a:lnTo>
                <a:lnTo>
                  <a:pt x="1036" y="6934"/>
                </a:lnTo>
                <a:lnTo>
                  <a:pt x="1021" y="6774"/>
                </a:lnTo>
                <a:lnTo>
                  <a:pt x="1021" y="6774"/>
                </a:lnTo>
                <a:lnTo>
                  <a:pt x="1008" y="6611"/>
                </a:lnTo>
                <a:lnTo>
                  <a:pt x="1008" y="6611"/>
                </a:lnTo>
                <a:lnTo>
                  <a:pt x="997" y="6447"/>
                </a:lnTo>
                <a:lnTo>
                  <a:pt x="997" y="6446"/>
                </a:lnTo>
                <a:lnTo>
                  <a:pt x="988" y="6283"/>
                </a:lnTo>
                <a:lnTo>
                  <a:pt x="988" y="6283"/>
                </a:lnTo>
                <a:lnTo>
                  <a:pt x="983" y="6119"/>
                </a:lnTo>
                <a:lnTo>
                  <a:pt x="983" y="6118"/>
                </a:lnTo>
                <a:lnTo>
                  <a:pt x="979" y="5952"/>
                </a:lnTo>
                <a:lnTo>
                  <a:pt x="979" y="5952"/>
                </a:lnTo>
                <a:lnTo>
                  <a:pt x="978" y="5784"/>
                </a:lnTo>
                <a:lnTo>
                  <a:pt x="978" y="5784"/>
                </a:lnTo>
                <a:lnTo>
                  <a:pt x="979" y="5615"/>
                </a:lnTo>
                <a:lnTo>
                  <a:pt x="979" y="5615"/>
                </a:lnTo>
                <a:lnTo>
                  <a:pt x="983" y="5446"/>
                </a:lnTo>
                <a:lnTo>
                  <a:pt x="983" y="5446"/>
                </a:lnTo>
                <a:lnTo>
                  <a:pt x="988" y="5278"/>
                </a:lnTo>
                <a:lnTo>
                  <a:pt x="988" y="5278"/>
                </a:lnTo>
                <a:lnTo>
                  <a:pt x="996" y="5110"/>
                </a:lnTo>
                <a:lnTo>
                  <a:pt x="996" y="5110"/>
                </a:lnTo>
                <a:lnTo>
                  <a:pt x="1006" y="4941"/>
                </a:lnTo>
                <a:lnTo>
                  <a:pt x="1006" y="4941"/>
                </a:lnTo>
                <a:lnTo>
                  <a:pt x="1017" y="4773"/>
                </a:lnTo>
                <a:lnTo>
                  <a:pt x="1017" y="4772"/>
                </a:lnTo>
                <a:lnTo>
                  <a:pt x="1032" y="4605"/>
                </a:lnTo>
                <a:lnTo>
                  <a:pt x="1032" y="4605"/>
                </a:lnTo>
                <a:lnTo>
                  <a:pt x="1049" y="4439"/>
                </a:lnTo>
                <a:lnTo>
                  <a:pt x="1049" y="4438"/>
                </a:lnTo>
                <a:lnTo>
                  <a:pt x="1069" y="4275"/>
                </a:lnTo>
                <a:lnTo>
                  <a:pt x="1069" y="4274"/>
                </a:lnTo>
                <a:lnTo>
                  <a:pt x="1091" y="4112"/>
                </a:lnTo>
                <a:lnTo>
                  <a:pt x="1092" y="4111"/>
                </a:lnTo>
                <a:lnTo>
                  <a:pt x="1117" y="3949"/>
                </a:lnTo>
                <a:lnTo>
                  <a:pt x="1117" y="3949"/>
                </a:lnTo>
                <a:lnTo>
                  <a:pt x="1145" y="3788"/>
                </a:lnTo>
                <a:lnTo>
                  <a:pt x="1145" y="3788"/>
                </a:lnTo>
                <a:lnTo>
                  <a:pt x="1176" y="3630"/>
                </a:lnTo>
                <a:lnTo>
                  <a:pt x="1176" y="3629"/>
                </a:lnTo>
                <a:lnTo>
                  <a:pt x="1210" y="3475"/>
                </a:lnTo>
                <a:lnTo>
                  <a:pt x="1211" y="3474"/>
                </a:lnTo>
                <a:lnTo>
                  <a:pt x="1248" y="3325"/>
                </a:lnTo>
                <a:lnTo>
                  <a:pt x="1249" y="3324"/>
                </a:lnTo>
                <a:lnTo>
                  <a:pt x="1290" y="3178"/>
                </a:lnTo>
                <a:lnTo>
                  <a:pt x="1290" y="3178"/>
                </a:lnTo>
                <a:lnTo>
                  <a:pt x="1335" y="3034"/>
                </a:lnTo>
                <a:lnTo>
                  <a:pt x="1336" y="3034"/>
                </a:lnTo>
                <a:lnTo>
                  <a:pt x="1384" y="2894"/>
                </a:lnTo>
                <a:lnTo>
                  <a:pt x="1384" y="2893"/>
                </a:lnTo>
                <a:lnTo>
                  <a:pt x="1436" y="2757"/>
                </a:lnTo>
                <a:lnTo>
                  <a:pt x="1436" y="2757"/>
                </a:lnTo>
                <a:lnTo>
                  <a:pt x="1490" y="2626"/>
                </a:lnTo>
                <a:lnTo>
                  <a:pt x="1490" y="2625"/>
                </a:lnTo>
                <a:lnTo>
                  <a:pt x="1547" y="2500"/>
                </a:lnTo>
                <a:lnTo>
                  <a:pt x="1547" y="2499"/>
                </a:lnTo>
                <a:lnTo>
                  <a:pt x="1606" y="2379"/>
                </a:lnTo>
                <a:lnTo>
                  <a:pt x="1606" y="2378"/>
                </a:lnTo>
                <a:lnTo>
                  <a:pt x="1668" y="2262"/>
                </a:lnTo>
                <a:lnTo>
                  <a:pt x="1668" y="2261"/>
                </a:lnTo>
                <a:lnTo>
                  <a:pt x="1732" y="2150"/>
                </a:lnTo>
                <a:lnTo>
                  <a:pt x="1733" y="2149"/>
                </a:lnTo>
                <a:lnTo>
                  <a:pt x="1799" y="2044"/>
                </a:lnTo>
                <a:lnTo>
                  <a:pt x="1800" y="2043"/>
                </a:lnTo>
                <a:lnTo>
                  <a:pt x="1868" y="1944"/>
                </a:lnTo>
                <a:lnTo>
                  <a:pt x="1869" y="1943"/>
                </a:lnTo>
                <a:lnTo>
                  <a:pt x="1940" y="1849"/>
                </a:lnTo>
                <a:lnTo>
                  <a:pt x="1941" y="1848"/>
                </a:lnTo>
                <a:lnTo>
                  <a:pt x="2015" y="1760"/>
                </a:lnTo>
                <a:lnTo>
                  <a:pt x="2016" y="1759"/>
                </a:lnTo>
                <a:lnTo>
                  <a:pt x="2093" y="1676"/>
                </a:lnTo>
                <a:lnTo>
                  <a:pt x="2094" y="1675"/>
                </a:lnTo>
                <a:lnTo>
                  <a:pt x="2174" y="1598"/>
                </a:lnTo>
                <a:lnTo>
                  <a:pt x="2175" y="1597"/>
                </a:lnTo>
                <a:lnTo>
                  <a:pt x="2257" y="1526"/>
                </a:lnTo>
                <a:lnTo>
                  <a:pt x="2258" y="1525"/>
                </a:lnTo>
                <a:lnTo>
                  <a:pt x="2341" y="1460"/>
                </a:lnTo>
                <a:lnTo>
                  <a:pt x="2342" y="1459"/>
                </a:lnTo>
                <a:lnTo>
                  <a:pt x="2425" y="1402"/>
                </a:lnTo>
                <a:lnTo>
                  <a:pt x="2427" y="1401"/>
                </a:lnTo>
                <a:lnTo>
                  <a:pt x="2514" y="1350"/>
                </a:lnTo>
                <a:lnTo>
                  <a:pt x="2515" y="1349"/>
                </a:lnTo>
                <a:lnTo>
                  <a:pt x="2608" y="1303"/>
                </a:lnTo>
                <a:lnTo>
                  <a:pt x="2610" y="1302"/>
                </a:lnTo>
                <a:lnTo>
                  <a:pt x="2705" y="1262"/>
                </a:lnTo>
                <a:lnTo>
                  <a:pt x="2706" y="1261"/>
                </a:lnTo>
                <a:lnTo>
                  <a:pt x="2798" y="1229"/>
                </a:lnTo>
                <a:lnTo>
                  <a:pt x="2800" y="1228"/>
                </a:lnTo>
                <a:lnTo>
                  <a:pt x="2883" y="1205"/>
                </a:lnTo>
                <a:lnTo>
                  <a:pt x="2885" y="1205"/>
                </a:lnTo>
                <a:lnTo>
                  <a:pt x="2954" y="1193"/>
                </a:lnTo>
                <a:lnTo>
                  <a:pt x="2958" y="1192"/>
                </a:lnTo>
                <a:lnTo>
                  <a:pt x="3011" y="1190"/>
                </a:lnTo>
                <a:lnTo>
                  <a:pt x="3013" y="1190"/>
                </a:lnTo>
                <a:lnTo>
                  <a:pt x="3015" y="1190"/>
                </a:lnTo>
                <a:lnTo>
                  <a:pt x="3056" y="1195"/>
                </a:lnTo>
                <a:lnTo>
                  <a:pt x="3058" y="1195"/>
                </a:lnTo>
                <a:lnTo>
                  <a:pt x="3060" y="1196"/>
                </a:lnTo>
                <a:lnTo>
                  <a:pt x="3094" y="1206"/>
                </a:lnTo>
                <a:lnTo>
                  <a:pt x="3096" y="1207"/>
                </a:lnTo>
                <a:lnTo>
                  <a:pt x="3098" y="1208"/>
                </a:lnTo>
                <a:lnTo>
                  <a:pt x="3131" y="1225"/>
                </a:lnTo>
                <a:lnTo>
                  <a:pt x="3133" y="1226"/>
                </a:lnTo>
                <a:lnTo>
                  <a:pt x="3134" y="1227"/>
                </a:lnTo>
                <a:lnTo>
                  <a:pt x="3169" y="1253"/>
                </a:lnTo>
                <a:lnTo>
                  <a:pt x="3171" y="1254"/>
                </a:lnTo>
                <a:lnTo>
                  <a:pt x="3210" y="1289"/>
                </a:lnTo>
                <a:lnTo>
                  <a:pt x="3212" y="1291"/>
                </a:lnTo>
                <a:lnTo>
                  <a:pt x="3249" y="1331"/>
                </a:lnTo>
                <a:lnTo>
                  <a:pt x="3251" y="1333"/>
                </a:lnTo>
                <a:lnTo>
                  <a:pt x="3285" y="1380"/>
                </a:lnTo>
                <a:lnTo>
                  <a:pt x="3287" y="1382"/>
                </a:lnTo>
                <a:lnTo>
                  <a:pt x="3321" y="1439"/>
                </a:lnTo>
                <a:lnTo>
                  <a:pt x="3322" y="1441"/>
                </a:lnTo>
                <a:lnTo>
                  <a:pt x="3357" y="1509"/>
                </a:lnTo>
                <a:lnTo>
                  <a:pt x="3358" y="1510"/>
                </a:lnTo>
                <a:lnTo>
                  <a:pt x="3395" y="1591"/>
                </a:lnTo>
                <a:lnTo>
                  <a:pt x="3395" y="1592"/>
                </a:lnTo>
                <a:lnTo>
                  <a:pt x="3435" y="1686"/>
                </a:lnTo>
                <a:lnTo>
                  <a:pt x="3435" y="1686"/>
                </a:lnTo>
                <a:lnTo>
                  <a:pt x="3477" y="1794"/>
                </a:lnTo>
                <a:lnTo>
                  <a:pt x="3477" y="1794"/>
                </a:lnTo>
                <a:lnTo>
                  <a:pt x="3522" y="1913"/>
                </a:lnTo>
                <a:lnTo>
                  <a:pt x="3522" y="1914"/>
                </a:lnTo>
                <a:lnTo>
                  <a:pt x="3567" y="2043"/>
                </a:lnTo>
                <a:lnTo>
                  <a:pt x="3567" y="2044"/>
                </a:lnTo>
                <a:lnTo>
                  <a:pt x="3611" y="2183"/>
                </a:lnTo>
                <a:lnTo>
                  <a:pt x="3611" y="2183"/>
                </a:lnTo>
                <a:lnTo>
                  <a:pt x="3654" y="2330"/>
                </a:lnTo>
                <a:lnTo>
                  <a:pt x="3654" y="2330"/>
                </a:lnTo>
                <a:lnTo>
                  <a:pt x="3694" y="2483"/>
                </a:lnTo>
                <a:lnTo>
                  <a:pt x="3694" y="2484"/>
                </a:lnTo>
                <a:lnTo>
                  <a:pt x="3731" y="2647"/>
                </a:lnTo>
                <a:lnTo>
                  <a:pt x="3731" y="2647"/>
                </a:lnTo>
                <a:lnTo>
                  <a:pt x="3768" y="2822"/>
                </a:lnTo>
                <a:lnTo>
                  <a:pt x="3768" y="2822"/>
                </a:lnTo>
                <a:lnTo>
                  <a:pt x="3803" y="3005"/>
                </a:lnTo>
                <a:lnTo>
                  <a:pt x="3803" y="3006"/>
                </a:lnTo>
                <a:lnTo>
                  <a:pt x="3836" y="3193"/>
                </a:lnTo>
                <a:lnTo>
                  <a:pt x="3836" y="3194"/>
                </a:lnTo>
                <a:lnTo>
                  <a:pt x="3866" y="3382"/>
                </a:lnTo>
                <a:lnTo>
                  <a:pt x="3866" y="3382"/>
                </a:lnTo>
                <a:lnTo>
                  <a:pt x="3894" y="3567"/>
                </a:lnTo>
                <a:lnTo>
                  <a:pt x="3894" y="3568"/>
                </a:lnTo>
                <a:lnTo>
                  <a:pt x="3920" y="3750"/>
                </a:lnTo>
                <a:lnTo>
                  <a:pt x="3920" y="3751"/>
                </a:lnTo>
                <a:lnTo>
                  <a:pt x="3942" y="3934"/>
                </a:lnTo>
                <a:lnTo>
                  <a:pt x="3942" y="3935"/>
                </a:lnTo>
                <a:lnTo>
                  <a:pt x="3962" y="4119"/>
                </a:lnTo>
                <a:lnTo>
                  <a:pt x="3962" y="4119"/>
                </a:lnTo>
                <a:lnTo>
                  <a:pt x="3981" y="4305"/>
                </a:lnTo>
                <a:lnTo>
                  <a:pt x="3981" y="4305"/>
                </a:lnTo>
                <a:lnTo>
                  <a:pt x="3998" y="4490"/>
                </a:lnTo>
                <a:lnTo>
                  <a:pt x="3998" y="4490"/>
                </a:lnTo>
                <a:lnTo>
                  <a:pt x="4015" y="4675"/>
                </a:lnTo>
                <a:lnTo>
                  <a:pt x="4015" y="4676"/>
                </a:lnTo>
                <a:lnTo>
                  <a:pt x="4031" y="4860"/>
                </a:lnTo>
                <a:lnTo>
                  <a:pt x="4031" y="4860"/>
                </a:lnTo>
                <a:lnTo>
                  <a:pt x="4045" y="5045"/>
                </a:lnTo>
                <a:lnTo>
                  <a:pt x="4045" y="5045"/>
                </a:lnTo>
                <a:lnTo>
                  <a:pt x="4058" y="5230"/>
                </a:lnTo>
                <a:lnTo>
                  <a:pt x="4058" y="5230"/>
                </a:lnTo>
                <a:lnTo>
                  <a:pt x="4071" y="5415"/>
                </a:lnTo>
                <a:lnTo>
                  <a:pt x="4083" y="5601"/>
                </a:lnTo>
                <a:lnTo>
                  <a:pt x="4083" y="5601"/>
                </a:lnTo>
                <a:lnTo>
                  <a:pt x="4096" y="5786"/>
                </a:lnTo>
                <a:lnTo>
                  <a:pt x="4096" y="5787"/>
                </a:lnTo>
                <a:lnTo>
                  <a:pt x="4110" y="5972"/>
                </a:lnTo>
                <a:lnTo>
                  <a:pt x="4110" y="5972"/>
                </a:lnTo>
                <a:lnTo>
                  <a:pt x="4125" y="6157"/>
                </a:lnTo>
                <a:lnTo>
                  <a:pt x="4139" y="6342"/>
                </a:lnTo>
                <a:lnTo>
                  <a:pt x="4139" y="6342"/>
                </a:lnTo>
                <a:lnTo>
                  <a:pt x="4153" y="6527"/>
                </a:lnTo>
                <a:lnTo>
                  <a:pt x="4153" y="6527"/>
                </a:lnTo>
                <a:lnTo>
                  <a:pt x="4166" y="6712"/>
                </a:lnTo>
                <a:lnTo>
                  <a:pt x="4166" y="6712"/>
                </a:lnTo>
                <a:lnTo>
                  <a:pt x="4177" y="6898"/>
                </a:lnTo>
                <a:lnTo>
                  <a:pt x="4177" y="6899"/>
                </a:lnTo>
                <a:lnTo>
                  <a:pt x="4191" y="7103"/>
                </a:lnTo>
                <a:lnTo>
                  <a:pt x="4191" y="7104"/>
                </a:lnTo>
                <a:lnTo>
                  <a:pt x="4208" y="7327"/>
                </a:lnTo>
                <a:lnTo>
                  <a:pt x="4208" y="7327"/>
                </a:lnTo>
                <a:lnTo>
                  <a:pt x="4225" y="7550"/>
                </a:lnTo>
                <a:lnTo>
                  <a:pt x="4225" y="7551"/>
                </a:lnTo>
                <a:lnTo>
                  <a:pt x="4235" y="7752"/>
                </a:lnTo>
                <a:lnTo>
                  <a:pt x="4235" y="7754"/>
                </a:lnTo>
                <a:lnTo>
                  <a:pt x="4235" y="7864"/>
                </a:lnTo>
                <a:lnTo>
                  <a:pt x="4234" y="7866"/>
                </a:lnTo>
                <a:lnTo>
                  <a:pt x="4234" y="7869"/>
                </a:lnTo>
                <a:lnTo>
                  <a:pt x="4233" y="7871"/>
                </a:lnTo>
                <a:lnTo>
                  <a:pt x="4233" y="7874"/>
                </a:lnTo>
                <a:lnTo>
                  <a:pt x="4231" y="7876"/>
                </a:lnTo>
                <a:lnTo>
                  <a:pt x="4230" y="7878"/>
                </a:lnTo>
                <a:lnTo>
                  <a:pt x="4229" y="7881"/>
                </a:lnTo>
                <a:lnTo>
                  <a:pt x="4227" y="7882"/>
                </a:lnTo>
                <a:lnTo>
                  <a:pt x="4225" y="7884"/>
                </a:lnTo>
                <a:lnTo>
                  <a:pt x="4223" y="7886"/>
                </a:lnTo>
                <a:lnTo>
                  <a:pt x="4221" y="7887"/>
                </a:lnTo>
                <a:lnTo>
                  <a:pt x="4218" y="7888"/>
                </a:lnTo>
                <a:lnTo>
                  <a:pt x="4216" y="7889"/>
                </a:lnTo>
                <a:lnTo>
                  <a:pt x="4213" y="7890"/>
                </a:lnTo>
                <a:lnTo>
                  <a:pt x="4211" y="7890"/>
                </a:lnTo>
                <a:lnTo>
                  <a:pt x="4208" y="7890"/>
                </a:lnTo>
                <a:lnTo>
                  <a:pt x="4206" y="7890"/>
                </a:lnTo>
                <a:lnTo>
                  <a:pt x="4203" y="7890"/>
                </a:lnTo>
                <a:lnTo>
                  <a:pt x="4201" y="7889"/>
                </a:lnTo>
                <a:lnTo>
                  <a:pt x="4198" y="7888"/>
                </a:lnTo>
                <a:lnTo>
                  <a:pt x="4196" y="7887"/>
                </a:lnTo>
                <a:lnTo>
                  <a:pt x="4194" y="7886"/>
                </a:lnTo>
                <a:lnTo>
                  <a:pt x="4191" y="7885"/>
                </a:lnTo>
                <a:lnTo>
                  <a:pt x="4190" y="7883"/>
                </a:lnTo>
                <a:lnTo>
                  <a:pt x="4188" y="7881"/>
                </a:lnTo>
                <a:lnTo>
                  <a:pt x="4157" y="7845"/>
                </a:lnTo>
                <a:lnTo>
                  <a:pt x="4153" y="7841"/>
                </a:lnTo>
                <a:lnTo>
                  <a:pt x="4079" y="7763"/>
                </a:lnTo>
                <a:lnTo>
                  <a:pt x="4073" y="7757"/>
                </a:lnTo>
                <a:lnTo>
                  <a:pt x="4066" y="7752"/>
                </a:lnTo>
                <a:lnTo>
                  <a:pt x="3988" y="7695"/>
                </a:lnTo>
                <a:lnTo>
                  <a:pt x="3982" y="7691"/>
                </a:lnTo>
                <a:lnTo>
                  <a:pt x="3975" y="7687"/>
                </a:lnTo>
                <a:lnTo>
                  <a:pt x="3890" y="7644"/>
                </a:lnTo>
                <a:lnTo>
                  <a:pt x="3888" y="7644"/>
                </a:lnTo>
                <a:lnTo>
                  <a:pt x="3794" y="7598"/>
                </a:lnTo>
                <a:lnTo>
                  <a:pt x="3791" y="7597"/>
                </a:lnTo>
                <a:lnTo>
                  <a:pt x="3690" y="7553"/>
                </a:lnTo>
                <a:lnTo>
                  <a:pt x="3685" y="7551"/>
                </a:lnTo>
                <a:lnTo>
                  <a:pt x="3580" y="7511"/>
                </a:lnTo>
                <a:lnTo>
                  <a:pt x="3572" y="7509"/>
                </a:lnTo>
                <a:lnTo>
                  <a:pt x="3465" y="7478"/>
                </a:lnTo>
                <a:lnTo>
                  <a:pt x="3455" y="7476"/>
                </a:lnTo>
                <a:lnTo>
                  <a:pt x="3346" y="7457"/>
                </a:lnTo>
                <a:lnTo>
                  <a:pt x="3337" y="7456"/>
                </a:lnTo>
                <a:lnTo>
                  <a:pt x="3226" y="7448"/>
                </a:lnTo>
                <a:lnTo>
                  <a:pt x="3220" y="7447"/>
                </a:lnTo>
                <a:lnTo>
                  <a:pt x="3105" y="7446"/>
                </a:lnTo>
                <a:lnTo>
                  <a:pt x="3098" y="7446"/>
                </a:lnTo>
                <a:lnTo>
                  <a:pt x="2980" y="7453"/>
                </a:lnTo>
                <a:lnTo>
                  <a:pt x="2972" y="7454"/>
                </a:lnTo>
                <a:lnTo>
                  <a:pt x="2853" y="7471"/>
                </a:lnTo>
                <a:lnTo>
                  <a:pt x="2845" y="7472"/>
                </a:lnTo>
                <a:lnTo>
                  <a:pt x="2725" y="7499"/>
                </a:lnTo>
                <a:lnTo>
                  <a:pt x="2717" y="7502"/>
                </a:lnTo>
                <a:lnTo>
                  <a:pt x="2597" y="7541"/>
                </a:lnTo>
                <a:lnTo>
                  <a:pt x="2588" y="7544"/>
                </a:lnTo>
                <a:lnTo>
                  <a:pt x="2466" y="7598"/>
                </a:lnTo>
                <a:lnTo>
                  <a:pt x="2459" y="7602"/>
                </a:lnTo>
                <a:lnTo>
                  <a:pt x="2332" y="7670"/>
                </a:lnTo>
                <a:lnTo>
                  <a:pt x="2327" y="7673"/>
                </a:lnTo>
                <a:lnTo>
                  <a:pt x="2199" y="7753"/>
                </a:lnTo>
                <a:lnTo>
                  <a:pt x="2195" y="7755"/>
                </a:lnTo>
                <a:lnTo>
                  <a:pt x="2071" y="7841"/>
                </a:lnTo>
                <a:lnTo>
                  <a:pt x="2068" y="7844"/>
                </a:lnTo>
                <a:lnTo>
                  <a:pt x="1951" y="7932"/>
                </a:lnTo>
                <a:lnTo>
                  <a:pt x="1948" y="7934"/>
                </a:lnTo>
                <a:lnTo>
                  <a:pt x="1842" y="8021"/>
                </a:lnTo>
                <a:lnTo>
                  <a:pt x="1836" y="8026"/>
                </a:lnTo>
                <a:lnTo>
                  <a:pt x="1741" y="8118"/>
                </a:lnTo>
                <a:lnTo>
                  <a:pt x="1734" y="8125"/>
                </a:lnTo>
                <a:lnTo>
                  <a:pt x="1646" y="8227"/>
                </a:lnTo>
                <a:lnTo>
                  <a:pt x="1643" y="8231"/>
                </a:lnTo>
                <a:lnTo>
                  <a:pt x="1561" y="8337"/>
                </a:lnTo>
                <a:lnTo>
                  <a:pt x="1560" y="8338"/>
                </a:lnTo>
                <a:lnTo>
                  <a:pt x="1487" y="8436"/>
                </a:lnTo>
                <a:lnTo>
                  <a:pt x="1487" y="8437"/>
                </a:lnTo>
                <a:lnTo>
                  <a:pt x="1425" y="8516"/>
                </a:lnTo>
                <a:lnTo>
                  <a:pt x="1423" y="8518"/>
                </a:lnTo>
                <a:lnTo>
                  <a:pt x="1373" y="8569"/>
                </a:lnTo>
                <a:lnTo>
                  <a:pt x="1371" y="8571"/>
                </a:lnTo>
                <a:lnTo>
                  <a:pt x="1356" y="85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50" name="PulmonDerecho_2"/>
          <p:cNvGrpSpPr/>
          <p:nvPr/>
        </p:nvGrpSpPr>
        <p:grpSpPr>
          <a:xfrm>
            <a:off x="709941" y="4651417"/>
            <a:ext cx="550354" cy="1236753"/>
            <a:chOff x="709941" y="4651417"/>
            <a:chExt cx="550354" cy="1236753"/>
          </a:xfrm>
        </p:grpSpPr>
        <p:sp>
          <p:nvSpPr>
            <p:cNvPr id="51" name="Forma 50"/>
            <p:cNvSpPr/>
            <p:nvPr/>
          </p:nvSpPr>
          <p:spPr>
            <a:xfrm>
              <a:off x="709941" y="4651417"/>
              <a:ext cx="550354" cy="123675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E7CEDA"/>
                </a:gs>
                <a:gs pos="55000">
                  <a:srgbClr val="D5A6BD"/>
                </a:gs>
                <a:gs pos="100000">
                  <a:srgbClr val="A6819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2" name="Forma 51"/>
            <p:cNvSpPr/>
            <p:nvPr/>
          </p:nvSpPr>
          <p:spPr>
            <a:xfrm>
              <a:off x="749383" y="4772789"/>
              <a:ext cx="427907" cy="885359"/>
            </a:xfrm>
            <a:custGeom>
              <a:avLst/>
              <a:gdLst/>
              <a:ahLst/>
              <a:cxnLst/>
              <a:rect l="0" t="0" r="r" b="b"/>
              <a:pathLst>
                <a:path w="1871" h="3952" fill="none">
                  <a:moveTo>
                    <a:pt x="1871" y="1862"/>
                  </a:moveTo>
                  <a:lnTo>
                    <a:pt x="1377" y="1596"/>
                  </a:lnTo>
                  <a:lnTo>
                    <a:pt x="769" y="1140"/>
                  </a:lnTo>
                  <a:lnTo>
                    <a:pt x="427" y="683"/>
                  </a:lnTo>
                </a:path>
                <a:path w="1871" h="3952" fill="none">
                  <a:moveTo>
                    <a:pt x="1377" y="1596"/>
                  </a:moveTo>
                  <a:lnTo>
                    <a:pt x="1149" y="911"/>
                  </a:lnTo>
                  <a:lnTo>
                    <a:pt x="1035" y="151"/>
                  </a:lnTo>
                </a:path>
                <a:path w="1871" h="3952" fill="none">
                  <a:moveTo>
                    <a:pt x="1871" y="1862"/>
                  </a:moveTo>
                  <a:lnTo>
                    <a:pt x="1149" y="1976"/>
                  </a:lnTo>
                  <a:lnTo>
                    <a:pt x="389" y="1976"/>
                  </a:lnTo>
                  <a:lnTo>
                    <a:pt x="9" y="2052"/>
                  </a:lnTo>
                </a:path>
                <a:path w="1871" h="3952" fill="none">
                  <a:moveTo>
                    <a:pt x="1149" y="1976"/>
                  </a:moveTo>
                  <a:lnTo>
                    <a:pt x="617" y="2507"/>
                  </a:lnTo>
                  <a:lnTo>
                    <a:pt x="199" y="2963"/>
                  </a:lnTo>
                </a:path>
                <a:path w="1871" h="3952" fill="none">
                  <a:moveTo>
                    <a:pt x="1871" y="1862"/>
                  </a:moveTo>
                  <a:lnTo>
                    <a:pt x="1377" y="2507"/>
                  </a:lnTo>
                  <a:lnTo>
                    <a:pt x="921" y="3267"/>
                  </a:lnTo>
                  <a:lnTo>
                    <a:pt x="503" y="3875"/>
                  </a:lnTo>
                </a:path>
                <a:path w="1871" h="3952" fill="none">
                  <a:moveTo>
                    <a:pt x="1377" y="2507"/>
                  </a:moveTo>
                  <a:lnTo>
                    <a:pt x="1605" y="3267"/>
                  </a:lnTo>
                  <a:lnTo>
                    <a:pt x="1377" y="3952"/>
                  </a:lnTo>
                </a:path>
                <a:path w="1871" h="3952" fill="none">
                  <a:moveTo>
                    <a:pt x="921" y="3267"/>
                  </a:moveTo>
                  <a:lnTo>
                    <a:pt x="313" y="3647"/>
                  </a:lnTo>
                  <a:lnTo>
                    <a:pt x="9" y="3875"/>
                  </a:lnTo>
                </a:path>
                <a:path w="1871" h="3952" fill="none">
                  <a:moveTo>
                    <a:pt x="769" y="1140"/>
                  </a:moveTo>
                  <a:lnTo>
                    <a:pt x="237" y="1292"/>
                  </a:lnTo>
                  <a:lnTo>
                    <a:pt x="0" y="1470"/>
                  </a:lnTo>
                </a:path>
                <a:path w="1871" h="3952" fill="none">
                  <a:moveTo>
                    <a:pt x="1149" y="911"/>
                  </a:moveTo>
                  <a:lnTo>
                    <a:pt x="693" y="456"/>
                  </a:lnTo>
                </a:path>
                <a:path w="1871" h="3952" fill="none">
                  <a:moveTo>
                    <a:pt x="617" y="2507"/>
                  </a:moveTo>
                  <a:lnTo>
                    <a:pt x="693" y="3039"/>
                  </a:lnTo>
                  <a:lnTo>
                    <a:pt x="465" y="3572"/>
                  </a:lnTo>
                </a:path>
                <a:path w="1871" h="3952" fill="none">
                  <a:moveTo>
                    <a:pt x="1871" y="1862"/>
                  </a:moveTo>
                  <a:lnTo>
                    <a:pt x="1757" y="1292"/>
                  </a:lnTo>
                  <a:lnTo>
                    <a:pt x="1529" y="683"/>
                  </a:lnTo>
                  <a:lnTo>
                    <a:pt x="1377" y="0"/>
                  </a:lnTo>
                </a:path>
                <a:path w="1871" h="3952" fill="none">
                  <a:moveTo>
                    <a:pt x="389" y="1976"/>
                  </a:moveTo>
                  <a:lnTo>
                    <a:pt x="161" y="2432"/>
                  </a:lnTo>
                </a:path>
              </a:pathLst>
            </a:custGeom>
            <a:noFill/>
            <a:ln w="28575" cap="rnd">
              <a:solidFill>
                <a:srgbClr val="8A6B7A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24091" y="5189929"/>
              <a:ext cx="461885" cy="517470"/>
            </a:xfrm>
            <a:custGeom>
              <a:avLst/>
              <a:gdLst/>
              <a:ahLst/>
              <a:cxnLst/>
              <a:rect l="0" t="0" r="r" b="b"/>
              <a:pathLst>
                <a:path w="2020" h="2309" fill="none">
                  <a:moveTo>
                    <a:pt x="0" y="125"/>
                  </a:moveTo>
                  <a:lnTo>
                    <a:pt x="139" y="139"/>
                  </a:lnTo>
                  <a:lnTo>
                    <a:pt x="317" y="156"/>
                  </a:lnTo>
                  <a:lnTo>
                    <a:pt x="495" y="169"/>
                  </a:lnTo>
                  <a:lnTo>
                    <a:pt x="652" y="174"/>
                  </a:lnTo>
                  <a:lnTo>
                    <a:pt x="782" y="171"/>
                  </a:lnTo>
                  <a:lnTo>
                    <a:pt x="900" y="161"/>
                  </a:lnTo>
                  <a:lnTo>
                    <a:pt x="1014" y="147"/>
                  </a:lnTo>
                  <a:lnTo>
                    <a:pt x="1131" y="131"/>
                  </a:lnTo>
                  <a:lnTo>
                    <a:pt x="1260" y="114"/>
                  </a:lnTo>
                  <a:lnTo>
                    <a:pt x="1414" y="92"/>
                  </a:lnTo>
                  <a:lnTo>
                    <a:pt x="1590" y="66"/>
                  </a:lnTo>
                  <a:lnTo>
                    <a:pt x="1763" y="39"/>
                  </a:lnTo>
                  <a:lnTo>
                    <a:pt x="1914" y="16"/>
                  </a:lnTo>
                  <a:lnTo>
                    <a:pt x="2020" y="0"/>
                  </a:lnTo>
                </a:path>
                <a:path w="2020" h="2309" fill="none">
                  <a:moveTo>
                    <a:pt x="51" y="2309"/>
                  </a:moveTo>
                  <a:lnTo>
                    <a:pt x="137" y="2204"/>
                  </a:lnTo>
                  <a:lnTo>
                    <a:pt x="268" y="2043"/>
                  </a:lnTo>
                  <a:lnTo>
                    <a:pt x="422" y="1856"/>
                  </a:lnTo>
                  <a:lnTo>
                    <a:pt x="580" y="1662"/>
                  </a:lnTo>
                  <a:lnTo>
                    <a:pt x="728" y="1481"/>
                  </a:lnTo>
                  <a:lnTo>
                    <a:pt x="866" y="1309"/>
                  </a:lnTo>
                  <a:lnTo>
                    <a:pt x="1005" y="1133"/>
                  </a:lnTo>
                  <a:lnTo>
                    <a:pt x="1144" y="958"/>
                  </a:lnTo>
                  <a:lnTo>
                    <a:pt x="1280" y="793"/>
                  </a:lnTo>
                  <a:lnTo>
                    <a:pt x="1412" y="645"/>
                  </a:lnTo>
                  <a:lnTo>
                    <a:pt x="1548" y="511"/>
                  </a:lnTo>
                  <a:lnTo>
                    <a:pt x="1690" y="385"/>
                  </a:lnTo>
                  <a:lnTo>
                    <a:pt x="1824" y="273"/>
                  </a:lnTo>
                  <a:lnTo>
                    <a:pt x="1939" y="181"/>
                  </a:lnTo>
                  <a:lnTo>
                    <a:pt x="2020" y="114"/>
                  </a:lnTo>
                </a:path>
              </a:pathLst>
            </a:custGeom>
            <a:noFill/>
            <a:ln w="19050" cap="rnd">
              <a:solidFill>
                <a:srgbClr val="6A535E"/>
              </a:solidFill>
              <a:prstDash val="dash"/>
              <a:round/>
            </a:ln>
          </p:spPr>
        </p:sp>
      </p:grpSp>
      <p:sp>
        <p:nvSpPr>
          <p:cNvPr id="54" name="PleuraVisceralD_2"/>
          <p:cNvSpPr/>
          <p:nvPr/>
        </p:nvSpPr>
        <p:spPr>
          <a:xfrm>
            <a:off x="709941" y="4651417"/>
            <a:ext cx="550354" cy="1236753"/>
          </a:xfrm>
          <a:custGeom>
            <a:avLst/>
            <a:gdLst/>
            <a:ahLst/>
            <a:cxnLst/>
            <a:rect l="0" t="0" r="r" b="b"/>
            <a:pathLst>
              <a:path w="2407" h="5520" fill="none">
                <a:moveTo>
                  <a:pt x="262" y="5511"/>
                </a:moveTo>
                <a:lnTo>
                  <a:pt x="299" y="5472"/>
                </a:lnTo>
                <a:lnTo>
                  <a:pt x="346" y="5413"/>
                </a:lnTo>
                <a:lnTo>
                  <a:pt x="401" y="5339"/>
                </a:lnTo>
                <a:lnTo>
                  <a:pt x="402" y="5338"/>
                </a:lnTo>
                <a:lnTo>
                  <a:pt x="463" y="5258"/>
                </a:lnTo>
                <a:lnTo>
                  <a:pt x="466" y="5255"/>
                </a:lnTo>
                <a:lnTo>
                  <a:pt x="533" y="5177"/>
                </a:lnTo>
                <a:lnTo>
                  <a:pt x="538" y="5172"/>
                </a:lnTo>
                <a:lnTo>
                  <a:pt x="610" y="5102"/>
                </a:lnTo>
                <a:lnTo>
                  <a:pt x="615" y="5097"/>
                </a:lnTo>
                <a:lnTo>
                  <a:pt x="695" y="5032"/>
                </a:lnTo>
                <a:lnTo>
                  <a:pt x="698" y="5030"/>
                </a:lnTo>
                <a:lnTo>
                  <a:pt x="786" y="4964"/>
                </a:lnTo>
                <a:lnTo>
                  <a:pt x="789" y="4962"/>
                </a:lnTo>
                <a:lnTo>
                  <a:pt x="883" y="4897"/>
                </a:lnTo>
                <a:lnTo>
                  <a:pt x="886" y="4894"/>
                </a:lnTo>
                <a:lnTo>
                  <a:pt x="983" y="4834"/>
                </a:lnTo>
                <a:lnTo>
                  <a:pt x="987" y="4832"/>
                </a:lnTo>
                <a:lnTo>
                  <a:pt x="1083" y="4780"/>
                </a:lnTo>
                <a:lnTo>
                  <a:pt x="1089" y="4777"/>
                </a:lnTo>
                <a:lnTo>
                  <a:pt x="1182" y="4736"/>
                </a:lnTo>
                <a:lnTo>
                  <a:pt x="1190" y="4733"/>
                </a:lnTo>
                <a:lnTo>
                  <a:pt x="1280" y="4704"/>
                </a:lnTo>
                <a:lnTo>
                  <a:pt x="1287" y="4701"/>
                </a:lnTo>
                <a:lnTo>
                  <a:pt x="1378" y="4681"/>
                </a:lnTo>
                <a:lnTo>
                  <a:pt x="1385" y="4680"/>
                </a:lnTo>
                <a:lnTo>
                  <a:pt x="1476" y="4667"/>
                </a:lnTo>
                <a:lnTo>
                  <a:pt x="1482" y="4666"/>
                </a:lnTo>
                <a:lnTo>
                  <a:pt x="1571" y="4661"/>
                </a:lnTo>
                <a:lnTo>
                  <a:pt x="1577" y="4661"/>
                </a:lnTo>
                <a:lnTo>
                  <a:pt x="1664" y="4662"/>
                </a:lnTo>
                <a:lnTo>
                  <a:pt x="1670" y="4662"/>
                </a:lnTo>
                <a:lnTo>
                  <a:pt x="1754" y="4668"/>
                </a:lnTo>
                <a:lnTo>
                  <a:pt x="1762" y="4669"/>
                </a:lnTo>
                <a:lnTo>
                  <a:pt x="1844" y="4684"/>
                </a:lnTo>
                <a:lnTo>
                  <a:pt x="1853" y="4686"/>
                </a:lnTo>
                <a:lnTo>
                  <a:pt x="1935" y="4709"/>
                </a:lnTo>
                <a:lnTo>
                  <a:pt x="1941" y="4711"/>
                </a:lnTo>
                <a:lnTo>
                  <a:pt x="2021" y="4741"/>
                </a:lnTo>
                <a:lnTo>
                  <a:pt x="2025" y="4743"/>
                </a:lnTo>
                <a:lnTo>
                  <a:pt x="2101" y="4776"/>
                </a:lnTo>
                <a:lnTo>
                  <a:pt x="2104" y="4777"/>
                </a:lnTo>
                <a:lnTo>
                  <a:pt x="2175" y="4811"/>
                </a:lnTo>
                <a:lnTo>
                  <a:pt x="2176" y="4812"/>
                </a:lnTo>
                <a:lnTo>
                  <a:pt x="2241" y="4844"/>
                </a:lnTo>
                <a:lnTo>
                  <a:pt x="2247" y="4847"/>
                </a:lnTo>
                <a:lnTo>
                  <a:pt x="2253" y="4851"/>
                </a:lnTo>
                <a:lnTo>
                  <a:pt x="2312" y="4895"/>
                </a:lnTo>
                <a:lnTo>
                  <a:pt x="2318" y="4899"/>
                </a:lnTo>
                <a:lnTo>
                  <a:pt x="2324" y="4905"/>
                </a:lnTo>
                <a:lnTo>
                  <a:pt x="2380" y="4964"/>
                </a:lnTo>
                <a:lnTo>
                  <a:pt x="2383" y="4967"/>
                </a:lnTo>
                <a:lnTo>
                  <a:pt x="2407" y="4995"/>
                </a:lnTo>
                <a:lnTo>
                  <a:pt x="2407" y="4912"/>
                </a:lnTo>
                <a:lnTo>
                  <a:pt x="2399" y="4761"/>
                </a:lnTo>
                <a:lnTo>
                  <a:pt x="2387" y="4593"/>
                </a:lnTo>
                <a:lnTo>
                  <a:pt x="2374" y="4425"/>
                </a:lnTo>
                <a:lnTo>
                  <a:pt x="2374" y="4424"/>
                </a:lnTo>
                <a:lnTo>
                  <a:pt x="2363" y="4271"/>
                </a:lnTo>
                <a:lnTo>
                  <a:pt x="2363" y="4270"/>
                </a:lnTo>
                <a:lnTo>
                  <a:pt x="2355" y="4130"/>
                </a:lnTo>
                <a:lnTo>
                  <a:pt x="2345" y="3991"/>
                </a:lnTo>
                <a:lnTo>
                  <a:pt x="2335" y="3853"/>
                </a:lnTo>
                <a:lnTo>
                  <a:pt x="2324" y="3714"/>
                </a:lnTo>
                <a:lnTo>
                  <a:pt x="2313" y="3575"/>
                </a:lnTo>
                <a:lnTo>
                  <a:pt x="2313" y="3575"/>
                </a:lnTo>
                <a:lnTo>
                  <a:pt x="2303" y="3436"/>
                </a:lnTo>
                <a:lnTo>
                  <a:pt x="2303" y="3435"/>
                </a:lnTo>
                <a:lnTo>
                  <a:pt x="2293" y="3296"/>
                </a:lnTo>
                <a:lnTo>
                  <a:pt x="2293" y="3296"/>
                </a:lnTo>
                <a:lnTo>
                  <a:pt x="2283" y="3156"/>
                </a:lnTo>
                <a:lnTo>
                  <a:pt x="2274" y="3017"/>
                </a:lnTo>
                <a:lnTo>
                  <a:pt x="2264" y="2878"/>
                </a:lnTo>
                <a:lnTo>
                  <a:pt x="2254" y="2739"/>
                </a:lnTo>
                <a:lnTo>
                  <a:pt x="2242" y="2601"/>
                </a:lnTo>
                <a:lnTo>
                  <a:pt x="2229" y="2461"/>
                </a:lnTo>
                <a:lnTo>
                  <a:pt x="2216" y="2322"/>
                </a:lnTo>
                <a:lnTo>
                  <a:pt x="2202" y="2183"/>
                </a:lnTo>
                <a:lnTo>
                  <a:pt x="2187" y="2044"/>
                </a:lnTo>
                <a:lnTo>
                  <a:pt x="2170" y="1906"/>
                </a:lnTo>
                <a:lnTo>
                  <a:pt x="2151" y="1769"/>
                </a:lnTo>
                <a:lnTo>
                  <a:pt x="2130" y="1630"/>
                </a:lnTo>
                <a:lnTo>
                  <a:pt x="2107" y="1489"/>
                </a:lnTo>
                <a:lnTo>
                  <a:pt x="2082" y="1348"/>
                </a:lnTo>
                <a:lnTo>
                  <a:pt x="2056" y="1210"/>
                </a:lnTo>
                <a:lnTo>
                  <a:pt x="2029" y="1079"/>
                </a:lnTo>
                <a:lnTo>
                  <a:pt x="2001" y="956"/>
                </a:lnTo>
                <a:lnTo>
                  <a:pt x="1971" y="842"/>
                </a:lnTo>
                <a:lnTo>
                  <a:pt x="1939" y="732"/>
                </a:lnTo>
                <a:lnTo>
                  <a:pt x="1906" y="627"/>
                </a:lnTo>
                <a:lnTo>
                  <a:pt x="1872" y="530"/>
                </a:lnTo>
                <a:lnTo>
                  <a:pt x="1839" y="441"/>
                </a:lnTo>
                <a:lnTo>
                  <a:pt x="1807" y="360"/>
                </a:lnTo>
                <a:lnTo>
                  <a:pt x="1777" y="290"/>
                </a:lnTo>
                <a:lnTo>
                  <a:pt x="1749" y="229"/>
                </a:lnTo>
                <a:lnTo>
                  <a:pt x="1723" y="177"/>
                </a:lnTo>
                <a:lnTo>
                  <a:pt x="1697" y="135"/>
                </a:lnTo>
                <a:lnTo>
                  <a:pt x="1671" y="99"/>
                </a:lnTo>
                <a:lnTo>
                  <a:pt x="1643" y="69"/>
                </a:lnTo>
                <a:lnTo>
                  <a:pt x="1614" y="43"/>
                </a:lnTo>
                <a:lnTo>
                  <a:pt x="1588" y="24"/>
                </a:lnTo>
                <a:lnTo>
                  <a:pt x="1563" y="11"/>
                </a:lnTo>
                <a:lnTo>
                  <a:pt x="1538" y="3"/>
                </a:lnTo>
                <a:lnTo>
                  <a:pt x="1508" y="0"/>
                </a:lnTo>
                <a:lnTo>
                  <a:pt x="1468" y="1"/>
                </a:lnTo>
                <a:lnTo>
                  <a:pt x="1416" y="11"/>
                </a:lnTo>
                <a:lnTo>
                  <a:pt x="1354" y="28"/>
                </a:lnTo>
                <a:lnTo>
                  <a:pt x="1285" y="52"/>
                </a:lnTo>
                <a:lnTo>
                  <a:pt x="1213" y="82"/>
                </a:lnTo>
                <a:lnTo>
                  <a:pt x="1143" y="117"/>
                </a:lnTo>
                <a:lnTo>
                  <a:pt x="1078" y="156"/>
                </a:lnTo>
                <a:lnTo>
                  <a:pt x="1016" y="199"/>
                </a:lnTo>
                <a:lnTo>
                  <a:pt x="953" y="247"/>
                </a:lnTo>
                <a:lnTo>
                  <a:pt x="892" y="301"/>
                </a:lnTo>
                <a:lnTo>
                  <a:pt x="832" y="359"/>
                </a:lnTo>
                <a:lnTo>
                  <a:pt x="774" y="421"/>
                </a:lnTo>
                <a:lnTo>
                  <a:pt x="718" y="487"/>
                </a:lnTo>
                <a:lnTo>
                  <a:pt x="665" y="557"/>
                </a:lnTo>
                <a:lnTo>
                  <a:pt x="613" y="632"/>
                </a:lnTo>
                <a:lnTo>
                  <a:pt x="563" y="711"/>
                </a:lnTo>
                <a:lnTo>
                  <a:pt x="515" y="795"/>
                </a:lnTo>
                <a:lnTo>
                  <a:pt x="469" y="882"/>
                </a:lnTo>
                <a:lnTo>
                  <a:pt x="425" y="972"/>
                </a:lnTo>
                <a:lnTo>
                  <a:pt x="382" y="1066"/>
                </a:lnTo>
                <a:lnTo>
                  <a:pt x="342" y="1165"/>
                </a:lnTo>
                <a:lnTo>
                  <a:pt x="303" y="1267"/>
                </a:lnTo>
                <a:lnTo>
                  <a:pt x="267" y="1372"/>
                </a:lnTo>
                <a:lnTo>
                  <a:pt x="233" y="1479"/>
                </a:lnTo>
                <a:lnTo>
                  <a:pt x="202" y="1589"/>
                </a:lnTo>
                <a:lnTo>
                  <a:pt x="173" y="1701"/>
                </a:lnTo>
                <a:lnTo>
                  <a:pt x="148" y="1817"/>
                </a:lnTo>
                <a:lnTo>
                  <a:pt x="124" y="1935"/>
                </a:lnTo>
                <a:lnTo>
                  <a:pt x="103" y="2056"/>
                </a:lnTo>
                <a:lnTo>
                  <a:pt x="84" y="2178"/>
                </a:lnTo>
                <a:lnTo>
                  <a:pt x="67" y="2300"/>
                </a:lnTo>
                <a:lnTo>
                  <a:pt x="52" y="2423"/>
                </a:lnTo>
                <a:lnTo>
                  <a:pt x="39" y="2548"/>
                </a:lnTo>
                <a:lnTo>
                  <a:pt x="29" y="2673"/>
                </a:lnTo>
                <a:lnTo>
                  <a:pt x="20" y="2800"/>
                </a:lnTo>
                <a:lnTo>
                  <a:pt x="13" y="2926"/>
                </a:lnTo>
                <a:lnTo>
                  <a:pt x="7" y="3053"/>
                </a:lnTo>
                <a:lnTo>
                  <a:pt x="3" y="3179"/>
                </a:lnTo>
                <a:lnTo>
                  <a:pt x="0" y="3305"/>
                </a:lnTo>
                <a:lnTo>
                  <a:pt x="0" y="3432"/>
                </a:lnTo>
                <a:lnTo>
                  <a:pt x="0" y="3558"/>
                </a:lnTo>
                <a:lnTo>
                  <a:pt x="3" y="3683"/>
                </a:lnTo>
                <a:lnTo>
                  <a:pt x="7" y="3806"/>
                </a:lnTo>
                <a:lnTo>
                  <a:pt x="13" y="3928"/>
                </a:lnTo>
                <a:lnTo>
                  <a:pt x="22" y="4052"/>
                </a:lnTo>
                <a:lnTo>
                  <a:pt x="31" y="4174"/>
                </a:lnTo>
                <a:lnTo>
                  <a:pt x="43" y="4294"/>
                </a:lnTo>
                <a:lnTo>
                  <a:pt x="55" y="4410"/>
                </a:lnTo>
                <a:lnTo>
                  <a:pt x="67" y="4521"/>
                </a:lnTo>
                <a:lnTo>
                  <a:pt x="80" y="4627"/>
                </a:lnTo>
                <a:lnTo>
                  <a:pt x="95" y="4729"/>
                </a:lnTo>
                <a:lnTo>
                  <a:pt x="110" y="4827"/>
                </a:lnTo>
                <a:lnTo>
                  <a:pt x="125" y="4922"/>
                </a:lnTo>
                <a:lnTo>
                  <a:pt x="141" y="5013"/>
                </a:lnTo>
                <a:lnTo>
                  <a:pt x="158" y="5101"/>
                </a:lnTo>
                <a:lnTo>
                  <a:pt x="174" y="5190"/>
                </a:lnTo>
                <a:lnTo>
                  <a:pt x="191" y="5279"/>
                </a:lnTo>
                <a:lnTo>
                  <a:pt x="208" y="5364"/>
                </a:lnTo>
                <a:lnTo>
                  <a:pt x="225" y="5438"/>
                </a:lnTo>
                <a:lnTo>
                  <a:pt x="241" y="5497"/>
                </a:lnTo>
                <a:lnTo>
                  <a:pt x="251" y="5520"/>
                </a:lnTo>
                <a:lnTo>
                  <a:pt x="262" y="55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5" name="PulmonIzquierdo_2"/>
          <p:cNvGrpSpPr/>
          <p:nvPr/>
        </p:nvGrpSpPr>
        <p:grpSpPr>
          <a:xfrm>
            <a:off x="1597779" y="4471279"/>
            <a:ext cx="674504" cy="1681141"/>
            <a:chOff x="1597779" y="4471279"/>
            <a:chExt cx="674504" cy="1681141"/>
          </a:xfrm>
        </p:grpSpPr>
        <p:sp>
          <p:nvSpPr>
            <p:cNvPr id="56" name="Forma 55"/>
            <p:cNvSpPr/>
            <p:nvPr/>
          </p:nvSpPr>
          <p:spPr>
            <a:xfrm>
              <a:off x="1597779" y="4471279"/>
              <a:ext cx="674504" cy="168114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E7CEDA"/>
                </a:gs>
                <a:gs pos="55000">
                  <a:srgbClr val="D5A6BD"/>
                </a:gs>
                <a:gs pos="100000">
                  <a:srgbClr val="A6819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1657350" y="4630979"/>
              <a:ext cx="568095" cy="116494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8A6B7A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664208" y="5213452"/>
              <a:ext cx="578346" cy="63563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6A535E"/>
              </a:solidFill>
              <a:prstDash val="dash"/>
              <a:round/>
            </a:ln>
          </p:spPr>
        </p:sp>
      </p:grpSp>
      <p:sp>
        <p:nvSpPr>
          <p:cNvPr id="59" name="PleuraVisceralI_2"/>
          <p:cNvSpPr/>
          <p:nvPr/>
        </p:nvSpPr>
        <p:spPr>
          <a:xfrm>
            <a:off x="1597779" y="4471279"/>
            <a:ext cx="674504" cy="168114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0" name="PleuraParietalD_2"/>
          <p:cNvSpPr/>
          <p:nvPr/>
        </p:nvSpPr>
        <p:spPr>
          <a:xfrm>
            <a:off x="537210" y="4446571"/>
            <a:ext cx="774446" cy="1683436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PleuraParietalI_2"/>
          <p:cNvSpPr/>
          <p:nvPr/>
        </p:nvSpPr>
        <p:spPr>
          <a:xfrm>
            <a:off x="1572630" y="4446571"/>
            <a:ext cx="724800" cy="173720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VenaCavaSup_2"/>
          <p:cNvSpPr/>
          <p:nvPr/>
        </p:nvSpPr>
        <p:spPr>
          <a:xfrm>
            <a:off x="1282455" y="4641357"/>
            <a:ext cx="100548" cy="77514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3" name="VenaCavaInf_2"/>
          <p:cNvSpPr/>
          <p:nvPr/>
        </p:nvSpPr>
        <p:spPr>
          <a:xfrm>
            <a:off x="1303039" y="5884540"/>
            <a:ext cx="100554" cy="36072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4" name="Corazon_2"/>
          <p:cNvGrpSpPr/>
          <p:nvPr/>
        </p:nvGrpSpPr>
        <p:grpSpPr>
          <a:xfrm>
            <a:off x="1294045" y="5341568"/>
            <a:ext cx="607907" cy="634201"/>
            <a:chOff x="1294045" y="5341568"/>
            <a:chExt cx="607907" cy="634201"/>
          </a:xfrm>
        </p:grpSpPr>
        <p:sp>
          <p:nvSpPr>
            <p:cNvPr id="65" name="Forma 64"/>
            <p:cNvSpPr/>
            <p:nvPr/>
          </p:nvSpPr>
          <p:spPr>
            <a:xfrm>
              <a:off x="1294045" y="5341568"/>
              <a:ext cx="607907" cy="63420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6" name="Forma 65"/>
            <p:cNvSpPr/>
            <p:nvPr/>
          </p:nvSpPr>
          <p:spPr>
            <a:xfrm>
              <a:off x="1611630" y="5388193"/>
              <a:ext cx="148590" cy="56455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7" name="Diafragma_2"/>
          <p:cNvSpPr/>
          <p:nvPr/>
        </p:nvSpPr>
        <p:spPr>
          <a:xfrm>
            <a:off x="582934" y="5867776"/>
            <a:ext cx="1668772" cy="373712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8" name="Clavículas_2"/>
          <p:cNvGrpSpPr/>
          <p:nvPr/>
        </p:nvGrpSpPr>
        <p:grpSpPr>
          <a:xfrm>
            <a:off x="731520" y="4339742"/>
            <a:ext cx="1371600" cy="89611"/>
            <a:chOff x="731520" y="4339742"/>
            <a:chExt cx="1371600" cy="89611"/>
          </a:xfrm>
        </p:grpSpPr>
        <p:sp>
          <p:nvSpPr>
            <p:cNvPr id="69" name="Forma 68"/>
            <p:cNvSpPr/>
            <p:nvPr/>
          </p:nvSpPr>
          <p:spPr>
            <a:xfrm>
              <a:off x="731520" y="4339742"/>
              <a:ext cx="1371600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731520" y="4339742"/>
              <a:ext cx="1371600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1" name="Recuadro Espontáneo primario"/>
          <p:cNvGrpSpPr/>
          <p:nvPr/>
        </p:nvGrpSpPr>
        <p:grpSpPr>
          <a:xfrm>
            <a:off x="3840480" y="914400"/>
            <a:ext cx="3931920" cy="3200400"/>
            <a:chOff x="3840480" y="914400"/>
            <a:chExt cx="3931920" cy="3200400"/>
          </a:xfrm>
        </p:grpSpPr>
        <p:sp>
          <p:nvSpPr>
            <p:cNvPr id="72" name="Forma 71"/>
            <p:cNvSpPr/>
            <p:nvPr/>
          </p:nvSpPr>
          <p:spPr>
            <a:xfrm>
              <a:off x="3840480" y="1280160"/>
              <a:ext cx="3931920" cy="28346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enfermedad pulmonar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clínica aparente.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Rotura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bulas (blebs) subpleurales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Perfil: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varón joven, alto, delgado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a menudo fumador.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73" name="Forma 72"/>
            <p:cNvSpPr/>
            <p:nvPr/>
          </p:nvSpPr>
          <p:spPr>
            <a:xfrm>
              <a:off x="3840480" y="914400"/>
              <a:ext cx="3931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ESPONTÁNEO PRIMARIO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4" name="Recuadro Espontáneo secundario"/>
          <p:cNvGrpSpPr/>
          <p:nvPr/>
        </p:nvGrpSpPr>
        <p:grpSpPr>
          <a:xfrm>
            <a:off x="3840480" y="4251960"/>
            <a:ext cx="3931920" cy="2103120"/>
            <a:chOff x="3840480" y="4251960"/>
            <a:chExt cx="3931920" cy="2103120"/>
          </a:xfrm>
        </p:grpSpPr>
        <p:sp>
          <p:nvSpPr>
            <p:cNvPr id="75" name="Forma 74"/>
            <p:cNvSpPr/>
            <p:nvPr/>
          </p:nvSpPr>
          <p:spPr>
            <a:xfrm>
              <a:off x="3840480" y="4617720"/>
              <a:ext cx="3931920" cy="17373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 enfermedad pulmonar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EPOC/enfisema (bulas enfisematosas), asma grave, TBC, fibrosis quística, neumonía por Pneumocystis, EPID.</a:t>
              </a:r>
              <a:endParaRPr lang="es-AR" sz="1750" dirty="0">
                <a:latin typeface="Mali"/>
              </a:endParaRPr>
            </a:p>
          </p:txBody>
        </p:sp>
        <p:sp>
          <p:nvSpPr>
            <p:cNvPr id="76" name="Forma 75"/>
            <p:cNvSpPr/>
            <p:nvPr/>
          </p:nvSpPr>
          <p:spPr>
            <a:xfrm>
              <a:off x="3840480" y="4251960"/>
              <a:ext cx="3931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ESPONTÁNEO SECUNDARIO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7" name="Gravedad secundario"/>
          <p:cNvSpPr/>
          <p:nvPr/>
        </p:nvSpPr>
        <p:spPr>
          <a:xfrm>
            <a:off x="8046720" y="914400"/>
            <a:ext cx="3840480" cy="32004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secundario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más grave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que el primario: el paciente tiene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menor reserva pulmonar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78" name="Terminología"/>
          <p:cNvSpPr/>
          <p:nvPr/>
        </p:nvSpPr>
        <p:spPr>
          <a:xfrm>
            <a:off x="8046720" y="4251960"/>
            <a:ext cx="3840480" cy="21031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bulas también se denominan «ámpulas» en algunos textos.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134460" y="91440"/>
            <a:ext cx="589264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CLASIFICACIÓN: ESPONTÁNEO</a:t>
            </a:r>
            <a:endParaRPr lang="es-AR" sz="24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78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ipo Traumático penetrante (abierto)"/>
          <p:cNvGrpSpPr/>
          <p:nvPr/>
        </p:nvGrpSpPr>
        <p:grpSpPr>
          <a:xfrm>
            <a:off x="365760" y="1016813"/>
            <a:ext cx="3703320" cy="5338267"/>
            <a:chOff x="365760" y="1016813"/>
            <a:chExt cx="3703320" cy="5338267"/>
          </a:xfrm>
        </p:grpSpPr>
        <p:sp>
          <p:nvSpPr>
            <p:cNvPr id="5" name="ParedToracica"/>
            <p:cNvSpPr/>
            <p:nvPr/>
          </p:nvSpPr>
          <p:spPr>
            <a:xfrm>
              <a:off x="1025774" y="1016813"/>
              <a:ext cx="2429012" cy="2457907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789481" y="1157630"/>
              <a:ext cx="901598" cy="188183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1073506" y="1221638"/>
              <a:ext cx="2333549" cy="2109704"/>
              <a:chOff x="1073506" y="1221638"/>
              <a:chExt cx="2333549" cy="2109704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10735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0735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2193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4204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244967" y="1549069"/>
              <a:ext cx="348942" cy="164145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924733" y="1016813"/>
              <a:ext cx="631094" cy="1098366"/>
              <a:chOff x="1924733" y="1016813"/>
              <a:chExt cx="631094" cy="1098366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924733" y="1016813"/>
                <a:ext cx="631094" cy="1098366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92548" y="1093622"/>
                <a:ext cx="95463" cy="56007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6" name="LiquidoPleuralD"/>
            <p:cNvSpPr/>
            <p:nvPr/>
          </p:nvSpPr>
          <p:spPr>
            <a:xfrm>
              <a:off x="1232251" y="2695088"/>
              <a:ext cx="880744" cy="470153"/>
            </a:xfrm>
            <a:custGeom>
              <a:avLst/>
              <a:gdLst/>
              <a:ahLst/>
              <a:cxnLst/>
              <a:rect l="0" t="0" r="r" b="b"/>
              <a:pathLst>
                <a:path w="10000" h="5528">
                  <a:moveTo>
                    <a:pt x="74" y="745"/>
                  </a:moveTo>
                  <a:lnTo>
                    <a:pt x="124" y="1189"/>
                  </a:lnTo>
                  <a:lnTo>
                    <a:pt x="177" y="1612"/>
                  </a:lnTo>
                  <a:lnTo>
                    <a:pt x="233" y="2021"/>
                  </a:lnTo>
                  <a:lnTo>
                    <a:pt x="293" y="2414"/>
                  </a:lnTo>
                  <a:lnTo>
                    <a:pt x="356" y="2792"/>
                  </a:lnTo>
                  <a:lnTo>
                    <a:pt x="420" y="3156"/>
                  </a:lnTo>
                  <a:lnTo>
                    <a:pt x="485" y="3507"/>
                  </a:lnTo>
                  <a:lnTo>
                    <a:pt x="551" y="3858"/>
                  </a:lnTo>
                  <a:lnTo>
                    <a:pt x="617" y="4214"/>
                  </a:lnTo>
                  <a:lnTo>
                    <a:pt x="685" y="4555"/>
                  </a:lnTo>
                  <a:lnTo>
                    <a:pt x="755" y="4864"/>
                  </a:lnTo>
                  <a:lnTo>
                    <a:pt x="829" y="5122"/>
                  </a:lnTo>
                  <a:lnTo>
                    <a:pt x="907" y="5313"/>
                  </a:lnTo>
                  <a:lnTo>
                    <a:pt x="980" y="5436"/>
                  </a:lnTo>
                  <a:lnTo>
                    <a:pt x="1047" y="5507"/>
                  </a:lnTo>
                  <a:lnTo>
                    <a:pt x="1118" y="5528"/>
                  </a:lnTo>
                  <a:lnTo>
                    <a:pt x="1201" y="5500"/>
                  </a:lnTo>
                  <a:lnTo>
                    <a:pt x="1308" y="5428"/>
                  </a:lnTo>
                  <a:lnTo>
                    <a:pt x="1449" y="5313"/>
                  </a:lnTo>
                  <a:lnTo>
                    <a:pt x="1622" y="5133"/>
                  </a:lnTo>
                  <a:lnTo>
                    <a:pt x="1819" y="4883"/>
                  </a:lnTo>
                  <a:lnTo>
                    <a:pt x="2040" y="4587"/>
                  </a:lnTo>
                  <a:lnTo>
                    <a:pt x="2283" y="4272"/>
                  </a:lnTo>
                  <a:lnTo>
                    <a:pt x="2548" y="3963"/>
                  </a:lnTo>
                  <a:lnTo>
                    <a:pt x="2834" y="3687"/>
                  </a:lnTo>
                  <a:lnTo>
                    <a:pt x="3150" y="3429"/>
                  </a:lnTo>
                  <a:lnTo>
                    <a:pt x="3501" y="3166"/>
                  </a:lnTo>
                  <a:lnTo>
                    <a:pt x="3872" y="2908"/>
                  </a:lnTo>
                  <a:lnTo>
                    <a:pt x="4254" y="2671"/>
                  </a:lnTo>
                  <a:lnTo>
                    <a:pt x="4635" y="2464"/>
                  </a:lnTo>
                  <a:lnTo>
                    <a:pt x="5002" y="2303"/>
                  </a:lnTo>
                  <a:lnTo>
                    <a:pt x="5360" y="2186"/>
                  </a:lnTo>
                  <a:lnTo>
                    <a:pt x="5720" y="2104"/>
                  </a:lnTo>
                  <a:lnTo>
                    <a:pt x="6078" y="2054"/>
                  </a:lnTo>
                  <a:lnTo>
                    <a:pt x="6431" y="2033"/>
                  </a:lnTo>
                  <a:lnTo>
                    <a:pt x="6776" y="2036"/>
                  </a:lnTo>
                  <a:lnTo>
                    <a:pt x="7109" y="2062"/>
                  </a:lnTo>
                  <a:lnTo>
                    <a:pt x="7436" y="2119"/>
                  </a:lnTo>
                  <a:lnTo>
                    <a:pt x="7760" y="2211"/>
                  </a:lnTo>
                  <a:lnTo>
                    <a:pt x="8076" y="2329"/>
                  </a:lnTo>
                  <a:lnTo>
                    <a:pt x="8378" y="2461"/>
                  </a:lnTo>
                  <a:lnTo>
                    <a:pt x="8660" y="2596"/>
                  </a:lnTo>
                  <a:lnTo>
                    <a:pt x="8916" y="2724"/>
                  </a:lnTo>
                  <a:lnTo>
                    <a:pt x="9152" y="2896"/>
                  </a:lnTo>
                  <a:lnTo>
                    <a:pt x="9375" y="3130"/>
                  </a:lnTo>
                  <a:lnTo>
                    <a:pt x="9578" y="3368"/>
                  </a:lnTo>
                  <a:lnTo>
                    <a:pt x="9754" y="3549"/>
                  </a:lnTo>
                  <a:lnTo>
                    <a:pt x="9897" y="3615"/>
                  </a:lnTo>
                  <a:lnTo>
                    <a:pt x="10000" y="3507"/>
                  </a:lnTo>
                  <a:lnTo>
                    <a:pt x="10000" y="2089"/>
                  </a:lnTo>
                  <a:lnTo>
                    <a:pt x="9747" y="2089"/>
                  </a:lnTo>
                  <a:lnTo>
                    <a:pt x="9494" y="2087"/>
                  </a:lnTo>
                  <a:lnTo>
                    <a:pt x="9241" y="2082"/>
                  </a:lnTo>
                  <a:lnTo>
                    <a:pt x="8988" y="2076"/>
                  </a:lnTo>
                  <a:lnTo>
                    <a:pt x="8735" y="2067"/>
                  </a:lnTo>
                  <a:lnTo>
                    <a:pt x="8482" y="2056"/>
                  </a:lnTo>
                  <a:lnTo>
                    <a:pt x="8229" y="2043"/>
                  </a:lnTo>
                  <a:lnTo>
                    <a:pt x="7976" y="2027"/>
                  </a:lnTo>
                  <a:lnTo>
                    <a:pt x="7723" y="2009"/>
                  </a:lnTo>
                  <a:lnTo>
                    <a:pt x="7470" y="1988"/>
                  </a:lnTo>
                  <a:lnTo>
                    <a:pt x="7218" y="1964"/>
                  </a:lnTo>
                  <a:lnTo>
                    <a:pt x="6965" y="1938"/>
                  </a:lnTo>
                  <a:lnTo>
                    <a:pt x="6712" y="1909"/>
                  </a:lnTo>
                  <a:lnTo>
                    <a:pt x="6459" y="1877"/>
                  </a:lnTo>
                  <a:lnTo>
                    <a:pt x="6206" y="1842"/>
                  </a:lnTo>
                  <a:lnTo>
                    <a:pt x="5953" y="1804"/>
                  </a:lnTo>
                  <a:lnTo>
                    <a:pt x="5700" y="1763"/>
                  </a:lnTo>
                  <a:lnTo>
                    <a:pt x="5447" y="1720"/>
                  </a:lnTo>
                  <a:lnTo>
                    <a:pt x="5194" y="1673"/>
                  </a:lnTo>
                  <a:lnTo>
                    <a:pt x="4941" y="1623"/>
                  </a:lnTo>
                  <a:lnTo>
                    <a:pt x="4688" y="1570"/>
                  </a:lnTo>
                  <a:lnTo>
                    <a:pt x="4436" y="1514"/>
                  </a:lnTo>
                  <a:lnTo>
                    <a:pt x="4183" y="1455"/>
                  </a:lnTo>
                  <a:lnTo>
                    <a:pt x="3930" y="1393"/>
                  </a:lnTo>
                  <a:lnTo>
                    <a:pt x="3677" y="1327"/>
                  </a:lnTo>
                  <a:lnTo>
                    <a:pt x="3424" y="1259"/>
                  </a:lnTo>
                  <a:lnTo>
                    <a:pt x="3171" y="1187"/>
                  </a:lnTo>
                  <a:lnTo>
                    <a:pt x="2918" y="1112"/>
                  </a:lnTo>
                  <a:lnTo>
                    <a:pt x="2665" y="1033"/>
                  </a:lnTo>
                  <a:lnTo>
                    <a:pt x="2412" y="951"/>
                  </a:lnTo>
                  <a:lnTo>
                    <a:pt x="2159" y="866"/>
                  </a:lnTo>
                  <a:lnTo>
                    <a:pt x="1906" y="778"/>
                  </a:lnTo>
                  <a:lnTo>
                    <a:pt x="1654" y="686"/>
                  </a:lnTo>
                  <a:lnTo>
                    <a:pt x="1401" y="590"/>
                  </a:lnTo>
                  <a:lnTo>
                    <a:pt x="1148" y="492"/>
                  </a:lnTo>
                  <a:lnTo>
                    <a:pt x="895" y="390"/>
                  </a:lnTo>
                  <a:lnTo>
                    <a:pt x="642" y="284"/>
                  </a:lnTo>
                  <a:lnTo>
                    <a:pt x="389" y="175"/>
                  </a:lnTo>
                  <a:lnTo>
                    <a:pt x="136" y="62"/>
                  </a:lnTo>
                  <a:lnTo>
                    <a:pt x="0" y="0"/>
                  </a:lnTo>
                  <a:lnTo>
                    <a:pt x="26" y="281"/>
                  </a:lnTo>
                  <a:lnTo>
                    <a:pt x="74" y="745"/>
                  </a:lnTo>
                  <a:close/>
                </a:path>
              </a:pathLst>
            </a:custGeom>
            <a:gradFill rotWithShape="1">
              <a:gsLst>
                <a:gs pos="0">
                  <a:srgbClr val="E8C9C0"/>
                </a:gs>
                <a:gs pos="100000">
                  <a:srgbClr val="B22222"/>
                </a:gs>
              </a:gsLst>
              <a:path path="circle">
                <a:fillToRect l="40000" t="20000" r="60000" b="80000"/>
              </a:path>
            </a:gradFill>
            <a:ln w="22225" cap="rnd">
              <a:solidFill>
                <a:srgbClr val="611212"/>
              </a:solidFill>
              <a:round/>
            </a:ln>
          </p:spPr>
        </p:sp>
        <p:sp>
          <p:nvSpPr>
            <p:cNvPr id="17" name="AirePleuralD"/>
            <p:cNvSpPr/>
            <p:nvPr/>
          </p:nvSpPr>
          <p:spPr>
            <a:xfrm>
              <a:off x="1219352" y="1241315"/>
              <a:ext cx="895632" cy="1630450"/>
            </a:xfrm>
            <a:custGeom>
              <a:avLst/>
              <a:gdLst/>
              <a:ahLst/>
              <a:cxnLst/>
              <a:rect l="0" t="0" r="r" b="b"/>
              <a:pathLst>
                <a:path w="5303" h="10000">
                  <a:moveTo>
                    <a:pt x="2918" y="66"/>
                  </a:moveTo>
                  <a:lnTo>
                    <a:pt x="2765" y="120"/>
                  </a:lnTo>
                  <a:lnTo>
                    <a:pt x="2608" y="187"/>
                  </a:lnTo>
                  <a:lnTo>
                    <a:pt x="2453" y="264"/>
                  </a:lnTo>
                  <a:lnTo>
                    <a:pt x="2308" y="350"/>
                  </a:lnTo>
                  <a:lnTo>
                    <a:pt x="2169" y="445"/>
                  </a:lnTo>
                  <a:lnTo>
                    <a:pt x="2033" y="551"/>
                  </a:lnTo>
                  <a:lnTo>
                    <a:pt x="1899" y="668"/>
                  </a:lnTo>
                  <a:lnTo>
                    <a:pt x="1769" y="794"/>
                  </a:lnTo>
                  <a:lnTo>
                    <a:pt x="1643" y="929"/>
                  </a:lnTo>
                  <a:lnTo>
                    <a:pt x="1522" y="1072"/>
                  </a:lnTo>
                  <a:lnTo>
                    <a:pt x="1407" y="1224"/>
                  </a:lnTo>
                  <a:lnTo>
                    <a:pt x="1296" y="1385"/>
                  </a:lnTo>
                  <a:lnTo>
                    <a:pt x="1189" y="1554"/>
                  </a:lnTo>
                  <a:lnTo>
                    <a:pt x="1086" y="1732"/>
                  </a:lnTo>
                  <a:lnTo>
                    <a:pt x="988" y="1917"/>
                  </a:lnTo>
                  <a:lnTo>
                    <a:pt x="894" y="2109"/>
                  </a:lnTo>
                  <a:lnTo>
                    <a:pt x="805" y="2308"/>
                  </a:lnTo>
                  <a:lnTo>
                    <a:pt x="719" y="2516"/>
                  </a:lnTo>
                  <a:lnTo>
                    <a:pt x="637" y="2732"/>
                  </a:lnTo>
                  <a:lnTo>
                    <a:pt x="561" y="2954"/>
                  </a:lnTo>
                  <a:lnTo>
                    <a:pt x="489" y="3181"/>
                  </a:lnTo>
                  <a:lnTo>
                    <a:pt x="423" y="3412"/>
                  </a:lnTo>
                  <a:lnTo>
                    <a:pt x="364" y="3649"/>
                  </a:lnTo>
                  <a:lnTo>
                    <a:pt x="309" y="3892"/>
                  </a:lnTo>
                  <a:lnTo>
                    <a:pt x="261" y="4141"/>
                  </a:lnTo>
                  <a:lnTo>
                    <a:pt x="216" y="4394"/>
                  </a:lnTo>
                  <a:lnTo>
                    <a:pt x="177" y="4648"/>
                  </a:lnTo>
                  <a:lnTo>
                    <a:pt x="141" y="4904"/>
                  </a:lnTo>
                  <a:lnTo>
                    <a:pt x="109" y="5161"/>
                  </a:lnTo>
                  <a:lnTo>
                    <a:pt x="83" y="5421"/>
                  </a:lnTo>
                  <a:lnTo>
                    <a:pt x="60" y="5684"/>
                  </a:lnTo>
                  <a:lnTo>
                    <a:pt x="42" y="5948"/>
                  </a:lnTo>
                  <a:lnTo>
                    <a:pt x="27" y="6212"/>
                  </a:lnTo>
                  <a:lnTo>
                    <a:pt x="15" y="6474"/>
                  </a:lnTo>
                  <a:lnTo>
                    <a:pt x="6" y="6737"/>
                  </a:lnTo>
                  <a:lnTo>
                    <a:pt x="1" y="7000"/>
                  </a:lnTo>
                  <a:lnTo>
                    <a:pt x="0" y="7264"/>
                  </a:lnTo>
                  <a:lnTo>
                    <a:pt x="1" y="7527"/>
                  </a:lnTo>
                  <a:lnTo>
                    <a:pt x="6" y="7787"/>
                  </a:lnTo>
                  <a:lnTo>
                    <a:pt x="15" y="8044"/>
                  </a:lnTo>
                  <a:lnTo>
                    <a:pt x="28" y="8301"/>
                  </a:lnTo>
                  <a:lnTo>
                    <a:pt x="45" y="8558"/>
                  </a:lnTo>
                  <a:lnTo>
                    <a:pt x="66" y="8813"/>
                  </a:lnTo>
                  <a:lnTo>
                    <a:pt x="90" y="9063"/>
                  </a:lnTo>
                  <a:lnTo>
                    <a:pt x="115" y="9305"/>
                  </a:lnTo>
                  <a:lnTo>
                    <a:pt x="141" y="9536"/>
                  </a:lnTo>
                  <a:lnTo>
                    <a:pt x="168" y="9757"/>
                  </a:lnTo>
                  <a:lnTo>
                    <a:pt x="198" y="9970"/>
                  </a:lnTo>
                  <a:lnTo>
                    <a:pt x="201" y="9990"/>
                  </a:lnTo>
                  <a:lnTo>
                    <a:pt x="3227" y="9990"/>
                  </a:lnTo>
                  <a:lnTo>
                    <a:pt x="3246" y="9988"/>
                  </a:lnTo>
                  <a:lnTo>
                    <a:pt x="3430" y="9977"/>
                  </a:lnTo>
                  <a:lnTo>
                    <a:pt x="3610" y="9978"/>
                  </a:lnTo>
                  <a:lnTo>
                    <a:pt x="3783" y="9992"/>
                  </a:lnTo>
                  <a:lnTo>
                    <a:pt x="3767" y="9990"/>
                  </a:lnTo>
                  <a:lnTo>
                    <a:pt x="5302" y="9990"/>
                  </a:lnTo>
                  <a:lnTo>
                    <a:pt x="5303" y="10000"/>
                  </a:lnTo>
                  <a:lnTo>
                    <a:pt x="5277" y="9651"/>
                  </a:lnTo>
                  <a:lnTo>
                    <a:pt x="5249" y="9303"/>
                  </a:lnTo>
                  <a:lnTo>
                    <a:pt x="5228" y="8987"/>
                  </a:lnTo>
                  <a:lnTo>
                    <a:pt x="5211" y="8697"/>
                  </a:lnTo>
                  <a:lnTo>
                    <a:pt x="5191" y="8409"/>
                  </a:lnTo>
                  <a:lnTo>
                    <a:pt x="5169" y="8121"/>
                  </a:lnTo>
                  <a:lnTo>
                    <a:pt x="5147" y="7834"/>
                  </a:lnTo>
                  <a:lnTo>
                    <a:pt x="5124" y="7547"/>
                  </a:lnTo>
                  <a:lnTo>
                    <a:pt x="5102" y="7259"/>
                  </a:lnTo>
                  <a:lnTo>
                    <a:pt x="5082" y="6971"/>
                  </a:lnTo>
                  <a:lnTo>
                    <a:pt x="5063" y="6684"/>
                  </a:lnTo>
                  <a:lnTo>
                    <a:pt x="5043" y="6396"/>
                  </a:lnTo>
                  <a:lnTo>
                    <a:pt x="5023" y="6108"/>
                  </a:lnTo>
                  <a:lnTo>
                    <a:pt x="5001" y="5820"/>
                  </a:lnTo>
                  <a:lnTo>
                    <a:pt x="4977" y="5532"/>
                  </a:lnTo>
                  <a:lnTo>
                    <a:pt x="4950" y="5244"/>
                  </a:lnTo>
                  <a:lnTo>
                    <a:pt x="4923" y="4955"/>
                  </a:lnTo>
                  <a:lnTo>
                    <a:pt x="4894" y="4666"/>
                  </a:lnTo>
                  <a:lnTo>
                    <a:pt x="4863" y="4378"/>
                  </a:lnTo>
                  <a:lnTo>
                    <a:pt x="4828" y="4091"/>
                  </a:lnTo>
                  <a:lnTo>
                    <a:pt x="4788" y="3805"/>
                  </a:lnTo>
                  <a:lnTo>
                    <a:pt x="4744" y="3515"/>
                  </a:lnTo>
                  <a:lnTo>
                    <a:pt x="4696" y="3221"/>
                  </a:lnTo>
                  <a:lnTo>
                    <a:pt x="4645" y="2927"/>
                  </a:lnTo>
                  <a:lnTo>
                    <a:pt x="4591" y="2640"/>
                  </a:lnTo>
                  <a:lnTo>
                    <a:pt x="4534" y="2366"/>
                  </a:lnTo>
                  <a:lnTo>
                    <a:pt x="4474" y="2109"/>
                  </a:lnTo>
                  <a:lnTo>
                    <a:pt x="4411" y="1867"/>
                  </a:lnTo>
                  <a:lnTo>
                    <a:pt x="4344" y="1635"/>
                  </a:lnTo>
                  <a:lnTo>
                    <a:pt x="4274" y="1416"/>
                  </a:lnTo>
                  <a:lnTo>
                    <a:pt x="4203" y="1211"/>
                  </a:lnTo>
                  <a:lnTo>
                    <a:pt x="4133" y="1022"/>
                  </a:lnTo>
                  <a:lnTo>
                    <a:pt x="4066" y="852"/>
                  </a:lnTo>
                  <a:lnTo>
                    <a:pt x="4003" y="703"/>
                  </a:lnTo>
                  <a:lnTo>
                    <a:pt x="3943" y="571"/>
                  </a:lnTo>
                  <a:lnTo>
                    <a:pt x="3884" y="456"/>
                  </a:lnTo>
                  <a:lnTo>
                    <a:pt x="3823" y="356"/>
                  </a:lnTo>
                  <a:lnTo>
                    <a:pt x="3759" y="269"/>
                  </a:lnTo>
                  <a:lnTo>
                    <a:pt x="3689" y="193"/>
                  </a:lnTo>
                  <a:lnTo>
                    <a:pt x="3617" y="128"/>
                  </a:lnTo>
                  <a:lnTo>
                    <a:pt x="3545" y="75"/>
                  </a:lnTo>
                  <a:lnTo>
                    <a:pt x="3469" y="36"/>
                  </a:lnTo>
                  <a:lnTo>
                    <a:pt x="3387" y="10"/>
                  </a:lnTo>
                  <a:lnTo>
                    <a:pt x="3294" y="0"/>
                  </a:lnTo>
                  <a:lnTo>
                    <a:pt x="3187" y="4"/>
                  </a:lnTo>
                  <a:lnTo>
                    <a:pt x="3061" y="27"/>
                  </a:lnTo>
                  <a:lnTo>
                    <a:pt x="2918" y="66"/>
                  </a:lnTo>
                  <a:close/>
                  <a:moveTo>
                    <a:pt x="1999" y="8762"/>
                  </a:moveTo>
                  <a:lnTo>
                    <a:pt x="1996" y="8763"/>
                  </a:lnTo>
                  <a:lnTo>
                    <a:pt x="1993" y="8765"/>
                  </a:lnTo>
                  <a:lnTo>
                    <a:pt x="1990" y="8766"/>
                  </a:lnTo>
                  <a:lnTo>
                    <a:pt x="1987" y="8766"/>
                  </a:lnTo>
                  <a:lnTo>
                    <a:pt x="1984" y="8767"/>
                  </a:lnTo>
                  <a:lnTo>
                    <a:pt x="1981" y="8767"/>
                  </a:lnTo>
                  <a:lnTo>
                    <a:pt x="1978" y="8766"/>
                  </a:lnTo>
                  <a:lnTo>
                    <a:pt x="1975" y="8766"/>
                  </a:lnTo>
                  <a:lnTo>
                    <a:pt x="1972" y="8765"/>
                  </a:lnTo>
                  <a:lnTo>
                    <a:pt x="1969" y="8763"/>
                  </a:lnTo>
                  <a:lnTo>
                    <a:pt x="1966" y="8762"/>
                  </a:lnTo>
                  <a:lnTo>
                    <a:pt x="1963" y="8760"/>
                  </a:lnTo>
                  <a:lnTo>
                    <a:pt x="1961" y="8758"/>
                  </a:lnTo>
                  <a:lnTo>
                    <a:pt x="1959" y="8756"/>
                  </a:lnTo>
                  <a:lnTo>
                    <a:pt x="1957" y="8753"/>
                  </a:lnTo>
                  <a:lnTo>
                    <a:pt x="1955" y="8751"/>
                  </a:lnTo>
                  <a:lnTo>
                    <a:pt x="1954" y="8748"/>
                  </a:lnTo>
                  <a:lnTo>
                    <a:pt x="1941" y="8719"/>
                  </a:lnTo>
                  <a:lnTo>
                    <a:pt x="1940" y="8716"/>
                  </a:lnTo>
                  <a:lnTo>
                    <a:pt x="1917" y="8643"/>
                  </a:lnTo>
                  <a:lnTo>
                    <a:pt x="1917" y="8641"/>
                  </a:lnTo>
                  <a:lnTo>
                    <a:pt x="1894" y="8548"/>
                  </a:lnTo>
                  <a:lnTo>
                    <a:pt x="1894" y="8547"/>
                  </a:lnTo>
                  <a:lnTo>
                    <a:pt x="1871" y="8442"/>
                  </a:lnTo>
                  <a:lnTo>
                    <a:pt x="1871" y="8441"/>
                  </a:lnTo>
                  <a:lnTo>
                    <a:pt x="1849" y="8330"/>
                  </a:lnTo>
                  <a:lnTo>
                    <a:pt x="1826" y="8219"/>
                  </a:lnTo>
                  <a:lnTo>
                    <a:pt x="1804" y="8110"/>
                  </a:lnTo>
                  <a:lnTo>
                    <a:pt x="1804" y="8109"/>
                  </a:lnTo>
                  <a:lnTo>
                    <a:pt x="1783" y="7996"/>
                  </a:lnTo>
                  <a:lnTo>
                    <a:pt x="1783" y="7995"/>
                  </a:lnTo>
                  <a:lnTo>
                    <a:pt x="1762" y="7878"/>
                  </a:lnTo>
                  <a:lnTo>
                    <a:pt x="1762" y="7877"/>
                  </a:lnTo>
                  <a:lnTo>
                    <a:pt x="1741" y="7755"/>
                  </a:lnTo>
                  <a:lnTo>
                    <a:pt x="1741" y="7754"/>
                  </a:lnTo>
                  <a:lnTo>
                    <a:pt x="1722" y="7627"/>
                  </a:lnTo>
                  <a:lnTo>
                    <a:pt x="1722" y="7627"/>
                  </a:lnTo>
                  <a:lnTo>
                    <a:pt x="1705" y="7495"/>
                  </a:lnTo>
                  <a:lnTo>
                    <a:pt x="1704" y="7495"/>
                  </a:lnTo>
                  <a:lnTo>
                    <a:pt x="1688" y="7356"/>
                  </a:lnTo>
                  <a:lnTo>
                    <a:pt x="1688" y="7356"/>
                  </a:lnTo>
                  <a:lnTo>
                    <a:pt x="1671" y="7211"/>
                  </a:lnTo>
                  <a:lnTo>
                    <a:pt x="1671" y="7211"/>
                  </a:lnTo>
                  <a:lnTo>
                    <a:pt x="1656" y="7061"/>
                  </a:lnTo>
                  <a:lnTo>
                    <a:pt x="1656" y="7061"/>
                  </a:lnTo>
                  <a:lnTo>
                    <a:pt x="1643" y="6908"/>
                  </a:lnTo>
                  <a:lnTo>
                    <a:pt x="1643" y="6908"/>
                  </a:lnTo>
                  <a:lnTo>
                    <a:pt x="1632" y="6754"/>
                  </a:lnTo>
                  <a:lnTo>
                    <a:pt x="1631" y="6754"/>
                  </a:lnTo>
                  <a:lnTo>
                    <a:pt x="1623" y="6601"/>
                  </a:lnTo>
                  <a:lnTo>
                    <a:pt x="1623" y="6600"/>
                  </a:lnTo>
                  <a:lnTo>
                    <a:pt x="1618" y="6447"/>
                  </a:lnTo>
                  <a:lnTo>
                    <a:pt x="1617" y="6446"/>
                  </a:lnTo>
                  <a:lnTo>
                    <a:pt x="1614" y="6291"/>
                  </a:lnTo>
                  <a:lnTo>
                    <a:pt x="1614" y="6290"/>
                  </a:lnTo>
                  <a:lnTo>
                    <a:pt x="1613" y="6133"/>
                  </a:lnTo>
                  <a:lnTo>
                    <a:pt x="1613" y="6133"/>
                  </a:lnTo>
                  <a:lnTo>
                    <a:pt x="1614" y="5975"/>
                  </a:lnTo>
                  <a:lnTo>
                    <a:pt x="1614" y="5975"/>
                  </a:lnTo>
                  <a:lnTo>
                    <a:pt x="1617" y="5817"/>
                  </a:lnTo>
                  <a:lnTo>
                    <a:pt x="1618" y="5816"/>
                  </a:lnTo>
                  <a:lnTo>
                    <a:pt x="1623" y="5659"/>
                  </a:lnTo>
                  <a:lnTo>
                    <a:pt x="1623" y="5659"/>
                  </a:lnTo>
                  <a:lnTo>
                    <a:pt x="1631" y="5502"/>
                  </a:lnTo>
                  <a:lnTo>
                    <a:pt x="1631" y="5501"/>
                  </a:lnTo>
                  <a:lnTo>
                    <a:pt x="1640" y="5344"/>
                  </a:lnTo>
                  <a:lnTo>
                    <a:pt x="1640" y="5343"/>
                  </a:lnTo>
                  <a:lnTo>
                    <a:pt x="1652" y="5186"/>
                  </a:lnTo>
                  <a:lnTo>
                    <a:pt x="1652" y="5185"/>
                  </a:lnTo>
                  <a:lnTo>
                    <a:pt x="1667" y="5028"/>
                  </a:lnTo>
                  <a:lnTo>
                    <a:pt x="1667" y="5028"/>
                  </a:lnTo>
                  <a:lnTo>
                    <a:pt x="1684" y="4873"/>
                  </a:lnTo>
                  <a:lnTo>
                    <a:pt x="1684" y="4872"/>
                  </a:lnTo>
                  <a:lnTo>
                    <a:pt x="1704" y="4719"/>
                  </a:lnTo>
                  <a:lnTo>
                    <a:pt x="1704" y="4718"/>
                  </a:lnTo>
                  <a:lnTo>
                    <a:pt x="1728" y="4566"/>
                  </a:lnTo>
                  <a:lnTo>
                    <a:pt x="1728" y="4565"/>
                  </a:lnTo>
                  <a:lnTo>
                    <a:pt x="1753" y="4414"/>
                  </a:lnTo>
                  <a:lnTo>
                    <a:pt x="1753" y="4413"/>
                  </a:lnTo>
                  <a:lnTo>
                    <a:pt x="1782" y="4263"/>
                  </a:lnTo>
                  <a:lnTo>
                    <a:pt x="1782" y="4262"/>
                  </a:lnTo>
                  <a:lnTo>
                    <a:pt x="1813" y="4114"/>
                  </a:lnTo>
                  <a:lnTo>
                    <a:pt x="1813" y="4114"/>
                  </a:lnTo>
                  <a:lnTo>
                    <a:pt x="1848" y="3969"/>
                  </a:lnTo>
                  <a:lnTo>
                    <a:pt x="1848" y="3968"/>
                  </a:lnTo>
                  <a:lnTo>
                    <a:pt x="1886" y="3829"/>
                  </a:lnTo>
                  <a:lnTo>
                    <a:pt x="1887" y="3828"/>
                  </a:lnTo>
                  <a:lnTo>
                    <a:pt x="1929" y="3691"/>
                  </a:lnTo>
                  <a:lnTo>
                    <a:pt x="1929" y="3690"/>
                  </a:lnTo>
                  <a:lnTo>
                    <a:pt x="1975" y="3556"/>
                  </a:lnTo>
                  <a:lnTo>
                    <a:pt x="1975" y="3555"/>
                  </a:lnTo>
                  <a:lnTo>
                    <a:pt x="2024" y="3424"/>
                  </a:lnTo>
                  <a:lnTo>
                    <a:pt x="2024" y="3423"/>
                  </a:lnTo>
                  <a:lnTo>
                    <a:pt x="2076" y="3296"/>
                  </a:lnTo>
                  <a:lnTo>
                    <a:pt x="2076" y="3295"/>
                  </a:lnTo>
                  <a:lnTo>
                    <a:pt x="2131" y="3173"/>
                  </a:lnTo>
                  <a:lnTo>
                    <a:pt x="2131" y="3172"/>
                  </a:lnTo>
                  <a:lnTo>
                    <a:pt x="2188" y="3054"/>
                  </a:lnTo>
                  <a:lnTo>
                    <a:pt x="2189" y="3053"/>
                  </a:lnTo>
                  <a:lnTo>
                    <a:pt x="2248" y="2941"/>
                  </a:lnTo>
                  <a:lnTo>
                    <a:pt x="2249" y="2940"/>
                  </a:lnTo>
                  <a:lnTo>
                    <a:pt x="2311" y="2831"/>
                  </a:lnTo>
                  <a:lnTo>
                    <a:pt x="2312" y="2830"/>
                  </a:lnTo>
                  <a:lnTo>
                    <a:pt x="2376" y="2727"/>
                  </a:lnTo>
                  <a:lnTo>
                    <a:pt x="2377" y="2726"/>
                  </a:lnTo>
                  <a:lnTo>
                    <a:pt x="2444" y="2627"/>
                  </a:lnTo>
                  <a:lnTo>
                    <a:pt x="2445" y="2626"/>
                  </a:lnTo>
                  <a:lnTo>
                    <a:pt x="2515" y="2533"/>
                  </a:lnTo>
                  <a:lnTo>
                    <a:pt x="2516" y="2531"/>
                  </a:lnTo>
                  <a:lnTo>
                    <a:pt x="2588" y="2444"/>
                  </a:lnTo>
                  <a:lnTo>
                    <a:pt x="2589" y="2443"/>
                  </a:lnTo>
                  <a:lnTo>
                    <a:pt x="2664" y="2361"/>
                  </a:lnTo>
                  <a:lnTo>
                    <a:pt x="2665" y="2359"/>
                  </a:lnTo>
                  <a:lnTo>
                    <a:pt x="2743" y="2282"/>
                  </a:lnTo>
                  <a:lnTo>
                    <a:pt x="2744" y="2281"/>
                  </a:lnTo>
                  <a:lnTo>
                    <a:pt x="2825" y="2208"/>
                  </a:lnTo>
                  <a:lnTo>
                    <a:pt x="2826" y="2207"/>
                  </a:lnTo>
                  <a:lnTo>
                    <a:pt x="2909" y="2140"/>
                  </a:lnTo>
                  <a:lnTo>
                    <a:pt x="2910" y="2139"/>
                  </a:lnTo>
                  <a:lnTo>
                    <a:pt x="2994" y="2079"/>
                  </a:lnTo>
                  <a:lnTo>
                    <a:pt x="2995" y="2078"/>
                  </a:lnTo>
                  <a:lnTo>
                    <a:pt x="3079" y="2025"/>
                  </a:lnTo>
                  <a:lnTo>
                    <a:pt x="3081" y="2023"/>
                  </a:lnTo>
                  <a:lnTo>
                    <a:pt x="3169" y="1976"/>
                  </a:lnTo>
                  <a:lnTo>
                    <a:pt x="3171" y="1975"/>
                  </a:lnTo>
                  <a:lnTo>
                    <a:pt x="3265" y="1931"/>
                  </a:lnTo>
                  <a:lnTo>
                    <a:pt x="3267" y="1930"/>
                  </a:lnTo>
                  <a:lnTo>
                    <a:pt x="3363" y="1893"/>
                  </a:lnTo>
                  <a:lnTo>
                    <a:pt x="3364" y="1892"/>
                  </a:lnTo>
                  <a:lnTo>
                    <a:pt x="3457" y="1862"/>
                  </a:lnTo>
                  <a:lnTo>
                    <a:pt x="3459" y="1861"/>
                  </a:lnTo>
                  <a:lnTo>
                    <a:pt x="3543" y="1840"/>
                  </a:lnTo>
                  <a:lnTo>
                    <a:pt x="3546" y="1839"/>
                  </a:lnTo>
                  <a:lnTo>
                    <a:pt x="3616" y="1828"/>
                  </a:lnTo>
                  <a:lnTo>
                    <a:pt x="3619" y="1827"/>
                  </a:lnTo>
                  <a:lnTo>
                    <a:pt x="3673" y="1825"/>
                  </a:lnTo>
                  <a:lnTo>
                    <a:pt x="3675" y="1825"/>
                  </a:lnTo>
                  <a:lnTo>
                    <a:pt x="3677" y="1825"/>
                  </a:lnTo>
                  <a:lnTo>
                    <a:pt x="3719" y="1829"/>
                  </a:lnTo>
                  <a:lnTo>
                    <a:pt x="3721" y="1830"/>
                  </a:lnTo>
                  <a:lnTo>
                    <a:pt x="3724" y="1830"/>
                  </a:lnTo>
                  <a:lnTo>
                    <a:pt x="3758" y="1840"/>
                  </a:lnTo>
                  <a:lnTo>
                    <a:pt x="3760" y="1841"/>
                  </a:lnTo>
                  <a:lnTo>
                    <a:pt x="3763" y="1842"/>
                  </a:lnTo>
                  <a:lnTo>
                    <a:pt x="3796" y="1858"/>
                  </a:lnTo>
                  <a:lnTo>
                    <a:pt x="3800" y="1860"/>
                  </a:lnTo>
                  <a:lnTo>
                    <a:pt x="3835" y="1884"/>
                  </a:lnTo>
                  <a:lnTo>
                    <a:pt x="3838" y="1886"/>
                  </a:lnTo>
                  <a:lnTo>
                    <a:pt x="3876" y="1918"/>
                  </a:lnTo>
                  <a:lnTo>
                    <a:pt x="3879" y="1920"/>
                  </a:lnTo>
                  <a:lnTo>
                    <a:pt x="3916" y="1958"/>
                  </a:lnTo>
                  <a:lnTo>
                    <a:pt x="3919" y="1961"/>
                  </a:lnTo>
                  <a:lnTo>
                    <a:pt x="3954" y="2005"/>
                  </a:lnTo>
                  <a:lnTo>
                    <a:pt x="3955" y="2007"/>
                  </a:lnTo>
                  <a:lnTo>
                    <a:pt x="3990" y="2061"/>
                  </a:lnTo>
                  <a:lnTo>
                    <a:pt x="3991" y="2063"/>
                  </a:lnTo>
                  <a:lnTo>
                    <a:pt x="4027" y="2127"/>
                  </a:lnTo>
                  <a:lnTo>
                    <a:pt x="4028" y="2128"/>
                  </a:lnTo>
                  <a:lnTo>
                    <a:pt x="4065" y="2204"/>
                  </a:lnTo>
                  <a:lnTo>
                    <a:pt x="4065" y="2205"/>
                  </a:lnTo>
                  <a:lnTo>
                    <a:pt x="4105" y="2293"/>
                  </a:lnTo>
                  <a:lnTo>
                    <a:pt x="4106" y="2293"/>
                  </a:lnTo>
                  <a:lnTo>
                    <a:pt x="4149" y="2393"/>
                  </a:lnTo>
                  <a:lnTo>
                    <a:pt x="4149" y="2394"/>
                  </a:lnTo>
                  <a:lnTo>
                    <a:pt x="4194" y="2506"/>
                  </a:lnTo>
                  <a:lnTo>
                    <a:pt x="4194" y="2506"/>
                  </a:lnTo>
                  <a:lnTo>
                    <a:pt x="4239" y="2628"/>
                  </a:lnTo>
                  <a:lnTo>
                    <a:pt x="4239" y="2629"/>
                  </a:lnTo>
                  <a:lnTo>
                    <a:pt x="4284" y="2758"/>
                  </a:lnTo>
                  <a:lnTo>
                    <a:pt x="4284" y="2759"/>
                  </a:lnTo>
                  <a:lnTo>
                    <a:pt x="4327" y="2896"/>
                  </a:lnTo>
                  <a:lnTo>
                    <a:pt x="4328" y="2897"/>
                  </a:lnTo>
                  <a:lnTo>
                    <a:pt x="4368" y="3040"/>
                  </a:lnTo>
                  <a:lnTo>
                    <a:pt x="4368" y="3041"/>
                  </a:lnTo>
                  <a:lnTo>
                    <a:pt x="4406" y="3193"/>
                  </a:lnTo>
                  <a:lnTo>
                    <a:pt x="4406" y="3194"/>
                  </a:lnTo>
                  <a:lnTo>
                    <a:pt x="4443" y="3358"/>
                  </a:lnTo>
                  <a:lnTo>
                    <a:pt x="4443" y="3358"/>
                  </a:lnTo>
                  <a:lnTo>
                    <a:pt x="4478" y="3530"/>
                  </a:lnTo>
                  <a:lnTo>
                    <a:pt x="4478" y="3530"/>
                  </a:lnTo>
                  <a:lnTo>
                    <a:pt x="4512" y="3706"/>
                  </a:lnTo>
                  <a:lnTo>
                    <a:pt x="4512" y="3706"/>
                  </a:lnTo>
                  <a:lnTo>
                    <a:pt x="4543" y="3883"/>
                  </a:lnTo>
                  <a:lnTo>
                    <a:pt x="4543" y="3883"/>
                  </a:lnTo>
                  <a:lnTo>
                    <a:pt x="4571" y="4056"/>
                  </a:lnTo>
                  <a:lnTo>
                    <a:pt x="4571" y="4057"/>
                  </a:lnTo>
                  <a:lnTo>
                    <a:pt x="4597" y="4228"/>
                  </a:lnTo>
                  <a:lnTo>
                    <a:pt x="4597" y="4228"/>
                  </a:lnTo>
                  <a:lnTo>
                    <a:pt x="4619" y="4400"/>
                  </a:lnTo>
                  <a:lnTo>
                    <a:pt x="4619" y="4401"/>
                  </a:lnTo>
                  <a:lnTo>
                    <a:pt x="4640" y="4573"/>
                  </a:lnTo>
                  <a:lnTo>
                    <a:pt x="4640" y="4574"/>
                  </a:lnTo>
                  <a:lnTo>
                    <a:pt x="4659" y="4747"/>
                  </a:lnTo>
                  <a:lnTo>
                    <a:pt x="4659" y="4747"/>
                  </a:lnTo>
                  <a:lnTo>
                    <a:pt x="4676" y="4921"/>
                  </a:lnTo>
                  <a:lnTo>
                    <a:pt x="4676" y="4921"/>
                  </a:lnTo>
                  <a:lnTo>
                    <a:pt x="4693" y="5094"/>
                  </a:lnTo>
                  <a:lnTo>
                    <a:pt x="4693" y="5095"/>
                  </a:lnTo>
                  <a:lnTo>
                    <a:pt x="4709" y="5267"/>
                  </a:lnTo>
                  <a:lnTo>
                    <a:pt x="4709" y="5268"/>
                  </a:lnTo>
                  <a:lnTo>
                    <a:pt x="4724" y="5441"/>
                  </a:lnTo>
                  <a:lnTo>
                    <a:pt x="4724" y="5441"/>
                  </a:lnTo>
                  <a:lnTo>
                    <a:pt x="4737" y="5614"/>
                  </a:lnTo>
                  <a:lnTo>
                    <a:pt x="4737" y="5614"/>
                  </a:lnTo>
                  <a:lnTo>
                    <a:pt x="4749" y="5787"/>
                  </a:lnTo>
                  <a:lnTo>
                    <a:pt x="4762" y="5961"/>
                  </a:lnTo>
                  <a:lnTo>
                    <a:pt x="4762" y="5961"/>
                  </a:lnTo>
                  <a:lnTo>
                    <a:pt x="4775" y="6135"/>
                  </a:lnTo>
                  <a:lnTo>
                    <a:pt x="4775" y="6135"/>
                  </a:lnTo>
                  <a:lnTo>
                    <a:pt x="4789" y="6309"/>
                  </a:lnTo>
                  <a:lnTo>
                    <a:pt x="4789" y="6309"/>
                  </a:lnTo>
                  <a:lnTo>
                    <a:pt x="4804" y="6482"/>
                  </a:lnTo>
                  <a:lnTo>
                    <a:pt x="4819" y="6655"/>
                  </a:lnTo>
                  <a:lnTo>
                    <a:pt x="4819" y="6655"/>
                  </a:lnTo>
                  <a:lnTo>
                    <a:pt x="4833" y="6828"/>
                  </a:lnTo>
                  <a:lnTo>
                    <a:pt x="4833" y="6828"/>
                  </a:lnTo>
                  <a:lnTo>
                    <a:pt x="4846" y="7001"/>
                  </a:lnTo>
                  <a:lnTo>
                    <a:pt x="4846" y="7002"/>
                  </a:lnTo>
                  <a:lnTo>
                    <a:pt x="4857" y="7176"/>
                  </a:lnTo>
                  <a:lnTo>
                    <a:pt x="4857" y="7176"/>
                  </a:lnTo>
                  <a:lnTo>
                    <a:pt x="4871" y="7367"/>
                  </a:lnTo>
                  <a:lnTo>
                    <a:pt x="4871" y="7368"/>
                  </a:lnTo>
                  <a:lnTo>
                    <a:pt x="4889" y="7577"/>
                  </a:lnTo>
                  <a:lnTo>
                    <a:pt x="4889" y="7578"/>
                  </a:lnTo>
                  <a:lnTo>
                    <a:pt x="4905" y="7786"/>
                  </a:lnTo>
                  <a:lnTo>
                    <a:pt x="4906" y="7787"/>
                  </a:lnTo>
                  <a:lnTo>
                    <a:pt x="4916" y="7976"/>
                  </a:lnTo>
                  <a:lnTo>
                    <a:pt x="4916" y="7977"/>
                  </a:lnTo>
                  <a:lnTo>
                    <a:pt x="4915" y="8081"/>
                  </a:lnTo>
                  <a:lnTo>
                    <a:pt x="4915" y="8084"/>
                  </a:lnTo>
                  <a:lnTo>
                    <a:pt x="4915" y="8087"/>
                  </a:lnTo>
                  <a:lnTo>
                    <a:pt x="4914" y="8090"/>
                  </a:lnTo>
                  <a:lnTo>
                    <a:pt x="4913" y="8093"/>
                  </a:lnTo>
                  <a:lnTo>
                    <a:pt x="4911" y="8096"/>
                  </a:lnTo>
                  <a:lnTo>
                    <a:pt x="4910" y="8098"/>
                  </a:lnTo>
                  <a:lnTo>
                    <a:pt x="4908" y="8101"/>
                  </a:lnTo>
                  <a:lnTo>
                    <a:pt x="4906" y="8103"/>
                  </a:lnTo>
                  <a:lnTo>
                    <a:pt x="4903" y="8105"/>
                  </a:lnTo>
                  <a:lnTo>
                    <a:pt x="4901" y="8107"/>
                  </a:lnTo>
                  <a:lnTo>
                    <a:pt x="4898" y="8108"/>
                  </a:lnTo>
                  <a:lnTo>
                    <a:pt x="4895" y="8110"/>
                  </a:lnTo>
                  <a:lnTo>
                    <a:pt x="4892" y="8111"/>
                  </a:lnTo>
                  <a:lnTo>
                    <a:pt x="4889" y="8111"/>
                  </a:lnTo>
                  <a:lnTo>
                    <a:pt x="4886" y="8112"/>
                  </a:lnTo>
                  <a:lnTo>
                    <a:pt x="4883" y="8112"/>
                  </a:lnTo>
                  <a:lnTo>
                    <a:pt x="4880" y="8112"/>
                  </a:lnTo>
                  <a:lnTo>
                    <a:pt x="4877" y="8111"/>
                  </a:lnTo>
                  <a:lnTo>
                    <a:pt x="4874" y="8110"/>
                  </a:lnTo>
                  <a:lnTo>
                    <a:pt x="4871" y="8109"/>
                  </a:lnTo>
                  <a:lnTo>
                    <a:pt x="4868" y="8108"/>
                  </a:lnTo>
                  <a:lnTo>
                    <a:pt x="4865" y="8106"/>
                  </a:lnTo>
                  <a:lnTo>
                    <a:pt x="4863" y="8104"/>
                  </a:lnTo>
                  <a:lnTo>
                    <a:pt x="4861" y="8102"/>
                  </a:lnTo>
                  <a:lnTo>
                    <a:pt x="4829" y="8068"/>
                  </a:lnTo>
                  <a:lnTo>
                    <a:pt x="4826" y="8064"/>
                  </a:lnTo>
                  <a:lnTo>
                    <a:pt x="4751" y="7991"/>
                  </a:lnTo>
                  <a:lnTo>
                    <a:pt x="4745" y="7986"/>
                  </a:lnTo>
                  <a:lnTo>
                    <a:pt x="4739" y="7981"/>
                  </a:lnTo>
                  <a:lnTo>
                    <a:pt x="4660" y="7928"/>
                  </a:lnTo>
                  <a:lnTo>
                    <a:pt x="4654" y="7924"/>
                  </a:lnTo>
                  <a:lnTo>
                    <a:pt x="4647" y="7921"/>
                  </a:lnTo>
                  <a:lnTo>
                    <a:pt x="4561" y="7881"/>
                  </a:lnTo>
                  <a:lnTo>
                    <a:pt x="4560" y="7881"/>
                  </a:lnTo>
                  <a:lnTo>
                    <a:pt x="4464" y="7838"/>
                  </a:lnTo>
                  <a:lnTo>
                    <a:pt x="4461" y="7837"/>
                  </a:lnTo>
                  <a:lnTo>
                    <a:pt x="4359" y="7796"/>
                  </a:lnTo>
                  <a:lnTo>
                    <a:pt x="4354" y="7794"/>
                  </a:lnTo>
                  <a:lnTo>
                    <a:pt x="4248" y="7757"/>
                  </a:lnTo>
                  <a:lnTo>
                    <a:pt x="4240" y="7755"/>
                  </a:lnTo>
                  <a:lnTo>
                    <a:pt x="4132" y="7726"/>
                  </a:lnTo>
                  <a:lnTo>
                    <a:pt x="4121" y="7724"/>
                  </a:lnTo>
                  <a:lnTo>
                    <a:pt x="4012" y="7706"/>
                  </a:lnTo>
                  <a:lnTo>
                    <a:pt x="4003" y="7705"/>
                  </a:lnTo>
                  <a:lnTo>
                    <a:pt x="3891" y="7697"/>
                  </a:lnTo>
                  <a:lnTo>
                    <a:pt x="3884" y="7697"/>
                  </a:lnTo>
                  <a:lnTo>
                    <a:pt x="3768" y="7696"/>
                  </a:lnTo>
                  <a:lnTo>
                    <a:pt x="3761" y="7696"/>
                  </a:lnTo>
                  <a:lnTo>
                    <a:pt x="3642" y="7703"/>
                  </a:lnTo>
                  <a:lnTo>
                    <a:pt x="3634" y="7703"/>
                  </a:lnTo>
                  <a:lnTo>
                    <a:pt x="3514" y="7719"/>
                  </a:lnTo>
                  <a:lnTo>
                    <a:pt x="3506" y="7720"/>
                  </a:lnTo>
                  <a:lnTo>
                    <a:pt x="3385" y="7746"/>
                  </a:lnTo>
                  <a:lnTo>
                    <a:pt x="3376" y="7748"/>
                  </a:lnTo>
                  <a:lnTo>
                    <a:pt x="3256" y="7784"/>
                  </a:lnTo>
                  <a:lnTo>
                    <a:pt x="3247" y="7788"/>
                  </a:lnTo>
                  <a:lnTo>
                    <a:pt x="3123" y="7838"/>
                  </a:lnTo>
                  <a:lnTo>
                    <a:pt x="3116" y="7841"/>
                  </a:lnTo>
                  <a:lnTo>
                    <a:pt x="2988" y="7906"/>
                  </a:lnTo>
                  <a:lnTo>
                    <a:pt x="2983" y="7908"/>
                  </a:lnTo>
                  <a:lnTo>
                    <a:pt x="2854" y="7983"/>
                  </a:lnTo>
                  <a:lnTo>
                    <a:pt x="2850" y="7985"/>
                  </a:lnTo>
                  <a:lnTo>
                    <a:pt x="2724" y="8066"/>
                  </a:lnTo>
                  <a:lnTo>
                    <a:pt x="2721" y="8068"/>
                  </a:lnTo>
                  <a:lnTo>
                    <a:pt x="2603" y="8150"/>
                  </a:lnTo>
                  <a:lnTo>
                    <a:pt x="2600" y="8152"/>
                  </a:lnTo>
                  <a:lnTo>
                    <a:pt x="2493" y="8233"/>
                  </a:lnTo>
                  <a:lnTo>
                    <a:pt x="2487" y="8238"/>
                  </a:lnTo>
                  <a:lnTo>
                    <a:pt x="2391" y="8324"/>
                  </a:lnTo>
                  <a:lnTo>
                    <a:pt x="2385" y="8330"/>
                  </a:lnTo>
                  <a:lnTo>
                    <a:pt x="2295" y="8426"/>
                  </a:lnTo>
                  <a:lnTo>
                    <a:pt x="2292" y="8430"/>
                  </a:lnTo>
                  <a:lnTo>
                    <a:pt x="2210" y="8528"/>
                  </a:lnTo>
                  <a:lnTo>
                    <a:pt x="2209" y="8530"/>
                  </a:lnTo>
                  <a:lnTo>
                    <a:pt x="2135" y="8621"/>
                  </a:lnTo>
                  <a:lnTo>
                    <a:pt x="2134" y="8622"/>
                  </a:lnTo>
                  <a:lnTo>
                    <a:pt x="2072" y="8696"/>
                  </a:lnTo>
                  <a:lnTo>
                    <a:pt x="2070" y="8698"/>
                  </a:lnTo>
                  <a:lnTo>
                    <a:pt x="2019" y="8746"/>
                  </a:lnTo>
                  <a:lnTo>
                    <a:pt x="2017" y="8749"/>
                  </a:lnTo>
                  <a:lnTo>
                    <a:pt x="2002" y="8760"/>
                  </a:lnTo>
                  <a:lnTo>
                    <a:pt x="1999" y="8762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18" name="PulmonDerecho"/>
            <p:cNvGrpSpPr/>
            <p:nvPr/>
          </p:nvGrpSpPr>
          <p:grpSpPr>
            <a:xfrm>
              <a:off x="1497158" y="1544049"/>
              <a:ext cx="547219" cy="1121573"/>
              <a:chOff x="1497158" y="1544049"/>
              <a:chExt cx="547219" cy="1121573"/>
            </a:xfrm>
          </p:grpSpPr>
          <p:sp>
            <p:nvSpPr>
              <p:cNvPr id="19" name="Forma 18"/>
              <p:cNvSpPr/>
              <p:nvPr/>
            </p:nvSpPr>
            <p:spPr>
              <a:xfrm>
                <a:off x="1497158" y="1544049"/>
                <a:ext cx="547219" cy="1121573"/>
              </a:xfrm>
              <a:custGeom>
                <a:avLst/>
                <a:gdLst/>
                <a:ahLst/>
                <a:cxnLst/>
                <a:rect l="0" t="0" r="r" b="b"/>
                <a:pathLst>
                  <a:path w="4710" h="10000">
                    <a:moveTo>
                      <a:pt x="513" y="9983"/>
                    </a:moveTo>
                    <a:lnTo>
                      <a:pt x="586" y="9913"/>
                    </a:lnTo>
                    <a:lnTo>
                      <a:pt x="677" y="9806"/>
                    </a:lnTo>
                    <a:lnTo>
                      <a:pt x="785" y="9672"/>
                    </a:lnTo>
                    <a:lnTo>
                      <a:pt x="786" y="9670"/>
                    </a:lnTo>
                    <a:lnTo>
                      <a:pt x="906" y="9526"/>
                    </a:lnTo>
                    <a:lnTo>
                      <a:pt x="912" y="9520"/>
                    </a:lnTo>
                    <a:lnTo>
                      <a:pt x="1043" y="9379"/>
                    </a:lnTo>
                    <a:lnTo>
                      <a:pt x="1053" y="9368"/>
                    </a:lnTo>
                    <a:lnTo>
                      <a:pt x="1194" y="9242"/>
                    </a:lnTo>
                    <a:lnTo>
                      <a:pt x="1205" y="9234"/>
                    </a:lnTo>
                    <a:lnTo>
                      <a:pt x="1361" y="9116"/>
                    </a:lnTo>
                    <a:lnTo>
                      <a:pt x="1366" y="9112"/>
                    </a:lnTo>
                    <a:lnTo>
                      <a:pt x="1539" y="8992"/>
                    </a:lnTo>
                    <a:lnTo>
                      <a:pt x="1544" y="8988"/>
                    </a:lnTo>
                    <a:lnTo>
                      <a:pt x="1728" y="8870"/>
                    </a:lnTo>
                    <a:lnTo>
                      <a:pt x="1734" y="8866"/>
                    </a:lnTo>
                    <a:lnTo>
                      <a:pt x="1923" y="8758"/>
                    </a:lnTo>
                    <a:lnTo>
                      <a:pt x="1932" y="8753"/>
                    </a:lnTo>
                    <a:lnTo>
                      <a:pt x="2119" y="8659"/>
                    </a:lnTo>
                    <a:lnTo>
                      <a:pt x="2131" y="8653"/>
                    </a:lnTo>
                    <a:lnTo>
                      <a:pt x="2312" y="8579"/>
                    </a:lnTo>
                    <a:lnTo>
                      <a:pt x="2328" y="8574"/>
                    </a:lnTo>
                    <a:lnTo>
                      <a:pt x="2505" y="8520"/>
                    </a:lnTo>
                    <a:lnTo>
                      <a:pt x="2519" y="8517"/>
                    </a:lnTo>
                    <a:lnTo>
                      <a:pt x="2697" y="8479"/>
                    </a:lnTo>
                    <a:lnTo>
                      <a:pt x="2711" y="8477"/>
                    </a:lnTo>
                    <a:lnTo>
                      <a:pt x="2887" y="8454"/>
                    </a:lnTo>
                    <a:lnTo>
                      <a:pt x="2900" y="8453"/>
                    </a:lnTo>
                    <a:lnTo>
                      <a:pt x="3075" y="8443"/>
                    </a:lnTo>
                    <a:lnTo>
                      <a:pt x="3086" y="8443"/>
                    </a:lnTo>
                    <a:lnTo>
                      <a:pt x="3256" y="8445"/>
                    </a:lnTo>
                    <a:lnTo>
                      <a:pt x="3267" y="8445"/>
                    </a:lnTo>
                    <a:lnTo>
                      <a:pt x="3432" y="8457"/>
                    </a:lnTo>
                    <a:lnTo>
                      <a:pt x="3447" y="8458"/>
                    </a:lnTo>
                    <a:lnTo>
                      <a:pt x="3609" y="8484"/>
                    </a:lnTo>
                    <a:lnTo>
                      <a:pt x="3626" y="8488"/>
                    </a:lnTo>
                    <a:lnTo>
                      <a:pt x="3786" y="8530"/>
                    </a:lnTo>
                    <a:lnTo>
                      <a:pt x="3798" y="8534"/>
                    </a:lnTo>
                    <a:lnTo>
                      <a:pt x="3954" y="8588"/>
                    </a:lnTo>
                    <a:lnTo>
                      <a:pt x="3962" y="8591"/>
                    </a:lnTo>
                    <a:lnTo>
                      <a:pt x="4111" y="8651"/>
                    </a:lnTo>
                    <a:lnTo>
                      <a:pt x="4117" y="8654"/>
                    </a:lnTo>
                    <a:lnTo>
                      <a:pt x="4256" y="8716"/>
                    </a:lnTo>
                    <a:lnTo>
                      <a:pt x="4258" y="8717"/>
                    </a:lnTo>
                    <a:lnTo>
                      <a:pt x="4384" y="8775"/>
                    </a:lnTo>
                    <a:lnTo>
                      <a:pt x="4396" y="8781"/>
                    </a:lnTo>
                    <a:lnTo>
                      <a:pt x="4407" y="8788"/>
                    </a:lnTo>
                    <a:lnTo>
                      <a:pt x="4524" y="8866"/>
                    </a:lnTo>
                    <a:lnTo>
                      <a:pt x="4536" y="8875"/>
                    </a:lnTo>
                    <a:lnTo>
                      <a:pt x="4547" y="8885"/>
                    </a:lnTo>
                    <a:lnTo>
                      <a:pt x="4657" y="8992"/>
                    </a:lnTo>
                    <a:lnTo>
                      <a:pt x="4663" y="8998"/>
                    </a:lnTo>
                    <a:lnTo>
                      <a:pt x="4709" y="9048"/>
                    </a:lnTo>
                    <a:lnTo>
                      <a:pt x="4710" y="8898"/>
                    </a:lnTo>
                    <a:lnTo>
                      <a:pt x="4695" y="8624"/>
                    </a:lnTo>
                    <a:lnTo>
                      <a:pt x="4670" y="8320"/>
                    </a:lnTo>
                    <a:lnTo>
                      <a:pt x="4644" y="8016"/>
                    </a:lnTo>
                    <a:lnTo>
                      <a:pt x="4644" y="8014"/>
                    </a:lnTo>
                    <a:lnTo>
                      <a:pt x="4624" y="7737"/>
                    </a:lnTo>
                    <a:lnTo>
                      <a:pt x="4624" y="7736"/>
                    </a:lnTo>
                    <a:lnTo>
                      <a:pt x="4608" y="7482"/>
                    </a:lnTo>
                    <a:lnTo>
                      <a:pt x="4589" y="7231"/>
                    </a:lnTo>
                    <a:lnTo>
                      <a:pt x="4568" y="6979"/>
                    </a:lnTo>
                    <a:lnTo>
                      <a:pt x="4547" y="6728"/>
                    </a:lnTo>
                    <a:lnTo>
                      <a:pt x="4526" y="6476"/>
                    </a:lnTo>
                    <a:lnTo>
                      <a:pt x="4526" y="6476"/>
                    </a:lnTo>
                    <a:lnTo>
                      <a:pt x="4505" y="6224"/>
                    </a:lnTo>
                    <a:lnTo>
                      <a:pt x="4505" y="6223"/>
                    </a:lnTo>
                    <a:lnTo>
                      <a:pt x="4486" y="5970"/>
                    </a:lnTo>
                    <a:lnTo>
                      <a:pt x="4486" y="5970"/>
                    </a:lnTo>
                    <a:lnTo>
                      <a:pt x="4468" y="5718"/>
                    </a:lnTo>
                    <a:lnTo>
                      <a:pt x="4449" y="5465"/>
                    </a:lnTo>
                    <a:lnTo>
                      <a:pt x="4430" y="5214"/>
                    </a:lnTo>
                    <a:lnTo>
                      <a:pt x="4410" y="4962"/>
                    </a:lnTo>
                    <a:lnTo>
                      <a:pt x="4386" y="4711"/>
                    </a:lnTo>
                    <a:lnTo>
                      <a:pt x="4361" y="4459"/>
                    </a:lnTo>
                    <a:lnTo>
                      <a:pt x="4336" y="4207"/>
                    </a:lnTo>
                    <a:lnTo>
                      <a:pt x="4309" y="3955"/>
                    </a:lnTo>
                    <a:lnTo>
                      <a:pt x="4279" y="3704"/>
                    </a:lnTo>
                    <a:lnTo>
                      <a:pt x="4246" y="3454"/>
                    </a:lnTo>
                    <a:lnTo>
                      <a:pt x="4209" y="3205"/>
                    </a:lnTo>
                    <a:lnTo>
                      <a:pt x="4168" y="2953"/>
                    </a:lnTo>
                    <a:lnTo>
                      <a:pt x="4123" y="2697"/>
                    </a:lnTo>
                    <a:lnTo>
                      <a:pt x="4074" y="2442"/>
                    </a:lnTo>
                    <a:lnTo>
                      <a:pt x="4023" y="2192"/>
                    </a:lnTo>
                    <a:lnTo>
                      <a:pt x="3970" y="1954"/>
                    </a:lnTo>
                    <a:lnTo>
                      <a:pt x="3915" y="1733"/>
                    </a:lnTo>
                    <a:lnTo>
                      <a:pt x="3856" y="1525"/>
                    </a:lnTo>
                    <a:lnTo>
                      <a:pt x="3794" y="1326"/>
                    </a:lnTo>
                    <a:lnTo>
                      <a:pt x="3729" y="1137"/>
                    </a:lnTo>
                    <a:lnTo>
                      <a:pt x="3663" y="961"/>
                    </a:lnTo>
                    <a:lnTo>
                      <a:pt x="3598" y="798"/>
                    </a:lnTo>
                    <a:lnTo>
                      <a:pt x="3536" y="653"/>
                    </a:lnTo>
                    <a:lnTo>
                      <a:pt x="3477" y="525"/>
                    </a:lnTo>
                    <a:lnTo>
                      <a:pt x="3423" y="415"/>
                    </a:lnTo>
                    <a:lnTo>
                      <a:pt x="3371" y="322"/>
                    </a:lnTo>
                    <a:lnTo>
                      <a:pt x="3321" y="244"/>
                    </a:lnTo>
                    <a:lnTo>
                      <a:pt x="3270" y="180"/>
                    </a:lnTo>
                    <a:lnTo>
                      <a:pt x="3215" y="125"/>
                    </a:lnTo>
                    <a:lnTo>
                      <a:pt x="3159" y="78"/>
                    </a:lnTo>
                    <a:lnTo>
                      <a:pt x="3107" y="43"/>
                    </a:lnTo>
                    <a:lnTo>
                      <a:pt x="3059" y="20"/>
                    </a:lnTo>
                    <a:lnTo>
                      <a:pt x="3010" y="6"/>
                    </a:lnTo>
                    <a:lnTo>
                      <a:pt x="2950" y="0"/>
                    </a:lnTo>
                    <a:lnTo>
                      <a:pt x="2872" y="3"/>
                    </a:lnTo>
                    <a:lnTo>
                      <a:pt x="2771" y="19"/>
                    </a:lnTo>
                    <a:lnTo>
                      <a:pt x="2649" y="51"/>
                    </a:lnTo>
                    <a:lnTo>
                      <a:pt x="2514" y="95"/>
                    </a:lnTo>
                    <a:lnTo>
                      <a:pt x="2374" y="150"/>
                    </a:lnTo>
                    <a:lnTo>
                      <a:pt x="2237" y="213"/>
                    </a:lnTo>
                    <a:lnTo>
                      <a:pt x="2110" y="283"/>
                    </a:lnTo>
                    <a:lnTo>
                      <a:pt x="1988" y="360"/>
                    </a:lnTo>
                    <a:lnTo>
                      <a:pt x="1866" y="448"/>
                    </a:lnTo>
                    <a:lnTo>
                      <a:pt x="1746" y="545"/>
                    </a:lnTo>
                    <a:lnTo>
                      <a:pt x="1629" y="650"/>
                    </a:lnTo>
                    <a:lnTo>
                      <a:pt x="1515" y="763"/>
                    </a:lnTo>
                    <a:lnTo>
                      <a:pt x="1406" y="883"/>
                    </a:lnTo>
                    <a:lnTo>
                      <a:pt x="1301" y="1010"/>
                    </a:lnTo>
                    <a:lnTo>
                      <a:pt x="1200" y="1145"/>
                    </a:lnTo>
                    <a:lnTo>
                      <a:pt x="1102" y="1289"/>
                    </a:lnTo>
                    <a:lnTo>
                      <a:pt x="1008" y="1440"/>
                    </a:lnTo>
                    <a:lnTo>
                      <a:pt x="918" y="1597"/>
                    </a:lnTo>
                    <a:lnTo>
                      <a:pt x="832" y="1761"/>
                    </a:lnTo>
                    <a:lnTo>
                      <a:pt x="749" y="1932"/>
                    </a:lnTo>
                    <a:lnTo>
                      <a:pt x="669" y="2110"/>
                    </a:lnTo>
                    <a:lnTo>
                      <a:pt x="594" y="2295"/>
                    </a:lnTo>
                    <a:lnTo>
                      <a:pt x="523" y="2485"/>
                    </a:lnTo>
                    <a:lnTo>
                      <a:pt x="456" y="2680"/>
                    </a:lnTo>
                    <a:lnTo>
                      <a:pt x="395" y="2879"/>
                    </a:lnTo>
                    <a:lnTo>
                      <a:pt x="340" y="3082"/>
                    </a:lnTo>
                    <a:lnTo>
                      <a:pt x="290" y="3292"/>
                    </a:lnTo>
                    <a:lnTo>
                      <a:pt x="244" y="3506"/>
                    </a:lnTo>
                    <a:lnTo>
                      <a:pt x="203" y="3725"/>
                    </a:lnTo>
                    <a:lnTo>
                      <a:pt x="165" y="3946"/>
                    </a:lnTo>
                    <a:lnTo>
                      <a:pt x="132" y="4167"/>
                    </a:lnTo>
                    <a:lnTo>
                      <a:pt x="102" y="4390"/>
                    </a:lnTo>
                    <a:lnTo>
                      <a:pt x="78" y="4615"/>
                    </a:lnTo>
                    <a:lnTo>
                      <a:pt x="57" y="4843"/>
                    </a:lnTo>
                    <a:lnTo>
                      <a:pt x="39" y="5072"/>
                    </a:lnTo>
                    <a:lnTo>
                      <a:pt x="25" y="5301"/>
                    </a:lnTo>
                    <a:lnTo>
                      <a:pt x="14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4" y="6894"/>
                    </a:lnTo>
                    <a:lnTo>
                      <a:pt x="26" y="7117"/>
                    </a:lnTo>
                    <a:lnTo>
                      <a:pt x="43" y="7340"/>
                    </a:lnTo>
                    <a:lnTo>
                      <a:pt x="62" y="7561"/>
                    </a:lnTo>
                    <a:lnTo>
                      <a:pt x="84" y="7779"/>
                    </a:lnTo>
                    <a:lnTo>
                      <a:pt x="108" y="7989"/>
                    </a:lnTo>
                    <a:lnTo>
                      <a:pt x="132" y="8191"/>
                    </a:lnTo>
                    <a:lnTo>
                      <a:pt x="158" y="8382"/>
                    </a:lnTo>
                    <a:lnTo>
                      <a:pt x="186" y="8567"/>
                    </a:lnTo>
                    <a:lnTo>
                      <a:pt x="215" y="8745"/>
                    </a:lnTo>
                    <a:lnTo>
                      <a:pt x="246" y="8916"/>
                    </a:lnTo>
                    <a:lnTo>
                      <a:pt x="277" y="9081"/>
                    </a:lnTo>
                    <a:lnTo>
                      <a:pt x="309" y="9241"/>
                    </a:lnTo>
                    <a:lnTo>
                      <a:pt x="341" y="9402"/>
                    </a:lnTo>
                    <a:lnTo>
                      <a:pt x="374" y="9563"/>
                    </a:lnTo>
                    <a:lnTo>
                      <a:pt x="407" y="9716"/>
                    </a:lnTo>
                    <a:lnTo>
                      <a:pt x="440" y="9851"/>
                    </a:lnTo>
                    <a:lnTo>
                      <a:pt x="473" y="9958"/>
                    </a:lnTo>
                    <a:lnTo>
                      <a:pt x="491" y="10000"/>
                    </a:lnTo>
                    <a:lnTo>
                      <a:pt x="513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0" name="Forma 19"/>
              <p:cNvSpPr/>
              <p:nvPr/>
            </p:nvSpPr>
            <p:spPr>
              <a:xfrm>
                <a:off x="1538617" y="1654117"/>
                <a:ext cx="423228" cy="802904"/>
              </a:xfrm>
              <a:custGeom>
                <a:avLst/>
                <a:gdLst/>
                <a:ahLst/>
                <a:cxnLst/>
                <a:rect l="0" t="0" r="r" b="b"/>
                <a:pathLst>
                  <a:path w="1596" h="3135" fill="none">
                    <a:moveTo>
                      <a:pt x="1596" y="1477"/>
                    </a:moveTo>
                    <a:lnTo>
                      <a:pt x="1172" y="1266"/>
                    </a:lnTo>
                    <a:lnTo>
                      <a:pt x="651" y="904"/>
                    </a:lnTo>
                    <a:lnTo>
                      <a:pt x="358" y="542"/>
                    </a:lnTo>
                  </a:path>
                  <a:path w="1596" h="3135" fill="none">
                    <a:moveTo>
                      <a:pt x="1172" y="1266"/>
                    </a:moveTo>
                    <a:lnTo>
                      <a:pt x="977" y="723"/>
                    </a:lnTo>
                    <a:lnTo>
                      <a:pt x="879" y="120"/>
                    </a:lnTo>
                  </a:path>
                  <a:path w="1596" h="3135" fill="none">
                    <a:moveTo>
                      <a:pt x="1596" y="1477"/>
                    </a:moveTo>
                    <a:lnTo>
                      <a:pt x="977" y="1567"/>
                    </a:lnTo>
                    <a:lnTo>
                      <a:pt x="325" y="1567"/>
                    </a:lnTo>
                    <a:lnTo>
                      <a:pt x="0" y="1628"/>
                    </a:lnTo>
                  </a:path>
                  <a:path w="1596" h="3135" fill="none">
                    <a:moveTo>
                      <a:pt x="977" y="1567"/>
                    </a:moveTo>
                    <a:lnTo>
                      <a:pt x="521" y="1990"/>
                    </a:lnTo>
                    <a:lnTo>
                      <a:pt x="162" y="2351"/>
                    </a:lnTo>
                  </a:path>
                  <a:path w="1596" h="3135" fill="none">
                    <a:moveTo>
                      <a:pt x="1596" y="1477"/>
                    </a:moveTo>
                    <a:lnTo>
                      <a:pt x="1172" y="1990"/>
                    </a:lnTo>
                    <a:lnTo>
                      <a:pt x="781" y="2593"/>
                    </a:lnTo>
                    <a:lnTo>
                      <a:pt x="423" y="3075"/>
                    </a:lnTo>
                  </a:path>
                  <a:path w="1596" h="3135" fill="none">
                    <a:moveTo>
                      <a:pt x="1172" y="1990"/>
                    </a:moveTo>
                    <a:lnTo>
                      <a:pt x="1368" y="2593"/>
                    </a:lnTo>
                    <a:lnTo>
                      <a:pt x="1172" y="3135"/>
                    </a:lnTo>
                  </a:path>
                  <a:path w="1596" h="3135" fill="none">
                    <a:moveTo>
                      <a:pt x="781" y="2593"/>
                    </a:moveTo>
                    <a:lnTo>
                      <a:pt x="260" y="2894"/>
                    </a:lnTo>
                    <a:lnTo>
                      <a:pt x="0" y="3075"/>
                    </a:lnTo>
                  </a:path>
                  <a:path w="1596" h="3135" fill="none">
                    <a:moveTo>
                      <a:pt x="651" y="904"/>
                    </a:moveTo>
                    <a:lnTo>
                      <a:pt x="195" y="1025"/>
                    </a:lnTo>
                    <a:lnTo>
                      <a:pt x="1" y="1159"/>
                    </a:lnTo>
                  </a:path>
                  <a:path w="1596" h="3135" fill="none">
                    <a:moveTo>
                      <a:pt x="977" y="723"/>
                    </a:moveTo>
                    <a:lnTo>
                      <a:pt x="586" y="361"/>
                    </a:lnTo>
                  </a:path>
                  <a:path w="1596" h="3135" fill="none">
                    <a:moveTo>
                      <a:pt x="521" y="1990"/>
                    </a:moveTo>
                    <a:lnTo>
                      <a:pt x="586" y="2412"/>
                    </a:lnTo>
                    <a:lnTo>
                      <a:pt x="390" y="2834"/>
                    </a:lnTo>
                  </a:path>
                  <a:path w="1596" h="3135" fill="none">
                    <a:moveTo>
                      <a:pt x="1596" y="1477"/>
                    </a:moveTo>
                    <a:lnTo>
                      <a:pt x="1498" y="1025"/>
                    </a:lnTo>
                    <a:lnTo>
                      <a:pt x="1302" y="542"/>
                    </a:lnTo>
                    <a:lnTo>
                      <a:pt x="1172" y="0"/>
                    </a:lnTo>
                  </a:path>
                  <a:path w="1596" h="3135" fill="none">
                    <a:moveTo>
                      <a:pt x="325" y="1567"/>
                    </a:moveTo>
                    <a:lnTo>
                      <a:pt x="130" y="1929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1" name="Forma 20"/>
              <p:cNvSpPr/>
              <p:nvPr/>
            </p:nvSpPr>
            <p:spPr>
              <a:xfrm>
                <a:off x="1511987" y="2032408"/>
                <a:ext cx="458496" cy="468556"/>
              </a:xfrm>
              <a:custGeom>
                <a:avLst/>
                <a:gdLst/>
                <a:ahLst/>
                <a:cxnLst/>
                <a:rect l="0" t="0" r="r" b="b"/>
                <a:pathLst>
                  <a:path w="1729" h="1830" fill="none">
                    <a:moveTo>
                      <a:pt x="0" y="100"/>
                    </a:moveTo>
                    <a:lnTo>
                      <a:pt x="116" y="110"/>
                    </a:lnTo>
                    <a:lnTo>
                      <a:pt x="269" y="124"/>
                    </a:lnTo>
                    <a:lnTo>
                      <a:pt x="422" y="134"/>
                    </a:lnTo>
                    <a:lnTo>
                      <a:pt x="556" y="138"/>
                    </a:lnTo>
                    <a:lnTo>
                      <a:pt x="667" y="135"/>
                    </a:lnTo>
                    <a:lnTo>
                      <a:pt x="768" y="128"/>
                    </a:lnTo>
                    <a:lnTo>
                      <a:pt x="866" y="117"/>
                    </a:lnTo>
                    <a:lnTo>
                      <a:pt x="967" y="104"/>
                    </a:lnTo>
                    <a:lnTo>
                      <a:pt x="1077" y="90"/>
                    </a:lnTo>
                    <a:lnTo>
                      <a:pt x="1209" y="73"/>
                    </a:lnTo>
                    <a:lnTo>
                      <a:pt x="1360" y="52"/>
                    </a:lnTo>
                    <a:lnTo>
                      <a:pt x="1509" y="31"/>
                    </a:lnTo>
                    <a:lnTo>
                      <a:pt x="1638" y="12"/>
                    </a:lnTo>
                    <a:lnTo>
                      <a:pt x="1729" y="0"/>
                    </a:lnTo>
                  </a:path>
                  <a:path w="1729" h="1830" fill="none">
                    <a:moveTo>
                      <a:pt x="43" y="1830"/>
                    </a:moveTo>
                    <a:lnTo>
                      <a:pt x="115" y="1749"/>
                    </a:lnTo>
                    <a:lnTo>
                      <a:pt x="227" y="1621"/>
                    </a:lnTo>
                    <a:lnTo>
                      <a:pt x="358" y="1473"/>
                    </a:lnTo>
                    <a:lnTo>
                      <a:pt x="494" y="1319"/>
                    </a:lnTo>
                    <a:lnTo>
                      <a:pt x="621" y="1175"/>
                    </a:lnTo>
                    <a:lnTo>
                      <a:pt x="739" y="1039"/>
                    </a:lnTo>
                    <a:lnTo>
                      <a:pt x="859" y="899"/>
                    </a:lnTo>
                    <a:lnTo>
                      <a:pt x="978" y="760"/>
                    </a:lnTo>
                    <a:lnTo>
                      <a:pt x="1094" y="629"/>
                    </a:lnTo>
                    <a:lnTo>
                      <a:pt x="1207" y="512"/>
                    </a:lnTo>
                    <a:lnTo>
                      <a:pt x="1324" y="405"/>
                    </a:lnTo>
                    <a:lnTo>
                      <a:pt x="1446" y="306"/>
                    </a:lnTo>
                    <a:lnTo>
                      <a:pt x="1561" y="217"/>
                    </a:lnTo>
                    <a:lnTo>
                      <a:pt x="1659" y="144"/>
                    </a:lnTo>
                    <a:lnTo>
                      <a:pt x="1729" y="9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2" name="PleuraVisceralD"/>
            <p:cNvSpPr/>
            <p:nvPr/>
          </p:nvSpPr>
          <p:spPr>
            <a:xfrm>
              <a:off x="1497158" y="1544049"/>
              <a:ext cx="547219" cy="1121573"/>
            </a:xfrm>
            <a:custGeom>
              <a:avLst/>
              <a:gdLst/>
              <a:ahLst/>
              <a:cxnLst/>
              <a:rect l="0" t="0" r="r" b="b"/>
              <a:pathLst>
                <a:path w="2063" h="4380" fill="none">
                  <a:moveTo>
                    <a:pt x="224" y="4373"/>
                  </a:moveTo>
                  <a:lnTo>
                    <a:pt x="256" y="4342"/>
                  </a:lnTo>
                  <a:lnTo>
                    <a:pt x="296" y="4295"/>
                  </a:lnTo>
                  <a:lnTo>
                    <a:pt x="344" y="4237"/>
                  </a:lnTo>
                  <a:lnTo>
                    <a:pt x="344" y="4236"/>
                  </a:lnTo>
                  <a:lnTo>
                    <a:pt x="397" y="4173"/>
                  </a:lnTo>
                  <a:lnTo>
                    <a:pt x="399" y="4170"/>
                  </a:lnTo>
                  <a:lnTo>
                    <a:pt x="457" y="4108"/>
                  </a:lnTo>
                  <a:lnTo>
                    <a:pt x="461" y="4104"/>
                  </a:lnTo>
                  <a:lnTo>
                    <a:pt x="523" y="4048"/>
                  </a:lnTo>
                  <a:lnTo>
                    <a:pt x="528" y="4045"/>
                  </a:lnTo>
                  <a:lnTo>
                    <a:pt x="596" y="3993"/>
                  </a:lnTo>
                  <a:lnTo>
                    <a:pt x="598" y="3991"/>
                  </a:lnTo>
                  <a:lnTo>
                    <a:pt x="674" y="3939"/>
                  </a:lnTo>
                  <a:lnTo>
                    <a:pt x="676" y="3937"/>
                  </a:lnTo>
                  <a:lnTo>
                    <a:pt x="757" y="3885"/>
                  </a:lnTo>
                  <a:lnTo>
                    <a:pt x="760" y="3884"/>
                  </a:lnTo>
                  <a:lnTo>
                    <a:pt x="842" y="3836"/>
                  </a:lnTo>
                  <a:lnTo>
                    <a:pt x="846" y="3834"/>
                  </a:lnTo>
                  <a:lnTo>
                    <a:pt x="928" y="3793"/>
                  </a:lnTo>
                  <a:lnTo>
                    <a:pt x="934" y="3790"/>
                  </a:lnTo>
                  <a:lnTo>
                    <a:pt x="1013" y="3758"/>
                  </a:lnTo>
                  <a:lnTo>
                    <a:pt x="1020" y="3756"/>
                  </a:lnTo>
                  <a:lnTo>
                    <a:pt x="1097" y="3732"/>
                  </a:lnTo>
                  <a:lnTo>
                    <a:pt x="1103" y="3731"/>
                  </a:lnTo>
                  <a:lnTo>
                    <a:pt x="1181" y="3714"/>
                  </a:lnTo>
                  <a:lnTo>
                    <a:pt x="1187" y="3713"/>
                  </a:lnTo>
                  <a:lnTo>
                    <a:pt x="1265" y="3703"/>
                  </a:lnTo>
                  <a:lnTo>
                    <a:pt x="1270" y="3703"/>
                  </a:lnTo>
                  <a:lnTo>
                    <a:pt x="1347" y="3698"/>
                  </a:lnTo>
                  <a:lnTo>
                    <a:pt x="1352" y="3698"/>
                  </a:lnTo>
                  <a:lnTo>
                    <a:pt x="1426" y="3699"/>
                  </a:lnTo>
                  <a:lnTo>
                    <a:pt x="1431" y="3699"/>
                  </a:lnTo>
                  <a:lnTo>
                    <a:pt x="1503" y="3704"/>
                  </a:lnTo>
                  <a:lnTo>
                    <a:pt x="1510" y="3705"/>
                  </a:lnTo>
                  <a:lnTo>
                    <a:pt x="1581" y="3716"/>
                  </a:lnTo>
                  <a:lnTo>
                    <a:pt x="1588" y="3718"/>
                  </a:lnTo>
                  <a:lnTo>
                    <a:pt x="1658" y="3737"/>
                  </a:lnTo>
                  <a:lnTo>
                    <a:pt x="1664" y="3738"/>
                  </a:lnTo>
                  <a:lnTo>
                    <a:pt x="1732" y="3762"/>
                  </a:lnTo>
                  <a:lnTo>
                    <a:pt x="1736" y="3763"/>
                  </a:lnTo>
                  <a:lnTo>
                    <a:pt x="1801" y="3790"/>
                  </a:lnTo>
                  <a:lnTo>
                    <a:pt x="1803" y="3791"/>
                  </a:lnTo>
                  <a:lnTo>
                    <a:pt x="1864" y="3818"/>
                  </a:lnTo>
                  <a:lnTo>
                    <a:pt x="1865" y="3818"/>
                  </a:lnTo>
                  <a:lnTo>
                    <a:pt x="1921" y="3844"/>
                  </a:lnTo>
                  <a:lnTo>
                    <a:pt x="1926" y="3846"/>
                  </a:lnTo>
                  <a:lnTo>
                    <a:pt x="1931" y="3849"/>
                  </a:lnTo>
                  <a:lnTo>
                    <a:pt x="1982" y="3884"/>
                  </a:lnTo>
                  <a:lnTo>
                    <a:pt x="1987" y="3888"/>
                  </a:lnTo>
                  <a:lnTo>
                    <a:pt x="1992" y="3892"/>
                  </a:lnTo>
                  <a:lnTo>
                    <a:pt x="2040" y="3939"/>
                  </a:lnTo>
                  <a:lnTo>
                    <a:pt x="2043" y="3941"/>
                  </a:lnTo>
                  <a:lnTo>
                    <a:pt x="2063" y="3963"/>
                  </a:lnTo>
                  <a:lnTo>
                    <a:pt x="2063" y="3897"/>
                  </a:lnTo>
                  <a:lnTo>
                    <a:pt x="2057" y="3778"/>
                  </a:lnTo>
                  <a:lnTo>
                    <a:pt x="2046" y="3645"/>
                  </a:lnTo>
                  <a:lnTo>
                    <a:pt x="2035" y="3511"/>
                  </a:lnTo>
                  <a:lnTo>
                    <a:pt x="2035" y="3510"/>
                  </a:lnTo>
                  <a:lnTo>
                    <a:pt x="2026" y="3389"/>
                  </a:lnTo>
                  <a:lnTo>
                    <a:pt x="2026" y="3388"/>
                  </a:lnTo>
                  <a:lnTo>
                    <a:pt x="2018" y="3277"/>
                  </a:lnTo>
                  <a:lnTo>
                    <a:pt x="2010" y="3167"/>
                  </a:lnTo>
                  <a:lnTo>
                    <a:pt x="2001" y="3057"/>
                  </a:lnTo>
                  <a:lnTo>
                    <a:pt x="1992" y="2947"/>
                  </a:lnTo>
                  <a:lnTo>
                    <a:pt x="1983" y="2837"/>
                  </a:lnTo>
                  <a:lnTo>
                    <a:pt x="1983" y="2836"/>
                  </a:lnTo>
                  <a:lnTo>
                    <a:pt x="1974" y="2726"/>
                  </a:lnTo>
                  <a:lnTo>
                    <a:pt x="1974" y="2726"/>
                  </a:lnTo>
                  <a:lnTo>
                    <a:pt x="1965" y="2615"/>
                  </a:lnTo>
                  <a:lnTo>
                    <a:pt x="1965" y="2615"/>
                  </a:lnTo>
                  <a:lnTo>
                    <a:pt x="1957" y="2504"/>
                  </a:lnTo>
                  <a:lnTo>
                    <a:pt x="1949" y="2394"/>
                  </a:lnTo>
                  <a:lnTo>
                    <a:pt x="1941" y="2284"/>
                  </a:lnTo>
                  <a:lnTo>
                    <a:pt x="1932" y="2174"/>
                  </a:lnTo>
                  <a:lnTo>
                    <a:pt x="1922" y="2064"/>
                  </a:lnTo>
                  <a:lnTo>
                    <a:pt x="1911" y="1953"/>
                  </a:lnTo>
                  <a:lnTo>
                    <a:pt x="1899" y="1843"/>
                  </a:lnTo>
                  <a:lnTo>
                    <a:pt x="1887" y="1732"/>
                  </a:lnTo>
                  <a:lnTo>
                    <a:pt x="1874" y="1622"/>
                  </a:lnTo>
                  <a:lnTo>
                    <a:pt x="1860" y="1513"/>
                  </a:lnTo>
                  <a:lnTo>
                    <a:pt x="1844" y="1404"/>
                  </a:lnTo>
                  <a:lnTo>
                    <a:pt x="1826" y="1293"/>
                  </a:lnTo>
                  <a:lnTo>
                    <a:pt x="1806" y="1181"/>
                  </a:lnTo>
                  <a:lnTo>
                    <a:pt x="1785" y="1069"/>
                  </a:lnTo>
                  <a:lnTo>
                    <a:pt x="1762" y="960"/>
                  </a:lnTo>
                  <a:lnTo>
                    <a:pt x="1739" y="856"/>
                  </a:lnTo>
                  <a:lnTo>
                    <a:pt x="1715" y="759"/>
                  </a:lnTo>
                  <a:lnTo>
                    <a:pt x="1689" y="668"/>
                  </a:lnTo>
                  <a:lnTo>
                    <a:pt x="1662" y="581"/>
                  </a:lnTo>
                  <a:lnTo>
                    <a:pt x="1633" y="498"/>
                  </a:lnTo>
                  <a:lnTo>
                    <a:pt x="1605" y="420"/>
                  </a:lnTo>
                  <a:lnTo>
                    <a:pt x="1576" y="350"/>
                  </a:lnTo>
                  <a:lnTo>
                    <a:pt x="1549" y="286"/>
                  </a:lnTo>
                  <a:lnTo>
                    <a:pt x="1523" y="230"/>
                  </a:lnTo>
                  <a:lnTo>
                    <a:pt x="1499" y="181"/>
                  </a:lnTo>
                  <a:lnTo>
                    <a:pt x="1477" y="141"/>
                  </a:lnTo>
                  <a:lnTo>
                    <a:pt x="1455" y="107"/>
                  </a:lnTo>
                  <a:lnTo>
                    <a:pt x="1432" y="79"/>
                  </a:lnTo>
                  <a:lnTo>
                    <a:pt x="1408" y="54"/>
                  </a:lnTo>
                  <a:lnTo>
                    <a:pt x="1384" y="34"/>
                  </a:lnTo>
                  <a:lnTo>
                    <a:pt x="1361" y="19"/>
                  </a:lnTo>
                  <a:lnTo>
                    <a:pt x="1340" y="9"/>
                  </a:lnTo>
                  <a:lnTo>
                    <a:pt x="1318" y="2"/>
                  </a:lnTo>
                  <a:lnTo>
                    <a:pt x="1292" y="0"/>
                  </a:lnTo>
                  <a:lnTo>
                    <a:pt x="1258" y="1"/>
                  </a:lnTo>
                  <a:lnTo>
                    <a:pt x="1214" y="8"/>
                  </a:lnTo>
                  <a:lnTo>
                    <a:pt x="1160" y="22"/>
                  </a:lnTo>
                  <a:lnTo>
                    <a:pt x="1101" y="41"/>
                  </a:lnTo>
                  <a:lnTo>
                    <a:pt x="1040" y="65"/>
                  </a:lnTo>
                  <a:lnTo>
                    <a:pt x="980" y="93"/>
                  </a:lnTo>
                  <a:lnTo>
                    <a:pt x="924" y="124"/>
                  </a:lnTo>
                  <a:lnTo>
                    <a:pt x="871" y="158"/>
                  </a:lnTo>
                  <a:lnTo>
                    <a:pt x="817" y="196"/>
                  </a:lnTo>
                  <a:lnTo>
                    <a:pt x="765" y="239"/>
                  </a:lnTo>
                  <a:lnTo>
                    <a:pt x="713" y="285"/>
                  </a:lnTo>
                  <a:lnTo>
                    <a:pt x="663" y="334"/>
                  </a:lnTo>
                  <a:lnTo>
                    <a:pt x="616" y="387"/>
                  </a:lnTo>
                  <a:lnTo>
                    <a:pt x="570" y="442"/>
                  </a:lnTo>
                  <a:lnTo>
                    <a:pt x="525" y="501"/>
                  </a:lnTo>
                  <a:lnTo>
                    <a:pt x="483" y="564"/>
                  </a:lnTo>
                  <a:lnTo>
                    <a:pt x="441" y="630"/>
                  </a:lnTo>
                  <a:lnTo>
                    <a:pt x="402" y="699"/>
                  </a:lnTo>
                  <a:lnTo>
                    <a:pt x="364" y="771"/>
                  </a:lnTo>
                  <a:lnTo>
                    <a:pt x="328" y="846"/>
                  </a:lnTo>
                  <a:lnTo>
                    <a:pt x="293" y="924"/>
                  </a:lnTo>
                  <a:lnTo>
                    <a:pt x="260" y="1005"/>
                  </a:lnTo>
                  <a:lnTo>
                    <a:pt x="229" y="1088"/>
                  </a:lnTo>
                  <a:lnTo>
                    <a:pt x="200" y="1174"/>
                  </a:lnTo>
                  <a:lnTo>
                    <a:pt x="173" y="1261"/>
                  </a:lnTo>
                  <a:lnTo>
                    <a:pt x="149" y="1350"/>
                  </a:lnTo>
                  <a:lnTo>
                    <a:pt x="127" y="1442"/>
                  </a:lnTo>
                  <a:lnTo>
                    <a:pt x="107" y="1536"/>
                  </a:lnTo>
                  <a:lnTo>
                    <a:pt x="89" y="1631"/>
                  </a:lnTo>
                  <a:lnTo>
                    <a:pt x="72" y="1728"/>
                  </a:lnTo>
                  <a:lnTo>
                    <a:pt x="58" y="1825"/>
                  </a:lnTo>
                  <a:lnTo>
                    <a:pt x="45" y="1923"/>
                  </a:lnTo>
                  <a:lnTo>
                    <a:pt x="34" y="2021"/>
                  </a:lnTo>
                  <a:lnTo>
                    <a:pt x="25" y="2121"/>
                  </a:lnTo>
                  <a:lnTo>
                    <a:pt x="17" y="2222"/>
                  </a:lnTo>
                  <a:lnTo>
                    <a:pt x="11" y="2322"/>
                  </a:lnTo>
                  <a:lnTo>
                    <a:pt x="6" y="2422"/>
                  </a:lnTo>
                  <a:lnTo>
                    <a:pt x="2" y="2522"/>
                  </a:lnTo>
                  <a:lnTo>
                    <a:pt x="0" y="2623"/>
                  </a:lnTo>
                  <a:lnTo>
                    <a:pt x="0" y="2723"/>
                  </a:lnTo>
                  <a:lnTo>
                    <a:pt x="0" y="2823"/>
                  </a:lnTo>
                  <a:lnTo>
                    <a:pt x="2" y="2922"/>
                  </a:lnTo>
                  <a:lnTo>
                    <a:pt x="6" y="3020"/>
                  </a:lnTo>
                  <a:lnTo>
                    <a:pt x="11" y="3117"/>
                  </a:lnTo>
                  <a:lnTo>
                    <a:pt x="18" y="3215"/>
                  </a:lnTo>
                  <a:lnTo>
                    <a:pt x="27" y="3312"/>
                  </a:lnTo>
                  <a:lnTo>
                    <a:pt x="37" y="3407"/>
                  </a:lnTo>
                  <a:lnTo>
                    <a:pt x="47" y="3500"/>
                  </a:lnTo>
                  <a:lnTo>
                    <a:pt x="58" y="3588"/>
                  </a:lnTo>
                  <a:lnTo>
                    <a:pt x="69" y="3672"/>
                  </a:lnTo>
                  <a:lnTo>
                    <a:pt x="81" y="3753"/>
                  </a:lnTo>
                  <a:lnTo>
                    <a:pt x="94" y="3830"/>
                  </a:lnTo>
                  <a:lnTo>
                    <a:pt x="107" y="3906"/>
                  </a:lnTo>
                  <a:lnTo>
                    <a:pt x="121" y="3978"/>
                  </a:lnTo>
                  <a:lnTo>
                    <a:pt x="135" y="4048"/>
                  </a:lnTo>
                  <a:lnTo>
                    <a:pt x="149" y="4118"/>
                  </a:lnTo>
                  <a:lnTo>
                    <a:pt x="163" y="4189"/>
                  </a:lnTo>
                  <a:lnTo>
                    <a:pt x="178" y="4256"/>
                  </a:lnTo>
                  <a:lnTo>
                    <a:pt x="192" y="4315"/>
                  </a:lnTo>
                  <a:lnTo>
                    <a:pt x="207" y="4362"/>
                  </a:lnTo>
                  <a:lnTo>
                    <a:pt x="215" y="4380"/>
                  </a:lnTo>
                  <a:lnTo>
                    <a:pt x="224" y="4373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3" name="PulmonIzquierdo"/>
            <p:cNvGrpSpPr/>
            <p:nvPr/>
          </p:nvGrpSpPr>
          <p:grpSpPr>
            <a:xfrm>
              <a:off x="2449613" y="1269553"/>
              <a:ext cx="782425" cy="1921304"/>
              <a:chOff x="2449613" y="1269553"/>
              <a:chExt cx="782425" cy="1921304"/>
            </a:xfrm>
          </p:grpSpPr>
          <p:sp>
            <p:nvSpPr>
              <p:cNvPr id="24" name="Forma 23"/>
              <p:cNvSpPr/>
              <p:nvPr/>
            </p:nvSpPr>
            <p:spPr>
              <a:xfrm>
                <a:off x="2449613" y="1269553"/>
                <a:ext cx="782425" cy="1921304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5" name="Forma 24"/>
              <p:cNvSpPr/>
              <p:nvPr/>
            </p:nvSpPr>
            <p:spPr>
              <a:xfrm>
                <a:off x="2518715" y="1452067"/>
                <a:ext cx="658991" cy="1331366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6" name="Forma 25"/>
              <p:cNvSpPr/>
              <p:nvPr/>
            </p:nvSpPr>
            <p:spPr>
              <a:xfrm>
                <a:off x="2526670" y="2117750"/>
                <a:ext cx="670881" cy="726434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7" name="PleuraVisceralI"/>
            <p:cNvSpPr/>
            <p:nvPr/>
          </p:nvSpPr>
          <p:spPr>
            <a:xfrm>
              <a:off x="2449613" y="1269553"/>
              <a:ext cx="782425" cy="1921304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8" name="PleuraParietalD"/>
            <p:cNvSpPr/>
            <p:nvPr/>
          </p:nvSpPr>
          <p:spPr>
            <a:xfrm>
              <a:off x="12193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9" name="PleuraParietalI"/>
            <p:cNvSpPr/>
            <p:nvPr/>
          </p:nvSpPr>
          <p:spPr>
            <a:xfrm>
              <a:off x="24204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0" name="VenaCavaSup"/>
            <p:cNvSpPr/>
            <p:nvPr/>
          </p:nvSpPr>
          <p:spPr>
            <a:xfrm>
              <a:off x="2083837" y="1463928"/>
              <a:ext cx="116635" cy="885882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1" name="VenaCavaInf"/>
            <p:cNvSpPr/>
            <p:nvPr/>
          </p:nvSpPr>
          <p:spPr>
            <a:xfrm>
              <a:off x="2107714" y="2884709"/>
              <a:ext cx="116643" cy="41225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2" name="Corazon"/>
            <p:cNvGrpSpPr/>
            <p:nvPr/>
          </p:nvGrpSpPr>
          <p:grpSpPr>
            <a:xfrm>
              <a:off x="2097281" y="2264169"/>
              <a:ext cx="705172" cy="724802"/>
              <a:chOff x="2097281" y="2264169"/>
              <a:chExt cx="705172" cy="724802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2097281" y="2264169"/>
                <a:ext cx="705172" cy="72480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4" name="Forma 33"/>
              <p:cNvSpPr/>
              <p:nvPr/>
            </p:nvSpPr>
            <p:spPr>
              <a:xfrm>
                <a:off x="2465680" y="2317455"/>
                <a:ext cx="172364" cy="645201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5" name="Diafragma"/>
            <p:cNvSpPr/>
            <p:nvPr/>
          </p:nvSpPr>
          <p:spPr>
            <a:xfrm>
              <a:off x="1272392" y="2865550"/>
              <a:ext cx="1935776" cy="42710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6" name="Clavículas"/>
            <p:cNvGrpSpPr/>
            <p:nvPr/>
          </p:nvGrpSpPr>
          <p:grpSpPr>
            <a:xfrm>
              <a:off x="1444752" y="1119226"/>
              <a:ext cx="1591056" cy="102413"/>
              <a:chOff x="1444752" y="1119226"/>
              <a:chExt cx="1591056" cy="102413"/>
            </a:xfrm>
          </p:grpSpPr>
          <p:sp>
            <p:nvSpPr>
              <p:cNvPr id="37" name="Forma 36"/>
              <p:cNvSpPr/>
              <p:nvPr/>
            </p:nvSpPr>
            <p:spPr>
              <a:xfrm>
                <a:off x="14447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8" name="Forma 37"/>
              <p:cNvSpPr/>
              <p:nvPr/>
            </p:nvSpPr>
            <p:spPr>
              <a:xfrm>
                <a:off x="14447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39" name="Recuadro Traumático penetrante (a"/>
            <p:cNvGrpSpPr/>
            <p:nvPr/>
          </p:nvGrpSpPr>
          <p:grpSpPr>
            <a:xfrm>
              <a:off x="365760" y="3611880"/>
              <a:ext cx="3703320" cy="2743200"/>
              <a:chOff x="365760" y="3611880"/>
              <a:chExt cx="3703320" cy="2743200"/>
            </a:xfrm>
          </p:grpSpPr>
          <p:sp>
            <p:nvSpPr>
              <p:cNvPr id="40" name="Forma 39"/>
              <p:cNvSpPr/>
              <p:nvPr/>
            </p:nvSpPr>
            <p:spPr>
              <a:xfrm>
                <a:off x="365760" y="3977640"/>
                <a:ext cx="3703320" cy="2377440"/>
              </a:xfrm>
              <a:prstGeom prst="rect">
                <a:avLst/>
              </a:prstGeom>
              <a:solidFill>
                <a:srgbClr val="F79646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Arma de fuego, arma blanca, objeto punzante.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Hemotórax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asociado frecuente.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41" name="Forma 40"/>
              <p:cNvSpPr/>
              <p:nvPr/>
            </p:nvSpPr>
            <p:spPr>
              <a:xfrm>
                <a:off x="365760" y="361188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1647"/>
                  </a:lnSpc>
                  <a:spcAft>
                    <a:spcPts val="300"/>
                  </a:spcAft>
                  <a:buNone/>
                </a:pP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TRAUMÁTICO PENETRANTE (ABIERTO)</a:t>
                </a:r>
                <a:endParaRPr lang="es-AR" sz="1350" dirty="0">
                  <a:latin typeface="Mali"/>
                </a:endParaRPr>
              </a:p>
            </p:txBody>
          </p:sp>
        </p:grpSp>
      </p:grpSp>
      <p:grpSp>
        <p:nvGrpSpPr>
          <p:cNvPr id="42" name="Tipo Traumático cerrado"/>
          <p:cNvGrpSpPr/>
          <p:nvPr/>
        </p:nvGrpSpPr>
        <p:grpSpPr>
          <a:xfrm>
            <a:off x="4251960" y="1016813"/>
            <a:ext cx="3703320" cy="5338267"/>
            <a:chOff x="4251960" y="1016813"/>
            <a:chExt cx="3703320" cy="5338267"/>
          </a:xfrm>
        </p:grpSpPr>
        <p:sp>
          <p:nvSpPr>
            <p:cNvPr id="43" name="ParedToracica_2"/>
            <p:cNvSpPr/>
            <p:nvPr/>
          </p:nvSpPr>
          <p:spPr>
            <a:xfrm>
              <a:off x="4911974" y="1016813"/>
              <a:ext cx="2429012" cy="2457907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4" name="Mediastino_2"/>
            <p:cNvSpPr/>
            <p:nvPr/>
          </p:nvSpPr>
          <p:spPr>
            <a:xfrm>
              <a:off x="5675681" y="1157630"/>
              <a:ext cx="901598" cy="188183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5" name="Costillas_2"/>
            <p:cNvGrpSpPr/>
            <p:nvPr/>
          </p:nvGrpSpPr>
          <p:grpSpPr>
            <a:xfrm>
              <a:off x="4959706" y="1221638"/>
              <a:ext cx="2333549" cy="2109704"/>
              <a:chOff x="4959706" y="1221638"/>
              <a:chExt cx="2333549" cy="2109704"/>
            </a:xfrm>
          </p:grpSpPr>
          <p:sp>
            <p:nvSpPr>
              <p:cNvPr id="46" name="Forma 45"/>
              <p:cNvSpPr/>
              <p:nvPr/>
            </p:nvSpPr>
            <p:spPr>
              <a:xfrm>
                <a:off x="49597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7" name="Forma 46"/>
              <p:cNvSpPr/>
              <p:nvPr/>
            </p:nvSpPr>
            <p:spPr>
              <a:xfrm>
                <a:off x="49597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8" name="EspacioPleuralD_2"/>
            <p:cNvSpPr/>
            <p:nvPr/>
          </p:nvSpPr>
          <p:spPr>
            <a:xfrm>
              <a:off x="51055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9" name="EspacioPleuralI_2"/>
            <p:cNvSpPr/>
            <p:nvPr/>
          </p:nvSpPr>
          <p:spPr>
            <a:xfrm>
              <a:off x="63066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0" name="Aorta_2"/>
            <p:cNvSpPr/>
            <p:nvPr/>
          </p:nvSpPr>
          <p:spPr>
            <a:xfrm>
              <a:off x="6131167" y="1549069"/>
              <a:ext cx="348942" cy="164145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1" name="Traquea_2"/>
            <p:cNvGrpSpPr/>
            <p:nvPr/>
          </p:nvGrpSpPr>
          <p:grpSpPr>
            <a:xfrm>
              <a:off x="5810933" y="1016813"/>
              <a:ext cx="631094" cy="1098366"/>
              <a:chOff x="5810933" y="1016813"/>
              <a:chExt cx="631094" cy="1098366"/>
            </a:xfrm>
          </p:grpSpPr>
          <p:sp>
            <p:nvSpPr>
              <p:cNvPr id="52" name="Forma 51"/>
              <p:cNvSpPr/>
              <p:nvPr/>
            </p:nvSpPr>
            <p:spPr>
              <a:xfrm>
                <a:off x="5810933" y="1016813"/>
                <a:ext cx="631094" cy="1098366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3" name="Forma 52"/>
              <p:cNvSpPr/>
              <p:nvPr/>
            </p:nvSpPr>
            <p:spPr>
              <a:xfrm>
                <a:off x="6078748" y="1093622"/>
                <a:ext cx="95463" cy="56007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4" name="AirePleuralD_2"/>
            <p:cNvSpPr/>
            <p:nvPr/>
          </p:nvSpPr>
          <p:spPr>
            <a:xfrm>
              <a:off x="51055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482" y="8375"/>
                  </a:moveTo>
                  <a:lnTo>
                    <a:pt x="1480" y="8377"/>
                  </a:lnTo>
                  <a:lnTo>
                    <a:pt x="1477" y="8378"/>
                  </a:lnTo>
                  <a:lnTo>
                    <a:pt x="1475" y="8379"/>
                  </a:lnTo>
                  <a:lnTo>
                    <a:pt x="1473" y="8380"/>
                  </a:lnTo>
                  <a:lnTo>
                    <a:pt x="1470" y="8381"/>
                  </a:lnTo>
                  <a:lnTo>
                    <a:pt x="1467" y="8381"/>
                  </a:lnTo>
                  <a:lnTo>
                    <a:pt x="1465" y="8381"/>
                  </a:lnTo>
                  <a:lnTo>
                    <a:pt x="1462" y="8381"/>
                  </a:lnTo>
                  <a:lnTo>
                    <a:pt x="1460" y="8381"/>
                  </a:lnTo>
                  <a:lnTo>
                    <a:pt x="1457" y="8380"/>
                  </a:lnTo>
                  <a:lnTo>
                    <a:pt x="1455" y="8379"/>
                  </a:lnTo>
                  <a:lnTo>
                    <a:pt x="1452" y="8378"/>
                  </a:lnTo>
                  <a:lnTo>
                    <a:pt x="1450" y="8377"/>
                  </a:lnTo>
                  <a:lnTo>
                    <a:pt x="1448" y="8375"/>
                  </a:lnTo>
                  <a:lnTo>
                    <a:pt x="1446" y="8373"/>
                  </a:lnTo>
                  <a:lnTo>
                    <a:pt x="1444" y="8371"/>
                  </a:lnTo>
                  <a:lnTo>
                    <a:pt x="1443" y="8369"/>
                  </a:lnTo>
                  <a:lnTo>
                    <a:pt x="1441" y="8367"/>
                  </a:lnTo>
                  <a:lnTo>
                    <a:pt x="1440" y="8365"/>
                  </a:lnTo>
                  <a:lnTo>
                    <a:pt x="1428" y="8336"/>
                  </a:lnTo>
                  <a:lnTo>
                    <a:pt x="1427" y="8333"/>
                  </a:lnTo>
                  <a:lnTo>
                    <a:pt x="1406" y="8259"/>
                  </a:lnTo>
                  <a:lnTo>
                    <a:pt x="1406" y="8257"/>
                  </a:lnTo>
                  <a:lnTo>
                    <a:pt x="1385" y="8163"/>
                  </a:lnTo>
                  <a:lnTo>
                    <a:pt x="1384" y="8163"/>
                  </a:lnTo>
                  <a:lnTo>
                    <a:pt x="1363" y="8056"/>
                  </a:lnTo>
                  <a:lnTo>
                    <a:pt x="1363" y="8056"/>
                  </a:lnTo>
                  <a:lnTo>
                    <a:pt x="1342" y="7943"/>
                  </a:lnTo>
                  <a:lnTo>
                    <a:pt x="1321" y="7831"/>
                  </a:lnTo>
                  <a:lnTo>
                    <a:pt x="1301" y="7720"/>
                  </a:lnTo>
                  <a:lnTo>
                    <a:pt x="1301" y="7720"/>
                  </a:lnTo>
                  <a:lnTo>
                    <a:pt x="1280" y="7605"/>
                  </a:lnTo>
                  <a:lnTo>
                    <a:pt x="1280" y="7605"/>
                  </a:lnTo>
                  <a:lnTo>
                    <a:pt x="1261" y="7486"/>
                  </a:lnTo>
                  <a:lnTo>
                    <a:pt x="1261" y="7485"/>
                  </a:lnTo>
                  <a:lnTo>
                    <a:pt x="1242" y="7362"/>
                  </a:lnTo>
                  <a:lnTo>
                    <a:pt x="1242" y="7361"/>
                  </a:lnTo>
                  <a:lnTo>
                    <a:pt x="1224" y="7233"/>
                  </a:lnTo>
                  <a:lnTo>
                    <a:pt x="1224" y="7232"/>
                  </a:lnTo>
                  <a:lnTo>
                    <a:pt x="1207" y="7099"/>
                  </a:lnTo>
                  <a:lnTo>
                    <a:pt x="1207" y="7099"/>
                  </a:lnTo>
                  <a:lnTo>
                    <a:pt x="1191" y="6959"/>
                  </a:lnTo>
                  <a:lnTo>
                    <a:pt x="1191" y="6958"/>
                  </a:lnTo>
                  <a:lnTo>
                    <a:pt x="1176" y="6812"/>
                  </a:lnTo>
                  <a:lnTo>
                    <a:pt x="1176" y="6811"/>
                  </a:lnTo>
                  <a:lnTo>
                    <a:pt x="1162" y="6660"/>
                  </a:lnTo>
                  <a:lnTo>
                    <a:pt x="1162" y="6660"/>
                  </a:lnTo>
                  <a:lnTo>
                    <a:pt x="1149" y="6505"/>
                  </a:lnTo>
                  <a:lnTo>
                    <a:pt x="1149" y="6505"/>
                  </a:lnTo>
                  <a:lnTo>
                    <a:pt x="1139" y="6350"/>
                  </a:lnTo>
                  <a:lnTo>
                    <a:pt x="1139" y="6349"/>
                  </a:lnTo>
                  <a:lnTo>
                    <a:pt x="1131" y="6195"/>
                  </a:lnTo>
                  <a:lnTo>
                    <a:pt x="1131" y="6194"/>
                  </a:lnTo>
                  <a:lnTo>
                    <a:pt x="1126" y="6039"/>
                  </a:lnTo>
                  <a:lnTo>
                    <a:pt x="1126" y="6039"/>
                  </a:lnTo>
                  <a:lnTo>
                    <a:pt x="1123" y="5881"/>
                  </a:lnTo>
                  <a:lnTo>
                    <a:pt x="1123" y="5881"/>
                  </a:lnTo>
                  <a:lnTo>
                    <a:pt x="1122" y="5722"/>
                  </a:lnTo>
                  <a:lnTo>
                    <a:pt x="1122" y="5722"/>
                  </a:lnTo>
                  <a:lnTo>
                    <a:pt x="1123" y="5562"/>
                  </a:lnTo>
                  <a:lnTo>
                    <a:pt x="1123" y="5562"/>
                  </a:lnTo>
                  <a:lnTo>
                    <a:pt x="1126" y="5402"/>
                  </a:lnTo>
                  <a:lnTo>
                    <a:pt x="1126" y="5402"/>
                  </a:lnTo>
                  <a:lnTo>
                    <a:pt x="1131" y="5243"/>
                  </a:lnTo>
                  <a:lnTo>
                    <a:pt x="1131" y="5243"/>
                  </a:lnTo>
                  <a:lnTo>
                    <a:pt x="1138" y="5084"/>
                  </a:lnTo>
                  <a:lnTo>
                    <a:pt x="1138" y="5083"/>
                  </a:lnTo>
                  <a:lnTo>
                    <a:pt x="1147" y="4924"/>
                  </a:lnTo>
                  <a:lnTo>
                    <a:pt x="1147" y="4923"/>
                  </a:lnTo>
                  <a:lnTo>
                    <a:pt x="1158" y="4764"/>
                  </a:lnTo>
                  <a:lnTo>
                    <a:pt x="1158" y="4763"/>
                  </a:lnTo>
                  <a:lnTo>
                    <a:pt x="1172" y="4605"/>
                  </a:lnTo>
                  <a:lnTo>
                    <a:pt x="1172" y="4604"/>
                  </a:lnTo>
                  <a:lnTo>
                    <a:pt x="1188" y="4447"/>
                  </a:lnTo>
                  <a:lnTo>
                    <a:pt x="1188" y="4447"/>
                  </a:lnTo>
                  <a:lnTo>
                    <a:pt x="1207" y="4292"/>
                  </a:lnTo>
                  <a:lnTo>
                    <a:pt x="1207" y="4292"/>
                  </a:lnTo>
                  <a:lnTo>
                    <a:pt x="1229" y="4137"/>
                  </a:lnTo>
                  <a:lnTo>
                    <a:pt x="1229" y="4137"/>
                  </a:lnTo>
                  <a:lnTo>
                    <a:pt x="1253" y="3983"/>
                  </a:lnTo>
                  <a:lnTo>
                    <a:pt x="1253" y="3983"/>
                  </a:lnTo>
                  <a:lnTo>
                    <a:pt x="1279" y="3831"/>
                  </a:lnTo>
                  <a:lnTo>
                    <a:pt x="1280" y="3830"/>
                  </a:lnTo>
                  <a:lnTo>
                    <a:pt x="1309" y="3681"/>
                  </a:lnTo>
                  <a:lnTo>
                    <a:pt x="1309" y="3680"/>
                  </a:lnTo>
                  <a:lnTo>
                    <a:pt x="1341" y="3534"/>
                  </a:lnTo>
                  <a:lnTo>
                    <a:pt x="1342" y="3534"/>
                  </a:lnTo>
                  <a:lnTo>
                    <a:pt x="1377" y="3392"/>
                  </a:lnTo>
                  <a:lnTo>
                    <a:pt x="1378" y="3391"/>
                  </a:lnTo>
                  <a:lnTo>
                    <a:pt x="1417" y="3253"/>
                  </a:lnTo>
                  <a:lnTo>
                    <a:pt x="1417" y="3252"/>
                  </a:lnTo>
                  <a:lnTo>
                    <a:pt x="1460" y="3117"/>
                  </a:lnTo>
                  <a:lnTo>
                    <a:pt x="1460" y="3116"/>
                  </a:lnTo>
                  <a:lnTo>
                    <a:pt x="1506" y="2983"/>
                  </a:lnTo>
                  <a:lnTo>
                    <a:pt x="1506" y="2983"/>
                  </a:lnTo>
                  <a:lnTo>
                    <a:pt x="1555" y="2854"/>
                  </a:lnTo>
                  <a:lnTo>
                    <a:pt x="1555" y="2853"/>
                  </a:lnTo>
                  <a:lnTo>
                    <a:pt x="1606" y="2729"/>
                  </a:lnTo>
                  <a:lnTo>
                    <a:pt x="1607" y="2729"/>
                  </a:lnTo>
                  <a:lnTo>
                    <a:pt x="1660" y="2610"/>
                  </a:lnTo>
                  <a:lnTo>
                    <a:pt x="1660" y="2609"/>
                  </a:lnTo>
                  <a:lnTo>
                    <a:pt x="1716" y="2495"/>
                  </a:lnTo>
                  <a:lnTo>
                    <a:pt x="1716" y="2494"/>
                  </a:lnTo>
                  <a:lnTo>
                    <a:pt x="1775" y="2385"/>
                  </a:lnTo>
                  <a:lnTo>
                    <a:pt x="1775" y="2384"/>
                  </a:lnTo>
                  <a:lnTo>
                    <a:pt x="1836" y="2279"/>
                  </a:lnTo>
                  <a:lnTo>
                    <a:pt x="1836" y="2278"/>
                  </a:lnTo>
                  <a:lnTo>
                    <a:pt x="1899" y="2178"/>
                  </a:lnTo>
                  <a:lnTo>
                    <a:pt x="1900" y="2177"/>
                  </a:lnTo>
                  <a:lnTo>
                    <a:pt x="1965" y="2083"/>
                  </a:lnTo>
                  <a:lnTo>
                    <a:pt x="1966" y="2082"/>
                  </a:lnTo>
                  <a:lnTo>
                    <a:pt x="2033" y="1993"/>
                  </a:lnTo>
                  <a:lnTo>
                    <a:pt x="2034" y="1992"/>
                  </a:lnTo>
                  <a:lnTo>
                    <a:pt x="2104" y="1909"/>
                  </a:lnTo>
                  <a:lnTo>
                    <a:pt x="2105" y="1908"/>
                  </a:lnTo>
                  <a:lnTo>
                    <a:pt x="2178" y="1830"/>
                  </a:lnTo>
                  <a:lnTo>
                    <a:pt x="2179" y="1829"/>
                  </a:lnTo>
                  <a:lnTo>
                    <a:pt x="2255" y="1755"/>
                  </a:lnTo>
                  <a:lnTo>
                    <a:pt x="2256" y="1754"/>
                  </a:lnTo>
                  <a:lnTo>
                    <a:pt x="2333" y="1687"/>
                  </a:lnTo>
                  <a:lnTo>
                    <a:pt x="2334" y="1686"/>
                  </a:lnTo>
                  <a:lnTo>
                    <a:pt x="2413" y="1625"/>
                  </a:lnTo>
                  <a:lnTo>
                    <a:pt x="2414" y="1624"/>
                  </a:lnTo>
                  <a:lnTo>
                    <a:pt x="2493" y="1570"/>
                  </a:lnTo>
                  <a:lnTo>
                    <a:pt x="2494" y="1569"/>
                  </a:lnTo>
                  <a:lnTo>
                    <a:pt x="2577" y="1520"/>
                  </a:lnTo>
                  <a:lnTo>
                    <a:pt x="2578" y="1519"/>
                  </a:lnTo>
                  <a:lnTo>
                    <a:pt x="2667" y="1475"/>
                  </a:lnTo>
                  <a:lnTo>
                    <a:pt x="2668" y="1475"/>
                  </a:lnTo>
                  <a:lnTo>
                    <a:pt x="2758" y="1436"/>
                  </a:lnTo>
                  <a:lnTo>
                    <a:pt x="2759" y="1436"/>
                  </a:lnTo>
                  <a:lnTo>
                    <a:pt x="2846" y="1405"/>
                  </a:lnTo>
                  <a:lnTo>
                    <a:pt x="2848" y="1405"/>
                  </a:lnTo>
                  <a:lnTo>
                    <a:pt x="2927" y="1383"/>
                  </a:lnTo>
                  <a:lnTo>
                    <a:pt x="2929" y="1382"/>
                  </a:lnTo>
                  <a:lnTo>
                    <a:pt x="2995" y="1371"/>
                  </a:lnTo>
                  <a:lnTo>
                    <a:pt x="2998" y="1370"/>
                  </a:lnTo>
                  <a:lnTo>
                    <a:pt x="3048" y="1368"/>
                  </a:lnTo>
                  <a:lnTo>
                    <a:pt x="3050" y="1368"/>
                  </a:lnTo>
                  <a:lnTo>
                    <a:pt x="3052" y="1368"/>
                  </a:lnTo>
                  <a:lnTo>
                    <a:pt x="3091" y="1373"/>
                  </a:lnTo>
                  <a:lnTo>
                    <a:pt x="3093" y="1373"/>
                  </a:lnTo>
                  <a:lnTo>
                    <a:pt x="3096" y="1374"/>
                  </a:lnTo>
                  <a:lnTo>
                    <a:pt x="3128" y="1384"/>
                  </a:lnTo>
                  <a:lnTo>
                    <a:pt x="3130" y="1384"/>
                  </a:lnTo>
                  <a:lnTo>
                    <a:pt x="3132" y="1385"/>
                  </a:lnTo>
                  <a:lnTo>
                    <a:pt x="3163" y="1401"/>
                  </a:lnTo>
                  <a:lnTo>
                    <a:pt x="3164" y="1402"/>
                  </a:lnTo>
                  <a:lnTo>
                    <a:pt x="3166" y="1404"/>
                  </a:lnTo>
                  <a:lnTo>
                    <a:pt x="3199" y="1428"/>
                  </a:lnTo>
                  <a:lnTo>
                    <a:pt x="3202" y="1430"/>
                  </a:lnTo>
                  <a:lnTo>
                    <a:pt x="3238" y="1462"/>
                  </a:lnTo>
                  <a:lnTo>
                    <a:pt x="3240" y="1464"/>
                  </a:lnTo>
                  <a:lnTo>
                    <a:pt x="3275" y="1502"/>
                  </a:lnTo>
                  <a:lnTo>
                    <a:pt x="3277" y="1505"/>
                  </a:lnTo>
                  <a:lnTo>
                    <a:pt x="3310" y="1549"/>
                  </a:lnTo>
                  <a:lnTo>
                    <a:pt x="3311" y="1551"/>
                  </a:lnTo>
                  <a:lnTo>
                    <a:pt x="3344" y="1605"/>
                  </a:lnTo>
                  <a:lnTo>
                    <a:pt x="3344" y="1607"/>
                  </a:lnTo>
                  <a:lnTo>
                    <a:pt x="3378" y="1672"/>
                  </a:lnTo>
                  <a:lnTo>
                    <a:pt x="3378" y="1673"/>
                  </a:lnTo>
                  <a:lnTo>
                    <a:pt x="3413" y="1749"/>
                  </a:lnTo>
                  <a:lnTo>
                    <a:pt x="3414" y="1750"/>
                  </a:lnTo>
                  <a:lnTo>
                    <a:pt x="3451" y="1839"/>
                  </a:lnTo>
                  <a:lnTo>
                    <a:pt x="3451" y="1840"/>
                  </a:lnTo>
                  <a:lnTo>
                    <a:pt x="3492" y="1941"/>
                  </a:lnTo>
                  <a:lnTo>
                    <a:pt x="3492" y="1942"/>
                  </a:lnTo>
                  <a:lnTo>
                    <a:pt x="3534" y="2054"/>
                  </a:lnTo>
                  <a:lnTo>
                    <a:pt x="3534" y="2055"/>
                  </a:lnTo>
                  <a:lnTo>
                    <a:pt x="3576" y="2178"/>
                  </a:lnTo>
                  <a:lnTo>
                    <a:pt x="3576" y="2178"/>
                  </a:lnTo>
                  <a:lnTo>
                    <a:pt x="3618" y="2310"/>
                  </a:lnTo>
                  <a:lnTo>
                    <a:pt x="3619" y="2310"/>
                  </a:lnTo>
                  <a:lnTo>
                    <a:pt x="3659" y="2449"/>
                  </a:lnTo>
                  <a:lnTo>
                    <a:pt x="3659" y="2450"/>
                  </a:lnTo>
                  <a:lnTo>
                    <a:pt x="3697" y="2594"/>
                  </a:lnTo>
                  <a:lnTo>
                    <a:pt x="3697" y="2595"/>
                  </a:lnTo>
                  <a:lnTo>
                    <a:pt x="3732" y="2749"/>
                  </a:lnTo>
                  <a:lnTo>
                    <a:pt x="3733" y="2750"/>
                  </a:lnTo>
                  <a:lnTo>
                    <a:pt x="3767" y="2915"/>
                  </a:lnTo>
                  <a:lnTo>
                    <a:pt x="3767" y="2916"/>
                  </a:lnTo>
                  <a:lnTo>
                    <a:pt x="3800" y="3089"/>
                  </a:lnTo>
                  <a:lnTo>
                    <a:pt x="3800" y="3090"/>
                  </a:lnTo>
                  <a:lnTo>
                    <a:pt x="3831" y="3267"/>
                  </a:lnTo>
                  <a:lnTo>
                    <a:pt x="3831" y="3268"/>
                  </a:lnTo>
                  <a:lnTo>
                    <a:pt x="3860" y="3446"/>
                  </a:lnTo>
                  <a:lnTo>
                    <a:pt x="3860" y="3446"/>
                  </a:lnTo>
                  <a:lnTo>
                    <a:pt x="3887" y="3622"/>
                  </a:lnTo>
                  <a:lnTo>
                    <a:pt x="3887" y="3622"/>
                  </a:lnTo>
                  <a:lnTo>
                    <a:pt x="3911" y="3795"/>
                  </a:lnTo>
                  <a:lnTo>
                    <a:pt x="3911" y="3796"/>
                  </a:lnTo>
                  <a:lnTo>
                    <a:pt x="3932" y="3970"/>
                  </a:lnTo>
                  <a:lnTo>
                    <a:pt x="3932" y="3970"/>
                  </a:lnTo>
                  <a:lnTo>
                    <a:pt x="3951" y="4145"/>
                  </a:lnTo>
                  <a:lnTo>
                    <a:pt x="3951" y="4145"/>
                  </a:lnTo>
                  <a:lnTo>
                    <a:pt x="3969" y="4320"/>
                  </a:lnTo>
                  <a:lnTo>
                    <a:pt x="3969" y="4320"/>
                  </a:lnTo>
                  <a:lnTo>
                    <a:pt x="3985" y="4496"/>
                  </a:lnTo>
                  <a:lnTo>
                    <a:pt x="3985" y="4496"/>
                  </a:lnTo>
                  <a:lnTo>
                    <a:pt x="4001" y="4672"/>
                  </a:lnTo>
                  <a:lnTo>
                    <a:pt x="4001" y="4672"/>
                  </a:lnTo>
                  <a:lnTo>
                    <a:pt x="4016" y="4847"/>
                  </a:lnTo>
                  <a:lnTo>
                    <a:pt x="4016" y="4847"/>
                  </a:lnTo>
                  <a:lnTo>
                    <a:pt x="4030" y="5022"/>
                  </a:lnTo>
                  <a:lnTo>
                    <a:pt x="4030" y="5022"/>
                  </a:lnTo>
                  <a:lnTo>
                    <a:pt x="4042" y="5197"/>
                  </a:lnTo>
                  <a:lnTo>
                    <a:pt x="4042" y="5197"/>
                  </a:lnTo>
                  <a:lnTo>
                    <a:pt x="4054" y="5373"/>
                  </a:lnTo>
                  <a:lnTo>
                    <a:pt x="4066" y="5548"/>
                  </a:lnTo>
                  <a:lnTo>
                    <a:pt x="4066" y="5549"/>
                  </a:lnTo>
                  <a:lnTo>
                    <a:pt x="4078" y="5724"/>
                  </a:lnTo>
                  <a:lnTo>
                    <a:pt x="4078" y="5725"/>
                  </a:lnTo>
                  <a:lnTo>
                    <a:pt x="4091" y="5900"/>
                  </a:lnTo>
                  <a:lnTo>
                    <a:pt x="4091" y="5900"/>
                  </a:lnTo>
                  <a:lnTo>
                    <a:pt x="4105" y="6075"/>
                  </a:lnTo>
                  <a:lnTo>
                    <a:pt x="4119" y="6251"/>
                  </a:lnTo>
                  <a:lnTo>
                    <a:pt x="4119" y="6251"/>
                  </a:lnTo>
                  <a:lnTo>
                    <a:pt x="4132" y="6426"/>
                  </a:lnTo>
                  <a:lnTo>
                    <a:pt x="4132" y="6426"/>
                  </a:lnTo>
                  <a:lnTo>
                    <a:pt x="4144" y="6601"/>
                  </a:lnTo>
                  <a:lnTo>
                    <a:pt x="4144" y="6601"/>
                  </a:lnTo>
                  <a:lnTo>
                    <a:pt x="4155" y="6777"/>
                  </a:lnTo>
                  <a:lnTo>
                    <a:pt x="4155" y="6778"/>
                  </a:lnTo>
                  <a:lnTo>
                    <a:pt x="4168" y="6971"/>
                  </a:lnTo>
                  <a:lnTo>
                    <a:pt x="4168" y="6972"/>
                  </a:lnTo>
                  <a:lnTo>
                    <a:pt x="4184" y="7184"/>
                  </a:lnTo>
                  <a:lnTo>
                    <a:pt x="4184" y="7184"/>
                  </a:lnTo>
                  <a:lnTo>
                    <a:pt x="4200" y="7395"/>
                  </a:lnTo>
                  <a:lnTo>
                    <a:pt x="4200" y="7396"/>
                  </a:lnTo>
                  <a:lnTo>
                    <a:pt x="4210" y="7586"/>
                  </a:lnTo>
                  <a:lnTo>
                    <a:pt x="4210" y="7588"/>
                  </a:lnTo>
                  <a:lnTo>
                    <a:pt x="4209" y="7692"/>
                  </a:lnTo>
                  <a:lnTo>
                    <a:pt x="4209" y="7695"/>
                  </a:lnTo>
                  <a:lnTo>
                    <a:pt x="4209" y="7697"/>
                  </a:lnTo>
                  <a:lnTo>
                    <a:pt x="4208" y="7700"/>
                  </a:lnTo>
                  <a:lnTo>
                    <a:pt x="4207" y="7702"/>
                  </a:lnTo>
                  <a:lnTo>
                    <a:pt x="4206" y="7705"/>
                  </a:lnTo>
                  <a:lnTo>
                    <a:pt x="4205" y="7707"/>
                  </a:lnTo>
                  <a:lnTo>
                    <a:pt x="4203" y="7709"/>
                  </a:lnTo>
                  <a:lnTo>
                    <a:pt x="4201" y="7711"/>
                  </a:lnTo>
                  <a:lnTo>
                    <a:pt x="4200" y="7713"/>
                  </a:lnTo>
                  <a:lnTo>
                    <a:pt x="4197" y="7714"/>
                  </a:lnTo>
                  <a:lnTo>
                    <a:pt x="4195" y="7716"/>
                  </a:lnTo>
                  <a:lnTo>
                    <a:pt x="4193" y="7717"/>
                  </a:lnTo>
                  <a:lnTo>
                    <a:pt x="4190" y="7718"/>
                  </a:lnTo>
                  <a:lnTo>
                    <a:pt x="4188" y="7718"/>
                  </a:lnTo>
                  <a:lnTo>
                    <a:pt x="4185" y="7719"/>
                  </a:lnTo>
                  <a:lnTo>
                    <a:pt x="4183" y="7719"/>
                  </a:lnTo>
                  <a:lnTo>
                    <a:pt x="4180" y="7719"/>
                  </a:lnTo>
                  <a:lnTo>
                    <a:pt x="4178" y="7718"/>
                  </a:lnTo>
                  <a:lnTo>
                    <a:pt x="4175" y="7718"/>
                  </a:lnTo>
                  <a:lnTo>
                    <a:pt x="4173" y="7717"/>
                  </a:lnTo>
                  <a:lnTo>
                    <a:pt x="4170" y="7716"/>
                  </a:lnTo>
                  <a:lnTo>
                    <a:pt x="4168" y="7715"/>
                  </a:lnTo>
                  <a:lnTo>
                    <a:pt x="4166" y="7713"/>
                  </a:lnTo>
                  <a:lnTo>
                    <a:pt x="4164" y="7711"/>
                  </a:lnTo>
                  <a:lnTo>
                    <a:pt x="4162" y="7709"/>
                  </a:lnTo>
                  <a:lnTo>
                    <a:pt x="4133" y="7675"/>
                  </a:lnTo>
                  <a:lnTo>
                    <a:pt x="4130" y="7671"/>
                  </a:lnTo>
                  <a:lnTo>
                    <a:pt x="4059" y="7597"/>
                  </a:lnTo>
                  <a:lnTo>
                    <a:pt x="4054" y="7592"/>
                  </a:lnTo>
                  <a:lnTo>
                    <a:pt x="4048" y="7587"/>
                  </a:lnTo>
                  <a:lnTo>
                    <a:pt x="3973" y="7533"/>
                  </a:lnTo>
                  <a:lnTo>
                    <a:pt x="3967" y="7529"/>
                  </a:lnTo>
                  <a:lnTo>
                    <a:pt x="3961" y="7526"/>
                  </a:lnTo>
                  <a:lnTo>
                    <a:pt x="3880" y="7486"/>
                  </a:lnTo>
                  <a:lnTo>
                    <a:pt x="3879" y="7485"/>
                  </a:lnTo>
                  <a:lnTo>
                    <a:pt x="3790" y="7442"/>
                  </a:lnTo>
                  <a:lnTo>
                    <a:pt x="3787" y="7441"/>
                  </a:lnTo>
                  <a:lnTo>
                    <a:pt x="3691" y="7399"/>
                  </a:lnTo>
                  <a:lnTo>
                    <a:pt x="3687" y="7397"/>
                  </a:lnTo>
                  <a:lnTo>
                    <a:pt x="3587" y="7360"/>
                  </a:lnTo>
                  <a:lnTo>
                    <a:pt x="3580" y="7358"/>
                  </a:lnTo>
                  <a:lnTo>
                    <a:pt x="3478" y="7328"/>
                  </a:lnTo>
                  <a:lnTo>
                    <a:pt x="3468" y="7326"/>
                  </a:lnTo>
                  <a:lnTo>
                    <a:pt x="3366" y="7308"/>
                  </a:lnTo>
                  <a:lnTo>
                    <a:pt x="3357" y="7307"/>
                  </a:lnTo>
                  <a:lnTo>
                    <a:pt x="3252" y="7299"/>
                  </a:lnTo>
                  <a:lnTo>
                    <a:pt x="3246" y="7299"/>
                  </a:lnTo>
                  <a:lnTo>
                    <a:pt x="3137" y="7298"/>
                  </a:lnTo>
                  <a:lnTo>
                    <a:pt x="3131" y="7298"/>
                  </a:lnTo>
                  <a:lnTo>
                    <a:pt x="3019" y="7305"/>
                  </a:lnTo>
                  <a:lnTo>
                    <a:pt x="3012" y="7306"/>
                  </a:lnTo>
                  <a:lnTo>
                    <a:pt x="2899" y="7321"/>
                  </a:lnTo>
                  <a:lnTo>
                    <a:pt x="2892" y="7323"/>
                  </a:lnTo>
                  <a:lnTo>
                    <a:pt x="2778" y="7348"/>
                  </a:lnTo>
                  <a:lnTo>
                    <a:pt x="2770" y="7351"/>
                  </a:lnTo>
                  <a:lnTo>
                    <a:pt x="2657" y="7387"/>
                  </a:lnTo>
                  <a:lnTo>
                    <a:pt x="2649" y="7391"/>
                  </a:lnTo>
                  <a:lnTo>
                    <a:pt x="2533" y="7442"/>
                  </a:lnTo>
                  <a:lnTo>
                    <a:pt x="2526" y="7445"/>
                  </a:lnTo>
                  <a:lnTo>
                    <a:pt x="2406" y="7510"/>
                  </a:lnTo>
                  <a:lnTo>
                    <a:pt x="2401" y="7513"/>
                  </a:lnTo>
                  <a:lnTo>
                    <a:pt x="2280" y="7588"/>
                  </a:lnTo>
                  <a:lnTo>
                    <a:pt x="2277" y="7591"/>
                  </a:lnTo>
                  <a:lnTo>
                    <a:pt x="2159" y="7672"/>
                  </a:lnTo>
                  <a:lnTo>
                    <a:pt x="2156" y="7674"/>
                  </a:lnTo>
                  <a:lnTo>
                    <a:pt x="2045" y="7758"/>
                  </a:lnTo>
                  <a:lnTo>
                    <a:pt x="2042" y="7760"/>
                  </a:lnTo>
                  <a:lnTo>
                    <a:pt x="1942" y="7842"/>
                  </a:lnTo>
                  <a:lnTo>
                    <a:pt x="1936" y="7847"/>
                  </a:lnTo>
                  <a:lnTo>
                    <a:pt x="1846" y="7934"/>
                  </a:lnTo>
                  <a:lnTo>
                    <a:pt x="1840" y="7940"/>
                  </a:lnTo>
                  <a:lnTo>
                    <a:pt x="1756" y="8038"/>
                  </a:lnTo>
                  <a:lnTo>
                    <a:pt x="1753" y="8041"/>
                  </a:lnTo>
                  <a:lnTo>
                    <a:pt x="1676" y="8141"/>
                  </a:lnTo>
                  <a:lnTo>
                    <a:pt x="1675" y="8143"/>
                  </a:lnTo>
                  <a:lnTo>
                    <a:pt x="1606" y="8236"/>
                  </a:lnTo>
                  <a:lnTo>
                    <a:pt x="1606" y="8236"/>
                  </a:lnTo>
                  <a:lnTo>
                    <a:pt x="1547" y="8311"/>
                  </a:lnTo>
                  <a:lnTo>
                    <a:pt x="1545" y="8313"/>
                  </a:lnTo>
                  <a:lnTo>
                    <a:pt x="1498" y="8362"/>
                  </a:lnTo>
                  <a:lnTo>
                    <a:pt x="1496" y="8364"/>
                  </a:lnTo>
                  <a:lnTo>
                    <a:pt x="1482" y="8375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55" name="PulmonDerecho_2"/>
            <p:cNvGrpSpPr/>
            <p:nvPr/>
          </p:nvGrpSpPr>
          <p:grpSpPr>
            <a:xfrm>
              <a:off x="5334453" y="1509737"/>
              <a:ext cx="604810" cy="1339041"/>
              <a:chOff x="5334453" y="1509737"/>
              <a:chExt cx="604810" cy="1339041"/>
            </a:xfrm>
          </p:grpSpPr>
          <p:sp>
            <p:nvSpPr>
              <p:cNvPr id="56" name="Forma 55"/>
              <p:cNvSpPr/>
              <p:nvPr/>
            </p:nvSpPr>
            <p:spPr>
              <a:xfrm>
                <a:off x="5334453" y="1509737"/>
                <a:ext cx="604810" cy="133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7" name="Forma 56"/>
              <p:cNvSpPr/>
              <p:nvPr/>
            </p:nvSpPr>
            <p:spPr>
              <a:xfrm>
                <a:off x="5378776" y="1641147"/>
                <a:ext cx="469269" cy="958584"/>
              </a:xfrm>
              <a:custGeom>
                <a:avLst/>
                <a:gdLst/>
                <a:ahLst/>
                <a:cxnLst/>
                <a:rect l="0" t="0" r="r" b="b"/>
                <a:pathLst>
                  <a:path w="1769" h="3744" fill="none">
                    <a:moveTo>
                      <a:pt x="1769" y="1763"/>
                    </a:moveTo>
                    <a:lnTo>
                      <a:pt x="1301" y="1512"/>
                    </a:lnTo>
                    <a:lnTo>
                      <a:pt x="725" y="1080"/>
                    </a:lnTo>
                    <a:lnTo>
                      <a:pt x="401" y="648"/>
                    </a:lnTo>
                  </a:path>
                  <a:path w="1769" h="3744" fill="none">
                    <a:moveTo>
                      <a:pt x="1301" y="1512"/>
                    </a:moveTo>
                    <a:lnTo>
                      <a:pt x="1085" y="863"/>
                    </a:lnTo>
                    <a:lnTo>
                      <a:pt x="977" y="143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085" y="1872"/>
                    </a:lnTo>
                    <a:lnTo>
                      <a:pt x="365" y="1872"/>
                    </a:lnTo>
                    <a:lnTo>
                      <a:pt x="5" y="1943"/>
                    </a:lnTo>
                  </a:path>
                  <a:path w="1769" h="3744" fill="none">
                    <a:moveTo>
                      <a:pt x="1085" y="1872"/>
                    </a:moveTo>
                    <a:lnTo>
                      <a:pt x="581" y="2376"/>
                    </a:lnTo>
                    <a:lnTo>
                      <a:pt x="185" y="2807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301" y="2376"/>
                    </a:lnTo>
                    <a:lnTo>
                      <a:pt x="869" y="3096"/>
                    </a:lnTo>
                    <a:lnTo>
                      <a:pt x="473" y="3672"/>
                    </a:lnTo>
                  </a:path>
                  <a:path w="1769" h="3744" fill="none">
                    <a:moveTo>
                      <a:pt x="1301" y="2376"/>
                    </a:moveTo>
                    <a:lnTo>
                      <a:pt x="1517" y="3096"/>
                    </a:lnTo>
                    <a:lnTo>
                      <a:pt x="1301" y="3744"/>
                    </a:lnTo>
                  </a:path>
                  <a:path w="1769" h="3744" fill="none">
                    <a:moveTo>
                      <a:pt x="869" y="3096"/>
                    </a:moveTo>
                    <a:lnTo>
                      <a:pt x="293" y="3456"/>
                    </a:lnTo>
                    <a:lnTo>
                      <a:pt x="5" y="3672"/>
                    </a:lnTo>
                  </a:path>
                  <a:path w="1769" h="3744" fill="none">
                    <a:moveTo>
                      <a:pt x="725" y="1080"/>
                    </a:moveTo>
                    <a:lnTo>
                      <a:pt x="221" y="1223"/>
                    </a:lnTo>
                    <a:lnTo>
                      <a:pt x="0" y="1390"/>
                    </a:lnTo>
                  </a:path>
                  <a:path w="1769" h="3744" fill="none">
                    <a:moveTo>
                      <a:pt x="1085" y="863"/>
                    </a:moveTo>
                    <a:lnTo>
                      <a:pt x="653" y="432"/>
                    </a:lnTo>
                  </a:path>
                  <a:path w="1769" h="3744" fill="none">
                    <a:moveTo>
                      <a:pt x="581" y="2376"/>
                    </a:moveTo>
                    <a:lnTo>
                      <a:pt x="653" y="2880"/>
                    </a:lnTo>
                    <a:lnTo>
                      <a:pt x="437" y="3384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661" y="1223"/>
                    </a:lnTo>
                    <a:lnTo>
                      <a:pt x="1445" y="648"/>
                    </a:lnTo>
                    <a:lnTo>
                      <a:pt x="1301" y="0"/>
                    </a:lnTo>
                  </a:path>
                  <a:path w="1769" h="3744" fill="none">
                    <a:moveTo>
                      <a:pt x="365" y="1872"/>
                    </a:moveTo>
                    <a:lnTo>
                      <a:pt x="149" y="2304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8" name="Forma 57"/>
              <p:cNvSpPr/>
              <p:nvPr/>
            </p:nvSpPr>
            <p:spPr>
              <a:xfrm>
                <a:off x="5350281" y="2092787"/>
                <a:ext cx="507310" cy="559985"/>
              </a:xfrm>
              <a:custGeom>
                <a:avLst/>
                <a:gdLst/>
                <a:ahLst/>
                <a:cxnLst/>
                <a:rect l="0" t="0" r="r" b="b"/>
                <a:pathLst>
                  <a:path w="1913" h="2187" fill="none">
                    <a:moveTo>
                      <a:pt x="0" y="119"/>
                    </a:moveTo>
                    <a:lnTo>
                      <a:pt x="131" y="132"/>
                    </a:lnTo>
                    <a:lnTo>
                      <a:pt x="299" y="148"/>
                    </a:lnTo>
                    <a:lnTo>
                      <a:pt x="468" y="160"/>
                    </a:lnTo>
                    <a:lnTo>
                      <a:pt x="617" y="165"/>
                    </a:lnTo>
                    <a:lnTo>
                      <a:pt x="740" y="162"/>
                    </a:lnTo>
                    <a:lnTo>
                      <a:pt x="852" y="153"/>
                    </a:lnTo>
                    <a:lnTo>
                      <a:pt x="959" y="140"/>
                    </a:lnTo>
                    <a:lnTo>
                      <a:pt x="1071" y="124"/>
                    </a:lnTo>
                    <a:lnTo>
                      <a:pt x="1193" y="108"/>
                    </a:lnTo>
                    <a:lnTo>
                      <a:pt x="1339" y="87"/>
                    </a:lnTo>
                    <a:lnTo>
                      <a:pt x="1505" y="63"/>
                    </a:lnTo>
                    <a:lnTo>
                      <a:pt x="1670" y="37"/>
                    </a:lnTo>
                    <a:lnTo>
                      <a:pt x="1812" y="15"/>
                    </a:lnTo>
                    <a:lnTo>
                      <a:pt x="1913" y="0"/>
                    </a:lnTo>
                  </a:path>
                  <a:path w="1913" h="2187" fill="none">
                    <a:moveTo>
                      <a:pt x="48" y="2187"/>
                    </a:moveTo>
                    <a:lnTo>
                      <a:pt x="129" y="2088"/>
                    </a:lnTo>
                    <a:lnTo>
                      <a:pt x="253" y="1936"/>
                    </a:lnTo>
                    <a:lnTo>
                      <a:pt x="398" y="1758"/>
                    </a:lnTo>
                    <a:lnTo>
                      <a:pt x="549" y="1575"/>
                    </a:lnTo>
                    <a:lnTo>
                      <a:pt x="689" y="1403"/>
                    </a:lnTo>
                    <a:lnTo>
                      <a:pt x="819" y="1240"/>
                    </a:lnTo>
                    <a:lnTo>
                      <a:pt x="951" y="1073"/>
                    </a:lnTo>
                    <a:lnTo>
                      <a:pt x="1083" y="908"/>
                    </a:lnTo>
                    <a:lnTo>
                      <a:pt x="1212" y="751"/>
                    </a:lnTo>
                    <a:lnTo>
                      <a:pt x="1337" y="612"/>
                    </a:lnTo>
                    <a:lnTo>
                      <a:pt x="1466" y="484"/>
                    </a:lnTo>
                    <a:lnTo>
                      <a:pt x="1600" y="365"/>
                    </a:lnTo>
                    <a:lnTo>
                      <a:pt x="1727" y="259"/>
                    </a:lnTo>
                    <a:lnTo>
                      <a:pt x="1835" y="171"/>
                    </a:lnTo>
                    <a:lnTo>
                      <a:pt x="1913" y="10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59" name="PleuraVisceralD_2"/>
            <p:cNvSpPr/>
            <p:nvPr/>
          </p:nvSpPr>
          <p:spPr>
            <a:xfrm>
              <a:off x="5334453" y="1509737"/>
              <a:ext cx="604810" cy="1339041"/>
            </a:xfrm>
            <a:custGeom>
              <a:avLst/>
              <a:gdLst/>
              <a:ahLst/>
              <a:cxnLst/>
              <a:rect l="0" t="0" r="r" b="b"/>
              <a:pathLst>
                <a:path w="2280" h="5229" fill="none">
                  <a:moveTo>
                    <a:pt x="248" y="5221"/>
                  </a:moveTo>
                  <a:lnTo>
                    <a:pt x="283" y="5184"/>
                  </a:lnTo>
                  <a:lnTo>
                    <a:pt x="328" y="5128"/>
                  </a:lnTo>
                  <a:lnTo>
                    <a:pt x="380" y="5058"/>
                  </a:lnTo>
                  <a:lnTo>
                    <a:pt x="380" y="5057"/>
                  </a:lnTo>
                  <a:lnTo>
                    <a:pt x="439" y="4982"/>
                  </a:lnTo>
                  <a:lnTo>
                    <a:pt x="441" y="4978"/>
                  </a:lnTo>
                  <a:lnTo>
                    <a:pt x="505" y="4905"/>
                  </a:lnTo>
                  <a:lnTo>
                    <a:pt x="510" y="4899"/>
                  </a:lnTo>
                  <a:lnTo>
                    <a:pt x="578" y="4833"/>
                  </a:lnTo>
                  <a:lnTo>
                    <a:pt x="583" y="4829"/>
                  </a:lnTo>
                  <a:lnTo>
                    <a:pt x="659" y="4767"/>
                  </a:lnTo>
                  <a:lnTo>
                    <a:pt x="661" y="4765"/>
                  </a:lnTo>
                  <a:lnTo>
                    <a:pt x="745" y="4702"/>
                  </a:lnTo>
                  <a:lnTo>
                    <a:pt x="748" y="4700"/>
                  </a:lnTo>
                  <a:lnTo>
                    <a:pt x="836" y="4639"/>
                  </a:lnTo>
                  <a:lnTo>
                    <a:pt x="840" y="4637"/>
                  </a:lnTo>
                  <a:lnTo>
                    <a:pt x="931" y="4580"/>
                  </a:lnTo>
                  <a:lnTo>
                    <a:pt x="935" y="4578"/>
                  </a:lnTo>
                  <a:lnTo>
                    <a:pt x="1026" y="4528"/>
                  </a:lnTo>
                  <a:lnTo>
                    <a:pt x="1032" y="4525"/>
                  </a:lnTo>
                  <a:lnTo>
                    <a:pt x="1120" y="4487"/>
                  </a:lnTo>
                  <a:lnTo>
                    <a:pt x="1127" y="4484"/>
                  </a:lnTo>
                  <a:lnTo>
                    <a:pt x="1213" y="4456"/>
                  </a:lnTo>
                  <a:lnTo>
                    <a:pt x="1220" y="4454"/>
                  </a:lnTo>
                  <a:lnTo>
                    <a:pt x="1306" y="4434"/>
                  </a:lnTo>
                  <a:lnTo>
                    <a:pt x="1312" y="4433"/>
                  </a:lnTo>
                  <a:lnTo>
                    <a:pt x="1398" y="4421"/>
                  </a:lnTo>
                  <a:lnTo>
                    <a:pt x="1404" y="4421"/>
                  </a:lnTo>
                  <a:lnTo>
                    <a:pt x="1489" y="4416"/>
                  </a:lnTo>
                  <a:lnTo>
                    <a:pt x="1494" y="4415"/>
                  </a:lnTo>
                  <a:lnTo>
                    <a:pt x="1577" y="4416"/>
                  </a:lnTo>
                  <a:lnTo>
                    <a:pt x="1582" y="4417"/>
                  </a:lnTo>
                  <a:lnTo>
                    <a:pt x="1662" y="4423"/>
                  </a:lnTo>
                  <a:lnTo>
                    <a:pt x="1669" y="4424"/>
                  </a:lnTo>
                  <a:lnTo>
                    <a:pt x="1747" y="4437"/>
                  </a:lnTo>
                  <a:lnTo>
                    <a:pt x="1755" y="4439"/>
                  </a:lnTo>
                  <a:lnTo>
                    <a:pt x="1833" y="4461"/>
                  </a:lnTo>
                  <a:lnTo>
                    <a:pt x="1839" y="4463"/>
                  </a:lnTo>
                  <a:lnTo>
                    <a:pt x="1914" y="4491"/>
                  </a:lnTo>
                  <a:lnTo>
                    <a:pt x="1919" y="4493"/>
                  </a:lnTo>
                  <a:lnTo>
                    <a:pt x="1991" y="4524"/>
                  </a:lnTo>
                  <a:lnTo>
                    <a:pt x="1993" y="4526"/>
                  </a:lnTo>
                  <a:lnTo>
                    <a:pt x="2061" y="4558"/>
                  </a:lnTo>
                  <a:lnTo>
                    <a:pt x="2062" y="4559"/>
                  </a:lnTo>
                  <a:lnTo>
                    <a:pt x="2123" y="4589"/>
                  </a:lnTo>
                  <a:lnTo>
                    <a:pt x="2129" y="4592"/>
                  </a:lnTo>
                  <a:lnTo>
                    <a:pt x="2134" y="4596"/>
                  </a:lnTo>
                  <a:lnTo>
                    <a:pt x="2191" y="4637"/>
                  </a:lnTo>
                  <a:lnTo>
                    <a:pt x="2196" y="4641"/>
                  </a:lnTo>
                  <a:lnTo>
                    <a:pt x="2201" y="4646"/>
                  </a:lnTo>
                  <a:lnTo>
                    <a:pt x="2255" y="4702"/>
                  </a:lnTo>
                  <a:lnTo>
                    <a:pt x="2258" y="4706"/>
                  </a:lnTo>
                  <a:lnTo>
                    <a:pt x="2280" y="4732"/>
                  </a:lnTo>
                  <a:lnTo>
                    <a:pt x="2280" y="4653"/>
                  </a:lnTo>
                  <a:lnTo>
                    <a:pt x="2273" y="4510"/>
                  </a:lnTo>
                  <a:lnTo>
                    <a:pt x="2261" y="4351"/>
                  </a:lnTo>
                  <a:lnTo>
                    <a:pt x="2249" y="4192"/>
                  </a:lnTo>
                  <a:lnTo>
                    <a:pt x="2249" y="4191"/>
                  </a:lnTo>
                  <a:lnTo>
                    <a:pt x="2239" y="4046"/>
                  </a:lnTo>
                  <a:lnTo>
                    <a:pt x="2239" y="4045"/>
                  </a:lnTo>
                  <a:lnTo>
                    <a:pt x="2231" y="3913"/>
                  </a:lnTo>
                  <a:lnTo>
                    <a:pt x="2222" y="3781"/>
                  </a:lnTo>
                  <a:lnTo>
                    <a:pt x="2212" y="3650"/>
                  </a:lnTo>
                  <a:lnTo>
                    <a:pt x="2202" y="3518"/>
                  </a:lnTo>
                  <a:lnTo>
                    <a:pt x="2191" y="3387"/>
                  </a:lnTo>
                  <a:lnTo>
                    <a:pt x="2191" y="3387"/>
                  </a:lnTo>
                  <a:lnTo>
                    <a:pt x="2181" y="3255"/>
                  </a:lnTo>
                  <a:lnTo>
                    <a:pt x="2181" y="3254"/>
                  </a:lnTo>
                  <a:lnTo>
                    <a:pt x="2172" y="3122"/>
                  </a:lnTo>
                  <a:lnTo>
                    <a:pt x="2172" y="3122"/>
                  </a:lnTo>
                  <a:lnTo>
                    <a:pt x="2163" y="2990"/>
                  </a:lnTo>
                  <a:lnTo>
                    <a:pt x="2154" y="2858"/>
                  </a:lnTo>
                  <a:lnTo>
                    <a:pt x="2145" y="2727"/>
                  </a:lnTo>
                  <a:lnTo>
                    <a:pt x="2135" y="2595"/>
                  </a:lnTo>
                  <a:lnTo>
                    <a:pt x="2124" y="2464"/>
                  </a:lnTo>
                  <a:lnTo>
                    <a:pt x="2112" y="2332"/>
                  </a:lnTo>
                  <a:lnTo>
                    <a:pt x="2099" y="2200"/>
                  </a:lnTo>
                  <a:lnTo>
                    <a:pt x="2086" y="2068"/>
                  </a:lnTo>
                  <a:lnTo>
                    <a:pt x="2072" y="1937"/>
                  </a:lnTo>
                  <a:lnTo>
                    <a:pt x="2056" y="1806"/>
                  </a:lnTo>
                  <a:lnTo>
                    <a:pt x="2038" y="1676"/>
                  </a:lnTo>
                  <a:lnTo>
                    <a:pt x="2018" y="1544"/>
                  </a:lnTo>
                  <a:lnTo>
                    <a:pt x="1996" y="1410"/>
                  </a:lnTo>
                  <a:lnTo>
                    <a:pt x="1973" y="1277"/>
                  </a:lnTo>
                  <a:lnTo>
                    <a:pt x="1948" y="1146"/>
                  </a:lnTo>
                  <a:lnTo>
                    <a:pt x="1922" y="1022"/>
                  </a:lnTo>
                  <a:lnTo>
                    <a:pt x="1895" y="906"/>
                  </a:lnTo>
                  <a:lnTo>
                    <a:pt x="1867" y="797"/>
                  </a:lnTo>
                  <a:lnTo>
                    <a:pt x="1837" y="693"/>
                  </a:lnTo>
                  <a:lnTo>
                    <a:pt x="1805" y="594"/>
                  </a:lnTo>
                  <a:lnTo>
                    <a:pt x="1773" y="502"/>
                  </a:lnTo>
                  <a:lnTo>
                    <a:pt x="1742" y="417"/>
                  </a:lnTo>
                  <a:lnTo>
                    <a:pt x="1712" y="341"/>
                  </a:lnTo>
                  <a:lnTo>
                    <a:pt x="1684" y="274"/>
                  </a:lnTo>
                  <a:lnTo>
                    <a:pt x="1657" y="217"/>
                  </a:lnTo>
                  <a:lnTo>
                    <a:pt x="1632" y="168"/>
                  </a:lnTo>
                  <a:lnTo>
                    <a:pt x="1608" y="127"/>
                  </a:lnTo>
                  <a:lnTo>
                    <a:pt x="1583" y="94"/>
                  </a:lnTo>
                  <a:lnTo>
                    <a:pt x="1557" y="65"/>
                  </a:lnTo>
                  <a:lnTo>
                    <a:pt x="1529" y="41"/>
                  </a:lnTo>
                  <a:lnTo>
                    <a:pt x="1504" y="22"/>
                  </a:lnTo>
                  <a:lnTo>
                    <a:pt x="1481" y="10"/>
                  </a:lnTo>
                  <a:lnTo>
                    <a:pt x="1457" y="3"/>
                  </a:lnTo>
                  <a:lnTo>
                    <a:pt x="1428" y="0"/>
                  </a:lnTo>
                  <a:lnTo>
                    <a:pt x="1391" y="1"/>
                  </a:lnTo>
                  <a:lnTo>
                    <a:pt x="1342" y="10"/>
                  </a:lnTo>
                  <a:lnTo>
                    <a:pt x="1282" y="26"/>
                  </a:lnTo>
                  <a:lnTo>
                    <a:pt x="1217" y="49"/>
                  </a:lnTo>
                  <a:lnTo>
                    <a:pt x="1150" y="78"/>
                  </a:lnTo>
                  <a:lnTo>
                    <a:pt x="1083" y="111"/>
                  </a:lnTo>
                  <a:lnTo>
                    <a:pt x="1021" y="148"/>
                  </a:lnTo>
                  <a:lnTo>
                    <a:pt x="962" y="188"/>
                  </a:lnTo>
                  <a:lnTo>
                    <a:pt x="903" y="234"/>
                  </a:lnTo>
                  <a:lnTo>
                    <a:pt x="845" y="285"/>
                  </a:lnTo>
                  <a:lnTo>
                    <a:pt x="788" y="340"/>
                  </a:lnTo>
                  <a:lnTo>
                    <a:pt x="733" y="399"/>
                  </a:lnTo>
                  <a:lnTo>
                    <a:pt x="680" y="462"/>
                  </a:lnTo>
                  <a:lnTo>
                    <a:pt x="630" y="528"/>
                  </a:lnTo>
                  <a:lnTo>
                    <a:pt x="581" y="599"/>
                  </a:lnTo>
                  <a:lnTo>
                    <a:pt x="534" y="674"/>
                  </a:lnTo>
                  <a:lnTo>
                    <a:pt x="488" y="753"/>
                  </a:lnTo>
                  <a:lnTo>
                    <a:pt x="444" y="835"/>
                  </a:lnTo>
                  <a:lnTo>
                    <a:pt x="402" y="921"/>
                  </a:lnTo>
                  <a:lnTo>
                    <a:pt x="362" y="1010"/>
                  </a:lnTo>
                  <a:lnTo>
                    <a:pt x="324" y="1103"/>
                  </a:lnTo>
                  <a:lnTo>
                    <a:pt x="287" y="1200"/>
                  </a:lnTo>
                  <a:lnTo>
                    <a:pt x="253" y="1299"/>
                  </a:lnTo>
                  <a:lnTo>
                    <a:pt x="221" y="1401"/>
                  </a:lnTo>
                  <a:lnTo>
                    <a:pt x="191" y="1505"/>
                  </a:lnTo>
                  <a:lnTo>
                    <a:pt x="164" y="1612"/>
                  </a:lnTo>
                  <a:lnTo>
                    <a:pt x="140" y="1721"/>
                  </a:lnTo>
                  <a:lnTo>
                    <a:pt x="118" y="1834"/>
                  </a:lnTo>
                  <a:lnTo>
                    <a:pt x="98" y="1948"/>
                  </a:lnTo>
                  <a:lnTo>
                    <a:pt x="80" y="2063"/>
                  </a:lnTo>
                  <a:lnTo>
                    <a:pt x="64" y="2179"/>
                  </a:lnTo>
                  <a:lnTo>
                    <a:pt x="49" y="2296"/>
                  </a:lnTo>
                  <a:lnTo>
                    <a:pt x="37" y="2413"/>
                  </a:lnTo>
                  <a:lnTo>
                    <a:pt x="27" y="2533"/>
                  </a:lnTo>
                  <a:lnTo>
                    <a:pt x="19" y="2652"/>
                  </a:lnTo>
                  <a:lnTo>
                    <a:pt x="12" y="2772"/>
                  </a:lnTo>
                  <a:lnTo>
                    <a:pt x="7" y="2892"/>
                  </a:lnTo>
                  <a:lnTo>
                    <a:pt x="3" y="3011"/>
                  </a:lnTo>
                  <a:lnTo>
                    <a:pt x="0" y="3131"/>
                  </a:lnTo>
                  <a:lnTo>
                    <a:pt x="0" y="3251"/>
                  </a:lnTo>
                  <a:lnTo>
                    <a:pt x="0" y="3370"/>
                  </a:lnTo>
                  <a:lnTo>
                    <a:pt x="3" y="3489"/>
                  </a:lnTo>
                  <a:lnTo>
                    <a:pt x="7" y="3605"/>
                  </a:lnTo>
                  <a:lnTo>
                    <a:pt x="12" y="3722"/>
                  </a:lnTo>
                  <a:lnTo>
                    <a:pt x="20" y="3838"/>
                  </a:lnTo>
                  <a:lnTo>
                    <a:pt x="30" y="3954"/>
                  </a:lnTo>
                  <a:lnTo>
                    <a:pt x="40" y="4068"/>
                  </a:lnTo>
                  <a:lnTo>
                    <a:pt x="52" y="4178"/>
                  </a:lnTo>
                  <a:lnTo>
                    <a:pt x="64" y="4283"/>
                  </a:lnTo>
                  <a:lnTo>
                    <a:pt x="76" y="4384"/>
                  </a:lnTo>
                  <a:lnTo>
                    <a:pt x="90" y="4480"/>
                  </a:lnTo>
                  <a:lnTo>
                    <a:pt x="104" y="4573"/>
                  </a:lnTo>
                  <a:lnTo>
                    <a:pt x="119" y="4663"/>
                  </a:lnTo>
                  <a:lnTo>
                    <a:pt x="134" y="4749"/>
                  </a:lnTo>
                  <a:lnTo>
                    <a:pt x="149" y="4833"/>
                  </a:lnTo>
                  <a:lnTo>
                    <a:pt x="165" y="4917"/>
                  </a:lnTo>
                  <a:lnTo>
                    <a:pt x="181" y="5001"/>
                  </a:lnTo>
                  <a:lnTo>
                    <a:pt x="197" y="5081"/>
                  </a:lnTo>
                  <a:lnTo>
                    <a:pt x="213" y="5152"/>
                  </a:lnTo>
                  <a:lnTo>
                    <a:pt x="229" y="5208"/>
                  </a:lnTo>
                  <a:lnTo>
                    <a:pt x="238" y="5229"/>
                  </a:lnTo>
                  <a:lnTo>
                    <a:pt x="248" y="522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0" name="PulmonIzquierdo_2"/>
            <p:cNvGrpSpPr/>
            <p:nvPr/>
          </p:nvGrpSpPr>
          <p:grpSpPr>
            <a:xfrm>
              <a:off x="6335813" y="1269553"/>
              <a:ext cx="782425" cy="1921304"/>
              <a:chOff x="6335813" y="1269553"/>
              <a:chExt cx="782425" cy="1921304"/>
            </a:xfrm>
          </p:grpSpPr>
          <p:sp>
            <p:nvSpPr>
              <p:cNvPr id="61" name="Forma 60"/>
              <p:cNvSpPr/>
              <p:nvPr/>
            </p:nvSpPr>
            <p:spPr>
              <a:xfrm>
                <a:off x="6335813" y="1269553"/>
                <a:ext cx="782425" cy="1921304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2" name="Forma 61"/>
              <p:cNvSpPr/>
              <p:nvPr/>
            </p:nvSpPr>
            <p:spPr>
              <a:xfrm>
                <a:off x="6404915" y="1452067"/>
                <a:ext cx="658991" cy="1331366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3" name="Forma 62"/>
              <p:cNvSpPr/>
              <p:nvPr/>
            </p:nvSpPr>
            <p:spPr>
              <a:xfrm>
                <a:off x="6412870" y="2117750"/>
                <a:ext cx="670881" cy="726434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4" name="PleuraVisceralI_2"/>
            <p:cNvSpPr/>
            <p:nvPr/>
          </p:nvSpPr>
          <p:spPr>
            <a:xfrm>
              <a:off x="6335813" y="1269553"/>
              <a:ext cx="782425" cy="1921304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5" name="PleuraParietalD_2"/>
            <p:cNvSpPr/>
            <p:nvPr/>
          </p:nvSpPr>
          <p:spPr>
            <a:xfrm>
              <a:off x="51055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6" name="PleuraParietalI_2"/>
            <p:cNvSpPr/>
            <p:nvPr/>
          </p:nvSpPr>
          <p:spPr>
            <a:xfrm>
              <a:off x="63066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7" name="VenaCavaSup_2"/>
            <p:cNvSpPr/>
            <p:nvPr/>
          </p:nvSpPr>
          <p:spPr>
            <a:xfrm>
              <a:off x="5970037" y="1463928"/>
              <a:ext cx="116635" cy="885882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8" name="VenaCavaInf_2"/>
            <p:cNvSpPr/>
            <p:nvPr/>
          </p:nvSpPr>
          <p:spPr>
            <a:xfrm>
              <a:off x="5993914" y="2884709"/>
              <a:ext cx="116643" cy="41225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9" name="Corazon_2"/>
            <p:cNvGrpSpPr/>
            <p:nvPr/>
          </p:nvGrpSpPr>
          <p:grpSpPr>
            <a:xfrm>
              <a:off x="5983481" y="2264169"/>
              <a:ext cx="705172" cy="724802"/>
              <a:chOff x="5983481" y="2264169"/>
              <a:chExt cx="705172" cy="724802"/>
            </a:xfrm>
          </p:grpSpPr>
          <p:sp>
            <p:nvSpPr>
              <p:cNvPr id="70" name="Forma 69"/>
              <p:cNvSpPr/>
              <p:nvPr/>
            </p:nvSpPr>
            <p:spPr>
              <a:xfrm>
                <a:off x="5983481" y="2264169"/>
                <a:ext cx="705172" cy="72480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1" name="Forma 70"/>
              <p:cNvSpPr/>
              <p:nvPr/>
            </p:nvSpPr>
            <p:spPr>
              <a:xfrm>
                <a:off x="6351880" y="2317455"/>
                <a:ext cx="172364" cy="645201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2" name="Diafragma_2"/>
            <p:cNvSpPr/>
            <p:nvPr/>
          </p:nvSpPr>
          <p:spPr>
            <a:xfrm>
              <a:off x="5158592" y="2865550"/>
              <a:ext cx="1935776" cy="42710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3" name="Clavículas_2"/>
            <p:cNvGrpSpPr/>
            <p:nvPr/>
          </p:nvGrpSpPr>
          <p:grpSpPr>
            <a:xfrm>
              <a:off x="5330952" y="1119226"/>
              <a:ext cx="1591056" cy="102413"/>
              <a:chOff x="5330952" y="1119226"/>
              <a:chExt cx="1591056" cy="102413"/>
            </a:xfrm>
          </p:grpSpPr>
          <p:sp>
            <p:nvSpPr>
              <p:cNvPr id="74" name="Forma 73"/>
              <p:cNvSpPr/>
              <p:nvPr/>
            </p:nvSpPr>
            <p:spPr>
              <a:xfrm>
                <a:off x="53309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5" name="Forma 74"/>
              <p:cNvSpPr/>
              <p:nvPr/>
            </p:nvSpPr>
            <p:spPr>
              <a:xfrm>
                <a:off x="53309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76" name="Recuadro Traumático cerrado"/>
            <p:cNvGrpSpPr/>
            <p:nvPr/>
          </p:nvGrpSpPr>
          <p:grpSpPr>
            <a:xfrm>
              <a:off x="4251960" y="3611880"/>
              <a:ext cx="3703320" cy="2743200"/>
              <a:chOff x="4251960" y="3611880"/>
              <a:chExt cx="3703320" cy="2743200"/>
            </a:xfrm>
          </p:grpSpPr>
          <p:sp>
            <p:nvSpPr>
              <p:cNvPr id="77" name="Forma 76"/>
              <p:cNvSpPr/>
              <p:nvPr/>
            </p:nvSpPr>
            <p:spPr>
              <a:xfrm>
                <a:off x="4251960" y="3977640"/>
                <a:ext cx="3703320" cy="237744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202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Contusión: accidente de tránsito (tórax contra el volante), caída.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Fractura costal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que lacera la pleura.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78" name="Forma 77"/>
              <p:cNvSpPr/>
              <p:nvPr/>
            </p:nvSpPr>
            <p:spPr>
              <a:xfrm>
                <a:off x="4251960" y="361188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TRAUMÁTICO CERRADO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79" name="Tipo Iatrogénico"/>
          <p:cNvGrpSpPr/>
          <p:nvPr/>
        </p:nvGrpSpPr>
        <p:grpSpPr>
          <a:xfrm>
            <a:off x="8138160" y="1016813"/>
            <a:ext cx="3703320" cy="5338267"/>
            <a:chOff x="8138160" y="1016813"/>
            <a:chExt cx="3703320" cy="5338267"/>
          </a:xfrm>
        </p:grpSpPr>
        <p:sp>
          <p:nvSpPr>
            <p:cNvPr id="80" name="ParedToracica_3"/>
            <p:cNvSpPr/>
            <p:nvPr/>
          </p:nvSpPr>
          <p:spPr>
            <a:xfrm>
              <a:off x="8798174" y="1016813"/>
              <a:ext cx="2429012" cy="2457907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1" name="Mediastino_3"/>
            <p:cNvSpPr/>
            <p:nvPr/>
          </p:nvSpPr>
          <p:spPr>
            <a:xfrm>
              <a:off x="9561881" y="1157630"/>
              <a:ext cx="901598" cy="188183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2" name="Costillas_3"/>
            <p:cNvGrpSpPr/>
            <p:nvPr/>
          </p:nvGrpSpPr>
          <p:grpSpPr>
            <a:xfrm>
              <a:off x="8845906" y="1221638"/>
              <a:ext cx="2333549" cy="2109704"/>
              <a:chOff x="8845906" y="1221638"/>
              <a:chExt cx="2333549" cy="2109704"/>
            </a:xfrm>
          </p:grpSpPr>
          <p:sp>
            <p:nvSpPr>
              <p:cNvPr id="83" name="Forma 82"/>
              <p:cNvSpPr/>
              <p:nvPr/>
            </p:nvSpPr>
            <p:spPr>
              <a:xfrm>
                <a:off x="88459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4" name="Forma 83"/>
              <p:cNvSpPr/>
              <p:nvPr/>
            </p:nvSpPr>
            <p:spPr>
              <a:xfrm>
                <a:off x="88459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5" name="EspacioPleuralD_3"/>
            <p:cNvSpPr/>
            <p:nvPr/>
          </p:nvSpPr>
          <p:spPr>
            <a:xfrm>
              <a:off x="89917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6" name="EspacioPleuralI_3"/>
            <p:cNvSpPr/>
            <p:nvPr/>
          </p:nvSpPr>
          <p:spPr>
            <a:xfrm>
              <a:off x="101928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7" name="Aorta_3"/>
            <p:cNvSpPr/>
            <p:nvPr/>
          </p:nvSpPr>
          <p:spPr>
            <a:xfrm>
              <a:off x="10017367" y="1549069"/>
              <a:ext cx="348942" cy="164145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8" name="Traquea_3"/>
            <p:cNvGrpSpPr/>
            <p:nvPr/>
          </p:nvGrpSpPr>
          <p:grpSpPr>
            <a:xfrm>
              <a:off x="9697133" y="1016813"/>
              <a:ext cx="631094" cy="1098366"/>
              <a:chOff x="9697133" y="1016813"/>
              <a:chExt cx="631094" cy="1098366"/>
            </a:xfrm>
          </p:grpSpPr>
          <p:sp>
            <p:nvSpPr>
              <p:cNvPr id="89" name="Forma 88"/>
              <p:cNvSpPr/>
              <p:nvPr/>
            </p:nvSpPr>
            <p:spPr>
              <a:xfrm>
                <a:off x="9697133" y="1016813"/>
                <a:ext cx="631094" cy="1098366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0" name="Forma 89"/>
              <p:cNvSpPr/>
              <p:nvPr/>
            </p:nvSpPr>
            <p:spPr>
              <a:xfrm>
                <a:off x="9964948" y="1093622"/>
                <a:ext cx="95463" cy="56007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1" name="AirePleuralD_3"/>
            <p:cNvSpPr/>
            <p:nvPr/>
          </p:nvSpPr>
          <p:spPr>
            <a:xfrm>
              <a:off x="89917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356" y="8584"/>
                  </a:moveTo>
                  <a:lnTo>
                    <a:pt x="1354" y="8585"/>
                  </a:lnTo>
                  <a:lnTo>
                    <a:pt x="1352" y="8586"/>
                  </a:lnTo>
                  <a:lnTo>
                    <a:pt x="1349" y="8588"/>
                  </a:lnTo>
                  <a:lnTo>
                    <a:pt x="1347" y="8588"/>
                  </a:lnTo>
                  <a:lnTo>
                    <a:pt x="1344" y="8589"/>
                  </a:lnTo>
                  <a:lnTo>
                    <a:pt x="1342" y="8589"/>
                  </a:lnTo>
                  <a:lnTo>
                    <a:pt x="1339" y="8590"/>
                  </a:lnTo>
                  <a:lnTo>
                    <a:pt x="1337" y="8589"/>
                  </a:lnTo>
                  <a:lnTo>
                    <a:pt x="1334" y="8589"/>
                  </a:lnTo>
                  <a:lnTo>
                    <a:pt x="1332" y="8588"/>
                  </a:lnTo>
                  <a:lnTo>
                    <a:pt x="1329" y="8587"/>
                  </a:lnTo>
                  <a:lnTo>
                    <a:pt x="1327" y="8586"/>
                  </a:lnTo>
                  <a:lnTo>
                    <a:pt x="1324" y="8585"/>
                  </a:lnTo>
                  <a:lnTo>
                    <a:pt x="1322" y="8583"/>
                  </a:lnTo>
                  <a:lnTo>
                    <a:pt x="1320" y="8582"/>
                  </a:lnTo>
                  <a:lnTo>
                    <a:pt x="1319" y="8580"/>
                  </a:lnTo>
                  <a:lnTo>
                    <a:pt x="1317" y="8578"/>
                  </a:lnTo>
                  <a:lnTo>
                    <a:pt x="1316" y="8575"/>
                  </a:lnTo>
                  <a:lnTo>
                    <a:pt x="1315" y="8573"/>
                  </a:lnTo>
                  <a:lnTo>
                    <a:pt x="1302" y="8542"/>
                  </a:lnTo>
                  <a:lnTo>
                    <a:pt x="1301" y="8540"/>
                  </a:lnTo>
                  <a:lnTo>
                    <a:pt x="1279" y="8461"/>
                  </a:lnTo>
                  <a:lnTo>
                    <a:pt x="1279" y="8460"/>
                  </a:lnTo>
                  <a:lnTo>
                    <a:pt x="1256" y="8361"/>
                  </a:lnTo>
                  <a:lnTo>
                    <a:pt x="1256" y="8360"/>
                  </a:lnTo>
                  <a:lnTo>
                    <a:pt x="1233" y="8248"/>
                  </a:lnTo>
                  <a:lnTo>
                    <a:pt x="1233" y="8247"/>
                  </a:lnTo>
                  <a:lnTo>
                    <a:pt x="1211" y="8129"/>
                  </a:lnTo>
                  <a:lnTo>
                    <a:pt x="1189" y="8010"/>
                  </a:lnTo>
                  <a:lnTo>
                    <a:pt x="1168" y="7893"/>
                  </a:lnTo>
                  <a:lnTo>
                    <a:pt x="1167" y="7893"/>
                  </a:lnTo>
                  <a:lnTo>
                    <a:pt x="1146" y="7772"/>
                  </a:lnTo>
                  <a:lnTo>
                    <a:pt x="1146" y="7771"/>
                  </a:lnTo>
                  <a:lnTo>
                    <a:pt x="1125" y="7645"/>
                  </a:lnTo>
                  <a:lnTo>
                    <a:pt x="1125" y="7645"/>
                  </a:lnTo>
                  <a:lnTo>
                    <a:pt x="1105" y="7515"/>
                  </a:lnTo>
                  <a:lnTo>
                    <a:pt x="1105" y="7514"/>
                  </a:lnTo>
                  <a:lnTo>
                    <a:pt x="1086" y="7379"/>
                  </a:lnTo>
                  <a:lnTo>
                    <a:pt x="1086" y="7378"/>
                  </a:lnTo>
                  <a:lnTo>
                    <a:pt x="1069" y="7237"/>
                  </a:lnTo>
                  <a:lnTo>
                    <a:pt x="1069" y="7237"/>
                  </a:lnTo>
                  <a:lnTo>
                    <a:pt x="1052" y="7089"/>
                  </a:lnTo>
                  <a:lnTo>
                    <a:pt x="1052" y="7089"/>
                  </a:lnTo>
                  <a:lnTo>
                    <a:pt x="1036" y="6934"/>
                  </a:lnTo>
                  <a:lnTo>
                    <a:pt x="1036" y="6934"/>
                  </a:lnTo>
                  <a:lnTo>
                    <a:pt x="1021" y="6774"/>
                  </a:lnTo>
                  <a:lnTo>
                    <a:pt x="1021" y="6774"/>
                  </a:lnTo>
                  <a:lnTo>
                    <a:pt x="1008" y="6611"/>
                  </a:lnTo>
                  <a:lnTo>
                    <a:pt x="1008" y="6611"/>
                  </a:lnTo>
                  <a:lnTo>
                    <a:pt x="997" y="6447"/>
                  </a:lnTo>
                  <a:lnTo>
                    <a:pt x="997" y="6446"/>
                  </a:lnTo>
                  <a:lnTo>
                    <a:pt x="988" y="6283"/>
                  </a:lnTo>
                  <a:lnTo>
                    <a:pt x="988" y="6283"/>
                  </a:lnTo>
                  <a:lnTo>
                    <a:pt x="983" y="6119"/>
                  </a:lnTo>
                  <a:lnTo>
                    <a:pt x="983" y="6118"/>
                  </a:lnTo>
                  <a:lnTo>
                    <a:pt x="979" y="5952"/>
                  </a:lnTo>
                  <a:lnTo>
                    <a:pt x="979" y="5952"/>
                  </a:lnTo>
                  <a:lnTo>
                    <a:pt x="978" y="5784"/>
                  </a:lnTo>
                  <a:lnTo>
                    <a:pt x="978" y="5784"/>
                  </a:lnTo>
                  <a:lnTo>
                    <a:pt x="979" y="5615"/>
                  </a:lnTo>
                  <a:lnTo>
                    <a:pt x="979" y="5615"/>
                  </a:lnTo>
                  <a:lnTo>
                    <a:pt x="983" y="5446"/>
                  </a:lnTo>
                  <a:lnTo>
                    <a:pt x="983" y="5446"/>
                  </a:lnTo>
                  <a:lnTo>
                    <a:pt x="988" y="5278"/>
                  </a:lnTo>
                  <a:lnTo>
                    <a:pt x="988" y="5278"/>
                  </a:lnTo>
                  <a:lnTo>
                    <a:pt x="996" y="5110"/>
                  </a:lnTo>
                  <a:lnTo>
                    <a:pt x="996" y="5110"/>
                  </a:lnTo>
                  <a:lnTo>
                    <a:pt x="1006" y="4941"/>
                  </a:lnTo>
                  <a:lnTo>
                    <a:pt x="1006" y="4941"/>
                  </a:lnTo>
                  <a:lnTo>
                    <a:pt x="1017" y="4773"/>
                  </a:lnTo>
                  <a:lnTo>
                    <a:pt x="1017" y="4772"/>
                  </a:lnTo>
                  <a:lnTo>
                    <a:pt x="1032" y="4605"/>
                  </a:lnTo>
                  <a:lnTo>
                    <a:pt x="1032" y="4605"/>
                  </a:lnTo>
                  <a:lnTo>
                    <a:pt x="1049" y="4439"/>
                  </a:lnTo>
                  <a:lnTo>
                    <a:pt x="1049" y="4438"/>
                  </a:lnTo>
                  <a:lnTo>
                    <a:pt x="1069" y="4275"/>
                  </a:lnTo>
                  <a:lnTo>
                    <a:pt x="1069" y="4274"/>
                  </a:lnTo>
                  <a:lnTo>
                    <a:pt x="1091" y="4112"/>
                  </a:lnTo>
                  <a:lnTo>
                    <a:pt x="1092" y="4111"/>
                  </a:lnTo>
                  <a:lnTo>
                    <a:pt x="1117" y="3949"/>
                  </a:lnTo>
                  <a:lnTo>
                    <a:pt x="1117" y="3949"/>
                  </a:lnTo>
                  <a:lnTo>
                    <a:pt x="1145" y="3788"/>
                  </a:lnTo>
                  <a:lnTo>
                    <a:pt x="1145" y="3788"/>
                  </a:lnTo>
                  <a:lnTo>
                    <a:pt x="1176" y="3630"/>
                  </a:lnTo>
                  <a:lnTo>
                    <a:pt x="1176" y="3629"/>
                  </a:lnTo>
                  <a:lnTo>
                    <a:pt x="1210" y="3475"/>
                  </a:lnTo>
                  <a:lnTo>
                    <a:pt x="1211" y="3474"/>
                  </a:lnTo>
                  <a:lnTo>
                    <a:pt x="1248" y="3325"/>
                  </a:lnTo>
                  <a:lnTo>
                    <a:pt x="1249" y="3324"/>
                  </a:lnTo>
                  <a:lnTo>
                    <a:pt x="1290" y="3178"/>
                  </a:lnTo>
                  <a:lnTo>
                    <a:pt x="1290" y="3178"/>
                  </a:lnTo>
                  <a:lnTo>
                    <a:pt x="1335" y="3034"/>
                  </a:lnTo>
                  <a:lnTo>
                    <a:pt x="1336" y="3034"/>
                  </a:lnTo>
                  <a:lnTo>
                    <a:pt x="1384" y="2894"/>
                  </a:lnTo>
                  <a:lnTo>
                    <a:pt x="1384" y="2893"/>
                  </a:lnTo>
                  <a:lnTo>
                    <a:pt x="1436" y="2757"/>
                  </a:lnTo>
                  <a:lnTo>
                    <a:pt x="1436" y="2757"/>
                  </a:lnTo>
                  <a:lnTo>
                    <a:pt x="1490" y="2626"/>
                  </a:lnTo>
                  <a:lnTo>
                    <a:pt x="1490" y="2625"/>
                  </a:lnTo>
                  <a:lnTo>
                    <a:pt x="1547" y="2500"/>
                  </a:lnTo>
                  <a:lnTo>
                    <a:pt x="1547" y="2499"/>
                  </a:lnTo>
                  <a:lnTo>
                    <a:pt x="1606" y="2379"/>
                  </a:lnTo>
                  <a:lnTo>
                    <a:pt x="1606" y="2378"/>
                  </a:lnTo>
                  <a:lnTo>
                    <a:pt x="1668" y="2262"/>
                  </a:lnTo>
                  <a:lnTo>
                    <a:pt x="1668" y="2261"/>
                  </a:lnTo>
                  <a:lnTo>
                    <a:pt x="1732" y="2150"/>
                  </a:lnTo>
                  <a:lnTo>
                    <a:pt x="1733" y="2149"/>
                  </a:lnTo>
                  <a:lnTo>
                    <a:pt x="1799" y="2044"/>
                  </a:lnTo>
                  <a:lnTo>
                    <a:pt x="1800" y="2043"/>
                  </a:lnTo>
                  <a:lnTo>
                    <a:pt x="1868" y="1944"/>
                  </a:lnTo>
                  <a:lnTo>
                    <a:pt x="1869" y="1943"/>
                  </a:lnTo>
                  <a:lnTo>
                    <a:pt x="1940" y="1849"/>
                  </a:lnTo>
                  <a:lnTo>
                    <a:pt x="1941" y="1848"/>
                  </a:lnTo>
                  <a:lnTo>
                    <a:pt x="2015" y="1760"/>
                  </a:lnTo>
                  <a:lnTo>
                    <a:pt x="2016" y="1759"/>
                  </a:lnTo>
                  <a:lnTo>
                    <a:pt x="2093" y="1676"/>
                  </a:lnTo>
                  <a:lnTo>
                    <a:pt x="2094" y="1675"/>
                  </a:lnTo>
                  <a:lnTo>
                    <a:pt x="2174" y="1598"/>
                  </a:lnTo>
                  <a:lnTo>
                    <a:pt x="2175" y="1597"/>
                  </a:lnTo>
                  <a:lnTo>
                    <a:pt x="2257" y="1526"/>
                  </a:lnTo>
                  <a:lnTo>
                    <a:pt x="2258" y="1525"/>
                  </a:lnTo>
                  <a:lnTo>
                    <a:pt x="2341" y="1460"/>
                  </a:lnTo>
                  <a:lnTo>
                    <a:pt x="2342" y="1459"/>
                  </a:lnTo>
                  <a:lnTo>
                    <a:pt x="2425" y="1402"/>
                  </a:lnTo>
                  <a:lnTo>
                    <a:pt x="2427" y="1401"/>
                  </a:lnTo>
                  <a:lnTo>
                    <a:pt x="2514" y="1350"/>
                  </a:lnTo>
                  <a:lnTo>
                    <a:pt x="2515" y="1349"/>
                  </a:lnTo>
                  <a:lnTo>
                    <a:pt x="2608" y="1303"/>
                  </a:lnTo>
                  <a:lnTo>
                    <a:pt x="2610" y="1302"/>
                  </a:lnTo>
                  <a:lnTo>
                    <a:pt x="2705" y="1262"/>
                  </a:lnTo>
                  <a:lnTo>
                    <a:pt x="2706" y="1261"/>
                  </a:lnTo>
                  <a:lnTo>
                    <a:pt x="2798" y="1229"/>
                  </a:lnTo>
                  <a:lnTo>
                    <a:pt x="2800" y="1228"/>
                  </a:lnTo>
                  <a:lnTo>
                    <a:pt x="2883" y="1205"/>
                  </a:lnTo>
                  <a:lnTo>
                    <a:pt x="2885" y="1205"/>
                  </a:lnTo>
                  <a:lnTo>
                    <a:pt x="2954" y="1193"/>
                  </a:lnTo>
                  <a:lnTo>
                    <a:pt x="2958" y="1192"/>
                  </a:lnTo>
                  <a:lnTo>
                    <a:pt x="3011" y="1190"/>
                  </a:lnTo>
                  <a:lnTo>
                    <a:pt x="3013" y="1190"/>
                  </a:lnTo>
                  <a:lnTo>
                    <a:pt x="3015" y="1190"/>
                  </a:lnTo>
                  <a:lnTo>
                    <a:pt x="3056" y="1195"/>
                  </a:lnTo>
                  <a:lnTo>
                    <a:pt x="3058" y="1195"/>
                  </a:lnTo>
                  <a:lnTo>
                    <a:pt x="3060" y="1196"/>
                  </a:lnTo>
                  <a:lnTo>
                    <a:pt x="3094" y="1206"/>
                  </a:lnTo>
                  <a:lnTo>
                    <a:pt x="3096" y="1207"/>
                  </a:lnTo>
                  <a:lnTo>
                    <a:pt x="3098" y="1208"/>
                  </a:lnTo>
                  <a:lnTo>
                    <a:pt x="3131" y="1225"/>
                  </a:lnTo>
                  <a:lnTo>
                    <a:pt x="3133" y="1226"/>
                  </a:lnTo>
                  <a:lnTo>
                    <a:pt x="3134" y="1227"/>
                  </a:lnTo>
                  <a:lnTo>
                    <a:pt x="3169" y="1253"/>
                  </a:lnTo>
                  <a:lnTo>
                    <a:pt x="3171" y="1254"/>
                  </a:lnTo>
                  <a:lnTo>
                    <a:pt x="3210" y="1289"/>
                  </a:lnTo>
                  <a:lnTo>
                    <a:pt x="3212" y="1291"/>
                  </a:lnTo>
                  <a:lnTo>
                    <a:pt x="3249" y="1331"/>
                  </a:lnTo>
                  <a:lnTo>
                    <a:pt x="3251" y="1333"/>
                  </a:lnTo>
                  <a:lnTo>
                    <a:pt x="3285" y="1380"/>
                  </a:lnTo>
                  <a:lnTo>
                    <a:pt x="3287" y="1382"/>
                  </a:lnTo>
                  <a:lnTo>
                    <a:pt x="3321" y="1439"/>
                  </a:lnTo>
                  <a:lnTo>
                    <a:pt x="3322" y="1441"/>
                  </a:lnTo>
                  <a:lnTo>
                    <a:pt x="3357" y="1509"/>
                  </a:lnTo>
                  <a:lnTo>
                    <a:pt x="3358" y="1510"/>
                  </a:lnTo>
                  <a:lnTo>
                    <a:pt x="3395" y="1591"/>
                  </a:lnTo>
                  <a:lnTo>
                    <a:pt x="3395" y="1592"/>
                  </a:lnTo>
                  <a:lnTo>
                    <a:pt x="3435" y="1686"/>
                  </a:lnTo>
                  <a:lnTo>
                    <a:pt x="3435" y="1686"/>
                  </a:lnTo>
                  <a:lnTo>
                    <a:pt x="3477" y="1794"/>
                  </a:lnTo>
                  <a:lnTo>
                    <a:pt x="3477" y="1794"/>
                  </a:lnTo>
                  <a:lnTo>
                    <a:pt x="3522" y="1913"/>
                  </a:lnTo>
                  <a:lnTo>
                    <a:pt x="3522" y="1914"/>
                  </a:lnTo>
                  <a:lnTo>
                    <a:pt x="3567" y="2043"/>
                  </a:lnTo>
                  <a:lnTo>
                    <a:pt x="3567" y="2044"/>
                  </a:lnTo>
                  <a:lnTo>
                    <a:pt x="3611" y="2183"/>
                  </a:lnTo>
                  <a:lnTo>
                    <a:pt x="3611" y="2183"/>
                  </a:lnTo>
                  <a:lnTo>
                    <a:pt x="3654" y="2330"/>
                  </a:lnTo>
                  <a:lnTo>
                    <a:pt x="3654" y="2330"/>
                  </a:lnTo>
                  <a:lnTo>
                    <a:pt x="3694" y="2483"/>
                  </a:lnTo>
                  <a:lnTo>
                    <a:pt x="3694" y="2484"/>
                  </a:lnTo>
                  <a:lnTo>
                    <a:pt x="3731" y="2647"/>
                  </a:lnTo>
                  <a:lnTo>
                    <a:pt x="3731" y="2647"/>
                  </a:lnTo>
                  <a:lnTo>
                    <a:pt x="3768" y="2822"/>
                  </a:lnTo>
                  <a:lnTo>
                    <a:pt x="3768" y="2822"/>
                  </a:lnTo>
                  <a:lnTo>
                    <a:pt x="3803" y="3005"/>
                  </a:lnTo>
                  <a:lnTo>
                    <a:pt x="3803" y="3006"/>
                  </a:lnTo>
                  <a:lnTo>
                    <a:pt x="3836" y="3193"/>
                  </a:lnTo>
                  <a:lnTo>
                    <a:pt x="3836" y="3194"/>
                  </a:lnTo>
                  <a:lnTo>
                    <a:pt x="3866" y="3382"/>
                  </a:lnTo>
                  <a:lnTo>
                    <a:pt x="3866" y="3382"/>
                  </a:lnTo>
                  <a:lnTo>
                    <a:pt x="3894" y="3567"/>
                  </a:lnTo>
                  <a:lnTo>
                    <a:pt x="3894" y="3568"/>
                  </a:lnTo>
                  <a:lnTo>
                    <a:pt x="3920" y="3750"/>
                  </a:lnTo>
                  <a:lnTo>
                    <a:pt x="3920" y="3751"/>
                  </a:lnTo>
                  <a:lnTo>
                    <a:pt x="3942" y="3934"/>
                  </a:lnTo>
                  <a:lnTo>
                    <a:pt x="3942" y="3935"/>
                  </a:lnTo>
                  <a:lnTo>
                    <a:pt x="3962" y="4119"/>
                  </a:lnTo>
                  <a:lnTo>
                    <a:pt x="3962" y="4119"/>
                  </a:lnTo>
                  <a:lnTo>
                    <a:pt x="3981" y="4305"/>
                  </a:lnTo>
                  <a:lnTo>
                    <a:pt x="3981" y="4305"/>
                  </a:lnTo>
                  <a:lnTo>
                    <a:pt x="3998" y="4490"/>
                  </a:lnTo>
                  <a:lnTo>
                    <a:pt x="3998" y="4490"/>
                  </a:lnTo>
                  <a:lnTo>
                    <a:pt x="4015" y="4675"/>
                  </a:lnTo>
                  <a:lnTo>
                    <a:pt x="4015" y="4676"/>
                  </a:lnTo>
                  <a:lnTo>
                    <a:pt x="4031" y="4860"/>
                  </a:lnTo>
                  <a:lnTo>
                    <a:pt x="4031" y="4860"/>
                  </a:lnTo>
                  <a:lnTo>
                    <a:pt x="4045" y="5045"/>
                  </a:lnTo>
                  <a:lnTo>
                    <a:pt x="4045" y="5045"/>
                  </a:lnTo>
                  <a:lnTo>
                    <a:pt x="4058" y="5230"/>
                  </a:lnTo>
                  <a:lnTo>
                    <a:pt x="4058" y="5230"/>
                  </a:lnTo>
                  <a:lnTo>
                    <a:pt x="4071" y="5415"/>
                  </a:lnTo>
                  <a:lnTo>
                    <a:pt x="4083" y="5601"/>
                  </a:lnTo>
                  <a:lnTo>
                    <a:pt x="4083" y="5601"/>
                  </a:lnTo>
                  <a:lnTo>
                    <a:pt x="4096" y="5786"/>
                  </a:lnTo>
                  <a:lnTo>
                    <a:pt x="4096" y="5787"/>
                  </a:lnTo>
                  <a:lnTo>
                    <a:pt x="4110" y="5972"/>
                  </a:lnTo>
                  <a:lnTo>
                    <a:pt x="4110" y="5972"/>
                  </a:lnTo>
                  <a:lnTo>
                    <a:pt x="4125" y="6157"/>
                  </a:lnTo>
                  <a:lnTo>
                    <a:pt x="4139" y="6342"/>
                  </a:lnTo>
                  <a:lnTo>
                    <a:pt x="4139" y="6342"/>
                  </a:lnTo>
                  <a:lnTo>
                    <a:pt x="4153" y="6527"/>
                  </a:lnTo>
                  <a:lnTo>
                    <a:pt x="4153" y="6527"/>
                  </a:lnTo>
                  <a:lnTo>
                    <a:pt x="4166" y="6712"/>
                  </a:lnTo>
                  <a:lnTo>
                    <a:pt x="4166" y="6712"/>
                  </a:lnTo>
                  <a:lnTo>
                    <a:pt x="4177" y="6898"/>
                  </a:lnTo>
                  <a:lnTo>
                    <a:pt x="4177" y="6899"/>
                  </a:lnTo>
                  <a:lnTo>
                    <a:pt x="4191" y="7103"/>
                  </a:lnTo>
                  <a:lnTo>
                    <a:pt x="4191" y="7104"/>
                  </a:lnTo>
                  <a:lnTo>
                    <a:pt x="4208" y="7327"/>
                  </a:lnTo>
                  <a:lnTo>
                    <a:pt x="4208" y="7327"/>
                  </a:lnTo>
                  <a:lnTo>
                    <a:pt x="4225" y="7550"/>
                  </a:lnTo>
                  <a:lnTo>
                    <a:pt x="4225" y="7551"/>
                  </a:lnTo>
                  <a:lnTo>
                    <a:pt x="4235" y="7752"/>
                  </a:lnTo>
                  <a:lnTo>
                    <a:pt x="4235" y="7754"/>
                  </a:lnTo>
                  <a:lnTo>
                    <a:pt x="4235" y="7864"/>
                  </a:lnTo>
                  <a:lnTo>
                    <a:pt x="4234" y="7866"/>
                  </a:lnTo>
                  <a:lnTo>
                    <a:pt x="4234" y="7869"/>
                  </a:lnTo>
                  <a:lnTo>
                    <a:pt x="4233" y="7871"/>
                  </a:lnTo>
                  <a:lnTo>
                    <a:pt x="4233" y="7874"/>
                  </a:lnTo>
                  <a:lnTo>
                    <a:pt x="4231" y="7876"/>
                  </a:lnTo>
                  <a:lnTo>
                    <a:pt x="4230" y="7878"/>
                  </a:lnTo>
                  <a:lnTo>
                    <a:pt x="4229" y="7881"/>
                  </a:lnTo>
                  <a:lnTo>
                    <a:pt x="4227" y="7882"/>
                  </a:lnTo>
                  <a:lnTo>
                    <a:pt x="4225" y="7884"/>
                  </a:lnTo>
                  <a:lnTo>
                    <a:pt x="4223" y="7886"/>
                  </a:lnTo>
                  <a:lnTo>
                    <a:pt x="4221" y="7887"/>
                  </a:lnTo>
                  <a:lnTo>
                    <a:pt x="4218" y="7888"/>
                  </a:lnTo>
                  <a:lnTo>
                    <a:pt x="4216" y="7889"/>
                  </a:lnTo>
                  <a:lnTo>
                    <a:pt x="4213" y="7890"/>
                  </a:lnTo>
                  <a:lnTo>
                    <a:pt x="4211" y="7890"/>
                  </a:lnTo>
                  <a:lnTo>
                    <a:pt x="4208" y="7890"/>
                  </a:lnTo>
                  <a:lnTo>
                    <a:pt x="4206" y="7890"/>
                  </a:lnTo>
                  <a:lnTo>
                    <a:pt x="4203" y="7890"/>
                  </a:lnTo>
                  <a:lnTo>
                    <a:pt x="4201" y="7889"/>
                  </a:lnTo>
                  <a:lnTo>
                    <a:pt x="4198" y="7888"/>
                  </a:lnTo>
                  <a:lnTo>
                    <a:pt x="4196" y="7887"/>
                  </a:lnTo>
                  <a:lnTo>
                    <a:pt x="4194" y="7886"/>
                  </a:lnTo>
                  <a:lnTo>
                    <a:pt x="4191" y="7885"/>
                  </a:lnTo>
                  <a:lnTo>
                    <a:pt x="4190" y="7883"/>
                  </a:lnTo>
                  <a:lnTo>
                    <a:pt x="4188" y="7881"/>
                  </a:lnTo>
                  <a:lnTo>
                    <a:pt x="4157" y="7845"/>
                  </a:lnTo>
                  <a:lnTo>
                    <a:pt x="4153" y="7841"/>
                  </a:lnTo>
                  <a:lnTo>
                    <a:pt x="4079" y="7763"/>
                  </a:lnTo>
                  <a:lnTo>
                    <a:pt x="4073" y="7757"/>
                  </a:lnTo>
                  <a:lnTo>
                    <a:pt x="4066" y="7752"/>
                  </a:lnTo>
                  <a:lnTo>
                    <a:pt x="3988" y="7695"/>
                  </a:lnTo>
                  <a:lnTo>
                    <a:pt x="3982" y="7691"/>
                  </a:lnTo>
                  <a:lnTo>
                    <a:pt x="3975" y="7687"/>
                  </a:lnTo>
                  <a:lnTo>
                    <a:pt x="3890" y="7644"/>
                  </a:lnTo>
                  <a:lnTo>
                    <a:pt x="3888" y="7644"/>
                  </a:lnTo>
                  <a:lnTo>
                    <a:pt x="3794" y="7598"/>
                  </a:lnTo>
                  <a:lnTo>
                    <a:pt x="3791" y="7597"/>
                  </a:lnTo>
                  <a:lnTo>
                    <a:pt x="3690" y="7553"/>
                  </a:lnTo>
                  <a:lnTo>
                    <a:pt x="3685" y="7551"/>
                  </a:lnTo>
                  <a:lnTo>
                    <a:pt x="3580" y="7511"/>
                  </a:lnTo>
                  <a:lnTo>
                    <a:pt x="3572" y="7509"/>
                  </a:lnTo>
                  <a:lnTo>
                    <a:pt x="3465" y="7478"/>
                  </a:lnTo>
                  <a:lnTo>
                    <a:pt x="3455" y="7476"/>
                  </a:lnTo>
                  <a:lnTo>
                    <a:pt x="3346" y="7457"/>
                  </a:lnTo>
                  <a:lnTo>
                    <a:pt x="3337" y="7456"/>
                  </a:lnTo>
                  <a:lnTo>
                    <a:pt x="3226" y="7448"/>
                  </a:lnTo>
                  <a:lnTo>
                    <a:pt x="3220" y="7447"/>
                  </a:lnTo>
                  <a:lnTo>
                    <a:pt x="3105" y="7446"/>
                  </a:lnTo>
                  <a:lnTo>
                    <a:pt x="3098" y="7446"/>
                  </a:lnTo>
                  <a:lnTo>
                    <a:pt x="2980" y="7453"/>
                  </a:lnTo>
                  <a:lnTo>
                    <a:pt x="2972" y="7454"/>
                  </a:lnTo>
                  <a:lnTo>
                    <a:pt x="2853" y="7471"/>
                  </a:lnTo>
                  <a:lnTo>
                    <a:pt x="2845" y="7472"/>
                  </a:lnTo>
                  <a:lnTo>
                    <a:pt x="2725" y="7499"/>
                  </a:lnTo>
                  <a:lnTo>
                    <a:pt x="2717" y="7502"/>
                  </a:lnTo>
                  <a:lnTo>
                    <a:pt x="2597" y="7541"/>
                  </a:lnTo>
                  <a:lnTo>
                    <a:pt x="2588" y="7544"/>
                  </a:lnTo>
                  <a:lnTo>
                    <a:pt x="2466" y="7598"/>
                  </a:lnTo>
                  <a:lnTo>
                    <a:pt x="2459" y="7602"/>
                  </a:lnTo>
                  <a:lnTo>
                    <a:pt x="2332" y="7670"/>
                  </a:lnTo>
                  <a:lnTo>
                    <a:pt x="2327" y="7673"/>
                  </a:lnTo>
                  <a:lnTo>
                    <a:pt x="2199" y="7753"/>
                  </a:lnTo>
                  <a:lnTo>
                    <a:pt x="2195" y="7755"/>
                  </a:lnTo>
                  <a:lnTo>
                    <a:pt x="2071" y="7841"/>
                  </a:lnTo>
                  <a:lnTo>
                    <a:pt x="2068" y="7844"/>
                  </a:lnTo>
                  <a:lnTo>
                    <a:pt x="1951" y="7932"/>
                  </a:lnTo>
                  <a:lnTo>
                    <a:pt x="1948" y="7934"/>
                  </a:lnTo>
                  <a:lnTo>
                    <a:pt x="1842" y="8021"/>
                  </a:lnTo>
                  <a:lnTo>
                    <a:pt x="1836" y="8026"/>
                  </a:lnTo>
                  <a:lnTo>
                    <a:pt x="1741" y="8118"/>
                  </a:lnTo>
                  <a:lnTo>
                    <a:pt x="1734" y="8125"/>
                  </a:lnTo>
                  <a:lnTo>
                    <a:pt x="1646" y="8227"/>
                  </a:lnTo>
                  <a:lnTo>
                    <a:pt x="1643" y="8231"/>
                  </a:lnTo>
                  <a:lnTo>
                    <a:pt x="1561" y="8337"/>
                  </a:lnTo>
                  <a:lnTo>
                    <a:pt x="1560" y="8338"/>
                  </a:lnTo>
                  <a:lnTo>
                    <a:pt x="1487" y="8436"/>
                  </a:lnTo>
                  <a:lnTo>
                    <a:pt x="1487" y="8437"/>
                  </a:lnTo>
                  <a:lnTo>
                    <a:pt x="1425" y="8516"/>
                  </a:lnTo>
                  <a:lnTo>
                    <a:pt x="1423" y="8518"/>
                  </a:lnTo>
                  <a:lnTo>
                    <a:pt x="1373" y="8569"/>
                  </a:lnTo>
                  <a:lnTo>
                    <a:pt x="1371" y="8571"/>
                  </a:lnTo>
                  <a:lnTo>
                    <a:pt x="1356" y="858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2" name="PulmonDerecho_3"/>
            <p:cNvGrpSpPr/>
            <p:nvPr/>
          </p:nvGrpSpPr>
          <p:grpSpPr>
            <a:xfrm>
              <a:off x="9192120" y="1475425"/>
              <a:ext cx="638411" cy="1413432"/>
              <a:chOff x="9192120" y="1475425"/>
              <a:chExt cx="638411" cy="1413432"/>
            </a:xfrm>
          </p:grpSpPr>
          <p:sp>
            <p:nvSpPr>
              <p:cNvPr id="93" name="Forma 92"/>
              <p:cNvSpPr/>
              <p:nvPr/>
            </p:nvSpPr>
            <p:spPr>
              <a:xfrm>
                <a:off x="9192120" y="1475425"/>
                <a:ext cx="638411" cy="1413432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4" name="Forma 93"/>
              <p:cNvSpPr/>
              <p:nvPr/>
            </p:nvSpPr>
            <p:spPr>
              <a:xfrm>
                <a:off x="9237873" y="1614135"/>
                <a:ext cx="496372" cy="1011838"/>
              </a:xfrm>
              <a:custGeom>
                <a:avLst/>
                <a:gdLst/>
                <a:ahLst/>
                <a:cxnLst/>
                <a:rect l="0" t="0" r="r" b="b"/>
                <a:pathLst>
                  <a:path w="1871" h="3952" fill="none">
                    <a:moveTo>
                      <a:pt x="1871" y="1862"/>
                    </a:moveTo>
                    <a:lnTo>
                      <a:pt x="1377" y="1596"/>
                    </a:lnTo>
                    <a:lnTo>
                      <a:pt x="769" y="1140"/>
                    </a:lnTo>
                    <a:lnTo>
                      <a:pt x="427" y="683"/>
                    </a:lnTo>
                  </a:path>
                  <a:path w="1871" h="3952" fill="none">
                    <a:moveTo>
                      <a:pt x="1377" y="1596"/>
                    </a:moveTo>
                    <a:lnTo>
                      <a:pt x="1149" y="911"/>
                    </a:lnTo>
                    <a:lnTo>
                      <a:pt x="1035" y="151"/>
                    </a:lnTo>
                  </a:path>
                  <a:path w="1871" h="3952" fill="none">
                    <a:moveTo>
                      <a:pt x="1871" y="1862"/>
                    </a:moveTo>
                    <a:lnTo>
                      <a:pt x="1149" y="1976"/>
                    </a:lnTo>
                    <a:lnTo>
                      <a:pt x="389" y="1976"/>
                    </a:lnTo>
                    <a:lnTo>
                      <a:pt x="9" y="2052"/>
                    </a:lnTo>
                  </a:path>
                  <a:path w="1871" h="3952" fill="none">
                    <a:moveTo>
                      <a:pt x="1149" y="1976"/>
                    </a:moveTo>
                    <a:lnTo>
                      <a:pt x="617" y="2507"/>
                    </a:lnTo>
                    <a:lnTo>
                      <a:pt x="199" y="2963"/>
                    </a:lnTo>
                  </a:path>
                  <a:path w="1871" h="3952" fill="none">
                    <a:moveTo>
                      <a:pt x="1871" y="1862"/>
                    </a:moveTo>
                    <a:lnTo>
                      <a:pt x="1377" y="2507"/>
                    </a:lnTo>
                    <a:lnTo>
                      <a:pt x="921" y="3267"/>
                    </a:lnTo>
                    <a:lnTo>
                      <a:pt x="503" y="3875"/>
                    </a:lnTo>
                  </a:path>
                  <a:path w="1871" h="3952" fill="none">
                    <a:moveTo>
                      <a:pt x="1377" y="2507"/>
                    </a:moveTo>
                    <a:lnTo>
                      <a:pt x="1605" y="3267"/>
                    </a:lnTo>
                    <a:lnTo>
                      <a:pt x="1377" y="3952"/>
                    </a:lnTo>
                  </a:path>
                  <a:path w="1871" h="3952" fill="none">
                    <a:moveTo>
                      <a:pt x="921" y="3267"/>
                    </a:moveTo>
                    <a:lnTo>
                      <a:pt x="313" y="3647"/>
                    </a:lnTo>
                    <a:lnTo>
                      <a:pt x="9" y="3875"/>
                    </a:lnTo>
                  </a:path>
                  <a:path w="1871" h="3952" fill="none">
                    <a:moveTo>
                      <a:pt x="769" y="1140"/>
                    </a:moveTo>
                    <a:lnTo>
                      <a:pt x="237" y="1292"/>
                    </a:lnTo>
                    <a:lnTo>
                      <a:pt x="0" y="1470"/>
                    </a:lnTo>
                  </a:path>
                  <a:path w="1871" h="3952" fill="none">
                    <a:moveTo>
                      <a:pt x="1149" y="911"/>
                    </a:moveTo>
                    <a:lnTo>
                      <a:pt x="693" y="456"/>
                    </a:lnTo>
                  </a:path>
                  <a:path w="1871" h="3952" fill="none">
                    <a:moveTo>
                      <a:pt x="617" y="2507"/>
                    </a:moveTo>
                    <a:lnTo>
                      <a:pt x="693" y="3039"/>
                    </a:lnTo>
                    <a:lnTo>
                      <a:pt x="465" y="3572"/>
                    </a:lnTo>
                  </a:path>
                  <a:path w="1871" h="3952" fill="none">
                    <a:moveTo>
                      <a:pt x="1871" y="1862"/>
                    </a:moveTo>
                    <a:lnTo>
                      <a:pt x="1757" y="1292"/>
                    </a:lnTo>
                    <a:lnTo>
                      <a:pt x="1529" y="683"/>
                    </a:lnTo>
                    <a:lnTo>
                      <a:pt x="1377" y="0"/>
                    </a:lnTo>
                  </a:path>
                  <a:path w="1871" h="3952" fill="none">
                    <a:moveTo>
                      <a:pt x="389" y="1976"/>
                    </a:moveTo>
                    <a:lnTo>
                      <a:pt x="161" y="243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5" name="Forma 94"/>
              <p:cNvSpPr/>
              <p:nvPr/>
            </p:nvSpPr>
            <p:spPr>
              <a:xfrm>
                <a:off x="9208535" y="2090867"/>
                <a:ext cx="535787" cy="591395"/>
              </a:xfrm>
              <a:custGeom>
                <a:avLst/>
                <a:gdLst/>
                <a:ahLst/>
                <a:cxnLst/>
                <a:rect l="0" t="0" r="r" b="b"/>
                <a:pathLst>
                  <a:path w="2020" h="2309" fill="none">
                    <a:moveTo>
                      <a:pt x="0" y="125"/>
                    </a:moveTo>
                    <a:lnTo>
                      <a:pt x="139" y="139"/>
                    </a:lnTo>
                    <a:lnTo>
                      <a:pt x="317" y="156"/>
                    </a:lnTo>
                    <a:lnTo>
                      <a:pt x="495" y="169"/>
                    </a:lnTo>
                    <a:lnTo>
                      <a:pt x="652" y="174"/>
                    </a:lnTo>
                    <a:lnTo>
                      <a:pt x="782" y="171"/>
                    </a:lnTo>
                    <a:lnTo>
                      <a:pt x="900" y="161"/>
                    </a:lnTo>
                    <a:lnTo>
                      <a:pt x="1014" y="147"/>
                    </a:lnTo>
                    <a:lnTo>
                      <a:pt x="1131" y="131"/>
                    </a:lnTo>
                    <a:lnTo>
                      <a:pt x="1260" y="114"/>
                    </a:lnTo>
                    <a:lnTo>
                      <a:pt x="1414" y="92"/>
                    </a:lnTo>
                    <a:lnTo>
                      <a:pt x="1590" y="66"/>
                    </a:lnTo>
                    <a:lnTo>
                      <a:pt x="1763" y="39"/>
                    </a:lnTo>
                    <a:lnTo>
                      <a:pt x="1914" y="16"/>
                    </a:lnTo>
                    <a:lnTo>
                      <a:pt x="2020" y="0"/>
                    </a:lnTo>
                  </a:path>
                  <a:path w="2020" h="2309" fill="none">
                    <a:moveTo>
                      <a:pt x="51" y="2309"/>
                    </a:moveTo>
                    <a:lnTo>
                      <a:pt x="137" y="2204"/>
                    </a:lnTo>
                    <a:lnTo>
                      <a:pt x="268" y="2043"/>
                    </a:lnTo>
                    <a:lnTo>
                      <a:pt x="422" y="1856"/>
                    </a:lnTo>
                    <a:lnTo>
                      <a:pt x="580" y="1662"/>
                    </a:lnTo>
                    <a:lnTo>
                      <a:pt x="728" y="1481"/>
                    </a:lnTo>
                    <a:lnTo>
                      <a:pt x="866" y="1309"/>
                    </a:lnTo>
                    <a:lnTo>
                      <a:pt x="1005" y="1133"/>
                    </a:lnTo>
                    <a:lnTo>
                      <a:pt x="1144" y="958"/>
                    </a:lnTo>
                    <a:lnTo>
                      <a:pt x="1280" y="793"/>
                    </a:lnTo>
                    <a:lnTo>
                      <a:pt x="1412" y="645"/>
                    </a:lnTo>
                    <a:lnTo>
                      <a:pt x="1548" y="511"/>
                    </a:lnTo>
                    <a:lnTo>
                      <a:pt x="1690" y="385"/>
                    </a:lnTo>
                    <a:lnTo>
                      <a:pt x="1824" y="273"/>
                    </a:lnTo>
                    <a:lnTo>
                      <a:pt x="1939" y="181"/>
                    </a:lnTo>
                    <a:lnTo>
                      <a:pt x="2020" y="114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6" name="PleuraVisceralD_3"/>
            <p:cNvSpPr/>
            <p:nvPr/>
          </p:nvSpPr>
          <p:spPr>
            <a:xfrm>
              <a:off x="9192120" y="1475425"/>
              <a:ext cx="638411" cy="1413432"/>
            </a:xfrm>
            <a:custGeom>
              <a:avLst/>
              <a:gdLst/>
              <a:ahLst/>
              <a:cxnLst/>
              <a:rect l="0" t="0" r="r" b="b"/>
              <a:pathLst>
                <a:path w="2407" h="5520" fill="none">
                  <a:moveTo>
                    <a:pt x="262" y="5511"/>
                  </a:moveTo>
                  <a:lnTo>
                    <a:pt x="299" y="5472"/>
                  </a:lnTo>
                  <a:lnTo>
                    <a:pt x="346" y="5413"/>
                  </a:lnTo>
                  <a:lnTo>
                    <a:pt x="401" y="5339"/>
                  </a:lnTo>
                  <a:lnTo>
                    <a:pt x="402" y="5338"/>
                  </a:lnTo>
                  <a:lnTo>
                    <a:pt x="463" y="5258"/>
                  </a:lnTo>
                  <a:lnTo>
                    <a:pt x="466" y="5255"/>
                  </a:lnTo>
                  <a:lnTo>
                    <a:pt x="533" y="5177"/>
                  </a:lnTo>
                  <a:lnTo>
                    <a:pt x="538" y="5172"/>
                  </a:lnTo>
                  <a:lnTo>
                    <a:pt x="610" y="5102"/>
                  </a:lnTo>
                  <a:lnTo>
                    <a:pt x="615" y="5097"/>
                  </a:lnTo>
                  <a:lnTo>
                    <a:pt x="695" y="5032"/>
                  </a:lnTo>
                  <a:lnTo>
                    <a:pt x="698" y="5030"/>
                  </a:lnTo>
                  <a:lnTo>
                    <a:pt x="786" y="4964"/>
                  </a:lnTo>
                  <a:lnTo>
                    <a:pt x="789" y="4962"/>
                  </a:lnTo>
                  <a:lnTo>
                    <a:pt x="883" y="4897"/>
                  </a:lnTo>
                  <a:lnTo>
                    <a:pt x="886" y="4894"/>
                  </a:lnTo>
                  <a:lnTo>
                    <a:pt x="983" y="4834"/>
                  </a:lnTo>
                  <a:lnTo>
                    <a:pt x="987" y="4832"/>
                  </a:lnTo>
                  <a:lnTo>
                    <a:pt x="1083" y="4780"/>
                  </a:lnTo>
                  <a:lnTo>
                    <a:pt x="1089" y="4777"/>
                  </a:lnTo>
                  <a:lnTo>
                    <a:pt x="1182" y="4736"/>
                  </a:lnTo>
                  <a:lnTo>
                    <a:pt x="1190" y="4733"/>
                  </a:lnTo>
                  <a:lnTo>
                    <a:pt x="1280" y="4704"/>
                  </a:lnTo>
                  <a:lnTo>
                    <a:pt x="1287" y="4701"/>
                  </a:lnTo>
                  <a:lnTo>
                    <a:pt x="1378" y="4681"/>
                  </a:lnTo>
                  <a:lnTo>
                    <a:pt x="1385" y="4680"/>
                  </a:lnTo>
                  <a:lnTo>
                    <a:pt x="1476" y="4667"/>
                  </a:lnTo>
                  <a:lnTo>
                    <a:pt x="1482" y="4666"/>
                  </a:lnTo>
                  <a:lnTo>
                    <a:pt x="1571" y="4661"/>
                  </a:lnTo>
                  <a:lnTo>
                    <a:pt x="1577" y="4661"/>
                  </a:lnTo>
                  <a:lnTo>
                    <a:pt x="1664" y="4662"/>
                  </a:lnTo>
                  <a:lnTo>
                    <a:pt x="1670" y="4662"/>
                  </a:lnTo>
                  <a:lnTo>
                    <a:pt x="1754" y="4668"/>
                  </a:lnTo>
                  <a:lnTo>
                    <a:pt x="1762" y="4669"/>
                  </a:lnTo>
                  <a:lnTo>
                    <a:pt x="1844" y="4684"/>
                  </a:lnTo>
                  <a:lnTo>
                    <a:pt x="1853" y="4686"/>
                  </a:lnTo>
                  <a:lnTo>
                    <a:pt x="1935" y="4709"/>
                  </a:lnTo>
                  <a:lnTo>
                    <a:pt x="1941" y="4711"/>
                  </a:lnTo>
                  <a:lnTo>
                    <a:pt x="2021" y="4741"/>
                  </a:lnTo>
                  <a:lnTo>
                    <a:pt x="2025" y="4743"/>
                  </a:lnTo>
                  <a:lnTo>
                    <a:pt x="2101" y="4776"/>
                  </a:lnTo>
                  <a:lnTo>
                    <a:pt x="2104" y="4777"/>
                  </a:lnTo>
                  <a:lnTo>
                    <a:pt x="2175" y="4811"/>
                  </a:lnTo>
                  <a:lnTo>
                    <a:pt x="2176" y="4812"/>
                  </a:lnTo>
                  <a:lnTo>
                    <a:pt x="2241" y="4844"/>
                  </a:lnTo>
                  <a:lnTo>
                    <a:pt x="2247" y="4847"/>
                  </a:lnTo>
                  <a:lnTo>
                    <a:pt x="2253" y="4851"/>
                  </a:lnTo>
                  <a:lnTo>
                    <a:pt x="2312" y="4895"/>
                  </a:lnTo>
                  <a:lnTo>
                    <a:pt x="2318" y="4899"/>
                  </a:lnTo>
                  <a:lnTo>
                    <a:pt x="2324" y="4905"/>
                  </a:lnTo>
                  <a:lnTo>
                    <a:pt x="2380" y="4964"/>
                  </a:lnTo>
                  <a:lnTo>
                    <a:pt x="2383" y="4967"/>
                  </a:lnTo>
                  <a:lnTo>
                    <a:pt x="2407" y="4995"/>
                  </a:lnTo>
                  <a:lnTo>
                    <a:pt x="2407" y="4912"/>
                  </a:lnTo>
                  <a:lnTo>
                    <a:pt x="2399" y="4761"/>
                  </a:lnTo>
                  <a:lnTo>
                    <a:pt x="2387" y="4593"/>
                  </a:lnTo>
                  <a:lnTo>
                    <a:pt x="2374" y="4425"/>
                  </a:lnTo>
                  <a:lnTo>
                    <a:pt x="2374" y="4424"/>
                  </a:lnTo>
                  <a:lnTo>
                    <a:pt x="2363" y="4271"/>
                  </a:lnTo>
                  <a:lnTo>
                    <a:pt x="2363" y="4270"/>
                  </a:lnTo>
                  <a:lnTo>
                    <a:pt x="2355" y="4130"/>
                  </a:lnTo>
                  <a:lnTo>
                    <a:pt x="2345" y="3991"/>
                  </a:lnTo>
                  <a:lnTo>
                    <a:pt x="2335" y="3853"/>
                  </a:lnTo>
                  <a:lnTo>
                    <a:pt x="2324" y="3714"/>
                  </a:lnTo>
                  <a:lnTo>
                    <a:pt x="2313" y="3575"/>
                  </a:lnTo>
                  <a:lnTo>
                    <a:pt x="2313" y="3575"/>
                  </a:lnTo>
                  <a:lnTo>
                    <a:pt x="2303" y="3436"/>
                  </a:lnTo>
                  <a:lnTo>
                    <a:pt x="2303" y="3435"/>
                  </a:lnTo>
                  <a:lnTo>
                    <a:pt x="2293" y="3296"/>
                  </a:lnTo>
                  <a:lnTo>
                    <a:pt x="2293" y="3296"/>
                  </a:lnTo>
                  <a:lnTo>
                    <a:pt x="2283" y="3156"/>
                  </a:lnTo>
                  <a:lnTo>
                    <a:pt x="2274" y="3017"/>
                  </a:lnTo>
                  <a:lnTo>
                    <a:pt x="2264" y="2878"/>
                  </a:lnTo>
                  <a:lnTo>
                    <a:pt x="2254" y="2739"/>
                  </a:lnTo>
                  <a:lnTo>
                    <a:pt x="2242" y="2601"/>
                  </a:lnTo>
                  <a:lnTo>
                    <a:pt x="2229" y="2461"/>
                  </a:lnTo>
                  <a:lnTo>
                    <a:pt x="2216" y="2322"/>
                  </a:lnTo>
                  <a:lnTo>
                    <a:pt x="2202" y="2183"/>
                  </a:lnTo>
                  <a:lnTo>
                    <a:pt x="2187" y="2044"/>
                  </a:lnTo>
                  <a:lnTo>
                    <a:pt x="2170" y="1906"/>
                  </a:lnTo>
                  <a:lnTo>
                    <a:pt x="2151" y="1769"/>
                  </a:lnTo>
                  <a:lnTo>
                    <a:pt x="2130" y="1630"/>
                  </a:lnTo>
                  <a:lnTo>
                    <a:pt x="2107" y="1489"/>
                  </a:lnTo>
                  <a:lnTo>
                    <a:pt x="2082" y="1348"/>
                  </a:lnTo>
                  <a:lnTo>
                    <a:pt x="2056" y="1210"/>
                  </a:lnTo>
                  <a:lnTo>
                    <a:pt x="2029" y="1079"/>
                  </a:lnTo>
                  <a:lnTo>
                    <a:pt x="2001" y="956"/>
                  </a:lnTo>
                  <a:lnTo>
                    <a:pt x="1971" y="842"/>
                  </a:lnTo>
                  <a:lnTo>
                    <a:pt x="1939" y="732"/>
                  </a:lnTo>
                  <a:lnTo>
                    <a:pt x="1906" y="627"/>
                  </a:lnTo>
                  <a:lnTo>
                    <a:pt x="1872" y="530"/>
                  </a:lnTo>
                  <a:lnTo>
                    <a:pt x="1839" y="441"/>
                  </a:lnTo>
                  <a:lnTo>
                    <a:pt x="1807" y="360"/>
                  </a:lnTo>
                  <a:lnTo>
                    <a:pt x="1777" y="290"/>
                  </a:lnTo>
                  <a:lnTo>
                    <a:pt x="1749" y="229"/>
                  </a:lnTo>
                  <a:lnTo>
                    <a:pt x="1723" y="177"/>
                  </a:lnTo>
                  <a:lnTo>
                    <a:pt x="1697" y="135"/>
                  </a:lnTo>
                  <a:lnTo>
                    <a:pt x="1671" y="99"/>
                  </a:lnTo>
                  <a:lnTo>
                    <a:pt x="1643" y="69"/>
                  </a:lnTo>
                  <a:lnTo>
                    <a:pt x="1614" y="43"/>
                  </a:lnTo>
                  <a:lnTo>
                    <a:pt x="1588" y="24"/>
                  </a:lnTo>
                  <a:lnTo>
                    <a:pt x="1563" y="11"/>
                  </a:lnTo>
                  <a:lnTo>
                    <a:pt x="1538" y="3"/>
                  </a:lnTo>
                  <a:lnTo>
                    <a:pt x="1508" y="0"/>
                  </a:lnTo>
                  <a:lnTo>
                    <a:pt x="1468" y="1"/>
                  </a:lnTo>
                  <a:lnTo>
                    <a:pt x="1416" y="11"/>
                  </a:lnTo>
                  <a:lnTo>
                    <a:pt x="1354" y="28"/>
                  </a:lnTo>
                  <a:lnTo>
                    <a:pt x="1285" y="52"/>
                  </a:lnTo>
                  <a:lnTo>
                    <a:pt x="1213" y="82"/>
                  </a:lnTo>
                  <a:lnTo>
                    <a:pt x="1143" y="117"/>
                  </a:lnTo>
                  <a:lnTo>
                    <a:pt x="1078" y="156"/>
                  </a:lnTo>
                  <a:lnTo>
                    <a:pt x="1016" y="199"/>
                  </a:lnTo>
                  <a:lnTo>
                    <a:pt x="953" y="247"/>
                  </a:lnTo>
                  <a:lnTo>
                    <a:pt x="892" y="301"/>
                  </a:lnTo>
                  <a:lnTo>
                    <a:pt x="832" y="359"/>
                  </a:lnTo>
                  <a:lnTo>
                    <a:pt x="774" y="421"/>
                  </a:lnTo>
                  <a:lnTo>
                    <a:pt x="718" y="487"/>
                  </a:lnTo>
                  <a:lnTo>
                    <a:pt x="665" y="557"/>
                  </a:lnTo>
                  <a:lnTo>
                    <a:pt x="613" y="632"/>
                  </a:lnTo>
                  <a:lnTo>
                    <a:pt x="563" y="711"/>
                  </a:lnTo>
                  <a:lnTo>
                    <a:pt x="515" y="795"/>
                  </a:lnTo>
                  <a:lnTo>
                    <a:pt x="469" y="882"/>
                  </a:lnTo>
                  <a:lnTo>
                    <a:pt x="425" y="972"/>
                  </a:lnTo>
                  <a:lnTo>
                    <a:pt x="382" y="1066"/>
                  </a:lnTo>
                  <a:lnTo>
                    <a:pt x="342" y="1165"/>
                  </a:lnTo>
                  <a:lnTo>
                    <a:pt x="303" y="1267"/>
                  </a:lnTo>
                  <a:lnTo>
                    <a:pt x="267" y="1372"/>
                  </a:lnTo>
                  <a:lnTo>
                    <a:pt x="233" y="1479"/>
                  </a:lnTo>
                  <a:lnTo>
                    <a:pt x="202" y="1589"/>
                  </a:lnTo>
                  <a:lnTo>
                    <a:pt x="173" y="1701"/>
                  </a:lnTo>
                  <a:lnTo>
                    <a:pt x="148" y="1817"/>
                  </a:lnTo>
                  <a:lnTo>
                    <a:pt x="124" y="1935"/>
                  </a:lnTo>
                  <a:lnTo>
                    <a:pt x="103" y="2056"/>
                  </a:lnTo>
                  <a:lnTo>
                    <a:pt x="84" y="2178"/>
                  </a:lnTo>
                  <a:lnTo>
                    <a:pt x="67" y="2300"/>
                  </a:lnTo>
                  <a:lnTo>
                    <a:pt x="52" y="2423"/>
                  </a:lnTo>
                  <a:lnTo>
                    <a:pt x="39" y="2548"/>
                  </a:lnTo>
                  <a:lnTo>
                    <a:pt x="29" y="2673"/>
                  </a:lnTo>
                  <a:lnTo>
                    <a:pt x="20" y="2800"/>
                  </a:lnTo>
                  <a:lnTo>
                    <a:pt x="13" y="2926"/>
                  </a:lnTo>
                  <a:lnTo>
                    <a:pt x="7" y="3053"/>
                  </a:lnTo>
                  <a:lnTo>
                    <a:pt x="3" y="3179"/>
                  </a:lnTo>
                  <a:lnTo>
                    <a:pt x="0" y="3305"/>
                  </a:lnTo>
                  <a:lnTo>
                    <a:pt x="0" y="3432"/>
                  </a:lnTo>
                  <a:lnTo>
                    <a:pt x="0" y="3558"/>
                  </a:lnTo>
                  <a:lnTo>
                    <a:pt x="3" y="3683"/>
                  </a:lnTo>
                  <a:lnTo>
                    <a:pt x="7" y="3806"/>
                  </a:lnTo>
                  <a:lnTo>
                    <a:pt x="13" y="3928"/>
                  </a:lnTo>
                  <a:lnTo>
                    <a:pt x="22" y="4052"/>
                  </a:lnTo>
                  <a:lnTo>
                    <a:pt x="31" y="4174"/>
                  </a:lnTo>
                  <a:lnTo>
                    <a:pt x="43" y="4294"/>
                  </a:lnTo>
                  <a:lnTo>
                    <a:pt x="55" y="4410"/>
                  </a:lnTo>
                  <a:lnTo>
                    <a:pt x="67" y="4521"/>
                  </a:lnTo>
                  <a:lnTo>
                    <a:pt x="80" y="4627"/>
                  </a:lnTo>
                  <a:lnTo>
                    <a:pt x="95" y="4729"/>
                  </a:lnTo>
                  <a:lnTo>
                    <a:pt x="110" y="4827"/>
                  </a:lnTo>
                  <a:lnTo>
                    <a:pt x="125" y="4922"/>
                  </a:lnTo>
                  <a:lnTo>
                    <a:pt x="141" y="5013"/>
                  </a:lnTo>
                  <a:lnTo>
                    <a:pt x="158" y="5101"/>
                  </a:lnTo>
                  <a:lnTo>
                    <a:pt x="174" y="5190"/>
                  </a:lnTo>
                  <a:lnTo>
                    <a:pt x="191" y="5279"/>
                  </a:lnTo>
                  <a:lnTo>
                    <a:pt x="208" y="5364"/>
                  </a:lnTo>
                  <a:lnTo>
                    <a:pt x="225" y="5438"/>
                  </a:lnTo>
                  <a:lnTo>
                    <a:pt x="241" y="5497"/>
                  </a:lnTo>
                  <a:lnTo>
                    <a:pt x="251" y="5520"/>
                  </a:lnTo>
                  <a:lnTo>
                    <a:pt x="262" y="551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7" name="PulmonIzquierdo_3"/>
            <p:cNvGrpSpPr/>
            <p:nvPr/>
          </p:nvGrpSpPr>
          <p:grpSpPr>
            <a:xfrm>
              <a:off x="10222013" y="1269553"/>
              <a:ext cx="782425" cy="1921304"/>
              <a:chOff x="10222013" y="1269553"/>
              <a:chExt cx="782425" cy="1921304"/>
            </a:xfrm>
          </p:grpSpPr>
          <p:sp>
            <p:nvSpPr>
              <p:cNvPr id="98" name="Forma 97"/>
              <p:cNvSpPr/>
              <p:nvPr/>
            </p:nvSpPr>
            <p:spPr>
              <a:xfrm>
                <a:off x="10222013" y="1269553"/>
                <a:ext cx="782425" cy="1921304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9" name="Forma 98"/>
              <p:cNvSpPr/>
              <p:nvPr/>
            </p:nvSpPr>
            <p:spPr>
              <a:xfrm>
                <a:off x="10291115" y="1452067"/>
                <a:ext cx="658991" cy="1331366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0" name="Forma 99"/>
              <p:cNvSpPr/>
              <p:nvPr/>
            </p:nvSpPr>
            <p:spPr>
              <a:xfrm>
                <a:off x="10299070" y="2117750"/>
                <a:ext cx="670881" cy="726434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1" name="PleuraVisceralI_3"/>
            <p:cNvSpPr/>
            <p:nvPr/>
          </p:nvSpPr>
          <p:spPr>
            <a:xfrm>
              <a:off x="10222013" y="1269553"/>
              <a:ext cx="782425" cy="1921304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2" name="PleuraParietalD_3"/>
            <p:cNvSpPr/>
            <p:nvPr/>
          </p:nvSpPr>
          <p:spPr>
            <a:xfrm>
              <a:off x="89917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3" name="PleuraParietalI_3"/>
            <p:cNvSpPr/>
            <p:nvPr/>
          </p:nvSpPr>
          <p:spPr>
            <a:xfrm>
              <a:off x="101928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4" name="VenaCavaSup_3"/>
            <p:cNvSpPr/>
            <p:nvPr/>
          </p:nvSpPr>
          <p:spPr>
            <a:xfrm>
              <a:off x="9856237" y="1463928"/>
              <a:ext cx="116635" cy="885882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5" name="VenaCavaInf_3"/>
            <p:cNvSpPr/>
            <p:nvPr/>
          </p:nvSpPr>
          <p:spPr>
            <a:xfrm>
              <a:off x="9880114" y="2884709"/>
              <a:ext cx="116643" cy="41225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6" name="Corazon_3"/>
            <p:cNvGrpSpPr/>
            <p:nvPr/>
          </p:nvGrpSpPr>
          <p:grpSpPr>
            <a:xfrm>
              <a:off x="9869681" y="2264169"/>
              <a:ext cx="705172" cy="724802"/>
              <a:chOff x="9869681" y="2264169"/>
              <a:chExt cx="705172" cy="724802"/>
            </a:xfrm>
          </p:grpSpPr>
          <p:sp>
            <p:nvSpPr>
              <p:cNvPr id="107" name="Forma 106"/>
              <p:cNvSpPr/>
              <p:nvPr/>
            </p:nvSpPr>
            <p:spPr>
              <a:xfrm>
                <a:off x="9869681" y="2264169"/>
                <a:ext cx="705172" cy="72480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8" name="Forma 107"/>
              <p:cNvSpPr/>
              <p:nvPr/>
            </p:nvSpPr>
            <p:spPr>
              <a:xfrm>
                <a:off x="10238080" y="2317455"/>
                <a:ext cx="172364" cy="645201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9" name="Diafragma_3"/>
            <p:cNvSpPr/>
            <p:nvPr/>
          </p:nvSpPr>
          <p:spPr>
            <a:xfrm>
              <a:off x="9044792" y="2865550"/>
              <a:ext cx="1935776" cy="42710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0" name="Clavículas_3"/>
            <p:cNvGrpSpPr/>
            <p:nvPr/>
          </p:nvGrpSpPr>
          <p:grpSpPr>
            <a:xfrm>
              <a:off x="9217152" y="1119226"/>
              <a:ext cx="1591056" cy="102413"/>
              <a:chOff x="9217152" y="1119226"/>
              <a:chExt cx="1591056" cy="102413"/>
            </a:xfrm>
          </p:grpSpPr>
          <p:sp>
            <p:nvSpPr>
              <p:cNvPr id="111" name="Forma 110"/>
              <p:cNvSpPr/>
              <p:nvPr/>
            </p:nvSpPr>
            <p:spPr>
              <a:xfrm>
                <a:off x="92171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2" name="Forma 111"/>
              <p:cNvSpPr/>
              <p:nvPr/>
            </p:nvSpPr>
            <p:spPr>
              <a:xfrm>
                <a:off x="92171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113" name="Recuadro Iatrogénico"/>
            <p:cNvGrpSpPr/>
            <p:nvPr/>
          </p:nvGrpSpPr>
          <p:grpSpPr>
            <a:xfrm>
              <a:off x="8138160" y="3611880"/>
              <a:ext cx="3703320" cy="2743200"/>
              <a:chOff x="8138160" y="3611880"/>
              <a:chExt cx="3703320" cy="2743200"/>
            </a:xfrm>
          </p:grpSpPr>
          <p:sp>
            <p:nvSpPr>
              <p:cNvPr id="114" name="Forma 113"/>
              <p:cNvSpPr/>
              <p:nvPr/>
            </p:nvSpPr>
            <p:spPr>
              <a:xfrm>
                <a:off x="8138160" y="3977640"/>
                <a:ext cx="3703320" cy="2377440"/>
              </a:xfrm>
              <a:prstGeom prst="rect">
                <a:avLst/>
              </a:prstGeom>
              <a:solidFill>
                <a:srgbClr val="BDD7EE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028"/>
                  </a:lnSpc>
                  <a:spcAft>
                    <a:spcPts val="300"/>
                  </a:spcAft>
                  <a:buNone/>
                </a:pPr>
                <a:r>
                  <a:rPr lang="es-AR" sz="17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Catéter en </a:t>
                </a:r>
                <a:r>
                  <a:rPr lang="es-AR" sz="17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vena subclavia</a:t>
                </a:r>
                <a:r>
                  <a:rPr lang="es-AR" sz="17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aspiración transtorácica (biopsia) · </a:t>
                </a:r>
                <a:r>
                  <a:rPr lang="es-AR" sz="17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toracocentesis</a:t>
                </a:r>
                <a:r>
                  <a:rPr lang="es-AR" sz="17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o biopsia pleural · </a:t>
                </a:r>
                <a:r>
                  <a:rPr lang="es-AR" sz="17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barotrauma</a:t>
                </a:r>
                <a:r>
                  <a:rPr lang="es-AR" sz="17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(ventilación con presión positiva). El más frecuente en el hospital.</a:t>
                </a:r>
                <a:endParaRPr lang="es-AR" sz="1750" dirty="0">
                  <a:latin typeface="Mali"/>
                </a:endParaRPr>
              </a:p>
            </p:txBody>
          </p:sp>
          <p:sp>
            <p:nvSpPr>
              <p:cNvPr id="115" name="Forma 114"/>
              <p:cNvSpPr/>
              <p:nvPr/>
            </p:nvSpPr>
            <p:spPr>
              <a:xfrm>
                <a:off x="8138160" y="361188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IATROGÉNICO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01643" y="91440"/>
            <a:ext cx="862546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CLASIFICACIÓN: TRAUMÁTICO E IATROGÉNICO</a:t>
            </a:r>
            <a:endParaRPr lang="es-AR" sz="2400" dirty="0">
              <a:latin typeface="Mali"/>
            </a:endParaRPr>
          </a:p>
        </p:txBody>
      </p:sp>
      <p:sp>
        <p:nvSpPr>
          <p:cNvPr id="11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50982" y="1078992"/>
            <a:ext cx="3852916" cy="395020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62379" y="1305306"/>
            <a:ext cx="1430122" cy="302437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26694" y="1408176"/>
            <a:ext cx="3701491" cy="3390595"/>
            <a:chOff x="526694" y="1408176"/>
            <a:chExt cx="3701491" cy="3390595"/>
          </a:xfrm>
        </p:grpSpPr>
        <p:sp>
          <p:nvSpPr>
            <p:cNvPr id="7" name="Forma 6"/>
            <p:cNvSpPr/>
            <p:nvPr/>
          </p:nvSpPr>
          <p:spPr>
            <a:xfrm>
              <a:off x="526694" y="1408176"/>
              <a:ext cx="3701491" cy="3390595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26694" y="1408176"/>
              <a:ext cx="3701491" cy="3390595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8038" y="1439799"/>
            <a:ext cx="1424981" cy="309202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663211" y="1439799"/>
            <a:ext cx="1333631" cy="3190780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384874" y="1934404"/>
            <a:ext cx="553494" cy="2638047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876917" y="1078992"/>
            <a:ext cx="1001046" cy="1765230"/>
            <a:chOff x="1876917" y="1078992"/>
            <a:chExt cx="1001046" cy="1765230"/>
          </a:xfrm>
        </p:grpSpPr>
        <p:sp>
          <p:nvSpPr>
            <p:cNvPr id="13" name="Forma 12"/>
            <p:cNvSpPr/>
            <p:nvPr/>
          </p:nvSpPr>
          <p:spPr>
            <a:xfrm>
              <a:off x="1876917" y="1078992"/>
              <a:ext cx="1001046" cy="176523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01728" y="1202436"/>
              <a:ext cx="151425" cy="90011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758038" y="1439799"/>
            <a:ext cx="1424981" cy="309202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56898" y="2036624"/>
            <a:ext cx="799462" cy="1793359"/>
            <a:chOff x="1256898" y="2036624"/>
            <a:chExt cx="799462" cy="1793359"/>
          </a:xfrm>
        </p:grpSpPr>
        <p:sp>
          <p:nvSpPr>
            <p:cNvPr id="17" name="Forma 16"/>
            <p:cNvSpPr/>
            <p:nvPr/>
          </p:nvSpPr>
          <p:spPr>
            <a:xfrm>
              <a:off x="1256898" y="2036624"/>
              <a:ext cx="799462" cy="17933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17468" y="2212619"/>
              <a:ext cx="618317" cy="1283818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9216" y="2817495"/>
              <a:ext cx="669187" cy="748533"/>
            </a:xfrm>
            <a:custGeom>
              <a:avLst/>
              <a:gdLst/>
              <a:ahLst/>
              <a:cxnLst/>
              <a:rect l="0" t="0" r="r" b="b"/>
              <a:pathLst>
                <a:path w="1590" h="1819" fill="none">
                  <a:moveTo>
                    <a:pt x="0" y="99"/>
                  </a:moveTo>
                  <a:lnTo>
                    <a:pt x="106" y="110"/>
                  </a:lnTo>
                  <a:lnTo>
                    <a:pt x="246" y="123"/>
                  </a:lnTo>
                  <a:lnTo>
                    <a:pt x="387" y="133"/>
                  </a:lnTo>
                  <a:lnTo>
                    <a:pt x="510" y="138"/>
                  </a:lnTo>
                  <a:lnTo>
                    <a:pt x="613" y="135"/>
                  </a:lnTo>
                  <a:lnTo>
                    <a:pt x="706" y="127"/>
                  </a:lnTo>
                  <a:lnTo>
                    <a:pt x="796" y="116"/>
                  </a:lnTo>
                  <a:lnTo>
                    <a:pt x="889" y="103"/>
                  </a:lnTo>
                  <a:lnTo>
                    <a:pt x="990" y="90"/>
                  </a:lnTo>
                  <a:lnTo>
                    <a:pt x="1112" y="73"/>
                  </a:lnTo>
                  <a:lnTo>
                    <a:pt x="1251" y="52"/>
                  </a:lnTo>
                  <a:lnTo>
                    <a:pt x="1388" y="31"/>
                  </a:lnTo>
                  <a:lnTo>
                    <a:pt x="1507" y="12"/>
                  </a:lnTo>
                  <a:lnTo>
                    <a:pt x="1590" y="0"/>
                  </a:lnTo>
                </a:path>
                <a:path w="1590" h="1819" fill="none">
                  <a:moveTo>
                    <a:pt x="39" y="1819"/>
                  </a:moveTo>
                  <a:lnTo>
                    <a:pt x="104" y="1740"/>
                  </a:lnTo>
                  <a:lnTo>
                    <a:pt x="208" y="1613"/>
                  </a:lnTo>
                  <a:lnTo>
                    <a:pt x="329" y="1465"/>
                  </a:lnTo>
                  <a:lnTo>
                    <a:pt x="454" y="1312"/>
                  </a:lnTo>
                  <a:lnTo>
                    <a:pt x="570" y="1170"/>
                  </a:lnTo>
                  <a:lnTo>
                    <a:pt x="679" y="1034"/>
                  </a:lnTo>
                  <a:lnTo>
                    <a:pt x="789" y="894"/>
                  </a:lnTo>
                  <a:lnTo>
                    <a:pt x="899" y="756"/>
                  </a:lnTo>
                  <a:lnTo>
                    <a:pt x="1006" y="626"/>
                  </a:lnTo>
                  <a:lnTo>
                    <a:pt x="1110" y="510"/>
                  </a:lnTo>
                  <a:lnTo>
                    <a:pt x="1218" y="403"/>
                  </a:lnTo>
                  <a:lnTo>
                    <a:pt x="1330" y="304"/>
                  </a:lnTo>
                  <a:lnTo>
                    <a:pt x="1436" y="216"/>
                  </a:lnTo>
                  <a:lnTo>
                    <a:pt x="1526" y="143"/>
                  </a:lnTo>
                  <a:lnTo>
                    <a:pt x="159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56898" y="2036624"/>
            <a:ext cx="799462" cy="1793359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09485" y="1485182"/>
            <a:ext cx="1241088" cy="3087810"/>
            <a:chOff x="2709485" y="1485182"/>
            <a:chExt cx="1241088" cy="3087810"/>
          </a:xfrm>
        </p:grpSpPr>
        <p:sp>
          <p:nvSpPr>
            <p:cNvPr id="22" name="Forma 21"/>
            <p:cNvSpPr/>
            <p:nvPr/>
          </p:nvSpPr>
          <p:spPr>
            <a:xfrm>
              <a:off x="2709485" y="1485182"/>
              <a:ext cx="1241088" cy="308781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19095" y="1778508"/>
              <a:ext cx="1045296" cy="213969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31714" y="2848356"/>
              <a:ext cx="1064156" cy="1167484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09485" y="1485182"/>
            <a:ext cx="1241088" cy="308781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8038" y="1439799"/>
            <a:ext cx="1424981" cy="309202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663211" y="1439799"/>
            <a:ext cx="1333631" cy="3190780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29289" y="1797570"/>
            <a:ext cx="185008" cy="14237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167162" y="4080968"/>
            <a:ext cx="185019" cy="66254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50615" y="3083671"/>
            <a:ext cx="1118548" cy="1164860"/>
            <a:chOff x="2150615" y="3083671"/>
            <a:chExt cx="1118548" cy="1164860"/>
          </a:xfrm>
        </p:grpSpPr>
        <p:sp>
          <p:nvSpPr>
            <p:cNvPr id="31" name="Forma 30"/>
            <p:cNvSpPr/>
            <p:nvPr/>
          </p:nvSpPr>
          <p:spPr>
            <a:xfrm>
              <a:off x="2150615" y="3083671"/>
              <a:ext cx="1118548" cy="1164860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34970" y="3169310"/>
              <a:ext cx="273406" cy="10369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2170" y="4050177"/>
            <a:ext cx="3070541" cy="6864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15568" y="1243584"/>
            <a:ext cx="2523744" cy="164592"/>
            <a:chOff x="1115568" y="1243584"/>
            <a:chExt cx="2523744" cy="164592"/>
          </a:xfrm>
        </p:grpSpPr>
        <p:sp>
          <p:nvSpPr>
            <p:cNvPr id="35" name="Forma 34"/>
            <p:cNvSpPr/>
            <p:nvPr/>
          </p:nvSpPr>
          <p:spPr>
            <a:xfrm>
              <a:off x="1115568" y="1243584"/>
              <a:ext cx="2523744" cy="16459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15568" y="1243584"/>
              <a:ext cx="2523744" cy="16459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ecuadro Dolor"/>
          <p:cNvGrpSpPr/>
          <p:nvPr/>
        </p:nvGrpSpPr>
        <p:grpSpPr>
          <a:xfrm>
            <a:off x="4754880" y="914400"/>
            <a:ext cx="3474720" cy="2743200"/>
            <a:chOff x="4754880" y="914400"/>
            <a:chExt cx="3474720" cy="2743200"/>
          </a:xfrm>
        </p:grpSpPr>
        <p:sp>
          <p:nvSpPr>
            <p:cNvPr id="38" name="Forma 37"/>
            <p:cNvSpPr/>
            <p:nvPr/>
          </p:nvSpPr>
          <p:spPr>
            <a:xfrm>
              <a:off x="4754880" y="1280160"/>
              <a:ext cx="3474720" cy="23774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Puntada de costado; aumenta con la tos. Es el síntoma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frecuente e inmediato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siempre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es pleurítico: puede ser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opresivo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leve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4754880" y="91440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0" name="Recuadro Disnea"/>
          <p:cNvGrpSpPr/>
          <p:nvPr/>
        </p:nvGrpSpPr>
        <p:grpSpPr>
          <a:xfrm>
            <a:off x="8412480" y="914400"/>
            <a:ext cx="3474720" cy="2743200"/>
            <a:chOff x="8412480" y="914400"/>
            <a:chExt cx="3474720" cy="2743200"/>
          </a:xfrm>
        </p:grpSpPr>
        <p:sp>
          <p:nvSpPr>
            <p:cNvPr id="41" name="Forma 40"/>
            <p:cNvSpPr/>
            <p:nvPr/>
          </p:nvSpPr>
          <p:spPr>
            <a:xfrm>
              <a:off x="8412480" y="1280160"/>
              <a:ext cx="3474720" cy="23774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Variable según la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magnitud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mínima en el pequeño; en el grande,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intensa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musculatura accesoria, taquipnea, cianosis.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8412480" y="91440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3" name="Recuadro Tos"/>
          <p:cNvGrpSpPr/>
          <p:nvPr/>
        </p:nvGrpSpPr>
        <p:grpSpPr>
          <a:xfrm>
            <a:off x="4754880" y="3840480"/>
            <a:ext cx="3474720" cy="2514600"/>
            <a:chOff x="4754880" y="3840480"/>
            <a:chExt cx="3474720" cy="2514600"/>
          </a:xfrm>
        </p:grpSpPr>
        <p:sp>
          <p:nvSpPr>
            <p:cNvPr id="44" name="Forma 43"/>
            <p:cNvSpPr/>
            <p:nvPr/>
          </p:nvSpPr>
          <p:spPr>
            <a:xfrm>
              <a:off x="4754880" y="4206240"/>
              <a:ext cx="3474720" cy="214884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 seca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irritativa: puede estar o no.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5" name="Forma 44"/>
            <p:cNvSpPr/>
            <p:nvPr/>
          </p:nvSpPr>
          <p:spPr>
            <a:xfrm>
              <a:off x="4754880" y="384048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6" name="Recuadro Dolor sin aire"/>
          <p:cNvGrpSpPr/>
          <p:nvPr/>
        </p:nvGrpSpPr>
        <p:grpSpPr>
          <a:xfrm>
            <a:off x="8412480" y="3840480"/>
            <a:ext cx="3474720" cy="2514600"/>
            <a:chOff x="8412480" y="3840480"/>
            <a:chExt cx="3474720" cy="2514600"/>
          </a:xfrm>
        </p:grpSpPr>
        <p:sp>
          <p:nvSpPr>
            <p:cNvPr id="47" name="Forma 46"/>
            <p:cNvSpPr/>
            <p:nvPr/>
          </p:nvSpPr>
          <p:spPr>
            <a:xfrm>
              <a:off x="8412480" y="4206240"/>
              <a:ext cx="3474720" cy="21488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pleural (pleuritis; antes «pleuresía») produce dolor pleurítico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perforación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8412480" y="384048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SIN AIRE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9" name="Disnea tipos"/>
          <p:cNvSpPr/>
          <p:nvPr/>
        </p:nvSpPr>
        <p:spPr>
          <a:xfrm>
            <a:off x="274320" y="5212080"/>
            <a:ext cx="4206240" cy="1143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frente a disnea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pulmonar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distinguir su origen.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839447" y="91440"/>
            <a:ext cx="818765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CUADRO CLÍNICO DEL NEUMOTÓRAX SIMPLE</a:t>
            </a:r>
            <a:endParaRPr lang="es-AR" sz="24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Monitor"/>
          <p:cNvGrpSpPr/>
          <p:nvPr/>
        </p:nvGrpSpPr>
        <p:grpSpPr>
          <a:xfrm>
            <a:off x="365760" y="914400"/>
            <a:ext cx="5852160" cy="4023360"/>
            <a:chOff x="365760" y="914400"/>
            <a:chExt cx="5852160" cy="4023360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5852160" cy="4023360"/>
            </a:xfrm>
            <a:prstGeom prst="roundRect">
              <a:avLst>
                <a:gd name="adj" fmla="val 6000"/>
              </a:avLst>
            </a:prstGeom>
            <a:solidFill>
              <a:srgbClr val="1C2833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594360" y="1097280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58D68D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58D68D"/>
                  </a:solidFill>
                  <a:latin typeface="Mali"/>
                  <a:ea typeface="Mali"/>
                  <a:cs typeface="Mali"/>
                  <a:sym typeface="Mali"/>
                </a:rPr>
                <a:t>FR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1920240" y="1188720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58D68D"/>
              </a:solidFill>
              <a:round/>
            </a:ln>
          </p:spPr>
        </p:sp>
        <p:sp>
          <p:nvSpPr>
            <p:cNvPr id="8" name="Forma 7"/>
            <p:cNvSpPr txBox="1"/>
            <p:nvPr/>
          </p:nvSpPr>
          <p:spPr>
            <a:xfrm>
              <a:off x="4389120" y="1097280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58D68D"/>
                  </a:solidFill>
                  <a:latin typeface="Mali"/>
                  <a:ea typeface="Mali"/>
                  <a:cs typeface="Mali"/>
                  <a:sym typeface="Mali"/>
                </a:rPr>
                <a:t>taquipnea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594360" y="2029968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F4D03F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F4D03F"/>
                  </a:solidFill>
                  <a:latin typeface="Mali"/>
                  <a:ea typeface="Mali"/>
                  <a:cs typeface="Mali"/>
                  <a:sym typeface="Mali"/>
                </a:rPr>
                <a:t>FC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1920240" y="2121408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F4D03F"/>
              </a:solidFill>
              <a:round/>
            </a:ln>
          </p:spPr>
        </p:sp>
        <p:sp>
          <p:nvSpPr>
            <p:cNvPr id="11" name="Forma 10"/>
            <p:cNvSpPr txBox="1"/>
            <p:nvPr/>
          </p:nvSpPr>
          <p:spPr>
            <a:xfrm>
              <a:off x="4389120" y="2029968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F4D03F"/>
                  </a:solidFill>
                  <a:latin typeface="Mali"/>
                  <a:ea typeface="Mali"/>
                  <a:cs typeface="Mali"/>
                  <a:sym typeface="Mali"/>
                </a:rPr>
                <a:t>taquicardia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594360" y="2962656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EC7063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EC7063"/>
                  </a:solidFill>
                  <a:latin typeface="Mali"/>
                  <a:ea typeface="Mali"/>
                  <a:cs typeface="Mali"/>
                  <a:sym typeface="Mali"/>
                </a:rPr>
                <a:t>TA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1920240" y="3054096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EC7063"/>
              </a:solidFill>
              <a:round/>
            </a:ln>
          </p:spPr>
        </p:sp>
        <p:sp>
          <p:nvSpPr>
            <p:cNvPr id="14" name="Forma 13"/>
            <p:cNvSpPr txBox="1"/>
            <p:nvPr/>
          </p:nvSpPr>
          <p:spPr>
            <a:xfrm>
              <a:off x="4389120" y="2962656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EC7063"/>
                  </a:solidFill>
                  <a:latin typeface="Mali"/>
                  <a:ea typeface="Mali"/>
                  <a:cs typeface="Mali"/>
                  <a:sym typeface="Mali"/>
                </a:rPr>
                <a:t>hipotensión = shock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594360" y="3895344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5DADE2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684"/>
                </a:lnSpc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SpO</a:t>
              </a:r>
              <a:r>
                <a:rPr lang="es-AR" sz="2200" b="1" baseline="-25000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1920240" y="3986784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5DADE2"/>
              </a:solidFill>
              <a:round/>
            </a:ln>
          </p:spPr>
        </p:sp>
        <p:sp>
          <p:nvSpPr>
            <p:cNvPr id="17" name="Forma 16"/>
            <p:cNvSpPr txBox="1"/>
            <p:nvPr/>
          </p:nvSpPr>
          <p:spPr>
            <a:xfrm>
              <a:off x="4389120" y="3895344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&lt; 90 % = hipoxemia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18" name="Recuadro Controlar siempre"/>
          <p:cNvGrpSpPr/>
          <p:nvPr/>
        </p:nvGrpSpPr>
        <p:grpSpPr>
          <a:xfrm>
            <a:off x="6492240" y="914400"/>
            <a:ext cx="5394960" cy="1722120"/>
            <a:chOff x="6492240" y="914400"/>
            <a:chExt cx="5394960" cy="1722120"/>
          </a:xfrm>
        </p:grpSpPr>
        <p:sp>
          <p:nvSpPr>
            <p:cNvPr id="19" name="Forma 18"/>
            <p:cNvSpPr/>
            <p:nvPr/>
          </p:nvSpPr>
          <p:spPr>
            <a:xfrm>
              <a:off x="6492240" y="1280160"/>
              <a:ext cx="5394960" cy="135636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 · FC · TA · SpO</a:t>
              </a:r>
              <a:r>
                <a:rPr lang="es-AR" sz="20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paciente con neumotórax.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CONTROLAR SIEMPRE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Disnea oculta"/>
          <p:cNvGrpSpPr/>
          <p:nvPr/>
        </p:nvGrpSpPr>
        <p:grpSpPr>
          <a:xfrm>
            <a:off x="6492240" y="2773680"/>
            <a:ext cx="5394960" cy="1722120"/>
            <a:chOff x="6492240" y="2773680"/>
            <a:chExt cx="5394960" cy="1722120"/>
          </a:xfrm>
        </p:grpSpPr>
        <p:sp>
          <p:nvSpPr>
            <p:cNvPr id="22" name="Forma 21"/>
            <p:cNvSpPr/>
            <p:nvPr/>
          </p:nvSpPr>
          <p:spPr>
            <a:xfrm>
              <a:off x="6492240" y="3139440"/>
              <a:ext cx="5394960" cy="13563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paciente puede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parecer disneico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tener SpO</a:t>
              </a:r>
              <a:r>
                <a:rPr lang="es-AR" sz="20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&lt; 90 %: a menudo «se automejora» ante el médico.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492240" y="27736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OCULTA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4" name="Recuadro Conducta"/>
          <p:cNvGrpSpPr/>
          <p:nvPr/>
        </p:nvGrpSpPr>
        <p:grpSpPr>
          <a:xfrm>
            <a:off x="6492240" y="4632960"/>
            <a:ext cx="5394960" cy="1722120"/>
            <a:chOff x="6492240" y="4632960"/>
            <a:chExt cx="5394960" cy="1722120"/>
          </a:xfrm>
        </p:grpSpPr>
        <p:sp>
          <p:nvSpPr>
            <p:cNvPr id="25" name="Forma 24"/>
            <p:cNvSpPr/>
            <p:nvPr/>
          </p:nvSpPr>
          <p:spPr>
            <a:xfrm>
              <a:off x="6492240" y="4998720"/>
              <a:ext cx="5394960" cy="135636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Integrar el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tamaño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del neumotórax con la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estabilidad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nunca decidir solo por la imagen.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6492240" y="463296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CONDUCTA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7" name="Observar"/>
          <p:cNvSpPr/>
          <p:nvPr/>
        </p:nvSpPr>
        <p:spPr>
          <a:xfrm>
            <a:off x="365760" y="5120640"/>
            <a:ext cx="5852160" cy="12344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 retirarse de la cama,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seguir observando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al paciente.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469509" y="91440"/>
            <a:ext cx="955759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582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VIGILANCIA HEMODINÁMICA: NUNCA SOLO LA IMAGEN</a:t>
            </a:r>
            <a:endParaRPr lang="es-AR" sz="23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 · derrame · neumotórax: la misma exploración, tres respuestas</a:t>
            </a:r>
            <a:endParaRPr lang="es-AR" sz="15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Inspección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Palpación y frémito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Percusión: sonoridad, matidez, hipersonoridad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Auscultación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Síntesis comparativa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Enfisema subcutáneo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386170" y="1901952"/>
            <a:ext cx="1675181" cy="175564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6912864" y="2002536"/>
            <a:ext cx="621792" cy="134416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19088" y="2048256"/>
            <a:ext cx="1609344" cy="1506931"/>
            <a:chOff x="6419088" y="2048256"/>
            <a:chExt cx="1609344" cy="1506931"/>
          </a:xfrm>
        </p:grpSpPr>
        <p:sp>
          <p:nvSpPr>
            <p:cNvPr id="14" name="Forma 13"/>
            <p:cNvSpPr/>
            <p:nvPr/>
          </p:nvSpPr>
          <p:spPr>
            <a:xfrm>
              <a:off x="641908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1908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51967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34800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226992" y="2282135"/>
            <a:ext cx="240650" cy="117246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006141" y="1901952"/>
            <a:ext cx="435238" cy="784547"/>
            <a:chOff x="7006141" y="1901952"/>
            <a:chExt cx="435238" cy="784547"/>
          </a:xfrm>
        </p:grpSpPr>
        <p:sp>
          <p:nvSpPr>
            <p:cNvPr id="20" name="Forma 19"/>
            <p:cNvSpPr/>
            <p:nvPr/>
          </p:nvSpPr>
          <p:spPr>
            <a:xfrm>
              <a:off x="7006141" y="1901952"/>
              <a:ext cx="435238" cy="78454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190842" y="1956816"/>
              <a:ext cx="65837" cy="4000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22" name="PulmonDerecho"/>
          <p:cNvGrpSpPr/>
          <p:nvPr/>
        </p:nvGrpSpPr>
        <p:grpSpPr>
          <a:xfrm>
            <a:off x="6539789" y="2082481"/>
            <a:ext cx="579320" cy="1328414"/>
            <a:chOff x="6539789" y="2082481"/>
            <a:chExt cx="579320" cy="1328414"/>
          </a:xfrm>
        </p:grpSpPr>
        <p:sp>
          <p:nvSpPr>
            <p:cNvPr id="23" name="Forma 22"/>
            <p:cNvSpPr/>
            <p:nvPr/>
          </p:nvSpPr>
          <p:spPr>
            <a:xfrm>
              <a:off x="6539789" y="2082481"/>
              <a:ext cx="579320" cy="1328414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6577260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553536" y="2660904"/>
              <a:ext cx="487344" cy="557041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PleuraVisceralD"/>
          <p:cNvSpPr/>
          <p:nvPr/>
        </p:nvSpPr>
        <p:spPr>
          <a:xfrm>
            <a:off x="6539789" y="2082481"/>
            <a:ext cx="579320" cy="1328414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7" name="PulmonIzquierdo"/>
          <p:cNvGrpSpPr/>
          <p:nvPr/>
        </p:nvGrpSpPr>
        <p:grpSpPr>
          <a:xfrm>
            <a:off x="7368127" y="2082481"/>
            <a:ext cx="539603" cy="1372360"/>
            <a:chOff x="7368127" y="2082481"/>
            <a:chExt cx="539603" cy="1372360"/>
          </a:xfrm>
        </p:grpSpPr>
        <p:sp>
          <p:nvSpPr>
            <p:cNvPr id="28" name="Forma 27"/>
            <p:cNvSpPr/>
            <p:nvPr/>
          </p:nvSpPr>
          <p:spPr>
            <a:xfrm>
              <a:off x="7368127" y="2082481"/>
              <a:ext cx="539603" cy="137236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7415784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421270" y="2688336"/>
              <a:ext cx="462676" cy="51888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1" name="PleuraVisceralI"/>
          <p:cNvSpPr/>
          <p:nvPr/>
        </p:nvSpPr>
        <p:spPr>
          <a:xfrm>
            <a:off x="7368127" y="2082481"/>
            <a:ext cx="539603" cy="137236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2" name="PleuraParietalD"/>
          <p:cNvSpPr/>
          <p:nvPr/>
        </p:nvSpPr>
        <p:spPr>
          <a:xfrm>
            <a:off x="651967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3" name="PleuraParietalI"/>
          <p:cNvSpPr/>
          <p:nvPr/>
        </p:nvSpPr>
        <p:spPr>
          <a:xfrm>
            <a:off x="734800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VenaCavaSup"/>
          <p:cNvSpPr/>
          <p:nvPr/>
        </p:nvSpPr>
        <p:spPr>
          <a:xfrm>
            <a:off x="7115868" y="2221320"/>
            <a:ext cx="80438" cy="63277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5" name="VenaCavaInf"/>
          <p:cNvSpPr/>
          <p:nvPr/>
        </p:nvSpPr>
        <p:spPr>
          <a:xfrm>
            <a:off x="7132335" y="3236163"/>
            <a:ext cx="80443" cy="2944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6" name="Corazon"/>
          <p:cNvGrpSpPr/>
          <p:nvPr/>
        </p:nvGrpSpPr>
        <p:grpSpPr>
          <a:xfrm>
            <a:off x="7125140" y="2792921"/>
            <a:ext cx="486325" cy="517715"/>
            <a:chOff x="7125140" y="2792921"/>
            <a:chExt cx="486325" cy="517715"/>
          </a:xfrm>
        </p:grpSpPr>
        <p:sp>
          <p:nvSpPr>
            <p:cNvPr id="37" name="Forma 36"/>
            <p:cNvSpPr/>
            <p:nvPr/>
          </p:nvSpPr>
          <p:spPr>
            <a:xfrm>
              <a:off x="7125140" y="2792921"/>
              <a:ext cx="486325" cy="51771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8" name="Forma 37"/>
            <p:cNvSpPr/>
            <p:nvPr/>
          </p:nvSpPr>
          <p:spPr>
            <a:xfrm>
              <a:off x="7379208" y="2830982"/>
              <a:ext cx="118872" cy="4608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9" name="Diafragma"/>
          <p:cNvSpPr/>
          <p:nvPr/>
        </p:nvSpPr>
        <p:spPr>
          <a:xfrm>
            <a:off x="6556251" y="3222479"/>
            <a:ext cx="1335018" cy="30507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0" name="Clavículas"/>
          <p:cNvGrpSpPr/>
          <p:nvPr/>
        </p:nvGrpSpPr>
        <p:grpSpPr>
          <a:xfrm>
            <a:off x="6675120" y="1975104"/>
            <a:ext cx="1097280" cy="73152"/>
            <a:chOff x="6675120" y="1975104"/>
            <a:chExt cx="1097280" cy="73152"/>
          </a:xfrm>
        </p:grpSpPr>
        <p:sp>
          <p:nvSpPr>
            <p:cNvPr id="41" name="Forma 40"/>
            <p:cNvSpPr/>
            <p:nvPr/>
          </p:nvSpPr>
          <p:spPr>
            <a:xfrm>
              <a:off x="667512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667512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3" name="ParedToracica_2"/>
          <p:cNvSpPr/>
          <p:nvPr/>
        </p:nvSpPr>
        <p:spPr>
          <a:xfrm>
            <a:off x="8306410" y="1901952"/>
            <a:ext cx="1675181" cy="175564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4" name="Mediastino_2"/>
          <p:cNvSpPr/>
          <p:nvPr/>
        </p:nvSpPr>
        <p:spPr>
          <a:xfrm>
            <a:off x="8833104" y="2002536"/>
            <a:ext cx="621792" cy="134416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5" name="Costillas_2"/>
          <p:cNvGrpSpPr/>
          <p:nvPr/>
        </p:nvGrpSpPr>
        <p:grpSpPr>
          <a:xfrm>
            <a:off x="8339328" y="2048256"/>
            <a:ext cx="1609344" cy="1506931"/>
            <a:chOff x="8339328" y="2048256"/>
            <a:chExt cx="1609344" cy="1506931"/>
          </a:xfrm>
        </p:grpSpPr>
        <p:sp>
          <p:nvSpPr>
            <p:cNvPr id="46" name="Forma 45"/>
            <p:cNvSpPr/>
            <p:nvPr/>
          </p:nvSpPr>
          <p:spPr>
            <a:xfrm>
              <a:off x="833932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833932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8" name="EspacioPleuralD_2"/>
          <p:cNvSpPr/>
          <p:nvPr/>
        </p:nvSpPr>
        <p:spPr>
          <a:xfrm>
            <a:off x="843991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9" name="EspacioPleuralI_2"/>
          <p:cNvSpPr/>
          <p:nvPr/>
        </p:nvSpPr>
        <p:spPr>
          <a:xfrm>
            <a:off x="926824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0" name="Aorta_2"/>
          <p:cNvSpPr/>
          <p:nvPr/>
        </p:nvSpPr>
        <p:spPr>
          <a:xfrm>
            <a:off x="9147232" y="2282135"/>
            <a:ext cx="240650" cy="117246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1" name="Traquea_2"/>
          <p:cNvGrpSpPr/>
          <p:nvPr/>
        </p:nvGrpSpPr>
        <p:grpSpPr>
          <a:xfrm>
            <a:off x="8926381" y="1901952"/>
            <a:ext cx="435238" cy="784547"/>
            <a:chOff x="8926381" y="1901952"/>
            <a:chExt cx="435238" cy="784547"/>
          </a:xfrm>
        </p:grpSpPr>
        <p:sp>
          <p:nvSpPr>
            <p:cNvPr id="52" name="Forma 51"/>
            <p:cNvSpPr/>
            <p:nvPr/>
          </p:nvSpPr>
          <p:spPr>
            <a:xfrm>
              <a:off x="8926381" y="1901952"/>
              <a:ext cx="435238" cy="78454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9111082" y="1956816"/>
              <a:ext cx="65837" cy="4000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54" name="LiquidoPleuralD"/>
          <p:cNvSpPr/>
          <p:nvPr/>
        </p:nvSpPr>
        <p:spPr>
          <a:xfrm>
            <a:off x="8441741" y="2568320"/>
            <a:ext cx="614477" cy="86822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55" name="PulmonDerecho_2"/>
          <p:cNvGrpSpPr/>
          <p:nvPr/>
        </p:nvGrpSpPr>
        <p:grpSpPr>
          <a:xfrm>
            <a:off x="8546120" y="2082481"/>
            <a:ext cx="468444" cy="702781"/>
            <a:chOff x="8546120" y="2082481"/>
            <a:chExt cx="468444" cy="702781"/>
          </a:xfrm>
        </p:grpSpPr>
        <p:sp>
          <p:nvSpPr>
            <p:cNvPr id="56" name="Forma 55"/>
            <p:cNvSpPr/>
            <p:nvPr/>
          </p:nvSpPr>
          <p:spPr>
            <a:xfrm>
              <a:off x="8546120" y="2082481"/>
              <a:ext cx="468444" cy="702781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8579546" y="2151450"/>
              <a:ext cx="372430" cy="503102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8558124" y="2388489"/>
              <a:ext cx="401395" cy="294229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9" name="PleuraVisceralD_2"/>
          <p:cNvSpPr/>
          <p:nvPr/>
        </p:nvSpPr>
        <p:spPr>
          <a:xfrm>
            <a:off x="8546120" y="2082481"/>
            <a:ext cx="468444" cy="702781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0" name="PulmonIzquierdo_2"/>
          <p:cNvGrpSpPr/>
          <p:nvPr/>
        </p:nvGrpSpPr>
        <p:grpSpPr>
          <a:xfrm>
            <a:off x="9288367" y="2082481"/>
            <a:ext cx="539603" cy="1372360"/>
            <a:chOff x="9288367" y="2082481"/>
            <a:chExt cx="539603" cy="1372360"/>
          </a:xfrm>
        </p:grpSpPr>
        <p:sp>
          <p:nvSpPr>
            <p:cNvPr id="61" name="Forma 60"/>
            <p:cNvSpPr/>
            <p:nvPr/>
          </p:nvSpPr>
          <p:spPr>
            <a:xfrm>
              <a:off x="9288367" y="2082481"/>
              <a:ext cx="539603" cy="137236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2" name="Forma 61"/>
            <p:cNvSpPr/>
            <p:nvPr/>
          </p:nvSpPr>
          <p:spPr>
            <a:xfrm>
              <a:off x="9336024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9341510" y="2688336"/>
              <a:ext cx="462676" cy="51888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4" name="PleuraVisceralI_2"/>
          <p:cNvSpPr/>
          <p:nvPr/>
        </p:nvSpPr>
        <p:spPr>
          <a:xfrm>
            <a:off x="9288367" y="2082481"/>
            <a:ext cx="539603" cy="137236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5" name="PleuraParietalD_2"/>
          <p:cNvSpPr/>
          <p:nvPr/>
        </p:nvSpPr>
        <p:spPr>
          <a:xfrm>
            <a:off x="843991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6" name="PleuraParietalI_2"/>
          <p:cNvSpPr/>
          <p:nvPr/>
        </p:nvSpPr>
        <p:spPr>
          <a:xfrm>
            <a:off x="926824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VenaCavaSup_2"/>
          <p:cNvSpPr/>
          <p:nvPr/>
        </p:nvSpPr>
        <p:spPr>
          <a:xfrm>
            <a:off x="9036108" y="2221320"/>
            <a:ext cx="80438" cy="63277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8" name="VenaCavaInf_2"/>
          <p:cNvSpPr/>
          <p:nvPr/>
        </p:nvSpPr>
        <p:spPr>
          <a:xfrm>
            <a:off x="9052575" y="3236163"/>
            <a:ext cx="80443" cy="2944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9" name="Corazon_2"/>
          <p:cNvGrpSpPr/>
          <p:nvPr/>
        </p:nvGrpSpPr>
        <p:grpSpPr>
          <a:xfrm>
            <a:off x="9045380" y="2792921"/>
            <a:ext cx="486325" cy="517715"/>
            <a:chOff x="9045380" y="2792921"/>
            <a:chExt cx="486325" cy="517715"/>
          </a:xfrm>
        </p:grpSpPr>
        <p:sp>
          <p:nvSpPr>
            <p:cNvPr id="70" name="Forma 69"/>
            <p:cNvSpPr/>
            <p:nvPr/>
          </p:nvSpPr>
          <p:spPr>
            <a:xfrm>
              <a:off x="9045380" y="2792921"/>
              <a:ext cx="486325" cy="51771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1" name="Forma 70"/>
            <p:cNvSpPr/>
            <p:nvPr/>
          </p:nvSpPr>
          <p:spPr>
            <a:xfrm>
              <a:off x="9299448" y="2830982"/>
              <a:ext cx="118872" cy="4608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2" name="Diafragma_2"/>
          <p:cNvSpPr/>
          <p:nvPr/>
        </p:nvSpPr>
        <p:spPr>
          <a:xfrm>
            <a:off x="8476491" y="3222479"/>
            <a:ext cx="1335018" cy="30507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3" name="Clavículas_2"/>
          <p:cNvGrpSpPr/>
          <p:nvPr/>
        </p:nvGrpSpPr>
        <p:grpSpPr>
          <a:xfrm>
            <a:off x="8595360" y="1975104"/>
            <a:ext cx="1097280" cy="73152"/>
            <a:chOff x="8595360" y="1975104"/>
            <a:chExt cx="1097280" cy="73152"/>
          </a:xfrm>
        </p:grpSpPr>
        <p:sp>
          <p:nvSpPr>
            <p:cNvPr id="74" name="Forma 73"/>
            <p:cNvSpPr/>
            <p:nvPr/>
          </p:nvSpPr>
          <p:spPr>
            <a:xfrm>
              <a:off x="859536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859536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6" name="ParedToracica_3"/>
          <p:cNvSpPr/>
          <p:nvPr/>
        </p:nvSpPr>
        <p:spPr>
          <a:xfrm>
            <a:off x="10226650" y="1901952"/>
            <a:ext cx="1675181" cy="175564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7" name="Mediastino_3"/>
          <p:cNvSpPr/>
          <p:nvPr/>
        </p:nvSpPr>
        <p:spPr>
          <a:xfrm>
            <a:off x="10753344" y="2002536"/>
            <a:ext cx="621792" cy="134416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8" name="Costillas_3"/>
          <p:cNvGrpSpPr/>
          <p:nvPr/>
        </p:nvGrpSpPr>
        <p:grpSpPr>
          <a:xfrm>
            <a:off x="10259568" y="2048256"/>
            <a:ext cx="1609344" cy="1506931"/>
            <a:chOff x="10259568" y="2048256"/>
            <a:chExt cx="1609344" cy="1506931"/>
          </a:xfrm>
        </p:grpSpPr>
        <p:sp>
          <p:nvSpPr>
            <p:cNvPr id="79" name="Forma 78"/>
            <p:cNvSpPr/>
            <p:nvPr/>
          </p:nvSpPr>
          <p:spPr>
            <a:xfrm>
              <a:off x="1025956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1025956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1" name="EspacioPleuralD_3"/>
          <p:cNvSpPr/>
          <p:nvPr/>
        </p:nvSpPr>
        <p:spPr>
          <a:xfrm>
            <a:off x="1036015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EspacioPleuralI_3"/>
          <p:cNvSpPr/>
          <p:nvPr/>
        </p:nvSpPr>
        <p:spPr>
          <a:xfrm>
            <a:off x="1118848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Aorta_3"/>
          <p:cNvSpPr/>
          <p:nvPr/>
        </p:nvSpPr>
        <p:spPr>
          <a:xfrm>
            <a:off x="11067472" y="2282135"/>
            <a:ext cx="240650" cy="117246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4" name="Traquea_3"/>
          <p:cNvGrpSpPr/>
          <p:nvPr/>
        </p:nvGrpSpPr>
        <p:grpSpPr>
          <a:xfrm>
            <a:off x="10846621" y="1901952"/>
            <a:ext cx="435238" cy="784547"/>
            <a:chOff x="10846621" y="1901952"/>
            <a:chExt cx="435238" cy="784547"/>
          </a:xfrm>
        </p:grpSpPr>
        <p:sp>
          <p:nvSpPr>
            <p:cNvPr id="85" name="Forma 84"/>
            <p:cNvSpPr/>
            <p:nvPr/>
          </p:nvSpPr>
          <p:spPr>
            <a:xfrm>
              <a:off x="10846621" y="1901952"/>
              <a:ext cx="435238" cy="78454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11031322" y="1956816"/>
              <a:ext cx="65837" cy="4000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7" name="AirePleuralD"/>
          <p:cNvSpPr/>
          <p:nvPr/>
        </p:nvSpPr>
        <p:spPr>
          <a:xfrm>
            <a:off x="1036015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88" name="PulmonDerecho_3"/>
          <p:cNvGrpSpPr/>
          <p:nvPr/>
        </p:nvGrpSpPr>
        <p:grpSpPr>
          <a:xfrm>
            <a:off x="10616404" y="2376583"/>
            <a:ext cx="301246" cy="690775"/>
            <a:chOff x="10616404" y="2376583"/>
            <a:chExt cx="301246" cy="690775"/>
          </a:xfrm>
        </p:grpSpPr>
        <p:sp>
          <p:nvSpPr>
            <p:cNvPr id="89" name="Forma 88"/>
            <p:cNvSpPr/>
            <p:nvPr/>
          </p:nvSpPr>
          <p:spPr>
            <a:xfrm>
              <a:off x="10616404" y="2376583"/>
              <a:ext cx="301246" cy="69077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89"/>
            <p:cNvSpPr/>
            <p:nvPr/>
          </p:nvSpPr>
          <p:spPr>
            <a:xfrm>
              <a:off x="10639227" y="2444374"/>
              <a:ext cx="232989" cy="49450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625299" y="2677363"/>
              <a:ext cx="251672" cy="287809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2" name="PleuraVisceralD_3"/>
          <p:cNvSpPr/>
          <p:nvPr/>
        </p:nvSpPr>
        <p:spPr>
          <a:xfrm>
            <a:off x="10616404" y="2376583"/>
            <a:ext cx="301246" cy="69077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3" name="PulmonIzquierdo_3"/>
          <p:cNvGrpSpPr/>
          <p:nvPr/>
        </p:nvGrpSpPr>
        <p:grpSpPr>
          <a:xfrm>
            <a:off x="11208607" y="2082481"/>
            <a:ext cx="539603" cy="1372360"/>
            <a:chOff x="11208607" y="2082481"/>
            <a:chExt cx="539603" cy="1372360"/>
          </a:xfrm>
        </p:grpSpPr>
        <p:sp>
          <p:nvSpPr>
            <p:cNvPr id="94" name="Forma 93"/>
            <p:cNvSpPr/>
            <p:nvPr/>
          </p:nvSpPr>
          <p:spPr>
            <a:xfrm>
              <a:off x="11208607" y="2082481"/>
              <a:ext cx="539603" cy="137236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5" name="Forma 94"/>
            <p:cNvSpPr/>
            <p:nvPr/>
          </p:nvSpPr>
          <p:spPr>
            <a:xfrm>
              <a:off x="11256264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6" name="Forma 95"/>
            <p:cNvSpPr/>
            <p:nvPr/>
          </p:nvSpPr>
          <p:spPr>
            <a:xfrm>
              <a:off x="11261750" y="2688336"/>
              <a:ext cx="462676" cy="51888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7" name="PleuraVisceralI_3"/>
          <p:cNvSpPr/>
          <p:nvPr/>
        </p:nvSpPr>
        <p:spPr>
          <a:xfrm>
            <a:off x="11208607" y="2082481"/>
            <a:ext cx="539603" cy="137236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8" name="PleuraParietalD_3"/>
          <p:cNvSpPr/>
          <p:nvPr/>
        </p:nvSpPr>
        <p:spPr>
          <a:xfrm>
            <a:off x="1036015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9" name="PleuraParietalI_3"/>
          <p:cNvSpPr/>
          <p:nvPr/>
        </p:nvSpPr>
        <p:spPr>
          <a:xfrm>
            <a:off x="1118848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VenaCavaSup_3"/>
          <p:cNvSpPr/>
          <p:nvPr/>
        </p:nvSpPr>
        <p:spPr>
          <a:xfrm>
            <a:off x="10956348" y="2221320"/>
            <a:ext cx="80438" cy="63277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1" name="VenaCavaInf_3"/>
          <p:cNvSpPr/>
          <p:nvPr/>
        </p:nvSpPr>
        <p:spPr>
          <a:xfrm>
            <a:off x="10972815" y="3236163"/>
            <a:ext cx="80443" cy="2944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2" name="Corazon_3"/>
          <p:cNvGrpSpPr/>
          <p:nvPr/>
        </p:nvGrpSpPr>
        <p:grpSpPr>
          <a:xfrm>
            <a:off x="10965620" y="2792921"/>
            <a:ext cx="486325" cy="517715"/>
            <a:chOff x="10965620" y="2792921"/>
            <a:chExt cx="486325" cy="517715"/>
          </a:xfrm>
        </p:grpSpPr>
        <p:sp>
          <p:nvSpPr>
            <p:cNvPr id="103" name="Forma 102"/>
            <p:cNvSpPr/>
            <p:nvPr/>
          </p:nvSpPr>
          <p:spPr>
            <a:xfrm>
              <a:off x="10965620" y="2792921"/>
              <a:ext cx="486325" cy="51771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4" name="Forma 103"/>
            <p:cNvSpPr/>
            <p:nvPr/>
          </p:nvSpPr>
          <p:spPr>
            <a:xfrm>
              <a:off x="11219688" y="2830982"/>
              <a:ext cx="118872" cy="4608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5" name="Diafragma_3"/>
          <p:cNvSpPr/>
          <p:nvPr/>
        </p:nvSpPr>
        <p:spPr>
          <a:xfrm>
            <a:off x="10396731" y="3222479"/>
            <a:ext cx="1335018" cy="30507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6" name="Clavículas_3"/>
          <p:cNvGrpSpPr/>
          <p:nvPr/>
        </p:nvGrpSpPr>
        <p:grpSpPr>
          <a:xfrm>
            <a:off x="10515600" y="1975104"/>
            <a:ext cx="1097280" cy="73152"/>
            <a:chOff x="10515600" y="1975104"/>
            <a:chExt cx="1097280" cy="73152"/>
          </a:xfrm>
        </p:grpSpPr>
        <p:sp>
          <p:nvSpPr>
            <p:cNvPr id="107" name="Forma 106"/>
            <p:cNvSpPr/>
            <p:nvPr/>
          </p:nvSpPr>
          <p:spPr>
            <a:xfrm>
              <a:off x="1051560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8" name="Forma 107"/>
            <p:cNvSpPr/>
            <p:nvPr/>
          </p:nvSpPr>
          <p:spPr>
            <a:xfrm>
              <a:off x="1051560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528372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DEL NEUMOTÓRAX</a:t>
            </a:r>
            <a:endParaRPr lang="es-AR" sz="400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lumna NORMAL"/>
          <p:cNvGrpSpPr/>
          <p:nvPr/>
        </p:nvGrpSpPr>
        <p:grpSpPr>
          <a:xfrm>
            <a:off x="320040" y="982066"/>
            <a:ext cx="3703320" cy="4458614"/>
            <a:chOff x="320040" y="982066"/>
            <a:chExt cx="3703320" cy="4458614"/>
          </a:xfrm>
        </p:grpSpPr>
        <p:sp>
          <p:nvSpPr>
            <p:cNvPr id="5" name="ParedToracica"/>
            <p:cNvSpPr/>
            <p:nvPr/>
          </p:nvSpPr>
          <p:spPr>
            <a:xfrm>
              <a:off x="8544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6971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907085" y="1208837"/>
              <a:ext cx="2574950" cy="2335743"/>
              <a:chOff x="907085" y="1208837"/>
              <a:chExt cx="2574950" cy="2335743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1997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846370" y="982066"/>
              <a:ext cx="696380" cy="1216048"/>
              <a:chOff x="1846370" y="982066"/>
              <a:chExt cx="696380" cy="1216048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8463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418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1100207" y="1261886"/>
              <a:ext cx="926912" cy="2059041"/>
              <a:chOff x="1100207" y="1261886"/>
              <a:chExt cx="926912" cy="205904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100207" y="1261886"/>
                <a:ext cx="926912" cy="205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1160159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1122201" y="2158441"/>
                <a:ext cx="779751" cy="863413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1100207" y="1261886"/>
              <a:ext cx="926912" cy="205904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2425548" y="1261886"/>
              <a:ext cx="863365" cy="2127158"/>
              <a:chOff x="2425548" y="1261886"/>
              <a:chExt cx="863365" cy="2127158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24255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25017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25105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24255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20219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20482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2036768" y="2363067"/>
              <a:ext cx="778121" cy="802459"/>
              <a:chOff x="2036768" y="2363067"/>
              <a:chExt cx="778121" cy="802459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20367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24432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11265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1316736" y="1095451"/>
              <a:ext cx="1755648" cy="113386"/>
              <a:chOff x="1316736" y="1095451"/>
              <a:chExt cx="1755648" cy="113386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37" name="Ondas 0"/>
            <p:cNvGrpSpPr/>
            <p:nvPr/>
          </p:nvGrpSpPr>
          <p:grpSpPr>
            <a:xfrm>
              <a:off x="1099109" y="1607515"/>
              <a:ext cx="274408" cy="393192"/>
              <a:chOff x="1099109" y="1607515"/>
              <a:chExt cx="274408" cy="393192"/>
            </a:xfrm>
          </p:grpSpPr>
          <p:sp>
            <p:nvSpPr>
              <p:cNvPr id="38" name="Flecha 37_2"/>
              <p:cNvSpPr/>
              <p:nvPr/>
            </p:nvSpPr>
            <p:spPr>
              <a:xfrm>
                <a:off x="1355141" y="1735531"/>
                <a:ext cx="18376" cy="137160"/>
              </a:xfrm>
              <a:custGeom>
                <a:avLst/>
                <a:gdLst/>
                <a:ahLst/>
                <a:cxnLst/>
                <a:rect l="0" t="0" r="r" b="b"/>
                <a:pathLst>
                  <a:path w="20" h="149" fill="none">
                    <a:moveTo>
                      <a:pt x="20" y="149"/>
                    </a:moveTo>
                    <a:lnTo>
                      <a:pt x="14" y="138"/>
                    </a:lnTo>
                    <a:lnTo>
                      <a:pt x="9" y="126"/>
                    </a:lnTo>
                    <a:lnTo>
                      <a:pt x="5" y="113"/>
                    </a:lnTo>
                    <a:lnTo>
                      <a:pt x="2" y="101"/>
                    </a:lnTo>
                    <a:lnTo>
                      <a:pt x="0" y="88"/>
                    </a:lnTo>
                    <a:lnTo>
                      <a:pt x="0" y="74"/>
                    </a:lnTo>
                    <a:lnTo>
                      <a:pt x="0" y="61"/>
                    </a:lnTo>
                    <a:lnTo>
                      <a:pt x="2" y="48"/>
                    </a:lnTo>
                    <a:lnTo>
                      <a:pt x="5" y="36"/>
                    </a:lnTo>
                    <a:lnTo>
                      <a:pt x="9" y="23"/>
                    </a:lnTo>
                    <a:lnTo>
                      <a:pt x="14" y="11"/>
                    </a:lnTo>
                    <a:lnTo>
                      <a:pt x="20" y="0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39" name="Flecha 39_2"/>
              <p:cNvSpPr/>
              <p:nvPr/>
            </p:nvSpPr>
            <p:spPr>
              <a:xfrm>
                <a:off x="1227125" y="1671523"/>
                <a:ext cx="35527" cy="265176"/>
              </a:xfrm>
              <a:custGeom>
                <a:avLst/>
                <a:gdLst/>
                <a:ahLst/>
                <a:cxnLst/>
                <a:rect l="0" t="0" r="r" b="b"/>
                <a:pathLst>
                  <a:path w="38" h="289" fill="none">
                    <a:moveTo>
                      <a:pt x="38" y="289"/>
                    </a:moveTo>
                    <a:lnTo>
                      <a:pt x="27" y="267"/>
                    </a:lnTo>
                    <a:lnTo>
                      <a:pt x="17" y="244"/>
                    </a:lnTo>
                    <a:lnTo>
                      <a:pt x="9" y="220"/>
                    </a:lnTo>
                    <a:lnTo>
                      <a:pt x="4" y="195"/>
                    </a:lnTo>
                    <a:lnTo>
                      <a:pt x="1" y="170"/>
                    </a:lnTo>
                    <a:lnTo>
                      <a:pt x="0" y="145"/>
                    </a:lnTo>
                    <a:lnTo>
                      <a:pt x="1" y="119"/>
                    </a:lnTo>
                    <a:lnTo>
                      <a:pt x="4" y="94"/>
                    </a:lnTo>
                    <a:lnTo>
                      <a:pt x="9" y="69"/>
                    </a:lnTo>
                    <a:lnTo>
                      <a:pt x="17" y="45"/>
                    </a:lnTo>
                    <a:lnTo>
                      <a:pt x="27" y="22"/>
                    </a:lnTo>
                    <a:lnTo>
                      <a:pt x="38" y="0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40" name="Flecha 41_2"/>
              <p:cNvSpPr/>
              <p:nvPr/>
            </p:nvSpPr>
            <p:spPr>
              <a:xfrm>
                <a:off x="1099109" y="1607515"/>
                <a:ext cx="52678" cy="393192"/>
              </a:xfrm>
              <a:custGeom>
                <a:avLst/>
                <a:gdLst/>
                <a:ahLst/>
                <a:cxnLst/>
                <a:rect l="0" t="0" r="r" b="b"/>
                <a:pathLst>
                  <a:path w="57" h="430" fill="none">
                    <a:moveTo>
                      <a:pt x="57" y="430"/>
                    </a:moveTo>
                    <a:lnTo>
                      <a:pt x="40" y="396"/>
                    </a:lnTo>
                    <a:lnTo>
                      <a:pt x="25" y="362"/>
                    </a:lnTo>
                    <a:lnTo>
                      <a:pt x="14" y="326"/>
                    </a:lnTo>
                    <a:lnTo>
                      <a:pt x="6" y="289"/>
                    </a:lnTo>
                    <a:lnTo>
                      <a:pt x="1" y="252"/>
                    </a:lnTo>
                    <a:lnTo>
                      <a:pt x="0" y="215"/>
                    </a:lnTo>
                    <a:lnTo>
                      <a:pt x="1" y="177"/>
                    </a:lnTo>
                    <a:lnTo>
                      <a:pt x="6" y="140"/>
                    </a:lnTo>
                    <a:lnTo>
                      <a:pt x="14" y="103"/>
                    </a:lnTo>
                    <a:lnTo>
                      <a:pt x="25" y="67"/>
                    </a:lnTo>
                    <a:lnTo>
                      <a:pt x="40" y="33"/>
                    </a:lnTo>
                    <a:lnTo>
                      <a:pt x="57" y="0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</p:grpSp>
        <p:sp>
          <p:nvSpPr>
            <p:cNvPr id="41" name="Forma 43"/>
            <p:cNvSpPr/>
            <p:nvPr/>
          </p:nvSpPr>
          <p:spPr>
            <a:xfrm>
              <a:off x="320040" y="3794760"/>
              <a:ext cx="370332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2" name="Forma 44"/>
            <p:cNvSpPr/>
            <p:nvPr/>
          </p:nvSpPr>
          <p:spPr>
            <a:xfrm>
              <a:off x="320040" y="4297680"/>
              <a:ext cx="3703320" cy="11430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Expansión simétrica · frémito transmitido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43" name="Columna DERRAME"/>
          <p:cNvGrpSpPr/>
          <p:nvPr/>
        </p:nvGrpSpPr>
        <p:grpSpPr>
          <a:xfrm>
            <a:off x="4206240" y="982066"/>
            <a:ext cx="3703320" cy="4458614"/>
            <a:chOff x="4206240" y="982066"/>
            <a:chExt cx="3703320" cy="4458614"/>
          </a:xfrm>
        </p:grpSpPr>
        <p:sp>
          <p:nvSpPr>
            <p:cNvPr id="44" name="ParedToracica_2"/>
            <p:cNvSpPr/>
            <p:nvPr/>
          </p:nvSpPr>
          <p:spPr>
            <a:xfrm>
              <a:off x="47406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5" name="Mediastino_2"/>
            <p:cNvSpPr/>
            <p:nvPr/>
          </p:nvSpPr>
          <p:spPr>
            <a:xfrm>
              <a:off x="55833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6" name="Costillas_2"/>
            <p:cNvGrpSpPr/>
            <p:nvPr/>
          </p:nvGrpSpPr>
          <p:grpSpPr>
            <a:xfrm>
              <a:off x="4793285" y="1208837"/>
              <a:ext cx="2574950" cy="2335743"/>
              <a:chOff x="4793285" y="1208837"/>
              <a:chExt cx="2574950" cy="2335743"/>
            </a:xfrm>
          </p:grpSpPr>
          <p:sp>
            <p:nvSpPr>
              <p:cNvPr id="47" name="Forma 49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8" name="Forma 50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9" name="EspacioPleur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0" name="EspacioPleur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1" name="Aorta_2"/>
            <p:cNvSpPr/>
            <p:nvPr/>
          </p:nvSpPr>
          <p:spPr>
            <a:xfrm>
              <a:off x="60859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2" name="Traquea_2"/>
            <p:cNvGrpSpPr/>
            <p:nvPr/>
          </p:nvGrpSpPr>
          <p:grpSpPr>
            <a:xfrm>
              <a:off x="5732570" y="982066"/>
              <a:ext cx="696380" cy="1216048"/>
              <a:chOff x="5732570" y="982066"/>
              <a:chExt cx="696380" cy="1216048"/>
            </a:xfrm>
          </p:grpSpPr>
          <p:sp>
            <p:nvSpPr>
              <p:cNvPr id="53" name="Forma 55"/>
              <p:cNvSpPr/>
              <p:nvPr/>
            </p:nvSpPr>
            <p:spPr>
              <a:xfrm>
                <a:off x="57325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4" name="Forma 56"/>
              <p:cNvSpPr/>
              <p:nvPr/>
            </p:nvSpPr>
            <p:spPr>
              <a:xfrm>
                <a:off x="60280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5" name="LiquidoPleuralD"/>
            <p:cNvSpPr/>
            <p:nvPr/>
          </p:nvSpPr>
          <p:spPr>
            <a:xfrm>
              <a:off x="4957145" y="2014936"/>
              <a:ext cx="983163" cy="1345747"/>
            </a:xfrm>
            <a:custGeom>
              <a:avLst/>
              <a:gdLst/>
              <a:ahLst/>
              <a:cxnLst/>
              <a:rect l="0" t="0" r="r" b="b"/>
              <a:pathLst>
                <a:path w="7077" h="10000">
                  <a:moveTo>
                    <a:pt x="216" y="407"/>
                  </a:moveTo>
                  <a:lnTo>
                    <a:pt x="168" y="750"/>
                  </a:lnTo>
                  <a:lnTo>
                    <a:pt x="126" y="1095"/>
                  </a:lnTo>
                  <a:lnTo>
                    <a:pt x="90" y="1444"/>
                  </a:lnTo>
                  <a:lnTo>
                    <a:pt x="60" y="1797"/>
                  </a:lnTo>
                  <a:lnTo>
                    <a:pt x="35" y="2150"/>
                  </a:lnTo>
                  <a:lnTo>
                    <a:pt x="15" y="2504"/>
                  </a:lnTo>
                  <a:lnTo>
                    <a:pt x="0" y="2856"/>
                  </a:lnTo>
                  <a:lnTo>
                    <a:pt x="0" y="4963"/>
                  </a:lnTo>
                  <a:lnTo>
                    <a:pt x="17" y="5307"/>
                  </a:lnTo>
                  <a:lnTo>
                    <a:pt x="40" y="5652"/>
                  </a:lnTo>
                  <a:lnTo>
                    <a:pt x="68" y="5993"/>
                  </a:lnTo>
                  <a:lnTo>
                    <a:pt x="99" y="6329"/>
                  </a:lnTo>
                  <a:lnTo>
                    <a:pt x="133" y="6653"/>
                  </a:lnTo>
                  <a:lnTo>
                    <a:pt x="168" y="6964"/>
                  </a:lnTo>
                  <a:lnTo>
                    <a:pt x="205" y="7260"/>
                  </a:lnTo>
                  <a:lnTo>
                    <a:pt x="244" y="7546"/>
                  </a:lnTo>
                  <a:lnTo>
                    <a:pt x="286" y="7821"/>
                  </a:lnTo>
                  <a:lnTo>
                    <a:pt x="330" y="8086"/>
                  </a:lnTo>
                  <a:lnTo>
                    <a:pt x="375" y="8340"/>
                  </a:lnTo>
                  <a:lnTo>
                    <a:pt x="421" y="8586"/>
                  </a:lnTo>
                  <a:lnTo>
                    <a:pt x="466" y="8832"/>
                  </a:lnTo>
                  <a:lnTo>
                    <a:pt x="513" y="9080"/>
                  </a:lnTo>
                  <a:lnTo>
                    <a:pt x="560" y="9319"/>
                  </a:lnTo>
                  <a:lnTo>
                    <a:pt x="610" y="9535"/>
                  </a:lnTo>
                  <a:lnTo>
                    <a:pt x="661" y="9716"/>
                  </a:lnTo>
                  <a:lnTo>
                    <a:pt x="716" y="9849"/>
                  </a:lnTo>
                  <a:lnTo>
                    <a:pt x="767" y="9936"/>
                  </a:lnTo>
                  <a:lnTo>
                    <a:pt x="814" y="9985"/>
                  </a:lnTo>
                  <a:lnTo>
                    <a:pt x="863" y="10000"/>
                  </a:lnTo>
                  <a:lnTo>
                    <a:pt x="922" y="9980"/>
                  </a:lnTo>
                  <a:lnTo>
                    <a:pt x="996" y="9930"/>
                  </a:lnTo>
                  <a:lnTo>
                    <a:pt x="1095" y="9849"/>
                  </a:lnTo>
                  <a:lnTo>
                    <a:pt x="1216" y="9724"/>
                  </a:lnTo>
                  <a:lnTo>
                    <a:pt x="1354" y="9548"/>
                  </a:lnTo>
                  <a:lnTo>
                    <a:pt x="1508" y="9341"/>
                  </a:lnTo>
                  <a:lnTo>
                    <a:pt x="1678" y="9121"/>
                  </a:lnTo>
                  <a:lnTo>
                    <a:pt x="1864" y="8905"/>
                  </a:lnTo>
                  <a:lnTo>
                    <a:pt x="2064" y="8712"/>
                  </a:lnTo>
                  <a:lnTo>
                    <a:pt x="2285" y="8531"/>
                  </a:lnTo>
                  <a:lnTo>
                    <a:pt x="2530" y="8347"/>
                  </a:lnTo>
                  <a:lnTo>
                    <a:pt x="2790" y="8167"/>
                  </a:lnTo>
                  <a:lnTo>
                    <a:pt x="3057" y="8000"/>
                  </a:lnTo>
                  <a:lnTo>
                    <a:pt x="3323" y="7856"/>
                  </a:lnTo>
                  <a:lnTo>
                    <a:pt x="3580" y="7743"/>
                  </a:lnTo>
                  <a:lnTo>
                    <a:pt x="3831" y="7661"/>
                  </a:lnTo>
                  <a:lnTo>
                    <a:pt x="4083" y="7604"/>
                  </a:lnTo>
                  <a:lnTo>
                    <a:pt x="4333" y="7569"/>
                  </a:lnTo>
                  <a:lnTo>
                    <a:pt x="4580" y="7554"/>
                  </a:lnTo>
                  <a:lnTo>
                    <a:pt x="4821" y="7557"/>
                  </a:lnTo>
                  <a:lnTo>
                    <a:pt x="5055" y="7575"/>
                  </a:lnTo>
                  <a:lnTo>
                    <a:pt x="5283" y="7614"/>
                  </a:lnTo>
                  <a:lnTo>
                    <a:pt x="5510" y="7679"/>
                  </a:lnTo>
                  <a:lnTo>
                    <a:pt x="5731" y="7761"/>
                  </a:lnTo>
                  <a:lnTo>
                    <a:pt x="5942" y="7854"/>
                  </a:lnTo>
                  <a:lnTo>
                    <a:pt x="6139" y="7949"/>
                  </a:lnTo>
                  <a:lnTo>
                    <a:pt x="6318" y="8038"/>
                  </a:lnTo>
                  <a:lnTo>
                    <a:pt x="6484" y="8158"/>
                  </a:lnTo>
                  <a:lnTo>
                    <a:pt x="6640" y="8322"/>
                  </a:lnTo>
                  <a:lnTo>
                    <a:pt x="6782" y="8488"/>
                  </a:lnTo>
                  <a:lnTo>
                    <a:pt x="6905" y="8615"/>
                  </a:lnTo>
                  <a:lnTo>
                    <a:pt x="7005" y="8662"/>
                  </a:lnTo>
                  <a:lnTo>
                    <a:pt x="7077" y="8586"/>
                  </a:lnTo>
                  <a:lnTo>
                    <a:pt x="7077" y="7371"/>
                  </a:lnTo>
                  <a:lnTo>
                    <a:pt x="7058" y="7117"/>
                  </a:lnTo>
                  <a:lnTo>
                    <a:pt x="7021" y="6651"/>
                  </a:lnTo>
                  <a:lnTo>
                    <a:pt x="6992" y="6226"/>
                  </a:lnTo>
                  <a:lnTo>
                    <a:pt x="6969" y="5838"/>
                  </a:lnTo>
                  <a:lnTo>
                    <a:pt x="6942" y="5451"/>
                  </a:lnTo>
                  <a:lnTo>
                    <a:pt x="6913" y="5065"/>
                  </a:lnTo>
                  <a:lnTo>
                    <a:pt x="6883" y="4680"/>
                  </a:lnTo>
                  <a:lnTo>
                    <a:pt x="6853" y="4295"/>
                  </a:lnTo>
                  <a:lnTo>
                    <a:pt x="6824" y="3909"/>
                  </a:lnTo>
                  <a:lnTo>
                    <a:pt x="6797" y="3523"/>
                  </a:lnTo>
                  <a:lnTo>
                    <a:pt x="6771" y="3137"/>
                  </a:lnTo>
                  <a:lnTo>
                    <a:pt x="6745" y="2751"/>
                  </a:lnTo>
                  <a:lnTo>
                    <a:pt x="6718" y="2365"/>
                  </a:lnTo>
                  <a:lnTo>
                    <a:pt x="6699" y="2115"/>
                  </a:lnTo>
                  <a:lnTo>
                    <a:pt x="6546" y="2111"/>
                  </a:lnTo>
                  <a:lnTo>
                    <a:pt x="6369" y="2104"/>
                  </a:lnTo>
                  <a:lnTo>
                    <a:pt x="6192" y="2095"/>
                  </a:lnTo>
                  <a:lnTo>
                    <a:pt x="6015" y="2083"/>
                  </a:lnTo>
                  <a:lnTo>
                    <a:pt x="5838" y="2069"/>
                  </a:lnTo>
                  <a:lnTo>
                    <a:pt x="5661" y="2052"/>
                  </a:lnTo>
                  <a:lnTo>
                    <a:pt x="5484" y="2032"/>
                  </a:lnTo>
                  <a:lnTo>
                    <a:pt x="5307" y="2009"/>
                  </a:lnTo>
                  <a:lnTo>
                    <a:pt x="5130" y="1984"/>
                  </a:lnTo>
                  <a:lnTo>
                    <a:pt x="4953" y="1955"/>
                  </a:lnTo>
                  <a:lnTo>
                    <a:pt x="4776" y="1924"/>
                  </a:lnTo>
                  <a:lnTo>
                    <a:pt x="4600" y="1889"/>
                  </a:lnTo>
                  <a:lnTo>
                    <a:pt x="4423" y="1851"/>
                  </a:lnTo>
                  <a:lnTo>
                    <a:pt x="4246" y="1810"/>
                  </a:lnTo>
                  <a:lnTo>
                    <a:pt x="4069" y="1766"/>
                  </a:lnTo>
                  <a:lnTo>
                    <a:pt x="3892" y="1719"/>
                  </a:lnTo>
                  <a:lnTo>
                    <a:pt x="3715" y="1669"/>
                  </a:lnTo>
                  <a:lnTo>
                    <a:pt x="3538" y="1615"/>
                  </a:lnTo>
                  <a:lnTo>
                    <a:pt x="3383" y="1565"/>
                  </a:lnTo>
                  <a:lnTo>
                    <a:pt x="3245" y="1620"/>
                  </a:lnTo>
                  <a:lnTo>
                    <a:pt x="3238" y="1623"/>
                  </a:lnTo>
                  <a:lnTo>
                    <a:pt x="3024" y="1718"/>
                  </a:lnTo>
                  <a:lnTo>
                    <a:pt x="3019" y="1720"/>
                  </a:lnTo>
                  <a:lnTo>
                    <a:pt x="2817" y="1818"/>
                  </a:lnTo>
                  <a:lnTo>
                    <a:pt x="2812" y="1820"/>
                  </a:lnTo>
                  <a:lnTo>
                    <a:pt x="2630" y="1915"/>
                  </a:lnTo>
                  <a:lnTo>
                    <a:pt x="2620" y="1921"/>
                  </a:lnTo>
                  <a:lnTo>
                    <a:pt x="2456" y="2023"/>
                  </a:lnTo>
                  <a:lnTo>
                    <a:pt x="2445" y="2030"/>
                  </a:lnTo>
                  <a:lnTo>
                    <a:pt x="2293" y="2143"/>
                  </a:lnTo>
                  <a:lnTo>
                    <a:pt x="2288" y="2147"/>
                  </a:lnTo>
                  <a:lnTo>
                    <a:pt x="2148" y="2264"/>
                  </a:lnTo>
                  <a:lnTo>
                    <a:pt x="2147" y="2265"/>
                  </a:lnTo>
                  <a:lnTo>
                    <a:pt x="2021" y="2373"/>
                  </a:lnTo>
                  <a:lnTo>
                    <a:pt x="2020" y="2374"/>
                  </a:lnTo>
                  <a:lnTo>
                    <a:pt x="1914" y="2461"/>
                  </a:lnTo>
                  <a:lnTo>
                    <a:pt x="1910" y="2463"/>
                  </a:lnTo>
                  <a:lnTo>
                    <a:pt x="1825" y="2520"/>
                  </a:lnTo>
                  <a:lnTo>
                    <a:pt x="1821" y="2522"/>
                  </a:lnTo>
                  <a:lnTo>
                    <a:pt x="1796" y="2535"/>
                  </a:lnTo>
                  <a:lnTo>
                    <a:pt x="1792" y="2537"/>
                  </a:lnTo>
                  <a:lnTo>
                    <a:pt x="1788" y="2539"/>
                  </a:lnTo>
                  <a:lnTo>
                    <a:pt x="1784" y="2540"/>
                  </a:lnTo>
                  <a:lnTo>
                    <a:pt x="1780" y="2540"/>
                  </a:lnTo>
                  <a:lnTo>
                    <a:pt x="1776" y="2540"/>
                  </a:lnTo>
                  <a:lnTo>
                    <a:pt x="1771" y="2540"/>
                  </a:lnTo>
                  <a:lnTo>
                    <a:pt x="1767" y="2539"/>
                  </a:lnTo>
                  <a:lnTo>
                    <a:pt x="1763" y="2538"/>
                  </a:lnTo>
                  <a:lnTo>
                    <a:pt x="1759" y="2537"/>
                  </a:lnTo>
                  <a:lnTo>
                    <a:pt x="1756" y="2535"/>
                  </a:lnTo>
                  <a:lnTo>
                    <a:pt x="1752" y="2533"/>
                  </a:lnTo>
                  <a:lnTo>
                    <a:pt x="1749" y="2530"/>
                  </a:lnTo>
                  <a:lnTo>
                    <a:pt x="1746" y="2527"/>
                  </a:lnTo>
                  <a:lnTo>
                    <a:pt x="1743" y="2524"/>
                  </a:lnTo>
                  <a:lnTo>
                    <a:pt x="1741" y="2521"/>
                  </a:lnTo>
                  <a:lnTo>
                    <a:pt x="1719" y="2487"/>
                  </a:lnTo>
                  <a:lnTo>
                    <a:pt x="1718" y="2484"/>
                  </a:lnTo>
                  <a:lnTo>
                    <a:pt x="1716" y="2482"/>
                  </a:lnTo>
                  <a:lnTo>
                    <a:pt x="1678" y="2395"/>
                  </a:lnTo>
                  <a:lnTo>
                    <a:pt x="1677" y="2392"/>
                  </a:lnTo>
                  <a:lnTo>
                    <a:pt x="1638" y="2283"/>
                  </a:lnTo>
                  <a:lnTo>
                    <a:pt x="1637" y="2281"/>
                  </a:lnTo>
                  <a:lnTo>
                    <a:pt x="1599" y="2157"/>
                  </a:lnTo>
                  <a:lnTo>
                    <a:pt x="1599" y="2157"/>
                  </a:lnTo>
                  <a:lnTo>
                    <a:pt x="1561" y="2026"/>
                  </a:lnTo>
                  <a:lnTo>
                    <a:pt x="1523" y="1896"/>
                  </a:lnTo>
                  <a:lnTo>
                    <a:pt x="1485" y="1767"/>
                  </a:lnTo>
                  <a:lnTo>
                    <a:pt x="1485" y="1766"/>
                  </a:lnTo>
                  <a:lnTo>
                    <a:pt x="1449" y="1632"/>
                  </a:lnTo>
                  <a:lnTo>
                    <a:pt x="1448" y="1632"/>
                  </a:lnTo>
                  <a:lnTo>
                    <a:pt x="1413" y="1493"/>
                  </a:lnTo>
                  <a:lnTo>
                    <a:pt x="1412" y="1492"/>
                  </a:lnTo>
                  <a:lnTo>
                    <a:pt x="1378" y="1348"/>
                  </a:lnTo>
                  <a:lnTo>
                    <a:pt x="1378" y="1348"/>
                  </a:lnTo>
                  <a:lnTo>
                    <a:pt x="1346" y="1198"/>
                  </a:lnTo>
                  <a:lnTo>
                    <a:pt x="1345" y="1197"/>
                  </a:lnTo>
                  <a:lnTo>
                    <a:pt x="1315" y="1042"/>
                  </a:lnTo>
                  <a:lnTo>
                    <a:pt x="1315" y="1041"/>
                  </a:lnTo>
                  <a:lnTo>
                    <a:pt x="1287" y="878"/>
                  </a:lnTo>
                  <a:lnTo>
                    <a:pt x="1287" y="878"/>
                  </a:lnTo>
                  <a:lnTo>
                    <a:pt x="1259" y="707"/>
                  </a:lnTo>
                  <a:lnTo>
                    <a:pt x="1259" y="707"/>
                  </a:lnTo>
                  <a:lnTo>
                    <a:pt x="1244" y="605"/>
                  </a:lnTo>
                  <a:lnTo>
                    <a:pt x="1238" y="602"/>
                  </a:lnTo>
                  <a:lnTo>
                    <a:pt x="1061" y="499"/>
                  </a:lnTo>
                  <a:lnTo>
                    <a:pt x="884" y="392"/>
                  </a:lnTo>
                  <a:lnTo>
                    <a:pt x="707" y="281"/>
                  </a:lnTo>
                  <a:lnTo>
                    <a:pt x="530" y="167"/>
                  </a:lnTo>
                  <a:lnTo>
                    <a:pt x="353" y="49"/>
                  </a:lnTo>
                  <a:lnTo>
                    <a:pt x="281" y="0"/>
                  </a:lnTo>
                  <a:lnTo>
                    <a:pt x="269" y="66"/>
                  </a:lnTo>
                  <a:lnTo>
                    <a:pt x="216" y="407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6" name="PulmonDerecho_2"/>
            <p:cNvGrpSpPr/>
            <p:nvPr/>
          </p:nvGrpSpPr>
          <p:grpSpPr>
            <a:xfrm>
              <a:off x="5124152" y="1261886"/>
              <a:ext cx="749511" cy="1089311"/>
              <a:chOff x="5124152" y="1261886"/>
              <a:chExt cx="749511" cy="1089311"/>
            </a:xfrm>
          </p:grpSpPr>
          <p:sp>
            <p:nvSpPr>
              <p:cNvPr id="57" name="Forma 59"/>
              <p:cNvSpPr/>
              <p:nvPr/>
            </p:nvSpPr>
            <p:spPr>
              <a:xfrm>
                <a:off x="5124152" y="1261886"/>
                <a:ext cx="749511" cy="1089311"/>
              </a:xfrm>
              <a:custGeom>
                <a:avLst/>
                <a:gdLst/>
                <a:ahLst/>
                <a:cxnLst/>
                <a:rect l="0" t="0" r="r" b="b"/>
                <a:pathLst>
                  <a:path w="6665" h="10000">
                    <a:moveTo>
                      <a:pt x="741" y="9983"/>
                    </a:moveTo>
                    <a:lnTo>
                      <a:pt x="846" y="9913"/>
                    </a:lnTo>
                    <a:lnTo>
                      <a:pt x="978" y="9806"/>
                    </a:lnTo>
                    <a:lnTo>
                      <a:pt x="1133" y="9672"/>
                    </a:lnTo>
                    <a:lnTo>
                      <a:pt x="1135" y="9670"/>
                    </a:lnTo>
                    <a:lnTo>
                      <a:pt x="1309" y="9526"/>
                    </a:lnTo>
                    <a:lnTo>
                      <a:pt x="1317" y="9520"/>
                    </a:lnTo>
                    <a:lnTo>
                      <a:pt x="1506" y="9379"/>
                    </a:lnTo>
                    <a:lnTo>
                      <a:pt x="1521" y="9368"/>
                    </a:lnTo>
                    <a:lnTo>
                      <a:pt x="1725" y="9242"/>
                    </a:lnTo>
                    <a:lnTo>
                      <a:pt x="1739" y="9234"/>
                    </a:lnTo>
                    <a:lnTo>
                      <a:pt x="1965" y="9116"/>
                    </a:lnTo>
                    <a:lnTo>
                      <a:pt x="1972" y="9112"/>
                    </a:lnTo>
                    <a:lnTo>
                      <a:pt x="2222" y="8992"/>
                    </a:lnTo>
                    <a:lnTo>
                      <a:pt x="2230" y="8988"/>
                    </a:lnTo>
                    <a:lnTo>
                      <a:pt x="2495" y="8870"/>
                    </a:lnTo>
                    <a:lnTo>
                      <a:pt x="2504" y="8866"/>
                    </a:lnTo>
                    <a:lnTo>
                      <a:pt x="2777" y="8758"/>
                    </a:lnTo>
                    <a:lnTo>
                      <a:pt x="2789" y="8753"/>
                    </a:lnTo>
                    <a:lnTo>
                      <a:pt x="3060" y="8659"/>
                    </a:lnTo>
                    <a:lnTo>
                      <a:pt x="3077" y="8653"/>
                    </a:lnTo>
                    <a:lnTo>
                      <a:pt x="3339" y="8579"/>
                    </a:lnTo>
                    <a:lnTo>
                      <a:pt x="3361" y="8574"/>
                    </a:lnTo>
                    <a:lnTo>
                      <a:pt x="3616" y="8520"/>
                    </a:lnTo>
                    <a:lnTo>
                      <a:pt x="3637" y="8517"/>
                    </a:lnTo>
                    <a:lnTo>
                      <a:pt x="3894" y="8479"/>
                    </a:lnTo>
                    <a:lnTo>
                      <a:pt x="3914" y="8477"/>
                    </a:lnTo>
                    <a:lnTo>
                      <a:pt x="4169" y="8454"/>
                    </a:lnTo>
                    <a:lnTo>
                      <a:pt x="4187" y="8453"/>
                    </a:lnTo>
                    <a:lnTo>
                      <a:pt x="4439" y="8443"/>
                    </a:lnTo>
                    <a:lnTo>
                      <a:pt x="4456" y="8443"/>
                    </a:lnTo>
                    <a:lnTo>
                      <a:pt x="4702" y="8445"/>
                    </a:lnTo>
                    <a:lnTo>
                      <a:pt x="4717" y="8445"/>
                    </a:lnTo>
                    <a:lnTo>
                      <a:pt x="4955" y="8457"/>
                    </a:lnTo>
                    <a:lnTo>
                      <a:pt x="4977" y="8458"/>
                    </a:lnTo>
                    <a:lnTo>
                      <a:pt x="5210" y="8484"/>
                    </a:lnTo>
                    <a:lnTo>
                      <a:pt x="5235" y="8488"/>
                    </a:lnTo>
                    <a:lnTo>
                      <a:pt x="5466" y="8530"/>
                    </a:lnTo>
                    <a:lnTo>
                      <a:pt x="5484" y="8534"/>
                    </a:lnTo>
                    <a:lnTo>
                      <a:pt x="5709" y="8588"/>
                    </a:lnTo>
                    <a:lnTo>
                      <a:pt x="5721" y="8591"/>
                    </a:lnTo>
                    <a:lnTo>
                      <a:pt x="5936" y="8651"/>
                    </a:lnTo>
                    <a:lnTo>
                      <a:pt x="5944" y="8654"/>
                    </a:lnTo>
                    <a:lnTo>
                      <a:pt x="6145" y="8716"/>
                    </a:lnTo>
                    <a:lnTo>
                      <a:pt x="6148" y="8717"/>
                    </a:lnTo>
                    <a:lnTo>
                      <a:pt x="6330" y="8775"/>
                    </a:lnTo>
                    <a:lnTo>
                      <a:pt x="6347" y="8781"/>
                    </a:lnTo>
                    <a:lnTo>
                      <a:pt x="6364" y="8788"/>
                    </a:lnTo>
                    <a:lnTo>
                      <a:pt x="6532" y="8866"/>
                    </a:lnTo>
                    <a:lnTo>
                      <a:pt x="6549" y="8875"/>
                    </a:lnTo>
                    <a:lnTo>
                      <a:pt x="6564" y="8885"/>
                    </a:lnTo>
                    <a:lnTo>
                      <a:pt x="6665" y="8952"/>
                    </a:lnTo>
                    <a:lnTo>
                      <a:pt x="6659" y="8887"/>
                    </a:lnTo>
                    <a:lnTo>
                      <a:pt x="6615" y="8410"/>
                    </a:lnTo>
                    <a:lnTo>
                      <a:pt x="6570" y="7932"/>
                    </a:lnTo>
                    <a:lnTo>
                      <a:pt x="6522" y="7454"/>
                    </a:lnTo>
                    <a:lnTo>
                      <a:pt x="6470" y="6977"/>
                    </a:lnTo>
                    <a:lnTo>
                      <a:pt x="6412" y="6502"/>
                    </a:lnTo>
                    <a:lnTo>
                      <a:pt x="6347" y="6029"/>
                    </a:lnTo>
                    <a:lnTo>
                      <a:pt x="6275" y="5550"/>
                    </a:lnTo>
                    <a:lnTo>
                      <a:pt x="6195" y="5063"/>
                    </a:lnTo>
                    <a:lnTo>
                      <a:pt x="6110" y="4578"/>
                    </a:lnTo>
                    <a:lnTo>
                      <a:pt x="6020" y="4104"/>
                    </a:lnTo>
                    <a:lnTo>
                      <a:pt x="5926" y="3650"/>
                    </a:lnTo>
                    <a:lnTo>
                      <a:pt x="5828" y="3226"/>
                    </a:lnTo>
                    <a:lnTo>
                      <a:pt x="5725" y="2828"/>
                    </a:lnTo>
                    <a:lnTo>
                      <a:pt x="5614" y="2446"/>
                    </a:lnTo>
                    <a:lnTo>
                      <a:pt x="5498" y="2084"/>
                    </a:lnTo>
                    <a:lnTo>
                      <a:pt x="5382" y="1746"/>
                    </a:lnTo>
                    <a:lnTo>
                      <a:pt x="5266" y="1435"/>
                    </a:lnTo>
                    <a:lnTo>
                      <a:pt x="5155" y="1155"/>
                    </a:lnTo>
                    <a:lnTo>
                      <a:pt x="5051" y="909"/>
                    </a:lnTo>
                    <a:lnTo>
                      <a:pt x="4953" y="694"/>
                    </a:lnTo>
                    <a:lnTo>
                      <a:pt x="4857" y="507"/>
                    </a:lnTo>
                    <a:lnTo>
                      <a:pt x="4760" y="346"/>
                    </a:lnTo>
                    <a:lnTo>
                      <a:pt x="4658" y="208"/>
                    </a:lnTo>
                    <a:lnTo>
                      <a:pt x="4548" y="89"/>
                    </a:lnTo>
                    <a:lnTo>
                      <a:pt x="4511" y="55"/>
                    </a:lnTo>
                    <a:lnTo>
                      <a:pt x="4486" y="43"/>
                    </a:lnTo>
                    <a:lnTo>
                      <a:pt x="4417" y="20"/>
                    </a:lnTo>
                    <a:lnTo>
                      <a:pt x="4346" y="6"/>
                    </a:lnTo>
                    <a:lnTo>
                      <a:pt x="4259" y="0"/>
                    </a:lnTo>
                    <a:lnTo>
                      <a:pt x="4147" y="3"/>
                    </a:lnTo>
                    <a:lnTo>
                      <a:pt x="4001" y="19"/>
                    </a:lnTo>
                    <a:lnTo>
                      <a:pt x="3825" y="51"/>
                    </a:lnTo>
                    <a:lnTo>
                      <a:pt x="3630" y="95"/>
                    </a:lnTo>
                    <a:lnTo>
                      <a:pt x="3428" y="150"/>
                    </a:lnTo>
                    <a:lnTo>
                      <a:pt x="3231" y="213"/>
                    </a:lnTo>
                    <a:lnTo>
                      <a:pt x="3046" y="283"/>
                    </a:lnTo>
                    <a:lnTo>
                      <a:pt x="2870" y="360"/>
                    </a:lnTo>
                    <a:lnTo>
                      <a:pt x="2694" y="448"/>
                    </a:lnTo>
                    <a:lnTo>
                      <a:pt x="2521" y="545"/>
                    </a:lnTo>
                    <a:lnTo>
                      <a:pt x="2351" y="650"/>
                    </a:lnTo>
                    <a:lnTo>
                      <a:pt x="2187" y="763"/>
                    </a:lnTo>
                    <a:lnTo>
                      <a:pt x="2030" y="883"/>
                    </a:lnTo>
                    <a:lnTo>
                      <a:pt x="1879" y="1010"/>
                    </a:lnTo>
                    <a:lnTo>
                      <a:pt x="1733" y="1145"/>
                    </a:lnTo>
                    <a:lnTo>
                      <a:pt x="1592" y="1289"/>
                    </a:lnTo>
                    <a:lnTo>
                      <a:pt x="1456" y="1440"/>
                    </a:lnTo>
                    <a:lnTo>
                      <a:pt x="1326" y="1597"/>
                    </a:lnTo>
                    <a:lnTo>
                      <a:pt x="1201" y="1761"/>
                    </a:lnTo>
                    <a:lnTo>
                      <a:pt x="1081" y="1932"/>
                    </a:lnTo>
                    <a:lnTo>
                      <a:pt x="966" y="2110"/>
                    </a:lnTo>
                    <a:lnTo>
                      <a:pt x="858" y="2295"/>
                    </a:lnTo>
                    <a:lnTo>
                      <a:pt x="755" y="2485"/>
                    </a:lnTo>
                    <a:lnTo>
                      <a:pt x="659" y="2680"/>
                    </a:lnTo>
                    <a:lnTo>
                      <a:pt x="571" y="2879"/>
                    </a:lnTo>
                    <a:lnTo>
                      <a:pt x="491" y="3082"/>
                    </a:lnTo>
                    <a:lnTo>
                      <a:pt x="418" y="3292"/>
                    </a:lnTo>
                    <a:lnTo>
                      <a:pt x="352" y="3506"/>
                    </a:lnTo>
                    <a:lnTo>
                      <a:pt x="293" y="3725"/>
                    </a:lnTo>
                    <a:lnTo>
                      <a:pt x="239" y="3946"/>
                    </a:lnTo>
                    <a:lnTo>
                      <a:pt x="191" y="4167"/>
                    </a:lnTo>
                    <a:lnTo>
                      <a:pt x="148" y="4390"/>
                    </a:lnTo>
                    <a:lnTo>
                      <a:pt x="112" y="4615"/>
                    </a:lnTo>
                    <a:lnTo>
                      <a:pt x="82" y="4843"/>
                    </a:lnTo>
                    <a:lnTo>
                      <a:pt x="57" y="5072"/>
                    </a:lnTo>
                    <a:lnTo>
                      <a:pt x="37" y="5301"/>
                    </a:lnTo>
                    <a:lnTo>
                      <a:pt x="21" y="5530"/>
                    </a:lnTo>
                    <a:lnTo>
                      <a:pt x="9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9" y="6671"/>
                    </a:lnTo>
                    <a:lnTo>
                      <a:pt x="21" y="6894"/>
                    </a:lnTo>
                    <a:lnTo>
                      <a:pt x="38" y="7117"/>
                    </a:lnTo>
                    <a:lnTo>
                      <a:pt x="62" y="7340"/>
                    </a:lnTo>
                    <a:lnTo>
                      <a:pt x="90" y="7561"/>
                    </a:lnTo>
                    <a:lnTo>
                      <a:pt x="122" y="7779"/>
                    </a:lnTo>
                    <a:lnTo>
                      <a:pt x="156" y="7989"/>
                    </a:lnTo>
                    <a:lnTo>
                      <a:pt x="191" y="8191"/>
                    </a:lnTo>
                    <a:lnTo>
                      <a:pt x="228" y="8382"/>
                    </a:lnTo>
                    <a:lnTo>
                      <a:pt x="268" y="8567"/>
                    </a:lnTo>
                    <a:lnTo>
                      <a:pt x="311" y="8745"/>
                    </a:lnTo>
                    <a:lnTo>
                      <a:pt x="355" y="8916"/>
                    </a:lnTo>
                    <a:lnTo>
                      <a:pt x="400" y="9081"/>
                    </a:lnTo>
                    <a:lnTo>
                      <a:pt x="446" y="9241"/>
                    </a:lnTo>
                    <a:lnTo>
                      <a:pt x="493" y="9402"/>
                    </a:lnTo>
                    <a:lnTo>
                      <a:pt x="540" y="9563"/>
                    </a:lnTo>
                    <a:lnTo>
                      <a:pt x="587" y="9716"/>
                    </a:lnTo>
                    <a:lnTo>
                      <a:pt x="635" y="9851"/>
                    </a:lnTo>
                    <a:lnTo>
                      <a:pt x="683" y="9958"/>
                    </a:lnTo>
                    <a:lnTo>
                      <a:pt x="709" y="10000"/>
                    </a:lnTo>
                    <a:lnTo>
                      <a:pt x="741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8" name="Forma 60"/>
              <p:cNvSpPr/>
              <p:nvPr/>
            </p:nvSpPr>
            <p:spPr>
              <a:xfrm>
                <a:off x="5177633" y="1368788"/>
                <a:ext cx="595889" cy="779809"/>
              </a:xfrm>
              <a:custGeom>
                <a:avLst/>
                <a:gdLst/>
                <a:ahLst/>
                <a:cxnLst/>
                <a:rect l="0" t="0" r="r" b="b"/>
                <a:pathLst>
                  <a:path w="2036" h="2750" fill="none">
                    <a:moveTo>
                      <a:pt x="2036" y="1296"/>
                    </a:moveTo>
                    <a:lnTo>
                      <a:pt x="1500" y="1110"/>
                    </a:lnTo>
                    <a:lnTo>
                      <a:pt x="840" y="793"/>
                    </a:lnTo>
                    <a:lnTo>
                      <a:pt x="468" y="476"/>
                    </a:lnTo>
                  </a:path>
                  <a:path w="2036" h="2750" fill="none">
                    <a:moveTo>
                      <a:pt x="1500" y="1110"/>
                    </a:moveTo>
                    <a:lnTo>
                      <a:pt x="1252" y="634"/>
                    </a:lnTo>
                    <a:lnTo>
                      <a:pt x="1128" y="105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252" y="1375"/>
                    </a:lnTo>
                    <a:lnTo>
                      <a:pt x="427" y="1375"/>
                    </a:lnTo>
                    <a:lnTo>
                      <a:pt x="15" y="1428"/>
                    </a:lnTo>
                  </a:path>
                  <a:path w="2036" h="2750" fill="none">
                    <a:moveTo>
                      <a:pt x="1252" y="1375"/>
                    </a:moveTo>
                    <a:lnTo>
                      <a:pt x="675" y="1745"/>
                    </a:lnTo>
                    <a:lnTo>
                      <a:pt x="221" y="2063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500" y="1745"/>
                    </a:lnTo>
                    <a:lnTo>
                      <a:pt x="1005" y="2274"/>
                    </a:lnTo>
                    <a:lnTo>
                      <a:pt x="551" y="2698"/>
                    </a:lnTo>
                  </a:path>
                  <a:path w="2036" h="2750" fill="none">
                    <a:moveTo>
                      <a:pt x="1500" y="1745"/>
                    </a:moveTo>
                    <a:lnTo>
                      <a:pt x="1747" y="2274"/>
                    </a:lnTo>
                    <a:lnTo>
                      <a:pt x="1500" y="2750"/>
                    </a:lnTo>
                  </a:path>
                  <a:path w="2036" h="2750" fill="none">
                    <a:moveTo>
                      <a:pt x="1005" y="2274"/>
                    </a:moveTo>
                    <a:lnTo>
                      <a:pt x="345" y="2539"/>
                    </a:lnTo>
                    <a:lnTo>
                      <a:pt x="15" y="2698"/>
                    </a:lnTo>
                  </a:path>
                  <a:path w="2036" h="2750" fill="none">
                    <a:moveTo>
                      <a:pt x="840" y="793"/>
                    </a:moveTo>
                    <a:lnTo>
                      <a:pt x="262" y="899"/>
                    </a:lnTo>
                    <a:lnTo>
                      <a:pt x="0" y="1025"/>
                    </a:lnTo>
                  </a:path>
                  <a:path w="2036" h="2750" fill="none">
                    <a:moveTo>
                      <a:pt x="1252" y="634"/>
                    </a:moveTo>
                    <a:lnTo>
                      <a:pt x="757" y="317"/>
                    </a:lnTo>
                  </a:path>
                  <a:path w="2036" h="2750" fill="none">
                    <a:moveTo>
                      <a:pt x="675" y="1745"/>
                    </a:moveTo>
                    <a:lnTo>
                      <a:pt x="757" y="2116"/>
                    </a:lnTo>
                    <a:lnTo>
                      <a:pt x="510" y="2486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912" y="899"/>
                    </a:lnTo>
                    <a:lnTo>
                      <a:pt x="1665" y="476"/>
                    </a:lnTo>
                    <a:lnTo>
                      <a:pt x="1500" y="0"/>
                    </a:lnTo>
                  </a:path>
                  <a:path w="2036" h="2750" fill="none">
                    <a:moveTo>
                      <a:pt x="427" y="1375"/>
                    </a:moveTo>
                    <a:lnTo>
                      <a:pt x="180" y="16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9" name="Forma 61"/>
              <p:cNvSpPr/>
              <p:nvPr/>
            </p:nvSpPr>
            <p:spPr>
              <a:xfrm>
                <a:off x="5143359" y="1736198"/>
                <a:ext cx="642233" cy="456055"/>
              </a:xfrm>
              <a:custGeom>
                <a:avLst/>
                <a:gdLst/>
                <a:ahLst/>
                <a:cxnLst/>
                <a:rect l="0" t="0" r="r" b="b"/>
                <a:pathLst>
                  <a:path w="2194" h="1608" fill="none">
                    <a:moveTo>
                      <a:pt x="0" y="87"/>
                    </a:moveTo>
                    <a:lnTo>
                      <a:pt x="153" y="97"/>
                    </a:lnTo>
                    <a:lnTo>
                      <a:pt x="345" y="108"/>
                    </a:lnTo>
                    <a:lnTo>
                      <a:pt x="539" y="117"/>
                    </a:lnTo>
                    <a:lnTo>
                      <a:pt x="709" y="121"/>
                    </a:lnTo>
                    <a:lnTo>
                      <a:pt x="850" y="119"/>
                    </a:lnTo>
                    <a:lnTo>
                      <a:pt x="979" y="112"/>
                    </a:lnTo>
                    <a:lnTo>
                      <a:pt x="1102" y="103"/>
                    </a:lnTo>
                    <a:lnTo>
                      <a:pt x="1230" y="91"/>
                    </a:lnTo>
                    <a:lnTo>
                      <a:pt x="1369" y="79"/>
                    </a:lnTo>
                    <a:lnTo>
                      <a:pt x="1537" y="64"/>
                    </a:lnTo>
                    <a:lnTo>
                      <a:pt x="1727" y="46"/>
                    </a:lnTo>
                    <a:lnTo>
                      <a:pt x="1916" y="27"/>
                    </a:lnTo>
                    <a:lnTo>
                      <a:pt x="2080" y="11"/>
                    </a:lnTo>
                    <a:lnTo>
                      <a:pt x="2194" y="0"/>
                    </a:lnTo>
                  </a:path>
                  <a:path w="2194" h="1608" fill="none">
                    <a:moveTo>
                      <a:pt x="55" y="1608"/>
                    </a:moveTo>
                    <a:lnTo>
                      <a:pt x="150" y="1534"/>
                    </a:lnTo>
                    <a:lnTo>
                      <a:pt x="293" y="1422"/>
                    </a:lnTo>
                    <a:lnTo>
                      <a:pt x="459" y="1292"/>
                    </a:lnTo>
                    <a:lnTo>
                      <a:pt x="631" y="1157"/>
                    </a:lnTo>
                    <a:lnTo>
                      <a:pt x="792" y="1031"/>
                    </a:lnTo>
                    <a:lnTo>
                      <a:pt x="942" y="911"/>
                    </a:lnTo>
                    <a:lnTo>
                      <a:pt x="1093" y="788"/>
                    </a:lnTo>
                    <a:lnTo>
                      <a:pt x="1243" y="667"/>
                    </a:lnTo>
                    <a:lnTo>
                      <a:pt x="1391" y="552"/>
                    </a:lnTo>
                    <a:lnTo>
                      <a:pt x="1534" y="449"/>
                    </a:lnTo>
                    <a:lnTo>
                      <a:pt x="1682" y="356"/>
                    </a:lnTo>
                    <a:lnTo>
                      <a:pt x="1836" y="268"/>
                    </a:lnTo>
                    <a:lnTo>
                      <a:pt x="1982" y="190"/>
                    </a:lnTo>
                    <a:lnTo>
                      <a:pt x="2106" y="126"/>
                    </a:lnTo>
                    <a:lnTo>
                      <a:pt x="2194" y="79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0" name="PleuraVisceralD_2"/>
            <p:cNvSpPr/>
            <p:nvPr/>
          </p:nvSpPr>
          <p:spPr>
            <a:xfrm>
              <a:off x="5124152" y="1261886"/>
              <a:ext cx="749511" cy="1089311"/>
            </a:xfrm>
            <a:custGeom>
              <a:avLst/>
              <a:gdLst/>
              <a:ahLst/>
              <a:cxnLst/>
              <a:rect l="0" t="0" r="r" b="b"/>
              <a:pathLst>
                <a:path w="2561" h="3842" fill="none">
                  <a:moveTo>
                    <a:pt x="284" y="3836"/>
                  </a:moveTo>
                  <a:lnTo>
                    <a:pt x="325" y="3809"/>
                  </a:lnTo>
                  <a:lnTo>
                    <a:pt x="375" y="3768"/>
                  </a:lnTo>
                  <a:lnTo>
                    <a:pt x="435" y="3716"/>
                  </a:lnTo>
                  <a:lnTo>
                    <a:pt x="436" y="3716"/>
                  </a:lnTo>
                  <a:lnTo>
                    <a:pt x="503" y="3660"/>
                  </a:lnTo>
                  <a:lnTo>
                    <a:pt x="506" y="3658"/>
                  </a:lnTo>
                  <a:lnTo>
                    <a:pt x="578" y="3604"/>
                  </a:lnTo>
                  <a:lnTo>
                    <a:pt x="584" y="3600"/>
                  </a:lnTo>
                  <a:lnTo>
                    <a:pt x="662" y="3551"/>
                  </a:lnTo>
                  <a:lnTo>
                    <a:pt x="668" y="3548"/>
                  </a:lnTo>
                  <a:lnTo>
                    <a:pt x="755" y="3503"/>
                  </a:lnTo>
                  <a:lnTo>
                    <a:pt x="758" y="3501"/>
                  </a:lnTo>
                  <a:lnTo>
                    <a:pt x="854" y="3455"/>
                  </a:lnTo>
                  <a:lnTo>
                    <a:pt x="857" y="3454"/>
                  </a:lnTo>
                  <a:lnTo>
                    <a:pt x="959" y="3408"/>
                  </a:lnTo>
                  <a:lnTo>
                    <a:pt x="962" y="3407"/>
                  </a:lnTo>
                  <a:lnTo>
                    <a:pt x="1067" y="3365"/>
                  </a:lnTo>
                  <a:lnTo>
                    <a:pt x="1072" y="3363"/>
                  </a:lnTo>
                  <a:lnTo>
                    <a:pt x="1176" y="3327"/>
                  </a:lnTo>
                  <a:lnTo>
                    <a:pt x="1182" y="3325"/>
                  </a:lnTo>
                  <a:lnTo>
                    <a:pt x="1283" y="3297"/>
                  </a:lnTo>
                  <a:lnTo>
                    <a:pt x="1291" y="3294"/>
                  </a:lnTo>
                  <a:lnTo>
                    <a:pt x="1390" y="3274"/>
                  </a:lnTo>
                  <a:lnTo>
                    <a:pt x="1398" y="3273"/>
                  </a:lnTo>
                  <a:lnTo>
                    <a:pt x="1496" y="3258"/>
                  </a:lnTo>
                  <a:lnTo>
                    <a:pt x="1504" y="3257"/>
                  </a:lnTo>
                  <a:lnTo>
                    <a:pt x="1602" y="3249"/>
                  </a:lnTo>
                  <a:lnTo>
                    <a:pt x="1609" y="3248"/>
                  </a:lnTo>
                  <a:lnTo>
                    <a:pt x="1706" y="3244"/>
                  </a:lnTo>
                  <a:lnTo>
                    <a:pt x="1712" y="3244"/>
                  </a:lnTo>
                  <a:lnTo>
                    <a:pt x="1807" y="3245"/>
                  </a:lnTo>
                  <a:lnTo>
                    <a:pt x="1813" y="3245"/>
                  </a:lnTo>
                  <a:lnTo>
                    <a:pt x="1904" y="3249"/>
                  </a:lnTo>
                  <a:lnTo>
                    <a:pt x="1913" y="3250"/>
                  </a:lnTo>
                  <a:lnTo>
                    <a:pt x="2002" y="3260"/>
                  </a:lnTo>
                  <a:lnTo>
                    <a:pt x="2011" y="3262"/>
                  </a:lnTo>
                  <a:lnTo>
                    <a:pt x="2100" y="3278"/>
                  </a:lnTo>
                  <a:lnTo>
                    <a:pt x="2107" y="3279"/>
                  </a:lnTo>
                  <a:lnTo>
                    <a:pt x="2194" y="3300"/>
                  </a:lnTo>
                  <a:lnTo>
                    <a:pt x="2198" y="3301"/>
                  </a:lnTo>
                  <a:lnTo>
                    <a:pt x="2281" y="3324"/>
                  </a:lnTo>
                  <a:lnTo>
                    <a:pt x="2284" y="3325"/>
                  </a:lnTo>
                  <a:lnTo>
                    <a:pt x="2361" y="3349"/>
                  </a:lnTo>
                  <a:lnTo>
                    <a:pt x="2362" y="3349"/>
                  </a:lnTo>
                  <a:lnTo>
                    <a:pt x="2433" y="3372"/>
                  </a:lnTo>
                  <a:lnTo>
                    <a:pt x="2439" y="3374"/>
                  </a:lnTo>
                  <a:lnTo>
                    <a:pt x="2445" y="3377"/>
                  </a:lnTo>
                  <a:lnTo>
                    <a:pt x="2510" y="3407"/>
                  </a:lnTo>
                  <a:lnTo>
                    <a:pt x="2517" y="3410"/>
                  </a:lnTo>
                  <a:lnTo>
                    <a:pt x="2523" y="3414"/>
                  </a:lnTo>
                  <a:lnTo>
                    <a:pt x="2561" y="3440"/>
                  </a:lnTo>
                  <a:lnTo>
                    <a:pt x="2559" y="3415"/>
                  </a:lnTo>
                  <a:lnTo>
                    <a:pt x="2542" y="3232"/>
                  </a:lnTo>
                  <a:lnTo>
                    <a:pt x="2525" y="3048"/>
                  </a:lnTo>
                  <a:lnTo>
                    <a:pt x="2506" y="2864"/>
                  </a:lnTo>
                  <a:lnTo>
                    <a:pt x="2486" y="2681"/>
                  </a:lnTo>
                  <a:lnTo>
                    <a:pt x="2464" y="2498"/>
                  </a:lnTo>
                  <a:lnTo>
                    <a:pt x="2439" y="2317"/>
                  </a:lnTo>
                  <a:lnTo>
                    <a:pt x="2411" y="2133"/>
                  </a:lnTo>
                  <a:lnTo>
                    <a:pt x="2381" y="1946"/>
                  </a:lnTo>
                  <a:lnTo>
                    <a:pt x="2348" y="1759"/>
                  </a:lnTo>
                  <a:lnTo>
                    <a:pt x="2313" y="1577"/>
                  </a:lnTo>
                  <a:lnTo>
                    <a:pt x="2277" y="1402"/>
                  </a:lnTo>
                  <a:lnTo>
                    <a:pt x="2240" y="1240"/>
                  </a:lnTo>
                  <a:lnTo>
                    <a:pt x="2200" y="1086"/>
                  </a:lnTo>
                  <a:lnTo>
                    <a:pt x="2157" y="940"/>
                  </a:lnTo>
                  <a:lnTo>
                    <a:pt x="2113" y="801"/>
                  </a:lnTo>
                  <a:lnTo>
                    <a:pt x="2068" y="671"/>
                  </a:lnTo>
                  <a:lnTo>
                    <a:pt x="2024" y="551"/>
                  </a:lnTo>
                  <a:lnTo>
                    <a:pt x="1981" y="444"/>
                  </a:lnTo>
                  <a:lnTo>
                    <a:pt x="1941" y="349"/>
                  </a:lnTo>
                  <a:lnTo>
                    <a:pt x="1903" y="266"/>
                  </a:lnTo>
                  <a:lnTo>
                    <a:pt x="1866" y="195"/>
                  </a:lnTo>
                  <a:lnTo>
                    <a:pt x="1829" y="133"/>
                  </a:lnTo>
                  <a:lnTo>
                    <a:pt x="1790" y="80"/>
                  </a:lnTo>
                  <a:lnTo>
                    <a:pt x="1748" y="34"/>
                  </a:lnTo>
                  <a:lnTo>
                    <a:pt x="1733" y="21"/>
                  </a:lnTo>
                  <a:lnTo>
                    <a:pt x="1724" y="16"/>
                  </a:lnTo>
                  <a:lnTo>
                    <a:pt x="1697" y="7"/>
                  </a:lnTo>
                  <a:lnTo>
                    <a:pt x="1670" y="2"/>
                  </a:lnTo>
                  <a:lnTo>
                    <a:pt x="1637" y="0"/>
                  </a:lnTo>
                  <a:lnTo>
                    <a:pt x="1594" y="1"/>
                  </a:lnTo>
                  <a:lnTo>
                    <a:pt x="1537" y="7"/>
                  </a:lnTo>
                  <a:lnTo>
                    <a:pt x="1470" y="19"/>
                  </a:lnTo>
                  <a:lnTo>
                    <a:pt x="1395" y="36"/>
                  </a:lnTo>
                  <a:lnTo>
                    <a:pt x="1317" y="57"/>
                  </a:lnTo>
                  <a:lnTo>
                    <a:pt x="1241" y="82"/>
                  </a:lnTo>
                  <a:lnTo>
                    <a:pt x="1170" y="108"/>
                  </a:lnTo>
                  <a:lnTo>
                    <a:pt x="1103" y="138"/>
                  </a:lnTo>
                  <a:lnTo>
                    <a:pt x="1035" y="172"/>
                  </a:lnTo>
                  <a:lnTo>
                    <a:pt x="968" y="209"/>
                  </a:lnTo>
                  <a:lnTo>
                    <a:pt x="903" y="250"/>
                  </a:lnTo>
                  <a:lnTo>
                    <a:pt x="840" y="293"/>
                  </a:lnTo>
                  <a:lnTo>
                    <a:pt x="780" y="339"/>
                  </a:lnTo>
                  <a:lnTo>
                    <a:pt x="722" y="388"/>
                  </a:lnTo>
                  <a:lnTo>
                    <a:pt x="666" y="440"/>
                  </a:lnTo>
                  <a:lnTo>
                    <a:pt x="611" y="495"/>
                  </a:lnTo>
                  <a:lnTo>
                    <a:pt x="559" y="553"/>
                  </a:lnTo>
                  <a:lnTo>
                    <a:pt x="509" y="614"/>
                  </a:lnTo>
                  <a:lnTo>
                    <a:pt x="461" y="676"/>
                  </a:lnTo>
                  <a:lnTo>
                    <a:pt x="415" y="742"/>
                  </a:lnTo>
                  <a:lnTo>
                    <a:pt x="371" y="810"/>
                  </a:lnTo>
                  <a:lnTo>
                    <a:pt x="329" y="881"/>
                  </a:lnTo>
                  <a:lnTo>
                    <a:pt x="290" y="955"/>
                  </a:lnTo>
                  <a:lnTo>
                    <a:pt x="253" y="1030"/>
                  </a:lnTo>
                  <a:lnTo>
                    <a:pt x="219" y="1106"/>
                  </a:lnTo>
                  <a:lnTo>
                    <a:pt x="188" y="1184"/>
                  </a:lnTo>
                  <a:lnTo>
                    <a:pt x="160" y="1265"/>
                  </a:lnTo>
                  <a:lnTo>
                    <a:pt x="135" y="1347"/>
                  </a:lnTo>
                  <a:lnTo>
                    <a:pt x="112" y="1431"/>
                  </a:lnTo>
                  <a:lnTo>
                    <a:pt x="92" y="1516"/>
                  </a:lnTo>
                  <a:lnTo>
                    <a:pt x="73" y="1601"/>
                  </a:lnTo>
                  <a:lnTo>
                    <a:pt x="57" y="1687"/>
                  </a:lnTo>
                  <a:lnTo>
                    <a:pt x="43" y="1773"/>
                  </a:lnTo>
                  <a:lnTo>
                    <a:pt x="31" y="1861"/>
                  </a:lnTo>
                  <a:lnTo>
                    <a:pt x="22" y="1949"/>
                  </a:lnTo>
                  <a:lnTo>
                    <a:pt x="14" y="2037"/>
                  </a:lnTo>
                  <a:lnTo>
                    <a:pt x="8" y="2125"/>
                  </a:lnTo>
                  <a:lnTo>
                    <a:pt x="3" y="2212"/>
                  </a:lnTo>
                  <a:lnTo>
                    <a:pt x="0" y="2301"/>
                  </a:lnTo>
                  <a:lnTo>
                    <a:pt x="0" y="2389"/>
                  </a:lnTo>
                  <a:lnTo>
                    <a:pt x="0" y="2476"/>
                  </a:lnTo>
                  <a:lnTo>
                    <a:pt x="3" y="2563"/>
                  </a:lnTo>
                  <a:lnTo>
                    <a:pt x="8" y="2649"/>
                  </a:lnTo>
                  <a:lnTo>
                    <a:pt x="14" y="2734"/>
                  </a:lnTo>
                  <a:lnTo>
                    <a:pt x="23" y="2820"/>
                  </a:lnTo>
                  <a:lnTo>
                    <a:pt x="34" y="2905"/>
                  </a:lnTo>
                  <a:lnTo>
                    <a:pt x="46" y="2989"/>
                  </a:lnTo>
                  <a:lnTo>
                    <a:pt x="60" y="3070"/>
                  </a:lnTo>
                  <a:lnTo>
                    <a:pt x="73" y="3147"/>
                  </a:lnTo>
                  <a:lnTo>
                    <a:pt x="87" y="3221"/>
                  </a:lnTo>
                  <a:lnTo>
                    <a:pt x="103" y="3292"/>
                  </a:lnTo>
                  <a:lnTo>
                    <a:pt x="119" y="3360"/>
                  </a:lnTo>
                  <a:lnTo>
                    <a:pt x="136" y="3426"/>
                  </a:lnTo>
                  <a:lnTo>
                    <a:pt x="153" y="3489"/>
                  </a:lnTo>
                  <a:lnTo>
                    <a:pt x="171" y="3551"/>
                  </a:lnTo>
                  <a:lnTo>
                    <a:pt x="189" y="3613"/>
                  </a:lnTo>
                  <a:lnTo>
                    <a:pt x="207" y="3675"/>
                  </a:lnTo>
                  <a:lnTo>
                    <a:pt x="225" y="3733"/>
                  </a:lnTo>
                  <a:lnTo>
                    <a:pt x="244" y="3785"/>
                  </a:lnTo>
                  <a:lnTo>
                    <a:pt x="262" y="3826"/>
                  </a:lnTo>
                  <a:lnTo>
                    <a:pt x="272" y="3842"/>
                  </a:lnTo>
                  <a:lnTo>
                    <a:pt x="284" y="383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1" name="PulmonIzquierdo_2"/>
            <p:cNvGrpSpPr/>
            <p:nvPr/>
          </p:nvGrpSpPr>
          <p:grpSpPr>
            <a:xfrm>
              <a:off x="6311748" y="1261886"/>
              <a:ext cx="863365" cy="2127158"/>
              <a:chOff x="6311748" y="1261886"/>
              <a:chExt cx="863365" cy="2127158"/>
            </a:xfrm>
          </p:grpSpPr>
          <p:sp>
            <p:nvSpPr>
              <p:cNvPr id="62" name="Forma 64"/>
              <p:cNvSpPr/>
              <p:nvPr/>
            </p:nvSpPr>
            <p:spPr>
              <a:xfrm>
                <a:off x="63117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3" name="Forma 65"/>
              <p:cNvSpPr/>
              <p:nvPr/>
            </p:nvSpPr>
            <p:spPr>
              <a:xfrm>
                <a:off x="63879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4" name="Forma 66"/>
              <p:cNvSpPr/>
              <p:nvPr/>
            </p:nvSpPr>
            <p:spPr>
              <a:xfrm>
                <a:off x="63967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5" name="PleuraVisceralI_2"/>
            <p:cNvSpPr/>
            <p:nvPr/>
          </p:nvSpPr>
          <p:spPr>
            <a:xfrm>
              <a:off x="63117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6" name="PleuraPariet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7" name="PleuraPariet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8" name="VenaCavaSup_2"/>
            <p:cNvSpPr/>
            <p:nvPr/>
          </p:nvSpPr>
          <p:spPr>
            <a:xfrm>
              <a:off x="59081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9" name="VenaCavaInf_2"/>
            <p:cNvSpPr/>
            <p:nvPr/>
          </p:nvSpPr>
          <p:spPr>
            <a:xfrm>
              <a:off x="59344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0" name="Corazon_2"/>
            <p:cNvGrpSpPr/>
            <p:nvPr/>
          </p:nvGrpSpPr>
          <p:grpSpPr>
            <a:xfrm>
              <a:off x="5922968" y="2363067"/>
              <a:ext cx="778121" cy="802459"/>
              <a:chOff x="5922968" y="2363067"/>
              <a:chExt cx="778121" cy="802459"/>
            </a:xfrm>
          </p:grpSpPr>
          <p:sp>
            <p:nvSpPr>
              <p:cNvPr id="71" name="Forma 73"/>
              <p:cNvSpPr/>
              <p:nvPr/>
            </p:nvSpPr>
            <p:spPr>
              <a:xfrm>
                <a:off x="59229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2" name="Forma 74"/>
              <p:cNvSpPr/>
              <p:nvPr/>
            </p:nvSpPr>
            <p:spPr>
              <a:xfrm>
                <a:off x="63294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3" name="Diafragma_2"/>
            <p:cNvSpPr/>
            <p:nvPr/>
          </p:nvSpPr>
          <p:spPr>
            <a:xfrm>
              <a:off x="50127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4" name="Clavículas_2"/>
            <p:cNvGrpSpPr/>
            <p:nvPr/>
          </p:nvGrpSpPr>
          <p:grpSpPr>
            <a:xfrm>
              <a:off x="5202936" y="1095451"/>
              <a:ext cx="1755648" cy="113386"/>
              <a:chOff x="5202936" y="1095451"/>
              <a:chExt cx="1755648" cy="113386"/>
            </a:xfrm>
          </p:grpSpPr>
          <p:sp>
            <p:nvSpPr>
              <p:cNvPr id="75" name="Forma 77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6" name="Forma 78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77" name="Ondas 1"/>
            <p:cNvGrpSpPr/>
            <p:nvPr/>
          </p:nvGrpSpPr>
          <p:grpSpPr>
            <a:xfrm>
              <a:off x="5241341" y="1735531"/>
              <a:ext cx="18376" cy="137160"/>
              <a:chOff x="5241341" y="1735531"/>
              <a:chExt cx="18376" cy="137160"/>
            </a:xfrm>
          </p:grpSpPr>
          <p:sp>
            <p:nvSpPr>
              <p:cNvPr id="78" name="Flecha 80_2"/>
              <p:cNvSpPr/>
              <p:nvPr/>
            </p:nvSpPr>
            <p:spPr>
              <a:xfrm>
                <a:off x="5241341" y="1735531"/>
                <a:ext cx="18376" cy="137160"/>
              </a:xfrm>
              <a:custGeom>
                <a:avLst/>
                <a:gdLst/>
                <a:ahLst/>
                <a:cxnLst/>
                <a:rect l="0" t="0" r="r" b="b"/>
                <a:pathLst>
                  <a:path w="20" h="149" fill="none">
                    <a:moveTo>
                      <a:pt x="20" y="149"/>
                    </a:moveTo>
                    <a:lnTo>
                      <a:pt x="14" y="138"/>
                    </a:lnTo>
                    <a:lnTo>
                      <a:pt x="9" y="126"/>
                    </a:lnTo>
                    <a:lnTo>
                      <a:pt x="5" y="113"/>
                    </a:lnTo>
                    <a:lnTo>
                      <a:pt x="2" y="101"/>
                    </a:lnTo>
                    <a:lnTo>
                      <a:pt x="0" y="88"/>
                    </a:lnTo>
                    <a:lnTo>
                      <a:pt x="0" y="74"/>
                    </a:lnTo>
                    <a:lnTo>
                      <a:pt x="0" y="61"/>
                    </a:lnTo>
                    <a:lnTo>
                      <a:pt x="2" y="48"/>
                    </a:lnTo>
                    <a:lnTo>
                      <a:pt x="5" y="36"/>
                    </a:lnTo>
                    <a:lnTo>
                      <a:pt x="9" y="23"/>
                    </a:lnTo>
                    <a:lnTo>
                      <a:pt x="14" y="11"/>
                    </a:lnTo>
                    <a:lnTo>
                      <a:pt x="20" y="0"/>
                    </a:lnTo>
                  </a:path>
                </a:pathLst>
              </a:custGeom>
              <a:noFill/>
              <a:ln w="38100" cap="rnd">
                <a:solidFill>
                  <a:srgbClr val="922B21"/>
                </a:solidFill>
                <a:prstDash val="dash"/>
                <a:round/>
              </a:ln>
            </p:spPr>
          </p:sp>
        </p:grpSp>
        <p:sp>
          <p:nvSpPr>
            <p:cNvPr id="79" name="Forma 82"/>
            <p:cNvSpPr/>
            <p:nvPr/>
          </p:nvSpPr>
          <p:spPr>
            <a:xfrm>
              <a:off x="4206240" y="3794760"/>
              <a:ext cx="3703320" cy="4572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0" name="Forma 83"/>
            <p:cNvSpPr/>
            <p:nvPr/>
          </p:nvSpPr>
          <p:spPr>
            <a:xfrm>
              <a:off x="4206240" y="4297680"/>
              <a:ext cx="3703320" cy="11430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movimientos, abombamiento ·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frémito abolido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sobre el líquido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81" name="Columna NEUMOTÓRAX"/>
          <p:cNvGrpSpPr/>
          <p:nvPr/>
        </p:nvGrpSpPr>
        <p:grpSpPr>
          <a:xfrm>
            <a:off x="8092440" y="982066"/>
            <a:ext cx="3703320" cy="4458614"/>
            <a:chOff x="8092440" y="982066"/>
            <a:chExt cx="3703320" cy="4458614"/>
          </a:xfrm>
        </p:grpSpPr>
        <p:sp>
          <p:nvSpPr>
            <p:cNvPr id="82" name="ParedToracica_3"/>
            <p:cNvSpPr/>
            <p:nvPr/>
          </p:nvSpPr>
          <p:spPr>
            <a:xfrm>
              <a:off x="86268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Mediastino_3"/>
            <p:cNvSpPr/>
            <p:nvPr/>
          </p:nvSpPr>
          <p:spPr>
            <a:xfrm>
              <a:off x="94695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4" name="Costillas_3"/>
            <p:cNvGrpSpPr/>
            <p:nvPr/>
          </p:nvGrpSpPr>
          <p:grpSpPr>
            <a:xfrm>
              <a:off x="8679485" y="1208837"/>
              <a:ext cx="2574950" cy="2335743"/>
              <a:chOff x="8679485" y="1208837"/>
              <a:chExt cx="2574950" cy="2335743"/>
            </a:xfrm>
          </p:grpSpPr>
          <p:sp>
            <p:nvSpPr>
              <p:cNvPr id="85" name="Forma 88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6" name="Forma 89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7" name="EspacioPleur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8" name="EspacioPleur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9" name="Aorta_3"/>
            <p:cNvSpPr/>
            <p:nvPr/>
          </p:nvSpPr>
          <p:spPr>
            <a:xfrm>
              <a:off x="99721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0" name="Traquea_3"/>
            <p:cNvGrpSpPr/>
            <p:nvPr/>
          </p:nvGrpSpPr>
          <p:grpSpPr>
            <a:xfrm>
              <a:off x="9618770" y="982066"/>
              <a:ext cx="696380" cy="1216048"/>
              <a:chOff x="9618770" y="982066"/>
              <a:chExt cx="696380" cy="1216048"/>
            </a:xfrm>
          </p:grpSpPr>
          <p:sp>
            <p:nvSpPr>
              <p:cNvPr id="91" name="Forma 94"/>
              <p:cNvSpPr/>
              <p:nvPr/>
            </p:nvSpPr>
            <p:spPr>
              <a:xfrm>
                <a:off x="96187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2" name="Forma 95"/>
              <p:cNvSpPr/>
              <p:nvPr/>
            </p:nvSpPr>
            <p:spPr>
              <a:xfrm>
                <a:off x="99142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3" name="AirePleuralD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110" y="7334"/>
                  </a:moveTo>
                  <a:lnTo>
                    <a:pt x="2108" y="7335"/>
                  </a:lnTo>
                  <a:lnTo>
                    <a:pt x="2105" y="7337"/>
                  </a:lnTo>
                  <a:lnTo>
                    <a:pt x="2103" y="7338"/>
                  </a:lnTo>
                  <a:lnTo>
                    <a:pt x="2100" y="7339"/>
                  </a:lnTo>
                  <a:lnTo>
                    <a:pt x="2098" y="7339"/>
                  </a:lnTo>
                  <a:lnTo>
                    <a:pt x="2095" y="7340"/>
                  </a:lnTo>
                  <a:lnTo>
                    <a:pt x="2093" y="7340"/>
                  </a:lnTo>
                  <a:lnTo>
                    <a:pt x="2090" y="7339"/>
                  </a:lnTo>
                  <a:lnTo>
                    <a:pt x="2088" y="7339"/>
                  </a:lnTo>
                  <a:lnTo>
                    <a:pt x="2085" y="7338"/>
                  </a:lnTo>
                  <a:lnTo>
                    <a:pt x="2083" y="7338"/>
                  </a:lnTo>
                  <a:lnTo>
                    <a:pt x="2080" y="7336"/>
                  </a:lnTo>
                  <a:lnTo>
                    <a:pt x="2078" y="7335"/>
                  </a:lnTo>
                  <a:lnTo>
                    <a:pt x="2076" y="7334"/>
                  </a:lnTo>
                  <a:lnTo>
                    <a:pt x="2074" y="7332"/>
                  </a:lnTo>
                  <a:lnTo>
                    <a:pt x="2072" y="7330"/>
                  </a:lnTo>
                  <a:lnTo>
                    <a:pt x="2071" y="7328"/>
                  </a:lnTo>
                  <a:lnTo>
                    <a:pt x="2069" y="7325"/>
                  </a:lnTo>
                  <a:lnTo>
                    <a:pt x="2068" y="7323"/>
                  </a:lnTo>
                  <a:lnTo>
                    <a:pt x="2060" y="7302"/>
                  </a:lnTo>
                  <a:lnTo>
                    <a:pt x="2059" y="7299"/>
                  </a:lnTo>
                  <a:lnTo>
                    <a:pt x="2043" y="7246"/>
                  </a:lnTo>
                  <a:lnTo>
                    <a:pt x="2043" y="7244"/>
                  </a:lnTo>
                  <a:lnTo>
                    <a:pt x="2028" y="7176"/>
                  </a:lnTo>
                  <a:lnTo>
                    <a:pt x="2027" y="7176"/>
                  </a:lnTo>
                  <a:lnTo>
                    <a:pt x="2012" y="7099"/>
                  </a:lnTo>
                  <a:lnTo>
                    <a:pt x="2012" y="7099"/>
                  </a:lnTo>
                  <a:lnTo>
                    <a:pt x="1997" y="7017"/>
                  </a:lnTo>
                  <a:lnTo>
                    <a:pt x="1982" y="6937"/>
                  </a:lnTo>
                  <a:lnTo>
                    <a:pt x="1967" y="6856"/>
                  </a:lnTo>
                  <a:lnTo>
                    <a:pt x="1967" y="6856"/>
                  </a:lnTo>
                  <a:lnTo>
                    <a:pt x="1952" y="6773"/>
                  </a:lnTo>
                  <a:lnTo>
                    <a:pt x="1952" y="6773"/>
                  </a:lnTo>
                  <a:lnTo>
                    <a:pt x="1938" y="6687"/>
                  </a:lnTo>
                  <a:lnTo>
                    <a:pt x="1938" y="6686"/>
                  </a:lnTo>
                  <a:lnTo>
                    <a:pt x="1924" y="6597"/>
                  </a:lnTo>
                  <a:lnTo>
                    <a:pt x="1924" y="6597"/>
                  </a:lnTo>
                  <a:lnTo>
                    <a:pt x="1911" y="6504"/>
                  </a:lnTo>
                  <a:lnTo>
                    <a:pt x="1911" y="6503"/>
                  </a:lnTo>
                  <a:lnTo>
                    <a:pt x="1899" y="6407"/>
                  </a:lnTo>
                  <a:lnTo>
                    <a:pt x="1899" y="6407"/>
                  </a:lnTo>
                  <a:lnTo>
                    <a:pt x="1888" y="6306"/>
                  </a:lnTo>
                  <a:lnTo>
                    <a:pt x="1888" y="6305"/>
                  </a:lnTo>
                  <a:lnTo>
                    <a:pt x="1877" y="6199"/>
                  </a:lnTo>
                  <a:lnTo>
                    <a:pt x="1877" y="6199"/>
                  </a:lnTo>
                  <a:lnTo>
                    <a:pt x="1867" y="6090"/>
                  </a:lnTo>
                  <a:lnTo>
                    <a:pt x="1867" y="6089"/>
                  </a:lnTo>
                  <a:lnTo>
                    <a:pt x="1858" y="5978"/>
                  </a:lnTo>
                  <a:lnTo>
                    <a:pt x="1858" y="5978"/>
                  </a:lnTo>
                  <a:lnTo>
                    <a:pt x="1850" y="5866"/>
                  </a:lnTo>
                  <a:lnTo>
                    <a:pt x="1850" y="5865"/>
                  </a:lnTo>
                  <a:lnTo>
                    <a:pt x="1844" y="5753"/>
                  </a:lnTo>
                  <a:lnTo>
                    <a:pt x="1844" y="5753"/>
                  </a:lnTo>
                  <a:lnTo>
                    <a:pt x="1840" y="5641"/>
                  </a:lnTo>
                  <a:lnTo>
                    <a:pt x="1840" y="5640"/>
                  </a:lnTo>
                  <a:lnTo>
                    <a:pt x="1838" y="5527"/>
                  </a:lnTo>
                  <a:lnTo>
                    <a:pt x="1838" y="5526"/>
                  </a:lnTo>
                  <a:lnTo>
                    <a:pt x="1837" y="5412"/>
                  </a:lnTo>
                  <a:lnTo>
                    <a:pt x="1837" y="5411"/>
                  </a:lnTo>
                  <a:lnTo>
                    <a:pt x="1838" y="5296"/>
                  </a:lnTo>
                  <a:lnTo>
                    <a:pt x="1838" y="5296"/>
                  </a:lnTo>
                  <a:lnTo>
                    <a:pt x="1840" y="5181"/>
                  </a:lnTo>
                  <a:lnTo>
                    <a:pt x="1840" y="5180"/>
                  </a:lnTo>
                  <a:lnTo>
                    <a:pt x="1844" y="5065"/>
                  </a:lnTo>
                  <a:lnTo>
                    <a:pt x="1844" y="5065"/>
                  </a:lnTo>
                  <a:lnTo>
                    <a:pt x="1849" y="4950"/>
                  </a:lnTo>
                  <a:lnTo>
                    <a:pt x="1850" y="4950"/>
                  </a:lnTo>
                  <a:lnTo>
                    <a:pt x="1856" y="4835"/>
                  </a:lnTo>
                  <a:lnTo>
                    <a:pt x="1856" y="4834"/>
                  </a:lnTo>
                  <a:lnTo>
                    <a:pt x="1864" y="4719"/>
                  </a:lnTo>
                  <a:lnTo>
                    <a:pt x="1864" y="4719"/>
                  </a:lnTo>
                  <a:lnTo>
                    <a:pt x="1874" y="4604"/>
                  </a:lnTo>
                  <a:lnTo>
                    <a:pt x="1874" y="4604"/>
                  </a:lnTo>
                  <a:lnTo>
                    <a:pt x="1885" y="4490"/>
                  </a:lnTo>
                  <a:lnTo>
                    <a:pt x="1886" y="4490"/>
                  </a:lnTo>
                  <a:lnTo>
                    <a:pt x="1899" y="4378"/>
                  </a:lnTo>
                  <a:lnTo>
                    <a:pt x="1899" y="4378"/>
                  </a:lnTo>
                  <a:lnTo>
                    <a:pt x="1915" y="4266"/>
                  </a:lnTo>
                  <a:lnTo>
                    <a:pt x="1915" y="4266"/>
                  </a:lnTo>
                  <a:lnTo>
                    <a:pt x="1932" y="4155"/>
                  </a:lnTo>
                  <a:lnTo>
                    <a:pt x="1932" y="4154"/>
                  </a:lnTo>
                  <a:lnTo>
                    <a:pt x="1952" y="4045"/>
                  </a:lnTo>
                  <a:lnTo>
                    <a:pt x="1952" y="4044"/>
                  </a:lnTo>
                  <a:lnTo>
                    <a:pt x="1973" y="3936"/>
                  </a:lnTo>
                  <a:lnTo>
                    <a:pt x="1973" y="3935"/>
                  </a:lnTo>
                  <a:lnTo>
                    <a:pt x="1996" y="3830"/>
                  </a:lnTo>
                  <a:lnTo>
                    <a:pt x="1997" y="3829"/>
                  </a:lnTo>
                  <a:lnTo>
                    <a:pt x="2022" y="3727"/>
                  </a:lnTo>
                  <a:lnTo>
                    <a:pt x="2023" y="3726"/>
                  </a:lnTo>
                  <a:lnTo>
                    <a:pt x="2051" y="3627"/>
                  </a:lnTo>
                  <a:lnTo>
                    <a:pt x="2051" y="3626"/>
                  </a:lnTo>
                  <a:lnTo>
                    <a:pt x="2082" y="3528"/>
                  </a:lnTo>
                  <a:lnTo>
                    <a:pt x="2082" y="3527"/>
                  </a:lnTo>
                  <a:lnTo>
                    <a:pt x="2115" y="3431"/>
                  </a:lnTo>
                  <a:lnTo>
                    <a:pt x="2116" y="3431"/>
                  </a:lnTo>
                  <a:lnTo>
                    <a:pt x="2151" y="3338"/>
                  </a:lnTo>
                  <a:lnTo>
                    <a:pt x="2151" y="3337"/>
                  </a:lnTo>
                  <a:lnTo>
                    <a:pt x="2188" y="3247"/>
                  </a:lnTo>
                  <a:lnTo>
                    <a:pt x="2188" y="3247"/>
                  </a:lnTo>
                  <a:lnTo>
                    <a:pt x="2227" y="3161"/>
                  </a:lnTo>
                  <a:lnTo>
                    <a:pt x="2227" y="3160"/>
                  </a:lnTo>
                  <a:lnTo>
                    <a:pt x="2268" y="3078"/>
                  </a:lnTo>
                  <a:lnTo>
                    <a:pt x="2268" y="3077"/>
                  </a:lnTo>
                  <a:lnTo>
                    <a:pt x="2310" y="2998"/>
                  </a:lnTo>
                  <a:lnTo>
                    <a:pt x="2310" y="2997"/>
                  </a:lnTo>
                  <a:lnTo>
                    <a:pt x="2354" y="2921"/>
                  </a:lnTo>
                  <a:lnTo>
                    <a:pt x="2355" y="2920"/>
                  </a:lnTo>
                  <a:lnTo>
                    <a:pt x="2400" y="2848"/>
                  </a:lnTo>
                  <a:lnTo>
                    <a:pt x="2401" y="2847"/>
                  </a:lnTo>
                  <a:lnTo>
                    <a:pt x="2448" y="2779"/>
                  </a:lnTo>
                  <a:lnTo>
                    <a:pt x="2449" y="2778"/>
                  </a:lnTo>
                  <a:lnTo>
                    <a:pt x="2497" y="2714"/>
                  </a:lnTo>
                  <a:lnTo>
                    <a:pt x="2498" y="2713"/>
                  </a:lnTo>
                  <a:lnTo>
                    <a:pt x="2549" y="2653"/>
                  </a:lnTo>
                  <a:lnTo>
                    <a:pt x="2550" y="2652"/>
                  </a:lnTo>
                  <a:lnTo>
                    <a:pt x="2603" y="2595"/>
                  </a:lnTo>
                  <a:lnTo>
                    <a:pt x="2604" y="2595"/>
                  </a:lnTo>
                  <a:lnTo>
                    <a:pt x="2658" y="2542"/>
                  </a:lnTo>
                  <a:lnTo>
                    <a:pt x="2659" y="2541"/>
                  </a:lnTo>
                  <a:lnTo>
                    <a:pt x="2715" y="2492"/>
                  </a:lnTo>
                  <a:lnTo>
                    <a:pt x="2716" y="2491"/>
                  </a:lnTo>
                  <a:lnTo>
                    <a:pt x="2773" y="2447"/>
                  </a:lnTo>
                  <a:lnTo>
                    <a:pt x="2774" y="2446"/>
                  </a:lnTo>
                  <a:lnTo>
                    <a:pt x="2831" y="2407"/>
                  </a:lnTo>
                  <a:lnTo>
                    <a:pt x="2832" y="2406"/>
                  </a:lnTo>
                  <a:lnTo>
                    <a:pt x="2892" y="2371"/>
                  </a:lnTo>
                  <a:lnTo>
                    <a:pt x="2894" y="2370"/>
                  </a:lnTo>
                  <a:lnTo>
                    <a:pt x="2957" y="2338"/>
                  </a:lnTo>
                  <a:lnTo>
                    <a:pt x="2959" y="2337"/>
                  </a:lnTo>
                  <a:lnTo>
                    <a:pt x="3024" y="2310"/>
                  </a:lnTo>
                  <a:lnTo>
                    <a:pt x="3025" y="2309"/>
                  </a:lnTo>
                  <a:lnTo>
                    <a:pt x="3088" y="2287"/>
                  </a:lnTo>
                  <a:lnTo>
                    <a:pt x="3090" y="2286"/>
                  </a:lnTo>
                  <a:lnTo>
                    <a:pt x="3147" y="2271"/>
                  </a:lnTo>
                  <a:lnTo>
                    <a:pt x="3149" y="2270"/>
                  </a:lnTo>
                  <a:lnTo>
                    <a:pt x="3196" y="2262"/>
                  </a:lnTo>
                  <a:lnTo>
                    <a:pt x="3200" y="2261"/>
                  </a:lnTo>
                  <a:lnTo>
                    <a:pt x="3236" y="2260"/>
                  </a:lnTo>
                  <a:lnTo>
                    <a:pt x="3238" y="2260"/>
                  </a:lnTo>
                  <a:lnTo>
                    <a:pt x="3240" y="2260"/>
                  </a:lnTo>
                  <a:lnTo>
                    <a:pt x="3268" y="2263"/>
                  </a:lnTo>
                  <a:lnTo>
                    <a:pt x="3270" y="2264"/>
                  </a:lnTo>
                  <a:lnTo>
                    <a:pt x="3273" y="2264"/>
                  </a:lnTo>
                  <a:lnTo>
                    <a:pt x="3296" y="2271"/>
                  </a:lnTo>
                  <a:lnTo>
                    <a:pt x="3298" y="2272"/>
                  </a:lnTo>
                  <a:lnTo>
                    <a:pt x="3300" y="2273"/>
                  </a:lnTo>
                  <a:lnTo>
                    <a:pt x="3322" y="2285"/>
                  </a:lnTo>
                  <a:lnTo>
                    <a:pt x="3324" y="2286"/>
                  </a:lnTo>
                  <a:lnTo>
                    <a:pt x="3326" y="2287"/>
                  </a:lnTo>
                  <a:lnTo>
                    <a:pt x="3350" y="2304"/>
                  </a:lnTo>
                  <a:lnTo>
                    <a:pt x="3352" y="2306"/>
                  </a:lnTo>
                  <a:lnTo>
                    <a:pt x="3378" y="2330"/>
                  </a:lnTo>
                  <a:lnTo>
                    <a:pt x="3380" y="2331"/>
                  </a:lnTo>
                  <a:lnTo>
                    <a:pt x="3405" y="2359"/>
                  </a:lnTo>
                  <a:lnTo>
                    <a:pt x="3407" y="2361"/>
                  </a:lnTo>
                  <a:lnTo>
                    <a:pt x="3431" y="2394"/>
                  </a:lnTo>
                  <a:lnTo>
                    <a:pt x="3432" y="2396"/>
                  </a:lnTo>
                  <a:lnTo>
                    <a:pt x="3456" y="2435"/>
                  </a:lnTo>
                  <a:lnTo>
                    <a:pt x="3457" y="2436"/>
                  </a:lnTo>
                  <a:lnTo>
                    <a:pt x="3481" y="2483"/>
                  </a:lnTo>
                  <a:lnTo>
                    <a:pt x="3481" y="2484"/>
                  </a:lnTo>
                  <a:lnTo>
                    <a:pt x="3507" y="2539"/>
                  </a:lnTo>
                  <a:lnTo>
                    <a:pt x="3507" y="2540"/>
                  </a:lnTo>
                  <a:lnTo>
                    <a:pt x="3534" y="2604"/>
                  </a:lnTo>
                  <a:lnTo>
                    <a:pt x="3534" y="2605"/>
                  </a:lnTo>
                  <a:lnTo>
                    <a:pt x="3563" y="2678"/>
                  </a:lnTo>
                  <a:lnTo>
                    <a:pt x="3564" y="2679"/>
                  </a:lnTo>
                  <a:lnTo>
                    <a:pt x="3594" y="2760"/>
                  </a:lnTo>
                  <a:lnTo>
                    <a:pt x="3594" y="2761"/>
                  </a:lnTo>
                  <a:lnTo>
                    <a:pt x="3625" y="2849"/>
                  </a:lnTo>
                  <a:lnTo>
                    <a:pt x="3625" y="2850"/>
                  </a:lnTo>
                  <a:lnTo>
                    <a:pt x="3655" y="2945"/>
                  </a:lnTo>
                  <a:lnTo>
                    <a:pt x="3655" y="2946"/>
                  </a:lnTo>
                  <a:lnTo>
                    <a:pt x="3684" y="3046"/>
                  </a:lnTo>
                  <a:lnTo>
                    <a:pt x="3685" y="3047"/>
                  </a:lnTo>
                  <a:lnTo>
                    <a:pt x="3712" y="3151"/>
                  </a:lnTo>
                  <a:lnTo>
                    <a:pt x="3712" y="3152"/>
                  </a:lnTo>
                  <a:lnTo>
                    <a:pt x="3738" y="3263"/>
                  </a:lnTo>
                  <a:lnTo>
                    <a:pt x="3738" y="3264"/>
                  </a:lnTo>
                  <a:lnTo>
                    <a:pt x="3763" y="3383"/>
                  </a:lnTo>
                  <a:lnTo>
                    <a:pt x="3763" y="3384"/>
                  </a:lnTo>
                  <a:lnTo>
                    <a:pt x="3786" y="3509"/>
                  </a:lnTo>
                  <a:lnTo>
                    <a:pt x="3787" y="3509"/>
                  </a:lnTo>
                  <a:lnTo>
                    <a:pt x="3809" y="3638"/>
                  </a:lnTo>
                  <a:lnTo>
                    <a:pt x="3809" y="3638"/>
                  </a:lnTo>
                  <a:lnTo>
                    <a:pt x="3830" y="3767"/>
                  </a:lnTo>
                  <a:lnTo>
                    <a:pt x="3830" y="3767"/>
                  </a:lnTo>
                  <a:lnTo>
                    <a:pt x="3849" y="3894"/>
                  </a:lnTo>
                  <a:lnTo>
                    <a:pt x="3849" y="3894"/>
                  </a:lnTo>
                  <a:lnTo>
                    <a:pt x="3867" y="4019"/>
                  </a:lnTo>
                  <a:lnTo>
                    <a:pt x="3867" y="4020"/>
                  </a:lnTo>
                  <a:lnTo>
                    <a:pt x="3882" y="4145"/>
                  </a:lnTo>
                  <a:lnTo>
                    <a:pt x="3882" y="4145"/>
                  </a:lnTo>
                  <a:lnTo>
                    <a:pt x="3896" y="4272"/>
                  </a:lnTo>
                  <a:lnTo>
                    <a:pt x="3896" y="4272"/>
                  </a:lnTo>
                  <a:lnTo>
                    <a:pt x="3909" y="4399"/>
                  </a:lnTo>
                  <a:lnTo>
                    <a:pt x="3909" y="4399"/>
                  </a:lnTo>
                  <a:lnTo>
                    <a:pt x="3920" y="4526"/>
                  </a:lnTo>
                  <a:lnTo>
                    <a:pt x="3921" y="4526"/>
                  </a:lnTo>
                  <a:lnTo>
                    <a:pt x="3932" y="4652"/>
                  </a:lnTo>
                  <a:lnTo>
                    <a:pt x="3932" y="4653"/>
                  </a:lnTo>
                  <a:lnTo>
                    <a:pt x="3943" y="4779"/>
                  </a:lnTo>
                  <a:lnTo>
                    <a:pt x="3943" y="4779"/>
                  </a:lnTo>
                  <a:lnTo>
                    <a:pt x="3953" y="4905"/>
                  </a:lnTo>
                  <a:lnTo>
                    <a:pt x="3953" y="4906"/>
                  </a:lnTo>
                  <a:lnTo>
                    <a:pt x="3961" y="5032"/>
                  </a:lnTo>
                  <a:lnTo>
                    <a:pt x="3961" y="5032"/>
                  </a:lnTo>
                  <a:lnTo>
                    <a:pt x="3970" y="5159"/>
                  </a:lnTo>
                  <a:lnTo>
                    <a:pt x="3978" y="5286"/>
                  </a:lnTo>
                  <a:lnTo>
                    <a:pt x="3987" y="5413"/>
                  </a:lnTo>
                  <a:lnTo>
                    <a:pt x="3987" y="5413"/>
                  </a:lnTo>
                  <a:lnTo>
                    <a:pt x="3997" y="5540"/>
                  </a:lnTo>
                  <a:lnTo>
                    <a:pt x="4007" y="5666"/>
                  </a:lnTo>
                  <a:lnTo>
                    <a:pt x="4017" y="5793"/>
                  </a:lnTo>
                  <a:lnTo>
                    <a:pt x="4017" y="5793"/>
                  </a:lnTo>
                  <a:lnTo>
                    <a:pt x="4026" y="5919"/>
                  </a:lnTo>
                  <a:lnTo>
                    <a:pt x="4026" y="5919"/>
                  </a:lnTo>
                  <a:lnTo>
                    <a:pt x="4035" y="6046"/>
                  </a:lnTo>
                  <a:lnTo>
                    <a:pt x="4035" y="6046"/>
                  </a:lnTo>
                  <a:lnTo>
                    <a:pt x="4043" y="6173"/>
                  </a:lnTo>
                  <a:lnTo>
                    <a:pt x="4043" y="6174"/>
                  </a:lnTo>
                  <a:lnTo>
                    <a:pt x="4052" y="6313"/>
                  </a:lnTo>
                  <a:lnTo>
                    <a:pt x="4052" y="6314"/>
                  </a:lnTo>
                  <a:lnTo>
                    <a:pt x="4064" y="6467"/>
                  </a:lnTo>
                  <a:lnTo>
                    <a:pt x="4064" y="6467"/>
                  </a:lnTo>
                  <a:lnTo>
                    <a:pt x="4076" y="6620"/>
                  </a:lnTo>
                  <a:lnTo>
                    <a:pt x="4076" y="6620"/>
                  </a:lnTo>
                  <a:lnTo>
                    <a:pt x="4083" y="6758"/>
                  </a:lnTo>
                  <a:lnTo>
                    <a:pt x="4083" y="6759"/>
                  </a:lnTo>
                  <a:lnTo>
                    <a:pt x="4082" y="6835"/>
                  </a:lnTo>
                  <a:lnTo>
                    <a:pt x="4082" y="6837"/>
                  </a:lnTo>
                  <a:lnTo>
                    <a:pt x="4082" y="6840"/>
                  </a:lnTo>
                  <a:lnTo>
                    <a:pt x="4081" y="6842"/>
                  </a:lnTo>
                  <a:lnTo>
                    <a:pt x="4080" y="6845"/>
                  </a:lnTo>
                  <a:lnTo>
                    <a:pt x="4079" y="6847"/>
                  </a:lnTo>
                  <a:lnTo>
                    <a:pt x="4078" y="6849"/>
                  </a:lnTo>
                  <a:lnTo>
                    <a:pt x="4076" y="6851"/>
                  </a:lnTo>
                  <a:lnTo>
                    <a:pt x="4074" y="6853"/>
                  </a:lnTo>
                  <a:lnTo>
                    <a:pt x="4073" y="6855"/>
                  </a:lnTo>
                  <a:lnTo>
                    <a:pt x="4070" y="6857"/>
                  </a:lnTo>
                  <a:lnTo>
                    <a:pt x="4068" y="6858"/>
                  </a:lnTo>
                  <a:lnTo>
                    <a:pt x="4066" y="6859"/>
                  </a:lnTo>
                  <a:lnTo>
                    <a:pt x="4063" y="6860"/>
                  </a:lnTo>
                  <a:lnTo>
                    <a:pt x="4061" y="6861"/>
                  </a:lnTo>
                  <a:lnTo>
                    <a:pt x="4058" y="6861"/>
                  </a:lnTo>
                  <a:lnTo>
                    <a:pt x="4056" y="6861"/>
                  </a:lnTo>
                  <a:lnTo>
                    <a:pt x="4053" y="6861"/>
                  </a:lnTo>
                  <a:lnTo>
                    <a:pt x="4051" y="6861"/>
                  </a:lnTo>
                  <a:lnTo>
                    <a:pt x="4048" y="6860"/>
                  </a:lnTo>
                  <a:lnTo>
                    <a:pt x="4046" y="6859"/>
                  </a:lnTo>
                  <a:lnTo>
                    <a:pt x="4043" y="6858"/>
                  </a:lnTo>
                  <a:lnTo>
                    <a:pt x="4041" y="6857"/>
                  </a:lnTo>
                  <a:lnTo>
                    <a:pt x="4039" y="6855"/>
                  </a:lnTo>
                  <a:lnTo>
                    <a:pt x="4037" y="6854"/>
                  </a:lnTo>
                  <a:lnTo>
                    <a:pt x="4035" y="6852"/>
                  </a:lnTo>
                  <a:lnTo>
                    <a:pt x="4014" y="6827"/>
                  </a:lnTo>
                  <a:lnTo>
                    <a:pt x="4012" y="6825"/>
                  </a:lnTo>
                  <a:lnTo>
                    <a:pt x="3961" y="6771"/>
                  </a:lnTo>
                  <a:lnTo>
                    <a:pt x="3958" y="6768"/>
                  </a:lnTo>
                  <a:lnTo>
                    <a:pt x="3954" y="6765"/>
                  </a:lnTo>
                  <a:lnTo>
                    <a:pt x="3900" y="6726"/>
                  </a:lnTo>
                  <a:lnTo>
                    <a:pt x="3896" y="6723"/>
                  </a:lnTo>
                  <a:lnTo>
                    <a:pt x="3892" y="6721"/>
                  </a:lnTo>
                  <a:lnTo>
                    <a:pt x="3834" y="6692"/>
                  </a:lnTo>
                  <a:lnTo>
                    <a:pt x="3833" y="6692"/>
                  </a:lnTo>
                  <a:lnTo>
                    <a:pt x="3769" y="6661"/>
                  </a:lnTo>
                  <a:lnTo>
                    <a:pt x="3767" y="6660"/>
                  </a:lnTo>
                  <a:lnTo>
                    <a:pt x="3698" y="6630"/>
                  </a:lnTo>
                  <a:lnTo>
                    <a:pt x="3695" y="6628"/>
                  </a:lnTo>
                  <a:lnTo>
                    <a:pt x="3623" y="6602"/>
                  </a:lnTo>
                  <a:lnTo>
                    <a:pt x="3618" y="6600"/>
                  </a:lnTo>
                  <a:lnTo>
                    <a:pt x="3545" y="6579"/>
                  </a:lnTo>
                  <a:lnTo>
                    <a:pt x="3538" y="6578"/>
                  </a:lnTo>
                  <a:lnTo>
                    <a:pt x="3465" y="6565"/>
                  </a:lnTo>
                  <a:lnTo>
                    <a:pt x="3459" y="6564"/>
                  </a:lnTo>
                  <a:lnTo>
                    <a:pt x="3383" y="6558"/>
                  </a:lnTo>
                  <a:lnTo>
                    <a:pt x="3379" y="6558"/>
                  </a:lnTo>
                  <a:lnTo>
                    <a:pt x="3301" y="6557"/>
                  </a:lnTo>
                  <a:lnTo>
                    <a:pt x="3296" y="6557"/>
                  </a:lnTo>
                  <a:lnTo>
                    <a:pt x="3216" y="6562"/>
                  </a:lnTo>
                  <a:lnTo>
                    <a:pt x="3211" y="6563"/>
                  </a:lnTo>
                  <a:lnTo>
                    <a:pt x="3130" y="6574"/>
                  </a:lnTo>
                  <a:lnTo>
                    <a:pt x="3125" y="6575"/>
                  </a:lnTo>
                  <a:lnTo>
                    <a:pt x="3043" y="6594"/>
                  </a:lnTo>
                  <a:lnTo>
                    <a:pt x="3038" y="6595"/>
                  </a:lnTo>
                  <a:lnTo>
                    <a:pt x="2956" y="6621"/>
                  </a:lnTo>
                  <a:lnTo>
                    <a:pt x="2951" y="6624"/>
                  </a:lnTo>
                  <a:lnTo>
                    <a:pt x="2867" y="6660"/>
                  </a:lnTo>
                  <a:lnTo>
                    <a:pt x="2863" y="6663"/>
                  </a:lnTo>
                  <a:lnTo>
                    <a:pt x="2776" y="6710"/>
                  </a:lnTo>
                  <a:lnTo>
                    <a:pt x="2773" y="6712"/>
                  </a:lnTo>
                  <a:lnTo>
                    <a:pt x="2686" y="6766"/>
                  </a:lnTo>
                  <a:lnTo>
                    <a:pt x="2683" y="6767"/>
                  </a:lnTo>
                  <a:lnTo>
                    <a:pt x="2598" y="6826"/>
                  </a:lnTo>
                  <a:lnTo>
                    <a:pt x="2596" y="6828"/>
                  </a:lnTo>
                  <a:lnTo>
                    <a:pt x="2516" y="6888"/>
                  </a:lnTo>
                  <a:lnTo>
                    <a:pt x="2514" y="6890"/>
                  </a:lnTo>
                  <a:lnTo>
                    <a:pt x="2442" y="6948"/>
                  </a:lnTo>
                  <a:lnTo>
                    <a:pt x="2438" y="6952"/>
                  </a:lnTo>
                  <a:lnTo>
                    <a:pt x="2373" y="7014"/>
                  </a:lnTo>
                  <a:lnTo>
                    <a:pt x="2369" y="7019"/>
                  </a:lnTo>
                  <a:lnTo>
                    <a:pt x="2309" y="7089"/>
                  </a:lnTo>
                  <a:lnTo>
                    <a:pt x="2307" y="7091"/>
                  </a:lnTo>
                  <a:lnTo>
                    <a:pt x="2251" y="7163"/>
                  </a:lnTo>
                  <a:lnTo>
                    <a:pt x="2251" y="7164"/>
                  </a:lnTo>
                  <a:lnTo>
                    <a:pt x="2201" y="7231"/>
                  </a:lnTo>
                  <a:lnTo>
                    <a:pt x="2200" y="7232"/>
                  </a:lnTo>
                  <a:lnTo>
                    <a:pt x="2158" y="7286"/>
                  </a:lnTo>
                  <a:lnTo>
                    <a:pt x="2156" y="7288"/>
                  </a:lnTo>
                  <a:lnTo>
                    <a:pt x="2122" y="7323"/>
                  </a:lnTo>
                  <a:lnTo>
                    <a:pt x="2120" y="7325"/>
                  </a:lnTo>
                  <a:lnTo>
                    <a:pt x="2110" y="733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4" name="PulmonDerecho_3"/>
            <p:cNvGrpSpPr/>
            <p:nvPr/>
          </p:nvGrpSpPr>
          <p:grpSpPr>
            <a:xfrm>
              <a:off x="9250422" y="1717744"/>
              <a:ext cx="481994" cy="1070701"/>
              <a:chOff x="9250422" y="1717744"/>
              <a:chExt cx="481994" cy="1070701"/>
            </a:xfrm>
          </p:grpSpPr>
          <p:sp>
            <p:nvSpPr>
              <p:cNvPr id="95" name="Forma 98"/>
              <p:cNvSpPr/>
              <p:nvPr/>
            </p:nvSpPr>
            <p:spPr>
              <a:xfrm>
                <a:off x="9250422" y="1717744"/>
                <a:ext cx="481994" cy="107070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6" name="Forma 99"/>
              <p:cNvSpPr/>
              <p:nvPr/>
            </p:nvSpPr>
            <p:spPr>
              <a:xfrm>
                <a:off x="9286939" y="1822820"/>
                <a:ext cx="372783" cy="766487"/>
              </a:xfrm>
              <a:custGeom>
                <a:avLst/>
                <a:gdLst/>
                <a:ahLst/>
                <a:cxnLst/>
                <a:rect l="0" t="0" r="r" b="b"/>
                <a:pathLst>
                  <a:path w="1273" h="2704" fill="none">
                    <a:moveTo>
                      <a:pt x="1273" y="1273"/>
                    </a:moveTo>
                    <a:lnTo>
                      <a:pt x="935" y="1092"/>
                    </a:lnTo>
                    <a:lnTo>
                      <a:pt x="520" y="780"/>
                    </a:lnTo>
                    <a:lnTo>
                      <a:pt x="285" y="468"/>
                    </a:lnTo>
                  </a:path>
                  <a:path w="1273" h="2704" fill="none">
                    <a:moveTo>
                      <a:pt x="935" y="1092"/>
                    </a:moveTo>
                    <a:lnTo>
                      <a:pt x="780" y="623"/>
                    </a:lnTo>
                    <a:lnTo>
                      <a:pt x="701" y="103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780" y="1352"/>
                    </a:lnTo>
                    <a:lnTo>
                      <a:pt x="260" y="1352"/>
                    </a:lnTo>
                    <a:lnTo>
                      <a:pt x="0" y="1403"/>
                    </a:lnTo>
                  </a:path>
                  <a:path w="1273" h="2704" fill="none">
                    <a:moveTo>
                      <a:pt x="780" y="1352"/>
                    </a:moveTo>
                    <a:lnTo>
                      <a:pt x="415" y="1716"/>
                    </a:lnTo>
                    <a:lnTo>
                      <a:pt x="130" y="2027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935" y="1716"/>
                    </a:lnTo>
                    <a:lnTo>
                      <a:pt x="623" y="2236"/>
                    </a:lnTo>
                    <a:lnTo>
                      <a:pt x="337" y="2652"/>
                    </a:lnTo>
                  </a:path>
                  <a:path w="1273" h="2704" fill="none">
                    <a:moveTo>
                      <a:pt x="935" y="1716"/>
                    </a:moveTo>
                    <a:lnTo>
                      <a:pt x="1092" y="2236"/>
                    </a:lnTo>
                    <a:lnTo>
                      <a:pt x="935" y="2704"/>
                    </a:lnTo>
                  </a:path>
                  <a:path w="1273" h="2704" fill="none">
                    <a:moveTo>
                      <a:pt x="623" y="2236"/>
                    </a:moveTo>
                    <a:lnTo>
                      <a:pt x="207" y="2496"/>
                    </a:lnTo>
                    <a:lnTo>
                      <a:pt x="0" y="2652"/>
                    </a:lnTo>
                  </a:path>
                  <a:path w="1273" h="2704" fill="none">
                    <a:moveTo>
                      <a:pt x="520" y="780"/>
                    </a:moveTo>
                    <a:lnTo>
                      <a:pt x="155" y="883"/>
                    </a:lnTo>
                    <a:lnTo>
                      <a:pt x="15" y="989"/>
                    </a:lnTo>
                  </a:path>
                  <a:path w="1273" h="2704" fill="none">
                    <a:moveTo>
                      <a:pt x="780" y="623"/>
                    </a:moveTo>
                    <a:lnTo>
                      <a:pt x="467" y="311"/>
                    </a:lnTo>
                  </a:path>
                  <a:path w="1273" h="2704" fill="none">
                    <a:moveTo>
                      <a:pt x="415" y="1716"/>
                    </a:moveTo>
                    <a:lnTo>
                      <a:pt x="467" y="2080"/>
                    </a:lnTo>
                    <a:lnTo>
                      <a:pt x="311" y="2444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1195" y="883"/>
                    </a:lnTo>
                    <a:lnTo>
                      <a:pt x="1040" y="468"/>
                    </a:lnTo>
                    <a:lnTo>
                      <a:pt x="935" y="0"/>
                    </a:lnTo>
                  </a:path>
                  <a:path w="1273" h="2704" fill="none">
                    <a:moveTo>
                      <a:pt x="260" y="1352"/>
                    </a:moveTo>
                    <a:lnTo>
                      <a:pt x="103" y="166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7" name="Forma 100"/>
              <p:cNvSpPr/>
              <p:nvPr/>
            </p:nvSpPr>
            <p:spPr>
              <a:xfrm>
                <a:off x="9264654" y="2183953"/>
                <a:ext cx="402676" cy="446104"/>
              </a:xfrm>
              <a:custGeom>
                <a:avLst/>
                <a:gdLst/>
                <a:ahLst/>
                <a:cxnLst/>
                <a:rect l="0" t="0" r="r" b="b"/>
                <a:pathLst>
                  <a:path w="1376" h="1573" fill="none">
                    <a:moveTo>
                      <a:pt x="0" y="86"/>
                    </a:moveTo>
                    <a:lnTo>
                      <a:pt x="89" y="95"/>
                    </a:lnTo>
                    <a:lnTo>
                      <a:pt x="210" y="106"/>
                    </a:lnTo>
                    <a:lnTo>
                      <a:pt x="332" y="115"/>
                    </a:lnTo>
                    <a:lnTo>
                      <a:pt x="440" y="119"/>
                    </a:lnTo>
                    <a:lnTo>
                      <a:pt x="529" y="117"/>
                    </a:lnTo>
                    <a:lnTo>
                      <a:pt x="609" y="110"/>
                    </a:lnTo>
                    <a:lnTo>
                      <a:pt x="687" y="101"/>
                    </a:lnTo>
                    <a:lnTo>
                      <a:pt x="768" y="89"/>
                    </a:lnTo>
                    <a:lnTo>
                      <a:pt x="856" y="78"/>
                    </a:lnTo>
                    <a:lnTo>
                      <a:pt x="961" y="63"/>
                    </a:lnTo>
                    <a:lnTo>
                      <a:pt x="1081" y="45"/>
                    </a:lnTo>
                    <a:lnTo>
                      <a:pt x="1200" y="27"/>
                    </a:lnTo>
                    <a:lnTo>
                      <a:pt x="1303" y="11"/>
                    </a:lnTo>
                    <a:lnTo>
                      <a:pt x="1376" y="0"/>
                    </a:lnTo>
                  </a:path>
                  <a:path w="1376" h="1573" fill="none">
                    <a:moveTo>
                      <a:pt x="34" y="1573"/>
                    </a:moveTo>
                    <a:lnTo>
                      <a:pt x="87" y="1508"/>
                    </a:lnTo>
                    <a:lnTo>
                      <a:pt x="177" y="1398"/>
                    </a:lnTo>
                    <a:lnTo>
                      <a:pt x="282" y="1270"/>
                    </a:lnTo>
                    <a:lnTo>
                      <a:pt x="391" y="1137"/>
                    </a:lnTo>
                    <a:lnTo>
                      <a:pt x="492" y="1013"/>
                    </a:lnTo>
                    <a:lnTo>
                      <a:pt x="586" y="896"/>
                    </a:lnTo>
                    <a:lnTo>
                      <a:pt x="681" y="775"/>
                    </a:lnTo>
                    <a:lnTo>
                      <a:pt x="776" y="655"/>
                    </a:lnTo>
                    <a:lnTo>
                      <a:pt x="869" y="543"/>
                    </a:lnTo>
                    <a:lnTo>
                      <a:pt x="960" y="442"/>
                    </a:lnTo>
                    <a:lnTo>
                      <a:pt x="1053" y="350"/>
                    </a:lnTo>
                    <a:lnTo>
                      <a:pt x="1150" y="263"/>
                    </a:lnTo>
                    <a:lnTo>
                      <a:pt x="1242" y="187"/>
                    </a:lnTo>
                    <a:lnTo>
                      <a:pt x="1320" y="124"/>
                    </a:lnTo>
                    <a:lnTo>
                      <a:pt x="1376" y="7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8" name="PleuraVisceralD_3"/>
            <p:cNvSpPr/>
            <p:nvPr/>
          </p:nvSpPr>
          <p:spPr>
            <a:xfrm>
              <a:off x="9250422" y="1717744"/>
              <a:ext cx="481994" cy="1070701"/>
            </a:xfrm>
            <a:custGeom>
              <a:avLst/>
              <a:gdLst/>
              <a:ahLst/>
              <a:cxnLst/>
              <a:rect l="0" t="0" r="r" b="b"/>
              <a:pathLst>
                <a:path w="1647" h="3777" fill="none">
                  <a:moveTo>
                    <a:pt x="179" y="3770"/>
                  </a:moveTo>
                  <a:lnTo>
                    <a:pt x="205" y="3744"/>
                  </a:lnTo>
                  <a:lnTo>
                    <a:pt x="236" y="3703"/>
                  </a:lnTo>
                  <a:lnTo>
                    <a:pt x="274" y="3653"/>
                  </a:lnTo>
                  <a:lnTo>
                    <a:pt x="275" y="3652"/>
                  </a:lnTo>
                  <a:lnTo>
                    <a:pt x="317" y="3598"/>
                  </a:lnTo>
                  <a:lnTo>
                    <a:pt x="319" y="3595"/>
                  </a:lnTo>
                  <a:lnTo>
                    <a:pt x="364" y="3542"/>
                  </a:lnTo>
                  <a:lnTo>
                    <a:pt x="368" y="3538"/>
                  </a:lnTo>
                  <a:lnTo>
                    <a:pt x="417" y="3491"/>
                  </a:lnTo>
                  <a:lnTo>
                    <a:pt x="421" y="3487"/>
                  </a:lnTo>
                  <a:lnTo>
                    <a:pt x="476" y="3443"/>
                  </a:lnTo>
                  <a:lnTo>
                    <a:pt x="477" y="3442"/>
                  </a:lnTo>
                  <a:lnTo>
                    <a:pt x="538" y="3396"/>
                  </a:lnTo>
                  <a:lnTo>
                    <a:pt x="540" y="3395"/>
                  </a:lnTo>
                  <a:lnTo>
                    <a:pt x="604" y="3350"/>
                  </a:lnTo>
                  <a:lnTo>
                    <a:pt x="606" y="3349"/>
                  </a:lnTo>
                  <a:lnTo>
                    <a:pt x="672" y="3308"/>
                  </a:lnTo>
                  <a:lnTo>
                    <a:pt x="675" y="3306"/>
                  </a:lnTo>
                  <a:lnTo>
                    <a:pt x="741" y="3270"/>
                  </a:lnTo>
                  <a:lnTo>
                    <a:pt x="745" y="3268"/>
                  </a:lnTo>
                  <a:lnTo>
                    <a:pt x="808" y="3240"/>
                  </a:lnTo>
                  <a:lnTo>
                    <a:pt x="814" y="3238"/>
                  </a:lnTo>
                  <a:lnTo>
                    <a:pt x="876" y="3218"/>
                  </a:lnTo>
                  <a:lnTo>
                    <a:pt x="881" y="3217"/>
                  </a:lnTo>
                  <a:lnTo>
                    <a:pt x="943" y="3203"/>
                  </a:lnTo>
                  <a:lnTo>
                    <a:pt x="948" y="3202"/>
                  </a:lnTo>
                  <a:lnTo>
                    <a:pt x="1010" y="3193"/>
                  </a:lnTo>
                  <a:lnTo>
                    <a:pt x="1014" y="3193"/>
                  </a:lnTo>
                  <a:lnTo>
                    <a:pt x="1075" y="3189"/>
                  </a:lnTo>
                  <a:lnTo>
                    <a:pt x="1079" y="3189"/>
                  </a:lnTo>
                  <a:lnTo>
                    <a:pt x="1139" y="3189"/>
                  </a:lnTo>
                  <a:lnTo>
                    <a:pt x="1142" y="3190"/>
                  </a:lnTo>
                  <a:lnTo>
                    <a:pt x="1200" y="3194"/>
                  </a:lnTo>
                  <a:lnTo>
                    <a:pt x="1205" y="3195"/>
                  </a:lnTo>
                  <a:lnTo>
                    <a:pt x="1262" y="3204"/>
                  </a:lnTo>
                  <a:lnTo>
                    <a:pt x="1268" y="3206"/>
                  </a:lnTo>
                  <a:lnTo>
                    <a:pt x="1324" y="3222"/>
                  </a:lnTo>
                  <a:lnTo>
                    <a:pt x="1328" y="3223"/>
                  </a:lnTo>
                  <a:lnTo>
                    <a:pt x="1383" y="3244"/>
                  </a:lnTo>
                  <a:lnTo>
                    <a:pt x="1385" y="3245"/>
                  </a:lnTo>
                  <a:lnTo>
                    <a:pt x="1438" y="3268"/>
                  </a:lnTo>
                  <a:lnTo>
                    <a:pt x="1439" y="3268"/>
                  </a:lnTo>
                  <a:lnTo>
                    <a:pt x="1488" y="3292"/>
                  </a:lnTo>
                  <a:lnTo>
                    <a:pt x="1489" y="3292"/>
                  </a:lnTo>
                  <a:lnTo>
                    <a:pt x="1533" y="3314"/>
                  </a:lnTo>
                  <a:lnTo>
                    <a:pt x="1537" y="3316"/>
                  </a:lnTo>
                  <a:lnTo>
                    <a:pt x="1541" y="3319"/>
                  </a:lnTo>
                  <a:lnTo>
                    <a:pt x="1582" y="3349"/>
                  </a:lnTo>
                  <a:lnTo>
                    <a:pt x="1586" y="3352"/>
                  </a:lnTo>
                  <a:lnTo>
                    <a:pt x="1590" y="3356"/>
                  </a:lnTo>
                  <a:lnTo>
                    <a:pt x="1628" y="3396"/>
                  </a:lnTo>
                  <a:lnTo>
                    <a:pt x="1630" y="3398"/>
                  </a:lnTo>
                  <a:lnTo>
                    <a:pt x="1646" y="3417"/>
                  </a:lnTo>
                  <a:lnTo>
                    <a:pt x="1647" y="3361"/>
                  </a:lnTo>
                  <a:lnTo>
                    <a:pt x="1642" y="3257"/>
                  </a:lnTo>
                  <a:lnTo>
                    <a:pt x="1633" y="3142"/>
                  </a:lnTo>
                  <a:lnTo>
                    <a:pt x="1624" y="3027"/>
                  </a:lnTo>
                  <a:lnTo>
                    <a:pt x="1624" y="3027"/>
                  </a:lnTo>
                  <a:lnTo>
                    <a:pt x="1617" y="2922"/>
                  </a:lnTo>
                  <a:lnTo>
                    <a:pt x="1617" y="2922"/>
                  </a:lnTo>
                  <a:lnTo>
                    <a:pt x="1611" y="2826"/>
                  </a:lnTo>
                  <a:lnTo>
                    <a:pt x="1605" y="2731"/>
                  </a:lnTo>
                  <a:lnTo>
                    <a:pt x="1597" y="2636"/>
                  </a:lnTo>
                  <a:lnTo>
                    <a:pt x="1590" y="2541"/>
                  </a:lnTo>
                  <a:lnTo>
                    <a:pt x="1582" y="2446"/>
                  </a:lnTo>
                  <a:lnTo>
                    <a:pt x="1582" y="2446"/>
                  </a:lnTo>
                  <a:lnTo>
                    <a:pt x="1575" y="2350"/>
                  </a:lnTo>
                  <a:lnTo>
                    <a:pt x="1575" y="2350"/>
                  </a:lnTo>
                  <a:lnTo>
                    <a:pt x="1569" y="2255"/>
                  </a:lnTo>
                  <a:lnTo>
                    <a:pt x="1569" y="2255"/>
                  </a:lnTo>
                  <a:lnTo>
                    <a:pt x="1562" y="2159"/>
                  </a:lnTo>
                  <a:lnTo>
                    <a:pt x="1556" y="2064"/>
                  </a:lnTo>
                  <a:lnTo>
                    <a:pt x="1549" y="1969"/>
                  </a:lnTo>
                  <a:lnTo>
                    <a:pt x="1542" y="1874"/>
                  </a:lnTo>
                  <a:lnTo>
                    <a:pt x="1534" y="1779"/>
                  </a:lnTo>
                  <a:lnTo>
                    <a:pt x="1525" y="1684"/>
                  </a:lnTo>
                  <a:lnTo>
                    <a:pt x="1516" y="1589"/>
                  </a:lnTo>
                  <a:lnTo>
                    <a:pt x="1507" y="1493"/>
                  </a:lnTo>
                  <a:lnTo>
                    <a:pt x="1496" y="1399"/>
                  </a:lnTo>
                  <a:lnTo>
                    <a:pt x="1485" y="1304"/>
                  </a:lnTo>
                  <a:lnTo>
                    <a:pt x="1472" y="1210"/>
                  </a:lnTo>
                  <a:lnTo>
                    <a:pt x="1457" y="1115"/>
                  </a:lnTo>
                  <a:lnTo>
                    <a:pt x="1441" y="1018"/>
                  </a:lnTo>
                  <a:lnTo>
                    <a:pt x="1425" y="922"/>
                  </a:lnTo>
                  <a:lnTo>
                    <a:pt x="1407" y="828"/>
                  </a:lnTo>
                  <a:lnTo>
                    <a:pt x="1388" y="738"/>
                  </a:lnTo>
                  <a:lnTo>
                    <a:pt x="1369" y="654"/>
                  </a:lnTo>
                  <a:lnTo>
                    <a:pt x="1348" y="576"/>
                  </a:lnTo>
                  <a:lnTo>
                    <a:pt x="1326" y="500"/>
                  </a:lnTo>
                  <a:lnTo>
                    <a:pt x="1304" y="429"/>
                  </a:lnTo>
                  <a:lnTo>
                    <a:pt x="1281" y="363"/>
                  </a:lnTo>
                  <a:lnTo>
                    <a:pt x="1258" y="301"/>
                  </a:lnTo>
                  <a:lnTo>
                    <a:pt x="1236" y="246"/>
                  </a:lnTo>
                  <a:lnTo>
                    <a:pt x="1216" y="198"/>
                  </a:lnTo>
                  <a:lnTo>
                    <a:pt x="1197" y="156"/>
                  </a:lnTo>
                  <a:lnTo>
                    <a:pt x="1179" y="121"/>
                  </a:lnTo>
                  <a:lnTo>
                    <a:pt x="1161" y="92"/>
                  </a:lnTo>
                  <a:lnTo>
                    <a:pt x="1143" y="68"/>
                  </a:lnTo>
                  <a:lnTo>
                    <a:pt x="1124" y="47"/>
                  </a:lnTo>
                  <a:lnTo>
                    <a:pt x="1104" y="29"/>
                  </a:lnTo>
                  <a:lnTo>
                    <a:pt x="1086" y="16"/>
                  </a:lnTo>
                  <a:lnTo>
                    <a:pt x="1070" y="7"/>
                  </a:lnTo>
                  <a:lnTo>
                    <a:pt x="1052" y="2"/>
                  </a:lnTo>
                  <a:lnTo>
                    <a:pt x="1031" y="0"/>
                  </a:lnTo>
                  <a:lnTo>
                    <a:pt x="1004" y="1"/>
                  </a:lnTo>
                  <a:lnTo>
                    <a:pt x="969" y="7"/>
                  </a:lnTo>
                  <a:lnTo>
                    <a:pt x="926" y="19"/>
                  </a:lnTo>
                  <a:lnTo>
                    <a:pt x="879" y="35"/>
                  </a:lnTo>
                  <a:lnTo>
                    <a:pt x="830" y="56"/>
                  </a:lnTo>
                  <a:lnTo>
                    <a:pt x="782" y="80"/>
                  </a:lnTo>
                  <a:lnTo>
                    <a:pt x="737" y="106"/>
                  </a:lnTo>
                  <a:lnTo>
                    <a:pt x="695" y="136"/>
                  </a:lnTo>
                  <a:lnTo>
                    <a:pt x="652" y="169"/>
                  </a:lnTo>
                  <a:lnTo>
                    <a:pt x="610" y="206"/>
                  </a:lnTo>
                  <a:lnTo>
                    <a:pt x="569" y="245"/>
                  </a:lnTo>
                  <a:lnTo>
                    <a:pt x="529" y="288"/>
                  </a:lnTo>
                  <a:lnTo>
                    <a:pt x="491" y="333"/>
                  </a:lnTo>
                  <a:lnTo>
                    <a:pt x="455" y="381"/>
                  </a:lnTo>
                  <a:lnTo>
                    <a:pt x="419" y="432"/>
                  </a:lnTo>
                  <a:lnTo>
                    <a:pt x="385" y="487"/>
                  </a:lnTo>
                  <a:lnTo>
                    <a:pt x="352" y="543"/>
                  </a:lnTo>
                  <a:lnTo>
                    <a:pt x="321" y="603"/>
                  </a:lnTo>
                  <a:lnTo>
                    <a:pt x="290" y="665"/>
                  </a:lnTo>
                  <a:lnTo>
                    <a:pt x="262" y="729"/>
                  </a:lnTo>
                  <a:lnTo>
                    <a:pt x="234" y="797"/>
                  </a:lnTo>
                  <a:lnTo>
                    <a:pt x="207" y="866"/>
                  </a:lnTo>
                  <a:lnTo>
                    <a:pt x="182" y="938"/>
                  </a:lnTo>
                  <a:lnTo>
                    <a:pt x="159" y="1012"/>
                  </a:lnTo>
                  <a:lnTo>
                    <a:pt x="138" y="1087"/>
                  </a:lnTo>
                  <a:lnTo>
                    <a:pt x="119" y="1164"/>
                  </a:lnTo>
                  <a:lnTo>
                    <a:pt x="101" y="1243"/>
                  </a:lnTo>
                  <a:lnTo>
                    <a:pt x="85" y="1324"/>
                  </a:lnTo>
                  <a:lnTo>
                    <a:pt x="71" y="1407"/>
                  </a:lnTo>
                  <a:lnTo>
                    <a:pt x="58" y="1490"/>
                  </a:lnTo>
                  <a:lnTo>
                    <a:pt x="46" y="1574"/>
                  </a:lnTo>
                  <a:lnTo>
                    <a:pt x="36" y="1658"/>
                  </a:lnTo>
                  <a:lnTo>
                    <a:pt x="27" y="1743"/>
                  </a:lnTo>
                  <a:lnTo>
                    <a:pt x="19" y="1829"/>
                  </a:lnTo>
                  <a:lnTo>
                    <a:pt x="13" y="1915"/>
                  </a:lnTo>
                  <a:lnTo>
                    <a:pt x="9" y="2002"/>
                  </a:lnTo>
                  <a:lnTo>
                    <a:pt x="5" y="2088"/>
                  </a:lnTo>
                  <a:lnTo>
                    <a:pt x="2" y="2175"/>
                  </a:lnTo>
                  <a:lnTo>
                    <a:pt x="0" y="2261"/>
                  </a:lnTo>
                  <a:lnTo>
                    <a:pt x="0" y="2348"/>
                  </a:lnTo>
                  <a:lnTo>
                    <a:pt x="0" y="2434"/>
                  </a:lnTo>
                  <a:lnTo>
                    <a:pt x="2" y="2519"/>
                  </a:lnTo>
                  <a:lnTo>
                    <a:pt x="5" y="2604"/>
                  </a:lnTo>
                  <a:lnTo>
                    <a:pt x="9" y="2688"/>
                  </a:lnTo>
                  <a:lnTo>
                    <a:pt x="15" y="2772"/>
                  </a:lnTo>
                  <a:lnTo>
                    <a:pt x="21" y="2856"/>
                  </a:lnTo>
                  <a:lnTo>
                    <a:pt x="29" y="2938"/>
                  </a:lnTo>
                  <a:lnTo>
                    <a:pt x="37" y="3017"/>
                  </a:lnTo>
                  <a:lnTo>
                    <a:pt x="46" y="3093"/>
                  </a:lnTo>
                  <a:lnTo>
                    <a:pt x="55" y="3166"/>
                  </a:lnTo>
                  <a:lnTo>
                    <a:pt x="65" y="3236"/>
                  </a:lnTo>
                  <a:lnTo>
                    <a:pt x="75" y="3303"/>
                  </a:lnTo>
                  <a:lnTo>
                    <a:pt x="86" y="3367"/>
                  </a:lnTo>
                  <a:lnTo>
                    <a:pt x="97" y="3430"/>
                  </a:lnTo>
                  <a:lnTo>
                    <a:pt x="108" y="3490"/>
                  </a:lnTo>
                  <a:lnTo>
                    <a:pt x="119" y="3551"/>
                  </a:lnTo>
                  <a:lnTo>
                    <a:pt x="130" y="3612"/>
                  </a:lnTo>
                  <a:lnTo>
                    <a:pt x="142" y="3670"/>
                  </a:lnTo>
                  <a:lnTo>
                    <a:pt x="154" y="3721"/>
                  </a:lnTo>
                  <a:lnTo>
                    <a:pt x="165" y="3761"/>
                  </a:lnTo>
                  <a:lnTo>
                    <a:pt x="171" y="3777"/>
                  </a:lnTo>
                  <a:lnTo>
                    <a:pt x="179" y="377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9" name="PulmonIzquierdo_3"/>
            <p:cNvGrpSpPr/>
            <p:nvPr/>
          </p:nvGrpSpPr>
          <p:grpSpPr>
            <a:xfrm>
              <a:off x="10197948" y="1261886"/>
              <a:ext cx="863365" cy="2127158"/>
              <a:chOff x="10197948" y="1261886"/>
              <a:chExt cx="863365" cy="2127158"/>
            </a:xfrm>
          </p:grpSpPr>
          <p:sp>
            <p:nvSpPr>
              <p:cNvPr id="100" name="Forma 103"/>
              <p:cNvSpPr/>
              <p:nvPr/>
            </p:nvSpPr>
            <p:spPr>
              <a:xfrm>
                <a:off x="101979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1" name="Forma 104"/>
              <p:cNvSpPr/>
              <p:nvPr/>
            </p:nvSpPr>
            <p:spPr>
              <a:xfrm>
                <a:off x="102741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2" name="Forma 105"/>
              <p:cNvSpPr/>
              <p:nvPr/>
            </p:nvSpPr>
            <p:spPr>
              <a:xfrm>
                <a:off x="102829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3" name="PleuraVisceralI_3"/>
            <p:cNvSpPr/>
            <p:nvPr/>
          </p:nvSpPr>
          <p:spPr>
            <a:xfrm>
              <a:off x="101979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4" name="PleuraPariet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5" name="PleuraPariet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6" name="VenaCavaSup_3"/>
            <p:cNvSpPr/>
            <p:nvPr/>
          </p:nvSpPr>
          <p:spPr>
            <a:xfrm>
              <a:off x="97943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7" name="VenaCavaInf_3"/>
            <p:cNvSpPr/>
            <p:nvPr/>
          </p:nvSpPr>
          <p:spPr>
            <a:xfrm>
              <a:off x="98206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8" name="Corazon_3"/>
            <p:cNvGrpSpPr/>
            <p:nvPr/>
          </p:nvGrpSpPr>
          <p:grpSpPr>
            <a:xfrm>
              <a:off x="9809168" y="2363067"/>
              <a:ext cx="778121" cy="802459"/>
              <a:chOff x="9809168" y="2363067"/>
              <a:chExt cx="778121" cy="802459"/>
            </a:xfrm>
          </p:grpSpPr>
          <p:sp>
            <p:nvSpPr>
              <p:cNvPr id="109" name="Forma 112"/>
              <p:cNvSpPr/>
              <p:nvPr/>
            </p:nvSpPr>
            <p:spPr>
              <a:xfrm>
                <a:off x="98091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0" name="Forma 113"/>
              <p:cNvSpPr/>
              <p:nvPr/>
            </p:nvSpPr>
            <p:spPr>
              <a:xfrm>
                <a:off x="102156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11" name="Diafragma_3"/>
            <p:cNvSpPr/>
            <p:nvPr/>
          </p:nvSpPr>
          <p:spPr>
            <a:xfrm>
              <a:off x="88989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2" name="Clavículas_3"/>
            <p:cNvGrpSpPr/>
            <p:nvPr/>
          </p:nvGrpSpPr>
          <p:grpSpPr>
            <a:xfrm>
              <a:off x="9089136" y="1095451"/>
              <a:ext cx="1755648" cy="113386"/>
              <a:chOff x="9089136" y="1095451"/>
              <a:chExt cx="1755648" cy="113386"/>
            </a:xfrm>
          </p:grpSpPr>
          <p:sp>
            <p:nvSpPr>
              <p:cNvPr id="113" name="Forma 116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4" name="Forma 117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115" name="Ondas 2"/>
            <p:cNvGrpSpPr/>
            <p:nvPr/>
          </p:nvGrpSpPr>
          <p:grpSpPr>
            <a:xfrm>
              <a:off x="9127541" y="1735531"/>
              <a:ext cx="18376" cy="137160"/>
              <a:chOff x="9127541" y="1735531"/>
              <a:chExt cx="18376" cy="137160"/>
            </a:xfrm>
          </p:grpSpPr>
          <p:sp>
            <p:nvSpPr>
              <p:cNvPr id="116" name="Flecha 119_2"/>
              <p:cNvSpPr/>
              <p:nvPr/>
            </p:nvSpPr>
            <p:spPr>
              <a:xfrm>
                <a:off x="9127541" y="1735531"/>
                <a:ext cx="18376" cy="137160"/>
              </a:xfrm>
              <a:custGeom>
                <a:avLst/>
                <a:gdLst/>
                <a:ahLst/>
                <a:cxnLst/>
                <a:rect l="0" t="0" r="r" b="b"/>
                <a:pathLst>
                  <a:path w="20" h="149" fill="none">
                    <a:moveTo>
                      <a:pt x="20" y="149"/>
                    </a:moveTo>
                    <a:lnTo>
                      <a:pt x="14" y="138"/>
                    </a:lnTo>
                    <a:lnTo>
                      <a:pt x="9" y="126"/>
                    </a:lnTo>
                    <a:lnTo>
                      <a:pt x="5" y="113"/>
                    </a:lnTo>
                    <a:lnTo>
                      <a:pt x="2" y="101"/>
                    </a:lnTo>
                    <a:lnTo>
                      <a:pt x="0" y="88"/>
                    </a:lnTo>
                    <a:lnTo>
                      <a:pt x="0" y="74"/>
                    </a:lnTo>
                    <a:lnTo>
                      <a:pt x="0" y="61"/>
                    </a:lnTo>
                    <a:lnTo>
                      <a:pt x="2" y="48"/>
                    </a:lnTo>
                    <a:lnTo>
                      <a:pt x="5" y="36"/>
                    </a:lnTo>
                    <a:lnTo>
                      <a:pt x="9" y="23"/>
                    </a:lnTo>
                    <a:lnTo>
                      <a:pt x="14" y="11"/>
                    </a:lnTo>
                    <a:lnTo>
                      <a:pt x="20" y="0"/>
                    </a:lnTo>
                  </a:path>
                </a:pathLst>
              </a:custGeom>
              <a:noFill/>
              <a:ln w="38100" cap="rnd">
                <a:solidFill>
                  <a:srgbClr val="922B21"/>
                </a:solidFill>
                <a:prstDash val="dash"/>
                <a:round/>
              </a:ln>
            </p:spPr>
          </p:sp>
        </p:grpSp>
        <p:sp>
          <p:nvSpPr>
            <p:cNvPr id="117" name="Forma 121"/>
            <p:cNvSpPr/>
            <p:nvPr/>
          </p:nvSpPr>
          <p:spPr>
            <a:xfrm>
              <a:off x="8092440" y="3794760"/>
              <a:ext cx="370332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18" name="Forma 122"/>
            <p:cNvSpPr/>
            <p:nvPr/>
          </p:nvSpPr>
          <p:spPr>
            <a:xfrm>
              <a:off x="8092440" y="4297680"/>
              <a:ext cx="3703320" cy="11430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Asimetría: hemitórax afectado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expandido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menos móvil ·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frémito ↓/abolido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posible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enfisema subcutáneo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(crepitación)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119" name="Conclusión"/>
          <p:cNvSpPr/>
          <p:nvPr/>
        </p:nvSpPr>
        <p:spPr>
          <a:xfrm>
            <a:off x="320040" y="5577840"/>
            <a:ext cx="115214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aire, como el líquido,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atenúa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las vibraciones vocales: el frémito no distingue entre ambos.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1186" y="91440"/>
            <a:ext cx="8045917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INSPECCIÓN Y PALPACIÓN: NORMAL, DERRAME Y NEUMOTÓRAX</a:t>
            </a:r>
            <a:endParaRPr lang="es-AR" sz="1900" dirty="0">
              <a:latin typeface="Mali"/>
            </a:endParaRPr>
          </a:p>
        </p:txBody>
      </p:sp>
      <p:sp>
        <p:nvSpPr>
          <p:cNvPr id="12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lumna NORMAL"/>
          <p:cNvGrpSpPr/>
          <p:nvPr/>
        </p:nvGrpSpPr>
        <p:grpSpPr>
          <a:xfrm>
            <a:off x="320040" y="982066"/>
            <a:ext cx="3703320" cy="4458614"/>
            <a:chOff x="320040" y="982066"/>
            <a:chExt cx="3703320" cy="4458614"/>
          </a:xfrm>
        </p:grpSpPr>
        <p:sp>
          <p:nvSpPr>
            <p:cNvPr id="5" name="ParedToracica"/>
            <p:cNvSpPr/>
            <p:nvPr/>
          </p:nvSpPr>
          <p:spPr>
            <a:xfrm>
              <a:off x="8544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6971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907085" y="1208837"/>
              <a:ext cx="2574950" cy="2335743"/>
              <a:chOff x="907085" y="1208837"/>
              <a:chExt cx="2574950" cy="2335743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1997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846370" y="982066"/>
              <a:ext cx="696380" cy="1216048"/>
              <a:chOff x="1846370" y="982066"/>
              <a:chExt cx="696380" cy="1216048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8463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418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1100207" y="1261886"/>
              <a:ext cx="926912" cy="2059041"/>
              <a:chOff x="1100207" y="1261886"/>
              <a:chExt cx="926912" cy="205904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100207" y="1261886"/>
                <a:ext cx="926912" cy="205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1160159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1122201" y="2158441"/>
                <a:ext cx="779751" cy="863413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1100207" y="1261886"/>
              <a:ext cx="926912" cy="205904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2425548" y="1261886"/>
              <a:ext cx="863365" cy="2127158"/>
              <a:chOff x="2425548" y="1261886"/>
              <a:chExt cx="863365" cy="2127158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24255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25017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25105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24255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20219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20482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2036768" y="2363067"/>
              <a:ext cx="778121" cy="802459"/>
              <a:chOff x="2036768" y="2363067"/>
              <a:chExt cx="778121" cy="802459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20367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24432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11265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1316736" y="1095451"/>
              <a:ext cx="1755648" cy="113386"/>
              <a:chOff x="1316736" y="1095451"/>
              <a:chExt cx="1755648" cy="113386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7" name="Mano 0"/>
            <p:cNvSpPr/>
            <p:nvPr/>
          </p:nvSpPr>
          <p:spPr>
            <a:xfrm>
              <a:off x="848563" y="2626157"/>
              <a:ext cx="822960" cy="5102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80" y="420"/>
                  </a:moveTo>
                  <a:cubicBezTo>
                    <a:pt x="100" y="388"/>
                    <a:pt x="143" y="350"/>
                    <a:pt x="180" y="330"/>
                  </a:cubicBezTo>
                  <a:cubicBezTo>
                    <a:pt x="216" y="310"/>
                    <a:pt x="260" y="311"/>
                    <a:pt x="300" y="300"/>
                  </a:cubicBezTo>
                  <a:cubicBezTo>
                    <a:pt x="340" y="288"/>
                    <a:pt x="376" y="268"/>
                    <a:pt x="420" y="260"/>
                  </a:cubicBezTo>
                  <a:cubicBezTo>
                    <a:pt x="463" y="251"/>
                    <a:pt x="513" y="250"/>
                    <a:pt x="560" y="250"/>
                  </a:cubicBezTo>
                  <a:cubicBezTo>
                    <a:pt x="606" y="250"/>
                    <a:pt x="651" y="255"/>
                    <a:pt x="700" y="260"/>
                  </a:cubicBezTo>
                  <a:cubicBezTo>
                    <a:pt x="748" y="265"/>
                    <a:pt x="807" y="270"/>
                    <a:pt x="850" y="280"/>
                  </a:cubicBezTo>
                  <a:cubicBezTo>
                    <a:pt x="892" y="290"/>
                    <a:pt x="936" y="303"/>
                    <a:pt x="955" y="320"/>
                  </a:cubicBezTo>
                  <a:cubicBezTo>
                    <a:pt x="973" y="336"/>
                    <a:pt x="975" y="366"/>
                    <a:pt x="960" y="380"/>
                  </a:cubicBezTo>
                  <a:cubicBezTo>
                    <a:pt x="944" y="393"/>
                    <a:pt x="903" y="395"/>
                    <a:pt x="860" y="400"/>
                  </a:cubicBezTo>
                  <a:cubicBezTo>
                    <a:pt x="816" y="405"/>
                    <a:pt x="728" y="398"/>
                    <a:pt x="700" y="410"/>
                  </a:cubicBezTo>
                  <a:cubicBezTo>
                    <a:pt x="671" y="421"/>
                    <a:pt x="668" y="455"/>
                    <a:pt x="690" y="470"/>
                  </a:cubicBezTo>
                  <a:cubicBezTo>
                    <a:pt x="711" y="485"/>
                    <a:pt x="795" y="485"/>
                    <a:pt x="830" y="500"/>
                  </a:cubicBezTo>
                  <a:cubicBezTo>
                    <a:pt x="865" y="515"/>
                    <a:pt x="891" y="541"/>
                    <a:pt x="900" y="560"/>
                  </a:cubicBezTo>
                  <a:cubicBezTo>
                    <a:pt x="908" y="578"/>
                    <a:pt x="913" y="601"/>
                    <a:pt x="880" y="610"/>
                  </a:cubicBezTo>
                  <a:cubicBezTo>
                    <a:pt x="846" y="618"/>
                    <a:pt x="738" y="598"/>
                    <a:pt x="700" y="610"/>
                  </a:cubicBezTo>
                  <a:cubicBezTo>
                    <a:pt x="661" y="621"/>
                    <a:pt x="640" y="661"/>
                    <a:pt x="650" y="680"/>
                  </a:cubicBezTo>
                  <a:cubicBezTo>
                    <a:pt x="660" y="698"/>
                    <a:pt x="740" y="703"/>
                    <a:pt x="760" y="720"/>
                  </a:cubicBezTo>
                  <a:cubicBezTo>
                    <a:pt x="780" y="736"/>
                    <a:pt x="793" y="768"/>
                    <a:pt x="770" y="780"/>
                  </a:cubicBezTo>
                  <a:cubicBezTo>
                    <a:pt x="746" y="791"/>
                    <a:pt x="661" y="793"/>
                    <a:pt x="620" y="790"/>
                  </a:cubicBezTo>
                  <a:cubicBezTo>
                    <a:pt x="578" y="786"/>
                    <a:pt x="543" y="751"/>
                    <a:pt x="520" y="760"/>
                  </a:cubicBezTo>
                  <a:cubicBezTo>
                    <a:pt x="496" y="768"/>
                    <a:pt x="506" y="825"/>
                    <a:pt x="480" y="840"/>
                  </a:cubicBezTo>
                  <a:cubicBezTo>
                    <a:pt x="453" y="855"/>
                    <a:pt x="403" y="863"/>
                    <a:pt x="360" y="850"/>
                  </a:cubicBezTo>
                  <a:cubicBezTo>
                    <a:pt x="316" y="836"/>
                    <a:pt x="260" y="795"/>
                    <a:pt x="220" y="760"/>
                  </a:cubicBezTo>
                  <a:cubicBezTo>
                    <a:pt x="180" y="725"/>
                    <a:pt x="146" y="680"/>
                    <a:pt x="120" y="640"/>
                  </a:cubicBezTo>
                  <a:cubicBezTo>
                    <a:pt x="93" y="600"/>
                    <a:pt x="66" y="556"/>
                    <a:pt x="60" y="520"/>
                  </a:cubicBezTo>
                  <a:cubicBezTo>
                    <a:pt x="53" y="483"/>
                    <a:pt x="60" y="451"/>
                    <a:pt x="80" y="4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BC1"/>
                </a:gs>
                <a:gs pos="55000">
                  <a:srgbClr val="F0C8A0"/>
                </a:gs>
                <a:gs pos="100000">
                  <a:srgbClr val="C0A080"/>
                </a:gs>
              </a:gsLst>
              <a:path path="circle">
                <a:fillToRect l="32000" t="28000" r="68000" b="72000"/>
              </a:path>
            </a:gradFill>
            <a:ln w="22225" cap="rnd">
              <a:solidFill>
                <a:srgbClr val="6B594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38" name="Sonido 0"/>
            <p:cNvGrpSpPr/>
            <p:nvPr/>
          </p:nvGrpSpPr>
          <p:grpSpPr>
            <a:xfrm>
              <a:off x="1801300" y="2459499"/>
              <a:ext cx="263415" cy="446701"/>
              <a:chOff x="1801300" y="2459499"/>
              <a:chExt cx="263415" cy="446701"/>
            </a:xfrm>
          </p:grpSpPr>
          <p:sp>
            <p:nvSpPr>
              <p:cNvPr id="39" name="Flecha 38_2"/>
              <p:cNvSpPr/>
              <p:nvPr/>
            </p:nvSpPr>
            <p:spPr>
              <a:xfrm>
                <a:off x="1801300" y="2612318"/>
                <a:ext cx="25671" cy="141064"/>
              </a:xfrm>
              <a:custGeom>
                <a:avLst/>
                <a:gdLst/>
                <a:ahLst/>
                <a:cxnLst/>
                <a:rect l="0" t="0" r="r" b="b"/>
                <a:pathLst>
                  <a:path w="28" h="154" fill="none">
                    <a:moveTo>
                      <a:pt x="0" y="0"/>
                    </a:moveTo>
                    <a:lnTo>
                      <a:pt x="8" y="11"/>
                    </a:lnTo>
                    <a:lnTo>
                      <a:pt x="15" y="23"/>
                    </a:lnTo>
                    <a:lnTo>
                      <a:pt x="20" y="36"/>
                    </a:lnTo>
                    <a:lnTo>
                      <a:pt x="24" y="49"/>
                    </a:lnTo>
                    <a:lnTo>
                      <a:pt x="27" y="63"/>
                    </a:lnTo>
                    <a:lnTo>
                      <a:pt x="28" y="77"/>
                    </a:lnTo>
                    <a:lnTo>
                      <a:pt x="27" y="91"/>
                    </a:lnTo>
                    <a:lnTo>
                      <a:pt x="24" y="104"/>
                    </a:lnTo>
                    <a:lnTo>
                      <a:pt x="20" y="118"/>
                    </a:lnTo>
                    <a:lnTo>
                      <a:pt x="15" y="130"/>
                    </a:lnTo>
                    <a:lnTo>
                      <a:pt x="8" y="143"/>
                    </a:lnTo>
                    <a:lnTo>
                      <a:pt x="0" y="154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40" name="Flecha 40_2"/>
              <p:cNvSpPr/>
              <p:nvPr/>
            </p:nvSpPr>
            <p:spPr>
              <a:xfrm>
                <a:off x="1892361" y="2535908"/>
                <a:ext cx="53482" cy="293882"/>
              </a:xfrm>
              <a:custGeom>
                <a:avLst/>
                <a:gdLst/>
                <a:ahLst/>
                <a:cxnLst/>
                <a:rect l="0" t="0" r="r" b="b"/>
                <a:pathLst>
                  <a:path w="58" h="321" fill="none">
                    <a:moveTo>
                      <a:pt x="0" y="0"/>
                    </a:moveTo>
                    <a:lnTo>
                      <a:pt x="17" y="23"/>
                    </a:lnTo>
                    <a:lnTo>
                      <a:pt x="31" y="48"/>
                    </a:lnTo>
                    <a:lnTo>
                      <a:pt x="43" y="75"/>
                    </a:lnTo>
                    <a:lnTo>
                      <a:pt x="51" y="103"/>
                    </a:lnTo>
                    <a:lnTo>
                      <a:pt x="56" y="131"/>
                    </a:lnTo>
                    <a:lnTo>
                      <a:pt x="58" y="160"/>
                    </a:lnTo>
                    <a:lnTo>
                      <a:pt x="56" y="189"/>
                    </a:lnTo>
                    <a:lnTo>
                      <a:pt x="51" y="218"/>
                    </a:lnTo>
                    <a:lnTo>
                      <a:pt x="43" y="246"/>
                    </a:lnTo>
                    <a:lnTo>
                      <a:pt x="31" y="272"/>
                    </a:lnTo>
                    <a:lnTo>
                      <a:pt x="17" y="298"/>
                    </a:lnTo>
                    <a:lnTo>
                      <a:pt x="0" y="321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41" name="Flecha 42_2"/>
              <p:cNvSpPr/>
              <p:nvPr/>
            </p:nvSpPr>
            <p:spPr>
              <a:xfrm>
                <a:off x="1983422" y="2459499"/>
                <a:ext cx="81293" cy="446701"/>
              </a:xfrm>
              <a:custGeom>
                <a:avLst/>
                <a:gdLst/>
                <a:ahLst/>
                <a:cxnLst/>
                <a:rect l="0" t="0" r="r" b="b"/>
                <a:pathLst>
                  <a:path w="88" h="488" fill="none">
                    <a:moveTo>
                      <a:pt x="0" y="0"/>
                    </a:moveTo>
                    <a:lnTo>
                      <a:pt x="26" y="35"/>
                    </a:lnTo>
                    <a:lnTo>
                      <a:pt x="48" y="73"/>
                    </a:lnTo>
                    <a:lnTo>
                      <a:pt x="65" y="114"/>
                    </a:lnTo>
                    <a:lnTo>
                      <a:pt x="78" y="156"/>
                    </a:lnTo>
                    <a:lnTo>
                      <a:pt x="86" y="200"/>
                    </a:lnTo>
                    <a:lnTo>
                      <a:pt x="88" y="244"/>
                    </a:lnTo>
                    <a:lnTo>
                      <a:pt x="86" y="288"/>
                    </a:lnTo>
                    <a:lnTo>
                      <a:pt x="78" y="331"/>
                    </a:lnTo>
                    <a:lnTo>
                      <a:pt x="65" y="374"/>
                    </a:lnTo>
                    <a:lnTo>
                      <a:pt x="48" y="414"/>
                    </a:lnTo>
                    <a:lnTo>
                      <a:pt x="26" y="453"/>
                    </a:lnTo>
                    <a:lnTo>
                      <a:pt x="0" y="488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</p:grpSp>
        <p:sp>
          <p:nvSpPr>
            <p:cNvPr id="42" name="Forma 44"/>
            <p:cNvSpPr/>
            <p:nvPr/>
          </p:nvSpPr>
          <p:spPr>
            <a:xfrm>
              <a:off x="320040" y="3794760"/>
              <a:ext cx="370332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3" name="Forma 45"/>
            <p:cNvSpPr/>
            <p:nvPr/>
          </p:nvSpPr>
          <p:spPr>
            <a:xfrm>
              <a:off x="320040" y="4297680"/>
              <a:ext cx="3703320" cy="11430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Sonoridad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44" name="Columna DERRAME"/>
          <p:cNvGrpSpPr/>
          <p:nvPr/>
        </p:nvGrpSpPr>
        <p:grpSpPr>
          <a:xfrm>
            <a:off x="4206240" y="982066"/>
            <a:ext cx="3703320" cy="4458614"/>
            <a:chOff x="4206240" y="982066"/>
            <a:chExt cx="3703320" cy="4458614"/>
          </a:xfrm>
        </p:grpSpPr>
        <p:sp>
          <p:nvSpPr>
            <p:cNvPr id="45" name="ParedToracica_2"/>
            <p:cNvSpPr/>
            <p:nvPr/>
          </p:nvSpPr>
          <p:spPr>
            <a:xfrm>
              <a:off x="47406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6" name="Mediastino_2"/>
            <p:cNvSpPr/>
            <p:nvPr/>
          </p:nvSpPr>
          <p:spPr>
            <a:xfrm>
              <a:off x="55833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7" name="Costillas_2"/>
            <p:cNvGrpSpPr/>
            <p:nvPr/>
          </p:nvGrpSpPr>
          <p:grpSpPr>
            <a:xfrm>
              <a:off x="4793285" y="1208837"/>
              <a:ext cx="2574950" cy="2335743"/>
              <a:chOff x="4793285" y="1208837"/>
              <a:chExt cx="2574950" cy="2335743"/>
            </a:xfrm>
          </p:grpSpPr>
          <p:sp>
            <p:nvSpPr>
              <p:cNvPr id="48" name="Forma 50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9" name="Forma 51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50" name="EspacioPleur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1" name="EspacioPleur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2" name="Aorta_2"/>
            <p:cNvSpPr/>
            <p:nvPr/>
          </p:nvSpPr>
          <p:spPr>
            <a:xfrm>
              <a:off x="60859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3" name="Traquea_2"/>
            <p:cNvGrpSpPr/>
            <p:nvPr/>
          </p:nvGrpSpPr>
          <p:grpSpPr>
            <a:xfrm>
              <a:off x="5732570" y="982066"/>
              <a:ext cx="696380" cy="1216048"/>
              <a:chOff x="5732570" y="982066"/>
              <a:chExt cx="696380" cy="1216048"/>
            </a:xfrm>
          </p:grpSpPr>
          <p:sp>
            <p:nvSpPr>
              <p:cNvPr id="54" name="Forma 56"/>
              <p:cNvSpPr/>
              <p:nvPr/>
            </p:nvSpPr>
            <p:spPr>
              <a:xfrm>
                <a:off x="57325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5" name="Forma 57"/>
              <p:cNvSpPr/>
              <p:nvPr/>
            </p:nvSpPr>
            <p:spPr>
              <a:xfrm>
                <a:off x="60280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6" name="LiquidoPleuralD"/>
            <p:cNvSpPr/>
            <p:nvPr/>
          </p:nvSpPr>
          <p:spPr>
            <a:xfrm>
              <a:off x="4957145" y="2014936"/>
              <a:ext cx="983163" cy="1345747"/>
            </a:xfrm>
            <a:custGeom>
              <a:avLst/>
              <a:gdLst/>
              <a:ahLst/>
              <a:cxnLst/>
              <a:rect l="0" t="0" r="r" b="b"/>
              <a:pathLst>
                <a:path w="7077" h="10000">
                  <a:moveTo>
                    <a:pt x="216" y="407"/>
                  </a:moveTo>
                  <a:lnTo>
                    <a:pt x="168" y="750"/>
                  </a:lnTo>
                  <a:lnTo>
                    <a:pt x="126" y="1095"/>
                  </a:lnTo>
                  <a:lnTo>
                    <a:pt x="90" y="1444"/>
                  </a:lnTo>
                  <a:lnTo>
                    <a:pt x="60" y="1797"/>
                  </a:lnTo>
                  <a:lnTo>
                    <a:pt x="35" y="2150"/>
                  </a:lnTo>
                  <a:lnTo>
                    <a:pt x="15" y="2504"/>
                  </a:lnTo>
                  <a:lnTo>
                    <a:pt x="0" y="2856"/>
                  </a:lnTo>
                  <a:lnTo>
                    <a:pt x="0" y="4963"/>
                  </a:lnTo>
                  <a:lnTo>
                    <a:pt x="17" y="5307"/>
                  </a:lnTo>
                  <a:lnTo>
                    <a:pt x="40" y="5652"/>
                  </a:lnTo>
                  <a:lnTo>
                    <a:pt x="68" y="5993"/>
                  </a:lnTo>
                  <a:lnTo>
                    <a:pt x="99" y="6329"/>
                  </a:lnTo>
                  <a:lnTo>
                    <a:pt x="133" y="6653"/>
                  </a:lnTo>
                  <a:lnTo>
                    <a:pt x="168" y="6964"/>
                  </a:lnTo>
                  <a:lnTo>
                    <a:pt x="205" y="7260"/>
                  </a:lnTo>
                  <a:lnTo>
                    <a:pt x="244" y="7546"/>
                  </a:lnTo>
                  <a:lnTo>
                    <a:pt x="286" y="7821"/>
                  </a:lnTo>
                  <a:lnTo>
                    <a:pt x="330" y="8086"/>
                  </a:lnTo>
                  <a:lnTo>
                    <a:pt x="375" y="8340"/>
                  </a:lnTo>
                  <a:lnTo>
                    <a:pt x="421" y="8586"/>
                  </a:lnTo>
                  <a:lnTo>
                    <a:pt x="466" y="8832"/>
                  </a:lnTo>
                  <a:lnTo>
                    <a:pt x="513" y="9080"/>
                  </a:lnTo>
                  <a:lnTo>
                    <a:pt x="560" y="9319"/>
                  </a:lnTo>
                  <a:lnTo>
                    <a:pt x="610" y="9535"/>
                  </a:lnTo>
                  <a:lnTo>
                    <a:pt x="661" y="9716"/>
                  </a:lnTo>
                  <a:lnTo>
                    <a:pt x="716" y="9849"/>
                  </a:lnTo>
                  <a:lnTo>
                    <a:pt x="767" y="9936"/>
                  </a:lnTo>
                  <a:lnTo>
                    <a:pt x="814" y="9985"/>
                  </a:lnTo>
                  <a:lnTo>
                    <a:pt x="863" y="10000"/>
                  </a:lnTo>
                  <a:lnTo>
                    <a:pt x="922" y="9980"/>
                  </a:lnTo>
                  <a:lnTo>
                    <a:pt x="996" y="9930"/>
                  </a:lnTo>
                  <a:lnTo>
                    <a:pt x="1095" y="9849"/>
                  </a:lnTo>
                  <a:lnTo>
                    <a:pt x="1216" y="9724"/>
                  </a:lnTo>
                  <a:lnTo>
                    <a:pt x="1354" y="9548"/>
                  </a:lnTo>
                  <a:lnTo>
                    <a:pt x="1508" y="9341"/>
                  </a:lnTo>
                  <a:lnTo>
                    <a:pt x="1678" y="9121"/>
                  </a:lnTo>
                  <a:lnTo>
                    <a:pt x="1864" y="8905"/>
                  </a:lnTo>
                  <a:lnTo>
                    <a:pt x="2064" y="8712"/>
                  </a:lnTo>
                  <a:lnTo>
                    <a:pt x="2285" y="8531"/>
                  </a:lnTo>
                  <a:lnTo>
                    <a:pt x="2530" y="8347"/>
                  </a:lnTo>
                  <a:lnTo>
                    <a:pt x="2790" y="8167"/>
                  </a:lnTo>
                  <a:lnTo>
                    <a:pt x="3057" y="8000"/>
                  </a:lnTo>
                  <a:lnTo>
                    <a:pt x="3323" y="7856"/>
                  </a:lnTo>
                  <a:lnTo>
                    <a:pt x="3580" y="7743"/>
                  </a:lnTo>
                  <a:lnTo>
                    <a:pt x="3831" y="7661"/>
                  </a:lnTo>
                  <a:lnTo>
                    <a:pt x="4083" y="7604"/>
                  </a:lnTo>
                  <a:lnTo>
                    <a:pt x="4333" y="7569"/>
                  </a:lnTo>
                  <a:lnTo>
                    <a:pt x="4580" y="7554"/>
                  </a:lnTo>
                  <a:lnTo>
                    <a:pt x="4821" y="7557"/>
                  </a:lnTo>
                  <a:lnTo>
                    <a:pt x="5055" y="7575"/>
                  </a:lnTo>
                  <a:lnTo>
                    <a:pt x="5283" y="7614"/>
                  </a:lnTo>
                  <a:lnTo>
                    <a:pt x="5510" y="7679"/>
                  </a:lnTo>
                  <a:lnTo>
                    <a:pt x="5731" y="7761"/>
                  </a:lnTo>
                  <a:lnTo>
                    <a:pt x="5942" y="7854"/>
                  </a:lnTo>
                  <a:lnTo>
                    <a:pt x="6139" y="7949"/>
                  </a:lnTo>
                  <a:lnTo>
                    <a:pt x="6318" y="8038"/>
                  </a:lnTo>
                  <a:lnTo>
                    <a:pt x="6484" y="8158"/>
                  </a:lnTo>
                  <a:lnTo>
                    <a:pt x="6640" y="8322"/>
                  </a:lnTo>
                  <a:lnTo>
                    <a:pt x="6782" y="8488"/>
                  </a:lnTo>
                  <a:lnTo>
                    <a:pt x="6905" y="8615"/>
                  </a:lnTo>
                  <a:lnTo>
                    <a:pt x="7005" y="8662"/>
                  </a:lnTo>
                  <a:lnTo>
                    <a:pt x="7077" y="8586"/>
                  </a:lnTo>
                  <a:lnTo>
                    <a:pt x="7077" y="7371"/>
                  </a:lnTo>
                  <a:lnTo>
                    <a:pt x="7058" y="7117"/>
                  </a:lnTo>
                  <a:lnTo>
                    <a:pt x="7021" y="6651"/>
                  </a:lnTo>
                  <a:lnTo>
                    <a:pt x="6992" y="6226"/>
                  </a:lnTo>
                  <a:lnTo>
                    <a:pt x="6969" y="5838"/>
                  </a:lnTo>
                  <a:lnTo>
                    <a:pt x="6942" y="5451"/>
                  </a:lnTo>
                  <a:lnTo>
                    <a:pt x="6913" y="5065"/>
                  </a:lnTo>
                  <a:lnTo>
                    <a:pt x="6883" y="4680"/>
                  </a:lnTo>
                  <a:lnTo>
                    <a:pt x="6853" y="4295"/>
                  </a:lnTo>
                  <a:lnTo>
                    <a:pt x="6824" y="3909"/>
                  </a:lnTo>
                  <a:lnTo>
                    <a:pt x="6797" y="3523"/>
                  </a:lnTo>
                  <a:lnTo>
                    <a:pt x="6771" y="3137"/>
                  </a:lnTo>
                  <a:lnTo>
                    <a:pt x="6745" y="2751"/>
                  </a:lnTo>
                  <a:lnTo>
                    <a:pt x="6718" y="2365"/>
                  </a:lnTo>
                  <a:lnTo>
                    <a:pt x="6699" y="2115"/>
                  </a:lnTo>
                  <a:lnTo>
                    <a:pt x="6546" y="2111"/>
                  </a:lnTo>
                  <a:lnTo>
                    <a:pt x="6369" y="2104"/>
                  </a:lnTo>
                  <a:lnTo>
                    <a:pt x="6192" y="2095"/>
                  </a:lnTo>
                  <a:lnTo>
                    <a:pt x="6015" y="2083"/>
                  </a:lnTo>
                  <a:lnTo>
                    <a:pt x="5838" y="2069"/>
                  </a:lnTo>
                  <a:lnTo>
                    <a:pt x="5661" y="2052"/>
                  </a:lnTo>
                  <a:lnTo>
                    <a:pt x="5484" y="2032"/>
                  </a:lnTo>
                  <a:lnTo>
                    <a:pt x="5307" y="2009"/>
                  </a:lnTo>
                  <a:lnTo>
                    <a:pt x="5130" y="1984"/>
                  </a:lnTo>
                  <a:lnTo>
                    <a:pt x="4953" y="1955"/>
                  </a:lnTo>
                  <a:lnTo>
                    <a:pt x="4776" y="1924"/>
                  </a:lnTo>
                  <a:lnTo>
                    <a:pt x="4600" y="1889"/>
                  </a:lnTo>
                  <a:lnTo>
                    <a:pt x="4423" y="1851"/>
                  </a:lnTo>
                  <a:lnTo>
                    <a:pt x="4246" y="1810"/>
                  </a:lnTo>
                  <a:lnTo>
                    <a:pt x="4069" y="1766"/>
                  </a:lnTo>
                  <a:lnTo>
                    <a:pt x="3892" y="1719"/>
                  </a:lnTo>
                  <a:lnTo>
                    <a:pt x="3715" y="1669"/>
                  </a:lnTo>
                  <a:lnTo>
                    <a:pt x="3538" y="1615"/>
                  </a:lnTo>
                  <a:lnTo>
                    <a:pt x="3383" y="1565"/>
                  </a:lnTo>
                  <a:lnTo>
                    <a:pt x="3245" y="1620"/>
                  </a:lnTo>
                  <a:lnTo>
                    <a:pt x="3238" y="1623"/>
                  </a:lnTo>
                  <a:lnTo>
                    <a:pt x="3024" y="1718"/>
                  </a:lnTo>
                  <a:lnTo>
                    <a:pt x="3019" y="1720"/>
                  </a:lnTo>
                  <a:lnTo>
                    <a:pt x="2817" y="1818"/>
                  </a:lnTo>
                  <a:lnTo>
                    <a:pt x="2812" y="1820"/>
                  </a:lnTo>
                  <a:lnTo>
                    <a:pt x="2630" y="1915"/>
                  </a:lnTo>
                  <a:lnTo>
                    <a:pt x="2620" y="1921"/>
                  </a:lnTo>
                  <a:lnTo>
                    <a:pt x="2456" y="2023"/>
                  </a:lnTo>
                  <a:lnTo>
                    <a:pt x="2445" y="2030"/>
                  </a:lnTo>
                  <a:lnTo>
                    <a:pt x="2293" y="2143"/>
                  </a:lnTo>
                  <a:lnTo>
                    <a:pt x="2288" y="2147"/>
                  </a:lnTo>
                  <a:lnTo>
                    <a:pt x="2148" y="2264"/>
                  </a:lnTo>
                  <a:lnTo>
                    <a:pt x="2147" y="2265"/>
                  </a:lnTo>
                  <a:lnTo>
                    <a:pt x="2021" y="2373"/>
                  </a:lnTo>
                  <a:lnTo>
                    <a:pt x="2020" y="2374"/>
                  </a:lnTo>
                  <a:lnTo>
                    <a:pt x="1914" y="2461"/>
                  </a:lnTo>
                  <a:lnTo>
                    <a:pt x="1910" y="2463"/>
                  </a:lnTo>
                  <a:lnTo>
                    <a:pt x="1825" y="2520"/>
                  </a:lnTo>
                  <a:lnTo>
                    <a:pt x="1821" y="2522"/>
                  </a:lnTo>
                  <a:lnTo>
                    <a:pt x="1796" y="2535"/>
                  </a:lnTo>
                  <a:lnTo>
                    <a:pt x="1792" y="2537"/>
                  </a:lnTo>
                  <a:lnTo>
                    <a:pt x="1788" y="2539"/>
                  </a:lnTo>
                  <a:lnTo>
                    <a:pt x="1784" y="2540"/>
                  </a:lnTo>
                  <a:lnTo>
                    <a:pt x="1780" y="2540"/>
                  </a:lnTo>
                  <a:lnTo>
                    <a:pt x="1776" y="2540"/>
                  </a:lnTo>
                  <a:lnTo>
                    <a:pt x="1771" y="2540"/>
                  </a:lnTo>
                  <a:lnTo>
                    <a:pt x="1767" y="2539"/>
                  </a:lnTo>
                  <a:lnTo>
                    <a:pt x="1763" y="2538"/>
                  </a:lnTo>
                  <a:lnTo>
                    <a:pt x="1759" y="2537"/>
                  </a:lnTo>
                  <a:lnTo>
                    <a:pt x="1756" y="2535"/>
                  </a:lnTo>
                  <a:lnTo>
                    <a:pt x="1752" y="2533"/>
                  </a:lnTo>
                  <a:lnTo>
                    <a:pt x="1749" y="2530"/>
                  </a:lnTo>
                  <a:lnTo>
                    <a:pt x="1746" y="2527"/>
                  </a:lnTo>
                  <a:lnTo>
                    <a:pt x="1743" y="2524"/>
                  </a:lnTo>
                  <a:lnTo>
                    <a:pt x="1741" y="2521"/>
                  </a:lnTo>
                  <a:lnTo>
                    <a:pt x="1719" y="2487"/>
                  </a:lnTo>
                  <a:lnTo>
                    <a:pt x="1718" y="2484"/>
                  </a:lnTo>
                  <a:lnTo>
                    <a:pt x="1716" y="2482"/>
                  </a:lnTo>
                  <a:lnTo>
                    <a:pt x="1678" y="2395"/>
                  </a:lnTo>
                  <a:lnTo>
                    <a:pt x="1677" y="2392"/>
                  </a:lnTo>
                  <a:lnTo>
                    <a:pt x="1638" y="2283"/>
                  </a:lnTo>
                  <a:lnTo>
                    <a:pt x="1637" y="2281"/>
                  </a:lnTo>
                  <a:lnTo>
                    <a:pt x="1599" y="2157"/>
                  </a:lnTo>
                  <a:lnTo>
                    <a:pt x="1599" y="2157"/>
                  </a:lnTo>
                  <a:lnTo>
                    <a:pt x="1561" y="2026"/>
                  </a:lnTo>
                  <a:lnTo>
                    <a:pt x="1523" y="1896"/>
                  </a:lnTo>
                  <a:lnTo>
                    <a:pt x="1485" y="1767"/>
                  </a:lnTo>
                  <a:lnTo>
                    <a:pt x="1485" y="1766"/>
                  </a:lnTo>
                  <a:lnTo>
                    <a:pt x="1449" y="1632"/>
                  </a:lnTo>
                  <a:lnTo>
                    <a:pt x="1448" y="1632"/>
                  </a:lnTo>
                  <a:lnTo>
                    <a:pt x="1413" y="1493"/>
                  </a:lnTo>
                  <a:lnTo>
                    <a:pt x="1412" y="1492"/>
                  </a:lnTo>
                  <a:lnTo>
                    <a:pt x="1378" y="1348"/>
                  </a:lnTo>
                  <a:lnTo>
                    <a:pt x="1378" y="1348"/>
                  </a:lnTo>
                  <a:lnTo>
                    <a:pt x="1346" y="1198"/>
                  </a:lnTo>
                  <a:lnTo>
                    <a:pt x="1345" y="1197"/>
                  </a:lnTo>
                  <a:lnTo>
                    <a:pt x="1315" y="1042"/>
                  </a:lnTo>
                  <a:lnTo>
                    <a:pt x="1315" y="1041"/>
                  </a:lnTo>
                  <a:lnTo>
                    <a:pt x="1287" y="878"/>
                  </a:lnTo>
                  <a:lnTo>
                    <a:pt x="1287" y="878"/>
                  </a:lnTo>
                  <a:lnTo>
                    <a:pt x="1259" y="707"/>
                  </a:lnTo>
                  <a:lnTo>
                    <a:pt x="1259" y="707"/>
                  </a:lnTo>
                  <a:lnTo>
                    <a:pt x="1244" y="605"/>
                  </a:lnTo>
                  <a:lnTo>
                    <a:pt x="1238" y="602"/>
                  </a:lnTo>
                  <a:lnTo>
                    <a:pt x="1061" y="499"/>
                  </a:lnTo>
                  <a:lnTo>
                    <a:pt x="884" y="392"/>
                  </a:lnTo>
                  <a:lnTo>
                    <a:pt x="707" y="281"/>
                  </a:lnTo>
                  <a:lnTo>
                    <a:pt x="530" y="167"/>
                  </a:lnTo>
                  <a:lnTo>
                    <a:pt x="353" y="49"/>
                  </a:lnTo>
                  <a:lnTo>
                    <a:pt x="281" y="0"/>
                  </a:lnTo>
                  <a:lnTo>
                    <a:pt x="269" y="66"/>
                  </a:lnTo>
                  <a:lnTo>
                    <a:pt x="216" y="407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7" name="PulmonDerecho_2"/>
            <p:cNvGrpSpPr/>
            <p:nvPr/>
          </p:nvGrpSpPr>
          <p:grpSpPr>
            <a:xfrm>
              <a:off x="5124152" y="1261886"/>
              <a:ext cx="749511" cy="1089311"/>
              <a:chOff x="5124152" y="1261886"/>
              <a:chExt cx="749511" cy="1089311"/>
            </a:xfrm>
          </p:grpSpPr>
          <p:sp>
            <p:nvSpPr>
              <p:cNvPr id="58" name="Forma 60"/>
              <p:cNvSpPr/>
              <p:nvPr/>
            </p:nvSpPr>
            <p:spPr>
              <a:xfrm>
                <a:off x="5124152" y="1261886"/>
                <a:ext cx="749511" cy="1089311"/>
              </a:xfrm>
              <a:custGeom>
                <a:avLst/>
                <a:gdLst/>
                <a:ahLst/>
                <a:cxnLst/>
                <a:rect l="0" t="0" r="r" b="b"/>
                <a:pathLst>
                  <a:path w="6665" h="10000">
                    <a:moveTo>
                      <a:pt x="741" y="9983"/>
                    </a:moveTo>
                    <a:lnTo>
                      <a:pt x="846" y="9913"/>
                    </a:lnTo>
                    <a:lnTo>
                      <a:pt x="978" y="9806"/>
                    </a:lnTo>
                    <a:lnTo>
                      <a:pt x="1133" y="9672"/>
                    </a:lnTo>
                    <a:lnTo>
                      <a:pt x="1135" y="9670"/>
                    </a:lnTo>
                    <a:lnTo>
                      <a:pt x="1309" y="9526"/>
                    </a:lnTo>
                    <a:lnTo>
                      <a:pt x="1317" y="9520"/>
                    </a:lnTo>
                    <a:lnTo>
                      <a:pt x="1506" y="9379"/>
                    </a:lnTo>
                    <a:lnTo>
                      <a:pt x="1521" y="9368"/>
                    </a:lnTo>
                    <a:lnTo>
                      <a:pt x="1725" y="9242"/>
                    </a:lnTo>
                    <a:lnTo>
                      <a:pt x="1739" y="9234"/>
                    </a:lnTo>
                    <a:lnTo>
                      <a:pt x="1965" y="9116"/>
                    </a:lnTo>
                    <a:lnTo>
                      <a:pt x="1972" y="9112"/>
                    </a:lnTo>
                    <a:lnTo>
                      <a:pt x="2222" y="8992"/>
                    </a:lnTo>
                    <a:lnTo>
                      <a:pt x="2230" y="8988"/>
                    </a:lnTo>
                    <a:lnTo>
                      <a:pt x="2495" y="8870"/>
                    </a:lnTo>
                    <a:lnTo>
                      <a:pt x="2504" y="8866"/>
                    </a:lnTo>
                    <a:lnTo>
                      <a:pt x="2777" y="8758"/>
                    </a:lnTo>
                    <a:lnTo>
                      <a:pt x="2789" y="8753"/>
                    </a:lnTo>
                    <a:lnTo>
                      <a:pt x="3060" y="8659"/>
                    </a:lnTo>
                    <a:lnTo>
                      <a:pt x="3077" y="8653"/>
                    </a:lnTo>
                    <a:lnTo>
                      <a:pt x="3339" y="8579"/>
                    </a:lnTo>
                    <a:lnTo>
                      <a:pt x="3361" y="8574"/>
                    </a:lnTo>
                    <a:lnTo>
                      <a:pt x="3616" y="8520"/>
                    </a:lnTo>
                    <a:lnTo>
                      <a:pt x="3637" y="8517"/>
                    </a:lnTo>
                    <a:lnTo>
                      <a:pt x="3894" y="8479"/>
                    </a:lnTo>
                    <a:lnTo>
                      <a:pt x="3914" y="8477"/>
                    </a:lnTo>
                    <a:lnTo>
                      <a:pt x="4169" y="8454"/>
                    </a:lnTo>
                    <a:lnTo>
                      <a:pt x="4187" y="8453"/>
                    </a:lnTo>
                    <a:lnTo>
                      <a:pt x="4439" y="8443"/>
                    </a:lnTo>
                    <a:lnTo>
                      <a:pt x="4456" y="8443"/>
                    </a:lnTo>
                    <a:lnTo>
                      <a:pt x="4702" y="8445"/>
                    </a:lnTo>
                    <a:lnTo>
                      <a:pt x="4717" y="8445"/>
                    </a:lnTo>
                    <a:lnTo>
                      <a:pt x="4955" y="8457"/>
                    </a:lnTo>
                    <a:lnTo>
                      <a:pt x="4977" y="8458"/>
                    </a:lnTo>
                    <a:lnTo>
                      <a:pt x="5210" y="8484"/>
                    </a:lnTo>
                    <a:lnTo>
                      <a:pt x="5235" y="8488"/>
                    </a:lnTo>
                    <a:lnTo>
                      <a:pt x="5466" y="8530"/>
                    </a:lnTo>
                    <a:lnTo>
                      <a:pt x="5484" y="8534"/>
                    </a:lnTo>
                    <a:lnTo>
                      <a:pt x="5709" y="8588"/>
                    </a:lnTo>
                    <a:lnTo>
                      <a:pt x="5721" y="8591"/>
                    </a:lnTo>
                    <a:lnTo>
                      <a:pt x="5936" y="8651"/>
                    </a:lnTo>
                    <a:lnTo>
                      <a:pt x="5944" y="8654"/>
                    </a:lnTo>
                    <a:lnTo>
                      <a:pt x="6145" y="8716"/>
                    </a:lnTo>
                    <a:lnTo>
                      <a:pt x="6148" y="8717"/>
                    </a:lnTo>
                    <a:lnTo>
                      <a:pt x="6330" y="8775"/>
                    </a:lnTo>
                    <a:lnTo>
                      <a:pt x="6347" y="8781"/>
                    </a:lnTo>
                    <a:lnTo>
                      <a:pt x="6364" y="8788"/>
                    </a:lnTo>
                    <a:lnTo>
                      <a:pt x="6532" y="8866"/>
                    </a:lnTo>
                    <a:lnTo>
                      <a:pt x="6549" y="8875"/>
                    </a:lnTo>
                    <a:lnTo>
                      <a:pt x="6564" y="8885"/>
                    </a:lnTo>
                    <a:lnTo>
                      <a:pt x="6665" y="8952"/>
                    </a:lnTo>
                    <a:lnTo>
                      <a:pt x="6659" y="8887"/>
                    </a:lnTo>
                    <a:lnTo>
                      <a:pt x="6615" y="8410"/>
                    </a:lnTo>
                    <a:lnTo>
                      <a:pt x="6570" y="7932"/>
                    </a:lnTo>
                    <a:lnTo>
                      <a:pt x="6522" y="7454"/>
                    </a:lnTo>
                    <a:lnTo>
                      <a:pt x="6470" y="6977"/>
                    </a:lnTo>
                    <a:lnTo>
                      <a:pt x="6412" y="6502"/>
                    </a:lnTo>
                    <a:lnTo>
                      <a:pt x="6347" y="6029"/>
                    </a:lnTo>
                    <a:lnTo>
                      <a:pt x="6275" y="5550"/>
                    </a:lnTo>
                    <a:lnTo>
                      <a:pt x="6195" y="5063"/>
                    </a:lnTo>
                    <a:lnTo>
                      <a:pt x="6110" y="4578"/>
                    </a:lnTo>
                    <a:lnTo>
                      <a:pt x="6020" y="4104"/>
                    </a:lnTo>
                    <a:lnTo>
                      <a:pt x="5926" y="3650"/>
                    </a:lnTo>
                    <a:lnTo>
                      <a:pt x="5828" y="3226"/>
                    </a:lnTo>
                    <a:lnTo>
                      <a:pt x="5725" y="2828"/>
                    </a:lnTo>
                    <a:lnTo>
                      <a:pt x="5614" y="2446"/>
                    </a:lnTo>
                    <a:lnTo>
                      <a:pt x="5498" y="2084"/>
                    </a:lnTo>
                    <a:lnTo>
                      <a:pt x="5382" y="1746"/>
                    </a:lnTo>
                    <a:lnTo>
                      <a:pt x="5266" y="1435"/>
                    </a:lnTo>
                    <a:lnTo>
                      <a:pt x="5155" y="1155"/>
                    </a:lnTo>
                    <a:lnTo>
                      <a:pt x="5051" y="909"/>
                    </a:lnTo>
                    <a:lnTo>
                      <a:pt x="4953" y="694"/>
                    </a:lnTo>
                    <a:lnTo>
                      <a:pt x="4857" y="507"/>
                    </a:lnTo>
                    <a:lnTo>
                      <a:pt x="4760" y="346"/>
                    </a:lnTo>
                    <a:lnTo>
                      <a:pt x="4658" y="208"/>
                    </a:lnTo>
                    <a:lnTo>
                      <a:pt x="4548" y="89"/>
                    </a:lnTo>
                    <a:lnTo>
                      <a:pt x="4511" y="55"/>
                    </a:lnTo>
                    <a:lnTo>
                      <a:pt x="4486" y="43"/>
                    </a:lnTo>
                    <a:lnTo>
                      <a:pt x="4417" y="20"/>
                    </a:lnTo>
                    <a:lnTo>
                      <a:pt x="4346" y="6"/>
                    </a:lnTo>
                    <a:lnTo>
                      <a:pt x="4259" y="0"/>
                    </a:lnTo>
                    <a:lnTo>
                      <a:pt x="4147" y="3"/>
                    </a:lnTo>
                    <a:lnTo>
                      <a:pt x="4001" y="19"/>
                    </a:lnTo>
                    <a:lnTo>
                      <a:pt x="3825" y="51"/>
                    </a:lnTo>
                    <a:lnTo>
                      <a:pt x="3630" y="95"/>
                    </a:lnTo>
                    <a:lnTo>
                      <a:pt x="3428" y="150"/>
                    </a:lnTo>
                    <a:lnTo>
                      <a:pt x="3231" y="213"/>
                    </a:lnTo>
                    <a:lnTo>
                      <a:pt x="3046" y="283"/>
                    </a:lnTo>
                    <a:lnTo>
                      <a:pt x="2870" y="360"/>
                    </a:lnTo>
                    <a:lnTo>
                      <a:pt x="2694" y="448"/>
                    </a:lnTo>
                    <a:lnTo>
                      <a:pt x="2521" y="545"/>
                    </a:lnTo>
                    <a:lnTo>
                      <a:pt x="2351" y="650"/>
                    </a:lnTo>
                    <a:lnTo>
                      <a:pt x="2187" y="763"/>
                    </a:lnTo>
                    <a:lnTo>
                      <a:pt x="2030" y="883"/>
                    </a:lnTo>
                    <a:lnTo>
                      <a:pt x="1879" y="1010"/>
                    </a:lnTo>
                    <a:lnTo>
                      <a:pt x="1733" y="1145"/>
                    </a:lnTo>
                    <a:lnTo>
                      <a:pt x="1592" y="1289"/>
                    </a:lnTo>
                    <a:lnTo>
                      <a:pt x="1456" y="1440"/>
                    </a:lnTo>
                    <a:lnTo>
                      <a:pt x="1326" y="1597"/>
                    </a:lnTo>
                    <a:lnTo>
                      <a:pt x="1201" y="1761"/>
                    </a:lnTo>
                    <a:lnTo>
                      <a:pt x="1081" y="1932"/>
                    </a:lnTo>
                    <a:lnTo>
                      <a:pt x="966" y="2110"/>
                    </a:lnTo>
                    <a:lnTo>
                      <a:pt x="858" y="2295"/>
                    </a:lnTo>
                    <a:lnTo>
                      <a:pt x="755" y="2485"/>
                    </a:lnTo>
                    <a:lnTo>
                      <a:pt x="659" y="2680"/>
                    </a:lnTo>
                    <a:lnTo>
                      <a:pt x="571" y="2879"/>
                    </a:lnTo>
                    <a:lnTo>
                      <a:pt x="491" y="3082"/>
                    </a:lnTo>
                    <a:lnTo>
                      <a:pt x="418" y="3292"/>
                    </a:lnTo>
                    <a:lnTo>
                      <a:pt x="352" y="3506"/>
                    </a:lnTo>
                    <a:lnTo>
                      <a:pt x="293" y="3725"/>
                    </a:lnTo>
                    <a:lnTo>
                      <a:pt x="239" y="3946"/>
                    </a:lnTo>
                    <a:lnTo>
                      <a:pt x="191" y="4167"/>
                    </a:lnTo>
                    <a:lnTo>
                      <a:pt x="148" y="4390"/>
                    </a:lnTo>
                    <a:lnTo>
                      <a:pt x="112" y="4615"/>
                    </a:lnTo>
                    <a:lnTo>
                      <a:pt x="82" y="4843"/>
                    </a:lnTo>
                    <a:lnTo>
                      <a:pt x="57" y="5072"/>
                    </a:lnTo>
                    <a:lnTo>
                      <a:pt x="37" y="5301"/>
                    </a:lnTo>
                    <a:lnTo>
                      <a:pt x="21" y="5530"/>
                    </a:lnTo>
                    <a:lnTo>
                      <a:pt x="9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9" y="6671"/>
                    </a:lnTo>
                    <a:lnTo>
                      <a:pt x="21" y="6894"/>
                    </a:lnTo>
                    <a:lnTo>
                      <a:pt x="38" y="7117"/>
                    </a:lnTo>
                    <a:lnTo>
                      <a:pt x="62" y="7340"/>
                    </a:lnTo>
                    <a:lnTo>
                      <a:pt x="90" y="7561"/>
                    </a:lnTo>
                    <a:lnTo>
                      <a:pt x="122" y="7779"/>
                    </a:lnTo>
                    <a:lnTo>
                      <a:pt x="156" y="7989"/>
                    </a:lnTo>
                    <a:lnTo>
                      <a:pt x="191" y="8191"/>
                    </a:lnTo>
                    <a:lnTo>
                      <a:pt x="228" y="8382"/>
                    </a:lnTo>
                    <a:lnTo>
                      <a:pt x="268" y="8567"/>
                    </a:lnTo>
                    <a:lnTo>
                      <a:pt x="311" y="8745"/>
                    </a:lnTo>
                    <a:lnTo>
                      <a:pt x="355" y="8916"/>
                    </a:lnTo>
                    <a:lnTo>
                      <a:pt x="400" y="9081"/>
                    </a:lnTo>
                    <a:lnTo>
                      <a:pt x="446" y="9241"/>
                    </a:lnTo>
                    <a:lnTo>
                      <a:pt x="493" y="9402"/>
                    </a:lnTo>
                    <a:lnTo>
                      <a:pt x="540" y="9563"/>
                    </a:lnTo>
                    <a:lnTo>
                      <a:pt x="587" y="9716"/>
                    </a:lnTo>
                    <a:lnTo>
                      <a:pt x="635" y="9851"/>
                    </a:lnTo>
                    <a:lnTo>
                      <a:pt x="683" y="9958"/>
                    </a:lnTo>
                    <a:lnTo>
                      <a:pt x="709" y="10000"/>
                    </a:lnTo>
                    <a:lnTo>
                      <a:pt x="741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9" name="Forma 61"/>
              <p:cNvSpPr/>
              <p:nvPr/>
            </p:nvSpPr>
            <p:spPr>
              <a:xfrm>
                <a:off x="5177633" y="1368788"/>
                <a:ext cx="595889" cy="779809"/>
              </a:xfrm>
              <a:custGeom>
                <a:avLst/>
                <a:gdLst/>
                <a:ahLst/>
                <a:cxnLst/>
                <a:rect l="0" t="0" r="r" b="b"/>
                <a:pathLst>
                  <a:path w="2036" h="2750" fill="none">
                    <a:moveTo>
                      <a:pt x="2036" y="1296"/>
                    </a:moveTo>
                    <a:lnTo>
                      <a:pt x="1500" y="1110"/>
                    </a:lnTo>
                    <a:lnTo>
                      <a:pt x="840" y="793"/>
                    </a:lnTo>
                    <a:lnTo>
                      <a:pt x="468" y="476"/>
                    </a:lnTo>
                  </a:path>
                  <a:path w="2036" h="2750" fill="none">
                    <a:moveTo>
                      <a:pt x="1500" y="1110"/>
                    </a:moveTo>
                    <a:lnTo>
                      <a:pt x="1252" y="634"/>
                    </a:lnTo>
                    <a:lnTo>
                      <a:pt x="1128" y="105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252" y="1375"/>
                    </a:lnTo>
                    <a:lnTo>
                      <a:pt x="427" y="1375"/>
                    </a:lnTo>
                    <a:lnTo>
                      <a:pt x="15" y="1428"/>
                    </a:lnTo>
                  </a:path>
                  <a:path w="2036" h="2750" fill="none">
                    <a:moveTo>
                      <a:pt x="1252" y="1375"/>
                    </a:moveTo>
                    <a:lnTo>
                      <a:pt x="675" y="1745"/>
                    </a:lnTo>
                    <a:lnTo>
                      <a:pt x="221" y="2063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500" y="1745"/>
                    </a:lnTo>
                    <a:lnTo>
                      <a:pt x="1005" y="2274"/>
                    </a:lnTo>
                    <a:lnTo>
                      <a:pt x="551" y="2698"/>
                    </a:lnTo>
                  </a:path>
                  <a:path w="2036" h="2750" fill="none">
                    <a:moveTo>
                      <a:pt x="1500" y="1745"/>
                    </a:moveTo>
                    <a:lnTo>
                      <a:pt x="1747" y="2274"/>
                    </a:lnTo>
                    <a:lnTo>
                      <a:pt x="1500" y="2750"/>
                    </a:lnTo>
                  </a:path>
                  <a:path w="2036" h="2750" fill="none">
                    <a:moveTo>
                      <a:pt x="1005" y="2274"/>
                    </a:moveTo>
                    <a:lnTo>
                      <a:pt x="345" y="2539"/>
                    </a:lnTo>
                    <a:lnTo>
                      <a:pt x="15" y="2698"/>
                    </a:lnTo>
                  </a:path>
                  <a:path w="2036" h="2750" fill="none">
                    <a:moveTo>
                      <a:pt x="840" y="793"/>
                    </a:moveTo>
                    <a:lnTo>
                      <a:pt x="262" y="899"/>
                    </a:lnTo>
                    <a:lnTo>
                      <a:pt x="0" y="1025"/>
                    </a:lnTo>
                  </a:path>
                  <a:path w="2036" h="2750" fill="none">
                    <a:moveTo>
                      <a:pt x="1252" y="634"/>
                    </a:moveTo>
                    <a:lnTo>
                      <a:pt x="757" y="317"/>
                    </a:lnTo>
                  </a:path>
                  <a:path w="2036" h="2750" fill="none">
                    <a:moveTo>
                      <a:pt x="675" y="1745"/>
                    </a:moveTo>
                    <a:lnTo>
                      <a:pt x="757" y="2116"/>
                    </a:lnTo>
                    <a:lnTo>
                      <a:pt x="510" y="2486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912" y="899"/>
                    </a:lnTo>
                    <a:lnTo>
                      <a:pt x="1665" y="476"/>
                    </a:lnTo>
                    <a:lnTo>
                      <a:pt x="1500" y="0"/>
                    </a:lnTo>
                  </a:path>
                  <a:path w="2036" h="2750" fill="none">
                    <a:moveTo>
                      <a:pt x="427" y="1375"/>
                    </a:moveTo>
                    <a:lnTo>
                      <a:pt x="180" y="16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0" name="Forma 62"/>
              <p:cNvSpPr/>
              <p:nvPr/>
            </p:nvSpPr>
            <p:spPr>
              <a:xfrm>
                <a:off x="5143359" y="1736198"/>
                <a:ext cx="642233" cy="456055"/>
              </a:xfrm>
              <a:custGeom>
                <a:avLst/>
                <a:gdLst/>
                <a:ahLst/>
                <a:cxnLst/>
                <a:rect l="0" t="0" r="r" b="b"/>
                <a:pathLst>
                  <a:path w="2194" h="1608" fill="none">
                    <a:moveTo>
                      <a:pt x="0" y="87"/>
                    </a:moveTo>
                    <a:lnTo>
                      <a:pt x="153" y="97"/>
                    </a:lnTo>
                    <a:lnTo>
                      <a:pt x="345" y="108"/>
                    </a:lnTo>
                    <a:lnTo>
                      <a:pt x="539" y="117"/>
                    </a:lnTo>
                    <a:lnTo>
                      <a:pt x="709" y="121"/>
                    </a:lnTo>
                    <a:lnTo>
                      <a:pt x="850" y="119"/>
                    </a:lnTo>
                    <a:lnTo>
                      <a:pt x="979" y="112"/>
                    </a:lnTo>
                    <a:lnTo>
                      <a:pt x="1102" y="103"/>
                    </a:lnTo>
                    <a:lnTo>
                      <a:pt x="1230" y="91"/>
                    </a:lnTo>
                    <a:lnTo>
                      <a:pt x="1369" y="79"/>
                    </a:lnTo>
                    <a:lnTo>
                      <a:pt x="1537" y="64"/>
                    </a:lnTo>
                    <a:lnTo>
                      <a:pt x="1727" y="46"/>
                    </a:lnTo>
                    <a:lnTo>
                      <a:pt x="1916" y="27"/>
                    </a:lnTo>
                    <a:lnTo>
                      <a:pt x="2080" y="11"/>
                    </a:lnTo>
                    <a:lnTo>
                      <a:pt x="2194" y="0"/>
                    </a:lnTo>
                  </a:path>
                  <a:path w="2194" h="1608" fill="none">
                    <a:moveTo>
                      <a:pt x="55" y="1608"/>
                    </a:moveTo>
                    <a:lnTo>
                      <a:pt x="150" y="1534"/>
                    </a:lnTo>
                    <a:lnTo>
                      <a:pt x="293" y="1422"/>
                    </a:lnTo>
                    <a:lnTo>
                      <a:pt x="459" y="1292"/>
                    </a:lnTo>
                    <a:lnTo>
                      <a:pt x="631" y="1157"/>
                    </a:lnTo>
                    <a:lnTo>
                      <a:pt x="792" y="1031"/>
                    </a:lnTo>
                    <a:lnTo>
                      <a:pt x="942" y="911"/>
                    </a:lnTo>
                    <a:lnTo>
                      <a:pt x="1093" y="788"/>
                    </a:lnTo>
                    <a:lnTo>
                      <a:pt x="1243" y="667"/>
                    </a:lnTo>
                    <a:lnTo>
                      <a:pt x="1391" y="552"/>
                    </a:lnTo>
                    <a:lnTo>
                      <a:pt x="1534" y="449"/>
                    </a:lnTo>
                    <a:lnTo>
                      <a:pt x="1682" y="356"/>
                    </a:lnTo>
                    <a:lnTo>
                      <a:pt x="1836" y="268"/>
                    </a:lnTo>
                    <a:lnTo>
                      <a:pt x="1982" y="190"/>
                    </a:lnTo>
                    <a:lnTo>
                      <a:pt x="2106" y="126"/>
                    </a:lnTo>
                    <a:lnTo>
                      <a:pt x="2194" y="79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1" name="PleuraVisceralD_2"/>
            <p:cNvSpPr/>
            <p:nvPr/>
          </p:nvSpPr>
          <p:spPr>
            <a:xfrm>
              <a:off x="5124152" y="1261886"/>
              <a:ext cx="749511" cy="1089311"/>
            </a:xfrm>
            <a:custGeom>
              <a:avLst/>
              <a:gdLst/>
              <a:ahLst/>
              <a:cxnLst/>
              <a:rect l="0" t="0" r="r" b="b"/>
              <a:pathLst>
                <a:path w="2561" h="3842" fill="none">
                  <a:moveTo>
                    <a:pt x="284" y="3836"/>
                  </a:moveTo>
                  <a:lnTo>
                    <a:pt x="325" y="3809"/>
                  </a:lnTo>
                  <a:lnTo>
                    <a:pt x="375" y="3768"/>
                  </a:lnTo>
                  <a:lnTo>
                    <a:pt x="435" y="3716"/>
                  </a:lnTo>
                  <a:lnTo>
                    <a:pt x="436" y="3716"/>
                  </a:lnTo>
                  <a:lnTo>
                    <a:pt x="503" y="3660"/>
                  </a:lnTo>
                  <a:lnTo>
                    <a:pt x="506" y="3658"/>
                  </a:lnTo>
                  <a:lnTo>
                    <a:pt x="578" y="3604"/>
                  </a:lnTo>
                  <a:lnTo>
                    <a:pt x="584" y="3600"/>
                  </a:lnTo>
                  <a:lnTo>
                    <a:pt x="662" y="3551"/>
                  </a:lnTo>
                  <a:lnTo>
                    <a:pt x="668" y="3548"/>
                  </a:lnTo>
                  <a:lnTo>
                    <a:pt x="755" y="3503"/>
                  </a:lnTo>
                  <a:lnTo>
                    <a:pt x="758" y="3501"/>
                  </a:lnTo>
                  <a:lnTo>
                    <a:pt x="854" y="3455"/>
                  </a:lnTo>
                  <a:lnTo>
                    <a:pt x="857" y="3454"/>
                  </a:lnTo>
                  <a:lnTo>
                    <a:pt x="959" y="3408"/>
                  </a:lnTo>
                  <a:lnTo>
                    <a:pt x="962" y="3407"/>
                  </a:lnTo>
                  <a:lnTo>
                    <a:pt x="1067" y="3365"/>
                  </a:lnTo>
                  <a:lnTo>
                    <a:pt x="1072" y="3363"/>
                  </a:lnTo>
                  <a:lnTo>
                    <a:pt x="1176" y="3327"/>
                  </a:lnTo>
                  <a:lnTo>
                    <a:pt x="1182" y="3325"/>
                  </a:lnTo>
                  <a:lnTo>
                    <a:pt x="1283" y="3297"/>
                  </a:lnTo>
                  <a:lnTo>
                    <a:pt x="1291" y="3294"/>
                  </a:lnTo>
                  <a:lnTo>
                    <a:pt x="1390" y="3274"/>
                  </a:lnTo>
                  <a:lnTo>
                    <a:pt x="1398" y="3273"/>
                  </a:lnTo>
                  <a:lnTo>
                    <a:pt x="1496" y="3258"/>
                  </a:lnTo>
                  <a:lnTo>
                    <a:pt x="1504" y="3257"/>
                  </a:lnTo>
                  <a:lnTo>
                    <a:pt x="1602" y="3249"/>
                  </a:lnTo>
                  <a:lnTo>
                    <a:pt x="1609" y="3248"/>
                  </a:lnTo>
                  <a:lnTo>
                    <a:pt x="1706" y="3244"/>
                  </a:lnTo>
                  <a:lnTo>
                    <a:pt x="1712" y="3244"/>
                  </a:lnTo>
                  <a:lnTo>
                    <a:pt x="1807" y="3245"/>
                  </a:lnTo>
                  <a:lnTo>
                    <a:pt x="1813" y="3245"/>
                  </a:lnTo>
                  <a:lnTo>
                    <a:pt x="1904" y="3249"/>
                  </a:lnTo>
                  <a:lnTo>
                    <a:pt x="1913" y="3250"/>
                  </a:lnTo>
                  <a:lnTo>
                    <a:pt x="2002" y="3260"/>
                  </a:lnTo>
                  <a:lnTo>
                    <a:pt x="2011" y="3262"/>
                  </a:lnTo>
                  <a:lnTo>
                    <a:pt x="2100" y="3278"/>
                  </a:lnTo>
                  <a:lnTo>
                    <a:pt x="2107" y="3279"/>
                  </a:lnTo>
                  <a:lnTo>
                    <a:pt x="2194" y="3300"/>
                  </a:lnTo>
                  <a:lnTo>
                    <a:pt x="2198" y="3301"/>
                  </a:lnTo>
                  <a:lnTo>
                    <a:pt x="2281" y="3324"/>
                  </a:lnTo>
                  <a:lnTo>
                    <a:pt x="2284" y="3325"/>
                  </a:lnTo>
                  <a:lnTo>
                    <a:pt x="2361" y="3349"/>
                  </a:lnTo>
                  <a:lnTo>
                    <a:pt x="2362" y="3349"/>
                  </a:lnTo>
                  <a:lnTo>
                    <a:pt x="2433" y="3372"/>
                  </a:lnTo>
                  <a:lnTo>
                    <a:pt x="2439" y="3374"/>
                  </a:lnTo>
                  <a:lnTo>
                    <a:pt x="2445" y="3377"/>
                  </a:lnTo>
                  <a:lnTo>
                    <a:pt x="2510" y="3407"/>
                  </a:lnTo>
                  <a:lnTo>
                    <a:pt x="2517" y="3410"/>
                  </a:lnTo>
                  <a:lnTo>
                    <a:pt x="2523" y="3414"/>
                  </a:lnTo>
                  <a:lnTo>
                    <a:pt x="2561" y="3440"/>
                  </a:lnTo>
                  <a:lnTo>
                    <a:pt x="2559" y="3415"/>
                  </a:lnTo>
                  <a:lnTo>
                    <a:pt x="2542" y="3232"/>
                  </a:lnTo>
                  <a:lnTo>
                    <a:pt x="2525" y="3048"/>
                  </a:lnTo>
                  <a:lnTo>
                    <a:pt x="2506" y="2864"/>
                  </a:lnTo>
                  <a:lnTo>
                    <a:pt x="2486" y="2681"/>
                  </a:lnTo>
                  <a:lnTo>
                    <a:pt x="2464" y="2498"/>
                  </a:lnTo>
                  <a:lnTo>
                    <a:pt x="2439" y="2317"/>
                  </a:lnTo>
                  <a:lnTo>
                    <a:pt x="2411" y="2133"/>
                  </a:lnTo>
                  <a:lnTo>
                    <a:pt x="2381" y="1946"/>
                  </a:lnTo>
                  <a:lnTo>
                    <a:pt x="2348" y="1759"/>
                  </a:lnTo>
                  <a:lnTo>
                    <a:pt x="2313" y="1577"/>
                  </a:lnTo>
                  <a:lnTo>
                    <a:pt x="2277" y="1402"/>
                  </a:lnTo>
                  <a:lnTo>
                    <a:pt x="2240" y="1240"/>
                  </a:lnTo>
                  <a:lnTo>
                    <a:pt x="2200" y="1086"/>
                  </a:lnTo>
                  <a:lnTo>
                    <a:pt x="2157" y="940"/>
                  </a:lnTo>
                  <a:lnTo>
                    <a:pt x="2113" y="801"/>
                  </a:lnTo>
                  <a:lnTo>
                    <a:pt x="2068" y="671"/>
                  </a:lnTo>
                  <a:lnTo>
                    <a:pt x="2024" y="551"/>
                  </a:lnTo>
                  <a:lnTo>
                    <a:pt x="1981" y="444"/>
                  </a:lnTo>
                  <a:lnTo>
                    <a:pt x="1941" y="349"/>
                  </a:lnTo>
                  <a:lnTo>
                    <a:pt x="1903" y="266"/>
                  </a:lnTo>
                  <a:lnTo>
                    <a:pt x="1866" y="195"/>
                  </a:lnTo>
                  <a:lnTo>
                    <a:pt x="1829" y="133"/>
                  </a:lnTo>
                  <a:lnTo>
                    <a:pt x="1790" y="80"/>
                  </a:lnTo>
                  <a:lnTo>
                    <a:pt x="1748" y="34"/>
                  </a:lnTo>
                  <a:lnTo>
                    <a:pt x="1733" y="21"/>
                  </a:lnTo>
                  <a:lnTo>
                    <a:pt x="1724" y="16"/>
                  </a:lnTo>
                  <a:lnTo>
                    <a:pt x="1697" y="7"/>
                  </a:lnTo>
                  <a:lnTo>
                    <a:pt x="1670" y="2"/>
                  </a:lnTo>
                  <a:lnTo>
                    <a:pt x="1637" y="0"/>
                  </a:lnTo>
                  <a:lnTo>
                    <a:pt x="1594" y="1"/>
                  </a:lnTo>
                  <a:lnTo>
                    <a:pt x="1537" y="7"/>
                  </a:lnTo>
                  <a:lnTo>
                    <a:pt x="1470" y="19"/>
                  </a:lnTo>
                  <a:lnTo>
                    <a:pt x="1395" y="36"/>
                  </a:lnTo>
                  <a:lnTo>
                    <a:pt x="1317" y="57"/>
                  </a:lnTo>
                  <a:lnTo>
                    <a:pt x="1241" y="82"/>
                  </a:lnTo>
                  <a:lnTo>
                    <a:pt x="1170" y="108"/>
                  </a:lnTo>
                  <a:lnTo>
                    <a:pt x="1103" y="138"/>
                  </a:lnTo>
                  <a:lnTo>
                    <a:pt x="1035" y="172"/>
                  </a:lnTo>
                  <a:lnTo>
                    <a:pt x="968" y="209"/>
                  </a:lnTo>
                  <a:lnTo>
                    <a:pt x="903" y="250"/>
                  </a:lnTo>
                  <a:lnTo>
                    <a:pt x="840" y="293"/>
                  </a:lnTo>
                  <a:lnTo>
                    <a:pt x="780" y="339"/>
                  </a:lnTo>
                  <a:lnTo>
                    <a:pt x="722" y="388"/>
                  </a:lnTo>
                  <a:lnTo>
                    <a:pt x="666" y="440"/>
                  </a:lnTo>
                  <a:lnTo>
                    <a:pt x="611" y="495"/>
                  </a:lnTo>
                  <a:lnTo>
                    <a:pt x="559" y="553"/>
                  </a:lnTo>
                  <a:lnTo>
                    <a:pt x="509" y="614"/>
                  </a:lnTo>
                  <a:lnTo>
                    <a:pt x="461" y="676"/>
                  </a:lnTo>
                  <a:lnTo>
                    <a:pt x="415" y="742"/>
                  </a:lnTo>
                  <a:lnTo>
                    <a:pt x="371" y="810"/>
                  </a:lnTo>
                  <a:lnTo>
                    <a:pt x="329" y="881"/>
                  </a:lnTo>
                  <a:lnTo>
                    <a:pt x="290" y="955"/>
                  </a:lnTo>
                  <a:lnTo>
                    <a:pt x="253" y="1030"/>
                  </a:lnTo>
                  <a:lnTo>
                    <a:pt x="219" y="1106"/>
                  </a:lnTo>
                  <a:lnTo>
                    <a:pt x="188" y="1184"/>
                  </a:lnTo>
                  <a:lnTo>
                    <a:pt x="160" y="1265"/>
                  </a:lnTo>
                  <a:lnTo>
                    <a:pt x="135" y="1347"/>
                  </a:lnTo>
                  <a:lnTo>
                    <a:pt x="112" y="1431"/>
                  </a:lnTo>
                  <a:lnTo>
                    <a:pt x="92" y="1516"/>
                  </a:lnTo>
                  <a:lnTo>
                    <a:pt x="73" y="1601"/>
                  </a:lnTo>
                  <a:lnTo>
                    <a:pt x="57" y="1687"/>
                  </a:lnTo>
                  <a:lnTo>
                    <a:pt x="43" y="1773"/>
                  </a:lnTo>
                  <a:lnTo>
                    <a:pt x="31" y="1861"/>
                  </a:lnTo>
                  <a:lnTo>
                    <a:pt x="22" y="1949"/>
                  </a:lnTo>
                  <a:lnTo>
                    <a:pt x="14" y="2037"/>
                  </a:lnTo>
                  <a:lnTo>
                    <a:pt x="8" y="2125"/>
                  </a:lnTo>
                  <a:lnTo>
                    <a:pt x="3" y="2212"/>
                  </a:lnTo>
                  <a:lnTo>
                    <a:pt x="0" y="2301"/>
                  </a:lnTo>
                  <a:lnTo>
                    <a:pt x="0" y="2389"/>
                  </a:lnTo>
                  <a:lnTo>
                    <a:pt x="0" y="2476"/>
                  </a:lnTo>
                  <a:lnTo>
                    <a:pt x="3" y="2563"/>
                  </a:lnTo>
                  <a:lnTo>
                    <a:pt x="8" y="2649"/>
                  </a:lnTo>
                  <a:lnTo>
                    <a:pt x="14" y="2734"/>
                  </a:lnTo>
                  <a:lnTo>
                    <a:pt x="23" y="2820"/>
                  </a:lnTo>
                  <a:lnTo>
                    <a:pt x="34" y="2905"/>
                  </a:lnTo>
                  <a:lnTo>
                    <a:pt x="46" y="2989"/>
                  </a:lnTo>
                  <a:lnTo>
                    <a:pt x="60" y="3070"/>
                  </a:lnTo>
                  <a:lnTo>
                    <a:pt x="73" y="3147"/>
                  </a:lnTo>
                  <a:lnTo>
                    <a:pt x="87" y="3221"/>
                  </a:lnTo>
                  <a:lnTo>
                    <a:pt x="103" y="3292"/>
                  </a:lnTo>
                  <a:lnTo>
                    <a:pt x="119" y="3360"/>
                  </a:lnTo>
                  <a:lnTo>
                    <a:pt x="136" y="3426"/>
                  </a:lnTo>
                  <a:lnTo>
                    <a:pt x="153" y="3489"/>
                  </a:lnTo>
                  <a:lnTo>
                    <a:pt x="171" y="3551"/>
                  </a:lnTo>
                  <a:lnTo>
                    <a:pt x="189" y="3613"/>
                  </a:lnTo>
                  <a:lnTo>
                    <a:pt x="207" y="3675"/>
                  </a:lnTo>
                  <a:lnTo>
                    <a:pt x="225" y="3733"/>
                  </a:lnTo>
                  <a:lnTo>
                    <a:pt x="244" y="3785"/>
                  </a:lnTo>
                  <a:lnTo>
                    <a:pt x="262" y="3826"/>
                  </a:lnTo>
                  <a:lnTo>
                    <a:pt x="272" y="3842"/>
                  </a:lnTo>
                  <a:lnTo>
                    <a:pt x="284" y="383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2" name="PulmonIzquierdo_2"/>
            <p:cNvGrpSpPr/>
            <p:nvPr/>
          </p:nvGrpSpPr>
          <p:grpSpPr>
            <a:xfrm>
              <a:off x="6311748" y="1261886"/>
              <a:ext cx="863365" cy="2127158"/>
              <a:chOff x="6311748" y="1261886"/>
              <a:chExt cx="863365" cy="2127158"/>
            </a:xfrm>
          </p:grpSpPr>
          <p:sp>
            <p:nvSpPr>
              <p:cNvPr id="63" name="Forma 65"/>
              <p:cNvSpPr/>
              <p:nvPr/>
            </p:nvSpPr>
            <p:spPr>
              <a:xfrm>
                <a:off x="63117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4" name="Forma 66"/>
              <p:cNvSpPr/>
              <p:nvPr/>
            </p:nvSpPr>
            <p:spPr>
              <a:xfrm>
                <a:off x="63879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5" name="Forma 67"/>
              <p:cNvSpPr/>
              <p:nvPr/>
            </p:nvSpPr>
            <p:spPr>
              <a:xfrm>
                <a:off x="63967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6" name="PleuraVisceralI_2"/>
            <p:cNvSpPr/>
            <p:nvPr/>
          </p:nvSpPr>
          <p:spPr>
            <a:xfrm>
              <a:off x="63117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7" name="PleuraPariet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8" name="PleuraPariet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9" name="VenaCavaSup_2"/>
            <p:cNvSpPr/>
            <p:nvPr/>
          </p:nvSpPr>
          <p:spPr>
            <a:xfrm>
              <a:off x="59081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70" name="VenaCavaInf_2"/>
            <p:cNvSpPr/>
            <p:nvPr/>
          </p:nvSpPr>
          <p:spPr>
            <a:xfrm>
              <a:off x="59344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1" name="Corazon_2"/>
            <p:cNvGrpSpPr/>
            <p:nvPr/>
          </p:nvGrpSpPr>
          <p:grpSpPr>
            <a:xfrm>
              <a:off x="5922968" y="2363067"/>
              <a:ext cx="778121" cy="802459"/>
              <a:chOff x="5922968" y="2363067"/>
              <a:chExt cx="778121" cy="802459"/>
            </a:xfrm>
          </p:grpSpPr>
          <p:sp>
            <p:nvSpPr>
              <p:cNvPr id="72" name="Forma 74"/>
              <p:cNvSpPr/>
              <p:nvPr/>
            </p:nvSpPr>
            <p:spPr>
              <a:xfrm>
                <a:off x="59229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3" name="Forma 75"/>
              <p:cNvSpPr/>
              <p:nvPr/>
            </p:nvSpPr>
            <p:spPr>
              <a:xfrm>
                <a:off x="63294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4" name="Diafragma_2"/>
            <p:cNvSpPr/>
            <p:nvPr/>
          </p:nvSpPr>
          <p:spPr>
            <a:xfrm>
              <a:off x="50127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5" name="Clavículas_2"/>
            <p:cNvGrpSpPr/>
            <p:nvPr/>
          </p:nvGrpSpPr>
          <p:grpSpPr>
            <a:xfrm>
              <a:off x="5202936" y="1095451"/>
              <a:ext cx="1755648" cy="113386"/>
              <a:chOff x="5202936" y="1095451"/>
              <a:chExt cx="1755648" cy="113386"/>
            </a:xfrm>
          </p:grpSpPr>
          <p:sp>
            <p:nvSpPr>
              <p:cNvPr id="76" name="Forma 78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7" name="Forma 79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8" name="Mano 1"/>
            <p:cNvSpPr/>
            <p:nvPr/>
          </p:nvSpPr>
          <p:spPr>
            <a:xfrm>
              <a:off x="4734763" y="2626157"/>
              <a:ext cx="822960" cy="5102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80" y="420"/>
                  </a:moveTo>
                  <a:cubicBezTo>
                    <a:pt x="100" y="388"/>
                    <a:pt x="143" y="350"/>
                    <a:pt x="180" y="330"/>
                  </a:cubicBezTo>
                  <a:cubicBezTo>
                    <a:pt x="216" y="310"/>
                    <a:pt x="260" y="311"/>
                    <a:pt x="300" y="300"/>
                  </a:cubicBezTo>
                  <a:cubicBezTo>
                    <a:pt x="340" y="288"/>
                    <a:pt x="376" y="268"/>
                    <a:pt x="420" y="260"/>
                  </a:cubicBezTo>
                  <a:cubicBezTo>
                    <a:pt x="463" y="251"/>
                    <a:pt x="513" y="250"/>
                    <a:pt x="560" y="250"/>
                  </a:cubicBezTo>
                  <a:cubicBezTo>
                    <a:pt x="606" y="250"/>
                    <a:pt x="651" y="255"/>
                    <a:pt x="700" y="260"/>
                  </a:cubicBezTo>
                  <a:cubicBezTo>
                    <a:pt x="748" y="265"/>
                    <a:pt x="807" y="270"/>
                    <a:pt x="850" y="280"/>
                  </a:cubicBezTo>
                  <a:cubicBezTo>
                    <a:pt x="892" y="290"/>
                    <a:pt x="936" y="303"/>
                    <a:pt x="955" y="320"/>
                  </a:cubicBezTo>
                  <a:cubicBezTo>
                    <a:pt x="973" y="336"/>
                    <a:pt x="975" y="366"/>
                    <a:pt x="960" y="380"/>
                  </a:cubicBezTo>
                  <a:cubicBezTo>
                    <a:pt x="944" y="393"/>
                    <a:pt x="903" y="395"/>
                    <a:pt x="860" y="400"/>
                  </a:cubicBezTo>
                  <a:cubicBezTo>
                    <a:pt x="816" y="405"/>
                    <a:pt x="728" y="398"/>
                    <a:pt x="700" y="410"/>
                  </a:cubicBezTo>
                  <a:cubicBezTo>
                    <a:pt x="671" y="421"/>
                    <a:pt x="668" y="455"/>
                    <a:pt x="690" y="470"/>
                  </a:cubicBezTo>
                  <a:cubicBezTo>
                    <a:pt x="711" y="485"/>
                    <a:pt x="795" y="485"/>
                    <a:pt x="830" y="500"/>
                  </a:cubicBezTo>
                  <a:cubicBezTo>
                    <a:pt x="865" y="515"/>
                    <a:pt x="891" y="541"/>
                    <a:pt x="900" y="560"/>
                  </a:cubicBezTo>
                  <a:cubicBezTo>
                    <a:pt x="908" y="578"/>
                    <a:pt x="913" y="601"/>
                    <a:pt x="880" y="610"/>
                  </a:cubicBezTo>
                  <a:cubicBezTo>
                    <a:pt x="846" y="618"/>
                    <a:pt x="738" y="598"/>
                    <a:pt x="700" y="610"/>
                  </a:cubicBezTo>
                  <a:cubicBezTo>
                    <a:pt x="661" y="621"/>
                    <a:pt x="640" y="661"/>
                    <a:pt x="650" y="680"/>
                  </a:cubicBezTo>
                  <a:cubicBezTo>
                    <a:pt x="660" y="698"/>
                    <a:pt x="740" y="703"/>
                    <a:pt x="760" y="720"/>
                  </a:cubicBezTo>
                  <a:cubicBezTo>
                    <a:pt x="780" y="736"/>
                    <a:pt x="793" y="768"/>
                    <a:pt x="770" y="780"/>
                  </a:cubicBezTo>
                  <a:cubicBezTo>
                    <a:pt x="746" y="791"/>
                    <a:pt x="661" y="793"/>
                    <a:pt x="620" y="790"/>
                  </a:cubicBezTo>
                  <a:cubicBezTo>
                    <a:pt x="578" y="786"/>
                    <a:pt x="543" y="751"/>
                    <a:pt x="520" y="760"/>
                  </a:cubicBezTo>
                  <a:cubicBezTo>
                    <a:pt x="496" y="768"/>
                    <a:pt x="506" y="825"/>
                    <a:pt x="480" y="840"/>
                  </a:cubicBezTo>
                  <a:cubicBezTo>
                    <a:pt x="453" y="855"/>
                    <a:pt x="403" y="863"/>
                    <a:pt x="360" y="850"/>
                  </a:cubicBezTo>
                  <a:cubicBezTo>
                    <a:pt x="316" y="836"/>
                    <a:pt x="260" y="795"/>
                    <a:pt x="220" y="760"/>
                  </a:cubicBezTo>
                  <a:cubicBezTo>
                    <a:pt x="180" y="725"/>
                    <a:pt x="146" y="680"/>
                    <a:pt x="120" y="640"/>
                  </a:cubicBezTo>
                  <a:cubicBezTo>
                    <a:pt x="93" y="600"/>
                    <a:pt x="66" y="556"/>
                    <a:pt x="60" y="520"/>
                  </a:cubicBezTo>
                  <a:cubicBezTo>
                    <a:pt x="53" y="483"/>
                    <a:pt x="60" y="451"/>
                    <a:pt x="80" y="4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BC1"/>
                </a:gs>
                <a:gs pos="55000">
                  <a:srgbClr val="F0C8A0"/>
                </a:gs>
                <a:gs pos="100000">
                  <a:srgbClr val="C0A080"/>
                </a:gs>
              </a:gsLst>
              <a:path path="circle">
                <a:fillToRect l="32000" t="28000" r="68000" b="72000"/>
              </a:path>
            </a:gradFill>
            <a:ln w="22225" cap="rnd">
              <a:solidFill>
                <a:srgbClr val="6B594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79" name="Sonido 1"/>
            <p:cNvGrpSpPr/>
            <p:nvPr/>
          </p:nvGrpSpPr>
          <p:grpSpPr>
            <a:xfrm>
              <a:off x="5687500" y="2612318"/>
              <a:ext cx="25671" cy="141064"/>
              <a:chOff x="5687500" y="2612318"/>
              <a:chExt cx="25671" cy="141064"/>
            </a:xfrm>
          </p:grpSpPr>
          <p:sp>
            <p:nvSpPr>
              <p:cNvPr id="80" name="Flecha 82_2"/>
              <p:cNvSpPr/>
              <p:nvPr/>
            </p:nvSpPr>
            <p:spPr>
              <a:xfrm>
                <a:off x="5687500" y="2612318"/>
                <a:ext cx="25671" cy="141064"/>
              </a:xfrm>
              <a:custGeom>
                <a:avLst/>
                <a:gdLst/>
                <a:ahLst/>
                <a:cxnLst/>
                <a:rect l="0" t="0" r="r" b="b"/>
                <a:pathLst>
                  <a:path w="28" h="154" fill="none">
                    <a:moveTo>
                      <a:pt x="0" y="0"/>
                    </a:moveTo>
                    <a:lnTo>
                      <a:pt x="8" y="11"/>
                    </a:lnTo>
                    <a:lnTo>
                      <a:pt x="15" y="23"/>
                    </a:lnTo>
                    <a:lnTo>
                      <a:pt x="20" y="36"/>
                    </a:lnTo>
                    <a:lnTo>
                      <a:pt x="24" y="49"/>
                    </a:lnTo>
                    <a:lnTo>
                      <a:pt x="27" y="63"/>
                    </a:lnTo>
                    <a:lnTo>
                      <a:pt x="28" y="77"/>
                    </a:lnTo>
                    <a:lnTo>
                      <a:pt x="27" y="91"/>
                    </a:lnTo>
                    <a:lnTo>
                      <a:pt x="24" y="104"/>
                    </a:lnTo>
                    <a:lnTo>
                      <a:pt x="20" y="118"/>
                    </a:lnTo>
                    <a:lnTo>
                      <a:pt x="15" y="130"/>
                    </a:lnTo>
                    <a:lnTo>
                      <a:pt x="8" y="143"/>
                    </a:lnTo>
                    <a:lnTo>
                      <a:pt x="0" y="154"/>
                    </a:lnTo>
                  </a:path>
                </a:pathLst>
              </a:custGeom>
              <a:noFill/>
              <a:ln w="38100" cap="rnd">
                <a:solidFill>
                  <a:srgbClr val="922B21"/>
                </a:solidFill>
                <a:round/>
              </a:ln>
            </p:spPr>
          </p:sp>
        </p:grpSp>
        <p:sp>
          <p:nvSpPr>
            <p:cNvPr id="81" name="Forma 84"/>
            <p:cNvSpPr/>
            <p:nvPr/>
          </p:nvSpPr>
          <p:spPr>
            <a:xfrm>
              <a:off x="4206240" y="3794760"/>
              <a:ext cx="3703320" cy="4572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2" name="Forma 85"/>
            <p:cNvSpPr/>
            <p:nvPr/>
          </p:nvSpPr>
          <p:spPr>
            <a:xfrm>
              <a:off x="4206240" y="4297680"/>
              <a:ext cx="3703320" cy="11430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hídrica (líquido = mate)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83" name="Columna NEUMOTÓRAX"/>
          <p:cNvGrpSpPr/>
          <p:nvPr/>
        </p:nvGrpSpPr>
        <p:grpSpPr>
          <a:xfrm>
            <a:off x="8092440" y="982066"/>
            <a:ext cx="3703320" cy="4458614"/>
            <a:chOff x="8092440" y="982066"/>
            <a:chExt cx="3703320" cy="4458614"/>
          </a:xfrm>
        </p:grpSpPr>
        <p:sp>
          <p:nvSpPr>
            <p:cNvPr id="84" name="ParedToracica_3"/>
            <p:cNvSpPr/>
            <p:nvPr/>
          </p:nvSpPr>
          <p:spPr>
            <a:xfrm>
              <a:off x="86268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5" name="Mediastino_3"/>
            <p:cNvSpPr/>
            <p:nvPr/>
          </p:nvSpPr>
          <p:spPr>
            <a:xfrm>
              <a:off x="94695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6" name="Costillas_3"/>
            <p:cNvGrpSpPr/>
            <p:nvPr/>
          </p:nvGrpSpPr>
          <p:grpSpPr>
            <a:xfrm>
              <a:off x="8679485" y="1208837"/>
              <a:ext cx="2574950" cy="2335743"/>
              <a:chOff x="8679485" y="1208837"/>
              <a:chExt cx="2574950" cy="2335743"/>
            </a:xfrm>
          </p:grpSpPr>
          <p:sp>
            <p:nvSpPr>
              <p:cNvPr id="87" name="Forma 90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8" name="Forma 91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9" name="EspacioPleur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0" name="EspacioPleur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1" name="Aorta_3"/>
            <p:cNvSpPr/>
            <p:nvPr/>
          </p:nvSpPr>
          <p:spPr>
            <a:xfrm>
              <a:off x="99721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2" name="Traquea_3"/>
            <p:cNvGrpSpPr/>
            <p:nvPr/>
          </p:nvGrpSpPr>
          <p:grpSpPr>
            <a:xfrm>
              <a:off x="9618770" y="982066"/>
              <a:ext cx="696380" cy="1216048"/>
              <a:chOff x="9618770" y="982066"/>
              <a:chExt cx="696380" cy="1216048"/>
            </a:xfrm>
          </p:grpSpPr>
          <p:sp>
            <p:nvSpPr>
              <p:cNvPr id="93" name="Forma 96"/>
              <p:cNvSpPr/>
              <p:nvPr/>
            </p:nvSpPr>
            <p:spPr>
              <a:xfrm>
                <a:off x="96187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4" name="Forma 97"/>
              <p:cNvSpPr/>
              <p:nvPr/>
            </p:nvSpPr>
            <p:spPr>
              <a:xfrm>
                <a:off x="99142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5" name="AirePleuralD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110" y="7334"/>
                  </a:moveTo>
                  <a:lnTo>
                    <a:pt x="2108" y="7335"/>
                  </a:lnTo>
                  <a:lnTo>
                    <a:pt x="2105" y="7337"/>
                  </a:lnTo>
                  <a:lnTo>
                    <a:pt x="2103" y="7338"/>
                  </a:lnTo>
                  <a:lnTo>
                    <a:pt x="2100" y="7339"/>
                  </a:lnTo>
                  <a:lnTo>
                    <a:pt x="2098" y="7339"/>
                  </a:lnTo>
                  <a:lnTo>
                    <a:pt x="2095" y="7340"/>
                  </a:lnTo>
                  <a:lnTo>
                    <a:pt x="2093" y="7340"/>
                  </a:lnTo>
                  <a:lnTo>
                    <a:pt x="2090" y="7339"/>
                  </a:lnTo>
                  <a:lnTo>
                    <a:pt x="2088" y="7339"/>
                  </a:lnTo>
                  <a:lnTo>
                    <a:pt x="2085" y="7338"/>
                  </a:lnTo>
                  <a:lnTo>
                    <a:pt x="2083" y="7338"/>
                  </a:lnTo>
                  <a:lnTo>
                    <a:pt x="2080" y="7336"/>
                  </a:lnTo>
                  <a:lnTo>
                    <a:pt x="2078" y="7335"/>
                  </a:lnTo>
                  <a:lnTo>
                    <a:pt x="2076" y="7334"/>
                  </a:lnTo>
                  <a:lnTo>
                    <a:pt x="2074" y="7332"/>
                  </a:lnTo>
                  <a:lnTo>
                    <a:pt x="2072" y="7330"/>
                  </a:lnTo>
                  <a:lnTo>
                    <a:pt x="2071" y="7328"/>
                  </a:lnTo>
                  <a:lnTo>
                    <a:pt x="2069" y="7325"/>
                  </a:lnTo>
                  <a:lnTo>
                    <a:pt x="2068" y="7323"/>
                  </a:lnTo>
                  <a:lnTo>
                    <a:pt x="2060" y="7302"/>
                  </a:lnTo>
                  <a:lnTo>
                    <a:pt x="2059" y="7299"/>
                  </a:lnTo>
                  <a:lnTo>
                    <a:pt x="2043" y="7246"/>
                  </a:lnTo>
                  <a:lnTo>
                    <a:pt x="2043" y="7244"/>
                  </a:lnTo>
                  <a:lnTo>
                    <a:pt x="2028" y="7176"/>
                  </a:lnTo>
                  <a:lnTo>
                    <a:pt x="2027" y="7176"/>
                  </a:lnTo>
                  <a:lnTo>
                    <a:pt x="2012" y="7099"/>
                  </a:lnTo>
                  <a:lnTo>
                    <a:pt x="2012" y="7099"/>
                  </a:lnTo>
                  <a:lnTo>
                    <a:pt x="1997" y="7017"/>
                  </a:lnTo>
                  <a:lnTo>
                    <a:pt x="1982" y="6937"/>
                  </a:lnTo>
                  <a:lnTo>
                    <a:pt x="1967" y="6856"/>
                  </a:lnTo>
                  <a:lnTo>
                    <a:pt x="1967" y="6856"/>
                  </a:lnTo>
                  <a:lnTo>
                    <a:pt x="1952" y="6773"/>
                  </a:lnTo>
                  <a:lnTo>
                    <a:pt x="1952" y="6773"/>
                  </a:lnTo>
                  <a:lnTo>
                    <a:pt x="1938" y="6687"/>
                  </a:lnTo>
                  <a:lnTo>
                    <a:pt x="1938" y="6686"/>
                  </a:lnTo>
                  <a:lnTo>
                    <a:pt x="1924" y="6597"/>
                  </a:lnTo>
                  <a:lnTo>
                    <a:pt x="1924" y="6597"/>
                  </a:lnTo>
                  <a:lnTo>
                    <a:pt x="1911" y="6504"/>
                  </a:lnTo>
                  <a:lnTo>
                    <a:pt x="1911" y="6503"/>
                  </a:lnTo>
                  <a:lnTo>
                    <a:pt x="1899" y="6407"/>
                  </a:lnTo>
                  <a:lnTo>
                    <a:pt x="1899" y="6407"/>
                  </a:lnTo>
                  <a:lnTo>
                    <a:pt x="1888" y="6306"/>
                  </a:lnTo>
                  <a:lnTo>
                    <a:pt x="1888" y="6305"/>
                  </a:lnTo>
                  <a:lnTo>
                    <a:pt x="1877" y="6199"/>
                  </a:lnTo>
                  <a:lnTo>
                    <a:pt x="1877" y="6199"/>
                  </a:lnTo>
                  <a:lnTo>
                    <a:pt x="1867" y="6090"/>
                  </a:lnTo>
                  <a:lnTo>
                    <a:pt x="1867" y="6089"/>
                  </a:lnTo>
                  <a:lnTo>
                    <a:pt x="1858" y="5978"/>
                  </a:lnTo>
                  <a:lnTo>
                    <a:pt x="1858" y="5978"/>
                  </a:lnTo>
                  <a:lnTo>
                    <a:pt x="1850" y="5866"/>
                  </a:lnTo>
                  <a:lnTo>
                    <a:pt x="1850" y="5865"/>
                  </a:lnTo>
                  <a:lnTo>
                    <a:pt x="1844" y="5753"/>
                  </a:lnTo>
                  <a:lnTo>
                    <a:pt x="1844" y="5753"/>
                  </a:lnTo>
                  <a:lnTo>
                    <a:pt x="1840" y="5641"/>
                  </a:lnTo>
                  <a:lnTo>
                    <a:pt x="1840" y="5640"/>
                  </a:lnTo>
                  <a:lnTo>
                    <a:pt x="1838" y="5527"/>
                  </a:lnTo>
                  <a:lnTo>
                    <a:pt x="1838" y="5526"/>
                  </a:lnTo>
                  <a:lnTo>
                    <a:pt x="1837" y="5412"/>
                  </a:lnTo>
                  <a:lnTo>
                    <a:pt x="1837" y="5411"/>
                  </a:lnTo>
                  <a:lnTo>
                    <a:pt x="1838" y="5296"/>
                  </a:lnTo>
                  <a:lnTo>
                    <a:pt x="1838" y="5296"/>
                  </a:lnTo>
                  <a:lnTo>
                    <a:pt x="1840" y="5181"/>
                  </a:lnTo>
                  <a:lnTo>
                    <a:pt x="1840" y="5180"/>
                  </a:lnTo>
                  <a:lnTo>
                    <a:pt x="1844" y="5065"/>
                  </a:lnTo>
                  <a:lnTo>
                    <a:pt x="1844" y="5065"/>
                  </a:lnTo>
                  <a:lnTo>
                    <a:pt x="1849" y="4950"/>
                  </a:lnTo>
                  <a:lnTo>
                    <a:pt x="1850" y="4950"/>
                  </a:lnTo>
                  <a:lnTo>
                    <a:pt x="1856" y="4835"/>
                  </a:lnTo>
                  <a:lnTo>
                    <a:pt x="1856" y="4834"/>
                  </a:lnTo>
                  <a:lnTo>
                    <a:pt x="1864" y="4719"/>
                  </a:lnTo>
                  <a:lnTo>
                    <a:pt x="1864" y="4719"/>
                  </a:lnTo>
                  <a:lnTo>
                    <a:pt x="1874" y="4604"/>
                  </a:lnTo>
                  <a:lnTo>
                    <a:pt x="1874" y="4604"/>
                  </a:lnTo>
                  <a:lnTo>
                    <a:pt x="1885" y="4490"/>
                  </a:lnTo>
                  <a:lnTo>
                    <a:pt x="1886" y="4490"/>
                  </a:lnTo>
                  <a:lnTo>
                    <a:pt x="1899" y="4378"/>
                  </a:lnTo>
                  <a:lnTo>
                    <a:pt x="1899" y="4378"/>
                  </a:lnTo>
                  <a:lnTo>
                    <a:pt x="1915" y="4266"/>
                  </a:lnTo>
                  <a:lnTo>
                    <a:pt x="1915" y="4266"/>
                  </a:lnTo>
                  <a:lnTo>
                    <a:pt x="1932" y="4155"/>
                  </a:lnTo>
                  <a:lnTo>
                    <a:pt x="1932" y="4154"/>
                  </a:lnTo>
                  <a:lnTo>
                    <a:pt x="1952" y="4045"/>
                  </a:lnTo>
                  <a:lnTo>
                    <a:pt x="1952" y="4044"/>
                  </a:lnTo>
                  <a:lnTo>
                    <a:pt x="1973" y="3936"/>
                  </a:lnTo>
                  <a:lnTo>
                    <a:pt x="1973" y="3935"/>
                  </a:lnTo>
                  <a:lnTo>
                    <a:pt x="1996" y="3830"/>
                  </a:lnTo>
                  <a:lnTo>
                    <a:pt x="1997" y="3829"/>
                  </a:lnTo>
                  <a:lnTo>
                    <a:pt x="2022" y="3727"/>
                  </a:lnTo>
                  <a:lnTo>
                    <a:pt x="2023" y="3726"/>
                  </a:lnTo>
                  <a:lnTo>
                    <a:pt x="2051" y="3627"/>
                  </a:lnTo>
                  <a:lnTo>
                    <a:pt x="2051" y="3626"/>
                  </a:lnTo>
                  <a:lnTo>
                    <a:pt x="2082" y="3528"/>
                  </a:lnTo>
                  <a:lnTo>
                    <a:pt x="2082" y="3527"/>
                  </a:lnTo>
                  <a:lnTo>
                    <a:pt x="2115" y="3431"/>
                  </a:lnTo>
                  <a:lnTo>
                    <a:pt x="2116" y="3431"/>
                  </a:lnTo>
                  <a:lnTo>
                    <a:pt x="2151" y="3338"/>
                  </a:lnTo>
                  <a:lnTo>
                    <a:pt x="2151" y="3337"/>
                  </a:lnTo>
                  <a:lnTo>
                    <a:pt x="2188" y="3247"/>
                  </a:lnTo>
                  <a:lnTo>
                    <a:pt x="2188" y="3247"/>
                  </a:lnTo>
                  <a:lnTo>
                    <a:pt x="2227" y="3161"/>
                  </a:lnTo>
                  <a:lnTo>
                    <a:pt x="2227" y="3160"/>
                  </a:lnTo>
                  <a:lnTo>
                    <a:pt x="2268" y="3078"/>
                  </a:lnTo>
                  <a:lnTo>
                    <a:pt x="2268" y="3077"/>
                  </a:lnTo>
                  <a:lnTo>
                    <a:pt x="2310" y="2998"/>
                  </a:lnTo>
                  <a:lnTo>
                    <a:pt x="2310" y="2997"/>
                  </a:lnTo>
                  <a:lnTo>
                    <a:pt x="2354" y="2921"/>
                  </a:lnTo>
                  <a:lnTo>
                    <a:pt x="2355" y="2920"/>
                  </a:lnTo>
                  <a:lnTo>
                    <a:pt x="2400" y="2848"/>
                  </a:lnTo>
                  <a:lnTo>
                    <a:pt x="2401" y="2847"/>
                  </a:lnTo>
                  <a:lnTo>
                    <a:pt x="2448" y="2779"/>
                  </a:lnTo>
                  <a:lnTo>
                    <a:pt x="2449" y="2778"/>
                  </a:lnTo>
                  <a:lnTo>
                    <a:pt x="2497" y="2714"/>
                  </a:lnTo>
                  <a:lnTo>
                    <a:pt x="2498" y="2713"/>
                  </a:lnTo>
                  <a:lnTo>
                    <a:pt x="2549" y="2653"/>
                  </a:lnTo>
                  <a:lnTo>
                    <a:pt x="2550" y="2652"/>
                  </a:lnTo>
                  <a:lnTo>
                    <a:pt x="2603" y="2595"/>
                  </a:lnTo>
                  <a:lnTo>
                    <a:pt x="2604" y="2595"/>
                  </a:lnTo>
                  <a:lnTo>
                    <a:pt x="2658" y="2542"/>
                  </a:lnTo>
                  <a:lnTo>
                    <a:pt x="2659" y="2541"/>
                  </a:lnTo>
                  <a:lnTo>
                    <a:pt x="2715" y="2492"/>
                  </a:lnTo>
                  <a:lnTo>
                    <a:pt x="2716" y="2491"/>
                  </a:lnTo>
                  <a:lnTo>
                    <a:pt x="2773" y="2447"/>
                  </a:lnTo>
                  <a:lnTo>
                    <a:pt x="2774" y="2446"/>
                  </a:lnTo>
                  <a:lnTo>
                    <a:pt x="2831" y="2407"/>
                  </a:lnTo>
                  <a:lnTo>
                    <a:pt x="2832" y="2406"/>
                  </a:lnTo>
                  <a:lnTo>
                    <a:pt x="2892" y="2371"/>
                  </a:lnTo>
                  <a:lnTo>
                    <a:pt x="2894" y="2370"/>
                  </a:lnTo>
                  <a:lnTo>
                    <a:pt x="2957" y="2338"/>
                  </a:lnTo>
                  <a:lnTo>
                    <a:pt x="2959" y="2337"/>
                  </a:lnTo>
                  <a:lnTo>
                    <a:pt x="3024" y="2310"/>
                  </a:lnTo>
                  <a:lnTo>
                    <a:pt x="3025" y="2309"/>
                  </a:lnTo>
                  <a:lnTo>
                    <a:pt x="3088" y="2287"/>
                  </a:lnTo>
                  <a:lnTo>
                    <a:pt x="3090" y="2286"/>
                  </a:lnTo>
                  <a:lnTo>
                    <a:pt x="3147" y="2271"/>
                  </a:lnTo>
                  <a:lnTo>
                    <a:pt x="3149" y="2270"/>
                  </a:lnTo>
                  <a:lnTo>
                    <a:pt x="3196" y="2262"/>
                  </a:lnTo>
                  <a:lnTo>
                    <a:pt x="3200" y="2261"/>
                  </a:lnTo>
                  <a:lnTo>
                    <a:pt x="3236" y="2260"/>
                  </a:lnTo>
                  <a:lnTo>
                    <a:pt x="3238" y="2260"/>
                  </a:lnTo>
                  <a:lnTo>
                    <a:pt x="3240" y="2260"/>
                  </a:lnTo>
                  <a:lnTo>
                    <a:pt x="3268" y="2263"/>
                  </a:lnTo>
                  <a:lnTo>
                    <a:pt x="3270" y="2264"/>
                  </a:lnTo>
                  <a:lnTo>
                    <a:pt x="3273" y="2264"/>
                  </a:lnTo>
                  <a:lnTo>
                    <a:pt x="3296" y="2271"/>
                  </a:lnTo>
                  <a:lnTo>
                    <a:pt x="3298" y="2272"/>
                  </a:lnTo>
                  <a:lnTo>
                    <a:pt x="3300" y="2273"/>
                  </a:lnTo>
                  <a:lnTo>
                    <a:pt x="3322" y="2285"/>
                  </a:lnTo>
                  <a:lnTo>
                    <a:pt x="3324" y="2286"/>
                  </a:lnTo>
                  <a:lnTo>
                    <a:pt x="3326" y="2287"/>
                  </a:lnTo>
                  <a:lnTo>
                    <a:pt x="3350" y="2304"/>
                  </a:lnTo>
                  <a:lnTo>
                    <a:pt x="3352" y="2306"/>
                  </a:lnTo>
                  <a:lnTo>
                    <a:pt x="3378" y="2330"/>
                  </a:lnTo>
                  <a:lnTo>
                    <a:pt x="3380" y="2331"/>
                  </a:lnTo>
                  <a:lnTo>
                    <a:pt x="3405" y="2359"/>
                  </a:lnTo>
                  <a:lnTo>
                    <a:pt x="3407" y="2361"/>
                  </a:lnTo>
                  <a:lnTo>
                    <a:pt x="3431" y="2394"/>
                  </a:lnTo>
                  <a:lnTo>
                    <a:pt x="3432" y="2396"/>
                  </a:lnTo>
                  <a:lnTo>
                    <a:pt x="3456" y="2435"/>
                  </a:lnTo>
                  <a:lnTo>
                    <a:pt x="3457" y="2436"/>
                  </a:lnTo>
                  <a:lnTo>
                    <a:pt x="3481" y="2483"/>
                  </a:lnTo>
                  <a:lnTo>
                    <a:pt x="3481" y="2484"/>
                  </a:lnTo>
                  <a:lnTo>
                    <a:pt x="3507" y="2539"/>
                  </a:lnTo>
                  <a:lnTo>
                    <a:pt x="3507" y="2540"/>
                  </a:lnTo>
                  <a:lnTo>
                    <a:pt x="3534" y="2604"/>
                  </a:lnTo>
                  <a:lnTo>
                    <a:pt x="3534" y="2605"/>
                  </a:lnTo>
                  <a:lnTo>
                    <a:pt x="3563" y="2678"/>
                  </a:lnTo>
                  <a:lnTo>
                    <a:pt x="3564" y="2679"/>
                  </a:lnTo>
                  <a:lnTo>
                    <a:pt x="3594" y="2760"/>
                  </a:lnTo>
                  <a:lnTo>
                    <a:pt x="3594" y="2761"/>
                  </a:lnTo>
                  <a:lnTo>
                    <a:pt x="3625" y="2849"/>
                  </a:lnTo>
                  <a:lnTo>
                    <a:pt x="3625" y="2850"/>
                  </a:lnTo>
                  <a:lnTo>
                    <a:pt x="3655" y="2945"/>
                  </a:lnTo>
                  <a:lnTo>
                    <a:pt x="3655" y="2946"/>
                  </a:lnTo>
                  <a:lnTo>
                    <a:pt x="3684" y="3046"/>
                  </a:lnTo>
                  <a:lnTo>
                    <a:pt x="3685" y="3047"/>
                  </a:lnTo>
                  <a:lnTo>
                    <a:pt x="3712" y="3151"/>
                  </a:lnTo>
                  <a:lnTo>
                    <a:pt x="3712" y="3152"/>
                  </a:lnTo>
                  <a:lnTo>
                    <a:pt x="3738" y="3263"/>
                  </a:lnTo>
                  <a:lnTo>
                    <a:pt x="3738" y="3264"/>
                  </a:lnTo>
                  <a:lnTo>
                    <a:pt x="3763" y="3383"/>
                  </a:lnTo>
                  <a:lnTo>
                    <a:pt x="3763" y="3384"/>
                  </a:lnTo>
                  <a:lnTo>
                    <a:pt x="3786" y="3509"/>
                  </a:lnTo>
                  <a:lnTo>
                    <a:pt x="3787" y="3509"/>
                  </a:lnTo>
                  <a:lnTo>
                    <a:pt x="3809" y="3638"/>
                  </a:lnTo>
                  <a:lnTo>
                    <a:pt x="3809" y="3638"/>
                  </a:lnTo>
                  <a:lnTo>
                    <a:pt x="3830" y="3767"/>
                  </a:lnTo>
                  <a:lnTo>
                    <a:pt x="3830" y="3767"/>
                  </a:lnTo>
                  <a:lnTo>
                    <a:pt x="3849" y="3894"/>
                  </a:lnTo>
                  <a:lnTo>
                    <a:pt x="3849" y="3894"/>
                  </a:lnTo>
                  <a:lnTo>
                    <a:pt x="3867" y="4019"/>
                  </a:lnTo>
                  <a:lnTo>
                    <a:pt x="3867" y="4020"/>
                  </a:lnTo>
                  <a:lnTo>
                    <a:pt x="3882" y="4145"/>
                  </a:lnTo>
                  <a:lnTo>
                    <a:pt x="3882" y="4145"/>
                  </a:lnTo>
                  <a:lnTo>
                    <a:pt x="3896" y="4272"/>
                  </a:lnTo>
                  <a:lnTo>
                    <a:pt x="3896" y="4272"/>
                  </a:lnTo>
                  <a:lnTo>
                    <a:pt x="3909" y="4399"/>
                  </a:lnTo>
                  <a:lnTo>
                    <a:pt x="3909" y="4399"/>
                  </a:lnTo>
                  <a:lnTo>
                    <a:pt x="3920" y="4526"/>
                  </a:lnTo>
                  <a:lnTo>
                    <a:pt x="3921" y="4526"/>
                  </a:lnTo>
                  <a:lnTo>
                    <a:pt x="3932" y="4652"/>
                  </a:lnTo>
                  <a:lnTo>
                    <a:pt x="3932" y="4653"/>
                  </a:lnTo>
                  <a:lnTo>
                    <a:pt x="3943" y="4779"/>
                  </a:lnTo>
                  <a:lnTo>
                    <a:pt x="3943" y="4779"/>
                  </a:lnTo>
                  <a:lnTo>
                    <a:pt x="3953" y="4905"/>
                  </a:lnTo>
                  <a:lnTo>
                    <a:pt x="3953" y="4906"/>
                  </a:lnTo>
                  <a:lnTo>
                    <a:pt x="3961" y="5032"/>
                  </a:lnTo>
                  <a:lnTo>
                    <a:pt x="3961" y="5032"/>
                  </a:lnTo>
                  <a:lnTo>
                    <a:pt x="3970" y="5159"/>
                  </a:lnTo>
                  <a:lnTo>
                    <a:pt x="3978" y="5286"/>
                  </a:lnTo>
                  <a:lnTo>
                    <a:pt x="3987" y="5413"/>
                  </a:lnTo>
                  <a:lnTo>
                    <a:pt x="3987" y="5413"/>
                  </a:lnTo>
                  <a:lnTo>
                    <a:pt x="3997" y="5540"/>
                  </a:lnTo>
                  <a:lnTo>
                    <a:pt x="4007" y="5666"/>
                  </a:lnTo>
                  <a:lnTo>
                    <a:pt x="4017" y="5793"/>
                  </a:lnTo>
                  <a:lnTo>
                    <a:pt x="4017" y="5793"/>
                  </a:lnTo>
                  <a:lnTo>
                    <a:pt x="4026" y="5919"/>
                  </a:lnTo>
                  <a:lnTo>
                    <a:pt x="4026" y="5919"/>
                  </a:lnTo>
                  <a:lnTo>
                    <a:pt x="4035" y="6046"/>
                  </a:lnTo>
                  <a:lnTo>
                    <a:pt x="4035" y="6046"/>
                  </a:lnTo>
                  <a:lnTo>
                    <a:pt x="4043" y="6173"/>
                  </a:lnTo>
                  <a:lnTo>
                    <a:pt x="4043" y="6174"/>
                  </a:lnTo>
                  <a:lnTo>
                    <a:pt x="4052" y="6313"/>
                  </a:lnTo>
                  <a:lnTo>
                    <a:pt x="4052" y="6314"/>
                  </a:lnTo>
                  <a:lnTo>
                    <a:pt x="4064" y="6467"/>
                  </a:lnTo>
                  <a:lnTo>
                    <a:pt x="4064" y="6467"/>
                  </a:lnTo>
                  <a:lnTo>
                    <a:pt x="4076" y="6620"/>
                  </a:lnTo>
                  <a:lnTo>
                    <a:pt x="4076" y="6620"/>
                  </a:lnTo>
                  <a:lnTo>
                    <a:pt x="4083" y="6758"/>
                  </a:lnTo>
                  <a:lnTo>
                    <a:pt x="4083" y="6759"/>
                  </a:lnTo>
                  <a:lnTo>
                    <a:pt x="4082" y="6835"/>
                  </a:lnTo>
                  <a:lnTo>
                    <a:pt x="4082" y="6837"/>
                  </a:lnTo>
                  <a:lnTo>
                    <a:pt x="4082" y="6840"/>
                  </a:lnTo>
                  <a:lnTo>
                    <a:pt x="4081" y="6842"/>
                  </a:lnTo>
                  <a:lnTo>
                    <a:pt x="4080" y="6845"/>
                  </a:lnTo>
                  <a:lnTo>
                    <a:pt x="4079" y="6847"/>
                  </a:lnTo>
                  <a:lnTo>
                    <a:pt x="4078" y="6849"/>
                  </a:lnTo>
                  <a:lnTo>
                    <a:pt x="4076" y="6851"/>
                  </a:lnTo>
                  <a:lnTo>
                    <a:pt x="4074" y="6853"/>
                  </a:lnTo>
                  <a:lnTo>
                    <a:pt x="4073" y="6855"/>
                  </a:lnTo>
                  <a:lnTo>
                    <a:pt x="4070" y="6857"/>
                  </a:lnTo>
                  <a:lnTo>
                    <a:pt x="4068" y="6858"/>
                  </a:lnTo>
                  <a:lnTo>
                    <a:pt x="4066" y="6859"/>
                  </a:lnTo>
                  <a:lnTo>
                    <a:pt x="4063" y="6860"/>
                  </a:lnTo>
                  <a:lnTo>
                    <a:pt x="4061" y="6861"/>
                  </a:lnTo>
                  <a:lnTo>
                    <a:pt x="4058" y="6861"/>
                  </a:lnTo>
                  <a:lnTo>
                    <a:pt x="4056" y="6861"/>
                  </a:lnTo>
                  <a:lnTo>
                    <a:pt x="4053" y="6861"/>
                  </a:lnTo>
                  <a:lnTo>
                    <a:pt x="4051" y="6861"/>
                  </a:lnTo>
                  <a:lnTo>
                    <a:pt x="4048" y="6860"/>
                  </a:lnTo>
                  <a:lnTo>
                    <a:pt x="4046" y="6859"/>
                  </a:lnTo>
                  <a:lnTo>
                    <a:pt x="4043" y="6858"/>
                  </a:lnTo>
                  <a:lnTo>
                    <a:pt x="4041" y="6857"/>
                  </a:lnTo>
                  <a:lnTo>
                    <a:pt x="4039" y="6855"/>
                  </a:lnTo>
                  <a:lnTo>
                    <a:pt x="4037" y="6854"/>
                  </a:lnTo>
                  <a:lnTo>
                    <a:pt x="4035" y="6852"/>
                  </a:lnTo>
                  <a:lnTo>
                    <a:pt x="4014" y="6827"/>
                  </a:lnTo>
                  <a:lnTo>
                    <a:pt x="4012" y="6825"/>
                  </a:lnTo>
                  <a:lnTo>
                    <a:pt x="3961" y="6771"/>
                  </a:lnTo>
                  <a:lnTo>
                    <a:pt x="3958" y="6768"/>
                  </a:lnTo>
                  <a:lnTo>
                    <a:pt x="3954" y="6765"/>
                  </a:lnTo>
                  <a:lnTo>
                    <a:pt x="3900" y="6726"/>
                  </a:lnTo>
                  <a:lnTo>
                    <a:pt x="3896" y="6723"/>
                  </a:lnTo>
                  <a:lnTo>
                    <a:pt x="3892" y="6721"/>
                  </a:lnTo>
                  <a:lnTo>
                    <a:pt x="3834" y="6692"/>
                  </a:lnTo>
                  <a:lnTo>
                    <a:pt x="3833" y="6692"/>
                  </a:lnTo>
                  <a:lnTo>
                    <a:pt x="3769" y="6661"/>
                  </a:lnTo>
                  <a:lnTo>
                    <a:pt x="3767" y="6660"/>
                  </a:lnTo>
                  <a:lnTo>
                    <a:pt x="3698" y="6630"/>
                  </a:lnTo>
                  <a:lnTo>
                    <a:pt x="3695" y="6628"/>
                  </a:lnTo>
                  <a:lnTo>
                    <a:pt x="3623" y="6602"/>
                  </a:lnTo>
                  <a:lnTo>
                    <a:pt x="3618" y="6600"/>
                  </a:lnTo>
                  <a:lnTo>
                    <a:pt x="3545" y="6579"/>
                  </a:lnTo>
                  <a:lnTo>
                    <a:pt x="3538" y="6578"/>
                  </a:lnTo>
                  <a:lnTo>
                    <a:pt x="3465" y="6565"/>
                  </a:lnTo>
                  <a:lnTo>
                    <a:pt x="3459" y="6564"/>
                  </a:lnTo>
                  <a:lnTo>
                    <a:pt x="3383" y="6558"/>
                  </a:lnTo>
                  <a:lnTo>
                    <a:pt x="3379" y="6558"/>
                  </a:lnTo>
                  <a:lnTo>
                    <a:pt x="3301" y="6557"/>
                  </a:lnTo>
                  <a:lnTo>
                    <a:pt x="3296" y="6557"/>
                  </a:lnTo>
                  <a:lnTo>
                    <a:pt x="3216" y="6562"/>
                  </a:lnTo>
                  <a:lnTo>
                    <a:pt x="3211" y="6563"/>
                  </a:lnTo>
                  <a:lnTo>
                    <a:pt x="3130" y="6574"/>
                  </a:lnTo>
                  <a:lnTo>
                    <a:pt x="3125" y="6575"/>
                  </a:lnTo>
                  <a:lnTo>
                    <a:pt x="3043" y="6594"/>
                  </a:lnTo>
                  <a:lnTo>
                    <a:pt x="3038" y="6595"/>
                  </a:lnTo>
                  <a:lnTo>
                    <a:pt x="2956" y="6621"/>
                  </a:lnTo>
                  <a:lnTo>
                    <a:pt x="2951" y="6624"/>
                  </a:lnTo>
                  <a:lnTo>
                    <a:pt x="2867" y="6660"/>
                  </a:lnTo>
                  <a:lnTo>
                    <a:pt x="2863" y="6663"/>
                  </a:lnTo>
                  <a:lnTo>
                    <a:pt x="2776" y="6710"/>
                  </a:lnTo>
                  <a:lnTo>
                    <a:pt x="2773" y="6712"/>
                  </a:lnTo>
                  <a:lnTo>
                    <a:pt x="2686" y="6766"/>
                  </a:lnTo>
                  <a:lnTo>
                    <a:pt x="2683" y="6767"/>
                  </a:lnTo>
                  <a:lnTo>
                    <a:pt x="2598" y="6826"/>
                  </a:lnTo>
                  <a:lnTo>
                    <a:pt x="2596" y="6828"/>
                  </a:lnTo>
                  <a:lnTo>
                    <a:pt x="2516" y="6888"/>
                  </a:lnTo>
                  <a:lnTo>
                    <a:pt x="2514" y="6890"/>
                  </a:lnTo>
                  <a:lnTo>
                    <a:pt x="2442" y="6948"/>
                  </a:lnTo>
                  <a:lnTo>
                    <a:pt x="2438" y="6952"/>
                  </a:lnTo>
                  <a:lnTo>
                    <a:pt x="2373" y="7014"/>
                  </a:lnTo>
                  <a:lnTo>
                    <a:pt x="2369" y="7019"/>
                  </a:lnTo>
                  <a:lnTo>
                    <a:pt x="2309" y="7089"/>
                  </a:lnTo>
                  <a:lnTo>
                    <a:pt x="2307" y="7091"/>
                  </a:lnTo>
                  <a:lnTo>
                    <a:pt x="2251" y="7163"/>
                  </a:lnTo>
                  <a:lnTo>
                    <a:pt x="2251" y="7164"/>
                  </a:lnTo>
                  <a:lnTo>
                    <a:pt x="2201" y="7231"/>
                  </a:lnTo>
                  <a:lnTo>
                    <a:pt x="2200" y="7232"/>
                  </a:lnTo>
                  <a:lnTo>
                    <a:pt x="2158" y="7286"/>
                  </a:lnTo>
                  <a:lnTo>
                    <a:pt x="2156" y="7288"/>
                  </a:lnTo>
                  <a:lnTo>
                    <a:pt x="2122" y="7323"/>
                  </a:lnTo>
                  <a:lnTo>
                    <a:pt x="2120" y="7325"/>
                  </a:lnTo>
                  <a:lnTo>
                    <a:pt x="2110" y="733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6" name="PulmonDerecho_3"/>
            <p:cNvGrpSpPr/>
            <p:nvPr/>
          </p:nvGrpSpPr>
          <p:grpSpPr>
            <a:xfrm>
              <a:off x="9250422" y="1717744"/>
              <a:ext cx="481994" cy="1070701"/>
              <a:chOff x="9250422" y="1717744"/>
              <a:chExt cx="481994" cy="1070701"/>
            </a:xfrm>
          </p:grpSpPr>
          <p:sp>
            <p:nvSpPr>
              <p:cNvPr id="97" name="Forma 100"/>
              <p:cNvSpPr/>
              <p:nvPr/>
            </p:nvSpPr>
            <p:spPr>
              <a:xfrm>
                <a:off x="9250422" y="1717744"/>
                <a:ext cx="481994" cy="107070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8" name="Forma 101"/>
              <p:cNvSpPr/>
              <p:nvPr/>
            </p:nvSpPr>
            <p:spPr>
              <a:xfrm>
                <a:off x="9286939" y="1822820"/>
                <a:ext cx="372783" cy="766487"/>
              </a:xfrm>
              <a:custGeom>
                <a:avLst/>
                <a:gdLst/>
                <a:ahLst/>
                <a:cxnLst/>
                <a:rect l="0" t="0" r="r" b="b"/>
                <a:pathLst>
                  <a:path w="1273" h="2704" fill="none">
                    <a:moveTo>
                      <a:pt x="1273" y="1273"/>
                    </a:moveTo>
                    <a:lnTo>
                      <a:pt x="935" y="1092"/>
                    </a:lnTo>
                    <a:lnTo>
                      <a:pt x="520" y="780"/>
                    </a:lnTo>
                    <a:lnTo>
                      <a:pt x="285" y="468"/>
                    </a:lnTo>
                  </a:path>
                  <a:path w="1273" h="2704" fill="none">
                    <a:moveTo>
                      <a:pt x="935" y="1092"/>
                    </a:moveTo>
                    <a:lnTo>
                      <a:pt x="780" y="623"/>
                    </a:lnTo>
                    <a:lnTo>
                      <a:pt x="701" y="103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780" y="1352"/>
                    </a:lnTo>
                    <a:lnTo>
                      <a:pt x="260" y="1352"/>
                    </a:lnTo>
                    <a:lnTo>
                      <a:pt x="0" y="1403"/>
                    </a:lnTo>
                  </a:path>
                  <a:path w="1273" h="2704" fill="none">
                    <a:moveTo>
                      <a:pt x="780" y="1352"/>
                    </a:moveTo>
                    <a:lnTo>
                      <a:pt x="415" y="1716"/>
                    </a:lnTo>
                    <a:lnTo>
                      <a:pt x="130" y="2027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935" y="1716"/>
                    </a:lnTo>
                    <a:lnTo>
                      <a:pt x="623" y="2236"/>
                    </a:lnTo>
                    <a:lnTo>
                      <a:pt x="337" y="2652"/>
                    </a:lnTo>
                  </a:path>
                  <a:path w="1273" h="2704" fill="none">
                    <a:moveTo>
                      <a:pt x="935" y="1716"/>
                    </a:moveTo>
                    <a:lnTo>
                      <a:pt x="1092" y="2236"/>
                    </a:lnTo>
                    <a:lnTo>
                      <a:pt x="935" y="2704"/>
                    </a:lnTo>
                  </a:path>
                  <a:path w="1273" h="2704" fill="none">
                    <a:moveTo>
                      <a:pt x="623" y="2236"/>
                    </a:moveTo>
                    <a:lnTo>
                      <a:pt x="207" y="2496"/>
                    </a:lnTo>
                    <a:lnTo>
                      <a:pt x="0" y="2652"/>
                    </a:lnTo>
                  </a:path>
                  <a:path w="1273" h="2704" fill="none">
                    <a:moveTo>
                      <a:pt x="520" y="780"/>
                    </a:moveTo>
                    <a:lnTo>
                      <a:pt x="155" y="883"/>
                    </a:lnTo>
                    <a:lnTo>
                      <a:pt x="15" y="989"/>
                    </a:lnTo>
                  </a:path>
                  <a:path w="1273" h="2704" fill="none">
                    <a:moveTo>
                      <a:pt x="780" y="623"/>
                    </a:moveTo>
                    <a:lnTo>
                      <a:pt x="467" y="311"/>
                    </a:lnTo>
                  </a:path>
                  <a:path w="1273" h="2704" fill="none">
                    <a:moveTo>
                      <a:pt x="415" y="1716"/>
                    </a:moveTo>
                    <a:lnTo>
                      <a:pt x="467" y="2080"/>
                    </a:lnTo>
                    <a:lnTo>
                      <a:pt x="311" y="2444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1195" y="883"/>
                    </a:lnTo>
                    <a:lnTo>
                      <a:pt x="1040" y="468"/>
                    </a:lnTo>
                    <a:lnTo>
                      <a:pt x="935" y="0"/>
                    </a:lnTo>
                  </a:path>
                  <a:path w="1273" h="2704" fill="none">
                    <a:moveTo>
                      <a:pt x="260" y="1352"/>
                    </a:moveTo>
                    <a:lnTo>
                      <a:pt x="103" y="166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9" name="Forma 102"/>
              <p:cNvSpPr/>
              <p:nvPr/>
            </p:nvSpPr>
            <p:spPr>
              <a:xfrm>
                <a:off x="9264654" y="2183953"/>
                <a:ext cx="402676" cy="446104"/>
              </a:xfrm>
              <a:custGeom>
                <a:avLst/>
                <a:gdLst/>
                <a:ahLst/>
                <a:cxnLst/>
                <a:rect l="0" t="0" r="r" b="b"/>
                <a:pathLst>
                  <a:path w="1376" h="1573" fill="none">
                    <a:moveTo>
                      <a:pt x="0" y="86"/>
                    </a:moveTo>
                    <a:lnTo>
                      <a:pt x="89" y="95"/>
                    </a:lnTo>
                    <a:lnTo>
                      <a:pt x="210" y="106"/>
                    </a:lnTo>
                    <a:lnTo>
                      <a:pt x="332" y="115"/>
                    </a:lnTo>
                    <a:lnTo>
                      <a:pt x="440" y="119"/>
                    </a:lnTo>
                    <a:lnTo>
                      <a:pt x="529" y="117"/>
                    </a:lnTo>
                    <a:lnTo>
                      <a:pt x="609" y="110"/>
                    </a:lnTo>
                    <a:lnTo>
                      <a:pt x="687" y="101"/>
                    </a:lnTo>
                    <a:lnTo>
                      <a:pt x="768" y="89"/>
                    </a:lnTo>
                    <a:lnTo>
                      <a:pt x="856" y="78"/>
                    </a:lnTo>
                    <a:lnTo>
                      <a:pt x="961" y="63"/>
                    </a:lnTo>
                    <a:lnTo>
                      <a:pt x="1081" y="45"/>
                    </a:lnTo>
                    <a:lnTo>
                      <a:pt x="1200" y="27"/>
                    </a:lnTo>
                    <a:lnTo>
                      <a:pt x="1303" y="11"/>
                    </a:lnTo>
                    <a:lnTo>
                      <a:pt x="1376" y="0"/>
                    </a:lnTo>
                  </a:path>
                  <a:path w="1376" h="1573" fill="none">
                    <a:moveTo>
                      <a:pt x="34" y="1573"/>
                    </a:moveTo>
                    <a:lnTo>
                      <a:pt x="87" y="1508"/>
                    </a:lnTo>
                    <a:lnTo>
                      <a:pt x="177" y="1398"/>
                    </a:lnTo>
                    <a:lnTo>
                      <a:pt x="282" y="1270"/>
                    </a:lnTo>
                    <a:lnTo>
                      <a:pt x="391" y="1137"/>
                    </a:lnTo>
                    <a:lnTo>
                      <a:pt x="492" y="1013"/>
                    </a:lnTo>
                    <a:lnTo>
                      <a:pt x="586" y="896"/>
                    </a:lnTo>
                    <a:lnTo>
                      <a:pt x="681" y="775"/>
                    </a:lnTo>
                    <a:lnTo>
                      <a:pt x="776" y="655"/>
                    </a:lnTo>
                    <a:lnTo>
                      <a:pt x="869" y="543"/>
                    </a:lnTo>
                    <a:lnTo>
                      <a:pt x="960" y="442"/>
                    </a:lnTo>
                    <a:lnTo>
                      <a:pt x="1053" y="350"/>
                    </a:lnTo>
                    <a:lnTo>
                      <a:pt x="1150" y="263"/>
                    </a:lnTo>
                    <a:lnTo>
                      <a:pt x="1242" y="187"/>
                    </a:lnTo>
                    <a:lnTo>
                      <a:pt x="1320" y="124"/>
                    </a:lnTo>
                    <a:lnTo>
                      <a:pt x="1376" y="7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0" name="PleuraVisceralD_3"/>
            <p:cNvSpPr/>
            <p:nvPr/>
          </p:nvSpPr>
          <p:spPr>
            <a:xfrm>
              <a:off x="9250422" y="1717744"/>
              <a:ext cx="481994" cy="1070701"/>
            </a:xfrm>
            <a:custGeom>
              <a:avLst/>
              <a:gdLst/>
              <a:ahLst/>
              <a:cxnLst/>
              <a:rect l="0" t="0" r="r" b="b"/>
              <a:pathLst>
                <a:path w="1647" h="3777" fill="none">
                  <a:moveTo>
                    <a:pt x="179" y="3770"/>
                  </a:moveTo>
                  <a:lnTo>
                    <a:pt x="205" y="3744"/>
                  </a:lnTo>
                  <a:lnTo>
                    <a:pt x="236" y="3703"/>
                  </a:lnTo>
                  <a:lnTo>
                    <a:pt x="274" y="3653"/>
                  </a:lnTo>
                  <a:lnTo>
                    <a:pt x="275" y="3652"/>
                  </a:lnTo>
                  <a:lnTo>
                    <a:pt x="317" y="3598"/>
                  </a:lnTo>
                  <a:lnTo>
                    <a:pt x="319" y="3595"/>
                  </a:lnTo>
                  <a:lnTo>
                    <a:pt x="364" y="3542"/>
                  </a:lnTo>
                  <a:lnTo>
                    <a:pt x="368" y="3538"/>
                  </a:lnTo>
                  <a:lnTo>
                    <a:pt x="417" y="3491"/>
                  </a:lnTo>
                  <a:lnTo>
                    <a:pt x="421" y="3487"/>
                  </a:lnTo>
                  <a:lnTo>
                    <a:pt x="476" y="3443"/>
                  </a:lnTo>
                  <a:lnTo>
                    <a:pt x="477" y="3442"/>
                  </a:lnTo>
                  <a:lnTo>
                    <a:pt x="538" y="3396"/>
                  </a:lnTo>
                  <a:lnTo>
                    <a:pt x="540" y="3395"/>
                  </a:lnTo>
                  <a:lnTo>
                    <a:pt x="604" y="3350"/>
                  </a:lnTo>
                  <a:lnTo>
                    <a:pt x="606" y="3349"/>
                  </a:lnTo>
                  <a:lnTo>
                    <a:pt x="672" y="3308"/>
                  </a:lnTo>
                  <a:lnTo>
                    <a:pt x="675" y="3306"/>
                  </a:lnTo>
                  <a:lnTo>
                    <a:pt x="741" y="3270"/>
                  </a:lnTo>
                  <a:lnTo>
                    <a:pt x="745" y="3268"/>
                  </a:lnTo>
                  <a:lnTo>
                    <a:pt x="808" y="3240"/>
                  </a:lnTo>
                  <a:lnTo>
                    <a:pt x="814" y="3238"/>
                  </a:lnTo>
                  <a:lnTo>
                    <a:pt x="876" y="3218"/>
                  </a:lnTo>
                  <a:lnTo>
                    <a:pt x="881" y="3217"/>
                  </a:lnTo>
                  <a:lnTo>
                    <a:pt x="943" y="3203"/>
                  </a:lnTo>
                  <a:lnTo>
                    <a:pt x="948" y="3202"/>
                  </a:lnTo>
                  <a:lnTo>
                    <a:pt x="1010" y="3193"/>
                  </a:lnTo>
                  <a:lnTo>
                    <a:pt x="1014" y="3193"/>
                  </a:lnTo>
                  <a:lnTo>
                    <a:pt x="1075" y="3189"/>
                  </a:lnTo>
                  <a:lnTo>
                    <a:pt x="1079" y="3189"/>
                  </a:lnTo>
                  <a:lnTo>
                    <a:pt x="1139" y="3189"/>
                  </a:lnTo>
                  <a:lnTo>
                    <a:pt x="1142" y="3190"/>
                  </a:lnTo>
                  <a:lnTo>
                    <a:pt x="1200" y="3194"/>
                  </a:lnTo>
                  <a:lnTo>
                    <a:pt x="1205" y="3195"/>
                  </a:lnTo>
                  <a:lnTo>
                    <a:pt x="1262" y="3204"/>
                  </a:lnTo>
                  <a:lnTo>
                    <a:pt x="1268" y="3206"/>
                  </a:lnTo>
                  <a:lnTo>
                    <a:pt x="1324" y="3222"/>
                  </a:lnTo>
                  <a:lnTo>
                    <a:pt x="1328" y="3223"/>
                  </a:lnTo>
                  <a:lnTo>
                    <a:pt x="1383" y="3244"/>
                  </a:lnTo>
                  <a:lnTo>
                    <a:pt x="1385" y="3245"/>
                  </a:lnTo>
                  <a:lnTo>
                    <a:pt x="1438" y="3268"/>
                  </a:lnTo>
                  <a:lnTo>
                    <a:pt x="1439" y="3268"/>
                  </a:lnTo>
                  <a:lnTo>
                    <a:pt x="1488" y="3292"/>
                  </a:lnTo>
                  <a:lnTo>
                    <a:pt x="1489" y="3292"/>
                  </a:lnTo>
                  <a:lnTo>
                    <a:pt x="1533" y="3314"/>
                  </a:lnTo>
                  <a:lnTo>
                    <a:pt x="1537" y="3316"/>
                  </a:lnTo>
                  <a:lnTo>
                    <a:pt x="1541" y="3319"/>
                  </a:lnTo>
                  <a:lnTo>
                    <a:pt x="1582" y="3349"/>
                  </a:lnTo>
                  <a:lnTo>
                    <a:pt x="1586" y="3352"/>
                  </a:lnTo>
                  <a:lnTo>
                    <a:pt x="1590" y="3356"/>
                  </a:lnTo>
                  <a:lnTo>
                    <a:pt x="1628" y="3396"/>
                  </a:lnTo>
                  <a:lnTo>
                    <a:pt x="1630" y="3398"/>
                  </a:lnTo>
                  <a:lnTo>
                    <a:pt x="1646" y="3417"/>
                  </a:lnTo>
                  <a:lnTo>
                    <a:pt x="1647" y="3361"/>
                  </a:lnTo>
                  <a:lnTo>
                    <a:pt x="1642" y="3257"/>
                  </a:lnTo>
                  <a:lnTo>
                    <a:pt x="1633" y="3142"/>
                  </a:lnTo>
                  <a:lnTo>
                    <a:pt x="1624" y="3027"/>
                  </a:lnTo>
                  <a:lnTo>
                    <a:pt x="1624" y="3027"/>
                  </a:lnTo>
                  <a:lnTo>
                    <a:pt x="1617" y="2922"/>
                  </a:lnTo>
                  <a:lnTo>
                    <a:pt x="1617" y="2922"/>
                  </a:lnTo>
                  <a:lnTo>
                    <a:pt x="1611" y="2826"/>
                  </a:lnTo>
                  <a:lnTo>
                    <a:pt x="1605" y="2731"/>
                  </a:lnTo>
                  <a:lnTo>
                    <a:pt x="1597" y="2636"/>
                  </a:lnTo>
                  <a:lnTo>
                    <a:pt x="1590" y="2541"/>
                  </a:lnTo>
                  <a:lnTo>
                    <a:pt x="1582" y="2446"/>
                  </a:lnTo>
                  <a:lnTo>
                    <a:pt x="1582" y="2446"/>
                  </a:lnTo>
                  <a:lnTo>
                    <a:pt x="1575" y="2350"/>
                  </a:lnTo>
                  <a:lnTo>
                    <a:pt x="1575" y="2350"/>
                  </a:lnTo>
                  <a:lnTo>
                    <a:pt x="1569" y="2255"/>
                  </a:lnTo>
                  <a:lnTo>
                    <a:pt x="1569" y="2255"/>
                  </a:lnTo>
                  <a:lnTo>
                    <a:pt x="1562" y="2159"/>
                  </a:lnTo>
                  <a:lnTo>
                    <a:pt x="1556" y="2064"/>
                  </a:lnTo>
                  <a:lnTo>
                    <a:pt x="1549" y="1969"/>
                  </a:lnTo>
                  <a:lnTo>
                    <a:pt x="1542" y="1874"/>
                  </a:lnTo>
                  <a:lnTo>
                    <a:pt x="1534" y="1779"/>
                  </a:lnTo>
                  <a:lnTo>
                    <a:pt x="1525" y="1684"/>
                  </a:lnTo>
                  <a:lnTo>
                    <a:pt x="1516" y="1589"/>
                  </a:lnTo>
                  <a:lnTo>
                    <a:pt x="1507" y="1493"/>
                  </a:lnTo>
                  <a:lnTo>
                    <a:pt x="1496" y="1399"/>
                  </a:lnTo>
                  <a:lnTo>
                    <a:pt x="1485" y="1304"/>
                  </a:lnTo>
                  <a:lnTo>
                    <a:pt x="1472" y="1210"/>
                  </a:lnTo>
                  <a:lnTo>
                    <a:pt x="1457" y="1115"/>
                  </a:lnTo>
                  <a:lnTo>
                    <a:pt x="1441" y="1018"/>
                  </a:lnTo>
                  <a:lnTo>
                    <a:pt x="1425" y="922"/>
                  </a:lnTo>
                  <a:lnTo>
                    <a:pt x="1407" y="828"/>
                  </a:lnTo>
                  <a:lnTo>
                    <a:pt x="1388" y="738"/>
                  </a:lnTo>
                  <a:lnTo>
                    <a:pt x="1369" y="654"/>
                  </a:lnTo>
                  <a:lnTo>
                    <a:pt x="1348" y="576"/>
                  </a:lnTo>
                  <a:lnTo>
                    <a:pt x="1326" y="500"/>
                  </a:lnTo>
                  <a:lnTo>
                    <a:pt x="1304" y="429"/>
                  </a:lnTo>
                  <a:lnTo>
                    <a:pt x="1281" y="363"/>
                  </a:lnTo>
                  <a:lnTo>
                    <a:pt x="1258" y="301"/>
                  </a:lnTo>
                  <a:lnTo>
                    <a:pt x="1236" y="246"/>
                  </a:lnTo>
                  <a:lnTo>
                    <a:pt x="1216" y="198"/>
                  </a:lnTo>
                  <a:lnTo>
                    <a:pt x="1197" y="156"/>
                  </a:lnTo>
                  <a:lnTo>
                    <a:pt x="1179" y="121"/>
                  </a:lnTo>
                  <a:lnTo>
                    <a:pt x="1161" y="92"/>
                  </a:lnTo>
                  <a:lnTo>
                    <a:pt x="1143" y="68"/>
                  </a:lnTo>
                  <a:lnTo>
                    <a:pt x="1124" y="47"/>
                  </a:lnTo>
                  <a:lnTo>
                    <a:pt x="1104" y="29"/>
                  </a:lnTo>
                  <a:lnTo>
                    <a:pt x="1086" y="16"/>
                  </a:lnTo>
                  <a:lnTo>
                    <a:pt x="1070" y="7"/>
                  </a:lnTo>
                  <a:lnTo>
                    <a:pt x="1052" y="2"/>
                  </a:lnTo>
                  <a:lnTo>
                    <a:pt x="1031" y="0"/>
                  </a:lnTo>
                  <a:lnTo>
                    <a:pt x="1004" y="1"/>
                  </a:lnTo>
                  <a:lnTo>
                    <a:pt x="969" y="7"/>
                  </a:lnTo>
                  <a:lnTo>
                    <a:pt x="926" y="19"/>
                  </a:lnTo>
                  <a:lnTo>
                    <a:pt x="879" y="35"/>
                  </a:lnTo>
                  <a:lnTo>
                    <a:pt x="830" y="56"/>
                  </a:lnTo>
                  <a:lnTo>
                    <a:pt x="782" y="80"/>
                  </a:lnTo>
                  <a:lnTo>
                    <a:pt x="737" y="106"/>
                  </a:lnTo>
                  <a:lnTo>
                    <a:pt x="695" y="136"/>
                  </a:lnTo>
                  <a:lnTo>
                    <a:pt x="652" y="169"/>
                  </a:lnTo>
                  <a:lnTo>
                    <a:pt x="610" y="206"/>
                  </a:lnTo>
                  <a:lnTo>
                    <a:pt x="569" y="245"/>
                  </a:lnTo>
                  <a:lnTo>
                    <a:pt x="529" y="288"/>
                  </a:lnTo>
                  <a:lnTo>
                    <a:pt x="491" y="333"/>
                  </a:lnTo>
                  <a:lnTo>
                    <a:pt x="455" y="381"/>
                  </a:lnTo>
                  <a:lnTo>
                    <a:pt x="419" y="432"/>
                  </a:lnTo>
                  <a:lnTo>
                    <a:pt x="385" y="487"/>
                  </a:lnTo>
                  <a:lnTo>
                    <a:pt x="352" y="543"/>
                  </a:lnTo>
                  <a:lnTo>
                    <a:pt x="321" y="603"/>
                  </a:lnTo>
                  <a:lnTo>
                    <a:pt x="290" y="665"/>
                  </a:lnTo>
                  <a:lnTo>
                    <a:pt x="262" y="729"/>
                  </a:lnTo>
                  <a:lnTo>
                    <a:pt x="234" y="797"/>
                  </a:lnTo>
                  <a:lnTo>
                    <a:pt x="207" y="866"/>
                  </a:lnTo>
                  <a:lnTo>
                    <a:pt x="182" y="938"/>
                  </a:lnTo>
                  <a:lnTo>
                    <a:pt x="159" y="1012"/>
                  </a:lnTo>
                  <a:lnTo>
                    <a:pt x="138" y="1087"/>
                  </a:lnTo>
                  <a:lnTo>
                    <a:pt x="119" y="1164"/>
                  </a:lnTo>
                  <a:lnTo>
                    <a:pt x="101" y="1243"/>
                  </a:lnTo>
                  <a:lnTo>
                    <a:pt x="85" y="1324"/>
                  </a:lnTo>
                  <a:lnTo>
                    <a:pt x="71" y="1407"/>
                  </a:lnTo>
                  <a:lnTo>
                    <a:pt x="58" y="1490"/>
                  </a:lnTo>
                  <a:lnTo>
                    <a:pt x="46" y="1574"/>
                  </a:lnTo>
                  <a:lnTo>
                    <a:pt x="36" y="1658"/>
                  </a:lnTo>
                  <a:lnTo>
                    <a:pt x="27" y="1743"/>
                  </a:lnTo>
                  <a:lnTo>
                    <a:pt x="19" y="1829"/>
                  </a:lnTo>
                  <a:lnTo>
                    <a:pt x="13" y="1915"/>
                  </a:lnTo>
                  <a:lnTo>
                    <a:pt x="9" y="2002"/>
                  </a:lnTo>
                  <a:lnTo>
                    <a:pt x="5" y="2088"/>
                  </a:lnTo>
                  <a:lnTo>
                    <a:pt x="2" y="2175"/>
                  </a:lnTo>
                  <a:lnTo>
                    <a:pt x="0" y="2261"/>
                  </a:lnTo>
                  <a:lnTo>
                    <a:pt x="0" y="2348"/>
                  </a:lnTo>
                  <a:lnTo>
                    <a:pt x="0" y="2434"/>
                  </a:lnTo>
                  <a:lnTo>
                    <a:pt x="2" y="2519"/>
                  </a:lnTo>
                  <a:lnTo>
                    <a:pt x="5" y="2604"/>
                  </a:lnTo>
                  <a:lnTo>
                    <a:pt x="9" y="2688"/>
                  </a:lnTo>
                  <a:lnTo>
                    <a:pt x="15" y="2772"/>
                  </a:lnTo>
                  <a:lnTo>
                    <a:pt x="21" y="2856"/>
                  </a:lnTo>
                  <a:lnTo>
                    <a:pt x="29" y="2938"/>
                  </a:lnTo>
                  <a:lnTo>
                    <a:pt x="37" y="3017"/>
                  </a:lnTo>
                  <a:lnTo>
                    <a:pt x="46" y="3093"/>
                  </a:lnTo>
                  <a:lnTo>
                    <a:pt x="55" y="3166"/>
                  </a:lnTo>
                  <a:lnTo>
                    <a:pt x="65" y="3236"/>
                  </a:lnTo>
                  <a:lnTo>
                    <a:pt x="75" y="3303"/>
                  </a:lnTo>
                  <a:lnTo>
                    <a:pt x="86" y="3367"/>
                  </a:lnTo>
                  <a:lnTo>
                    <a:pt x="97" y="3430"/>
                  </a:lnTo>
                  <a:lnTo>
                    <a:pt x="108" y="3490"/>
                  </a:lnTo>
                  <a:lnTo>
                    <a:pt x="119" y="3551"/>
                  </a:lnTo>
                  <a:lnTo>
                    <a:pt x="130" y="3612"/>
                  </a:lnTo>
                  <a:lnTo>
                    <a:pt x="142" y="3670"/>
                  </a:lnTo>
                  <a:lnTo>
                    <a:pt x="154" y="3721"/>
                  </a:lnTo>
                  <a:lnTo>
                    <a:pt x="165" y="3761"/>
                  </a:lnTo>
                  <a:lnTo>
                    <a:pt x="171" y="3777"/>
                  </a:lnTo>
                  <a:lnTo>
                    <a:pt x="179" y="377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01" name="PulmonIzquierdo_3"/>
            <p:cNvGrpSpPr/>
            <p:nvPr/>
          </p:nvGrpSpPr>
          <p:grpSpPr>
            <a:xfrm>
              <a:off x="10197948" y="1261886"/>
              <a:ext cx="863365" cy="2127158"/>
              <a:chOff x="10197948" y="1261886"/>
              <a:chExt cx="863365" cy="2127158"/>
            </a:xfrm>
          </p:grpSpPr>
          <p:sp>
            <p:nvSpPr>
              <p:cNvPr id="102" name="Forma 105"/>
              <p:cNvSpPr/>
              <p:nvPr/>
            </p:nvSpPr>
            <p:spPr>
              <a:xfrm>
                <a:off x="101979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3" name="Forma 106"/>
              <p:cNvSpPr/>
              <p:nvPr/>
            </p:nvSpPr>
            <p:spPr>
              <a:xfrm>
                <a:off x="102741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4" name="Forma 107"/>
              <p:cNvSpPr/>
              <p:nvPr/>
            </p:nvSpPr>
            <p:spPr>
              <a:xfrm>
                <a:off x="102829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5" name="PleuraVisceralI_3"/>
            <p:cNvSpPr/>
            <p:nvPr/>
          </p:nvSpPr>
          <p:spPr>
            <a:xfrm>
              <a:off x="101979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6" name="PleuraPariet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7" name="PleuraPariet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8" name="VenaCavaSup_3"/>
            <p:cNvSpPr/>
            <p:nvPr/>
          </p:nvSpPr>
          <p:spPr>
            <a:xfrm>
              <a:off x="97943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9" name="VenaCavaInf_3"/>
            <p:cNvSpPr/>
            <p:nvPr/>
          </p:nvSpPr>
          <p:spPr>
            <a:xfrm>
              <a:off x="98206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10" name="Corazon_3"/>
            <p:cNvGrpSpPr/>
            <p:nvPr/>
          </p:nvGrpSpPr>
          <p:grpSpPr>
            <a:xfrm>
              <a:off x="9809168" y="2363067"/>
              <a:ext cx="778121" cy="802459"/>
              <a:chOff x="9809168" y="2363067"/>
              <a:chExt cx="778121" cy="802459"/>
            </a:xfrm>
          </p:grpSpPr>
          <p:sp>
            <p:nvSpPr>
              <p:cNvPr id="111" name="Forma 114"/>
              <p:cNvSpPr/>
              <p:nvPr/>
            </p:nvSpPr>
            <p:spPr>
              <a:xfrm>
                <a:off x="98091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2" name="Forma 115"/>
              <p:cNvSpPr/>
              <p:nvPr/>
            </p:nvSpPr>
            <p:spPr>
              <a:xfrm>
                <a:off x="102156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13" name="Diafragma_3"/>
            <p:cNvSpPr/>
            <p:nvPr/>
          </p:nvSpPr>
          <p:spPr>
            <a:xfrm>
              <a:off x="88989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4" name="Clavículas_3"/>
            <p:cNvGrpSpPr/>
            <p:nvPr/>
          </p:nvGrpSpPr>
          <p:grpSpPr>
            <a:xfrm>
              <a:off x="9089136" y="1095451"/>
              <a:ext cx="1755648" cy="113386"/>
              <a:chOff x="9089136" y="1095451"/>
              <a:chExt cx="1755648" cy="113386"/>
            </a:xfrm>
          </p:grpSpPr>
          <p:sp>
            <p:nvSpPr>
              <p:cNvPr id="115" name="Forma 118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9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7" name="Mano 2"/>
            <p:cNvSpPr/>
            <p:nvPr/>
          </p:nvSpPr>
          <p:spPr>
            <a:xfrm>
              <a:off x="8620963" y="2626157"/>
              <a:ext cx="822960" cy="5102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80" y="420"/>
                  </a:moveTo>
                  <a:cubicBezTo>
                    <a:pt x="100" y="388"/>
                    <a:pt x="143" y="350"/>
                    <a:pt x="180" y="330"/>
                  </a:cubicBezTo>
                  <a:cubicBezTo>
                    <a:pt x="216" y="310"/>
                    <a:pt x="260" y="311"/>
                    <a:pt x="300" y="300"/>
                  </a:cubicBezTo>
                  <a:cubicBezTo>
                    <a:pt x="340" y="288"/>
                    <a:pt x="376" y="268"/>
                    <a:pt x="420" y="260"/>
                  </a:cubicBezTo>
                  <a:cubicBezTo>
                    <a:pt x="463" y="251"/>
                    <a:pt x="513" y="250"/>
                    <a:pt x="560" y="250"/>
                  </a:cubicBezTo>
                  <a:cubicBezTo>
                    <a:pt x="606" y="250"/>
                    <a:pt x="651" y="255"/>
                    <a:pt x="700" y="260"/>
                  </a:cubicBezTo>
                  <a:cubicBezTo>
                    <a:pt x="748" y="265"/>
                    <a:pt x="807" y="270"/>
                    <a:pt x="850" y="280"/>
                  </a:cubicBezTo>
                  <a:cubicBezTo>
                    <a:pt x="892" y="290"/>
                    <a:pt x="936" y="303"/>
                    <a:pt x="955" y="320"/>
                  </a:cubicBezTo>
                  <a:cubicBezTo>
                    <a:pt x="973" y="336"/>
                    <a:pt x="975" y="366"/>
                    <a:pt x="960" y="380"/>
                  </a:cubicBezTo>
                  <a:cubicBezTo>
                    <a:pt x="944" y="393"/>
                    <a:pt x="903" y="395"/>
                    <a:pt x="860" y="400"/>
                  </a:cubicBezTo>
                  <a:cubicBezTo>
                    <a:pt x="816" y="405"/>
                    <a:pt x="728" y="398"/>
                    <a:pt x="700" y="410"/>
                  </a:cubicBezTo>
                  <a:cubicBezTo>
                    <a:pt x="671" y="421"/>
                    <a:pt x="668" y="455"/>
                    <a:pt x="690" y="470"/>
                  </a:cubicBezTo>
                  <a:cubicBezTo>
                    <a:pt x="711" y="485"/>
                    <a:pt x="795" y="485"/>
                    <a:pt x="830" y="500"/>
                  </a:cubicBezTo>
                  <a:cubicBezTo>
                    <a:pt x="865" y="515"/>
                    <a:pt x="891" y="541"/>
                    <a:pt x="900" y="560"/>
                  </a:cubicBezTo>
                  <a:cubicBezTo>
                    <a:pt x="908" y="578"/>
                    <a:pt x="913" y="601"/>
                    <a:pt x="880" y="610"/>
                  </a:cubicBezTo>
                  <a:cubicBezTo>
                    <a:pt x="846" y="618"/>
                    <a:pt x="738" y="598"/>
                    <a:pt x="700" y="610"/>
                  </a:cubicBezTo>
                  <a:cubicBezTo>
                    <a:pt x="661" y="621"/>
                    <a:pt x="640" y="661"/>
                    <a:pt x="650" y="680"/>
                  </a:cubicBezTo>
                  <a:cubicBezTo>
                    <a:pt x="660" y="698"/>
                    <a:pt x="740" y="703"/>
                    <a:pt x="760" y="720"/>
                  </a:cubicBezTo>
                  <a:cubicBezTo>
                    <a:pt x="780" y="736"/>
                    <a:pt x="793" y="768"/>
                    <a:pt x="770" y="780"/>
                  </a:cubicBezTo>
                  <a:cubicBezTo>
                    <a:pt x="746" y="791"/>
                    <a:pt x="661" y="793"/>
                    <a:pt x="620" y="790"/>
                  </a:cubicBezTo>
                  <a:cubicBezTo>
                    <a:pt x="578" y="786"/>
                    <a:pt x="543" y="751"/>
                    <a:pt x="520" y="760"/>
                  </a:cubicBezTo>
                  <a:cubicBezTo>
                    <a:pt x="496" y="768"/>
                    <a:pt x="506" y="825"/>
                    <a:pt x="480" y="840"/>
                  </a:cubicBezTo>
                  <a:cubicBezTo>
                    <a:pt x="453" y="855"/>
                    <a:pt x="403" y="863"/>
                    <a:pt x="360" y="850"/>
                  </a:cubicBezTo>
                  <a:cubicBezTo>
                    <a:pt x="316" y="836"/>
                    <a:pt x="260" y="795"/>
                    <a:pt x="220" y="760"/>
                  </a:cubicBezTo>
                  <a:cubicBezTo>
                    <a:pt x="180" y="725"/>
                    <a:pt x="146" y="680"/>
                    <a:pt x="120" y="640"/>
                  </a:cubicBezTo>
                  <a:cubicBezTo>
                    <a:pt x="93" y="600"/>
                    <a:pt x="66" y="556"/>
                    <a:pt x="60" y="520"/>
                  </a:cubicBezTo>
                  <a:cubicBezTo>
                    <a:pt x="53" y="483"/>
                    <a:pt x="60" y="451"/>
                    <a:pt x="80" y="4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BC1"/>
                </a:gs>
                <a:gs pos="55000">
                  <a:srgbClr val="F0C8A0"/>
                </a:gs>
                <a:gs pos="100000">
                  <a:srgbClr val="C0A080"/>
                </a:gs>
              </a:gsLst>
              <a:path path="circle">
                <a:fillToRect l="32000" t="28000" r="68000" b="72000"/>
              </a:path>
            </a:gradFill>
            <a:ln w="22225" cap="rnd">
              <a:solidFill>
                <a:srgbClr val="6B594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118" name="Sonido 2"/>
            <p:cNvGrpSpPr/>
            <p:nvPr/>
          </p:nvGrpSpPr>
          <p:grpSpPr>
            <a:xfrm>
              <a:off x="9573700" y="2383089"/>
              <a:ext cx="382287" cy="599520"/>
              <a:chOff x="9573700" y="2383089"/>
              <a:chExt cx="382287" cy="599520"/>
            </a:xfrm>
          </p:grpSpPr>
          <p:sp>
            <p:nvSpPr>
              <p:cNvPr id="119" name="Flecha 122_2"/>
              <p:cNvSpPr/>
              <p:nvPr/>
            </p:nvSpPr>
            <p:spPr>
              <a:xfrm>
                <a:off x="9573700" y="2612318"/>
                <a:ext cx="25671" cy="141064"/>
              </a:xfrm>
              <a:custGeom>
                <a:avLst/>
                <a:gdLst/>
                <a:ahLst/>
                <a:cxnLst/>
                <a:rect l="0" t="0" r="r" b="b"/>
                <a:pathLst>
                  <a:path w="28" h="154" fill="none">
                    <a:moveTo>
                      <a:pt x="0" y="0"/>
                    </a:moveTo>
                    <a:lnTo>
                      <a:pt x="8" y="11"/>
                    </a:lnTo>
                    <a:lnTo>
                      <a:pt x="15" y="23"/>
                    </a:lnTo>
                    <a:lnTo>
                      <a:pt x="20" y="36"/>
                    </a:lnTo>
                    <a:lnTo>
                      <a:pt x="24" y="49"/>
                    </a:lnTo>
                    <a:lnTo>
                      <a:pt x="27" y="63"/>
                    </a:lnTo>
                    <a:lnTo>
                      <a:pt x="28" y="77"/>
                    </a:lnTo>
                    <a:lnTo>
                      <a:pt x="27" y="91"/>
                    </a:lnTo>
                    <a:lnTo>
                      <a:pt x="24" y="104"/>
                    </a:lnTo>
                    <a:lnTo>
                      <a:pt x="20" y="118"/>
                    </a:lnTo>
                    <a:lnTo>
                      <a:pt x="15" y="130"/>
                    </a:lnTo>
                    <a:lnTo>
                      <a:pt x="8" y="143"/>
                    </a:lnTo>
                    <a:lnTo>
                      <a:pt x="0" y="154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  <p:sp>
            <p:nvSpPr>
              <p:cNvPr id="120" name="Flecha 124_2"/>
              <p:cNvSpPr/>
              <p:nvPr/>
            </p:nvSpPr>
            <p:spPr>
              <a:xfrm>
                <a:off x="9664761" y="2535908"/>
                <a:ext cx="53482" cy="293882"/>
              </a:xfrm>
              <a:custGeom>
                <a:avLst/>
                <a:gdLst/>
                <a:ahLst/>
                <a:cxnLst/>
                <a:rect l="0" t="0" r="r" b="b"/>
                <a:pathLst>
                  <a:path w="58" h="321" fill="none">
                    <a:moveTo>
                      <a:pt x="0" y="0"/>
                    </a:moveTo>
                    <a:lnTo>
                      <a:pt x="17" y="23"/>
                    </a:lnTo>
                    <a:lnTo>
                      <a:pt x="31" y="48"/>
                    </a:lnTo>
                    <a:lnTo>
                      <a:pt x="43" y="75"/>
                    </a:lnTo>
                    <a:lnTo>
                      <a:pt x="51" y="103"/>
                    </a:lnTo>
                    <a:lnTo>
                      <a:pt x="56" y="131"/>
                    </a:lnTo>
                    <a:lnTo>
                      <a:pt x="58" y="160"/>
                    </a:lnTo>
                    <a:lnTo>
                      <a:pt x="56" y="189"/>
                    </a:lnTo>
                    <a:lnTo>
                      <a:pt x="51" y="218"/>
                    </a:lnTo>
                    <a:lnTo>
                      <a:pt x="43" y="246"/>
                    </a:lnTo>
                    <a:lnTo>
                      <a:pt x="31" y="272"/>
                    </a:lnTo>
                    <a:lnTo>
                      <a:pt x="17" y="298"/>
                    </a:lnTo>
                    <a:lnTo>
                      <a:pt x="0" y="321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  <p:sp>
            <p:nvSpPr>
              <p:cNvPr id="121" name="Flecha 126_2"/>
              <p:cNvSpPr/>
              <p:nvPr/>
            </p:nvSpPr>
            <p:spPr>
              <a:xfrm>
                <a:off x="9755822" y="2459499"/>
                <a:ext cx="81293" cy="446701"/>
              </a:xfrm>
              <a:custGeom>
                <a:avLst/>
                <a:gdLst/>
                <a:ahLst/>
                <a:cxnLst/>
                <a:rect l="0" t="0" r="r" b="b"/>
                <a:pathLst>
                  <a:path w="88" h="488" fill="none">
                    <a:moveTo>
                      <a:pt x="0" y="0"/>
                    </a:moveTo>
                    <a:lnTo>
                      <a:pt x="26" y="35"/>
                    </a:lnTo>
                    <a:lnTo>
                      <a:pt x="48" y="73"/>
                    </a:lnTo>
                    <a:lnTo>
                      <a:pt x="65" y="114"/>
                    </a:lnTo>
                    <a:lnTo>
                      <a:pt x="78" y="156"/>
                    </a:lnTo>
                    <a:lnTo>
                      <a:pt x="86" y="200"/>
                    </a:lnTo>
                    <a:lnTo>
                      <a:pt x="88" y="244"/>
                    </a:lnTo>
                    <a:lnTo>
                      <a:pt x="86" y="288"/>
                    </a:lnTo>
                    <a:lnTo>
                      <a:pt x="78" y="331"/>
                    </a:lnTo>
                    <a:lnTo>
                      <a:pt x="65" y="374"/>
                    </a:lnTo>
                    <a:lnTo>
                      <a:pt x="48" y="414"/>
                    </a:lnTo>
                    <a:lnTo>
                      <a:pt x="26" y="453"/>
                    </a:lnTo>
                    <a:lnTo>
                      <a:pt x="0" y="488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  <p:sp>
            <p:nvSpPr>
              <p:cNvPr id="122" name="Flecha 128_2"/>
              <p:cNvSpPr/>
              <p:nvPr/>
            </p:nvSpPr>
            <p:spPr>
              <a:xfrm>
                <a:off x="9846883" y="2383089"/>
                <a:ext cx="109104" cy="599520"/>
              </a:xfrm>
              <a:custGeom>
                <a:avLst/>
                <a:gdLst/>
                <a:ahLst/>
                <a:cxnLst/>
                <a:rect l="0" t="0" r="r" b="b"/>
                <a:pathLst>
                  <a:path w="119" h="655" fill="none">
                    <a:moveTo>
                      <a:pt x="0" y="0"/>
                    </a:moveTo>
                    <a:lnTo>
                      <a:pt x="35" y="47"/>
                    </a:lnTo>
                    <a:lnTo>
                      <a:pt x="65" y="98"/>
                    </a:lnTo>
                    <a:lnTo>
                      <a:pt x="88" y="153"/>
                    </a:lnTo>
                    <a:lnTo>
                      <a:pt x="105" y="210"/>
                    </a:lnTo>
                    <a:lnTo>
                      <a:pt x="115" y="268"/>
                    </a:lnTo>
                    <a:lnTo>
                      <a:pt x="119" y="327"/>
                    </a:lnTo>
                    <a:lnTo>
                      <a:pt x="115" y="387"/>
                    </a:lnTo>
                    <a:lnTo>
                      <a:pt x="105" y="445"/>
                    </a:lnTo>
                    <a:lnTo>
                      <a:pt x="88" y="502"/>
                    </a:lnTo>
                    <a:lnTo>
                      <a:pt x="65" y="556"/>
                    </a:lnTo>
                    <a:lnTo>
                      <a:pt x="35" y="608"/>
                    </a:lnTo>
                    <a:lnTo>
                      <a:pt x="0" y="655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</p:grpSp>
        <p:sp>
          <p:nvSpPr>
            <p:cNvPr id="123" name="Forma 130"/>
            <p:cNvSpPr/>
            <p:nvPr/>
          </p:nvSpPr>
          <p:spPr>
            <a:xfrm>
              <a:off x="8092440" y="3794760"/>
              <a:ext cx="370332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24" name="Forma 131"/>
            <p:cNvSpPr/>
            <p:nvPr/>
          </p:nvSpPr>
          <p:spPr>
            <a:xfrm>
              <a:off x="8092440" y="4297680"/>
              <a:ext cx="3703320" cy="11430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timpanismo (aire)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125" name="Conclusión"/>
          <p:cNvSpPr/>
          <p:nvPr/>
        </p:nvSpPr>
        <p:spPr>
          <a:xfrm>
            <a:off x="320040" y="5577840"/>
            <a:ext cx="115214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percusión es la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diferencia fundamental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matidez en el derrame, hipersonoridad en el neumotórax.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1186" y="91440"/>
            <a:ext cx="80459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PERCUSIÓN: NORMAL, DERRAME Y NEUMOTÓRAX</a:t>
            </a:r>
            <a:endParaRPr lang="es-AR" sz="2200" dirty="0">
              <a:latin typeface="Mali"/>
            </a:endParaRPr>
          </a:p>
        </p:txBody>
      </p:sp>
      <p:sp>
        <p:nvSpPr>
          <p:cNvPr id="12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lumna NORMAL"/>
          <p:cNvGrpSpPr/>
          <p:nvPr/>
        </p:nvGrpSpPr>
        <p:grpSpPr>
          <a:xfrm>
            <a:off x="320040" y="982066"/>
            <a:ext cx="3703320" cy="4458614"/>
            <a:chOff x="320040" y="982066"/>
            <a:chExt cx="3703320" cy="4458614"/>
          </a:xfrm>
        </p:grpSpPr>
        <p:sp>
          <p:nvSpPr>
            <p:cNvPr id="5" name="ParedToracica"/>
            <p:cNvSpPr/>
            <p:nvPr/>
          </p:nvSpPr>
          <p:spPr>
            <a:xfrm>
              <a:off x="8544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6971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907085" y="1208837"/>
              <a:ext cx="2574950" cy="2335743"/>
              <a:chOff x="907085" y="1208837"/>
              <a:chExt cx="2574950" cy="2335743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1997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846370" y="982066"/>
              <a:ext cx="696380" cy="1216048"/>
              <a:chOff x="1846370" y="982066"/>
              <a:chExt cx="696380" cy="1216048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8463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418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1100207" y="1261886"/>
              <a:ext cx="926912" cy="2059041"/>
              <a:chOff x="1100207" y="1261886"/>
              <a:chExt cx="926912" cy="205904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100207" y="1261886"/>
                <a:ext cx="926912" cy="205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1160159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1122201" y="2158441"/>
                <a:ext cx="779751" cy="863413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1100207" y="1261886"/>
              <a:ext cx="926912" cy="205904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2425548" y="1261886"/>
              <a:ext cx="863365" cy="2127158"/>
              <a:chOff x="2425548" y="1261886"/>
              <a:chExt cx="863365" cy="2127158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24255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25017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25105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24255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20219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20482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2036768" y="2363067"/>
              <a:ext cx="778121" cy="802459"/>
              <a:chOff x="2036768" y="2363067"/>
              <a:chExt cx="778121" cy="802459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20367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24432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11265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1316736" y="1095451"/>
              <a:ext cx="1755648" cy="113386"/>
              <a:chOff x="1316736" y="1095451"/>
              <a:chExt cx="1755648" cy="113386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37" name="Estetoscopio 0"/>
            <p:cNvGrpSpPr/>
            <p:nvPr/>
          </p:nvGrpSpPr>
          <p:grpSpPr>
            <a:xfrm>
              <a:off x="1228954" y="2126894"/>
              <a:ext cx="512064" cy="694944"/>
              <a:chOff x="1228954" y="2126894"/>
              <a:chExt cx="512064" cy="694944"/>
            </a:xfrm>
          </p:grpSpPr>
          <p:sp>
            <p:nvSpPr>
              <p:cNvPr id="38" name="Flecha 37_2"/>
              <p:cNvSpPr/>
              <p:nvPr/>
            </p:nvSpPr>
            <p:spPr>
              <a:xfrm>
                <a:off x="1411834" y="2126894"/>
                <a:ext cx="329184" cy="365760"/>
              </a:xfrm>
              <a:custGeom>
                <a:avLst/>
                <a:gdLst/>
                <a:ahLst/>
                <a:cxnLst/>
                <a:rect l="0" t="0" r="r" b="b"/>
                <a:pathLst>
                  <a:path w="359" h="399" fill="none">
                    <a:moveTo>
                      <a:pt x="0" y="399"/>
                    </a:moveTo>
                    <a:quadBezTo>
                      <a:pt x="160" y="119"/>
                      <a:pt x="359" y="0"/>
                    </a:quadBezTo>
                  </a:path>
                </a:pathLst>
              </a:custGeom>
              <a:noFill/>
              <a:ln w="57150" cap="rnd">
                <a:solidFill>
                  <a:srgbClr val="2C3E50"/>
                </a:solidFill>
                <a:round/>
              </a:ln>
            </p:spPr>
          </p:sp>
          <p:sp>
            <p:nvSpPr>
              <p:cNvPr id="39" name="Forma 39"/>
              <p:cNvSpPr/>
              <p:nvPr/>
            </p:nvSpPr>
            <p:spPr>
              <a:xfrm>
                <a:off x="1228954" y="2456078"/>
                <a:ext cx="365760" cy="365760"/>
              </a:xfrm>
              <a:prstGeom prst="ellipse">
                <a:avLst/>
              </a:prstGeom>
              <a:gradFill rotWithShape="1">
                <a:gsLst>
                  <a:gs pos="0">
                    <a:srgbClr val="84888B"/>
                  </a:gs>
                  <a:gs pos="30000">
                    <a:srgbClr val="D7DBDD"/>
                  </a:gs>
                  <a:gs pos="55000">
                    <a:srgbClr val="BDC3C7"/>
                  </a:gs>
                  <a:gs pos="100000">
                    <a:srgbClr val="84888B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40" name="Forma 40"/>
              <p:cNvSpPr/>
              <p:nvPr/>
            </p:nvSpPr>
            <p:spPr>
              <a:xfrm>
                <a:off x="1294790" y="2521915"/>
                <a:ext cx="234086" cy="234086"/>
              </a:xfrm>
              <a:prstGeom prst="ellipse">
                <a:avLst/>
              </a:prstGeom>
              <a:solidFill>
                <a:srgbClr val="ECF0F1"/>
              </a:solidFill>
              <a:ln w="19050" cap="rnd">
                <a:solidFill>
                  <a:srgbClr val="7F8C8D"/>
                </a:solidFill>
                <a:round/>
              </a:ln>
            </p:spPr>
          </p:sp>
        </p:grpSp>
        <p:sp>
          <p:nvSpPr>
            <p:cNvPr id="41" name="Forma 41"/>
            <p:cNvSpPr/>
            <p:nvPr/>
          </p:nvSpPr>
          <p:spPr>
            <a:xfrm>
              <a:off x="320040" y="3794760"/>
              <a:ext cx="370332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2" name="Forma 42"/>
            <p:cNvSpPr/>
            <p:nvPr/>
          </p:nvSpPr>
          <p:spPr>
            <a:xfrm>
              <a:off x="320040" y="4297680"/>
              <a:ext cx="3703320" cy="11430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Murmullo vesicular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normal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43" name="Columna DERRAME"/>
          <p:cNvGrpSpPr/>
          <p:nvPr/>
        </p:nvGrpSpPr>
        <p:grpSpPr>
          <a:xfrm>
            <a:off x="4206240" y="982066"/>
            <a:ext cx="3703320" cy="4458614"/>
            <a:chOff x="4206240" y="982066"/>
            <a:chExt cx="3703320" cy="4458614"/>
          </a:xfrm>
        </p:grpSpPr>
        <p:sp>
          <p:nvSpPr>
            <p:cNvPr id="44" name="ParedToracica_2"/>
            <p:cNvSpPr/>
            <p:nvPr/>
          </p:nvSpPr>
          <p:spPr>
            <a:xfrm>
              <a:off x="47406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5" name="Mediastino_2"/>
            <p:cNvSpPr/>
            <p:nvPr/>
          </p:nvSpPr>
          <p:spPr>
            <a:xfrm>
              <a:off x="55833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6" name="Costillas_2"/>
            <p:cNvGrpSpPr/>
            <p:nvPr/>
          </p:nvGrpSpPr>
          <p:grpSpPr>
            <a:xfrm>
              <a:off x="4793285" y="1208837"/>
              <a:ext cx="2574950" cy="2335743"/>
              <a:chOff x="4793285" y="1208837"/>
              <a:chExt cx="2574950" cy="2335743"/>
            </a:xfrm>
          </p:grpSpPr>
          <p:sp>
            <p:nvSpPr>
              <p:cNvPr id="47" name="Forma 47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8" name="Forma 48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9" name="EspacioPleur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0" name="EspacioPleur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1" name="Aorta_2"/>
            <p:cNvSpPr/>
            <p:nvPr/>
          </p:nvSpPr>
          <p:spPr>
            <a:xfrm>
              <a:off x="60859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2" name="Traquea_2"/>
            <p:cNvGrpSpPr/>
            <p:nvPr/>
          </p:nvGrpSpPr>
          <p:grpSpPr>
            <a:xfrm>
              <a:off x="5732570" y="982066"/>
              <a:ext cx="696380" cy="1216048"/>
              <a:chOff x="5732570" y="982066"/>
              <a:chExt cx="696380" cy="1216048"/>
            </a:xfrm>
          </p:grpSpPr>
          <p:sp>
            <p:nvSpPr>
              <p:cNvPr id="53" name="Forma 53"/>
              <p:cNvSpPr/>
              <p:nvPr/>
            </p:nvSpPr>
            <p:spPr>
              <a:xfrm>
                <a:off x="57325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4" name="Forma 54"/>
              <p:cNvSpPr/>
              <p:nvPr/>
            </p:nvSpPr>
            <p:spPr>
              <a:xfrm>
                <a:off x="60280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5" name="LiquidoPleuralD"/>
            <p:cNvSpPr/>
            <p:nvPr/>
          </p:nvSpPr>
          <p:spPr>
            <a:xfrm>
              <a:off x="4957145" y="2014936"/>
              <a:ext cx="983163" cy="1345747"/>
            </a:xfrm>
            <a:custGeom>
              <a:avLst/>
              <a:gdLst/>
              <a:ahLst/>
              <a:cxnLst/>
              <a:rect l="0" t="0" r="r" b="b"/>
              <a:pathLst>
                <a:path w="7077" h="10000">
                  <a:moveTo>
                    <a:pt x="216" y="407"/>
                  </a:moveTo>
                  <a:lnTo>
                    <a:pt x="168" y="750"/>
                  </a:lnTo>
                  <a:lnTo>
                    <a:pt x="126" y="1095"/>
                  </a:lnTo>
                  <a:lnTo>
                    <a:pt x="90" y="1444"/>
                  </a:lnTo>
                  <a:lnTo>
                    <a:pt x="60" y="1797"/>
                  </a:lnTo>
                  <a:lnTo>
                    <a:pt x="35" y="2150"/>
                  </a:lnTo>
                  <a:lnTo>
                    <a:pt x="15" y="2504"/>
                  </a:lnTo>
                  <a:lnTo>
                    <a:pt x="0" y="2856"/>
                  </a:lnTo>
                  <a:lnTo>
                    <a:pt x="0" y="4963"/>
                  </a:lnTo>
                  <a:lnTo>
                    <a:pt x="17" y="5307"/>
                  </a:lnTo>
                  <a:lnTo>
                    <a:pt x="40" y="5652"/>
                  </a:lnTo>
                  <a:lnTo>
                    <a:pt x="68" y="5993"/>
                  </a:lnTo>
                  <a:lnTo>
                    <a:pt x="99" y="6329"/>
                  </a:lnTo>
                  <a:lnTo>
                    <a:pt x="133" y="6653"/>
                  </a:lnTo>
                  <a:lnTo>
                    <a:pt x="168" y="6964"/>
                  </a:lnTo>
                  <a:lnTo>
                    <a:pt x="205" y="7260"/>
                  </a:lnTo>
                  <a:lnTo>
                    <a:pt x="244" y="7546"/>
                  </a:lnTo>
                  <a:lnTo>
                    <a:pt x="286" y="7821"/>
                  </a:lnTo>
                  <a:lnTo>
                    <a:pt x="330" y="8086"/>
                  </a:lnTo>
                  <a:lnTo>
                    <a:pt x="375" y="8340"/>
                  </a:lnTo>
                  <a:lnTo>
                    <a:pt x="421" y="8586"/>
                  </a:lnTo>
                  <a:lnTo>
                    <a:pt x="466" y="8832"/>
                  </a:lnTo>
                  <a:lnTo>
                    <a:pt x="513" y="9080"/>
                  </a:lnTo>
                  <a:lnTo>
                    <a:pt x="560" y="9319"/>
                  </a:lnTo>
                  <a:lnTo>
                    <a:pt x="610" y="9535"/>
                  </a:lnTo>
                  <a:lnTo>
                    <a:pt x="661" y="9716"/>
                  </a:lnTo>
                  <a:lnTo>
                    <a:pt x="716" y="9849"/>
                  </a:lnTo>
                  <a:lnTo>
                    <a:pt x="767" y="9936"/>
                  </a:lnTo>
                  <a:lnTo>
                    <a:pt x="814" y="9985"/>
                  </a:lnTo>
                  <a:lnTo>
                    <a:pt x="863" y="10000"/>
                  </a:lnTo>
                  <a:lnTo>
                    <a:pt x="922" y="9980"/>
                  </a:lnTo>
                  <a:lnTo>
                    <a:pt x="996" y="9930"/>
                  </a:lnTo>
                  <a:lnTo>
                    <a:pt x="1095" y="9849"/>
                  </a:lnTo>
                  <a:lnTo>
                    <a:pt x="1216" y="9724"/>
                  </a:lnTo>
                  <a:lnTo>
                    <a:pt x="1354" y="9548"/>
                  </a:lnTo>
                  <a:lnTo>
                    <a:pt x="1508" y="9341"/>
                  </a:lnTo>
                  <a:lnTo>
                    <a:pt x="1678" y="9121"/>
                  </a:lnTo>
                  <a:lnTo>
                    <a:pt x="1864" y="8905"/>
                  </a:lnTo>
                  <a:lnTo>
                    <a:pt x="2064" y="8712"/>
                  </a:lnTo>
                  <a:lnTo>
                    <a:pt x="2285" y="8531"/>
                  </a:lnTo>
                  <a:lnTo>
                    <a:pt x="2530" y="8347"/>
                  </a:lnTo>
                  <a:lnTo>
                    <a:pt x="2790" y="8167"/>
                  </a:lnTo>
                  <a:lnTo>
                    <a:pt x="3057" y="8000"/>
                  </a:lnTo>
                  <a:lnTo>
                    <a:pt x="3323" y="7856"/>
                  </a:lnTo>
                  <a:lnTo>
                    <a:pt x="3580" y="7743"/>
                  </a:lnTo>
                  <a:lnTo>
                    <a:pt x="3831" y="7661"/>
                  </a:lnTo>
                  <a:lnTo>
                    <a:pt x="4083" y="7604"/>
                  </a:lnTo>
                  <a:lnTo>
                    <a:pt x="4333" y="7569"/>
                  </a:lnTo>
                  <a:lnTo>
                    <a:pt x="4580" y="7554"/>
                  </a:lnTo>
                  <a:lnTo>
                    <a:pt x="4821" y="7557"/>
                  </a:lnTo>
                  <a:lnTo>
                    <a:pt x="5055" y="7575"/>
                  </a:lnTo>
                  <a:lnTo>
                    <a:pt x="5283" y="7614"/>
                  </a:lnTo>
                  <a:lnTo>
                    <a:pt x="5510" y="7679"/>
                  </a:lnTo>
                  <a:lnTo>
                    <a:pt x="5731" y="7761"/>
                  </a:lnTo>
                  <a:lnTo>
                    <a:pt x="5942" y="7854"/>
                  </a:lnTo>
                  <a:lnTo>
                    <a:pt x="6139" y="7949"/>
                  </a:lnTo>
                  <a:lnTo>
                    <a:pt x="6318" y="8038"/>
                  </a:lnTo>
                  <a:lnTo>
                    <a:pt x="6484" y="8158"/>
                  </a:lnTo>
                  <a:lnTo>
                    <a:pt x="6640" y="8322"/>
                  </a:lnTo>
                  <a:lnTo>
                    <a:pt x="6782" y="8488"/>
                  </a:lnTo>
                  <a:lnTo>
                    <a:pt x="6905" y="8615"/>
                  </a:lnTo>
                  <a:lnTo>
                    <a:pt x="7005" y="8662"/>
                  </a:lnTo>
                  <a:lnTo>
                    <a:pt x="7077" y="8586"/>
                  </a:lnTo>
                  <a:lnTo>
                    <a:pt x="7077" y="7371"/>
                  </a:lnTo>
                  <a:lnTo>
                    <a:pt x="7058" y="7117"/>
                  </a:lnTo>
                  <a:lnTo>
                    <a:pt x="7021" y="6651"/>
                  </a:lnTo>
                  <a:lnTo>
                    <a:pt x="6992" y="6226"/>
                  </a:lnTo>
                  <a:lnTo>
                    <a:pt x="6969" y="5838"/>
                  </a:lnTo>
                  <a:lnTo>
                    <a:pt x="6942" y="5451"/>
                  </a:lnTo>
                  <a:lnTo>
                    <a:pt x="6913" y="5065"/>
                  </a:lnTo>
                  <a:lnTo>
                    <a:pt x="6883" y="4680"/>
                  </a:lnTo>
                  <a:lnTo>
                    <a:pt x="6853" y="4295"/>
                  </a:lnTo>
                  <a:lnTo>
                    <a:pt x="6824" y="3909"/>
                  </a:lnTo>
                  <a:lnTo>
                    <a:pt x="6797" y="3523"/>
                  </a:lnTo>
                  <a:lnTo>
                    <a:pt x="6771" y="3137"/>
                  </a:lnTo>
                  <a:lnTo>
                    <a:pt x="6745" y="2751"/>
                  </a:lnTo>
                  <a:lnTo>
                    <a:pt x="6718" y="2365"/>
                  </a:lnTo>
                  <a:lnTo>
                    <a:pt x="6699" y="2115"/>
                  </a:lnTo>
                  <a:lnTo>
                    <a:pt x="6546" y="2111"/>
                  </a:lnTo>
                  <a:lnTo>
                    <a:pt x="6369" y="2104"/>
                  </a:lnTo>
                  <a:lnTo>
                    <a:pt x="6192" y="2095"/>
                  </a:lnTo>
                  <a:lnTo>
                    <a:pt x="6015" y="2083"/>
                  </a:lnTo>
                  <a:lnTo>
                    <a:pt x="5838" y="2069"/>
                  </a:lnTo>
                  <a:lnTo>
                    <a:pt x="5661" y="2052"/>
                  </a:lnTo>
                  <a:lnTo>
                    <a:pt x="5484" y="2032"/>
                  </a:lnTo>
                  <a:lnTo>
                    <a:pt x="5307" y="2009"/>
                  </a:lnTo>
                  <a:lnTo>
                    <a:pt x="5130" y="1984"/>
                  </a:lnTo>
                  <a:lnTo>
                    <a:pt x="4953" y="1955"/>
                  </a:lnTo>
                  <a:lnTo>
                    <a:pt x="4776" y="1924"/>
                  </a:lnTo>
                  <a:lnTo>
                    <a:pt x="4600" y="1889"/>
                  </a:lnTo>
                  <a:lnTo>
                    <a:pt x="4423" y="1851"/>
                  </a:lnTo>
                  <a:lnTo>
                    <a:pt x="4246" y="1810"/>
                  </a:lnTo>
                  <a:lnTo>
                    <a:pt x="4069" y="1766"/>
                  </a:lnTo>
                  <a:lnTo>
                    <a:pt x="3892" y="1719"/>
                  </a:lnTo>
                  <a:lnTo>
                    <a:pt x="3715" y="1669"/>
                  </a:lnTo>
                  <a:lnTo>
                    <a:pt x="3538" y="1615"/>
                  </a:lnTo>
                  <a:lnTo>
                    <a:pt x="3383" y="1565"/>
                  </a:lnTo>
                  <a:lnTo>
                    <a:pt x="3245" y="1620"/>
                  </a:lnTo>
                  <a:lnTo>
                    <a:pt x="3238" y="1623"/>
                  </a:lnTo>
                  <a:lnTo>
                    <a:pt x="3024" y="1718"/>
                  </a:lnTo>
                  <a:lnTo>
                    <a:pt x="3019" y="1720"/>
                  </a:lnTo>
                  <a:lnTo>
                    <a:pt x="2817" y="1818"/>
                  </a:lnTo>
                  <a:lnTo>
                    <a:pt x="2812" y="1820"/>
                  </a:lnTo>
                  <a:lnTo>
                    <a:pt x="2630" y="1915"/>
                  </a:lnTo>
                  <a:lnTo>
                    <a:pt x="2620" y="1921"/>
                  </a:lnTo>
                  <a:lnTo>
                    <a:pt x="2456" y="2023"/>
                  </a:lnTo>
                  <a:lnTo>
                    <a:pt x="2445" y="2030"/>
                  </a:lnTo>
                  <a:lnTo>
                    <a:pt x="2293" y="2143"/>
                  </a:lnTo>
                  <a:lnTo>
                    <a:pt x="2288" y="2147"/>
                  </a:lnTo>
                  <a:lnTo>
                    <a:pt x="2148" y="2264"/>
                  </a:lnTo>
                  <a:lnTo>
                    <a:pt x="2147" y="2265"/>
                  </a:lnTo>
                  <a:lnTo>
                    <a:pt x="2021" y="2373"/>
                  </a:lnTo>
                  <a:lnTo>
                    <a:pt x="2020" y="2374"/>
                  </a:lnTo>
                  <a:lnTo>
                    <a:pt x="1914" y="2461"/>
                  </a:lnTo>
                  <a:lnTo>
                    <a:pt x="1910" y="2463"/>
                  </a:lnTo>
                  <a:lnTo>
                    <a:pt x="1825" y="2520"/>
                  </a:lnTo>
                  <a:lnTo>
                    <a:pt x="1821" y="2522"/>
                  </a:lnTo>
                  <a:lnTo>
                    <a:pt x="1796" y="2535"/>
                  </a:lnTo>
                  <a:lnTo>
                    <a:pt x="1792" y="2537"/>
                  </a:lnTo>
                  <a:lnTo>
                    <a:pt x="1788" y="2539"/>
                  </a:lnTo>
                  <a:lnTo>
                    <a:pt x="1784" y="2540"/>
                  </a:lnTo>
                  <a:lnTo>
                    <a:pt x="1780" y="2540"/>
                  </a:lnTo>
                  <a:lnTo>
                    <a:pt x="1776" y="2540"/>
                  </a:lnTo>
                  <a:lnTo>
                    <a:pt x="1771" y="2540"/>
                  </a:lnTo>
                  <a:lnTo>
                    <a:pt x="1767" y="2539"/>
                  </a:lnTo>
                  <a:lnTo>
                    <a:pt x="1763" y="2538"/>
                  </a:lnTo>
                  <a:lnTo>
                    <a:pt x="1759" y="2537"/>
                  </a:lnTo>
                  <a:lnTo>
                    <a:pt x="1756" y="2535"/>
                  </a:lnTo>
                  <a:lnTo>
                    <a:pt x="1752" y="2533"/>
                  </a:lnTo>
                  <a:lnTo>
                    <a:pt x="1749" y="2530"/>
                  </a:lnTo>
                  <a:lnTo>
                    <a:pt x="1746" y="2527"/>
                  </a:lnTo>
                  <a:lnTo>
                    <a:pt x="1743" y="2524"/>
                  </a:lnTo>
                  <a:lnTo>
                    <a:pt x="1741" y="2521"/>
                  </a:lnTo>
                  <a:lnTo>
                    <a:pt x="1719" y="2487"/>
                  </a:lnTo>
                  <a:lnTo>
                    <a:pt x="1718" y="2484"/>
                  </a:lnTo>
                  <a:lnTo>
                    <a:pt x="1716" y="2482"/>
                  </a:lnTo>
                  <a:lnTo>
                    <a:pt x="1678" y="2395"/>
                  </a:lnTo>
                  <a:lnTo>
                    <a:pt x="1677" y="2392"/>
                  </a:lnTo>
                  <a:lnTo>
                    <a:pt x="1638" y="2283"/>
                  </a:lnTo>
                  <a:lnTo>
                    <a:pt x="1637" y="2281"/>
                  </a:lnTo>
                  <a:lnTo>
                    <a:pt x="1599" y="2157"/>
                  </a:lnTo>
                  <a:lnTo>
                    <a:pt x="1599" y="2157"/>
                  </a:lnTo>
                  <a:lnTo>
                    <a:pt x="1561" y="2026"/>
                  </a:lnTo>
                  <a:lnTo>
                    <a:pt x="1523" y="1896"/>
                  </a:lnTo>
                  <a:lnTo>
                    <a:pt x="1485" y="1767"/>
                  </a:lnTo>
                  <a:lnTo>
                    <a:pt x="1485" y="1766"/>
                  </a:lnTo>
                  <a:lnTo>
                    <a:pt x="1449" y="1632"/>
                  </a:lnTo>
                  <a:lnTo>
                    <a:pt x="1448" y="1632"/>
                  </a:lnTo>
                  <a:lnTo>
                    <a:pt x="1413" y="1493"/>
                  </a:lnTo>
                  <a:lnTo>
                    <a:pt x="1412" y="1492"/>
                  </a:lnTo>
                  <a:lnTo>
                    <a:pt x="1378" y="1348"/>
                  </a:lnTo>
                  <a:lnTo>
                    <a:pt x="1378" y="1348"/>
                  </a:lnTo>
                  <a:lnTo>
                    <a:pt x="1346" y="1198"/>
                  </a:lnTo>
                  <a:lnTo>
                    <a:pt x="1345" y="1197"/>
                  </a:lnTo>
                  <a:lnTo>
                    <a:pt x="1315" y="1042"/>
                  </a:lnTo>
                  <a:lnTo>
                    <a:pt x="1315" y="1041"/>
                  </a:lnTo>
                  <a:lnTo>
                    <a:pt x="1287" y="878"/>
                  </a:lnTo>
                  <a:lnTo>
                    <a:pt x="1287" y="878"/>
                  </a:lnTo>
                  <a:lnTo>
                    <a:pt x="1259" y="707"/>
                  </a:lnTo>
                  <a:lnTo>
                    <a:pt x="1259" y="707"/>
                  </a:lnTo>
                  <a:lnTo>
                    <a:pt x="1244" y="605"/>
                  </a:lnTo>
                  <a:lnTo>
                    <a:pt x="1238" y="602"/>
                  </a:lnTo>
                  <a:lnTo>
                    <a:pt x="1061" y="499"/>
                  </a:lnTo>
                  <a:lnTo>
                    <a:pt x="884" y="392"/>
                  </a:lnTo>
                  <a:lnTo>
                    <a:pt x="707" y="281"/>
                  </a:lnTo>
                  <a:lnTo>
                    <a:pt x="530" y="167"/>
                  </a:lnTo>
                  <a:lnTo>
                    <a:pt x="353" y="49"/>
                  </a:lnTo>
                  <a:lnTo>
                    <a:pt x="281" y="0"/>
                  </a:lnTo>
                  <a:lnTo>
                    <a:pt x="269" y="66"/>
                  </a:lnTo>
                  <a:lnTo>
                    <a:pt x="216" y="407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6" name="PulmonDerecho_2"/>
            <p:cNvGrpSpPr/>
            <p:nvPr/>
          </p:nvGrpSpPr>
          <p:grpSpPr>
            <a:xfrm>
              <a:off x="5124152" y="1261886"/>
              <a:ext cx="749511" cy="1089311"/>
              <a:chOff x="5124152" y="1261886"/>
              <a:chExt cx="749511" cy="1089311"/>
            </a:xfrm>
          </p:grpSpPr>
          <p:sp>
            <p:nvSpPr>
              <p:cNvPr id="57" name="Forma 57"/>
              <p:cNvSpPr/>
              <p:nvPr/>
            </p:nvSpPr>
            <p:spPr>
              <a:xfrm>
                <a:off x="5124152" y="1261886"/>
                <a:ext cx="749511" cy="1089311"/>
              </a:xfrm>
              <a:custGeom>
                <a:avLst/>
                <a:gdLst/>
                <a:ahLst/>
                <a:cxnLst/>
                <a:rect l="0" t="0" r="r" b="b"/>
                <a:pathLst>
                  <a:path w="6665" h="10000">
                    <a:moveTo>
                      <a:pt x="741" y="9983"/>
                    </a:moveTo>
                    <a:lnTo>
                      <a:pt x="846" y="9913"/>
                    </a:lnTo>
                    <a:lnTo>
                      <a:pt x="978" y="9806"/>
                    </a:lnTo>
                    <a:lnTo>
                      <a:pt x="1133" y="9672"/>
                    </a:lnTo>
                    <a:lnTo>
                      <a:pt x="1135" y="9670"/>
                    </a:lnTo>
                    <a:lnTo>
                      <a:pt x="1309" y="9526"/>
                    </a:lnTo>
                    <a:lnTo>
                      <a:pt x="1317" y="9520"/>
                    </a:lnTo>
                    <a:lnTo>
                      <a:pt x="1506" y="9379"/>
                    </a:lnTo>
                    <a:lnTo>
                      <a:pt x="1521" y="9368"/>
                    </a:lnTo>
                    <a:lnTo>
                      <a:pt x="1725" y="9242"/>
                    </a:lnTo>
                    <a:lnTo>
                      <a:pt x="1739" y="9234"/>
                    </a:lnTo>
                    <a:lnTo>
                      <a:pt x="1965" y="9116"/>
                    </a:lnTo>
                    <a:lnTo>
                      <a:pt x="1972" y="9112"/>
                    </a:lnTo>
                    <a:lnTo>
                      <a:pt x="2222" y="8992"/>
                    </a:lnTo>
                    <a:lnTo>
                      <a:pt x="2230" y="8988"/>
                    </a:lnTo>
                    <a:lnTo>
                      <a:pt x="2495" y="8870"/>
                    </a:lnTo>
                    <a:lnTo>
                      <a:pt x="2504" y="8866"/>
                    </a:lnTo>
                    <a:lnTo>
                      <a:pt x="2777" y="8758"/>
                    </a:lnTo>
                    <a:lnTo>
                      <a:pt x="2789" y="8753"/>
                    </a:lnTo>
                    <a:lnTo>
                      <a:pt x="3060" y="8659"/>
                    </a:lnTo>
                    <a:lnTo>
                      <a:pt x="3077" y="8653"/>
                    </a:lnTo>
                    <a:lnTo>
                      <a:pt x="3339" y="8579"/>
                    </a:lnTo>
                    <a:lnTo>
                      <a:pt x="3361" y="8574"/>
                    </a:lnTo>
                    <a:lnTo>
                      <a:pt x="3616" y="8520"/>
                    </a:lnTo>
                    <a:lnTo>
                      <a:pt x="3637" y="8517"/>
                    </a:lnTo>
                    <a:lnTo>
                      <a:pt x="3894" y="8479"/>
                    </a:lnTo>
                    <a:lnTo>
                      <a:pt x="3914" y="8477"/>
                    </a:lnTo>
                    <a:lnTo>
                      <a:pt x="4169" y="8454"/>
                    </a:lnTo>
                    <a:lnTo>
                      <a:pt x="4187" y="8453"/>
                    </a:lnTo>
                    <a:lnTo>
                      <a:pt x="4439" y="8443"/>
                    </a:lnTo>
                    <a:lnTo>
                      <a:pt x="4456" y="8443"/>
                    </a:lnTo>
                    <a:lnTo>
                      <a:pt x="4702" y="8445"/>
                    </a:lnTo>
                    <a:lnTo>
                      <a:pt x="4717" y="8445"/>
                    </a:lnTo>
                    <a:lnTo>
                      <a:pt x="4955" y="8457"/>
                    </a:lnTo>
                    <a:lnTo>
                      <a:pt x="4977" y="8458"/>
                    </a:lnTo>
                    <a:lnTo>
                      <a:pt x="5210" y="8484"/>
                    </a:lnTo>
                    <a:lnTo>
                      <a:pt x="5235" y="8488"/>
                    </a:lnTo>
                    <a:lnTo>
                      <a:pt x="5466" y="8530"/>
                    </a:lnTo>
                    <a:lnTo>
                      <a:pt x="5484" y="8534"/>
                    </a:lnTo>
                    <a:lnTo>
                      <a:pt x="5709" y="8588"/>
                    </a:lnTo>
                    <a:lnTo>
                      <a:pt x="5721" y="8591"/>
                    </a:lnTo>
                    <a:lnTo>
                      <a:pt x="5936" y="8651"/>
                    </a:lnTo>
                    <a:lnTo>
                      <a:pt x="5944" y="8654"/>
                    </a:lnTo>
                    <a:lnTo>
                      <a:pt x="6145" y="8716"/>
                    </a:lnTo>
                    <a:lnTo>
                      <a:pt x="6148" y="8717"/>
                    </a:lnTo>
                    <a:lnTo>
                      <a:pt x="6330" y="8775"/>
                    </a:lnTo>
                    <a:lnTo>
                      <a:pt x="6347" y="8781"/>
                    </a:lnTo>
                    <a:lnTo>
                      <a:pt x="6364" y="8788"/>
                    </a:lnTo>
                    <a:lnTo>
                      <a:pt x="6532" y="8866"/>
                    </a:lnTo>
                    <a:lnTo>
                      <a:pt x="6549" y="8875"/>
                    </a:lnTo>
                    <a:lnTo>
                      <a:pt x="6564" y="8885"/>
                    </a:lnTo>
                    <a:lnTo>
                      <a:pt x="6665" y="8952"/>
                    </a:lnTo>
                    <a:lnTo>
                      <a:pt x="6659" y="8887"/>
                    </a:lnTo>
                    <a:lnTo>
                      <a:pt x="6615" y="8410"/>
                    </a:lnTo>
                    <a:lnTo>
                      <a:pt x="6570" y="7932"/>
                    </a:lnTo>
                    <a:lnTo>
                      <a:pt x="6522" y="7454"/>
                    </a:lnTo>
                    <a:lnTo>
                      <a:pt x="6470" y="6977"/>
                    </a:lnTo>
                    <a:lnTo>
                      <a:pt x="6412" y="6502"/>
                    </a:lnTo>
                    <a:lnTo>
                      <a:pt x="6347" y="6029"/>
                    </a:lnTo>
                    <a:lnTo>
                      <a:pt x="6275" y="5550"/>
                    </a:lnTo>
                    <a:lnTo>
                      <a:pt x="6195" y="5063"/>
                    </a:lnTo>
                    <a:lnTo>
                      <a:pt x="6110" y="4578"/>
                    </a:lnTo>
                    <a:lnTo>
                      <a:pt x="6020" y="4104"/>
                    </a:lnTo>
                    <a:lnTo>
                      <a:pt x="5926" y="3650"/>
                    </a:lnTo>
                    <a:lnTo>
                      <a:pt x="5828" y="3226"/>
                    </a:lnTo>
                    <a:lnTo>
                      <a:pt x="5725" y="2828"/>
                    </a:lnTo>
                    <a:lnTo>
                      <a:pt x="5614" y="2446"/>
                    </a:lnTo>
                    <a:lnTo>
                      <a:pt x="5498" y="2084"/>
                    </a:lnTo>
                    <a:lnTo>
                      <a:pt x="5382" y="1746"/>
                    </a:lnTo>
                    <a:lnTo>
                      <a:pt x="5266" y="1435"/>
                    </a:lnTo>
                    <a:lnTo>
                      <a:pt x="5155" y="1155"/>
                    </a:lnTo>
                    <a:lnTo>
                      <a:pt x="5051" y="909"/>
                    </a:lnTo>
                    <a:lnTo>
                      <a:pt x="4953" y="694"/>
                    </a:lnTo>
                    <a:lnTo>
                      <a:pt x="4857" y="507"/>
                    </a:lnTo>
                    <a:lnTo>
                      <a:pt x="4760" y="346"/>
                    </a:lnTo>
                    <a:lnTo>
                      <a:pt x="4658" y="208"/>
                    </a:lnTo>
                    <a:lnTo>
                      <a:pt x="4548" y="89"/>
                    </a:lnTo>
                    <a:lnTo>
                      <a:pt x="4511" y="55"/>
                    </a:lnTo>
                    <a:lnTo>
                      <a:pt x="4486" y="43"/>
                    </a:lnTo>
                    <a:lnTo>
                      <a:pt x="4417" y="20"/>
                    </a:lnTo>
                    <a:lnTo>
                      <a:pt x="4346" y="6"/>
                    </a:lnTo>
                    <a:lnTo>
                      <a:pt x="4259" y="0"/>
                    </a:lnTo>
                    <a:lnTo>
                      <a:pt x="4147" y="3"/>
                    </a:lnTo>
                    <a:lnTo>
                      <a:pt x="4001" y="19"/>
                    </a:lnTo>
                    <a:lnTo>
                      <a:pt x="3825" y="51"/>
                    </a:lnTo>
                    <a:lnTo>
                      <a:pt x="3630" y="95"/>
                    </a:lnTo>
                    <a:lnTo>
                      <a:pt x="3428" y="150"/>
                    </a:lnTo>
                    <a:lnTo>
                      <a:pt x="3231" y="213"/>
                    </a:lnTo>
                    <a:lnTo>
                      <a:pt x="3046" y="283"/>
                    </a:lnTo>
                    <a:lnTo>
                      <a:pt x="2870" y="360"/>
                    </a:lnTo>
                    <a:lnTo>
                      <a:pt x="2694" y="448"/>
                    </a:lnTo>
                    <a:lnTo>
                      <a:pt x="2521" y="545"/>
                    </a:lnTo>
                    <a:lnTo>
                      <a:pt x="2351" y="650"/>
                    </a:lnTo>
                    <a:lnTo>
                      <a:pt x="2187" y="763"/>
                    </a:lnTo>
                    <a:lnTo>
                      <a:pt x="2030" y="883"/>
                    </a:lnTo>
                    <a:lnTo>
                      <a:pt x="1879" y="1010"/>
                    </a:lnTo>
                    <a:lnTo>
                      <a:pt x="1733" y="1145"/>
                    </a:lnTo>
                    <a:lnTo>
                      <a:pt x="1592" y="1289"/>
                    </a:lnTo>
                    <a:lnTo>
                      <a:pt x="1456" y="1440"/>
                    </a:lnTo>
                    <a:lnTo>
                      <a:pt x="1326" y="1597"/>
                    </a:lnTo>
                    <a:lnTo>
                      <a:pt x="1201" y="1761"/>
                    </a:lnTo>
                    <a:lnTo>
                      <a:pt x="1081" y="1932"/>
                    </a:lnTo>
                    <a:lnTo>
                      <a:pt x="966" y="2110"/>
                    </a:lnTo>
                    <a:lnTo>
                      <a:pt x="858" y="2295"/>
                    </a:lnTo>
                    <a:lnTo>
                      <a:pt x="755" y="2485"/>
                    </a:lnTo>
                    <a:lnTo>
                      <a:pt x="659" y="2680"/>
                    </a:lnTo>
                    <a:lnTo>
                      <a:pt x="571" y="2879"/>
                    </a:lnTo>
                    <a:lnTo>
                      <a:pt x="491" y="3082"/>
                    </a:lnTo>
                    <a:lnTo>
                      <a:pt x="418" y="3292"/>
                    </a:lnTo>
                    <a:lnTo>
                      <a:pt x="352" y="3506"/>
                    </a:lnTo>
                    <a:lnTo>
                      <a:pt x="293" y="3725"/>
                    </a:lnTo>
                    <a:lnTo>
                      <a:pt x="239" y="3946"/>
                    </a:lnTo>
                    <a:lnTo>
                      <a:pt x="191" y="4167"/>
                    </a:lnTo>
                    <a:lnTo>
                      <a:pt x="148" y="4390"/>
                    </a:lnTo>
                    <a:lnTo>
                      <a:pt x="112" y="4615"/>
                    </a:lnTo>
                    <a:lnTo>
                      <a:pt x="82" y="4843"/>
                    </a:lnTo>
                    <a:lnTo>
                      <a:pt x="57" y="5072"/>
                    </a:lnTo>
                    <a:lnTo>
                      <a:pt x="37" y="5301"/>
                    </a:lnTo>
                    <a:lnTo>
                      <a:pt x="21" y="5530"/>
                    </a:lnTo>
                    <a:lnTo>
                      <a:pt x="9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9" y="6671"/>
                    </a:lnTo>
                    <a:lnTo>
                      <a:pt x="21" y="6894"/>
                    </a:lnTo>
                    <a:lnTo>
                      <a:pt x="38" y="7117"/>
                    </a:lnTo>
                    <a:lnTo>
                      <a:pt x="62" y="7340"/>
                    </a:lnTo>
                    <a:lnTo>
                      <a:pt x="90" y="7561"/>
                    </a:lnTo>
                    <a:lnTo>
                      <a:pt x="122" y="7779"/>
                    </a:lnTo>
                    <a:lnTo>
                      <a:pt x="156" y="7989"/>
                    </a:lnTo>
                    <a:lnTo>
                      <a:pt x="191" y="8191"/>
                    </a:lnTo>
                    <a:lnTo>
                      <a:pt x="228" y="8382"/>
                    </a:lnTo>
                    <a:lnTo>
                      <a:pt x="268" y="8567"/>
                    </a:lnTo>
                    <a:lnTo>
                      <a:pt x="311" y="8745"/>
                    </a:lnTo>
                    <a:lnTo>
                      <a:pt x="355" y="8916"/>
                    </a:lnTo>
                    <a:lnTo>
                      <a:pt x="400" y="9081"/>
                    </a:lnTo>
                    <a:lnTo>
                      <a:pt x="446" y="9241"/>
                    </a:lnTo>
                    <a:lnTo>
                      <a:pt x="493" y="9402"/>
                    </a:lnTo>
                    <a:lnTo>
                      <a:pt x="540" y="9563"/>
                    </a:lnTo>
                    <a:lnTo>
                      <a:pt x="587" y="9716"/>
                    </a:lnTo>
                    <a:lnTo>
                      <a:pt x="635" y="9851"/>
                    </a:lnTo>
                    <a:lnTo>
                      <a:pt x="683" y="9958"/>
                    </a:lnTo>
                    <a:lnTo>
                      <a:pt x="709" y="10000"/>
                    </a:lnTo>
                    <a:lnTo>
                      <a:pt x="741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8" name="Forma 58"/>
              <p:cNvSpPr/>
              <p:nvPr/>
            </p:nvSpPr>
            <p:spPr>
              <a:xfrm>
                <a:off x="5177633" y="1368788"/>
                <a:ext cx="595889" cy="779809"/>
              </a:xfrm>
              <a:custGeom>
                <a:avLst/>
                <a:gdLst/>
                <a:ahLst/>
                <a:cxnLst/>
                <a:rect l="0" t="0" r="r" b="b"/>
                <a:pathLst>
                  <a:path w="2036" h="2750" fill="none">
                    <a:moveTo>
                      <a:pt x="2036" y="1296"/>
                    </a:moveTo>
                    <a:lnTo>
                      <a:pt x="1500" y="1110"/>
                    </a:lnTo>
                    <a:lnTo>
                      <a:pt x="840" y="793"/>
                    </a:lnTo>
                    <a:lnTo>
                      <a:pt x="468" y="476"/>
                    </a:lnTo>
                  </a:path>
                  <a:path w="2036" h="2750" fill="none">
                    <a:moveTo>
                      <a:pt x="1500" y="1110"/>
                    </a:moveTo>
                    <a:lnTo>
                      <a:pt x="1252" y="634"/>
                    </a:lnTo>
                    <a:lnTo>
                      <a:pt x="1128" y="105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252" y="1375"/>
                    </a:lnTo>
                    <a:lnTo>
                      <a:pt x="427" y="1375"/>
                    </a:lnTo>
                    <a:lnTo>
                      <a:pt x="15" y="1428"/>
                    </a:lnTo>
                  </a:path>
                  <a:path w="2036" h="2750" fill="none">
                    <a:moveTo>
                      <a:pt x="1252" y="1375"/>
                    </a:moveTo>
                    <a:lnTo>
                      <a:pt x="675" y="1745"/>
                    </a:lnTo>
                    <a:lnTo>
                      <a:pt x="221" y="2063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500" y="1745"/>
                    </a:lnTo>
                    <a:lnTo>
                      <a:pt x="1005" y="2274"/>
                    </a:lnTo>
                    <a:lnTo>
                      <a:pt x="551" y="2698"/>
                    </a:lnTo>
                  </a:path>
                  <a:path w="2036" h="2750" fill="none">
                    <a:moveTo>
                      <a:pt x="1500" y="1745"/>
                    </a:moveTo>
                    <a:lnTo>
                      <a:pt x="1747" y="2274"/>
                    </a:lnTo>
                    <a:lnTo>
                      <a:pt x="1500" y="2750"/>
                    </a:lnTo>
                  </a:path>
                  <a:path w="2036" h="2750" fill="none">
                    <a:moveTo>
                      <a:pt x="1005" y="2274"/>
                    </a:moveTo>
                    <a:lnTo>
                      <a:pt x="345" y="2539"/>
                    </a:lnTo>
                    <a:lnTo>
                      <a:pt x="15" y="2698"/>
                    </a:lnTo>
                  </a:path>
                  <a:path w="2036" h="2750" fill="none">
                    <a:moveTo>
                      <a:pt x="840" y="793"/>
                    </a:moveTo>
                    <a:lnTo>
                      <a:pt x="262" y="899"/>
                    </a:lnTo>
                    <a:lnTo>
                      <a:pt x="0" y="1025"/>
                    </a:lnTo>
                  </a:path>
                  <a:path w="2036" h="2750" fill="none">
                    <a:moveTo>
                      <a:pt x="1252" y="634"/>
                    </a:moveTo>
                    <a:lnTo>
                      <a:pt x="757" y="317"/>
                    </a:lnTo>
                  </a:path>
                  <a:path w="2036" h="2750" fill="none">
                    <a:moveTo>
                      <a:pt x="675" y="1745"/>
                    </a:moveTo>
                    <a:lnTo>
                      <a:pt x="757" y="2116"/>
                    </a:lnTo>
                    <a:lnTo>
                      <a:pt x="510" y="2486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912" y="899"/>
                    </a:lnTo>
                    <a:lnTo>
                      <a:pt x="1665" y="476"/>
                    </a:lnTo>
                    <a:lnTo>
                      <a:pt x="1500" y="0"/>
                    </a:lnTo>
                  </a:path>
                  <a:path w="2036" h="2750" fill="none">
                    <a:moveTo>
                      <a:pt x="427" y="1375"/>
                    </a:moveTo>
                    <a:lnTo>
                      <a:pt x="180" y="16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9" name="Forma 59"/>
              <p:cNvSpPr/>
              <p:nvPr/>
            </p:nvSpPr>
            <p:spPr>
              <a:xfrm>
                <a:off x="5143359" y="1736198"/>
                <a:ext cx="642233" cy="456055"/>
              </a:xfrm>
              <a:custGeom>
                <a:avLst/>
                <a:gdLst/>
                <a:ahLst/>
                <a:cxnLst/>
                <a:rect l="0" t="0" r="r" b="b"/>
                <a:pathLst>
                  <a:path w="2194" h="1608" fill="none">
                    <a:moveTo>
                      <a:pt x="0" y="87"/>
                    </a:moveTo>
                    <a:lnTo>
                      <a:pt x="153" y="97"/>
                    </a:lnTo>
                    <a:lnTo>
                      <a:pt x="345" y="108"/>
                    </a:lnTo>
                    <a:lnTo>
                      <a:pt x="539" y="117"/>
                    </a:lnTo>
                    <a:lnTo>
                      <a:pt x="709" y="121"/>
                    </a:lnTo>
                    <a:lnTo>
                      <a:pt x="850" y="119"/>
                    </a:lnTo>
                    <a:lnTo>
                      <a:pt x="979" y="112"/>
                    </a:lnTo>
                    <a:lnTo>
                      <a:pt x="1102" y="103"/>
                    </a:lnTo>
                    <a:lnTo>
                      <a:pt x="1230" y="91"/>
                    </a:lnTo>
                    <a:lnTo>
                      <a:pt x="1369" y="79"/>
                    </a:lnTo>
                    <a:lnTo>
                      <a:pt x="1537" y="64"/>
                    </a:lnTo>
                    <a:lnTo>
                      <a:pt x="1727" y="46"/>
                    </a:lnTo>
                    <a:lnTo>
                      <a:pt x="1916" y="27"/>
                    </a:lnTo>
                    <a:lnTo>
                      <a:pt x="2080" y="11"/>
                    </a:lnTo>
                    <a:lnTo>
                      <a:pt x="2194" y="0"/>
                    </a:lnTo>
                  </a:path>
                  <a:path w="2194" h="1608" fill="none">
                    <a:moveTo>
                      <a:pt x="55" y="1608"/>
                    </a:moveTo>
                    <a:lnTo>
                      <a:pt x="150" y="1534"/>
                    </a:lnTo>
                    <a:lnTo>
                      <a:pt x="293" y="1422"/>
                    </a:lnTo>
                    <a:lnTo>
                      <a:pt x="459" y="1292"/>
                    </a:lnTo>
                    <a:lnTo>
                      <a:pt x="631" y="1157"/>
                    </a:lnTo>
                    <a:lnTo>
                      <a:pt x="792" y="1031"/>
                    </a:lnTo>
                    <a:lnTo>
                      <a:pt x="942" y="911"/>
                    </a:lnTo>
                    <a:lnTo>
                      <a:pt x="1093" y="788"/>
                    </a:lnTo>
                    <a:lnTo>
                      <a:pt x="1243" y="667"/>
                    </a:lnTo>
                    <a:lnTo>
                      <a:pt x="1391" y="552"/>
                    </a:lnTo>
                    <a:lnTo>
                      <a:pt x="1534" y="449"/>
                    </a:lnTo>
                    <a:lnTo>
                      <a:pt x="1682" y="356"/>
                    </a:lnTo>
                    <a:lnTo>
                      <a:pt x="1836" y="268"/>
                    </a:lnTo>
                    <a:lnTo>
                      <a:pt x="1982" y="190"/>
                    </a:lnTo>
                    <a:lnTo>
                      <a:pt x="2106" y="126"/>
                    </a:lnTo>
                    <a:lnTo>
                      <a:pt x="2194" y="79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0" name="PleuraVisceralD_2"/>
            <p:cNvSpPr/>
            <p:nvPr/>
          </p:nvSpPr>
          <p:spPr>
            <a:xfrm>
              <a:off x="5124152" y="1261886"/>
              <a:ext cx="749511" cy="1089311"/>
            </a:xfrm>
            <a:custGeom>
              <a:avLst/>
              <a:gdLst/>
              <a:ahLst/>
              <a:cxnLst/>
              <a:rect l="0" t="0" r="r" b="b"/>
              <a:pathLst>
                <a:path w="2561" h="3842" fill="none">
                  <a:moveTo>
                    <a:pt x="284" y="3836"/>
                  </a:moveTo>
                  <a:lnTo>
                    <a:pt x="325" y="3809"/>
                  </a:lnTo>
                  <a:lnTo>
                    <a:pt x="375" y="3768"/>
                  </a:lnTo>
                  <a:lnTo>
                    <a:pt x="435" y="3716"/>
                  </a:lnTo>
                  <a:lnTo>
                    <a:pt x="436" y="3716"/>
                  </a:lnTo>
                  <a:lnTo>
                    <a:pt x="503" y="3660"/>
                  </a:lnTo>
                  <a:lnTo>
                    <a:pt x="506" y="3658"/>
                  </a:lnTo>
                  <a:lnTo>
                    <a:pt x="578" y="3604"/>
                  </a:lnTo>
                  <a:lnTo>
                    <a:pt x="584" y="3600"/>
                  </a:lnTo>
                  <a:lnTo>
                    <a:pt x="662" y="3551"/>
                  </a:lnTo>
                  <a:lnTo>
                    <a:pt x="668" y="3548"/>
                  </a:lnTo>
                  <a:lnTo>
                    <a:pt x="755" y="3503"/>
                  </a:lnTo>
                  <a:lnTo>
                    <a:pt x="758" y="3501"/>
                  </a:lnTo>
                  <a:lnTo>
                    <a:pt x="854" y="3455"/>
                  </a:lnTo>
                  <a:lnTo>
                    <a:pt x="857" y="3454"/>
                  </a:lnTo>
                  <a:lnTo>
                    <a:pt x="959" y="3408"/>
                  </a:lnTo>
                  <a:lnTo>
                    <a:pt x="962" y="3407"/>
                  </a:lnTo>
                  <a:lnTo>
                    <a:pt x="1067" y="3365"/>
                  </a:lnTo>
                  <a:lnTo>
                    <a:pt x="1072" y="3363"/>
                  </a:lnTo>
                  <a:lnTo>
                    <a:pt x="1176" y="3327"/>
                  </a:lnTo>
                  <a:lnTo>
                    <a:pt x="1182" y="3325"/>
                  </a:lnTo>
                  <a:lnTo>
                    <a:pt x="1283" y="3297"/>
                  </a:lnTo>
                  <a:lnTo>
                    <a:pt x="1291" y="3294"/>
                  </a:lnTo>
                  <a:lnTo>
                    <a:pt x="1390" y="3274"/>
                  </a:lnTo>
                  <a:lnTo>
                    <a:pt x="1398" y="3273"/>
                  </a:lnTo>
                  <a:lnTo>
                    <a:pt x="1496" y="3258"/>
                  </a:lnTo>
                  <a:lnTo>
                    <a:pt x="1504" y="3257"/>
                  </a:lnTo>
                  <a:lnTo>
                    <a:pt x="1602" y="3249"/>
                  </a:lnTo>
                  <a:lnTo>
                    <a:pt x="1609" y="3248"/>
                  </a:lnTo>
                  <a:lnTo>
                    <a:pt x="1706" y="3244"/>
                  </a:lnTo>
                  <a:lnTo>
                    <a:pt x="1712" y="3244"/>
                  </a:lnTo>
                  <a:lnTo>
                    <a:pt x="1807" y="3245"/>
                  </a:lnTo>
                  <a:lnTo>
                    <a:pt x="1813" y="3245"/>
                  </a:lnTo>
                  <a:lnTo>
                    <a:pt x="1904" y="3249"/>
                  </a:lnTo>
                  <a:lnTo>
                    <a:pt x="1913" y="3250"/>
                  </a:lnTo>
                  <a:lnTo>
                    <a:pt x="2002" y="3260"/>
                  </a:lnTo>
                  <a:lnTo>
                    <a:pt x="2011" y="3262"/>
                  </a:lnTo>
                  <a:lnTo>
                    <a:pt x="2100" y="3278"/>
                  </a:lnTo>
                  <a:lnTo>
                    <a:pt x="2107" y="3279"/>
                  </a:lnTo>
                  <a:lnTo>
                    <a:pt x="2194" y="3300"/>
                  </a:lnTo>
                  <a:lnTo>
                    <a:pt x="2198" y="3301"/>
                  </a:lnTo>
                  <a:lnTo>
                    <a:pt x="2281" y="3324"/>
                  </a:lnTo>
                  <a:lnTo>
                    <a:pt x="2284" y="3325"/>
                  </a:lnTo>
                  <a:lnTo>
                    <a:pt x="2361" y="3349"/>
                  </a:lnTo>
                  <a:lnTo>
                    <a:pt x="2362" y="3349"/>
                  </a:lnTo>
                  <a:lnTo>
                    <a:pt x="2433" y="3372"/>
                  </a:lnTo>
                  <a:lnTo>
                    <a:pt x="2439" y="3374"/>
                  </a:lnTo>
                  <a:lnTo>
                    <a:pt x="2445" y="3377"/>
                  </a:lnTo>
                  <a:lnTo>
                    <a:pt x="2510" y="3407"/>
                  </a:lnTo>
                  <a:lnTo>
                    <a:pt x="2517" y="3410"/>
                  </a:lnTo>
                  <a:lnTo>
                    <a:pt x="2523" y="3414"/>
                  </a:lnTo>
                  <a:lnTo>
                    <a:pt x="2561" y="3440"/>
                  </a:lnTo>
                  <a:lnTo>
                    <a:pt x="2559" y="3415"/>
                  </a:lnTo>
                  <a:lnTo>
                    <a:pt x="2542" y="3232"/>
                  </a:lnTo>
                  <a:lnTo>
                    <a:pt x="2525" y="3048"/>
                  </a:lnTo>
                  <a:lnTo>
                    <a:pt x="2506" y="2864"/>
                  </a:lnTo>
                  <a:lnTo>
                    <a:pt x="2486" y="2681"/>
                  </a:lnTo>
                  <a:lnTo>
                    <a:pt x="2464" y="2498"/>
                  </a:lnTo>
                  <a:lnTo>
                    <a:pt x="2439" y="2317"/>
                  </a:lnTo>
                  <a:lnTo>
                    <a:pt x="2411" y="2133"/>
                  </a:lnTo>
                  <a:lnTo>
                    <a:pt x="2381" y="1946"/>
                  </a:lnTo>
                  <a:lnTo>
                    <a:pt x="2348" y="1759"/>
                  </a:lnTo>
                  <a:lnTo>
                    <a:pt x="2313" y="1577"/>
                  </a:lnTo>
                  <a:lnTo>
                    <a:pt x="2277" y="1402"/>
                  </a:lnTo>
                  <a:lnTo>
                    <a:pt x="2240" y="1240"/>
                  </a:lnTo>
                  <a:lnTo>
                    <a:pt x="2200" y="1086"/>
                  </a:lnTo>
                  <a:lnTo>
                    <a:pt x="2157" y="940"/>
                  </a:lnTo>
                  <a:lnTo>
                    <a:pt x="2113" y="801"/>
                  </a:lnTo>
                  <a:lnTo>
                    <a:pt x="2068" y="671"/>
                  </a:lnTo>
                  <a:lnTo>
                    <a:pt x="2024" y="551"/>
                  </a:lnTo>
                  <a:lnTo>
                    <a:pt x="1981" y="444"/>
                  </a:lnTo>
                  <a:lnTo>
                    <a:pt x="1941" y="349"/>
                  </a:lnTo>
                  <a:lnTo>
                    <a:pt x="1903" y="266"/>
                  </a:lnTo>
                  <a:lnTo>
                    <a:pt x="1866" y="195"/>
                  </a:lnTo>
                  <a:lnTo>
                    <a:pt x="1829" y="133"/>
                  </a:lnTo>
                  <a:lnTo>
                    <a:pt x="1790" y="80"/>
                  </a:lnTo>
                  <a:lnTo>
                    <a:pt x="1748" y="34"/>
                  </a:lnTo>
                  <a:lnTo>
                    <a:pt x="1733" y="21"/>
                  </a:lnTo>
                  <a:lnTo>
                    <a:pt x="1724" y="16"/>
                  </a:lnTo>
                  <a:lnTo>
                    <a:pt x="1697" y="7"/>
                  </a:lnTo>
                  <a:lnTo>
                    <a:pt x="1670" y="2"/>
                  </a:lnTo>
                  <a:lnTo>
                    <a:pt x="1637" y="0"/>
                  </a:lnTo>
                  <a:lnTo>
                    <a:pt x="1594" y="1"/>
                  </a:lnTo>
                  <a:lnTo>
                    <a:pt x="1537" y="7"/>
                  </a:lnTo>
                  <a:lnTo>
                    <a:pt x="1470" y="19"/>
                  </a:lnTo>
                  <a:lnTo>
                    <a:pt x="1395" y="36"/>
                  </a:lnTo>
                  <a:lnTo>
                    <a:pt x="1317" y="57"/>
                  </a:lnTo>
                  <a:lnTo>
                    <a:pt x="1241" y="82"/>
                  </a:lnTo>
                  <a:lnTo>
                    <a:pt x="1170" y="108"/>
                  </a:lnTo>
                  <a:lnTo>
                    <a:pt x="1103" y="138"/>
                  </a:lnTo>
                  <a:lnTo>
                    <a:pt x="1035" y="172"/>
                  </a:lnTo>
                  <a:lnTo>
                    <a:pt x="968" y="209"/>
                  </a:lnTo>
                  <a:lnTo>
                    <a:pt x="903" y="250"/>
                  </a:lnTo>
                  <a:lnTo>
                    <a:pt x="840" y="293"/>
                  </a:lnTo>
                  <a:lnTo>
                    <a:pt x="780" y="339"/>
                  </a:lnTo>
                  <a:lnTo>
                    <a:pt x="722" y="388"/>
                  </a:lnTo>
                  <a:lnTo>
                    <a:pt x="666" y="440"/>
                  </a:lnTo>
                  <a:lnTo>
                    <a:pt x="611" y="495"/>
                  </a:lnTo>
                  <a:lnTo>
                    <a:pt x="559" y="553"/>
                  </a:lnTo>
                  <a:lnTo>
                    <a:pt x="509" y="614"/>
                  </a:lnTo>
                  <a:lnTo>
                    <a:pt x="461" y="676"/>
                  </a:lnTo>
                  <a:lnTo>
                    <a:pt x="415" y="742"/>
                  </a:lnTo>
                  <a:lnTo>
                    <a:pt x="371" y="810"/>
                  </a:lnTo>
                  <a:lnTo>
                    <a:pt x="329" y="881"/>
                  </a:lnTo>
                  <a:lnTo>
                    <a:pt x="290" y="955"/>
                  </a:lnTo>
                  <a:lnTo>
                    <a:pt x="253" y="1030"/>
                  </a:lnTo>
                  <a:lnTo>
                    <a:pt x="219" y="1106"/>
                  </a:lnTo>
                  <a:lnTo>
                    <a:pt x="188" y="1184"/>
                  </a:lnTo>
                  <a:lnTo>
                    <a:pt x="160" y="1265"/>
                  </a:lnTo>
                  <a:lnTo>
                    <a:pt x="135" y="1347"/>
                  </a:lnTo>
                  <a:lnTo>
                    <a:pt x="112" y="1431"/>
                  </a:lnTo>
                  <a:lnTo>
                    <a:pt x="92" y="1516"/>
                  </a:lnTo>
                  <a:lnTo>
                    <a:pt x="73" y="1601"/>
                  </a:lnTo>
                  <a:lnTo>
                    <a:pt x="57" y="1687"/>
                  </a:lnTo>
                  <a:lnTo>
                    <a:pt x="43" y="1773"/>
                  </a:lnTo>
                  <a:lnTo>
                    <a:pt x="31" y="1861"/>
                  </a:lnTo>
                  <a:lnTo>
                    <a:pt x="22" y="1949"/>
                  </a:lnTo>
                  <a:lnTo>
                    <a:pt x="14" y="2037"/>
                  </a:lnTo>
                  <a:lnTo>
                    <a:pt x="8" y="2125"/>
                  </a:lnTo>
                  <a:lnTo>
                    <a:pt x="3" y="2212"/>
                  </a:lnTo>
                  <a:lnTo>
                    <a:pt x="0" y="2301"/>
                  </a:lnTo>
                  <a:lnTo>
                    <a:pt x="0" y="2389"/>
                  </a:lnTo>
                  <a:lnTo>
                    <a:pt x="0" y="2476"/>
                  </a:lnTo>
                  <a:lnTo>
                    <a:pt x="3" y="2563"/>
                  </a:lnTo>
                  <a:lnTo>
                    <a:pt x="8" y="2649"/>
                  </a:lnTo>
                  <a:lnTo>
                    <a:pt x="14" y="2734"/>
                  </a:lnTo>
                  <a:lnTo>
                    <a:pt x="23" y="2820"/>
                  </a:lnTo>
                  <a:lnTo>
                    <a:pt x="34" y="2905"/>
                  </a:lnTo>
                  <a:lnTo>
                    <a:pt x="46" y="2989"/>
                  </a:lnTo>
                  <a:lnTo>
                    <a:pt x="60" y="3070"/>
                  </a:lnTo>
                  <a:lnTo>
                    <a:pt x="73" y="3147"/>
                  </a:lnTo>
                  <a:lnTo>
                    <a:pt x="87" y="3221"/>
                  </a:lnTo>
                  <a:lnTo>
                    <a:pt x="103" y="3292"/>
                  </a:lnTo>
                  <a:lnTo>
                    <a:pt x="119" y="3360"/>
                  </a:lnTo>
                  <a:lnTo>
                    <a:pt x="136" y="3426"/>
                  </a:lnTo>
                  <a:lnTo>
                    <a:pt x="153" y="3489"/>
                  </a:lnTo>
                  <a:lnTo>
                    <a:pt x="171" y="3551"/>
                  </a:lnTo>
                  <a:lnTo>
                    <a:pt x="189" y="3613"/>
                  </a:lnTo>
                  <a:lnTo>
                    <a:pt x="207" y="3675"/>
                  </a:lnTo>
                  <a:lnTo>
                    <a:pt x="225" y="3733"/>
                  </a:lnTo>
                  <a:lnTo>
                    <a:pt x="244" y="3785"/>
                  </a:lnTo>
                  <a:lnTo>
                    <a:pt x="262" y="3826"/>
                  </a:lnTo>
                  <a:lnTo>
                    <a:pt x="272" y="3842"/>
                  </a:lnTo>
                  <a:lnTo>
                    <a:pt x="284" y="383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1" name="PulmonIzquierdo_2"/>
            <p:cNvGrpSpPr/>
            <p:nvPr/>
          </p:nvGrpSpPr>
          <p:grpSpPr>
            <a:xfrm>
              <a:off x="6311748" y="1261886"/>
              <a:ext cx="863365" cy="2127158"/>
              <a:chOff x="6311748" y="1261886"/>
              <a:chExt cx="863365" cy="2127158"/>
            </a:xfrm>
          </p:grpSpPr>
          <p:sp>
            <p:nvSpPr>
              <p:cNvPr id="62" name="Forma 62"/>
              <p:cNvSpPr/>
              <p:nvPr/>
            </p:nvSpPr>
            <p:spPr>
              <a:xfrm>
                <a:off x="63117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3" name="Forma 63"/>
              <p:cNvSpPr/>
              <p:nvPr/>
            </p:nvSpPr>
            <p:spPr>
              <a:xfrm>
                <a:off x="63879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4" name="Forma 64"/>
              <p:cNvSpPr/>
              <p:nvPr/>
            </p:nvSpPr>
            <p:spPr>
              <a:xfrm>
                <a:off x="63967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5" name="PleuraVisceralI_2"/>
            <p:cNvSpPr/>
            <p:nvPr/>
          </p:nvSpPr>
          <p:spPr>
            <a:xfrm>
              <a:off x="63117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6" name="PleuraPariet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7" name="PleuraPariet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8" name="VenaCavaSup_2"/>
            <p:cNvSpPr/>
            <p:nvPr/>
          </p:nvSpPr>
          <p:spPr>
            <a:xfrm>
              <a:off x="59081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9" name="VenaCavaInf_2"/>
            <p:cNvSpPr/>
            <p:nvPr/>
          </p:nvSpPr>
          <p:spPr>
            <a:xfrm>
              <a:off x="59344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0" name="Corazon_2"/>
            <p:cNvGrpSpPr/>
            <p:nvPr/>
          </p:nvGrpSpPr>
          <p:grpSpPr>
            <a:xfrm>
              <a:off x="5922968" y="2363067"/>
              <a:ext cx="778121" cy="802459"/>
              <a:chOff x="5922968" y="2363067"/>
              <a:chExt cx="778121" cy="802459"/>
            </a:xfrm>
          </p:grpSpPr>
          <p:sp>
            <p:nvSpPr>
              <p:cNvPr id="71" name="Forma 71"/>
              <p:cNvSpPr/>
              <p:nvPr/>
            </p:nvSpPr>
            <p:spPr>
              <a:xfrm>
                <a:off x="59229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2" name="Forma 72"/>
              <p:cNvSpPr/>
              <p:nvPr/>
            </p:nvSpPr>
            <p:spPr>
              <a:xfrm>
                <a:off x="63294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3" name="Diafragma_2"/>
            <p:cNvSpPr/>
            <p:nvPr/>
          </p:nvSpPr>
          <p:spPr>
            <a:xfrm>
              <a:off x="50127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4" name="Clavículas_2"/>
            <p:cNvGrpSpPr/>
            <p:nvPr/>
          </p:nvGrpSpPr>
          <p:grpSpPr>
            <a:xfrm>
              <a:off x="5202936" y="1095451"/>
              <a:ext cx="1755648" cy="113386"/>
              <a:chOff x="5202936" y="1095451"/>
              <a:chExt cx="1755648" cy="113386"/>
            </a:xfrm>
          </p:grpSpPr>
          <p:sp>
            <p:nvSpPr>
              <p:cNvPr id="75" name="Forma 75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6" name="Forma 76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77" name="Estetoscopio 1"/>
            <p:cNvGrpSpPr/>
            <p:nvPr/>
          </p:nvGrpSpPr>
          <p:grpSpPr>
            <a:xfrm>
              <a:off x="5115154" y="2126894"/>
              <a:ext cx="512064" cy="694944"/>
              <a:chOff x="5115154" y="2126894"/>
              <a:chExt cx="512064" cy="694944"/>
            </a:xfrm>
          </p:grpSpPr>
          <p:sp>
            <p:nvSpPr>
              <p:cNvPr id="78" name="Flecha 78_2"/>
              <p:cNvSpPr/>
              <p:nvPr/>
            </p:nvSpPr>
            <p:spPr>
              <a:xfrm>
                <a:off x="5298034" y="2126894"/>
                <a:ext cx="329184" cy="365760"/>
              </a:xfrm>
              <a:custGeom>
                <a:avLst/>
                <a:gdLst/>
                <a:ahLst/>
                <a:cxnLst/>
                <a:rect l="0" t="0" r="r" b="b"/>
                <a:pathLst>
                  <a:path w="359" h="399" fill="none">
                    <a:moveTo>
                      <a:pt x="0" y="399"/>
                    </a:moveTo>
                    <a:quadBezTo>
                      <a:pt x="160" y="119"/>
                      <a:pt x="359" y="0"/>
                    </a:quadBezTo>
                  </a:path>
                </a:pathLst>
              </a:custGeom>
              <a:noFill/>
              <a:ln w="57150" cap="rnd">
                <a:solidFill>
                  <a:srgbClr val="2C3E50"/>
                </a:solidFill>
                <a:round/>
              </a:ln>
            </p:spPr>
          </p:sp>
          <p:sp>
            <p:nvSpPr>
              <p:cNvPr id="79" name="Forma 80"/>
              <p:cNvSpPr/>
              <p:nvPr/>
            </p:nvSpPr>
            <p:spPr>
              <a:xfrm>
                <a:off x="5115154" y="2456078"/>
                <a:ext cx="365760" cy="365760"/>
              </a:xfrm>
              <a:prstGeom prst="ellipse">
                <a:avLst/>
              </a:prstGeom>
              <a:gradFill rotWithShape="1">
                <a:gsLst>
                  <a:gs pos="0">
                    <a:srgbClr val="84888B"/>
                  </a:gs>
                  <a:gs pos="30000">
                    <a:srgbClr val="D7DBDD"/>
                  </a:gs>
                  <a:gs pos="55000">
                    <a:srgbClr val="BDC3C7"/>
                  </a:gs>
                  <a:gs pos="100000">
                    <a:srgbClr val="84888B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80" name="Forma 81"/>
              <p:cNvSpPr/>
              <p:nvPr/>
            </p:nvSpPr>
            <p:spPr>
              <a:xfrm>
                <a:off x="5180990" y="2521915"/>
                <a:ext cx="234086" cy="234086"/>
              </a:xfrm>
              <a:prstGeom prst="ellipse">
                <a:avLst/>
              </a:prstGeom>
              <a:solidFill>
                <a:srgbClr val="ECF0F1"/>
              </a:solidFill>
              <a:ln w="19050" cap="rnd">
                <a:solidFill>
                  <a:srgbClr val="7F8C8D"/>
                </a:solidFill>
                <a:round/>
              </a:ln>
            </p:spPr>
          </p:sp>
        </p:grpSp>
        <p:sp>
          <p:nvSpPr>
            <p:cNvPr id="81" name="Forma 82"/>
            <p:cNvSpPr/>
            <p:nvPr/>
          </p:nvSpPr>
          <p:spPr>
            <a:xfrm>
              <a:off x="4206240" y="3794760"/>
              <a:ext cx="3703320" cy="4572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2" name="Forma 83"/>
            <p:cNvSpPr/>
            <p:nvPr/>
          </p:nvSpPr>
          <p:spPr>
            <a:xfrm>
              <a:off x="4206240" y="4297680"/>
              <a:ext cx="3703320" cy="11430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o abolición del MV ·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encima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83" name="Columna NEUMOTÓRAX"/>
          <p:cNvGrpSpPr/>
          <p:nvPr/>
        </p:nvGrpSpPr>
        <p:grpSpPr>
          <a:xfrm>
            <a:off x="8092440" y="982066"/>
            <a:ext cx="3703320" cy="4458614"/>
            <a:chOff x="8092440" y="982066"/>
            <a:chExt cx="3703320" cy="4458614"/>
          </a:xfrm>
        </p:grpSpPr>
        <p:sp>
          <p:nvSpPr>
            <p:cNvPr id="84" name="ParedToracica_3"/>
            <p:cNvSpPr/>
            <p:nvPr/>
          </p:nvSpPr>
          <p:spPr>
            <a:xfrm>
              <a:off x="86268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5" name="Mediastino_3"/>
            <p:cNvSpPr/>
            <p:nvPr/>
          </p:nvSpPr>
          <p:spPr>
            <a:xfrm>
              <a:off x="94695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6" name="Costillas_3"/>
            <p:cNvGrpSpPr/>
            <p:nvPr/>
          </p:nvGrpSpPr>
          <p:grpSpPr>
            <a:xfrm>
              <a:off x="8679485" y="1208837"/>
              <a:ext cx="2574950" cy="2335743"/>
              <a:chOff x="8679485" y="1208837"/>
              <a:chExt cx="2574950" cy="2335743"/>
            </a:xfrm>
          </p:grpSpPr>
          <p:sp>
            <p:nvSpPr>
              <p:cNvPr id="87" name="Forma 88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8" name="Forma 89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9" name="EspacioPleur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0" name="EspacioPleur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1" name="Aorta_3"/>
            <p:cNvSpPr/>
            <p:nvPr/>
          </p:nvSpPr>
          <p:spPr>
            <a:xfrm>
              <a:off x="99721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2" name="Traquea_3"/>
            <p:cNvGrpSpPr/>
            <p:nvPr/>
          </p:nvGrpSpPr>
          <p:grpSpPr>
            <a:xfrm>
              <a:off x="9618770" y="982066"/>
              <a:ext cx="696380" cy="1216048"/>
              <a:chOff x="9618770" y="982066"/>
              <a:chExt cx="696380" cy="1216048"/>
            </a:xfrm>
          </p:grpSpPr>
          <p:sp>
            <p:nvSpPr>
              <p:cNvPr id="93" name="Forma 94"/>
              <p:cNvSpPr/>
              <p:nvPr/>
            </p:nvSpPr>
            <p:spPr>
              <a:xfrm>
                <a:off x="96187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4" name="Forma 95"/>
              <p:cNvSpPr/>
              <p:nvPr/>
            </p:nvSpPr>
            <p:spPr>
              <a:xfrm>
                <a:off x="99142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5" name="AirePleuralD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110" y="7334"/>
                  </a:moveTo>
                  <a:lnTo>
                    <a:pt x="2108" y="7335"/>
                  </a:lnTo>
                  <a:lnTo>
                    <a:pt x="2105" y="7337"/>
                  </a:lnTo>
                  <a:lnTo>
                    <a:pt x="2103" y="7338"/>
                  </a:lnTo>
                  <a:lnTo>
                    <a:pt x="2100" y="7339"/>
                  </a:lnTo>
                  <a:lnTo>
                    <a:pt x="2098" y="7339"/>
                  </a:lnTo>
                  <a:lnTo>
                    <a:pt x="2095" y="7340"/>
                  </a:lnTo>
                  <a:lnTo>
                    <a:pt x="2093" y="7340"/>
                  </a:lnTo>
                  <a:lnTo>
                    <a:pt x="2090" y="7339"/>
                  </a:lnTo>
                  <a:lnTo>
                    <a:pt x="2088" y="7339"/>
                  </a:lnTo>
                  <a:lnTo>
                    <a:pt x="2085" y="7338"/>
                  </a:lnTo>
                  <a:lnTo>
                    <a:pt x="2083" y="7338"/>
                  </a:lnTo>
                  <a:lnTo>
                    <a:pt x="2080" y="7336"/>
                  </a:lnTo>
                  <a:lnTo>
                    <a:pt x="2078" y="7335"/>
                  </a:lnTo>
                  <a:lnTo>
                    <a:pt x="2076" y="7334"/>
                  </a:lnTo>
                  <a:lnTo>
                    <a:pt x="2074" y="7332"/>
                  </a:lnTo>
                  <a:lnTo>
                    <a:pt x="2072" y="7330"/>
                  </a:lnTo>
                  <a:lnTo>
                    <a:pt x="2071" y="7328"/>
                  </a:lnTo>
                  <a:lnTo>
                    <a:pt x="2069" y="7325"/>
                  </a:lnTo>
                  <a:lnTo>
                    <a:pt x="2068" y="7323"/>
                  </a:lnTo>
                  <a:lnTo>
                    <a:pt x="2060" y="7302"/>
                  </a:lnTo>
                  <a:lnTo>
                    <a:pt x="2059" y="7299"/>
                  </a:lnTo>
                  <a:lnTo>
                    <a:pt x="2043" y="7246"/>
                  </a:lnTo>
                  <a:lnTo>
                    <a:pt x="2043" y="7244"/>
                  </a:lnTo>
                  <a:lnTo>
                    <a:pt x="2028" y="7176"/>
                  </a:lnTo>
                  <a:lnTo>
                    <a:pt x="2027" y="7176"/>
                  </a:lnTo>
                  <a:lnTo>
                    <a:pt x="2012" y="7099"/>
                  </a:lnTo>
                  <a:lnTo>
                    <a:pt x="2012" y="7099"/>
                  </a:lnTo>
                  <a:lnTo>
                    <a:pt x="1997" y="7017"/>
                  </a:lnTo>
                  <a:lnTo>
                    <a:pt x="1982" y="6937"/>
                  </a:lnTo>
                  <a:lnTo>
                    <a:pt x="1967" y="6856"/>
                  </a:lnTo>
                  <a:lnTo>
                    <a:pt x="1967" y="6856"/>
                  </a:lnTo>
                  <a:lnTo>
                    <a:pt x="1952" y="6773"/>
                  </a:lnTo>
                  <a:lnTo>
                    <a:pt x="1952" y="6773"/>
                  </a:lnTo>
                  <a:lnTo>
                    <a:pt x="1938" y="6687"/>
                  </a:lnTo>
                  <a:lnTo>
                    <a:pt x="1938" y="6686"/>
                  </a:lnTo>
                  <a:lnTo>
                    <a:pt x="1924" y="6597"/>
                  </a:lnTo>
                  <a:lnTo>
                    <a:pt x="1924" y="6597"/>
                  </a:lnTo>
                  <a:lnTo>
                    <a:pt x="1911" y="6504"/>
                  </a:lnTo>
                  <a:lnTo>
                    <a:pt x="1911" y="6503"/>
                  </a:lnTo>
                  <a:lnTo>
                    <a:pt x="1899" y="6407"/>
                  </a:lnTo>
                  <a:lnTo>
                    <a:pt x="1899" y="6407"/>
                  </a:lnTo>
                  <a:lnTo>
                    <a:pt x="1888" y="6306"/>
                  </a:lnTo>
                  <a:lnTo>
                    <a:pt x="1888" y="6305"/>
                  </a:lnTo>
                  <a:lnTo>
                    <a:pt x="1877" y="6199"/>
                  </a:lnTo>
                  <a:lnTo>
                    <a:pt x="1877" y="6199"/>
                  </a:lnTo>
                  <a:lnTo>
                    <a:pt x="1867" y="6090"/>
                  </a:lnTo>
                  <a:lnTo>
                    <a:pt x="1867" y="6089"/>
                  </a:lnTo>
                  <a:lnTo>
                    <a:pt x="1858" y="5978"/>
                  </a:lnTo>
                  <a:lnTo>
                    <a:pt x="1858" y="5978"/>
                  </a:lnTo>
                  <a:lnTo>
                    <a:pt x="1850" y="5866"/>
                  </a:lnTo>
                  <a:lnTo>
                    <a:pt x="1850" y="5865"/>
                  </a:lnTo>
                  <a:lnTo>
                    <a:pt x="1844" y="5753"/>
                  </a:lnTo>
                  <a:lnTo>
                    <a:pt x="1844" y="5753"/>
                  </a:lnTo>
                  <a:lnTo>
                    <a:pt x="1840" y="5641"/>
                  </a:lnTo>
                  <a:lnTo>
                    <a:pt x="1840" y="5640"/>
                  </a:lnTo>
                  <a:lnTo>
                    <a:pt x="1838" y="5527"/>
                  </a:lnTo>
                  <a:lnTo>
                    <a:pt x="1838" y="5526"/>
                  </a:lnTo>
                  <a:lnTo>
                    <a:pt x="1837" y="5412"/>
                  </a:lnTo>
                  <a:lnTo>
                    <a:pt x="1837" y="5411"/>
                  </a:lnTo>
                  <a:lnTo>
                    <a:pt x="1838" y="5296"/>
                  </a:lnTo>
                  <a:lnTo>
                    <a:pt x="1838" y="5296"/>
                  </a:lnTo>
                  <a:lnTo>
                    <a:pt x="1840" y="5181"/>
                  </a:lnTo>
                  <a:lnTo>
                    <a:pt x="1840" y="5180"/>
                  </a:lnTo>
                  <a:lnTo>
                    <a:pt x="1844" y="5065"/>
                  </a:lnTo>
                  <a:lnTo>
                    <a:pt x="1844" y="5065"/>
                  </a:lnTo>
                  <a:lnTo>
                    <a:pt x="1849" y="4950"/>
                  </a:lnTo>
                  <a:lnTo>
                    <a:pt x="1850" y="4950"/>
                  </a:lnTo>
                  <a:lnTo>
                    <a:pt x="1856" y="4835"/>
                  </a:lnTo>
                  <a:lnTo>
                    <a:pt x="1856" y="4834"/>
                  </a:lnTo>
                  <a:lnTo>
                    <a:pt x="1864" y="4719"/>
                  </a:lnTo>
                  <a:lnTo>
                    <a:pt x="1864" y="4719"/>
                  </a:lnTo>
                  <a:lnTo>
                    <a:pt x="1874" y="4604"/>
                  </a:lnTo>
                  <a:lnTo>
                    <a:pt x="1874" y="4604"/>
                  </a:lnTo>
                  <a:lnTo>
                    <a:pt x="1885" y="4490"/>
                  </a:lnTo>
                  <a:lnTo>
                    <a:pt x="1886" y="4490"/>
                  </a:lnTo>
                  <a:lnTo>
                    <a:pt x="1899" y="4378"/>
                  </a:lnTo>
                  <a:lnTo>
                    <a:pt x="1899" y="4378"/>
                  </a:lnTo>
                  <a:lnTo>
                    <a:pt x="1915" y="4266"/>
                  </a:lnTo>
                  <a:lnTo>
                    <a:pt x="1915" y="4266"/>
                  </a:lnTo>
                  <a:lnTo>
                    <a:pt x="1932" y="4155"/>
                  </a:lnTo>
                  <a:lnTo>
                    <a:pt x="1932" y="4154"/>
                  </a:lnTo>
                  <a:lnTo>
                    <a:pt x="1952" y="4045"/>
                  </a:lnTo>
                  <a:lnTo>
                    <a:pt x="1952" y="4044"/>
                  </a:lnTo>
                  <a:lnTo>
                    <a:pt x="1973" y="3936"/>
                  </a:lnTo>
                  <a:lnTo>
                    <a:pt x="1973" y="3935"/>
                  </a:lnTo>
                  <a:lnTo>
                    <a:pt x="1996" y="3830"/>
                  </a:lnTo>
                  <a:lnTo>
                    <a:pt x="1997" y="3829"/>
                  </a:lnTo>
                  <a:lnTo>
                    <a:pt x="2022" y="3727"/>
                  </a:lnTo>
                  <a:lnTo>
                    <a:pt x="2023" y="3726"/>
                  </a:lnTo>
                  <a:lnTo>
                    <a:pt x="2051" y="3627"/>
                  </a:lnTo>
                  <a:lnTo>
                    <a:pt x="2051" y="3626"/>
                  </a:lnTo>
                  <a:lnTo>
                    <a:pt x="2082" y="3528"/>
                  </a:lnTo>
                  <a:lnTo>
                    <a:pt x="2082" y="3527"/>
                  </a:lnTo>
                  <a:lnTo>
                    <a:pt x="2115" y="3431"/>
                  </a:lnTo>
                  <a:lnTo>
                    <a:pt x="2116" y="3431"/>
                  </a:lnTo>
                  <a:lnTo>
                    <a:pt x="2151" y="3338"/>
                  </a:lnTo>
                  <a:lnTo>
                    <a:pt x="2151" y="3337"/>
                  </a:lnTo>
                  <a:lnTo>
                    <a:pt x="2188" y="3247"/>
                  </a:lnTo>
                  <a:lnTo>
                    <a:pt x="2188" y="3247"/>
                  </a:lnTo>
                  <a:lnTo>
                    <a:pt x="2227" y="3161"/>
                  </a:lnTo>
                  <a:lnTo>
                    <a:pt x="2227" y="3160"/>
                  </a:lnTo>
                  <a:lnTo>
                    <a:pt x="2268" y="3078"/>
                  </a:lnTo>
                  <a:lnTo>
                    <a:pt x="2268" y="3077"/>
                  </a:lnTo>
                  <a:lnTo>
                    <a:pt x="2310" y="2998"/>
                  </a:lnTo>
                  <a:lnTo>
                    <a:pt x="2310" y="2997"/>
                  </a:lnTo>
                  <a:lnTo>
                    <a:pt x="2354" y="2921"/>
                  </a:lnTo>
                  <a:lnTo>
                    <a:pt x="2355" y="2920"/>
                  </a:lnTo>
                  <a:lnTo>
                    <a:pt x="2400" y="2848"/>
                  </a:lnTo>
                  <a:lnTo>
                    <a:pt x="2401" y="2847"/>
                  </a:lnTo>
                  <a:lnTo>
                    <a:pt x="2448" y="2779"/>
                  </a:lnTo>
                  <a:lnTo>
                    <a:pt x="2449" y="2778"/>
                  </a:lnTo>
                  <a:lnTo>
                    <a:pt x="2497" y="2714"/>
                  </a:lnTo>
                  <a:lnTo>
                    <a:pt x="2498" y="2713"/>
                  </a:lnTo>
                  <a:lnTo>
                    <a:pt x="2549" y="2653"/>
                  </a:lnTo>
                  <a:lnTo>
                    <a:pt x="2550" y="2652"/>
                  </a:lnTo>
                  <a:lnTo>
                    <a:pt x="2603" y="2595"/>
                  </a:lnTo>
                  <a:lnTo>
                    <a:pt x="2604" y="2595"/>
                  </a:lnTo>
                  <a:lnTo>
                    <a:pt x="2658" y="2542"/>
                  </a:lnTo>
                  <a:lnTo>
                    <a:pt x="2659" y="2541"/>
                  </a:lnTo>
                  <a:lnTo>
                    <a:pt x="2715" y="2492"/>
                  </a:lnTo>
                  <a:lnTo>
                    <a:pt x="2716" y="2491"/>
                  </a:lnTo>
                  <a:lnTo>
                    <a:pt x="2773" y="2447"/>
                  </a:lnTo>
                  <a:lnTo>
                    <a:pt x="2774" y="2446"/>
                  </a:lnTo>
                  <a:lnTo>
                    <a:pt x="2831" y="2407"/>
                  </a:lnTo>
                  <a:lnTo>
                    <a:pt x="2832" y="2406"/>
                  </a:lnTo>
                  <a:lnTo>
                    <a:pt x="2892" y="2371"/>
                  </a:lnTo>
                  <a:lnTo>
                    <a:pt x="2894" y="2370"/>
                  </a:lnTo>
                  <a:lnTo>
                    <a:pt x="2957" y="2338"/>
                  </a:lnTo>
                  <a:lnTo>
                    <a:pt x="2959" y="2337"/>
                  </a:lnTo>
                  <a:lnTo>
                    <a:pt x="3024" y="2310"/>
                  </a:lnTo>
                  <a:lnTo>
                    <a:pt x="3025" y="2309"/>
                  </a:lnTo>
                  <a:lnTo>
                    <a:pt x="3088" y="2287"/>
                  </a:lnTo>
                  <a:lnTo>
                    <a:pt x="3090" y="2286"/>
                  </a:lnTo>
                  <a:lnTo>
                    <a:pt x="3147" y="2271"/>
                  </a:lnTo>
                  <a:lnTo>
                    <a:pt x="3149" y="2270"/>
                  </a:lnTo>
                  <a:lnTo>
                    <a:pt x="3196" y="2262"/>
                  </a:lnTo>
                  <a:lnTo>
                    <a:pt x="3200" y="2261"/>
                  </a:lnTo>
                  <a:lnTo>
                    <a:pt x="3236" y="2260"/>
                  </a:lnTo>
                  <a:lnTo>
                    <a:pt x="3238" y="2260"/>
                  </a:lnTo>
                  <a:lnTo>
                    <a:pt x="3240" y="2260"/>
                  </a:lnTo>
                  <a:lnTo>
                    <a:pt x="3268" y="2263"/>
                  </a:lnTo>
                  <a:lnTo>
                    <a:pt x="3270" y="2264"/>
                  </a:lnTo>
                  <a:lnTo>
                    <a:pt x="3273" y="2264"/>
                  </a:lnTo>
                  <a:lnTo>
                    <a:pt x="3296" y="2271"/>
                  </a:lnTo>
                  <a:lnTo>
                    <a:pt x="3298" y="2272"/>
                  </a:lnTo>
                  <a:lnTo>
                    <a:pt x="3300" y="2273"/>
                  </a:lnTo>
                  <a:lnTo>
                    <a:pt x="3322" y="2285"/>
                  </a:lnTo>
                  <a:lnTo>
                    <a:pt x="3324" y="2286"/>
                  </a:lnTo>
                  <a:lnTo>
                    <a:pt x="3326" y="2287"/>
                  </a:lnTo>
                  <a:lnTo>
                    <a:pt x="3350" y="2304"/>
                  </a:lnTo>
                  <a:lnTo>
                    <a:pt x="3352" y="2306"/>
                  </a:lnTo>
                  <a:lnTo>
                    <a:pt x="3378" y="2330"/>
                  </a:lnTo>
                  <a:lnTo>
                    <a:pt x="3380" y="2331"/>
                  </a:lnTo>
                  <a:lnTo>
                    <a:pt x="3405" y="2359"/>
                  </a:lnTo>
                  <a:lnTo>
                    <a:pt x="3407" y="2361"/>
                  </a:lnTo>
                  <a:lnTo>
                    <a:pt x="3431" y="2394"/>
                  </a:lnTo>
                  <a:lnTo>
                    <a:pt x="3432" y="2396"/>
                  </a:lnTo>
                  <a:lnTo>
                    <a:pt x="3456" y="2435"/>
                  </a:lnTo>
                  <a:lnTo>
                    <a:pt x="3457" y="2436"/>
                  </a:lnTo>
                  <a:lnTo>
                    <a:pt x="3481" y="2483"/>
                  </a:lnTo>
                  <a:lnTo>
                    <a:pt x="3481" y="2484"/>
                  </a:lnTo>
                  <a:lnTo>
                    <a:pt x="3507" y="2539"/>
                  </a:lnTo>
                  <a:lnTo>
                    <a:pt x="3507" y="2540"/>
                  </a:lnTo>
                  <a:lnTo>
                    <a:pt x="3534" y="2604"/>
                  </a:lnTo>
                  <a:lnTo>
                    <a:pt x="3534" y="2605"/>
                  </a:lnTo>
                  <a:lnTo>
                    <a:pt x="3563" y="2678"/>
                  </a:lnTo>
                  <a:lnTo>
                    <a:pt x="3564" y="2679"/>
                  </a:lnTo>
                  <a:lnTo>
                    <a:pt x="3594" y="2760"/>
                  </a:lnTo>
                  <a:lnTo>
                    <a:pt x="3594" y="2761"/>
                  </a:lnTo>
                  <a:lnTo>
                    <a:pt x="3625" y="2849"/>
                  </a:lnTo>
                  <a:lnTo>
                    <a:pt x="3625" y="2850"/>
                  </a:lnTo>
                  <a:lnTo>
                    <a:pt x="3655" y="2945"/>
                  </a:lnTo>
                  <a:lnTo>
                    <a:pt x="3655" y="2946"/>
                  </a:lnTo>
                  <a:lnTo>
                    <a:pt x="3684" y="3046"/>
                  </a:lnTo>
                  <a:lnTo>
                    <a:pt x="3685" y="3047"/>
                  </a:lnTo>
                  <a:lnTo>
                    <a:pt x="3712" y="3151"/>
                  </a:lnTo>
                  <a:lnTo>
                    <a:pt x="3712" y="3152"/>
                  </a:lnTo>
                  <a:lnTo>
                    <a:pt x="3738" y="3263"/>
                  </a:lnTo>
                  <a:lnTo>
                    <a:pt x="3738" y="3264"/>
                  </a:lnTo>
                  <a:lnTo>
                    <a:pt x="3763" y="3383"/>
                  </a:lnTo>
                  <a:lnTo>
                    <a:pt x="3763" y="3384"/>
                  </a:lnTo>
                  <a:lnTo>
                    <a:pt x="3786" y="3509"/>
                  </a:lnTo>
                  <a:lnTo>
                    <a:pt x="3787" y="3509"/>
                  </a:lnTo>
                  <a:lnTo>
                    <a:pt x="3809" y="3638"/>
                  </a:lnTo>
                  <a:lnTo>
                    <a:pt x="3809" y="3638"/>
                  </a:lnTo>
                  <a:lnTo>
                    <a:pt x="3830" y="3767"/>
                  </a:lnTo>
                  <a:lnTo>
                    <a:pt x="3830" y="3767"/>
                  </a:lnTo>
                  <a:lnTo>
                    <a:pt x="3849" y="3894"/>
                  </a:lnTo>
                  <a:lnTo>
                    <a:pt x="3849" y="3894"/>
                  </a:lnTo>
                  <a:lnTo>
                    <a:pt x="3867" y="4019"/>
                  </a:lnTo>
                  <a:lnTo>
                    <a:pt x="3867" y="4020"/>
                  </a:lnTo>
                  <a:lnTo>
                    <a:pt x="3882" y="4145"/>
                  </a:lnTo>
                  <a:lnTo>
                    <a:pt x="3882" y="4145"/>
                  </a:lnTo>
                  <a:lnTo>
                    <a:pt x="3896" y="4272"/>
                  </a:lnTo>
                  <a:lnTo>
                    <a:pt x="3896" y="4272"/>
                  </a:lnTo>
                  <a:lnTo>
                    <a:pt x="3909" y="4399"/>
                  </a:lnTo>
                  <a:lnTo>
                    <a:pt x="3909" y="4399"/>
                  </a:lnTo>
                  <a:lnTo>
                    <a:pt x="3920" y="4526"/>
                  </a:lnTo>
                  <a:lnTo>
                    <a:pt x="3921" y="4526"/>
                  </a:lnTo>
                  <a:lnTo>
                    <a:pt x="3932" y="4652"/>
                  </a:lnTo>
                  <a:lnTo>
                    <a:pt x="3932" y="4653"/>
                  </a:lnTo>
                  <a:lnTo>
                    <a:pt x="3943" y="4779"/>
                  </a:lnTo>
                  <a:lnTo>
                    <a:pt x="3943" y="4779"/>
                  </a:lnTo>
                  <a:lnTo>
                    <a:pt x="3953" y="4905"/>
                  </a:lnTo>
                  <a:lnTo>
                    <a:pt x="3953" y="4906"/>
                  </a:lnTo>
                  <a:lnTo>
                    <a:pt x="3961" y="5032"/>
                  </a:lnTo>
                  <a:lnTo>
                    <a:pt x="3961" y="5032"/>
                  </a:lnTo>
                  <a:lnTo>
                    <a:pt x="3970" y="5159"/>
                  </a:lnTo>
                  <a:lnTo>
                    <a:pt x="3978" y="5286"/>
                  </a:lnTo>
                  <a:lnTo>
                    <a:pt x="3987" y="5413"/>
                  </a:lnTo>
                  <a:lnTo>
                    <a:pt x="3987" y="5413"/>
                  </a:lnTo>
                  <a:lnTo>
                    <a:pt x="3997" y="5540"/>
                  </a:lnTo>
                  <a:lnTo>
                    <a:pt x="4007" y="5666"/>
                  </a:lnTo>
                  <a:lnTo>
                    <a:pt x="4017" y="5793"/>
                  </a:lnTo>
                  <a:lnTo>
                    <a:pt x="4017" y="5793"/>
                  </a:lnTo>
                  <a:lnTo>
                    <a:pt x="4026" y="5919"/>
                  </a:lnTo>
                  <a:lnTo>
                    <a:pt x="4026" y="5919"/>
                  </a:lnTo>
                  <a:lnTo>
                    <a:pt x="4035" y="6046"/>
                  </a:lnTo>
                  <a:lnTo>
                    <a:pt x="4035" y="6046"/>
                  </a:lnTo>
                  <a:lnTo>
                    <a:pt x="4043" y="6173"/>
                  </a:lnTo>
                  <a:lnTo>
                    <a:pt x="4043" y="6174"/>
                  </a:lnTo>
                  <a:lnTo>
                    <a:pt x="4052" y="6313"/>
                  </a:lnTo>
                  <a:lnTo>
                    <a:pt x="4052" y="6314"/>
                  </a:lnTo>
                  <a:lnTo>
                    <a:pt x="4064" y="6467"/>
                  </a:lnTo>
                  <a:lnTo>
                    <a:pt x="4064" y="6467"/>
                  </a:lnTo>
                  <a:lnTo>
                    <a:pt x="4076" y="6620"/>
                  </a:lnTo>
                  <a:lnTo>
                    <a:pt x="4076" y="6620"/>
                  </a:lnTo>
                  <a:lnTo>
                    <a:pt x="4083" y="6758"/>
                  </a:lnTo>
                  <a:lnTo>
                    <a:pt x="4083" y="6759"/>
                  </a:lnTo>
                  <a:lnTo>
                    <a:pt x="4082" y="6835"/>
                  </a:lnTo>
                  <a:lnTo>
                    <a:pt x="4082" y="6837"/>
                  </a:lnTo>
                  <a:lnTo>
                    <a:pt x="4082" y="6840"/>
                  </a:lnTo>
                  <a:lnTo>
                    <a:pt x="4081" y="6842"/>
                  </a:lnTo>
                  <a:lnTo>
                    <a:pt x="4080" y="6845"/>
                  </a:lnTo>
                  <a:lnTo>
                    <a:pt x="4079" y="6847"/>
                  </a:lnTo>
                  <a:lnTo>
                    <a:pt x="4078" y="6849"/>
                  </a:lnTo>
                  <a:lnTo>
                    <a:pt x="4076" y="6851"/>
                  </a:lnTo>
                  <a:lnTo>
                    <a:pt x="4074" y="6853"/>
                  </a:lnTo>
                  <a:lnTo>
                    <a:pt x="4073" y="6855"/>
                  </a:lnTo>
                  <a:lnTo>
                    <a:pt x="4070" y="6857"/>
                  </a:lnTo>
                  <a:lnTo>
                    <a:pt x="4068" y="6858"/>
                  </a:lnTo>
                  <a:lnTo>
                    <a:pt x="4066" y="6859"/>
                  </a:lnTo>
                  <a:lnTo>
                    <a:pt x="4063" y="6860"/>
                  </a:lnTo>
                  <a:lnTo>
                    <a:pt x="4061" y="6861"/>
                  </a:lnTo>
                  <a:lnTo>
                    <a:pt x="4058" y="6861"/>
                  </a:lnTo>
                  <a:lnTo>
                    <a:pt x="4056" y="6861"/>
                  </a:lnTo>
                  <a:lnTo>
                    <a:pt x="4053" y="6861"/>
                  </a:lnTo>
                  <a:lnTo>
                    <a:pt x="4051" y="6861"/>
                  </a:lnTo>
                  <a:lnTo>
                    <a:pt x="4048" y="6860"/>
                  </a:lnTo>
                  <a:lnTo>
                    <a:pt x="4046" y="6859"/>
                  </a:lnTo>
                  <a:lnTo>
                    <a:pt x="4043" y="6858"/>
                  </a:lnTo>
                  <a:lnTo>
                    <a:pt x="4041" y="6857"/>
                  </a:lnTo>
                  <a:lnTo>
                    <a:pt x="4039" y="6855"/>
                  </a:lnTo>
                  <a:lnTo>
                    <a:pt x="4037" y="6854"/>
                  </a:lnTo>
                  <a:lnTo>
                    <a:pt x="4035" y="6852"/>
                  </a:lnTo>
                  <a:lnTo>
                    <a:pt x="4014" y="6827"/>
                  </a:lnTo>
                  <a:lnTo>
                    <a:pt x="4012" y="6825"/>
                  </a:lnTo>
                  <a:lnTo>
                    <a:pt x="3961" y="6771"/>
                  </a:lnTo>
                  <a:lnTo>
                    <a:pt x="3958" y="6768"/>
                  </a:lnTo>
                  <a:lnTo>
                    <a:pt x="3954" y="6765"/>
                  </a:lnTo>
                  <a:lnTo>
                    <a:pt x="3900" y="6726"/>
                  </a:lnTo>
                  <a:lnTo>
                    <a:pt x="3896" y="6723"/>
                  </a:lnTo>
                  <a:lnTo>
                    <a:pt x="3892" y="6721"/>
                  </a:lnTo>
                  <a:lnTo>
                    <a:pt x="3834" y="6692"/>
                  </a:lnTo>
                  <a:lnTo>
                    <a:pt x="3833" y="6692"/>
                  </a:lnTo>
                  <a:lnTo>
                    <a:pt x="3769" y="6661"/>
                  </a:lnTo>
                  <a:lnTo>
                    <a:pt x="3767" y="6660"/>
                  </a:lnTo>
                  <a:lnTo>
                    <a:pt x="3698" y="6630"/>
                  </a:lnTo>
                  <a:lnTo>
                    <a:pt x="3695" y="6628"/>
                  </a:lnTo>
                  <a:lnTo>
                    <a:pt x="3623" y="6602"/>
                  </a:lnTo>
                  <a:lnTo>
                    <a:pt x="3618" y="6600"/>
                  </a:lnTo>
                  <a:lnTo>
                    <a:pt x="3545" y="6579"/>
                  </a:lnTo>
                  <a:lnTo>
                    <a:pt x="3538" y="6578"/>
                  </a:lnTo>
                  <a:lnTo>
                    <a:pt x="3465" y="6565"/>
                  </a:lnTo>
                  <a:lnTo>
                    <a:pt x="3459" y="6564"/>
                  </a:lnTo>
                  <a:lnTo>
                    <a:pt x="3383" y="6558"/>
                  </a:lnTo>
                  <a:lnTo>
                    <a:pt x="3379" y="6558"/>
                  </a:lnTo>
                  <a:lnTo>
                    <a:pt x="3301" y="6557"/>
                  </a:lnTo>
                  <a:lnTo>
                    <a:pt x="3296" y="6557"/>
                  </a:lnTo>
                  <a:lnTo>
                    <a:pt x="3216" y="6562"/>
                  </a:lnTo>
                  <a:lnTo>
                    <a:pt x="3211" y="6563"/>
                  </a:lnTo>
                  <a:lnTo>
                    <a:pt x="3130" y="6574"/>
                  </a:lnTo>
                  <a:lnTo>
                    <a:pt x="3125" y="6575"/>
                  </a:lnTo>
                  <a:lnTo>
                    <a:pt x="3043" y="6594"/>
                  </a:lnTo>
                  <a:lnTo>
                    <a:pt x="3038" y="6595"/>
                  </a:lnTo>
                  <a:lnTo>
                    <a:pt x="2956" y="6621"/>
                  </a:lnTo>
                  <a:lnTo>
                    <a:pt x="2951" y="6624"/>
                  </a:lnTo>
                  <a:lnTo>
                    <a:pt x="2867" y="6660"/>
                  </a:lnTo>
                  <a:lnTo>
                    <a:pt x="2863" y="6663"/>
                  </a:lnTo>
                  <a:lnTo>
                    <a:pt x="2776" y="6710"/>
                  </a:lnTo>
                  <a:lnTo>
                    <a:pt x="2773" y="6712"/>
                  </a:lnTo>
                  <a:lnTo>
                    <a:pt x="2686" y="6766"/>
                  </a:lnTo>
                  <a:lnTo>
                    <a:pt x="2683" y="6767"/>
                  </a:lnTo>
                  <a:lnTo>
                    <a:pt x="2598" y="6826"/>
                  </a:lnTo>
                  <a:lnTo>
                    <a:pt x="2596" y="6828"/>
                  </a:lnTo>
                  <a:lnTo>
                    <a:pt x="2516" y="6888"/>
                  </a:lnTo>
                  <a:lnTo>
                    <a:pt x="2514" y="6890"/>
                  </a:lnTo>
                  <a:lnTo>
                    <a:pt x="2442" y="6948"/>
                  </a:lnTo>
                  <a:lnTo>
                    <a:pt x="2438" y="6952"/>
                  </a:lnTo>
                  <a:lnTo>
                    <a:pt x="2373" y="7014"/>
                  </a:lnTo>
                  <a:lnTo>
                    <a:pt x="2369" y="7019"/>
                  </a:lnTo>
                  <a:lnTo>
                    <a:pt x="2309" y="7089"/>
                  </a:lnTo>
                  <a:lnTo>
                    <a:pt x="2307" y="7091"/>
                  </a:lnTo>
                  <a:lnTo>
                    <a:pt x="2251" y="7163"/>
                  </a:lnTo>
                  <a:lnTo>
                    <a:pt x="2251" y="7164"/>
                  </a:lnTo>
                  <a:lnTo>
                    <a:pt x="2201" y="7231"/>
                  </a:lnTo>
                  <a:lnTo>
                    <a:pt x="2200" y="7232"/>
                  </a:lnTo>
                  <a:lnTo>
                    <a:pt x="2158" y="7286"/>
                  </a:lnTo>
                  <a:lnTo>
                    <a:pt x="2156" y="7288"/>
                  </a:lnTo>
                  <a:lnTo>
                    <a:pt x="2122" y="7323"/>
                  </a:lnTo>
                  <a:lnTo>
                    <a:pt x="2120" y="7325"/>
                  </a:lnTo>
                  <a:lnTo>
                    <a:pt x="2110" y="733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6" name="PulmonDerecho_3"/>
            <p:cNvGrpSpPr/>
            <p:nvPr/>
          </p:nvGrpSpPr>
          <p:grpSpPr>
            <a:xfrm>
              <a:off x="9250422" y="1717744"/>
              <a:ext cx="481994" cy="1070701"/>
              <a:chOff x="9250422" y="1717744"/>
              <a:chExt cx="481994" cy="1070701"/>
            </a:xfrm>
          </p:grpSpPr>
          <p:sp>
            <p:nvSpPr>
              <p:cNvPr id="97" name="Forma 98"/>
              <p:cNvSpPr/>
              <p:nvPr/>
            </p:nvSpPr>
            <p:spPr>
              <a:xfrm>
                <a:off x="9250422" y="1717744"/>
                <a:ext cx="481994" cy="107070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8" name="Forma 99"/>
              <p:cNvSpPr/>
              <p:nvPr/>
            </p:nvSpPr>
            <p:spPr>
              <a:xfrm>
                <a:off x="9286939" y="1822820"/>
                <a:ext cx="372783" cy="766487"/>
              </a:xfrm>
              <a:custGeom>
                <a:avLst/>
                <a:gdLst/>
                <a:ahLst/>
                <a:cxnLst/>
                <a:rect l="0" t="0" r="r" b="b"/>
                <a:pathLst>
                  <a:path w="1273" h="2704" fill="none">
                    <a:moveTo>
                      <a:pt x="1273" y="1273"/>
                    </a:moveTo>
                    <a:lnTo>
                      <a:pt x="935" y="1092"/>
                    </a:lnTo>
                    <a:lnTo>
                      <a:pt x="520" y="780"/>
                    </a:lnTo>
                    <a:lnTo>
                      <a:pt x="285" y="468"/>
                    </a:lnTo>
                  </a:path>
                  <a:path w="1273" h="2704" fill="none">
                    <a:moveTo>
                      <a:pt x="935" y="1092"/>
                    </a:moveTo>
                    <a:lnTo>
                      <a:pt x="780" y="623"/>
                    </a:lnTo>
                    <a:lnTo>
                      <a:pt x="701" y="103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780" y="1352"/>
                    </a:lnTo>
                    <a:lnTo>
                      <a:pt x="260" y="1352"/>
                    </a:lnTo>
                    <a:lnTo>
                      <a:pt x="0" y="1403"/>
                    </a:lnTo>
                  </a:path>
                  <a:path w="1273" h="2704" fill="none">
                    <a:moveTo>
                      <a:pt x="780" y="1352"/>
                    </a:moveTo>
                    <a:lnTo>
                      <a:pt x="415" y="1716"/>
                    </a:lnTo>
                    <a:lnTo>
                      <a:pt x="130" y="2027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935" y="1716"/>
                    </a:lnTo>
                    <a:lnTo>
                      <a:pt x="623" y="2236"/>
                    </a:lnTo>
                    <a:lnTo>
                      <a:pt x="337" y="2652"/>
                    </a:lnTo>
                  </a:path>
                  <a:path w="1273" h="2704" fill="none">
                    <a:moveTo>
                      <a:pt x="935" y="1716"/>
                    </a:moveTo>
                    <a:lnTo>
                      <a:pt x="1092" y="2236"/>
                    </a:lnTo>
                    <a:lnTo>
                      <a:pt x="935" y="2704"/>
                    </a:lnTo>
                  </a:path>
                  <a:path w="1273" h="2704" fill="none">
                    <a:moveTo>
                      <a:pt x="623" y="2236"/>
                    </a:moveTo>
                    <a:lnTo>
                      <a:pt x="207" y="2496"/>
                    </a:lnTo>
                    <a:lnTo>
                      <a:pt x="0" y="2652"/>
                    </a:lnTo>
                  </a:path>
                  <a:path w="1273" h="2704" fill="none">
                    <a:moveTo>
                      <a:pt x="520" y="780"/>
                    </a:moveTo>
                    <a:lnTo>
                      <a:pt x="155" y="883"/>
                    </a:lnTo>
                    <a:lnTo>
                      <a:pt x="15" y="989"/>
                    </a:lnTo>
                  </a:path>
                  <a:path w="1273" h="2704" fill="none">
                    <a:moveTo>
                      <a:pt x="780" y="623"/>
                    </a:moveTo>
                    <a:lnTo>
                      <a:pt x="467" y="311"/>
                    </a:lnTo>
                  </a:path>
                  <a:path w="1273" h="2704" fill="none">
                    <a:moveTo>
                      <a:pt x="415" y="1716"/>
                    </a:moveTo>
                    <a:lnTo>
                      <a:pt x="467" y="2080"/>
                    </a:lnTo>
                    <a:lnTo>
                      <a:pt x="311" y="2444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1195" y="883"/>
                    </a:lnTo>
                    <a:lnTo>
                      <a:pt x="1040" y="468"/>
                    </a:lnTo>
                    <a:lnTo>
                      <a:pt x="935" y="0"/>
                    </a:lnTo>
                  </a:path>
                  <a:path w="1273" h="2704" fill="none">
                    <a:moveTo>
                      <a:pt x="260" y="1352"/>
                    </a:moveTo>
                    <a:lnTo>
                      <a:pt x="103" y="166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9" name="Forma 100"/>
              <p:cNvSpPr/>
              <p:nvPr/>
            </p:nvSpPr>
            <p:spPr>
              <a:xfrm>
                <a:off x="9264654" y="2183953"/>
                <a:ext cx="402676" cy="446104"/>
              </a:xfrm>
              <a:custGeom>
                <a:avLst/>
                <a:gdLst/>
                <a:ahLst/>
                <a:cxnLst/>
                <a:rect l="0" t="0" r="r" b="b"/>
                <a:pathLst>
                  <a:path w="1376" h="1573" fill="none">
                    <a:moveTo>
                      <a:pt x="0" y="86"/>
                    </a:moveTo>
                    <a:lnTo>
                      <a:pt x="89" y="95"/>
                    </a:lnTo>
                    <a:lnTo>
                      <a:pt x="210" y="106"/>
                    </a:lnTo>
                    <a:lnTo>
                      <a:pt x="332" y="115"/>
                    </a:lnTo>
                    <a:lnTo>
                      <a:pt x="440" y="119"/>
                    </a:lnTo>
                    <a:lnTo>
                      <a:pt x="529" y="117"/>
                    </a:lnTo>
                    <a:lnTo>
                      <a:pt x="609" y="110"/>
                    </a:lnTo>
                    <a:lnTo>
                      <a:pt x="687" y="101"/>
                    </a:lnTo>
                    <a:lnTo>
                      <a:pt x="768" y="89"/>
                    </a:lnTo>
                    <a:lnTo>
                      <a:pt x="856" y="78"/>
                    </a:lnTo>
                    <a:lnTo>
                      <a:pt x="961" y="63"/>
                    </a:lnTo>
                    <a:lnTo>
                      <a:pt x="1081" y="45"/>
                    </a:lnTo>
                    <a:lnTo>
                      <a:pt x="1200" y="27"/>
                    </a:lnTo>
                    <a:lnTo>
                      <a:pt x="1303" y="11"/>
                    </a:lnTo>
                    <a:lnTo>
                      <a:pt x="1376" y="0"/>
                    </a:lnTo>
                  </a:path>
                  <a:path w="1376" h="1573" fill="none">
                    <a:moveTo>
                      <a:pt x="34" y="1573"/>
                    </a:moveTo>
                    <a:lnTo>
                      <a:pt x="87" y="1508"/>
                    </a:lnTo>
                    <a:lnTo>
                      <a:pt x="177" y="1398"/>
                    </a:lnTo>
                    <a:lnTo>
                      <a:pt x="282" y="1270"/>
                    </a:lnTo>
                    <a:lnTo>
                      <a:pt x="391" y="1137"/>
                    </a:lnTo>
                    <a:lnTo>
                      <a:pt x="492" y="1013"/>
                    </a:lnTo>
                    <a:lnTo>
                      <a:pt x="586" y="896"/>
                    </a:lnTo>
                    <a:lnTo>
                      <a:pt x="681" y="775"/>
                    </a:lnTo>
                    <a:lnTo>
                      <a:pt x="776" y="655"/>
                    </a:lnTo>
                    <a:lnTo>
                      <a:pt x="869" y="543"/>
                    </a:lnTo>
                    <a:lnTo>
                      <a:pt x="960" y="442"/>
                    </a:lnTo>
                    <a:lnTo>
                      <a:pt x="1053" y="350"/>
                    </a:lnTo>
                    <a:lnTo>
                      <a:pt x="1150" y="263"/>
                    </a:lnTo>
                    <a:lnTo>
                      <a:pt x="1242" y="187"/>
                    </a:lnTo>
                    <a:lnTo>
                      <a:pt x="1320" y="124"/>
                    </a:lnTo>
                    <a:lnTo>
                      <a:pt x="1376" y="7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0" name="PleuraVisceralD_3"/>
            <p:cNvSpPr/>
            <p:nvPr/>
          </p:nvSpPr>
          <p:spPr>
            <a:xfrm>
              <a:off x="9250422" y="1717744"/>
              <a:ext cx="481994" cy="1070701"/>
            </a:xfrm>
            <a:custGeom>
              <a:avLst/>
              <a:gdLst/>
              <a:ahLst/>
              <a:cxnLst/>
              <a:rect l="0" t="0" r="r" b="b"/>
              <a:pathLst>
                <a:path w="1647" h="3777" fill="none">
                  <a:moveTo>
                    <a:pt x="179" y="3770"/>
                  </a:moveTo>
                  <a:lnTo>
                    <a:pt x="205" y="3744"/>
                  </a:lnTo>
                  <a:lnTo>
                    <a:pt x="236" y="3703"/>
                  </a:lnTo>
                  <a:lnTo>
                    <a:pt x="274" y="3653"/>
                  </a:lnTo>
                  <a:lnTo>
                    <a:pt x="275" y="3652"/>
                  </a:lnTo>
                  <a:lnTo>
                    <a:pt x="317" y="3598"/>
                  </a:lnTo>
                  <a:lnTo>
                    <a:pt x="319" y="3595"/>
                  </a:lnTo>
                  <a:lnTo>
                    <a:pt x="364" y="3542"/>
                  </a:lnTo>
                  <a:lnTo>
                    <a:pt x="368" y="3538"/>
                  </a:lnTo>
                  <a:lnTo>
                    <a:pt x="417" y="3491"/>
                  </a:lnTo>
                  <a:lnTo>
                    <a:pt x="421" y="3487"/>
                  </a:lnTo>
                  <a:lnTo>
                    <a:pt x="476" y="3443"/>
                  </a:lnTo>
                  <a:lnTo>
                    <a:pt x="477" y="3442"/>
                  </a:lnTo>
                  <a:lnTo>
                    <a:pt x="538" y="3396"/>
                  </a:lnTo>
                  <a:lnTo>
                    <a:pt x="540" y="3395"/>
                  </a:lnTo>
                  <a:lnTo>
                    <a:pt x="604" y="3350"/>
                  </a:lnTo>
                  <a:lnTo>
                    <a:pt x="606" y="3349"/>
                  </a:lnTo>
                  <a:lnTo>
                    <a:pt x="672" y="3308"/>
                  </a:lnTo>
                  <a:lnTo>
                    <a:pt x="675" y="3306"/>
                  </a:lnTo>
                  <a:lnTo>
                    <a:pt x="741" y="3270"/>
                  </a:lnTo>
                  <a:lnTo>
                    <a:pt x="745" y="3268"/>
                  </a:lnTo>
                  <a:lnTo>
                    <a:pt x="808" y="3240"/>
                  </a:lnTo>
                  <a:lnTo>
                    <a:pt x="814" y="3238"/>
                  </a:lnTo>
                  <a:lnTo>
                    <a:pt x="876" y="3218"/>
                  </a:lnTo>
                  <a:lnTo>
                    <a:pt x="881" y="3217"/>
                  </a:lnTo>
                  <a:lnTo>
                    <a:pt x="943" y="3203"/>
                  </a:lnTo>
                  <a:lnTo>
                    <a:pt x="948" y="3202"/>
                  </a:lnTo>
                  <a:lnTo>
                    <a:pt x="1010" y="3193"/>
                  </a:lnTo>
                  <a:lnTo>
                    <a:pt x="1014" y="3193"/>
                  </a:lnTo>
                  <a:lnTo>
                    <a:pt x="1075" y="3189"/>
                  </a:lnTo>
                  <a:lnTo>
                    <a:pt x="1079" y="3189"/>
                  </a:lnTo>
                  <a:lnTo>
                    <a:pt x="1139" y="3189"/>
                  </a:lnTo>
                  <a:lnTo>
                    <a:pt x="1142" y="3190"/>
                  </a:lnTo>
                  <a:lnTo>
                    <a:pt x="1200" y="3194"/>
                  </a:lnTo>
                  <a:lnTo>
                    <a:pt x="1205" y="3195"/>
                  </a:lnTo>
                  <a:lnTo>
                    <a:pt x="1262" y="3204"/>
                  </a:lnTo>
                  <a:lnTo>
                    <a:pt x="1268" y="3206"/>
                  </a:lnTo>
                  <a:lnTo>
                    <a:pt x="1324" y="3222"/>
                  </a:lnTo>
                  <a:lnTo>
                    <a:pt x="1328" y="3223"/>
                  </a:lnTo>
                  <a:lnTo>
                    <a:pt x="1383" y="3244"/>
                  </a:lnTo>
                  <a:lnTo>
                    <a:pt x="1385" y="3245"/>
                  </a:lnTo>
                  <a:lnTo>
                    <a:pt x="1438" y="3268"/>
                  </a:lnTo>
                  <a:lnTo>
                    <a:pt x="1439" y="3268"/>
                  </a:lnTo>
                  <a:lnTo>
                    <a:pt x="1488" y="3292"/>
                  </a:lnTo>
                  <a:lnTo>
                    <a:pt x="1489" y="3292"/>
                  </a:lnTo>
                  <a:lnTo>
                    <a:pt x="1533" y="3314"/>
                  </a:lnTo>
                  <a:lnTo>
                    <a:pt x="1537" y="3316"/>
                  </a:lnTo>
                  <a:lnTo>
                    <a:pt x="1541" y="3319"/>
                  </a:lnTo>
                  <a:lnTo>
                    <a:pt x="1582" y="3349"/>
                  </a:lnTo>
                  <a:lnTo>
                    <a:pt x="1586" y="3352"/>
                  </a:lnTo>
                  <a:lnTo>
                    <a:pt x="1590" y="3356"/>
                  </a:lnTo>
                  <a:lnTo>
                    <a:pt x="1628" y="3396"/>
                  </a:lnTo>
                  <a:lnTo>
                    <a:pt x="1630" y="3398"/>
                  </a:lnTo>
                  <a:lnTo>
                    <a:pt x="1646" y="3417"/>
                  </a:lnTo>
                  <a:lnTo>
                    <a:pt x="1647" y="3361"/>
                  </a:lnTo>
                  <a:lnTo>
                    <a:pt x="1642" y="3257"/>
                  </a:lnTo>
                  <a:lnTo>
                    <a:pt x="1633" y="3142"/>
                  </a:lnTo>
                  <a:lnTo>
                    <a:pt x="1624" y="3027"/>
                  </a:lnTo>
                  <a:lnTo>
                    <a:pt x="1624" y="3027"/>
                  </a:lnTo>
                  <a:lnTo>
                    <a:pt x="1617" y="2922"/>
                  </a:lnTo>
                  <a:lnTo>
                    <a:pt x="1617" y="2922"/>
                  </a:lnTo>
                  <a:lnTo>
                    <a:pt x="1611" y="2826"/>
                  </a:lnTo>
                  <a:lnTo>
                    <a:pt x="1605" y="2731"/>
                  </a:lnTo>
                  <a:lnTo>
                    <a:pt x="1597" y="2636"/>
                  </a:lnTo>
                  <a:lnTo>
                    <a:pt x="1590" y="2541"/>
                  </a:lnTo>
                  <a:lnTo>
                    <a:pt x="1582" y="2446"/>
                  </a:lnTo>
                  <a:lnTo>
                    <a:pt x="1582" y="2446"/>
                  </a:lnTo>
                  <a:lnTo>
                    <a:pt x="1575" y="2350"/>
                  </a:lnTo>
                  <a:lnTo>
                    <a:pt x="1575" y="2350"/>
                  </a:lnTo>
                  <a:lnTo>
                    <a:pt x="1569" y="2255"/>
                  </a:lnTo>
                  <a:lnTo>
                    <a:pt x="1569" y="2255"/>
                  </a:lnTo>
                  <a:lnTo>
                    <a:pt x="1562" y="2159"/>
                  </a:lnTo>
                  <a:lnTo>
                    <a:pt x="1556" y="2064"/>
                  </a:lnTo>
                  <a:lnTo>
                    <a:pt x="1549" y="1969"/>
                  </a:lnTo>
                  <a:lnTo>
                    <a:pt x="1542" y="1874"/>
                  </a:lnTo>
                  <a:lnTo>
                    <a:pt x="1534" y="1779"/>
                  </a:lnTo>
                  <a:lnTo>
                    <a:pt x="1525" y="1684"/>
                  </a:lnTo>
                  <a:lnTo>
                    <a:pt x="1516" y="1589"/>
                  </a:lnTo>
                  <a:lnTo>
                    <a:pt x="1507" y="1493"/>
                  </a:lnTo>
                  <a:lnTo>
                    <a:pt x="1496" y="1399"/>
                  </a:lnTo>
                  <a:lnTo>
                    <a:pt x="1485" y="1304"/>
                  </a:lnTo>
                  <a:lnTo>
                    <a:pt x="1472" y="1210"/>
                  </a:lnTo>
                  <a:lnTo>
                    <a:pt x="1457" y="1115"/>
                  </a:lnTo>
                  <a:lnTo>
                    <a:pt x="1441" y="1018"/>
                  </a:lnTo>
                  <a:lnTo>
                    <a:pt x="1425" y="922"/>
                  </a:lnTo>
                  <a:lnTo>
                    <a:pt x="1407" y="828"/>
                  </a:lnTo>
                  <a:lnTo>
                    <a:pt x="1388" y="738"/>
                  </a:lnTo>
                  <a:lnTo>
                    <a:pt x="1369" y="654"/>
                  </a:lnTo>
                  <a:lnTo>
                    <a:pt x="1348" y="576"/>
                  </a:lnTo>
                  <a:lnTo>
                    <a:pt x="1326" y="500"/>
                  </a:lnTo>
                  <a:lnTo>
                    <a:pt x="1304" y="429"/>
                  </a:lnTo>
                  <a:lnTo>
                    <a:pt x="1281" y="363"/>
                  </a:lnTo>
                  <a:lnTo>
                    <a:pt x="1258" y="301"/>
                  </a:lnTo>
                  <a:lnTo>
                    <a:pt x="1236" y="246"/>
                  </a:lnTo>
                  <a:lnTo>
                    <a:pt x="1216" y="198"/>
                  </a:lnTo>
                  <a:lnTo>
                    <a:pt x="1197" y="156"/>
                  </a:lnTo>
                  <a:lnTo>
                    <a:pt x="1179" y="121"/>
                  </a:lnTo>
                  <a:lnTo>
                    <a:pt x="1161" y="92"/>
                  </a:lnTo>
                  <a:lnTo>
                    <a:pt x="1143" y="68"/>
                  </a:lnTo>
                  <a:lnTo>
                    <a:pt x="1124" y="47"/>
                  </a:lnTo>
                  <a:lnTo>
                    <a:pt x="1104" y="29"/>
                  </a:lnTo>
                  <a:lnTo>
                    <a:pt x="1086" y="16"/>
                  </a:lnTo>
                  <a:lnTo>
                    <a:pt x="1070" y="7"/>
                  </a:lnTo>
                  <a:lnTo>
                    <a:pt x="1052" y="2"/>
                  </a:lnTo>
                  <a:lnTo>
                    <a:pt x="1031" y="0"/>
                  </a:lnTo>
                  <a:lnTo>
                    <a:pt x="1004" y="1"/>
                  </a:lnTo>
                  <a:lnTo>
                    <a:pt x="969" y="7"/>
                  </a:lnTo>
                  <a:lnTo>
                    <a:pt x="926" y="19"/>
                  </a:lnTo>
                  <a:lnTo>
                    <a:pt x="879" y="35"/>
                  </a:lnTo>
                  <a:lnTo>
                    <a:pt x="830" y="56"/>
                  </a:lnTo>
                  <a:lnTo>
                    <a:pt x="782" y="80"/>
                  </a:lnTo>
                  <a:lnTo>
                    <a:pt x="737" y="106"/>
                  </a:lnTo>
                  <a:lnTo>
                    <a:pt x="695" y="136"/>
                  </a:lnTo>
                  <a:lnTo>
                    <a:pt x="652" y="169"/>
                  </a:lnTo>
                  <a:lnTo>
                    <a:pt x="610" y="206"/>
                  </a:lnTo>
                  <a:lnTo>
                    <a:pt x="569" y="245"/>
                  </a:lnTo>
                  <a:lnTo>
                    <a:pt x="529" y="288"/>
                  </a:lnTo>
                  <a:lnTo>
                    <a:pt x="491" y="333"/>
                  </a:lnTo>
                  <a:lnTo>
                    <a:pt x="455" y="381"/>
                  </a:lnTo>
                  <a:lnTo>
                    <a:pt x="419" y="432"/>
                  </a:lnTo>
                  <a:lnTo>
                    <a:pt x="385" y="487"/>
                  </a:lnTo>
                  <a:lnTo>
                    <a:pt x="352" y="543"/>
                  </a:lnTo>
                  <a:lnTo>
                    <a:pt x="321" y="603"/>
                  </a:lnTo>
                  <a:lnTo>
                    <a:pt x="290" y="665"/>
                  </a:lnTo>
                  <a:lnTo>
                    <a:pt x="262" y="729"/>
                  </a:lnTo>
                  <a:lnTo>
                    <a:pt x="234" y="797"/>
                  </a:lnTo>
                  <a:lnTo>
                    <a:pt x="207" y="866"/>
                  </a:lnTo>
                  <a:lnTo>
                    <a:pt x="182" y="938"/>
                  </a:lnTo>
                  <a:lnTo>
                    <a:pt x="159" y="1012"/>
                  </a:lnTo>
                  <a:lnTo>
                    <a:pt x="138" y="1087"/>
                  </a:lnTo>
                  <a:lnTo>
                    <a:pt x="119" y="1164"/>
                  </a:lnTo>
                  <a:lnTo>
                    <a:pt x="101" y="1243"/>
                  </a:lnTo>
                  <a:lnTo>
                    <a:pt x="85" y="1324"/>
                  </a:lnTo>
                  <a:lnTo>
                    <a:pt x="71" y="1407"/>
                  </a:lnTo>
                  <a:lnTo>
                    <a:pt x="58" y="1490"/>
                  </a:lnTo>
                  <a:lnTo>
                    <a:pt x="46" y="1574"/>
                  </a:lnTo>
                  <a:lnTo>
                    <a:pt x="36" y="1658"/>
                  </a:lnTo>
                  <a:lnTo>
                    <a:pt x="27" y="1743"/>
                  </a:lnTo>
                  <a:lnTo>
                    <a:pt x="19" y="1829"/>
                  </a:lnTo>
                  <a:lnTo>
                    <a:pt x="13" y="1915"/>
                  </a:lnTo>
                  <a:lnTo>
                    <a:pt x="9" y="2002"/>
                  </a:lnTo>
                  <a:lnTo>
                    <a:pt x="5" y="2088"/>
                  </a:lnTo>
                  <a:lnTo>
                    <a:pt x="2" y="2175"/>
                  </a:lnTo>
                  <a:lnTo>
                    <a:pt x="0" y="2261"/>
                  </a:lnTo>
                  <a:lnTo>
                    <a:pt x="0" y="2348"/>
                  </a:lnTo>
                  <a:lnTo>
                    <a:pt x="0" y="2434"/>
                  </a:lnTo>
                  <a:lnTo>
                    <a:pt x="2" y="2519"/>
                  </a:lnTo>
                  <a:lnTo>
                    <a:pt x="5" y="2604"/>
                  </a:lnTo>
                  <a:lnTo>
                    <a:pt x="9" y="2688"/>
                  </a:lnTo>
                  <a:lnTo>
                    <a:pt x="15" y="2772"/>
                  </a:lnTo>
                  <a:lnTo>
                    <a:pt x="21" y="2856"/>
                  </a:lnTo>
                  <a:lnTo>
                    <a:pt x="29" y="2938"/>
                  </a:lnTo>
                  <a:lnTo>
                    <a:pt x="37" y="3017"/>
                  </a:lnTo>
                  <a:lnTo>
                    <a:pt x="46" y="3093"/>
                  </a:lnTo>
                  <a:lnTo>
                    <a:pt x="55" y="3166"/>
                  </a:lnTo>
                  <a:lnTo>
                    <a:pt x="65" y="3236"/>
                  </a:lnTo>
                  <a:lnTo>
                    <a:pt x="75" y="3303"/>
                  </a:lnTo>
                  <a:lnTo>
                    <a:pt x="86" y="3367"/>
                  </a:lnTo>
                  <a:lnTo>
                    <a:pt x="97" y="3430"/>
                  </a:lnTo>
                  <a:lnTo>
                    <a:pt x="108" y="3490"/>
                  </a:lnTo>
                  <a:lnTo>
                    <a:pt x="119" y="3551"/>
                  </a:lnTo>
                  <a:lnTo>
                    <a:pt x="130" y="3612"/>
                  </a:lnTo>
                  <a:lnTo>
                    <a:pt x="142" y="3670"/>
                  </a:lnTo>
                  <a:lnTo>
                    <a:pt x="154" y="3721"/>
                  </a:lnTo>
                  <a:lnTo>
                    <a:pt x="165" y="3761"/>
                  </a:lnTo>
                  <a:lnTo>
                    <a:pt x="171" y="3777"/>
                  </a:lnTo>
                  <a:lnTo>
                    <a:pt x="179" y="377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01" name="PulmonIzquierdo_3"/>
            <p:cNvGrpSpPr/>
            <p:nvPr/>
          </p:nvGrpSpPr>
          <p:grpSpPr>
            <a:xfrm>
              <a:off x="10197948" y="1261886"/>
              <a:ext cx="863365" cy="2127158"/>
              <a:chOff x="10197948" y="1261886"/>
              <a:chExt cx="863365" cy="2127158"/>
            </a:xfrm>
          </p:grpSpPr>
          <p:sp>
            <p:nvSpPr>
              <p:cNvPr id="102" name="Forma 103"/>
              <p:cNvSpPr/>
              <p:nvPr/>
            </p:nvSpPr>
            <p:spPr>
              <a:xfrm>
                <a:off x="101979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3" name="Forma 104"/>
              <p:cNvSpPr/>
              <p:nvPr/>
            </p:nvSpPr>
            <p:spPr>
              <a:xfrm>
                <a:off x="102741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4" name="Forma 105"/>
              <p:cNvSpPr/>
              <p:nvPr/>
            </p:nvSpPr>
            <p:spPr>
              <a:xfrm>
                <a:off x="102829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5" name="PleuraVisceralI_3"/>
            <p:cNvSpPr/>
            <p:nvPr/>
          </p:nvSpPr>
          <p:spPr>
            <a:xfrm>
              <a:off x="101979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6" name="PleuraPariet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7" name="PleuraPariet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8" name="VenaCavaSup_3"/>
            <p:cNvSpPr/>
            <p:nvPr/>
          </p:nvSpPr>
          <p:spPr>
            <a:xfrm>
              <a:off x="97943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9" name="VenaCavaInf_3"/>
            <p:cNvSpPr/>
            <p:nvPr/>
          </p:nvSpPr>
          <p:spPr>
            <a:xfrm>
              <a:off x="98206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10" name="Corazon_3"/>
            <p:cNvGrpSpPr/>
            <p:nvPr/>
          </p:nvGrpSpPr>
          <p:grpSpPr>
            <a:xfrm>
              <a:off x="9809168" y="2363067"/>
              <a:ext cx="778121" cy="802459"/>
              <a:chOff x="9809168" y="2363067"/>
              <a:chExt cx="778121" cy="802459"/>
            </a:xfrm>
          </p:grpSpPr>
          <p:sp>
            <p:nvSpPr>
              <p:cNvPr id="111" name="Forma 112"/>
              <p:cNvSpPr/>
              <p:nvPr/>
            </p:nvSpPr>
            <p:spPr>
              <a:xfrm>
                <a:off x="98091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2" name="Forma 113"/>
              <p:cNvSpPr/>
              <p:nvPr/>
            </p:nvSpPr>
            <p:spPr>
              <a:xfrm>
                <a:off x="102156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13" name="Diafragma_3"/>
            <p:cNvSpPr/>
            <p:nvPr/>
          </p:nvSpPr>
          <p:spPr>
            <a:xfrm>
              <a:off x="88989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4" name="Clavículas_3"/>
            <p:cNvGrpSpPr/>
            <p:nvPr/>
          </p:nvGrpSpPr>
          <p:grpSpPr>
            <a:xfrm>
              <a:off x="9089136" y="1095451"/>
              <a:ext cx="1755648" cy="113386"/>
              <a:chOff x="9089136" y="1095451"/>
              <a:chExt cx="1755648" cy="113386"/>
            </a:xfrm>
          </p:grpSpPr>
          <p:sp>
            <p:nvSpPr>
              <p:cNvPr id="115" name="Forma 116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7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117" name="Estetoscopio 2"/>
            <p:cNvGrpSpPr/>
            <p:nvPr/>
          </p:nvGrpSpPr>
          <p:grpSpPr>
            <a:xfrm>
              <a:off x="9001354" y="2126894"/>
              <a:ext cx="512064" cy="694944"/>
              <a:chOff x="9001354" y="2126894"/>
              <a:chExt cx="512064" cy="694944"/>
            </a:xfrm>
          </p:grpSpPr>
          <p:sp>
            <p:nvSpPr>
              <p:cNvPr id="118" name="Flecha 119_2"/>
              <p:cNvSpPr/>
              <p:nvPr/>
            </p:nvSpPr>
            <p:spPr>
              <a:xfrm>
                <a:off x="9184234" y="2126894"/>
                <a:ext cx="329184" cy="36576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399" fill="none">
                    <a:moveTo>
                      <a:pt x="0" y="399"/>
                    </a:moveTo>
                    <a:quadBezTo>
                      <a:pt x="160" y="119"/>
                      <a:pt x="360" y="0"/>
                    </a:quadBezTo>
                  </a:path>
                </a:pathLst>
              </a:custGeom>
              <a:noFill/>
              <a:ln w="57150" cap="rnd">
                <a:solidFill>
                  <a:srgbClr val="2C3E50"/>
                </a:solidFill>
                <a:round/>
              </a:ln>
            </p:spPr>
          </p:sp>
          <p:sp>
            <p:nvSpPr>
              <p:cNvPr id="119" name="Forma 121"/>
              <p:cNvSpPr/>
              <p:nvPr/>
            </p:nvSpPr>
            <p:spPr>
              <a:xfrm>
                <a:off x="9001354" y="2456078"/>
                <a:ext cx="365760" cy="365760"/>
              </a:xfrm>
              <a:prstGeom prst="ellipse">
                <a:avLst/>
              </a:prstGeom>
              <a:gradFill rotWithShape="1">
                <a:gsLst>
                  <a:gs pos="0">
                    <a:srgbClr val="84888B"/>
                  </a:gs>
                  <a:gs pos="30000">
                    <a:srgbClr val="D7DBDD"/>
                  </a:gs>
                  <a:gs pos="55000">
                    <a:srgbClr val="BDC3C7"/>
                  </a:gs>
                  <a:gs pos="100000">
                    <a:srgbClr val="84888B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0" name="Forma 122"/>
              <p:cNvSpPr/>
              <p:nvPr/>
            </p:nvSpPr>
            <p:spPr>
              <a:xfrm>
                <a:off x="9067190" y="2521915"/>
                <a:ext cx="234086" cy="234086"/>
              </a:xfrm>
              <a:prstGeom prst="ellipse">
                <a:avLst/>
              </a:prstGeom>
              <a:solidFill>
                <a:srgbClr val="ECF0F1"/>
              </a:solidFill>
              <a:ln w="19050" cap="rnd">
                <a:solidFill>
                  <a:srgbClr val="7F8C8D"/>
                </a:solidFill>
                <a:round/>
              </a:ln>
            </p:spPr>
          </p:sp>
        </p:grpSp>
        <p:sp>
          <p:nvSpPr>
            <p:cNvPr id="121" name="Forma 123"/>
            <p:cNvSpPr/>
            <p:nvPr/>
          </p:nvSpPr>
          <p:spPr>
            <a:xfrm>
              <a:off x="8092440" y="3794760"/>
              <a:ext cx="370332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22" name="Forma 124"/>
            <p:cNvSpPr/>
            <p:nvPr/>
          </p:nvSpPr>
          <p:spPr>
            <a:xfrm>
              <a:off x="8092440" y="4297680"/>
              <a:ext cx="3703320" cy="11430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MV · soplo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anfórico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123" name="Conclusión"/>
          <p:cNvSpPr/>
          <p:nvPr/>
        </p:nvSpPr>
        <p:spPr>
          <a:xfrm>
            <a:off x="320040" y="5577840"/>
            <a:ext cx="115214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interpuesto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impide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conducción del sonido: ruidos muy disminuidos o abolidos.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1186" y="91440"/>
            <a:ext cx="80459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301"/>
              </a:lnSpc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AUSCULTACIÓN: NORMAL, DERRAME Y NEUMOTÓRAX</a:t>
            </a:r>
            <a:endParaRPr lang="es-AR" sz="2050" dirty="0">
              <a:latin typeface="Mali"/>
            </a:endParaRPr>
          </a:p>
        </p:txBody>
      </p:sp>
      <p:sp>
        <p:nvSpPr>
          <p:cNvPr id="12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521440" cy="1013917"/>
            <a:chOff x="365760" y="914400"/>
            <a:chExt cx="11521440" cy="1013917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33600" cy="1013917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MÉTODO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499360" y="914400"/>
              <a:ext cx="4267200" cy="1013917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6766560" y="914400"/>
              <a:ext cx="5120640" cy="1013917"/>
            </a:xfrm>
            <a:prstGeom prst="rect">
              <a:avLst/>
            </a:prstGeom>
            <a:solidFill>
              <a:srgbClr val="F7FC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928317"/>
            <a:ext cx="11521440" cy="1199464"/>
            <a:chOff x="365760" y="1928317"/>
            <a:chExt cx="11521440" cy="1199464"/>
          </a:xfrm>
        </p:grpSpPr>
        <p:sp>
          <p:nvSpPr>
            <p:cNvPr id="9" name="Forma 8"/>
            <p:cNvSpPr/>
            <p:nvPr/>
          </p:nvSpPr>
          <p:spPr>
            <a:xfrm>
              <a:off x="365760" y="1928317"/>
              <a:ext cx="2133600" cy="119946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Inspección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499360" y="1928317"/>
              <a:ext cx="4267200" cy="119946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Abombamiento, ↓ movimientos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6766560" y="1928317"/>
              <a:ext cx="5120640" cy="119946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Cianosis, dificultad respiratoria, abombamiento, facie ansiosa, asimetría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3127781"/>
            <a:ext cx="11521440" cy="1199464"/>
            <a:chOff x="365760" y="3127781"/>
            <a:chExt cx="11521440" cy="1199464"/>
          </a:xfrm>
        </p:grpSpPr>
        <p:sp>
          <p:nvSpPr>
            <p:cNvPr id="13" name="Forma 12"/>
            <p:cNvSpPr/>
            <p:nvPr/>
          </p:nvSpPr>
          <p:spPr>
            <a:xfrm>
              <a:off x="365760" y="3127781"/>
              <a:ext cx="2133600" cy="119946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Palpación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499360" y="3127781"/>
              <a:ext cx="4267200" cy="119946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Abolición de VV sobre el derrame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766560" y="3127781"/>
              <a:ext cx="5120640" cy="119946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expansión · abolición de VV · crepitación si hay enfisema subcutáneo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4327246"/>
            <a:ext cx="11521440" cy="1013917"/>
            <a:chOff x="365760" y="4327246"/>
            <a:chExt cx="11521440" cy="1013917"/>
          </a:xfrm>
        </p:grpSpPr>
        <p:sp>
          <p:nvSpPr>
            <p:cNvPr id="17" name="Forma 16"/>
            <p:cNvSpPr/>
            <p:nvPr/>
          </p:nvSpPr>
          <p:spPr>
            <a:xfrm>
              <a:off x="365760" y="4327246"/>
              <a:ext cx="2133600" cy="1013917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499360" y="4327246"/>
              <a:ext cx="4267200" cy="101391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hídrica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6766560" y="4327246"/>
              <a:ext cx="5120640" cy="101391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timpanismo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5341163"/>
            <a:ext cx="11521440" cy="1013917"/>
            <a:chOff x="365760" y="5341163"/>
            <a:chExt cx="11521440" cy="1013917"/>
          </a:xfrm>
        </p:grpSpPr>
        <p:sp>
          <p:nvSpPr>
            <p:cNvPr id="21" name="Forma 20"/>
            <p:cNvSpPr/>
            <p:nvPr/>
          </p:nvSpPr>
          <p:spPr>
            <a:xfrm>
              <a:off x="365760" y="5341163"/>
              <a:ext cx="2133600" cy="1013917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499360" y="5341163"/>
              <a:ext cx="4267200" cy="101391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o abolición MV · 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766560" y="5341163"/>
              <a:ext cx="5120640" cy="101391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MV · soplo 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anfórico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31004" y="91440"/>
            <a:ext cx="799609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89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SÍNTESIS: DERRAME PLEURAL FRENTE A NEUMOTÓRAX</a:t>
            </a:r>
            <a:endParaRPr lang="es-AR" sz="1950" dirty="0">
              <a:latin typeface="Mali"/>
            </a:endParaRPr>
          </a:p>
        </p:txBody>
      </p:sp>
      <p:sp>
        <p:nvSpPr>
          <p:cNvPr id="2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Ver el deslizamiento de las hojas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Principio físico: emisión y eco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 pleural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Líneas A y líneas B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M: playa y código de barras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Punto pulmonar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Trilogía diagnóstica y límites de interpretación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transductor"/>
          <p:cNvGrpSpPr/>
          <p:nvPr/>
        </p:nvGrpSpPr>
        <p:grpSpPr>
          <a:xfrm>
            <a:off x="6949440" y="504749"/>
            <a:ext cx="731520" cy="1322588"/>
            <a:chOff x="6949440" y="504749"/>
            <a:chExt cx="731520" cy="1322588"/>
          </a:xfrm>
        </p:grpSpPr>
        <p:sp>
          <p:nvSpPr>
            <p:cNvPr id="12" name="Forma 11"/>
            <p:cNvSpPr/>
            <p:nvPr/>
          </p:nvSpPr>
          <p:spPr>
            <a:xfrm>
              <a:off x="7227418" y="504749"/>
              <a:ext cx="175565" cy="468173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6949440" y="914400"/>
              <a:ext cx="731520" cy="877824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6986016" y="1710294"/>
              <a:ext cx="658368" cy="117043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15" name="Arte BPantalla"/>
          <p:cNvSpPr/>
          <p:nvPr/>
        </p:nvSpPr>
        <p:spPr>
          <a:xfrm>
            <a:off x="8046720" y="822960"/>
            <a:ext cx="3840480" cy="274320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6" name="Arte BPartesBlandas"/>
          <p:cNvSpPr/>
          <p:nvPr/>
        </p:nvSpPr>
        <p:spPr>
          <a:xfrm>
            <a:off x="8063656" y="827583"/>
            <a:ext cx="3800804" cy="91141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17" name="Arte BCostillas"/>
          <p:cNvGrpSpPr/>
          <p:nvPr/>
        </p:nvGrpSpPr>
        <p:grpSpPr>
          <a:xfrm>
            <a:off x="8200339" y="1645920"/>
            <a:ext cx="3533242" cy="1920240"/>
            <a:chOff x="8200339" y="1645920"/>
            <a:chExt cx="3533242" cy="1920240"/>
          </a:xfrm>
        </p:grpSpPr>
        <p:sp>
          <p:nvSpPr>
            <p:cNvPr id="18" name="Forma 17"/>
            <p:cNvSpPr/>
            <p:nvPr/>
          </p:nvSpPr>
          <p:spPr>
            <a:xfrm>
              <a:off x="8200339" y="172821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8200339" y="164592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10811866" y="172821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10811866" y="164592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22" name="Arte BLineaPleural"/>
          <p:cNvSpPr/>
          <p:nvPr/>
        </p:nvSpPr>
        <p:spPr>
          <a:xfrm>
            <a:off x="9122054" y="1788566"/>
            <a:ext cx="1689811" cy="4389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3" name="Arte BLineasA"/>
          <p:cNvSpPr/>
          <p:nvPr/>
        </p:nvSpPr>
        <p:spPr>
          <a:xfrm>
            <a:off x="9160459" y="2249424"/>
            <a:ext cx="1613002" cy="932688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24" name="Arte M1Pantalla"/>
          <p:cNvSpPr/>
          <p:nvPr/>
        </p:nvSpPr>
        <p:spPr>
          <a:xfrm>
            <a:off x="6583680" y="3749040"/>
            <a:ext cx="256032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25" name="Arte M1Superficie"/>
          <p:cNvSpPr/>
          <p:nvPr/>
        </p:nvSpPr>
        <p:spPr>
          <a:xfrm>
            <a:off x="6583680" y="3847795"/>
            <a:ext cx="256032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26" name="Arte M1LineaPleural"/>
          <p:cNvSpPr/>
          <p:nvPr/>
        </p:nvSpPr>
        <p:spPr>
          <a:xfrm>
            <a:off x="6583680" y="4613148"/>
            <a:ext cx="256032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27" name="Arte M1Arena"/>
          <p:cNvSpPr/>
          <p:nvPr/>
        </p:nvSpPr>
        <p:spPr>
          <a:xfrm>
            <a:off x="6583448" y="4660624"/>
            <a:ext cx="2560173" cy="1555345"/>
          </a:xfrm>
          <a:custGeom>
            <a:avLst/>
            <a:gdLst/>
            <a:ahLst/>
            <a:cxnLst/>
            <a:rect l="0" t="0" r="r" b="b"/>
            <a:pathLst>
              <a:path w="9999" h="6299">
                <a:moveTo>
                  <a:pt x="4670" y="2372"/>
                </a:moveTo>
                <a:cubicBezTo>
                  <a:pt x="4670" y="2391"/>
                  <a:pt x="4654" y="2407"/>
                  <a:pt x="4634" y="2407"/>
                </a:cubicBezTo>
                <a:cubicBezTo>
                  <a:pt x="4615" y="2407"/>
                  <a:pt x="4599" y="2391"/>
                  <a:pt x="4599" y="2372"/>
                </a:cubicBezTo>
                <a:cubicBezTo>
                  <a:pt x="4599" y="2352"/>
                  <a:pt x="4615" y="2336"/>
                  <a:pt x="4634" y="2336"/>
                </a:cubicBezTo>
                <a:cubicBezTo>
                  <a:pt x="4654" y="2336"/>
                  <a:pt x="4670" y="2352"/>
                  <a:pt x="4670" y="2372"/>
                </a:cubicBezTo>
                <a:close/>
                <a:moveTo>
                  <a:pt x="8679" y="97"/>
                </a:moveTo>
                <a:cubicBezTo>
                  <a:pt x="8679" y="125"/>
                  <a:pt x="8657" y="147"/>
                  <a:pt x="8629" y="147"/>
                </a:cubicBezTo>
                <a:cubicBezTo>
                  <a:pt x="8602" y="147"/>
                  <a:pt x="8579" y="125"/>
                  <a:pt x="8579" y="97"/>
                </a:cubicBezTo>
                <a:cubicBezTo>
                  <a:pt x="8579" y="69"/>
                  <a:pt x="8602" y="47"/>
                  <a:pt x="8629" y="47"/>
                </a:cubicBezTo>
                <a:cubicBezTo>
                  <a:pt x="8657" y="47"/>
                  <a:pt x="8679" y="69"/>
                  <a:pt x="8679" y="97"/>
                </a:cubicBezTo>
                <a:close/>
                <a:moveTo>
                  <a:pt x="8996" y="558"/>
                </a:moveTo>
                <a:cubicBezTo>
                  <a:pt x="8996" y="587"/>
                  <a:pt x="8972" y="610"/>
                  <a:pt x="8944" y="610"/>
                </a:cubicBezTo>
                <a:cubicBezTo>
                  <a:pt x="8915" y="610"/>
                  <a:pt x="8891" y="587"/>
                  <a:pt x="8891" y="558"/>
                </a:cubicBezTo>
                <a:cubicBezTo>
                  <a:pt x="8891" y="529"/>
                  <a:pt x="8915" y="506"/>
                  <a:pt x="8944" y="506"/>
                </a:cubicBezTo>
                <a:cubicBezTo>
                  <a:pt x="8972" y="506"/>
                  <a:pt x="8996" y="529"/>
                  <a:pt x="8996" y="558"/>
                </a:cubicBezTo>
                <a:close/>
                <a:moveTo>
                  <a:pt x="6200" y="311"/>
                </a:moveTo>
                <a:cubicBezTo>
                  <a:pt x="6200" y="336"/>
                  <a:pt x="6180" y="356"/>
                  <a:pt x="6155" y="356"/>
                </a:cubicBezTo>
                <a:cubicBezTo>
                  <a:pt x="6130" y="356"/>
                  <a:pt x="6110" y="336"/>
                  <a:pt x="6110" y="311"/>
                </a:cubicBezTo>
                <a:cubicBezTo>
                  <a:pt x="6110" y="286"/>
                  <a:pt x="6130" y="266"/>
                  <a:pt x="6155" y="266"/>
                </a:cubicBezTo>
                <a:cubicBezTo>
                  <a:pt x="6180" y="266"/>
                  <a:pt x="6200" y="286"/>
                  <a:pt x="6200" y="311"/>
                </a:cubicBezTo>
                <a:close/>
                <a:moveTo>
                  <a:pt x="7074" y="2860"/>
                </a:moveTo>
                <a:cubicBezTo>
                  <a:pt x="7074" y="2892"/>
                  <a:pt x="7047" y="2919"/>
                  <a:pt x="7015" y="2919"/>
                </a:cubicBezTo>
                <a:cubicBezTo>
                  <a:pt x="6982" y="2919"/>
                  <a:pt x="6956" y="2892"/>
                  <a:pt x="6956" y="2860"/>
                </a:cubicBezTo>
                <a:cubicBezTo>
                  <a:pt x="6956" y="2827"/>
                  <a:pt x="6982" y="2801"/>
                  <a:pt x="7015" y="2801"/>
                </a:cubicBezTo>
                <a:cubicBezTo>
                  <a:pt x="7047" y="2801"/>
                  <a:pt x="7074" y="2827"/>
                  <a:pt x="7074" y="2860"/>
                </a:cubicBezTo>
                <a:close/>
                <a:moveTo>
                  <a:pt x="1641" y="1533"/>
                </a:moveTo>
                <a:cubicBezTo>
                  <a:pt x="1641" y="1552"/>
                  <a:pt x="1625" y="1567"/>
                  <a:pt x="1606" y="1567"/>
                </a:cubicBezTo>
                <a:cubicBezTo>
                  <a:pt x="1587" y="1567"/>
                  <a:pt x="1572" y="1552"/>
                  <a:pt x="1572" y="1533"/>
                </a:cubicBezTo>
                <a:cubicBezTo>
                  <a:pt x="1572" y="1514"/>
                  <a:pt x="1587" y="1498"/>
                  <a:pt x="1606" y="1498"/>
                </a:cubicBezTo>
                <a:cubicBezTo>
                  <a:pt x="1625" y="1498"/>
                  <a:pt x="1641" y="1514"/>
                  <a:pt x="1641" y="1533"/>
                </a:cubicBezTo>
                <a:close/>
                <a:moveTo>
                  <a:pt x="5116" y="5785"/>
                </a:moveTo>
                <a:cubicBezTo>
                  <a:pt x="5116" y="5815"/>
                  <a:pt x="5092" y="5839"/>
                  <a:pt x="5062" y="5839"/>
                </a:cubicBezTo>
                <a:cubicBezTo>
                  <a:pt x="5033" y="5839"/>
                  <a:pt x="5009" y="5815"/>
                  <a:pt x="5009" y="5785"/>
                </a:cubicBezTo>
                <a:cubicBezTo>
                  <a:pt x="5009" y="5755"/>
                  <a:pt x="5033" y="5731"/>
                  <a:pt x="5062" y="5731"/>
                </a:cubicBezTo>
                <a:cubicBezTo>
                  <a:pt x="5092" y="5731"/>
                  <a:pt x="5116" y="5755"/>
                  <a:pt x="5116" y="5785"/>
                </a:cubicBezTo>
                <a:close/>
                <a:moveTo>
                  <a:pt x="7775" y="2436"/>
                </a:moveTo>
                <a:cubicBezTo>
                  <a:pt x="7775" y="2469"/>
                  <a:pt x="7748" y="2496"/>
                  <a:pt x="7715" y="2496"/>
                </a:cubicBezTo>
                <a:cubicBezTo>
                  <a:pt x="7682" y="2496"/>
                  <a:pt x="7655" y="2469"/>
                  <a:pt x="7655" y="2436"/>
                </a:cubicBezTo>
                <a:cubicBezTo>
                  <a:pt x="7655" y="2403"/>
                  <a:pt x="7682" y="2376"/>
                  <a:pt x="7715" y="2376"/>
                </a:cubicBezTo>
                <a:cubicBezTo>
                  <a:pt x="7748" y="2376"/>
                  <a:pt x="7775" y="2403"/>
                  <a:pt x="7775" y="2436"/>
                </a:cubicBezTo>
                <a:close/>
                <a:moveTo>
                  <a:pt x="1114" y="1863"/>
                </a:moveTo>
                <a:cubicBezTo>
                  <a:pt x="1114" y="1894"/>
                  <a:pt x="1088" y="1919"/>
                  <a:pt x="1057" y="1919"/>
                </a:cubicBezTo>
                <a:cubicBezTo>
                  <a:pt x="1025" y="1919"/>
                  <a:pt x="1000" y="1894"/>
                  <a:pt x="1000" y="1863"/>
                </a:cubicBezTo>
                <a:cubicBezTo>
                  <a:pt x="1000" y="1831"/>
                  <a:pt x="1025" y="1806"/>
                  <a:pt x="1057" y="1806"/>
                </a:cubicBezTo>
                <a:cubicBezTo>
                  <a:pt x="1088" y="1806"/>
                  <a:pt x="1114" y="1831"/>
                  <a:pt x="1114" y="1863"/>
                </a:cubicBezTo>
                <a:close/>
                <a:moveTo>
                  <a:pt x="7268" y="2672"/>
                </a:moveTo>
                <a:cubicBezTo>
                  <a:pt x="7268" y="2691"/>
                  <a:pt x="7253" y="2706"/>
                  <a:pt x="7235" y="2706"/>
                </a:cubicBezTo>
                <a:cubicBezTo>
                  <a:pt x="7216" y="2706"/>
                  <a:pt x="7201" y="2691"/>
                  <a:pt x="7201" y="2672"/>
                </a:cubicBezTo>
                <a:cubicBezTo>
                  <a:pt x="7201" y="2654"/>
                  <a:pt x="7216" y="2639"/>
                  <a:pt x="7235" y="2639"/>
                </a:cubicBezTo>
                <a:cubicBezTo>
                  <a:pt x="7253" y="2639"/>
                  <a:pt x="7268" y="2654"/>
                  <a:pt x="7268" y="2672"/>
                </a:cubicBezTo>
                <a:close/>
                <a:moveTo>
                  <a:pt x="2732" y="1359"/>
                </a:moveTo>
                <a:cubicBezTo>
                  <a:pt x="2732" y="1381"/>
                  <a:pt x="2714" y="1400"/>
                  <a:pt x="2691" y="1400"/>
                </a:cubicBezTo>
                <a:cubicBezTo>
                  <a:pt x="2668" y="1400"/>
                  <a:pt x="2650" y="1381"/>
                  <a:pt x="2650" y="1359"/>
                </a:cubicBezTo>
                <a:cubicBezTo>
                  <a:pt x="2650" y="1336"/>
                  <a:pt x="2668" y="1317"/>
                  <a:pt x="2691" y="1317"/>
                </a:cubicBezTo>
                <a:cubicBezTo>
                  <a:pt x="2714" y="1317"/>
                  <a:pt x="2732" y="1336"/>
                  <a:pt x="2732" y="1359"/>
                </a:cubicBezTo>
                <a:close/>
                <a:moveTo>
                  <a:pt x="8130" y="1294"/>
                </a:moveTo>
                <a:cubicBezTo>
                  <a:pt x="8130" y="1330"/>
                  <a:pt x="8101" y="1359"/>
                  <a:pt x="8065" y="1359"/>
                </a:cubicBezTo>
                <a:cubicBezTo>
                  <a:pt x="8028" y="1359"/>
                  <a:pt x="7999" y="1330"/>
                  <a:pt x="7999" y="1294"/>
                </a:cubicBezTo>
                <a:cubicBezTo>
                  <a:pt x="7999" y="1258"/>
                  <a:pt x="8028" y="1229"/>
                  <a:pt x="8065" y="1229"/>
                </a:cubicBezTo>
                <a:cubicBezTo>
                  <a:pt x="8101" y="1229"/>
                  <a:pt x="8130" y="1258"/>
                  <a:pt x="8130" y="1294"/>
                </a:cubicBezTo>
                <a:close/>
                <a:moveTo>
                  <a:pt x="8801" y="397"/>
                </a:moveTo>
                <a:cubicBezTo>
                  <a:pt x="8801" y="422"/>
                  <a:pt x="8781" y="442"/>
                  <a:pt x="8756" y="442"/>
                </a:cubicBezTo>
                <a:cubicBezTo>
                  <a:pt x="8731" y="442"/>
                  <a:pt x="8711" y="422"/>
                  <a:pt x="8711" y="397"/>
                </a:cubicBezTo>
                <a:cubicBezTo>
                  <a:pt x="8711" y="372"/>
                  <a:pt x="8731" y="352"/>
                  <a:pt x="8756" y="352"/>
                </a:cubicBezTo>
                <a:cubicBezTo>
                  <a:pt x="8781" y="352"/>
                  <a:pt x="8801" y="372"/>
                  <a:pt x="8801" y="397"/>
                </a:cubicBezTo>
                <a:close/>
                <a:moveTo>
                  <a:pt x="4965" y="203"/>
                </a:moveTo>
                <a:cubicBezTo>
                  <a:pt x="4965" y="229"/>
                  <a:pt x="4944" y="250"/>
                  <a:pt x="4918" y="250"/>
                </a:cubicBezTo>
                <a:cubicBezTo>
                  <a:pt x="4892" y="250"/>
                  <a:pt x="4871" y="229"/>
                  <a:pt x="4871" y="203"/>
                </a:cubicBezTo>
                <a:cubicBezTo>
                  <a:pt x="4871" y="177"/>
                  <a:pt x="4892" y="156"/>
                  <a:pt x="4918" y="156"/>
                </a:cubicBezTo>
                <a:cubicBezTo>
                  <a:pt x="4944" y="156"/>
                  <a:pt x="4965" y="177"/>
                  <a:pt x="4965" y="203"/>
                </a:cubicBezTo>
                <a:close/>
                <a:moveTo>
                  <a:pt x="9078" y="752"/>
                </a:moveTo>
                <a:cubicBezTo>
                  <a:pt x="9078" y="782"/>
                  <a:pt x="9054" y="806"/>
                  <a:pt x="9024" y="806"/>
                </a:cubicBezTo>
                <a:cubicBezTo>
                  <a:pt x="8994" y="806"/>
                  <a:pt x="8970" y="782"/>
                  <a:pt x="8970" y="752"/>
                </a:cubicBezTo>
                <a:cubicBezTo>
                  <a:pt x="8970" y="722"/>
                  <a:pt x="8994" y="698"/>
                  <a:pt x="9024" y="698"/>
                </a:cubicBezTo>
                <a:cubicBezTo>
                  <a:pt x="9054" y="698"/>
                  <a:pt x="9078" y="722"/>
                  <a:pt x="9078" y="752"/>
                </a:cubicBezTo>
                <a:close/>
                <a:moveTo>
                  <a:pt x="1316" y="3645"/>
                </a:moveTo>
                <a:cubicBezTo>
                  <a:pt x="1316" y="3681"/>
                  <a:pt x="1287" y="3711"/>
                  <a:pt x="1251" y="3711"/>
                </a:cubicBezTo>
                <a:cubicBezTo>
                  <a:pt x="1214" y="3711"/>
                  <a:pt x="1185" y="3681"/>
                  <a:pt x="1185" y="3645"/>
                </a:cubicBezTo>
                <a:cubicBezTo>
                  <a:pt x="1185" y="3609"/>
                  <a:pt x="1214" y="3579"/>
                  <a:pt x="1251" y="3579"/>
                </a:cubicBezTo>
                <a:cubicBezTo>
                  <a:pt x="1287" y="3579"/>
                  <a:pt x="1316" y="3609"/>
                  <a:pt x="1316" y="3645"/>
                </a:cubicBezTo>
                <a:close/>
                <a:moveTo>
                  <a:pt x="2094" y="108"/>
                </a:moveTo>
                <a:cubicBezTo>
                  <a:pt x="2094" y="127"/>
                  <a:pt x="2079" y="142"/>
                  <a:pt x="2061" y="142"/>
                </a:cubicBezTo>
                <a:cubicBezTo>
                  <a:pt x="2042" y="142"/>
                  <a:pt x="2027" y="127"/>
                  <a:pt x="2027" y="108"/>
                </a:cubicBezTo>
                <a:cubicBezTo>
                  <a:pt x="2027" y="90"/>
                  <a:pt x="2042" y="75"/>
                  <a:pt x="2061" y="75"/>
                </a:cubicBezTo>
                <a:cubicBezTo>
                  <a:pt x="2079" y="75"/>
                  <a:pt x="2094" y="90"/>
                  <a:pt x="2094" y="108"/>
                </a:cubicBezTo>
                <a:close/>
                <a:moveTo>
                  <a:pt x="5428" y="165"/>
                </a:moveTo>
                <a:cubicBezTo>
                  <a:pt x="5428" y="184"/>
                  <a:pt x="5413" y="199"/>
                  <a:pt x="5394" y="199"/>
                </a:cubicBezTo>
                <a:cubicBezTo>
                  <a:pt x="5376" y="199"/>
                  <a:pt x="5361" y="184"/>
                  <a:pt x="5361" y="165"/>
                </a:cubicBezTo>
                <a:cubicBezTo>
                  <a:pt x="5361" y="147"/>
                  <a:pt x="5376" y="132"/>
                  <a:pt x="5394" y="132"/>
                </a:cubicBezTo>
                <a:cubicBezTo>
                  <a:pt x="5413" y="132"/>
                  <a:pt x="5428" y="147"/>
                  <a:pt x="5428" y="165"/>
                </a:cubicBezTo>
                <a:close/>
                <a:moveTo>
                  <a:pt x="5015" y="5767"/>
                </a:moveTo>
                <a:cubicBezTo>
                  <a:pt x="5015" y="5793"/>
                  <a:pt x="4994" y="5814"/>
                  <a:pt x="4968" y="5814"/>
                </a:cubicBezTo>
                <a:cubicBezTo>
                  <a:pt x="4942" y="5814"/>
                  <a:pt x="4921" y="5793"/>
                  <a:pt x="4921" y="5767"/>
                </a:cubicBezTo>
                <a:cubicBezTo>
                  <a:pt x="4921" y="5741"/>
                  <a:pt x="4942" y="5720"/>
                  <a:pt x="4968" y="5720"/>
                </a:cubicBezTo>
                <a:cubicBezTo>
                  <a:pt x="4994" y="5720"/>
                  <a:pt x="5015" y="5741"/>
                  <a:pt x="5015" y="5767"/>
                </a:cubicBezTo>
                <a:close/>
                <a:moveTo>
                  <a:pt x="4026" y="4017"/>
                </a:moveTo>
                <a:cubicBezTo>
                  <a:pt x="4026" y="4036"/>
                  <a:pt x="4011" y="4051"/>
                  <a:pt x="3992" y="4051"/>
                </a:cubicBezTo>
                <a:cubicBezTo>
                  <a:pt x="3973" y="4051"/>
                  <a:pt x="3958" y="4036"/>
                  <a:pt x="3958" y="4017"/>
                </a:cubicBezTo>
                <a:cubicBezTo>
                  <a:pt x="3958" y="3999"/>
                  <a:pt x="3973" y="3984"/>
                  <a:pt x="3992" y="3984"/>
                </a:cubicBezTo>
                <a:cubicBezTo>
                  <a:pt x="4011" y="3984"/>
                  <a:pt x="4026" y="3999"/>
                  <a:pt x="4026" y="4017"/>
                </a:cubicBezTo>
                <a:close/>
                <a:moveTo>
                  <a:pt x="5845" y="1127"/>
                </a:moveTo>
                <a:cubicBezTo>
                  <a:pt x="5845" y="1157"/>
                  <a:pt x="5820" y="1181"/>
                  <a:pt x="5790" y="1181"/>
                </a:cubicBezTo>
                <a:cubicBezTo>
                  <a:pt x="5760" y="1181"/>
                  <a:pt x="5736" y="1157"/>
                  <a:pt x="5736" y="1127"/>
                </a:cubicBezTo>
                <a:cubicBezTo>
                  <a:pt x="5736" y="1097"/>
                  <a:pt x="5760" y="1073"/>
                  <a:pt x="5790" y="1073"/>
                </a:cubicBezTo>
                <a:cubicBezTo>
                  <a:pt x="5820" y="1073"/>
                  <a:pt x="5845" y="1097"/>
                  <a:pt x="5845" y="1127"/>
                </a:cubicBezTo>
                <a:close/>
                <a:moveTo>
                  <a:pt x="9590" y="393"/>
                </a:moveTo>
                <a:cubicBezTo>
                  <a:pt x="9590" y="422"/>
                  <a:pt x="9567" y="445"/>
                  <a:pt x="9538" y="445"/>
                </a:cubicBezTo>
                <a:cubicBezTo>
                  <a:pt x="9509" y="445"/>
                  <a:pt x="9486" y="422"/>
                  <a:pt x="9486" y="393"/>
                </a:cubicBezTo>
                <a:cubicBezTo>
                  <a:pt x="9486" y="364"/>
                  <a:pt x="9509" y="341"/>
                  <a:pt x="9538" y="341"/>
                </a:cubicBezTo>
                <a:cubicBezTo>
                  <a:pt x="9567" y="341"/>
                  <a:pt x="9590" y="364"/>
                  <a:pt x="9590" y="393"/>
                </a:cubicBezTo>
                <a:close/>
                <a:moveTo>
                  <a:pt x="6094" y="983"/>
                </a:moveTo>
                <a:cubicBezTo>
                  <a:pt x="6094" y="1005"/>
                  <a:pt x="6076" y="1024"/>
                  <a:pt x="6054" y="1024"/>
                </a:cubicBezTo>
                <a:cubicBezTo>
                  <a:pt x="6031" y="1024"/>
                  <a:pt x="6013" y="1005"/>
                  <a:pt x="6013" y="983"/>
                </a:cubicBezTo>
                <a:cubicBezTo>
                  <a:pt x="6013" y="960"/>
                  <a:pt x="6031" y="942"/>
                  <a:pt x="6054" y="942"/>
                </a:cubicBezTo>
                <a:cubicBezTo>
                  <a:pt x="6076" y="942"/>
                  <a:pt x="6094" y="960"/>
                  <a:pt x="6094" y="983"/>
                </a:cubicBezTo>
                <a:close/>
                <a:moveTo>
                  <a:pt x="9935" y="6245"/>
                </a:moveTo>
                <a:cubicBezTo>
                  <a:pt x="9935" y="6264"/>
                  <a:pt x="9919" y="6279"/>
                  <a:pt x="9900" y="6279"/>
                </a:cubicBezTo>
                <a:cubicBezTo>
                  <a:pt x="9881" y="6279"/>
                  <a:pt x="9865" y="6264"/>
                  <a:pt x="9865" y="6245"/>
                </a:cubicBezTo>
                <a:cubicBezTo>
                  <a:pt x="9865" y="6225"/>
                  <a:pt x="9881" y="6210"/>
                  <a:pt x="9900" y="6210"/>
                </a:cubicBezTo>
                <a:cubicBezTo>
                  <a:pt x="9919" y="6210"/>
                  <a:pt x="9935" y="6225"/>
                  <a:pt x="9935" y="6245"/>
                </a:cubicBezTo>
                <a:close/>
                <a:moveTo>
                  <a:pt x="7074" y="5953"/>
                </a:moveTo>
                <a:cubicBezTo>
                  <a:pt x="7074" y="5975"/>
                  <a:pt x="7056" y="5992"/>
                  <a:pt x="7035" y="5992"/>
                </a:cubicBezTo>
                <a:cubicBezTo>
                  <a:pt x="7013" y="5992"/>
                  <a:pt x="6995" y="5975"/>
                  <a:pt x="6995" y="5953"/>
                </a:cubicBezTo>
                <a:cubicBezTo>
                  <a:pt x="6995" y="5931"/>
                  <a:pt x="7013" y="5913"/>
                  <a:pt x="7035" y="5913"/>
                </a:cubicBezTo>
                <a:cubicBezTo>
                  <a:pt x="7056" y="5913"/>
                  <a:pt x="7074" y="5931"/>
                  <a:pt x="7074" y="5953"/>
                </a:cubicBezTo>
                <a:close/>
                <a:moveTo>
                  <a:pt x="6145" y="324"/>
                </a:moveTo>
                <a:cubicBezTo>
                  <a:pt x="6145" y="349"/>
                  <a:pt x="6125" y="369"/>
                  <a:pt x="6101" y="369"/>
                </a:cubicBezTo>
                <a:cubicBezTo>
                  <a:pt x="6076" y="369"/>
                  <a:pt x="6056" y="349"/>
                  <a:pt x="6056" y="324"/>
                </a:cubicBezTo>
                <a:cubicBezTo>
                  <a:pt x="6056" y="299"/>
                  <a:pt x="6076" y="279"/>
                  <a:pt x="6101" y="279"/>
                </a:cubicBezTo>
                <a:cubicBezTo>
                  <a:pt x="6125" y="279"/>
                  <a:pt x="6145" y="299"/>
                  <a:pt x="6145" y="324"/>
                </a:cubicBezTo>
                <a:close/>
                <a:moveTo>
                  <a:pt x="6785" y="3717"/>
                </a:moveTo>
                <a:cubicBezTo>
                  <a:pt x="6785" y="3750"/>
                  <a:pt x="6758" y="3778"/>
                  <a:pt x="6724" y="3778"/>
                </a:cubicBezTo>
                <a:cubicBezTo>
                  <a:pt x="6691" y="3778"/>
                  <a:pt x="6663" y="3750"/>
                  <a:pt x="6663" y="3717"/>
                </a:cubicBezTo>
                <a:cubicBezTo>
                  <a:pt x="6663" y="3683"/>
                  <a:pt x="6691" y="3656"/>
                  <a:pt x="6724" y="3656"/>
                </a:cubicBezTo>
                <a:cubicBezTo>
                  <a:pt x="6758" y="3656"/>
                  <a:pt x="6785" y="3683"/>
                  <a:pt x="6785" y="3717"/>
                </a:cubicBezTo>
                <a:close/>
                <a:moveTo>
                  <a:pt x="974" y="2210"/>
                </a:moveTo>
                <a:cubicBezTo>
                  <a:pt x="974" y="2245"/>
                  <a:pt x="945" y="2274"/>
                  <a:pt x="909" y="2274"/>
                </a:cubicBezTo>
                <a:cubicBezTo>
                  <a:pt x="873" y="2274"/>
                  <a:pt x="845" y="2245"/>
                  <a:pt x="845" y="2210"/>
                </a:cubicBezTo>
                <a:cubicBezTo>
                  <a:pt x="845" y="2174"/>
                  <a:pt x="873" y="2145"/>
                  <a:pt x="909" y="2145"/>
                </a:cubicBezTo>
                <a:cubicBezTo>
                  <a:pt x="945" y="2145"/>
                  <a:pt x="974" y="2174"/>
                  <a:pt x="974" y="2210"/>
                </a:cubicBezTo>
                <a:close/>
                <a:moveTo>
                  <a:pt x="5879" y="2855"/>
                </a:moveTo>
                <a:cubicBezTo>
                  <a:pt x="5879" y="2881"/>
                  <a:pt x="5859" y="2901"/>
                  <a:pt x="5833" y="2901"/>
                </a:cubicBezTo>
                <a:cubicBezTo>
                  <a:pt x="5808" y="2901"/>
                  <a:pt x="5787" y="2881"/>
                  <a:pt x="5787" y="2855"/>
                </a:cubicBezTo>
                <a:cubicBezTo>
                  <a:pt x="5787" y="2830"/>
                  <a:pt x="5808" y="2809"/>
                  <a:pt x="5833" y="2809"/>
                </a:cubicBezTo>
                <a:cubicBezTo>
                  <a:pt x="5859" y="2809"/>
                  <a:pt x="5879" y="2830"/>
                  <a:pt x="5879" y="2855"/>
                </a:cubicBezTo>
                <a:close/>
                <a:moveTo>
                  <a:pt x="9843" y="3619"/>
                </a:moveTo>
                <a:cubicBezTo>
                  <a:pt x="9843" y="3636"/>
                  <a:pt x="9829" y="3649"/>
                  <a:pt x="9813" y="3649"/>
                </a:cubicBezTo>
                <a:cubicBezTo>
                  <a:pt x="9796" y="3649"/>
                  <a:pt x="9782" y="3636"/>
                  <a:pt x="9782" y="3619"/>
                </a:cubicBezTo>
                <a:cubicBezTo>
                  <a:pt x="9782" y="3602"/>
                  <a:pt x="9796" y="3588"/>
                  <a:pt x="9813" y="3588"/>
                </a:cubicBezTo>
                <a:cubicBezTo>
                  <a:pt x="9829" y="3588"/>
                  <a:pt x="9843" y="3602"/>
                  <a:pt x="9843" y="3619"/>
                </a:cubicBezTo>
                <a:close/>
                <a:moveTo>
                  <a:pt x="8012" y="2095"/>
                </a:moveTo>
                <a:cubicBezTo>
                  <a:pt x="8012" y="2121"/>
                  <a:pt x="7990" y="2143"/>
                  <a:pt x="7964" y="2143"/>
                </a:cubicBezTo>
                <a:cubicBezTo>
                  <a:pt x="7938" y="2143"/>
                  <a:pt x="7917" y="2121"/>
                  <a:pt x="7917" y="2095"/>
                </a:cubicBezTo>
                <a:cubicBezTo>
                  <a:pt x="7917" y="2069"/>
                  <a:pt x="7938" y="2048"/>
                  <a:pt x="7964" y="2048"/>
                </a:cubicBezTo>
                <a:cubicBezTo>
                  <a:pt x="7990" y="2048"/>
                  <a:pt x="8012" y="2069"/>
                  <a:pt x="8012" y="2095"/>
                </a:cubicBezTo>
                <a:close/>
                <a:moveTo>
                  <a:pt x="2206" y="2810"/>
                </a:moveTo>
                <a:cubicBezTo>
                  <a:pt x="2206" y="2834"/>
                  <a:pt x="2187" y="2853"/>
                  <a:pt x="2163" y="2853"/>
                </a:cubicBezTo>
                <a:cubicBezTo>
                  <a:pt x="2140" y="2853"/>
                  <a:pt x="2120" y="2834"/>
                  <a:pt x="2120" y="2810"/>
                </a:cubicBezTo>
                <a:cubicBezTo>
                  <a:pt x="2120" y="2786"/>
                  <a:pt x="2140" y="2767"/>
                  <a:pt x="2163" y="2767"/>
                </a:cubicBezTo>
                <a:cubicBezTo>
                  <a:pt x="2187" y="2767"/>
                  <a:pt x="2206" y="2786"/>
                  <a:pt x="2206" y="2810"/>
                </a:cubicBezTo>
                <a:close/>
                <a:moveTo>
                  <a:pt x="964" y="3960"/>
                </a:moveTo>
                <a:cubicBezTo>
                  <a:pt x="964" y="3979"/>
                  <a:pt x="949" y="3994"/>
                  <a:pt x="930" y="3994"/>
                </a:cubicBezTo>
                <a:cubicBezTo>
                  <a:pt x="911" y="3994"/>
                  <a:pt x="896" y="3979"/>
                  <a:pt x="896" y="3960"/>
                </a:cubicBezTo>
                <a:cubicBezTo>
                  <a:pt x="896" y="3941"/>
                  <a:pt x="911" y="3926"/>
                  <a:pt x="930" y="3926"/>
                </a:cubicBezTo>
                <a:cubicBezTo>
                  <a:pt x="949" y="3926"/>
                  <a:pt x="964" y="3941"/>
                  <a:pt x="964" y="3960"/>
                </a:cubicBezTo>
                <a:close/>
                <a:moveTo>
                  <a:pt x="7874" y="215"/>
                </a:moveTo>
                <a:cubicBezTo>
                  <a:pt x="7874" y="248"/>
                  <a:pt x="7847" y="276"/>
                  <a:pt x="7813" y="276"/>
                </a:cubicBezTo>
                <a:cubicBezTo>
                  <a:pt x="7779" y="276"/>
                  <a:pt x="7752" y="248"/>
                  <a:pt x="7752" y="215"/>
                </a:cubicBezTo>
                <a:cubicBezTo>
                  <a:pt x="7752" y="181"/>
                  <a:pt x="7779" y="153"/>
                  <a:pt x="7813" y="153"/>
                </a:cubicBezTo>
                <a:cubicBezTo>
                  <a:pt x="7847" y="153"/>
                  <a:pt x="7874" y="181"/>
                  <a:pt x="7874" y="215"/>
                </a:cubicBezTo>
                <a:close/>
                <a:moveTo>
                  <a:pt x="8104" y="3141"/>
                </a:moveTo>
                <a:cubicBezTo>
                  <a:pt x="8104" y="3173"/>
                  <a:pt x="8077" y="3199"/>
                  <a:pt x="8045" y="3199"/>
                </a:cubicBezTo>
                <a:cubicBezTo>
                  <a:pt x="8013" y="3199"/>
                  <a:pt x="7987" y="3173"/>
                  <a:pt x="7987" y="3141"/>
                </a:cubicBezTo>
                <a:cubicBezTo>
                  <a:pt x="7987" y="3108"/>
                  <a:pt x="8013" y="3082"/>
                  <a:pt x="8045" y="3082"/>
                </a:cubicBezTo>
                <a:cubicBezTo>
                  <a:pt x="8077" y="3082"/>
                  <a:pt x="8104" y="3108"/>
                  <a:pt x="8104" y="3141"/>
                </a:cubicBezTo>
                <a:close/>
                <a:moveTo>
                  <a:pt x="2555" y="4630"/>
                </a:moveTo>
                <a:cubicBezTo>
                  <a:pt x="2555" y="4656"/>
                  <a:pt x="2534" y="4677"/>
                  <a:pt x="2508" y="4677"/>
                </a:cubicBezTo>
                <a:cubicBezTo>
                  <a:pt x="2482" y="4677"/>
                  <a:pt x="2461" y="4656"/>
                  <a:pt x="2461" y="4630"/>
                </a:cubicBezTo>
                <a:cubicBezTo>
                  <a:pt x="2461" y="4604"/>
                  <a:pt x="2482" y="4583"/>
                  <a:pt x="2508" y="4583"/>
                </a:cubicBezTo>
                <a:cubicBezTo>
                  <a:pt x="2534" y="4583"/>
                  <a:pt x="2555" y="4604"/>
                  <a:pt x="2555" y="4630"/>
                </a:cubicBezTo>
                <a:close/>
                <a:moveTo>
                  <a:pt x="2383" y="6034"/>
                </a:moveTo>
                <a:cubicBezTo>
                  <a:pt x="2383" y="6060"/>
                  <a:pt x="2362" y="6081"/>
                  <a:pt x="2337" y="6081"/>
                </a:cubicBezTo>
                <a:cubicBezTo>
                  <a:pt x="2311" y="6081"/>
                  <a:pt x="2291" y="6060"/>
                  <a:pt x="2291" y="6034"/>
                </a:cubicBezTo>
                <a:cubicBezTo>
                  <a:pt x="2291" y="6009"/>
                  <a:pt x="2311" y="5988"/>
                  <a:pt x="2337" y="5988"/>
                </a:cubicBezTo>
                <a:cubicBezTo>
                  <a:pt x="2362" y="5988"/>
                  <a:pt x="2383" y="6009"/>
                  <a:pt x="2383" y="6034"/>
                </a:cubicBezTo>
                <a:close/>
                <a:moveTo>
                  <a:pt x="3788" y="5389"/>
                </a:moveTo>
                <a:cubicBezTo>
                  <a:pt x="3788" y="5413"/>
                  <a:pt x="3768" y="5433"/>
                  <a:pt x="3743" y="5433"/>
                </a:cubicBezTo>
                <a:cubicBezTo>
                  <a:pt x="3718" y="5433"/>
                  <a:pt x="3698" y="5413"/>
                  <a:pt x="3698" y="5389"/>
                </a:cubicBezTo>
                <a:cubicBezTo>
                  <a:pt x="3698" y="5364"/>
                  <a:pt x="3718" y="5344"/>
                  <a:pt x="3743" y="5344"/>
                </a:cubicBezTo>
                <a:cubicBezTo>
                  <a:pt x="3768" y="5344"/>
                  <a:pt x="3788" y="5364"/>
                  <a:pt x="3788" y="5389"/>
                </a:cubicBezTo>
                <a:close/>
                <a:moveTo>
                  <a:pt x="6722" y="1118"/>
                </a:moveTo>
                <a:cubicBezTo>
                  <a:pt x="6722" y="1153"/>
                  <a:pt x="6694" y="1182"/>
                  <a:pt x="6659" y="1182"/>
                </a:cubicBezTo>
                <a:cubicBezTo>
                  <a:pt x="6624" y="1182"/>
                  <a:pt x="6595" y="1153"/>
                  <a:pt x="6595" y="1118"/>
                </a:cubicBezTo>
                <a:cubicBezTo>
                  <a:pt x="6595" y="1083"/>
                  <a:pt x="6624" y="1054"/>
                  <a:pt x="6659" y="1054"/>
                </a:cubicBezTo>
                <a:cubicBezTo>
                  <a:pt x="6694" y="1054"/>
                  <a:pt x="6722" y="1083"/>
                  <a:pt x="6722" y="1118"/>
                </a:cubicBezTo>
                <a:close/>
                <a:moveTo>
                  <a:pt x="2683" y="370"/>
                </a:moveTo>
                <a:cubicBezTo>
                  <a:pt x="2683" y="408"/>
                  <a:pt x="2652" y="439"/>
                  <a:pt x="2614" y="439"/>
                </a:cubicBezTo>
                <a:cubicBezTo>
                  <a:pt x="2576" y="439"/>
                  <a:pt x="2545" y="408"/>
                  <a:pt x="2545" y="370"/>
                </a:cubicBezTo>
                <a:cubicBezTo>
                  <a:pt x="2545" y="332"/>
                  <a:pt x="2576" y="301"/>
                  <a:pt x="2614" y="301"/>
                </a:cubicBezTo>
                <a:cubicBezTo>
                  <a:pt x="2652" y="301"/>
                  <a:pt x="2683" y="332"/>
                  <a:pt x="2683" y="370"/>
                </a:cubicBezTo>
                <a:close/>
                <a:moveTo>
                  <a:pt x="1830" y="5926"/>
                </a:moveTo>
                <a:cubicBezTo>
                  <a:pt x="1830" y="5964"/>
                  <a:pt x="1799" y="5995"/>
                  <a:pt x="1761" y="5995"/>
                </a:cubicBezTo>
                <a:cubicBezTo>
                  <a:pt x="1722" y="5995"/>
                  <a:pt x="1691" y="5964"/>
                  <a:pt x="1691" y="5926"/>
                </a:cubicBezTo>
                <a:cubicBezTo>
                  <a:pt x="1691" y="5887"/>
                  <a:pt x="1722" y="5856"/>
                  <a:pt x="1761" y="5856"/>
                </a:cubicBezTo>
                <a:cubicBezTo>
                  <a:pt x="1799" y="5856"/>
                  <a:pt x="1830" y="5887"/>
                  <a:pt x="1830" y="5926"/>
                </a:cubicBezTo>
                <a:close/>
                <a:moveTo>
                  <a:pt x="6088" y="131"/>
                </a:moveTo>
                <a:cubicBezTo>
                  <a:pt x="6088" y="149"/>
                  <a:pt x="6073" y="163"/>
                  <a:pt x="6055" y="163"/>
                </a:cubicBezTo>
                <a:cubicBezTo>
                  <a:pt x="6037" y="163"/>
                  <a:pt x="6023" y="149"/>
                  <a:pt x="6023" y="131"/>
                </a:cubicBezTo>
                <a:cubicBezTo>
                  <a:pt x="6023" y="113"/>
                  <a:pt x="6037" y="98"/>
                  <a:pt x="6055" y="98"/>
                </a:cubicBezTo>
                <a:cubicBezTo>
                  <a:pt x="6073" y="98"/>
                  <a:pt x="6088" y="113"/>
                  <a:pt x="6088" y="131"/>
                </a:cubicBezTo>
                <a:close/>
                <a:moveTo>
                  <a:pt x="2170" y="2468"/>
                </a:moveTo>
                <a:cubicBezTo>
                  <a:pt x="2170" y="2498"/>
                  <a:pt x="2146" y="2523"/>
                  <a:pt x="2116" y="2523"/>
                </a:cubicBezTo>
                <a:cubicBezTo>
                  <a:pt x="2085" y="2523"/>
                  <a:pt x="2061" y="2498"/>
                  <a:pt x="2061" y="2468"/>
                </a:cubicBezTo>
                <a:cubicBezTo>
                  <a:pt x="2061" y="2438"/>
                  <a:pt x="2085" y="2414"/>
                  <a:pt x="2116" y="2414"/>
                </a:cubicBezTo>
                <a:cubicBezTo>
                  <a:pt x="2146" y="2414"/>
                  <a:pt x="2170" y="2438"/>
                  <a:pt x="2170" y="2468"/>
                </a:cubicBezTo>
                <a:close/>
                <a:moveTo>
                  <a:pt x="9654" y="2255"/>
                </a:moveTo>
                <a:cubicBezTo>
                  <a:pt x="9654" y="2275"/>
                  <a:pt x="9638" y="2291"/>
                  <a:pt x="9618" y="2291"/>
                </a:cubicBezTo>
                <a:cubicBezTo>
                  <a:pt x="9598" y="2291"/>
                  <a:pt x="9582" y="2275"/>
                  <a:pt x="9582" y="2255"/>
                </a:cubicBezTo>
                <a:cubicBezTo>
                  <a:pt x="9582" y="2236"/>
                  <a:pt x="9598" y="2220"/>
                  <a:pt x="9618" y="2220"/>
                </a:cubicBezTo>
                <a:cubicBezTo>
                  <a:pt x="9638" y="2220"/>
                  <a:pt x="9654" y="2236"/>
                  <a:pt x="9654" y="2255"/>
                </a:cubicBezTo>
                <a:close/>
                <a:moveTo>
                  <a:pt x="5647" y="908"/>
                </a:moveTo>
                <a:cubicBezTo>
                  <a:pt x="5647" y="927"/>
                  <a:pt x="5632" y="942"/>
                  <a:pt x="5614" y="942"/>
                </a:cubicBezTo>
                <a:cubicBezTo>
                  <a:pt x="5595" y="942"/>
                  <a:pt x="5580" y="927"/>
                  <a:pt x="5580" y="908"/>
                </a:cubicBezTo>
                <a:cubicBezTo>
                  <a:pt x="5580" y="890"/>
                  <a:pt x="5595" y="875"/>
                  <a:pt x="5614" y="875"/>
                </a:cubicBezTo>
                <a:cubicBezTo>
                  <a:pt x="5632" y="875"/>
                  <a:pt x="5647" y="890"/>
                  <a:pt x="5647" y="908"/>
                </a:cubicBezTo>
                <a:close/>
                <a:moveTo>
                  <a:pt x="5587" y="4372"/>
                </a:moveTo>
                <a:cubicBezTo>
                  <a:pt x="5587" y="4390"/>
                  <a:pt x="5572" y="4405"/>
                  <a:pt x="5554" y="4405"/>
                </a:cubicBezTo>
                <a:cubicBezTo>
                  <a:pt x="5536" y="4405"/>
                  <a:pt x="5522" y="4390"/>
                  <a:pt x="5522" y="4372"/>
                </a:cubicBezTo>
                <a:cubicBezTo>
                  <a:pt x="5522" y="4354"/>
                  <a:pt x="5536" y="4340"/>
                  <a:pt x="5554" y="4340"/>
                </a:cubicBezTo>
                <a:cubicBezTo>
                  <a:pt x="5572" y="4340"/>
                  <a:pt x="5587" y="4354"/>
                  <a:pt x="5587" y="4372"/>
                </a:cubicBezTo>
                <a:close/>
                <a:moveTo>
                  <a:pt x="4580" y="4421"/>
                </a:moveTo>
                <a:cubicBezTo>
                  <a:pt x="4580" y="4454"/>
                  <a:pt x="4553" y="4482"/>
                  <a:pt x="4519" y="4482"/>
                </a:cubicBezTo>
                <a:cubicBezTo>
                  <a:pt x="4486" y="4482"/>
                  <a:pt x="4459" y="4454"/>
                  <a:pt x="4459" y="4421"/>
                </a:cubicBezTo>
                <a:cubicBezTo>
                  <a:pt x="4459" y="4388"/>
                  <a:pt x="4486" y="4360"/>
                  <a:pt x="4519" y="4360"/>
                </a:cubicBezTo>
                <a:cubicBezTo>
                  <a:pt x="4553" y="4360"/>
                  <a:pt x="4580" y="4388"/>
                  <a:pt x="4580" y="4421"/>
                </a:cubicBezTo>
                <a:close/>
                <a:moveTo>
                  <a:pt x="3879" y="5558"/>
                </a:moveTo>
                <a:cubicBezTo>
                  <a:pt x="3879" y="5578"/>
                  <a:pt x="3862" y="5594"/>
                  <a:pt x="3842" y="5594"/>
                </a:cubicBezTo>
                <a:cubicBezTo>
                  <a:pt x="3822" y="5594"/>
                  <a:pt x="3805" y="5578"/>
                  <a:pt x="3805" y="5558"/>
                </a:cubicBezTo>
                <a:cubicBezTo>
                  <a:pt x="3805" y="5537"/>
                  <a:pt x="3822" y="5521"/>
                  <a:pt x="3842" y="5521"/>
                </a:cubicBezTo>
                <a:cubicBezTo>
                  <a:pt x="3862" y="5521"/>
                  <a:pt x="3879" y="5537"/>
                  <a:pt x="3879" y="5558"/>
                </a:cubicBezTo>
                <a:close/>
                <a:moveTo>
                  <a:pt x="7199" y="4842"/>
                </a:moveTo>
                <a:cubicBezTo>
                  <a:pt x="7199" y="4878"/>
                  <a:pt x="7170" y="4907"/>
                  <a:pt x="7134" y="4907"/>
                </a:cubicBezTo>
                <a:cubicBezTo>
                  <a:pt x="7098" y="4907"/>
                  <a:pt x="7068" y="4878"/>
                  <a:pt x="7068" y="4842"/>
                </a:cubicBezTo>
                <a:cubicBezTo>
                  <a:pt x="7068" y="4806"/>
                  <a:pt x="7098" y="4777"/>
                  <a:pt x="7134" y="4777"/>
                </a:cubicBezTo>
                <a:cubicBezTo>
                  <a:pt x="7170" y="4777"/>
                  <a:pt x="7199" y="4806"/>
                  <a:pt x="7199" y="4842"/>
                </a:cubicBezTo>
                <a:close/>
                <a:moveTo>
                  <a:pt x="4977" y="672"/>
                </a:moveTo>
                <a:cubicBezTo>
                  <a:pt x="4977" y="690"/>
                  <a:pt x="4963" y="704"/>
                  <a:pt x="4945" y="704"/>
                </a:cubicBezTo>
                <a:cubicBezTo>
                  <a:pt x="4928" y="704"/>
                  <a:pt x="4913" y="690"/>
                  <a:pt x="4913" y="672"/>
                </a:cubicBezTo>
                <a:cubicBezTo>
                  <a:pt x="4913" y="655"/>
                  <a:pt x="4928" y="640"/>
                  <a:pt x="4945" y="640"/>
                </a:cubicBezTo>
                <a:cubicBezTo>
                  <a:pt x="4963" y="640"/>
                  <a:pt x="4977" y="655"/>
                  <a:pt x="4977" y="672"/>
                </a:cubicBezTo>
                <a:close/>
                <a:moveTo>
                  <a:pt x="5341" y="1132"/>
                </a:moveTo>
                <a:cubicBezTo>
                  <a:pt x="5341" y="1162"/>
                  <a:pt x="5316" y="1187"/>
                  <a:pt x="5286" y="1187"/>
                </a:cubicBezTo>
                <a:cubicBezTo>
                  <a:pt x="5255" y="1187"/>
                  <a:pt x="5231" y="1162"/>
                  <a:pt x="5231" y="1132"/>
                </a:cubicBezTo>
                <a:cubicBezTo>
                  <a:pt x="5231" y="1101"/>
                  <a:pt x="5255" y="1077"/>
                  <a:pt x="5286" y="1077"/>
                </a:cubicBezTo>
                <a:cubicBezTo>
                  <a:pt x="5316" y="1077"/>
                  <a:pt x="5341" y="1101"/>
                  <a:pt x="5341" y="1132"/>
                </a:cubicBezTo>
                <a:close/>
                <a:moveTo>
                  <a:pt x="924" y="4894"/>
                </a:moveTo>
                <a:cubicBezTo>
                  <a:pt x="924" y="4916"/>
                  <a:pt x="906" y="4933"/>
                  <a:pt x="885" y="4933"/>
                </a:cubicBezTo>
                <a:cubicBezTo>
                  <a:pt x="863" y="4933"/>
                  <a:pt x="846" y="4916"/>
                  <a:pt x="846" y="4894"/>
                </a:cubicBezTo>
                <a:cubicBezTo>
                  <a:pt x="846" y="4873"/>
                  <a:pt x="863" y="4855"/>
                  <a:pt x="885" y="4855"/>
                </a:cubicBezTo>
                <a:cubicBezTo>
                  <a:pt x="906" y="4855"/>
                  <a:pt x="924" y="4873"/>
                  <a:pt x="924" y="4894"/>
                </a:cubicBezTo>
                <a:close/>
                <a:moveTo>
                  <a:pt x="228" y="1147"/>
                </a:moveTo>
                <a:cubicBezTo>
                  <a:pt x="228" y="1174"/>
                  <a:pt x="206" y="1196"/>
                  <a:pt x="179" y="1196"/>
                </a:cubicBezTo>
                <a:cubicBezTo>
                  <a:pt x="153" y="1196"/>
                  <a:pt x="131" y="1174"/>
                  <a:pt x="131" y="1147"/>
                </a:cubicBezTo>
                <a:cubicBezTo>
                  <a:pt x="131" y="1121"/>
                  <a:pt x="153" y="1099"/>
                  <a:pt x="179" y="1099"/>
                </a:cubicBezTo>
                <a:cubicBezTo>
                  <a:pt x="206" y="1099"/>
                  <a:pt x="228" y="1121"/>
                  <a:pt x="228" y="1147"/>
                </a:cubicBezTo>
                <a:close/>
                <a:moveTo>
                  <a:pt x="5624" y="2465"/>
                </a:moveTo>
                <a:cubicBezTo>
                  <a:pt x="5624" y="2485"/>
                  <a:pt x="5607" y="2501"/>
                  <a:pt x="5587" y="2501"/>
                </a:cubicBezTo>
                <a:cubicBezTo>
                  <a:pt x="5567" y="2501"/>
                  <a:pt x="5550" y="2485"/>
                  <a:pt x="5550" y="2465"/>
                </a:cubicBezTo>
                <a:cubicBezTo>
                  <a:pt x="5550" y="2444"/>
                  <a:pt x="5567" y="2428"/>
                  <a:pt x="5587" y="2428"/>
                </a:cubicBezTo>
                <a:cubicBezTo>
                  <a:pt x="5607" y="2428"/>
                  <a:pt x="5624" y="2444"/>
                  <a:pt x="5624" y="2465"/>
                </a:cubicBezTo>
                <a:close/>
                <a:moveTo>
                  <a:pt x="4874" y="5925"/>
                </a:moveTo>
                <a:cubicBezTo>
                  <a:pt x="4874" y="5954"/>
                  <a:pt x="4851" y="5977"/>
                  <a:pt x="4823" y="5977"/>
                </a:cubicBezTo>
                <a:cubicBezTo>
                  <a:pt x="4794" y="5977"/>
                  <a:pt x="4771" y="5954"/>
                  <a:pt x="4771" y="5925"/>
                </a:cubicBezTo>
                <a:cubicBezTo>
                  <a:pt x="4771" y="5897"/>
                  <a:pt x="4794" y="5874"/>
                  <a:pt x="4823" y="5874"/>
                </a:cubicBezTo>
                <a:cubicBezTo>
                  <a:pt x="4851" y="5874"/>
                  <a:pt x="4874" y="5897"/>
                  <a:pt x="4874" y="5925"/>
                </a:cubicBezTo>
                <a:close/>
                <a:moveTo>
                  <a:pt x="9439" y="236"/>
                </a:moveTo>
                <a:cubicBezTo>
                  <a:pt x="9439" y="274"/>
                  <a:pt x="9408" y="305"/>
                  <a:pt x="9369" y="305"/>
                </a:cubicBezTo>
                <a:cubicBezTo>
                  <a:pt x="9331" y="305"/>
                  <a:pt x="9299" y="274"/>
                  <a:pt x="9299" y="236"/>
                </a:cubicBezTo>
                <a:cubicBezTo>
                  <a:pt x="9299" y="197"/>
                  <a:pt x="9331" y="166"/>
                  <a:pt x="9369" y="166"/>
                </a:cubicBezTo>
                <a:cubicBezTo>
                  <a:pt x="9408" y="166"/>
                  <a:pt x="9439" y="197"/>
                  <a:pt x="9439" y="236"/>
                </a:cubicBezTo>
                <a:close/>
                <a:moveTo>
                  <a:pt x="8902" y="3432"/>
                </a:moveTo>
                <a:cubicBezTo>
                  <a:pt x="8902" y="3460"/>
                  <a:pt x="8880" y="3483"/>
                  <a:pt x="8851" y="3483"/>
                </a:cubicBezTo>
                <a:cubicBezTo>
                  <a:pt x="8823" y="3483"/>
                  <a:pt x="8801" y="3460"/>
                  <a:pt x="8801" y="3432"/>
                </a:cubicBezTo>
                <a:cubicBezTo>
                  <a:pt x="8801" y="3404"/>
                  <a:pt x="8823" y="3381"/>
                  <a:pt x="8851" y="3381"/>
                </a:cubicBezTo>
                <a:cubicBezTo>
                  <a:pt x="8880" y="3381"/>
                  <a:pt x="8902" y="3404"/>
                  <a:pt x="8902" y="3432"/>
                </a:cubicBezTo>
                <a:close/>
                <a:moveTo>
                  <a:pt x="5401" y="5696"/>
                </a:moveTo>
                <a:cubicBezTo>
                  <a:pt x="5401" y="5714"/>
                  <a:pt x="5386" y="5729"/>
                  <a:pt x="5368" y="5729"/>
                </a:cubicBezTo>
                <a:cubicBezTo>
                  <a:pt x="5350" y="5729"/>
                  <a:pt x="5335" y="5714"/>
                  <a:pt x="5335" y="5696"/>
                </a:cubicBezTo>
                <a:cubicBezTo>
                  <a:pt x="5335" y="5678"/>
                  <a:pt x="5350" y="5664"/>
                  <a:pt x="5368" y="5664"/>
                </a:cubicBezTo>
                <a:cubicBezTo>
                  <a:pt x="5386" y="5664"/>
                  <a:pt x="5401" y="5678"/>
                  <a:pt x="5401" y="5696"/>
                </a:cubicBezTo>
                <a:close/>
                <a:moveTo>
                  <a:pt x="6456" y="3419"/>
                </a:moveTo>
                <a:cubicBezTo>
                  <a:pt x="6456" y="3442"/>
                  <a:pt x="6437" y="3461"/>
                  <a:pt x="6414" y="3461"/>
                </a:cubicBezTo>
                <a:cubicBezTo>
                  <a:pt x="6391" y="3461"/>
                  <a:pt x="6372" y="3442"/>
                  <a:pt x="6372" y="3419"/>
                </a:cubicBezTo>
                <a:cubicBezTo>
                  <a:pt x="6372" y="3395"/>
                  <a:pt x="6391" y="3377"/>
                  <a:pt x="6414" y="3377"/>
                </a:cubicBezTo>
                <a:cubicBezTo>
                  <a:pt x="6437" y="3377"/>
                  <a:pt x="6456" y="3395"/>
                  <a:pt x="6456" y="3419"/>
                </a:cubicBezTo>
                <a:close/>
                <a:moveTo>
                  <a:pt x="7261" y="4525"/>
                </a:moveTo>
                <a:cubicBezTo>
                  <a:pt x="7261" y="4544"/>
                  <a:pt x="7246" y="4560"/>
                  <a:pt x="7227" y="4560"/>
                </a:cubicBezTo>
                <a:cubicBezTo>
                  <a:pt x="7208" y="4560"/>
                  <a:pt x="7193" y="4544"/>
                  <a:pt x="7193" y="4525"/>
                </a:cubicBezTo>
                <a:cubicBezTo>
                  <a:pt x="7193" y="4507"/>
                  <a:pt x="7208" y="4491"/>
                  <a:pt x="7227" y="4491"/>
                </a:cubicBezTo>
                <a:cubicBezTo>
                  <a:pt x="7246" y="4491"/>
                  <a:pt x="7261" y="4507"/>
                  <a:pt x="7261" y="4525"/>
                </a:cubicBezTo>
                <a:close/>
                <a:moveTo>
                  <a:pt x="7025" y="2869"/>
                </a:moveTo>
                <a:cubicBezTo>
                  <a:pt x="7025" y="2896"/>
                  <a:pt x="7003" y="2919"/>
                  <a:pt x="6976" y="2919"/>
                </a:cubicBezTo>
                <a:cubicBezTo>
                  <a:pt x="6948" y="2919"/>
                  <a:pt x="6926" y="2896"/>
                  <a:pt x="6926" y="2869"/>
                </a:cubicBezTo>
                <a:cubicBezTo>
                  <a:pt x="6926" y="2842"/>
                  <a:pt x="6948" y="2819"/>
                  <a:pt x="6976" y="2819"/>
                </a:cubicBezTo>
                <a:cubicBezTo>
                  <a:pt x="7003" y="2819"/>
                  <a:pt x="7025" y="2842"/>
                  <a:pt x="7025" y="2869"/>
                </a:cubicBezTo>
                <a:close/>
                <a:moveTo>
                  <a:pt x="6408" y="385"/>
                </a:moveTo>
                <a:cubicBezTo>
                  <a:pt x="6408" y="415"/>
                  <a:pt x="6384" y="440"/>
                  <a:pt x="6354" y="440"/>
                </a:cubicBezTo>
                <a:cubicBezTo>
                  <a:pt x="6324" y="440"/>
                  <a:pt x="6300" y="415"/>
                  <a:pt x="6300" y="385"/>
                </a:cubicBezTo>
                <a:cubicBezTo>
                  <a:pt x="6300" y="356"/>
                  <a:pt x="6324" y="331"/>
                  <a:pt x="6354" y="331"/>
                </a:cubicBezTo>
                <a:cubicBezTo>
                  <a:pt x="6384" y="331"/>
                  <a:pt x="6408" y="356"/>
                  <a:pt x="6408" y="385"/>
                </a:cubicBezTo>
                <a:close/>
                <a:moveTo>
                  <a:pt x="3784" y="5505"/>
                </a:moveTo>
                <a:cubicBezTo>
                  <a:pt x="3784" y="5527"/>
                  <a:pt x="3766" y="5545"/>
                  <a:pt x="3745" y="5545"/>
                </a:cubicBezTo>
                <a:cubicBezTo>
                  <a:pt x="3723" y="5545"/>
                  <a:pt x="3705" y="5527"/>
                  <a:pt x="3705" y="5505"/>
                </a:cubicBezTo>
                <a:cubicBezTo>
                  <a:pt x="3705" y="5484"/>
                  <a:pt x="3723" y="5466"/>
                  <a:pt x="3745" y="5466"/>
                </a:cubicBezTo>
                <a:cubicBezTo>
                  <a:pt x="3766" y="5466"/>
                  <a:pt x="3784" y="5484"/>
                  <a:pt x="3784" y="5505"/>
                </a:cubicBezTo>
                <a:close/>
                <a:moveTo>
                  <a:pt x="8254" y="4581"/>
                </a:moveTo>
                <a:cubicBezTo>
                  <a:pt x="8254" y="4611"/>
                  <a:pt x="8230" y="4636"/>
                  <a:pt x="8199" y="4636"/>
                </a:cubicBezTo>
                <a:cubicBezTo>
                  <a:pt x="8169" y="4636"/>
                  <a:pt x="8144" y="4611"/>
                  <a:pt x="8144" y="4581"/>
                </a:cubicBezTo>
                <a:cubicBezTo>
                  <a:pt x="8144" y="4550"/>
                  <a:pt x="8169" y="4526"/>
                  <a:pt x="8199" y="4526"/>
                </a:cubicBezTo>
                <a:cubicBezTo>
                  <a:pt x="8230" y="4526"/>
                  <a:pt x="8254" y="4550"/>
                  <a:pt x="8254" y="4581"/>
                </a:cubicBezTo>
                <a:close/>
                <a:moveTo>
                  <a:pt x="8775" y="280"/>
                </a:moveTo>
                <a:cubicBezTo>
                  <a:pt x="8775" y="310"/>
                  <a:pt x="8751" y="334"/>
                  <a:pt x="8721" y="334"/>
                </a:cubicBezTo>
                <a:cubicBezTo>
                  <a:pt x="8692" y="334"/>
                  <a:pt x="8667" y="310"/>
                  <a:pt x="8667" y="280"/>
                </a:cubicBezTo>
                <a:cubicBezTo>
                  <a:pt x="8667" y="251"/>
                  <a:pt x="8692" y="227"/>
                  <a:pt x="8721" y="227"/>
                </a:cubicBezTo>
                <a:cubicBezTo>
                  <a:pt x="8751" y="227"/>
                  <a:pt x="8775" y="251"/>
                  <a:pt x="8775" y="280"/>
                </a:cubicBezTo>
                <a:close/>
                <a:moveTo>
                  <a:pt x="6168" y="4261"/>
                </a:moveTo>
                <a:cubicBezTo>
                  <a:pt x="6168" y="4287"/>
                  <a:pt x="6147" y="4307"/>
                  <a:pt x="6122" y="4307"/>
                </a:cubicBezTo>
                <a:cubicBezTo>
                  <a:pt x="6096" y="4307"/>
                  <a:pt x="6076" y="4287"/>
                  <a:pt x="6076" y="4261"/>
                </a:cubicBezTo>
                <a:cubicBezTo>
                  <a:pt x="6076" y="4236"/>
                  <a:pt x="6096" y="4215"/>
                  <a:pt x="6122" y="4215"/>
                </a:cubicBezTo>
                <a:cubicBezTo>
                  <a:pt x="6147" y="4215"/>
                  <a:pt x="6168" y="4236"/>
                  <a:pt x="6168" y="4261"/>
                </a:cubicBezTo>
                <a:close/>
                <a:moveTo>
                  <a:pt x="787" y="1230"/>
                </a:moveTo>
                <a:cubicBezTo>
                  <a:pt x="787" y="1260"/>
                  <a:pt x="763" y="1284"/>
                  <a:pt x="733" y="1284"/>
                </a:cubicBezTo>
                <a:cubicBezTo>
                  <a:pt x="703" y="1284"/>
                  <a:pt x="679" y="1260"/>
                  <a:pt x="679" y="1230"/>
                </a:cubicBezTo>
                <a:cubicBezTo>
                  <a:pt x="679" y="1200"/>
                  <a:pt x="703" y="1175"/>
                  <a:pt x="733" y="1175"/>
                </a:cubicBezTo>
                <a:cubicBezTo>
                  <a:pt x="763" y="1175"/>
                  <a:pt x="787" y="1200"/>
                  <a:pt x="787" y="1230"/>
                </a:cubicBezTo>
                <a:close/>
                <a:moveTo>
                  <a:pt x="1890" y="459"/>
                </a:moveTo>
                <a:cubicBezTo>
                  <a:pt x="1890" y="484"/>
                  <a:pt x="1870" y="504"/>
                  <a:pt x="1845" y="504"/>
                </a:cubicBezTo>
                <a:cubicBezTo>
                  <a:pt x="1821" y="504"/>
                  <a:pt x="1801" y="484"/>
                  <a:pt x="1801" y="459"/>
                </a:cubicBezTo>
                <a:cubicBezTo>
                  <a:pt x="1801" y="435"/>
                  <a:pt x="1821" y="415"/>
                  <a:pt x="1845" y="415"/>
                </a:cubicBezTo>
                <a:cubicBezTo>
                  <a:pt x="1870" y="415"/>
                  <a:pt x="1890" y="435"/>
                  <a:pt x="1890" y="459"/>
                </a:cubicBezTo>
                <a:close/>
                <a:moveTo>
                  <a:pt x="4737" y="3378"/>
                </a:moveTo>
                <a:cubicBezTo>
                  <a:pt x="4737" y="3395"/>
                  <a:pt x="4723" y="3409"/>
                  <a:pt x="4706" y="3409"/>
                </a:cubicBezTo>
                <a:cubicBezTo>
                  <a:pt x="4689" y="3409"/>
                  <a:pt x="4675" y="3395"/>
                  <a:pt x="4675" y="3378"/>
                </a:cubicBezTo>
                <a:cubicBezTo>
                  <a:pt x="4675" y="3361"/>
                  <a:pt x="4689" y="3347"/>
                  <a:pt x="4706" y="3347"/>
                </a:cubicBezTo>
                <a:cubicBezTo>
                  <a:pt x="4723" y="3347"/>
                  <a:pt x="4737" y="3361"/>
                  <a:pt x="4737" y="3378"/>
                </a:cubicBezTo>
                <a:close/>
                <a:moveTo>
                  <a:pt x="7790" y="2127"/>
                </a:moveTo>
                <a:cubicBezTo>
                  <a:pt x="7790" y="2161"/>
                  <a:pt x="7762" y="2188"/>
                  <a:pt x="7729" y="2188"/>
                </a:cubicBezTo>
                <a:cubicBezTo>
                  <a:pt x="7695" y="2188"/>
                  <a:pt x="7667" y="2161"/>
                  <a:pt x="7667" y="2127"/>
                </a:cubicBezTo>
                <a:cubicBezTo>
                  <a:pt x="7667" y="2093"/>
                  <a:pt x="7695" y="2066"/>
                  <a:pt x="7729" y="2066"/>
                </a:cubicBezTo>
                <a:cubicBezTo>
                  <a:pt x="7762" y="2066"/>
                  <a:pt x="7790" y="2093"/>
                  <a:pt x="7790" y="2127"/>
                </a:cubicBezTo>
                <a:close/>
                <a:moveTo>
                  <a:pt x="189" y="5972"/>
                </a:moveTo>
                <a:cubicBezTo>
                  <a:pt x="189" y="6002"/>
                  <a:pt x="165" y="6026"/>
                  <a:pt x="135" y="6026"/>
                </a:cubicBezTo>
                <a:cubicBezTo>
                  <a:pt x="106" y="6026"/>
                  <a:pt x="82" y="6002"/>
                  <a:pt x="82" y="5972"/>
                </a:cubicBezTo>
                <a:cubicBezTo>
                  <a:pt x="82" y="5943"/>
                  <a:pt x="106" y="5919"/>
                  <a:pt x="135" y="5919"/>
                </a:cubicBezTo>
                <a:cubicBezTo>
                  <a:pt x="165" y="5919"/>
                  <a:pt x="189" y="5943"/>
                  <a:pt x="189" y="5972"/>
                </a:cubicBezTo>
                <a:close/>
                <a:moveTo>
                  <a:pt x="9780" y="6172"/>
                </a:moveTo>
                <a:cubicBezTo>
                  <a:pt x="9780" y="6207"/>
                  <a:pt x="9751" y="6236"/>
                  <a:pt x="9716" y="6236"/>
                </a:cubicBezTo>
                <a:cubicBezTo>
                  <a:pt x="9681" y="6236"/>
                  <a:pt x="9653" y="6207"/>
                  <a:pt x="9653" y="6172"/>
                </a:cubicBezTo>
                <a:cubicBezTo>
                  <a:pt x="9653" y="6137"/>
                  <a:pt x="9681" y="6109"/>
                  <a:pt x="9716" y="6109"/>
                </a:cubicBezTo>
                <a:cubicBezTo>
                  <a:pt x="9751" y="6109"/>
                  <a:pt x="9780" y="6137"/>
                  <a:pt x="9780" y="6172"/>
                </a:cubicBezTo>
                <a:close/>
                <a:moveTo>
                  <a:pt x="1141" y="2220"/>
                </a:moveTo>
                <a:cubicBezTo>
                  <a:pt x="1141" y="2241"/>
                  <a:pt x="1124" y="2259"/>
                  <a:pt x="1102" y="2259"/>
                </a:cubicBezTo>
                <a:cubicBezTo>
                  <a:pt x="1080" y="2259"/>
                  <a:pt x="1063" y="2241"/>
                  <a:pt x="1063" y="2220"/>
                </a:cubicBezTo>
                <a:cubicBezTo>
                  <a:pt x="1063" y="2198"/>
                  <a:pt x="1080" y="2180"/>
                  <a:pt x="1102" y="2180"/>
                </a:cubicBezTo>
                <a:cubicBezTo>
                  <a:pt x="1124" y="2180"/>
                  <a:pt x="1141" y="2198"/>
                  <a:pt x="1141" y="2220"/>
                </a:cubicBezTo>
                <a:close/>
                <a:moveTo>
                  <a:pt x="7811" y="1249"/>
                </a:moveTo>
                <a:cubicBezTo>
                  <a:pt x="7811" y="1270"/>
                  <a:pt x="7794" y="1287"/>
                  <a:pt x="7772" y="1287"/>
                </a:cubicBezTo>
                <a:cubicBezTo>
                  <a:pt x="7751" y="1287"/>
                  <a:pt x="7733" y="1270"/>
                  <a:pt x="7733" y="1249"/>
                </a:cubicBezTo>
                <a:cubicBezTo>
                  <a:pt x="7733" y="1227"/>
                  <a:pt x="7751" y="1210"/>
                  <a:pt x="7772" y="1210"/>
                </a:cubicBezTo>
                <a:cubicBezTo>
                  <a:pt x="7794" y="1210"/>
                  <a:pt x="7811" y="1227"/>
                  <a:pt x="7811" y="1249"/>
                </a:cubicBezTo>
                <a:close/>
                <a:moveTo>
                  <a:pt x="1213" y="802"/>
                </a:moveTo>
                <a:cubicBezTo>
                  <a:pt x="1213" y="839"/>
                  <a:pt x="1183" y="869"/>
                  <a:pt x="1145" y="869"/>
                </a:cubicBezTo>
                <a:cubicBezTo>
                  <a:pt x="1108" y="869"/>
                  <a:pt x="1078" y="839"/>
                  <a:pt x="1078" y="802"/>
                </a:cubicBezTo>
                <a:cubicBezTo>
                  <a:pt x="1078" y="764"/>
                  <a:pt x="1108" y="734"/>
                  <a:pt x="1145" y="734"/>
                </a:cubicBezTo>
                <a:cubicBezTo>
                  <a:pt x="1183" y="734"/>
                  <a:pt x="1213" y="764"/>
                  <a:pt x="1213" y="802"/>
                </a:cubicBezTo>
                <a:close/>
                <a:moveTo>
                  <a:pt x="9774" y="2366"/>
                </a:moveTo>
                <a:cubicBezTo>
                  <a:pt x="9774" y="2399"/>
                  <a:pt x="9748" y="2426"/>
                  <a:pt x="9715" y="2426"/>
                </a:cubicBezTo>
                <a:cubicBezTo>
                  <a:pt x="9682" y="2426"/>
                  <a:pt x="9655" y="2399"/>
                  <a:pt x="9655" y="2366"/>
                </a:cubicBezTo>
                <a:cubicBezTo>
                  <a:pt x="9655" y="2333"/>
                  <a:pt x="9682" y="2307"/>
                  <a:pt x="9715" y="2307"/>
                </a:cubicBezTo>
                <a:cubicBezTo>
                  <a:pt x="9748" y="2307"/>
                  <a:pt x="9774" y="2333"/>
                  <a:pt x="9774" y="2366"/>
                </a:cubicBezTo>
                <a:close/>
                <a:moveTo>
                  <a:pt x="4724" y="3294"/>
                </a:moveTo>
                <a:cubicBezTo>
                  <a:pt x="4724" y="3318"/>
                  <a:pt x="4703" y="3338"/>
                  <a:pt x="4679" y="3338"/>
                </a:cubicBezTo>
                <a:cubicBezTo>
                  <a:pt x="4654" y="3338"/>
                  <a:pt x="4634" y="3318"/>
                  <a:pt x="4634" y="3294"/>
                </a:cubicBezTo>
                <a:cubicBezTo>
                  <a:pt x="4634" y="3269"/>
                  <a:pt x="4654" y="3249"/>
                  <a:pt x="4679" y="3249"/>
                </a:cubicBezTo>
                <a:cubicBezTo>
                  <a:pt x="4703" y="3249"/>
                  <a:pt x="4724" y="3269"/>
                  <a:pt x="4724" y="3294"/>
                </a:cubicBezTo>
                <a:close/>
                <a:moveTo>
                  <a:pt x="6374" y="1521"/>
                </a:moveTo>
                <a:cubicBezTo>
                  <a:pt x="6374" y="1544"/>
                  <a:pt x="6356" y="1562"/>
                  <a:pt x="6334" y="1562"/>
                </a:cubicBezTo>
                <a:cubicBezTo>
                  <a:pt x="6312" y="1562"/>
                  <a:pt x="6294" y="1544"/>
                  <a:pt x="6294" y="1521"/>
                </a:cubicBezTo>
                <a:cubicBezTo>
                  <a:pt x="6294" y="1499"/>
                  <a:pt x="6312" y="1481"/>
                  <a:pt x="6334" y="1481"/>
                </a:cubicBezTo>
                <a:cubicBezTo>
                  <a:pt x="6356" y="1481"/>
                  <a:pt x="6374" y="1499"/>
                  <a:pt x="6374" y="1521"/>
                </a:cubicBezTo>
                <a:close/>
                <a:moveTo>
                  <a:pt x="5224" y="1281"/>
                </a:moveTo>
                <a:cubicBezTo>
                  <a:pt x="5224" y="1307"/>
                  <a:pt x="5203" y="1328"/>
                  <a:pt x="5177" y="1328"/>
                </a:cubicBezTo>
                <a:cubicBezTo>
                  <a:pt x="5151" y="1328"/>
                  <a:pt x="5129" y="1307"/>
                  <a:pt x="5129" y="1281"/>
                </a:cubicBezTo>
                <a:cubicBezTo>
                  <a:pt x="5129" y="1255"/>
                  <a:pt x="5151" y="1233"/>
                  <a:pt x="5177" y="1233"/>
                </a:cubicBezTo>
                <a:cubicBezTo>
                  <a:pt x="5203" y="1233"/>
                  <a:pt x="5224" y="1255"/>
                  <a:pt x="5224" y="1281"/>
                </a:cubicBezTo>
                <a:close/>
                <a:moveTo>
                  <a:pt x="9429" y="195"/>
                </a:moveTo>
                <a:cubicBezTo>
                  <a:pt x="9429" y="214"/>
                  <a:pt x="9414" y="229"/>
                  <a:pt x="9395" y="229"/>
                </a:cubicBezTo>
                <a:cubicBezTo>
                  <a:pt x="9376" y="229"/>
                  <a:pt x="9361" y="214"/>
                  <a:pt x="9361" y="195"/>
                </a:cubicBezTo>
                <a:cubicBezTo>
                  <a:pt x="9361" y="176"/>
                  <a:pt x="9376" y="161"/>
                  <a:pt x="9395" y="161"/>
                </a:cubicBezTo>
                <a:cubicBezTo>
                  <a:pt x="9414" y="161"/>
                  <a:pt x="9429" y="176"/>
                  <a:pt x="9429" y="195"/>
                </a:cubicBezTo>
                <a:close/>
                <a:moveTo>
                  <a:pt x="8010" y="416"/>
                </a:moveTo>
                <a:cubicBezTo>
                  <a:pt x="8010" y="438"/>
                  <a:pt x="7992" y="456"/>
                  <a:pt x="7970" y="456"/>
                </a:cubicBezTo>
                <a:cubicBezTo>
                  <a:pt x="7948" y="456"/>
                  <a:pt x="7930" y="438"/>
                  <a:pt x="7930" y="416"/>
                </a:cubicBezTo>
                <a:cubicBezTo>
                  <a:pt x="7930" y="393"/>
                  <a:pt x="7948" y="376"/>
                  <a:pt x="7970" y="376"/>
                </a:cubicBezTo>
                <a:cubicBezTo>
                  <a:pt x="7992" y="376"/>
                  <a:pt x="8010" y="393"/>
                  <a:pt x="8010" y="416"/>
                </a:cubicBezTo>
                <a:close/>
                <a:moveTo>
                  <a:pt x="8520" y="3810"/>
                </a:moveTo>
                <a:cubicBezTo>
                  <a:pt x="8520" y="3831"/>
                  <a:pt x="8503" y="3849"/>
                  <a:pt x="8482" y="3849"/>
                </a:cubicBezTo>
                <a:cubicBezTo>
                  <a:pt x="8460" y="3849"/>
                  <a:pt x="8443" y="3831"/>
                  <a:pt x="8443" y="3810"/>
                </a:cubicBezTo>
                <a:cubicBezTo>
                  <a:pt x="8443" y="3788"/>
                  <a:pt x="8460" y="3771"/>
                  <a:pt x="8482" y="3771"/>
                </a:cubicBezTo>
                <a:cubicBezTo>
                  <a:pt x="8503" y="3771"/>
                  <a:pt x="8520" y="3788"/>
                  <a:pt x="8520" y="3810"/>
                </a:cubicBezTo>
                <a:close/>
                <a:moveTo>
                  <a:pt x="673" y="1763"/>
                </a:moveTo>
                <a:cubicBezTo>
                  <a:pt x="673" y="1787"/>
                  <a:pt x="654" y="1805"/>
                  <a:pt x="631" y="1805"/>
                </a:cubicBezTo>
                <a:cubicBezTo>
                  <a:pt x="607" y="1805"/>
                  <a:pt x="589" y="1787"/>
                  <a:pt x="589" y="1763"/>
                </a:cubicBezTo>
                <a:cubicBezTo>
                  <a:pt x="589" y="1740"/>
                  <a:pt x="607" y="1721"/>
                  <a:pt x="631" y="1721"/>
                </a:cubicBezTo>
                <a:cubicBezTo>
                  <a:pt x="654" y="1721"/>
                  <a:pt x="673" y="1740"/>
                  <a:pt x="673" y="1763"/>
                </a:cubicBezTo>
                <a:close/>
                <a:moveTo>
                  <a:pt x="8035" y="6106"/>
                </a:moveTo>
                <a:cubicBezTo>
                  <a:pt x="8035" y="6140"/>
                  <a:pt x="8007" y="6167"/>
                  <a:pt x="7973" y="6167"/>
                </a:cubicBezTo>
                <a:cubicBezTo>
                  <a:pt x="7939" y="6167"/>
                  <a:pt x="7912" y="6140"/>
                  <a:pt x="7912" y="6106"/>
                </a:cubicBezTo>
                <a:cubicBezTo>
                  <a:pt x="7912" y="6072"/>
                  <a:pt x="7939" y="6044"/>
                  <a:pt x="7973" y="6044"/>
                </a:cubicBezTo>
                <a:cubicBezTo>
                  <a:pt x="8007" y="6044"/>
                  <a:pt x="8035" y="6072"/>
                  <a:pt x="8035" y="6106"/>
                </a:cubicBezTo>
                <a:close/>
                <a:moveTo>
                  <a:pt x="9043" y="5827"/>
                </a:moveTo>
                <a:cubicBezTo>
                  <a:pt x="9043" y="5863"/>
                  <a:pt x="9014" y="5892"/>
                  <a:pt x="8978" y="5892"/>
                </a:cubicBezTo>
                <a:cubicBezTo>
                  <a:pt x="8942" y="5892"/>
                  <a:pt x="8913" y="5863"/>
                  <a:pt x="8913" y="5827"/>
                </a:cubicBezTo>
                <a:cubicBezTo>
                  <a:pt x="8913" y="5791"/>
                  <a:pt x="8942" y="5762"/>
                  <a:pt x="8978" y="5762"/>
                </a:cubicBezTo>
                <a:cubicBezTo>
                  <a:pt x="9014" y="5762"/>
                  <a:pt x="9043" y="5791"/>
                  <a:pt x="9043" y="5827"/>
                </a:cubicBezTo>
                <a:close/>
                <a:moveTo>
                  <a:pt x="9192" y="6056"/>
                </a:moveTo>
                <a:cubicBezTo>
                  <a:pt x="9192" y="6075"/>
                  <a:pt x="9177" y="6090"/>
                  <a:pt x="9158" y="6090"/>
                </a:cubicBezTo>
                <a:cubicBezTo>
                  <a:pt x="9140" y="6090"/>
                  <a:pt x="9124" y="6075"/>
                  <a:pt x="9124" y="6056"/>
                </a:cubicBezTo>
                <a:cubicBezTo>
                  <a:pt x="9124" y="6037"/>
                  <a:pt x="9140" y="6022"/>
                  <a:pt x="9158" y="6022"/>
                </a:cubicBezTo>
                <a:cubicBezTo>
                  <a:pt x="9177" y="6022"/>
                  <a:pt x="9192" y="6037"/>
                  <a:pt x="9192" y="6056"/>
                </a:cubicBezTo>
                <a:close/>
                <a:moveTo>
                  <a:pt x="3250" y="1590"/>
                </a:moveTo>
                <a:cubicBezTo>
                  <a:pt x="3250" y="1620"/>
                  <a:pt x="3225" y="1644"/>
                  <a:pt x="3195" y="1644"/>
                </a:cubicBezTo>
                <a:cubicBezTo>
                  <a:pt x="3166" y="1644"/>
                  <a:pt x="3141" y="1620"/>
                  <a:pt x="3141" y="1590"/>
                </a:cubicBezTo>
                <a:cubicBezTo>
                  <a:pt x="3141" y="1560"/>
                  <a:pt x="3166" y="1536"/>
                  <a:pt x="3195" y="1536"/>
                </a:cubicBezTo>
                <a:cubicBezTo>
                  <a:pt x="3225" y="1536"/>
                  <a:pt x="3250" y="1560"/>
                  <a:pt x="3250" y="1590"/>
                </a:cubicBezTo>
                <a:close/>
                <a:moveTo>
                  <a:pt x="4982" y="2208"/>
                </a:moveTo>
                <a:cubicBezTo>
                  <a:pt x="4982" y="2243"/>
                  <a:pt x="4953" y="2272"/>
                  <a:pt x="4918" y="2272"/>
                </a:cubicBezTo>
                <a:cubicBezTo>
                  <a:pt x="4883" y="2272"/>
                  <a:pt x="4855" y="2243"/>
                  <a:pt x="4855" y="2208"/>
                </a:cubicBezTo>
                <a:cubicBezTo>
                  <a:pt x="4855" y="2173"/>
                  <a:pt x="4883" y="2145"/>
                  <a:pt x="4918" y="2145"/>
                </a:cubicBezTo>
                <a:cubicBezTo>
                  <a:pt x="4953" y="2145"/>
                  <a:pt x="4982" y="2173"/>
                  <a:pt x="4982" y="2208"/>
                </a:cubicBezTo>
                <a:close/>
                <a:moveTo>
                  <a:pt x="4042" y="1353"/>
                </a:moveTo>
                <a:cubicBezTo>
                  <a:pt x="4042" y="1375"/>
                  <a:pt x="4024" y="1394"/>
                  <a:pt x="4001" y="1394"/>
                </a:cubicBezTo>
                <a:cubicBezTo>
                  <a:pt x="3979" y="1394"/>
                  <a:pt x="3960" y="1375"/>
                  <a:pt x="3960" y="1353"/>
                </a:cubicBezTo>
                <a:cubicBezTo>
                  <a:pt x="3960" y="1330"/>
                  <a:pt x="3979" y="1312"/>
                  <a:pt x="4001" y="1312"/>
                </a:cubicBezTo>
                <a:cubicBezTo>
                  <a:pt x="4024" y="1312"/>
                  <a:pt x="4042" y="1330"/>
                  <a:pt x="4042" y="1353"/>
                </a:cubicBezTo>
                <a:close/>
                <a:moveTo>
                  <a:pt x="4674" y="3842"/>
                </a:moveTo>
                <a:cubicBezTo>
                  <a:pt x="4674" y="3871"/>
                  <a:pt x="4651" y="3895"/>
                  <a:pt x="4622" y="3895"/>
                </a:cubicBezTo>
                <a:cubicBezTo>
                  <a:pt x="4593" y="3895"/>
                  <a:pt x="4569" y="3871"/>
                  <a:pt x="4569" y="3842"/>
                </a:cubicBezTo>
                <a:cubicBezTo>
                  <a:pt x="4569" y="3813"/>
                  <a:pt x="4593" y="3789"/>
                  <a:pt x="4622" y="3789"/>
                </a:cubicBezTo>
                <a:cubicBezTo>
                  <a:pt x="4651" y="3789"/>
                  <a:pt x="4674" y="3813"/>
                  <a:pt x="4674" y="3842"/>
                </a:cubicBezTo>
                <a:close/>
                <a:moveTo>
                  <a:pt x="4452" y="1212"/>
                </a:moveTo>
                <a:cubicBezTo>
                  <a:pt x="4452" y="1238"/>
                  <a:pt x="4431" y="1259"/>
                  <a:pt x="4406" y="1259"/>
                </a:cubicBezTo>
                <a:cubicBezTo>
                  <a:pt x="4380" y="1259"/>
                  <a:pt x="4360" y="1238"/>
                  <a:pt x="4360" y="1212"/>
                </a:cubicBezTo>
                <a:cubicBezTo>
                  <a:pt x="4360" y="1187"/>
                  <a:pt x="4380" y="1166"/>
                  <a:pt x="4406" y="1166"/>
                </a:cubicBezTo>
                <a:cubicBezTo>
                  <a:pt x="4431" y="1166"/>
                  <a:pt x="4452" y="1187"/>
                  <a:pt x="4452" y="1212"/>
                </a:cubicBezTo>
                <a:close/>
                <a:moveTo>
                  <a:pt x="3320" y="1115"/>
                </a:moveTo>
                <a:cubicBezTo>
                  <a:pt x="3320" y="1143"/>
                  <a:pt x="3297" y="1166"/>
                  <a:pt x="3268" y="1166"/>
                </a:cubicBezTo>
                <a:cubicBezTo>
                  <a:pt x="3240" y="1166"/>
                  <a:pt x="3216" y="1143"/>
                  <a:pt x="3216" y="1115"/>
                </a:cubicBezTo>
                <a:cubicBezTo>
                  <a:pt x="3216" y="1086"/>
                  <a:pt x="3240" y="1063"/>
                  <a:pt x="3268" y="1063"/>
                </a:cubicBezTo>
                <a:cubicBezTo>
                  <a:pt x="3297" y="1063"/>
                  <a:pt x="3320" y="1086"/>
                  <a:pt x="3320" y="1115"/>
                </a:cubicBezTo>
                <a:close/>
                <a:moveTo>
                  <a:pt x="1974" y="4469"/>
                </a:moveTo>
                <a:cubicBezTo>
                  <a:pt x="1974" y="4500"/>
                  <a:pt x="1948" y="4525"/>
                  <a:pt x="1917" y="4525"/>
                </a:cubicBezTo>
                <a:cubicBezTo>
                  <a:pt x="1886" y="4525"/>
                  <a:pt x="1861" y="4500"/>
                  <a:pt x="1861" y="4469"/>
                </a:cubicBezTo>
                <a:cubicBezTo>
                  <a:pt x="1861" y="4438"/>
                  <a:pt x="1886" y="4413"/>
                  <a:pt x="1917" y="4413"/>
                </a:cubicBezTo>
                <a:cubicBezTo>
                  <a:pt x="1948" y="4413"/>
                  <a:pt x="1974" y="4438"/>
                  <a:pt x="1974" y="4469"/>
                </a:cubicBezTo>
                <a:close/>
                <a:moveTo>
                  <a:pt x="1457" y="3935"/>
                </a:moveTo>
                <a:cubicBezTo>
                  <a:pt x="1457" y="3959"/>
                  <a:pt x="1438" y="3978"/>
                  <a:pt x="1414" y="3978"/>
                </a:cubicBezTo>
                <a:cubicBezTo>
                  <a:pt x="1390" y="3978"/>
                  <a:pt x="1370" y="3959"/>
                  <a:pt x="1370" y="3935"/>
                </a:cubicBezTo>
                <a:cubicBezTo>
                  <a:pt x="1370" y="3910"/>
                  <a:pt x="1390" y="3891"/>
                  <a:pt x="1414" y="3891"/>
                </a:cubicBezTo>
                <a:cubicBezTo>
                  <a:pt x="1438" y="3891"/>
                  <a:pt x="1457" y="3910"/>
                  <a:pt x="1457" y="3935"/>
                </a:cubicBezTo>
                <a:close/>
                <a:moveTo>
                  <a:pt x="4537" y="3818"/>
                </a:moveTo>
                <a:cubicBezTo>
                  <a:pt x="4537" y="3851"/>
                  <a:pt x="4510" y="3878"/>
                  <a:pt x="4476" y="3878"/>
                </a:cubicBezTo>
                <a:cubicBezTo>
                  <a:pt x="4443" y="3878"/>
                  <a:pt x="4416" y="3851"/>
                  <a:pt x="4416" y="3818"/>
                </a:cubicBezTo>
                <a:cubicBezTo>
                  <a:pt x="4416" y="3784"/>
                  <a:pt x="4443" y="3757"/>
                  <a:pt x="4476" y="3757"/>
                </a:cubicBezTo>
                <a:cubicBezTo>
                  <a:pt x="4510" y="3757"/>
                  <a:pt x="4537" y="3784"/>
                  <a:pt x="4537" y="3818"/>
                </a:cubicBezTo>
                <a:close/>
                <a:moveTo>
                  <a:pt x="8836" y="4605"/>
                </a:moveTo>
                <a:cubicBezTo>
                  <a:pt x="8836" y="4626"/>
                  <a:pt x="8819" y="4644"/>
                  <a:pt x="8798" y="4644"/>
                </a:cubicBezTo>
                <a:cubicBezTo>
                  <a:pt x="8777" y="4644"/>
                  <a:pt x="8759" y="4626"/>
                  <a:pt x="8759" y="4605"/>
                </a:cubicBezTo>
                <a:cubicBezTo>
                  <a:pt x="8759" y="4584"/>
                  <a:pt x="8777" y="4567"/>
                  <a:pt x="8798" y="4567"/>
                </a:cubicBezTo>
                <a:cubicBezTo>
                  <a:pt x="8819" y="4567"/>
                  <a:pt x="8836" y="4584"/>
                  <a:pt x="8836" y="4605"/>
                </a:cubicBezTo>
                <a:close/>
                <a:moveTo>
                  <a:pt x="5446" y="2136"/>
                </a:moveTo>
                <a:cubicBezTo>
                  <a:pt x="5446" y="2153"/>
                  <a:pt x="5433" y="2167"/>
                  <a:pt x="5416" y="2167"/>
                </a:cubicBezTo>
                <a:cubicBezTo>
                  <a:pt x="5399" y="2167"/>
                  <a:pt x="5385" y="2153"/>
                  <a:pt x="5385" y="2136"/>
                </a:cubicBezTo>
                <a:cubicBezTo>
                  <a:pt x="5385" y="2120"/>
                  <a:pt x="5399" y="2106"/>
                  <a:pt x="5416" y="2106"/>
                </a:cubicBezTo>
                <a:cubicBezTo>
                  <a:pt x="5433" y="2106"/>
                  <a:pt x="5446" y="2120"/>
                  <a:pt x="5446" y="2136"/>
                </a:cubicBezTo>
                <a:close/>
                <a:moveTo>
                  <a:pt x="5584" y="2975"/>
                </a:moveTo>
                <a:cubicBezTo>
                  <a:pt x="5584" y="3011"/>
                  <a:pt x="5555" y="3040"/>
                  <a:pt x="5520" y="3040"/>
                </a:cubicBezTo>
                <a:cubicBezTo>
                  <a:pt x="5484" y="3040"/>
                  <a:pt x="5455" y="3011"/>
                  <a:pt x="5455" y="2975"/>
                </a:cubicBezTo>
                <a:cubicBezTo>
                  <a:pt x="5455" y="2939"/>
                  <a:pt x="5484" y="2910"/>
                  <a:pt x="5520" y="2910"/>
                </a:cubicBezTo>
                <a:cubicBezTo>
                  <a:pt x="5555" y="2910"/>
                  <a:pt x="5584" y="2939"/>
                  <a:pt x="5584" y="2975"/>
                </a:cubicBezTo>
                <a:close/>
                <a:moveTo>
                  <a:pt x="3305" y="5225"/>
                </a:moveTo>
                <a:cubicBezTo>
                  <a:pt x="3305" y="5253"/>
                  <a:pt x="3283" y="5276"/>
                  <a:pt x="3255" y="5276"/>
                </a:cubicBezTo>
                <a:cubicBezTo>
                  <a:pt x="3227" y="5276"/>
                  <a:pt x="3204" y="5253"/>
                  <a:pt x="3204" y="5225"/>
                </a:cubicBezTo>
                <a:cubicBezTo>
                  <a:pt x="3204" y="5197"/>
                  <a:pt x="3227" y="5175"/>
                  <a:pt x="3255" y="5175"/>
                </a:cubicBezTo>
                <a:cubicBezTo>
                  <a:pt x="3283" y="5175"/>
                  <a:pt x="3305" y="5197"/>
                  <a:pt x="3305" y="5225"/>
                </a:cubicBezTo>
                <a:close/>
                <a:moveTo>
                  <a:pt x="1073" y="4502"/>
                </a:moveTo>
                <a:cubicBezTo>
                  <a:pt x="1073" y="4525"/>
                  <a:pt x="1054" y="4543"/>
                  <a:pt x="1031" y="4543"/>
                </a:cubicBezTo>
                <a:cubicBezTo>
                  <a:pt x="1009" y="4543"/>
                  <a:pt x="990" y="4525"/>
                  <a:pt x="990" y="4502"/>
                </a:cubicBezTo>
                <a:cubicBezTo>
                  <a:pt x="990" y="4479"/>
                  <a:pt x="1009" y="4461"/>
                  <a:pt x="1031" y="4461"/>
                </a:cubicBezTo>
                <a:cubicBezTo>
                  <a:pt x="1054" y="4461"/>
                  <a:pt x="1073" y="4479"/>
                  <a:pt x="1073" y="4502"/>
                </a:cubicBezTo>
                <a:close/>
                <a:moveTo>
                  <a:pt x="5363" y="500"/>
                </a:moveTo>
                <a:cubicBezTo>
                  <a:pt x="5363" y="517"/>
                  <a:pt x="5349" y="530"/>
                  <a:pt x="5332" y="530"/>
                </a:cubicBezTo>
                <a:cubicBezTo>
                  <a:pt x="5315" y="530"/>
                  <a:pt x="5302" y="517"/>
                  <a:pt x="5302" y="500"/>
                </a:cubicBezTo>
                <a:cubicBezTo>
                  <a:pt x="5302" y="483"/>
                  <a:pt x="5315" y="470"/>
                  <a:pt x="5332" y="470"/>
                </a:cubicBezTo>
                <a:cubicBezTo>
                  <a:pt x="5349" y="470"/>
                  <a:pt x="5363" y="483"/>
                  <a:pt x="5363" y="500"/>
                </a:cubicBezTo>
                <a:close/>
                <a:moveTo>
                  <a:pt x="9204" y="318"/>
                </a:moveTo>
                <a:cubicBezTo>
                  <a:pt x="9204" y="338"/>
                  <a:pt x="9188" y="354"/>
                  <a:pt x="9168" y="354"/>
                </a:cubicBezTo>
                <a:cubicBezTo>
                  <a:pt x="9148" y="354"/>
                  <a:pt x="9132" y="338"/>
                  <a:pt x="9132" y="318"/>
                </a:cubicBezTo>
                <a:cubicBezTo>
                  <a:pt x="9132" y="298"/>
                  <a:pt x="9148" y="282"/>
                  <a:pt x="9168" y="282"/>
                </a:cubicBezTo>
                <a:cubicBezTo>
                  <a:pt x="9188" y="282"/>
                  <a:pt x="9204" y="298"/>
                  <a:pt x="9204" y="318"/>
                </a:cubicBezTo>
                <a:close/>
                <a:moveTo>
                  <a:pt x="1730" y="653"/>
                </a:moveTo>
                <a:cubicBezTo>
                  <a:pt x="1730" y="687"/>
                  <a:pt x="1702" y="716"/>
                  <a:pt x="1667" y="716"/>
                </a:cubicBezTo>
                <a:cubicBezTo>
                  <a:pt x="1632" y="716"/>
                  <a:pt x="1604" y="687"/>
                  <a:pt x="1604" y="653"/>
                </a:cubicBezTo>
                <a:cubicBezTo>
                  <a:pt x="1604" y="618"/>
                  <a:pt x="1632" y="590"/>
                  <a:pt x="1667" y="590"/>
                </a:cubicBezTo>
                <a:cubicBezTo>
                  <a:pt x="1702" y="590"/>
                  <a:pt x="1730" y="618"/>
                  <a:pt x="1730" y="653"/>
                </a:cubicBezTo>
                <a:close/>
                <a:moveTo>
                  <a:pt x="9949" y="4082"/>
                </a:moveTo>
                <a:cubicBezTo>
                  <a:pt x="9949" y="4107"/>
                  <a:pt x="9929" y="4128"/>
                  <a:pt x="9903" y="4128"/>
                </a:cubicBezTo>
                <a:cubicBezTo>
                  <a:pt x="9878" y="4128"/>
                  <a:pt x="9857" y="4107"/>
                  <a:pt x="9857" y="4082"/>
                </a:cubicBezTo>
                <a:cubicBezTo>
                  <a:pt x="9857" y="4057"/>
                  <a:pt x="9878" y="4036"/>
                  <a:pt x="9903" y="4036"/>
                </a:cubicBezTo>
                <a:cubicBezTo>
                  <a:pt x="9929" y="4036"/>
                  <a:pt x="9949" y="4057"/>
                  <a:pt x="9949" y="4082"/>
                </a:cubicBezTo>
                <a:close/>
                <a:moveTo>
                  <a:pt x="8881" y="3196"/>
                </a:moveTo>
                <a:cubicBezTo>
                  <a:pt x="8881" y="3215"/>
                  <a:pt x="8865" y="3231"/>
                  <a:pt x="8846" y="3231"/>
                </a:cubicBezTo>
                <a:cubicBezTo>
                  <a:pt x="8826" y="3231"/>
                  <a:pt x="8811" y="3215"/>
                  <a:pt x="8811" y="3196"/>
                </a:cubicBezTo>
                <a:cubicBezTo>
                  <a:pt x="8811" y="3176"/>
                  <a:pt x="8826" y="3160"/>
                  <a:pt x="8846" y="3160"/>
                </a:cubicBezTo>
                <a:cubicBezTo>
                  <a:pt x="8865" y="3160"/>
                  <a:pt x="8881" y="3176"/>
                  <a:pt x="8881" y="3196"/>
                </a:cubicBezTo>
                <a:close/>
                <a:moveTo>
                  <a:pt x="6924" y="2283"/>
                </a:moveTo>
                <a:cubicBezTo>
                  <a:pt x="6924" y="2305"/>
                  <a:pt x="6906" y="2324"/>
                  <a:pt x="6884" y="2324"/>
                </a:cubicBezTo>
                <a:cubicBezTo>
                  <a:pt x="6861" y="2324"/>
                  <a:pt x="6843" y="2305"/>
                  <a:pt x="6843" y="2283"/>
                </a:cubicBezTo>
                <a:cubicBezTo>
                  <a:pt x="6843" y="2260"/>
                  <a:pt x="6861" y="2242"/>
                  <a:pt x="6884" y="2242"/>
                </a:cubicBezTo>
                <a:cubicBezTo>
                  <a:pt x="6906" y="2242"/>
                  <a:pt x="6924" y="2260"/>
                  <a:pt x="6924" y="2283"/>
                </a:cubicBezTo>
                <a:close/>
                <a:moveTo>
                  <a:pt x="3260" y="2444"/>
                </a:moveTo>
                <a:cubicBezTo>
                  <a:pt x="3260" y="2465"/>
                  <a:pt x="3243" y="2482"/>
                  <a:pt x="3223" y="2482"/>
                </a:cubicBezTo>
                <a:cubicBezTo>
                  <a:pt x="3202" y="2482"/>
                  <a:pt x="3186" y="2465"/>
                  <a:pt x="3186" y="2444"/>
                </a:cubicBezTo>
                <a:cubicBezTo>
                  <a:pt x="3186" y="2424"/>
                  <a:pt x="3202" y="2407"/>
                  <a:pt x="3223" y="2407"/>
                </a:cubicBezTo>
                <a:cubicBezTo>
                  <a:pt x="3243" y="2407"/>
                  <a:pt x="3260" y="2424"/>
                  <a:pt x="3260" y="2444"/>
                </a:cubicBezTo>
                <a:close/>
                <a:moveTo>
                  <a:pt x="6167" y="5441"/>
                </a:moveTo>
                <a:cubicBezTo>
                  <a:pt x="6167" y="5471"/>
                  <a:pt x="6143" y="5494"/>
                  <a:pt x="6114" y="5494"/>
                </a:cubicBezTo>
                <a:cubicBezTo>
                  <a:pt x="6085" y="5494"/>
                  <a:pt x="6061" y="5471"/>
                  <a:pt x="6061" y="5441"/>
                </a:cubicBezTo>
                <a:cubicBezTo>
                  <a:pt x="6061" y="5412"/>
                  <a:pt x="6085" y="5389"/>
                  <a:pt x="6114" y="5389"/>
                </a:cubicBezTo>
                <a:cubicBezTo>
                  <a:pt x="6143" y="5389"/>
                  <a:pt x="6167" y="5412"/>
                  <a:pt x="6167" y="5441"/>
                </a:cubicBezTo>
                <a:close/>
                <a:moveTo>
                  <a:pt x="175" y="4299"/>
                </a:moveTo>
                <a:cubicBezTo>
                  <a:pt x="175" y="4316"/>
                  <a:pt x="161" y="4330"/>
                  <a:pt x="144" y="4330"/>
                </a:cubicBezTo>
                <a:cubicBezTo>
                  <a:pt x="127" y="4330"/>
                  <a:pt x="113" y="4316"/>
                  <a:pt x="113" y="4299"/>
                </a:cubicBezTo>
                <a:cubicBezTo>
                  <a:pt x="113" y="4282"/>
                  <a:pt x="127" y="4268"/>
                  <a:pt x="144" y="4268"/>
                </a:cubicBezTo>
                <a:cubicBezTo>
                  <a:pt x="161" y="4268"/>
                  <a:pt x="175" y="4282"/>
                  <a:pt x="175" y="4299"/>
                </a:cubicBezTo>
                <a:close/>
                <a:moveTo>
                  <a:pt x="4847" y="5425"/>
                </a:moveTo>
                <a:cubicBezTo>
                  <a:pt x="4847" y="5456"/>
                  <a:pt x="4822" y="5482"/>
                  <a:pt x="4790" y="5482"/>
                </a:cubicBezTo>
                <a:cubicBezTo>
                  <a:pt x="4759" y="5482"/>
                  <a:pt x="4733" y="5456"/>
                  <a:pt x="4733" y="5425"/>
                </a:cubicBezTo>
                <a:cubicBezTo>
                  <a:pt x="4733" y="5393"/>
                  <a:pt x="4759" y="5368"/>
                  <a:pt x="4790" y="5368"/>
                </a:cubicBezTo>
                <a:cubicBezTo>
                  <a:pt x="4822" y="5368"/>
                  <a:pt x="4847" y="5393"/>
                  <a:pt x="4847" y="5425"/>
                </a:cubicBezTo>
                <a:close/>
                <a:moveTo>
                  <a:pt x="9083" y="4736"/>
                </a:moveTo>
                <a:cubicBezTo>
                  <a:pt x="9083" y="4759"/>
                  <a:pt x="9064" y="4777"/>
                  <a:pt x="9042" y="4777"/>
                </a:cubicBezTo>
                <a:cubicBezTo>
                  <a:pt x="9019" y="4777"/>
                  <a:pt x="9001" y="4759"/>
                  <a:pt x="9001" y="4736"/>
                </a:cubicBezTo>
                <a:cubicBezTo>
                  <a:pt x="9001" y="4713"/>
                  <a:pt x="9019" y="4695"/>
                  <a:pt x="9042" y="4695"/>
                </a:cubicBezTo>
                <a:cubicBezTo>
                  <a:pt x="9064" y="4695"/>
                  <a:pt x="9083" y="4713"/>
                  <a:pt x="9083" y="4736"/>
                </a:cubicBezTo>
                <a:close/>
                <a:moveTo>
                  <a:pt x="1530" y="2856"/>
                </a:moveTo>
                <a:cubicBezTo>
                  <a:pt x="1530" y="2888"/>
                  <a:pt x="1505" y="2914"/>
                  <a:pt x="1473" y="2914"/>
                </a:cubicBezTo>
                <a:cubicBezTo>
                  <a:pt x="1442" y="2914"/>
                  <a:pt x="1416" y="2888"/>
                  <a:pt x="1416" y="2856"/>
                </a:cubicBezTo>
                <a:cubicBezTo>
                  <a:pt x="1416" y="2825"/>
                  <a:pt x="1442" y="2799"/>
                  <a:pt x="1473" y="2799"/>
                </a:cubicBezTo>
                <a:cubicBezTo>
                  <a:pt x="1505" y="2799"/>
                  <a:pt x="1530" y="2825"/>
                  <a:pt x="1530" y="2856"/>
                </a:cubicBezTo>
                <a:close/>
                <a:moveTo>
                  <a:pt x="2408" y="2110"/>
                </a:moveTo>
                <a:cubicBezTo>
                  <a:pt x="2408" y="2143"/>
                  <a:pt x="2381" y="2170"/>
                  <a:pt x="2348" y="2170"/>
                </a:cubicBezTo>
                <a:cubicBezTo>
                  <a:pt x="2315" y="2170"/>
                  <a:pt x="2288" y="2143"/>
                  <a:pt x="2288" y="2110"/>
                </a:cubicBezTo>
                <a:cubicBezTo>
                  <a:pt x="2288" y="2077"/>
                  <a:pt x="2315" y="2050"/>
                  <a:pt x="2348" y="2050"/>
                </a:cubicBezTo>
                <a:cubicBezTo>
                  <a:pt x="2381" y="2050"/>
                  <a:pt x="2408" y="2077"/>
                  <a:pt x="2408" y="2110"/>
                </a:cubicBezTo>
                <a:close/>
                <a:moveTo>
                  <a:pt x="3544" y="3783"/>
                </a:moveTo>
                <a:cubicBezTo>
                  <a:pt x="3544" y="3811"/>
                  <a:pt x="3521" y="3835"/>
                  <a:pt x="3492" y="3835"/>
                </a:cubicBezTo>
                <a:cubicBezTo>
                  <a:pt x="3464" y="3835"/>
                  <a:pt x="3440" y="3811"/>
                  <a:pt x="3440" y="3783"/>
                </a:cubicBezTo>
                <a:cubicBezTo>
                  <a:pt x="3440" y="3754"/>
                  <a:pt x="3464" y="3731"/>
                  <a:pt x="3492" y="3731"/>
                </a:cubicBezTo>
                <a:cubicBezTo>
                  <a:pt x="3521" y="3731"/>
                  <a:pt x="3544" y="3754"/>
                  <a:pt x="3544" y="3783"/>
                </a:cubicBezTo>
                <a:close/>
                <a:moveTo>
                  <a:pt x="9284" y="220"/>
                </a:moveTo>
                <a:cubicBezTo>
                  <a:pt x="9284" y="241"/>
                  <a:pt x="9267" y="257"/>
                  <a:pt x="9246" y="257"/>
                </a:cubicBezTo>
                <a:cubicBezTo>
                  <a:pt x="9226" y="257"/>
                  <a:pt x="9209" y="241"/>
                  <a:pt x="9209" y="220"/>
                </a:cubicBezTo>
                <a:cubicBezTo>
                  <a:pt x="9209" y="199"/>
                  <a:pt x="9226" y="182"/>
                  <a:pt x="9246" y="182"/>
                </a:cubicBezTo>
                <a:cubicBezTo>
                  <a:pt x="9267" y="182"/>
                  <a:pt x="9284" y="199"/>
                  <a:pt x="9284" y="220"/>
                </a:cubicBezTo>
                <a:close/>
                <a:moveTo>
                  <a:pt x="7792" y="4206"/>
                </a:moveTo>
                <a:cubicBezTo>
                  <a:pt x="7792" y="4224"/>
                  <a:pt x="7777" y="4239"/>
                  <a:pt x="7758" y="4239"/>
                </a:cubicBezTo>
                <a:cubicBezTo>
                  <a:pt x="7739" y="4239"/>
                  <a:pt x="7724" y="4224"/>
                  <a:pt x="7724" y="4206"/>
                </a:cubicBezTo>
                <a:cubicBezTo>
                  <a:pt x="7724" y="4187"/>
                  <a:pt x="7739" y="4172"/>
                  <a:pt x="7758" y="4172"/>
                </a:cubicBezTo>
                <a:cubicBezTo>
                  <a:pt x="7777" y="4172"/>
                  <a:pt x="7792" y="4187"/>
                  <a:pt x="7792" y="4206"/>
                </a:cubicBezTo>
                <a:close/>
                <a:moveTo>
                  <a:pt x="1434" y="1364"/>
                </a:moveTo>
                <a:cubicBezTo>
                  <a:pt x="1434" y="1393"/>
                  <a:pt x="1411" y="1416"/>
                  <a:pt x="1382" y="1416"/>
                </a:cubicBezTo>
                <a:cubicBezTo>
                  <a:pt x="1354" y="1416"/>
                  <a:pt x="1331" y="1393"/>
                  <a:pt x="1331" y="1364"/>
                </a:cubicBezTo>
                <a:cubicBezTo>
                  <a:pt x="1331" y="1336"/>
                  <a:pt x="1354" y="1312"/>
                  <a:pt x="1382" y="1312"/>
                </a:cubicBezTo>
                <a:cubicBezTo>
                  <a:pt x="1411" y="1312"/>
                  <a:pt x="1434" y="1336"/>
                  <a:pt x="1434" y="1364"/>
                </a:cubicBezTo>
                <a:close/>
                <a:moveTo>
                  <a:pt x="9022" y="1400"/>
                </a:moveTo>
                <a:cubicBezTo>
                  <a:pt x="9022" y="1421"/>
                  <a:pt x="9005" y="1438"/>
                  <a:pt x="8984" y="1438"/>
                </a:cubicBezTo>
                <a:cubicBezTo>
                  <a:pt x="8963" y="1438"/>
                  <a:pt x="8946" y="1421"/>
                  <a:pt x="8946" y="1400"/>
                </a:cubicBezTo>
                <a:cubicBezTo>
                  <a:pt x="8946" y="1379"/>
                  <a:pt x="8963" y="1362"/>
                  <a:pt x="8984" y="1362"/>
                </a:cubicBezTo>
                <a:cubicBezTo>
                  <a:pt x="9005" y="1362"/>
                  <a:pt x="9022" y="1379"/>
                  <a:pt x="9022" y="1400"/>
                </a:cubicBezTo>
                <a:close/>
                <a:moveTo>
                  <a:pt x="6904" y="2680"/>
                </a:moveTo>
                <a:cubicBezTo>
                  <a:pt x="6904" y="2716"/>
                  <a:pt x="6875" y="2744"/>
                  <a:pt x="6840" y="2744"/>
                </a:cubicBezTo>
                <a:cubicBezTo>
                  <a:pt x="6804" y="2744"/>
                  <a:pt x="6776" y="2716"/>
                  <a:pt x="6776" y="2680"/>
                </a:cubicBezTo>
                <a:cubicBezTo>
                  <a:pt x="6776" y="2645"/>
                  <a:pt x="6804" y="2617"/>
                  <a:pt x="6840" y="2617"/>
                </a:cubicBezTo>
                <a:cubicBezTo>
                  <a:pt x="6875" y="2617"/>
                  <a:pt x="6904" y="2645"/>
                  <a:pt x="6904" y="2680"/>
                </a:cubicBezTo>
                <a:close/>
                <a:moveTo>
                  <a:pt x="9999" y="5861"/>
                </a:moveTo>
                <a:cubicBezTo>
                  <a:pt x="9999" y="5894"/>
                  <a:pt x="9973" y="5920"/>
                  <a:pt x="9940" y="5920"/>
                </a:cubicBezTo>
                <a:cubicBezTo>
                  <a:pt x="9908" y="5920"/>
                  <a:pt x="9882" y="5894"/>
                  <a:pt x="9882" y="5861"/>
                </a:cubicBezTo>
                <a:cubicBezTo>
                  <a:pt x="9882" y="5829"/>
                  <a:pt x="9908" y="5803"/>
                  <a:pt x="9940" y="5803"/>
                </a:cubicBezTo>
                <a:cubicBezTo>
                  <a:pt x="9973" y="5803"/>
                  <a:pt x="9999" y="5829"/>
                  <a:pt x="9999" y="5861"/>
                </a:cubicBezTo>
                <a:close/>
                <a:moveTo>
                  <a:pt x="5025" y="435"/>
                </a:moveTo>
                <a:cubicBezTo>
                  <a:pt x="5025" y="469"/>
                  <a:pt x="4997" y="497"/>
                  <a:pt x="4963" y="497"/>
                </a:cubicBezTo>
                <a:cubicBezTo>
                  <a:pt x="4928" y="497"/>
                  <a:pt x="4901" y="469"/>
                  <a:pt x="4901" y="435"/>
                </a:cubicBezTo>
                <a:cubicBezTo>
                  <a:pt x="4901" y="400"/>
                  <a:pt x="4928" y="372"/>
                  <a:pt x="4963" y="372"/>
                </a:cubicBezTo>
                <a:cubicBezTo>
                  <a:pt x="4997" y="372"/>
                  <a:pt x="5025" y="400"/>
                  <a:pt x="5025" y="435"/>
                </a:cubicBezTo>
                <a:close/>
                <a:moveTo>
                  <a:pt x="4051" y="2932"/>
                </a:moveTo>
                <a:cubicBezTo>
                  <a:pt x="4051" y="2962"/>
                  <a:pt x="4027" y="2987"/>
                  <a:pt x="3996" y="2987"/>
                </a:cubicBezTo>
                <a:cubicBezTo>
                  <a:pt x="3965" y="2987"/>
                  <a:pt x="3941" y="2962"/>
                  <a:pt x="3941" y="2932"/>
                </a:cubicBezTo>
                <a:cubicBezTo>
                  <a:pt x="3941" y="2901"/>
                  <a:pt x="3965" y="2876"/>
                  <a:pt x="3996" y="2876"/>
                </a:cubicBezTo>
                <a:cubicBezTo>
                  <a:pt x="4027" y="2876"/>
                  <a:pt x="4051" y="2901"/>
                  <a:pt x="4051" y="2932"/>
                </a:cubicBezTo>
                <a:close/>
                <a:moveTo>
                  <a:pt x="9661" y="3504"/>
                </a:moveTo>
                <a:cubicBezTo>
                  <a:pt x="9661" y="3541"/>
                  <a:pt x="9632" y="3571"/>
                  <a:pt x="9595" y="3571"/>
                </a:cubicBezTo>
                <a:cubicBezTo>
                  <a:pt x="9558" y="3571"/>
                  <a:pt x="9528" y="3541"/>
                  <a:pt x="9528" y="3504"/>
                </a:cubicBezTo>
                <a:cubicBezTo>
                  <a:pt x="9528" y="3467"/>
                  <a:pt x="9558" y="3438"/>
                  <a:pt x="9595" y="3438"/>
                </a:cubicBezTo>
                <a:cubicBezTo>
                  <a:pt x="9632" y="3438"/>
                  <a:pt x="9661" y="3467"/>
                  <a:pt x="9661" y="3504"/>
                </a:cubicBezTo>
                <a:close/>
                <a:moveTo>
                  <a:pt x="9639" y="583"/>
                </a:moveTo>
                <a:cubicBezTo>
                  <a:pt x="9639" y="608"/>
                  <a:pt x="9620" y="628"/>
                  <a:pt x="9595" y="628"/>
                </a:cubicBezTo>
                <a:cubicBezTo>
                  <a:pt x="9571" y="628"/>
                  <a:pt x="9551" y="608"/>
                  <a:pt x="9551" y="583"/>
                </a:cubicBezTo>
                <a:cubicBezTo>
                  <a:pt x="9551" y="559"/>
                  <a:pt x="9571" y="539"/>
                  <a:pt x="9595" y="539"/>
                </a:cubicBezTo>
                <a:cubicBezTo>
                  <a:pt x="9620" y="539"/>
                  <a:pt x="9639" y="559"/>
                  <a:pt x="9639" y="583"/>
                </a:cubicBezTo>
                <a:close/>
                <a:moveTo>
                  <a:pt x="8916" y="4815"/>
                </a:moveTo>
                <a:cubicBezTo>
                  <a:pt x="8916" y="4853"/>
                  <a:pt x="8885" y="4884"/>
                  <a:pt x="8847" y="4884"/>
                </a:cubicBezTo>
                <a:cubicBezTo>
                  <a:pt x="8809" y="4884"/>
                  <a:pt x="8778" y="4853"/>
                  <a:pt x="8778" y="4815"/>
                </a:cubicBezTo>
                <a:cubicBezTo>
                  <a:pt x="8778" y="4777"/>
                  <a:pt x="8809" y="4746"/>
                  <a:pt x="8847" y="4746"/>
                </a:cubicBezTo>
                <a:cubicBezTo>
                  <a:pt x="8885" y="4746"/>
                  <a:pt x="8916" y="4777"/>
                  <a:pt x="8916" y="4815"/>
                </a:cubicBezTo>
                <a:close/>
                <a:moveTo>
                  <a:pt x="1962" y="3350"/>
                </a:moveTo>
                <a:cubicBezTo>
                  <a:pt x="1962" y="3388"/>
                  <a:pt x="1932" y="3418"/>
                  <a:pt x="1895" y="3418"/>
                </a:cubicBezTo>
                <a:cubicBezTo>
                  <a:pt x="1858" y="3418"/>
                  <a:pt x="1828" y="3388"/>
                  <a:pt x="1828" y="3350"/>
                </a:cubicBezTo>
                <a:cubicBezTo>
                  <a:pt x="1828" y="3313"/>
                  <a:pt x="1858" y="3283"/>
                  <a:pt x="1895" y="3283"/>
                </a:cubicBezTo>
                <a:cubicBezTo>
                  <a:pt x="1932" y="3283"/>
                  <a:pt x="1962" y="3313"/>
                  <a:pt x="1962" y="3350"/>
                </a:cubicBezTo>
                <a:close/>
                <a:moveTo>
                  <a:pt x="5464" y="4214"/>
                </a:moveTo>
                <a:cubicBezTo>
                  <a:pt x="5464" y="4252"/>
                  <a:pt x="5433" y="4283"/>
                  <a:pt x="5395" y="4283"/>
                </a:cubicBezTo>
                <a:cubicBezTo>
                  <a:pt x="5357" y="4283"/>
                  <a:pt x="5326" y="4252"/>
                  <a:pt x="5326" y="4214"/>
                </a:cubicBezTo>
                <a:cubicBezTo>
                  <a:pt x="5326" y="4176"/>
                  <a:pt x="5357" y="4145"/>
                  <a:pt x="5395" y="4145"/>
                </a:cubicBezTo>
                <a:cubicBezTo>
                  <a:pt x="5433" y="4145"/>
                  <a:pt x="5464" y="4176"/>
                  <a:pt x="5464" y="4214"/>
                </a:cubicBezTo>
                <a:close/>
                <a:moveTo>
                  <a:pt x="1830" y="407"/>
                </a:moveTo>
                <a:cubicBezTo>
                  <a:pt x="1830" y="443"/>
                  <a:pt x="1802" y="472"/>
                  <a:pt x="1766" y="472"/>
                </a:cubicBezTo>
                <a:cubicBezTo>
                  <a:pt x="1731" y="472"/>
                  <a:pt x="1702" y="443"/>
                  <a:pt x="1702" y="407"/>
                </a:cubicBezTo>
                <a:cubicBezTo>
                  <a:pt x="1702" y="372"/>
                  <a:pt x="1731" y="343"/>
                  <a:pt x="1766" y="343"/>
                </a:cubicBezTo>
                <a:cubicBezTo>
                  <a:pt x="1802" y="343"/>
                  <a:pt x="1830" y="372"/>
                  <a:pt x="1830" y="407"/>
                </a:cubicBezTo>
                <a:close/>
                <a:moveTo>
                  <a:pt x="5866" y="1299"/>
                </a:moveTo>
                <a:cubicBezTo>
                  <a:pt x="5866" y="1334"/>
                  <a:pt x="5838" y="1363"/>
                  <a:pt x="5803" y="1363"/>
                </a:cubicBezTo>
                <a:cubicBezTo>
                  <a:pt x="5768" y="1363"/>
                  <a:pt x="5740" y="1334"/>
                  <a:pt x="5740" y="1299"/>
                </a:cubicBezTo>
                <a:cubicBezTo>
                  <a:pt x="5740" y="1264"/>
                  <a:pt x="5768" y="1236"/>
                  <a:pt x="5803" y="1236"/>
                </a:cubicBezTo>
                <a:cubicBezTo>
                  <a:pt x="5838" y="1236"/>
                  <a:pt x="5866" y="1264"/>
                  <a:pt x="5866" y="1299"/>
                </a:cubicBezTo>
                <a:close/>
                <a:moveTo>
                  <a:pt x="2899" y="862"/>
                </a:moveTo>
                <a:cubicBezTo>
                  <a:pt x="2899" y="885"/>
                  <a:pt x="2880" y="904"/>
                  <a:pt x="2857" y="904"/>
                </a:cubicBezTo>
                <a:cubicBezTo>
                  <a:pt x="2834" y="904"/>
                  <a:pt x="2815" y="885"/>
                  <a:pt x="2815" y="862"/>
                </a:cubicBezTo>
                <a:cubicBezTo>
                  <a:pt x="2815" y="839"/>
                  <a:pt x="2834" y="820"/>
                  <a:pt x="2857" y="820"/>
                </a:cubicBezTo>
                <a:cubicBezTo>
                  <a:pt x="2880" y="820"/>
                  <a:pt x="2899" y="839"/>
                  <a:pt x="2899" y="862"/>
                </a:cubicBezTo>
                <a:close/>
                <a:moveTo>
                  <a:pt x="469" y="2573"/>
                </a:moveTo>
                <a:cubicBezTo>
                  <a:pt x="469" y="2607"/>
                  <a:pt x="441" y="2634"/>
                  <a:pt x="407" y="2634"/>
                </a:cubicBezTo>
                <a:cubicBezTo>
                  <a:pt x="374" y="2634"/>
                  <a:pt x="346" y="2607"/>
                  <a:pt x="346" y="2573"/>
                </a:cubicBezTo>
                <a:cubicBezTo>
                  <a:pt x="346" y="2539"/>
                  <a:pt x="374" y="2512"/>
                  <a:pt x="407" y="2512"/>
                </a:cubicBezTo>
                <a:cubicBezTo>
                  <a:pt x="441" y="2512"/>
                  <a:pt x="469" y="2539"/>
                  <a:pt x="469" y="2573"/>
                </a:cubicBezTo>
                <a:close/>
                <a:moveTo>
                  <a:pt x="4577" y="6038"/>
                </a:moveTo>
                <a:cubicBezTo>
                  <a:pt x="4577" y="6055"/>
                  <a:pt x="4563" y="6069"/>
                  <a:pt x="4545" y="6069"/>
                </a:cubicBezTo>
                <a:cubicBezTo>
                  <a:pt x="4528" y="6069"/>
                  <a:pt x="4514" y="6055"/>
                  <a:pt x="4514" y="6038"/>
                </a:cubicBezTo>
                <a:cubicBezTo>
                  <a:pt x="4514" y="6020"/>
                  <a:pt x="4528" y="6006"/>
                  <a:pt x="4545" y="6006"/>
                </a:cubicBezTo>
                <a:cubicBezTo>
                  <a:pt x="4563" y="6006"/>
                  <a:pt x="4577" y="6020"/>
                  <a:pt x="4577" y="6038"/>
                </a:cubicBezTo>
                <a:close/>
                <a:moveTo>
                  <a:pt x="1817" y="949"/>
                </a:moveTo>
                <a:cubicBezTo>
                  <a:pt x="1817" y="978"/>
                  <a:pt x="1793" y="1002"/>
                  <a:pt x="1764" y="1002"/>
                </a:cubicBezTo>
                <a:cubicBezTo>
                  <a:pt x="1735" y="1002"/>
                  <a:pt x="1711" y="978"/>
                  <a:pt x="1711" y="949"/>
                </a:cubicBezTo>
                <a:cubicBezTo>
                  <a:pt x="1711" y="920"/>
                  <a:pt x="1735" y="896"/>
                  <a:pt x="1764" y="896"/>
                </a:cubicBezTo>
                <a:cubicBezTo>
                  <a:pt x="1793" y="896"/>
                  <a:pt x="1817" y="920"/>
                  <a:pt x="1817" y="949"/>
                </a:cubicBezTo>
                <a:close/>
                <a:moveTo>
                  <a:pt x="2078" y="4194"/>
                </a:moveTo>
                <a:cubicBezTo>
                  <a:pt x="2078" y="4222"/>
                  <a:pt x="2055" y="4245"/>
                  <a:pt x="2027" y="4245"/>
                </a:cubicBezTo>
                <a:cubicBezTo>
                  <a:pt x="1999" y="4245"/>
                  <a:pt x="1976" y="4222"/>
                  <a:pt x="1976" y="4194"/>
                </a:cubicBezTo>
                <a:cubicBezTo>
                  <a:pt x="1976" y="4166"/>
                  <a:pt x="1999" y="4143"/>
                  <a:pt x="2027" y="4143"/>
                </a:cubicBezTo>
                <a:cubicBezTo>
                  <a:pt x="2055" y="4143"/>
                  <a:pt x="2078" y="4166"/>
                  <a:pt x="2078" y="4194"/>
                </a:cubicBezTo>
                <a:close/>
                <a:moveTo>
                  <a:pt x="5862" y="5296"/>
                </a:moveTo>
                <a:cubicBezTo>
                  <a:pt x="5862" y="5330"/>
                  <a:pt x="5835" y="5358"/>
                  <a:pt x="5801" y="5358"/>
                </a:cubicBezTo>
                <a:cubicBezTo>
                  <a:pt x="5767" y="5358"/>
                  <a:pt x="5739" y="5330"/>
                  <a:pt x="5739" y="5296"/>
                </a:cubicBezTo>
                <a:cubicBezTo>
                  <a:pt x="5739" y="5262"/>
                  <a:pt x="5767" y="5235"/>
                  <a:pt x="5801" y="5235"/>
                </a:cubicBezTo>
                <a:cubicBezTo>
                  <a:pt x="5835" y="5235"/>
                  <a:pt x="5862" y="5262"/>
                  <a:pt x="5862" y="5296"/>
                </a:cubicBezTo>
                <a:close/>
                <a:moveTo>
                  <a:pt x="9227" y="1000"/>
                </a:moveTo>
                <a:cubicBezTo>
                  <a:pt x="9227" y="1025"/>
                  <a:pt x="9206" y="1045"/>
                  <a:pt x="9181" y="1045"/>
                </a:cubicBezTo>
                <a:cubicBezTo>
                  <a:pt x="9157" y="1045"/>
                  <a:pt x="9136" y="1025"/>
                  <a:pt x="9136" y="1000"/>
                </a:cubicBezTo>
                <a:cubicBezTo>
                  <a:pt x="9136" y="975"/>
                  <a:pt x="9157" y="955"/>
                  <a:pt x="9181" y="955"/>
                </a:cubicBezTo>
                <a:cubicBezTo>
                  <a:pt x="9206" y="955"/>
                  <a:pt x="9227" y="975"/>
                  <a:pt x="9227" y="1000"/>
                </a:cubicBezTo>
                <a:close/>
                <a:moveTo>
                  <a:pt x="9600" y="2517"/>
                </a:moveTo>
                <a:cubicBezTo>
                  <a:pt x="9600" y="2540"/>
                  <a:pt x="9581" y="2559"/>
                  <a:pt x="9558" y="2559"/>
                </a:cubicBezTo>
                <a:cubicBezTo>
                  <a:pt x="9535" y="2559"/>
                  <a:pt x="9517" y="2540"/>
                  <a:pt x="9517" y="2517"/>
                </a:cubicBezTo>
                <a:cubicBezTo>
                  <a:pt x="9517" y="2495"/>
                  <a:pt x="9535" y="2476"/>
                  <a:pt x="9558" y="2476"/>
                </a:cubicBezTo>
                <a:cubicBezTo>
                  <a:pt x="9581" y="2476"/>
                  <a:pt x="9600" y="2495"/>
                  <a:pt x="9600" y="2517"/>
                </a:cubicBezTo>
                <a:close/>
                <a:moveTo>
                  <a:pt x="4884" y="1179"/>
                </a:moveTo>
                <a:cubicBezTo>
                  <a:pt x="4884" y="1214"/>
                  <a:pt x="4856" y="1243"/>
                  <a:pt x="4820" y="1243"/>
                </a:cubicBezTo>
                <a:cubicBezTo>
                  <a:pt x="4785" y="1243"/>
                  <a:pt x="4756" y="1214"/>
                  <a:pt x="4756" y="1179"/>
                </a:cubicBezTo>
                <a:cubicBezTo>
                  <a:pt x="4756" y="1143"/>
                  <a:pt x="4785" y="1115"/>
                  <a:pt x="4820" y="1115"/>
                </a:cubicBezTo>
                <a:cubicBezTo>
                  <a:pt x="4856" y="1115"/>
                  <a:pt x="4884" y="1143"/>
                  <a:pt x="4884" y="1179"/>
                </a:cubicBezTo>
                <a:close/>
                <a:moveTo>
                  <a:pt x="6416" y="644"/>
                </a:moveTo>
                <a:cubicBezTo>
                  <a:pt x="6416" y="681"/>
                  <a:pt x="6385" y="712"/>
                  <a:pt x="6347" y="712"/>
                </a:cubicBezTo>
                <a:cubicBezTo>
                  <a:pt x="6309" y="712"/>
                  <a:pt x="6278" y="681"/>
                  <a:pt x="6278" y="644"/>
                </a:cubicBezTo>
                <a:cubicBezTo>
                  <a:pt x="6278" y="606"/>
                  <a:pt x="6309" y="575"/>
                  <a:pt x="6347" y="575"/>
                </a:cubicBezTo>
                <a:cubicBezTo>
                  <a:pt x="6385" y="575"/>
                  <a:pt x="6416" y="606"/>
                  <a:pt x="6416" y="644"/>
                </a:cubicBezTo>
                <a:close/>
                <a:moveTo>
                  <a:pt x="5257" y="1630"/>
                </a:moveTo>
                <a:cubicBezTo>
                  <a:pt x="5257" y="1660"/>
                  <a:pt x="5233" y="1685"/>
                  <a:pt x="5202" y="1685"/>
                </a:cubicBezTo>
                <a:cubicBezTo>
                  <a:pt x="5172" y="1685"/>
                  <a:pt x="5148" y="1660"/>
                  <a:pt x="5148" y="1630"/>
                </a:cubicBezTo>
                <a:cubicBezTo>
                  <a:pt x="5148" y="1600"/>
                  <a:pt x="5172" y="1576"/>
                  <a:pt x="5202" y="1576"/>
                </a:cubicBezTo>
                <a:cubicBezTo>
                  <a:pt x="5233" y="1576"/>
                  <a:pt x="5257" y="1600"/>
                  <a:pt x="5257" y="1630"/>
                </a:cubicBezTo>
                <a:close/>
                <a:moveTo>
                  <a:pt x="9482" y="2208"/>
                </a:moveTo>
                <a:cubicBezTo>
                  <a:pt x="9482" y="2225"/>
                  <a:pt x="9468" y="2238"/>
                  <a:pt x="9451" y="2238"/>
                </a:cubicBezTo>
                <a:cubicBezTo>
                  <a:pt x="9434" y="2238"/>
                  <a:pt x="9421" y="2225"/>
                  <a:pt x="9421" y="2208"/>
                </a:cubicBezTo>
                <a:cubicBezTo>
                  <a:pt x="9421" y="2191"/>
                  <a:pt x="9434" y="2177"/>
                  <a:pt x="9451" y="2177"/>
                </a:cubicBezTo>
                <a:cubicBezTo>
                  <a:pt x="9468" y="2177"/>
                  <a:pt x="9482" y="2191"/>
                  <a:pt x="9482" y="2208"/>
                </a:cubicBezTo>
                <a:close/>
                <a:moveTo>
                  <a:pt x="2059" y="421"/>
                </a:moveTo>
                <a:cubicBezTo>
                  <a:pt x="2059" y="449"/>
                  <a:pt x="2036" y="472"/>
                  <a:pt x="2007" y="472"/>
                </a:cubicBezTo>
                <a:cubicBezTo>
                  <a:pt x="1979" y="472"/>
                  <a:pt x="1956" y="449"/>
                  <a:pt x="1956" y="421"/>
                </a:cubicBezTo>
                <a:cubicBezTo>
                  <a:pt x="1956" y="393"/>
                  <a:pt x="1979" y="370"/>
                  <a:pt x="2007" y="370"/>
                </a:cubicBezTo>
                <a:cubicBezTo>
                  <a:pt x="2036" y="370"/>
                  <a:pt x="2059" y="393"/>
                  <a:pt x="2059" y="421"/>
                </a:cubicBezTo>
                <a:close/>
                <a:moveTo>
                  <a:pt x="3172" y="5337"/>
                </a:moveTo>
                <a:cubicBezTo>
                  <a:pt x="3172" y="5358"/>
                  <a:pt x="3155" y="5375"/>
                  <a:pt x="3134" y="5375"/>
                </a:cubicBezTo>
                <a:cubicBezTo>
                  <a:pt x="3113" y="5375"/>
                  <a:pt x="3096" y="5358"/>
                  <a:pt x="3096" y="5337"/>
                </a:cubicBezTo>
                <a:cubicBezTo>
                  <a:pt x="3096" y="5316"/>
                  <a:pt x="3113" y="5299"/>
                  <a:pt x="3134" y="5299"/>
                </a:cubicBezTo>
                <a:cubicBezTo>
                  <a:pt x="3155" y="5299"/>
                  <a:pt x="3172" y="5316"/>
                  <a:pt x="3172" y="5337"/>
                </a:cubicBezTo>
                <a:close/>
                <a:moveTo>
                  <a:pt x="235" y="2938"/>
                </a:moveTo>
                <a:cubicBezTo>
                  <a:pt x="235" y="2957"/>
                  <a:pt x="219" y="2973"/>
                  <a:pt x="200" y="2973"/>
                </a:cubicBezTo>
                <a:cubicBezTo>
                  <a:pt x="180" y="2973"/>
                  <a:pt x="165" y="2957"/>
                  <a:pt x="165" y="2938"/>
                </a:cubicBezTo>
                <a:cubicBezTo>
                  <a:pt x="165" y="2919"/>
                  <a:pt x="180" y="2903"/>
                  <a:pt x="200" y="2903"/>
                </a:cubicBezTo>
                <a:cubicBezTo>
                  <a:pt x="219" y="2903"/>
                  <a:pt x="235" y="2919"/>
                  <a:pt x="235" y="2938"/>
                </a:cubicBezTo>
                <a:close/>
                <a:moveTo>
                  <a:pt x="3161" y="1455"/>
                </a:moveTo>
                <a:cubicBezTo>
                  <a:pt x="3161" y="1476"/>
                  <a:pt x="3144" y="1492"/>
                  <a:pt x="3124" y="1492"/>
                </a:cubicBezTo>
                <a:cubicBezTo>
                  <a:pt x="3103" y="1492"/>
                  <a:pt x="3087" y="1476"/>
                  <a:pt x="3087" y="1455"/>
                </a:cubicBezTo>
                <a:cubicBezTo>
                  <a:pt x="3087" y="1435"/>
                  <a:pt x="3103" y="1418"/>
                  <a:pt x="3124" y="1418"/>
                </a:cubicBezTo>
                <a:cubicBezTo>
                  <a:pt x="3144" y="1418"/>
                  <a:pt x="3161" y="1435"/>
                  <a:pt x="3161" y="1455"/>
                </a:cubicBezTo>
                <a:close/>
                <a:moveTo>
                  <a:pt x="6394" y="5862"/>
                </a:moveTo>
                <a:cubicBezTo>
                  <a:pt x="6394" y="5886"/>
                  <a:pt x="6374" y="5907"/>
                  <a:pt x="6349" y="5907"/>
                </a:cubicBezTo>
                <a:cubicBezTo>
                  <a:pt x="6324" y="5907"/>
                  <a:pt x="6304" y="5886"/>
                  <a:pt x="6304" y="5862"/>
                </a:cubicBezTo>
                <a:cubicBezTo>
                  <a:pt x="6304" y="5837"/>
                  <a:pt x="6324" y="5817"/>
                  <a:pt x="6349" y="5817"/>
                </a:cubicBezTo>
                <a:cubicBezTo>
                  <a:pt x="6374" y="5817"/>
                  <a:pt x="6394" y="5837"/>
                  <a:pt x="6394" y="5862"/>
                </a:cubicBezTo>
                <a:close/>
                <a:moveTo>
                  <a:pt x="6439" y="2061"/>
                </a:moveTo>
                <a:cubicBezTo>
                  <a:pt x="6439" y="2097"/>
                  <a:pt x="6409" y="2127"/>
                  <a:pt x="6372" y="2127"/>
                </a:cubicBezTo>
                <a:cubicBezTo>
                  <a:pt x="6335" y="2127"/>
                  <a:pt x="6306" y="2097"/>
                  <a:pt x="6306" y="2061"/>
                </a:cubicBezTo>
                <a:cubicBezTo>
                  <a:pt x="6306" y="2024"/>
                  <a:pt x="6335" y="1994"/>
                  <a:pt x="6372" y="1994"/>
                </a:cubicBezTo>
                <a:cubicBezTo>
                  <a:pt x="6409" y="1994"/>
                  <a:pt x="6439" y="2024"/>
                  <a:pt x="6439" y="2061"/>
                </a:cubicBezTo>
                <a:close/>
                <a:moveTo>
                  <a:pt x="5584" y="239"/>
                </a:moveTo>
                <a:cubicBezTo>
                  <a:pt x="5584" y="272"/>
                  <a:pt x="5557" y="298"/>
                  <a:pt x="5524" y="298"/>
                </a:cubicBezTo>
                <a:cubicBezTo>
                  <a:pt x="5491" y="298"/>
                  <a:pt x="5464" y="272"/>
                  <a:pt x="5464" y="239"/>
                </a:cubicBezTo>
                <a:cubicBezTo>
                  <a:pt x="5464" y="206"/>
                  <a:pt x="5491" y="179"/>
                  <a:pt x="5524" y="179"/>
                </a:cubicBezTo>
                <a:cubicBezTo>
                  <a:pt x="5557" y="179"/>
                  <a:pt x="5584" y="206"/>
                  <a:pt x="5584" y="239"/>
                </a:cubicBezTo>
                <a:close/>
                <a:moveTo>
                  <a:pt x="2159" y="348"/>
                </a:moveTo>
                <a:cubicBezTo>
                  <a:pt x="2159" y="365"/>
                  <a:pt x="2145" y="379"/>
                  <a:pt x="2128" y="379"/>
                </a:cubicBezTo>
                <a:cubicBezTo>
                  <a:pt x="2111" y="379"/>
                  <a:pt x="2098" y="365"/>
                  <a:pt x="2098" y="348"/>
                </a:cubicBezTo>
                <a:cubicBezTo>
                  <a:pt x="2098" y="331"/>
                  <a:pt x="2111" y="317"/>
                  <a:pt x="2128" y="317"/>
                </a:cubicBezTo>
                <a:cubicBezTo>
                  <a:pt x="2145" y="317"/>
                  <a:pt x="2159" y="331"/>
                  <a:pt x="2159" y="348"/>
                </a:cubicBezTo>
                <a:close/>
                <a:moveTo>
                  <a:pt x="8413" y="4458"/>
                </a:moveTo>
                <a:cubicBezTo>
                  <a:pt x="8413" y="4483"/>
                  <a:pt x="8393" y="4503"/>
                  <a:pt x="8369" y="4503"/>
                </a:cubicBezTo>
                <a:cubicBezTo>
                  <a:pt x="8344" y="4503"/>
                  <a:pt x="8325" y="4483"/>
                  <a:pt x="8325" y="4458"/>
                </a:cubicBezTo>
                <a:cubicBezTo>
                  <a:pt x="8325" y="4434"/>
                  <a:pt x="8344" y="4414"/>
                  <a:pt x="8369" y="4414"/>
                </a:cubicBezTo>
                <a:cubicBezTo>
                  <a:pt x="8393" y="4414"/>
                  <a:pt x="8413" y="4434"/>
                  <a:pt x="8413" y="4458"/>
                </a:cubicBezTo>
                <a:close/>
                <a:moveTo>
                  <a:pt x="5604" y="4431"/>
                </a:moveTo>
                <a:cubicBezTo>
                  <a:pt x="5604" y="4449"/>
                  <a:pt x="5589" y="4464"/>
                  <a:pt x="5571" y="4464"/>
                </a:cubicBezTo>
                <a:cubicBezTo>
                  <a:pt x="5553" y="4464"/>
                  <a:pt x="5538" y="4449"/>
                  <a:pt x="5538" y="4431"/>
                </a:cubicBezTo>
                <a:cubicBezTo>
                  <a:pt x="5538" y="4413"/>
                  <a:pt x="5553" y="4398"/>
                  <a:pt x="5571" y="4398"/>
                </a:cubicBezTo>
                <a:cubicBezTo>
                  <a:pt x="5589" y="4398"/>
                  <a:pt x="5604" y="4413"/>
                  <a:pt x="5604" y="4431"/>
                </a:cubicBezTo>
                <a:close/>
                <a:moveTo>
                  <a:pt x="7106" y="4452"/>
                </a:moveTo>
                <a:cubicBezTo>
                  <a:pt x="7106" y="4489"/>
                  <a:pt x="7075" y="4519"/>
                  <a:pt x="7038" y="4519"/>
                </a:cubicBezTo>
                <a:cubicBezTo>
                  <a:pt x="7001" y="4519"/>
                  <a:pt x="6970" y="4489"/>
                  <a:pt x="6970" y="4452"/>
                </a:cubicBezTo>
                <a:cubicBezTo>
                  <a:pt x="6970" y="4414"/>
                  <a:pt x="7001" y="4384"/>
                  <a:pt x="7038" y="4384"/>
                </a:cubicBezTo>
                <a:cubicBezTo>
                  <a:pt x="7075" y="4384"/>
                  <a:pt x="7106" y="4414"/>
                  <a:pt x="7106" y="4452"/>
                </a:cubicBezTo>
                <a:close/>
                <a:moveTo>
                  <a:pt x="686" y="3606"/>
                </a:moveTo>
                <a:cubicBezTo>
                  <a:pt x="686" y="3634"/>
                  <a:pt x="664" y="3657"/>
                  <a:pt x="636" y="3657"/>
                </a:cubicBezTo>
                <a:cubicBezTo>
                  <a:pt x="608" y="3657"/>
                  <a:pt x="585" y="3634"/>
                  <a:pt x="585" y="3606"/>
                </a:cubicBezTo>
                <a:cubicBezTo>
                  <a:pt x="585" y="3578"/>
                  <a:pt x="608" y="3556"/>
                  <a:pt x="636" y="3556"/>
                </a:cubicBezTo>
                <a:cubicBezTo>
                  <a:pt x="664" y="3556"/>
                  <a:pt x="686" y="3578"/>
                  <a:pt x="686" y="3606"/>
                </a:cubicBezTo>
                <a:close/>
                <a:moveTo>
                  <a:pt x="8484" y="2315"/>
                </a:moveTo>
                <a:cubicBezTo>
                  <a:pt x="8484" y="2346"/>
                  <a:pt x="8458" y="2371"/>
                  <a:pt x="8427" y="2371"/>
                </a:cubicBezTo>
                <a:cubicBezTo>
                  <a:pt x="8396" y="2371"/>
                  <a:pt x="8371" y="2346"/>
                  <a:pt x="8371" y="2315"/>
                </a:cubicBezTo>
                <a:cubicBezTo>
                  <a:pt x="8371" y="2283"/>
                  <a:pt x="8396" y="2258"/>
                  <a:pt x="8427" y="2258"/>
                </a:cubicBezTo>
                <a:cubicBezTo>
                  <a:pt x="8458" y="2258"/>
                  <a:pt x="8484" y="2283"/>
                  <a:pt x="8484" y="2315"/>
                </a:cubicBezTo>
                <a:close/>
                <a:moveTo>
                  <a:pt x="8982" y="2220"/>
                </a:moveTo>
                <a:cubicBezTo>
                  <a:pt x="8982" y="2248"/>
                  <a:pt x="8959" y="2270"/>
                  <a:pt x="8931" y="2270"/>
                </a:cubicBezTo>
                <a:cubicBezTo>
                  <a:pt x="8903" y="2270"/>
                  <a:pt x="8880" y="2248"/>
                  <a:pt x="8880" y="2220"/>
                </a:cubicBezTo>
                <a:cubicBezTo>
                  <a:pt x="8880" y="2192"/>
                  <a:pt x="8903" y="2169"/>
                  <a:pt x="8931" y="2169"/>
                </a:cubicBezTo>
                <a:cubicBezTo>
                  <a:pt x="8959" y="2169"/>
                  <a:pt x="8982" y="2192"/>
                  <a:pt x="8982" y="2220"/>
                </a:cubicBezTo>
                <a:close/>
                <a:moveTo>
                  <a:pt x="8966" y="269"/>
                </a:moveTo>
                <a:cubicBezTo>
                  <a:pt x="8966" y="307"/>
                  <a:pt x="8935" y="338"/>
                  <a:pt x="8897" y="338"/>
                </a:cubicBezTo>
                <a:cubicBezTo>
                  <a:pt x="8859" y="338"/>
                  <a:pt x="8828" y="307"/>
                  <a:pt x="8828" y="269"/>
                </a:cubicBezTo>
                <a:cubicBezTo>
                  <a:pt x="8828" y="231"/>
                  <a:pt x="8859" y="200"/>
                  <a:pt x="8897" y="200"/>
                </a:cubicBezTo>
                <a:cubicBezTo>
                  <a:pt x="8935" y="200"/>
                  <a:pt x="8966" y="231"/>
                  <a:pt x="8966" y="269"/>
                </a:cubicBezTo>
                <a:close/>
                <a:moveTo>
                  <a:pt x="3191" y="2893"/>
                </a:moveTo>
                <a:cubicBezTo>
                  <a:pt x="3191" y="2916"/>
                  <a:pt x="3172" y="2934"/>
                  <a:pt x="3149" y="2934"/>
                </a:cubicBezTo>
                <a:cubicBezTo>
                  <a:pt x="3126" y="2934"/>
                  <a:pt x="3108" y="2916"/>
                  <a:pt x="3108" y="2893"/>
                </a:cubicBezTo>
                <a:cubicBezTo>
                  <a:pt x="3108" y="2870"/>
                  <a:pt x="3126" y="2851"/>
                  <a:pt x="3149" y="2851"/>
                </a:cubicBezTo>
                <a:cubicBezTo>
                  <a:pt x="3172" y="2851"/>
                  <a:pt x="3191" y="2870"/>
                  <a:pt x="3191" y="2893"/>
                </a:cubicBezTo>
                <a:close/>
                <a:moveTo>
                  <a:pt x="8007" y="3360"/>
                </a:moveTo>
                <a:cubicBezTo>
                  <a:pt x="8007" y="3393"/>
                  <a:pt x="7981" y="3420"/>
                  <a:pt x="7948" y="3420"/>
                </a:cubicBezTo>
                <a:cubicBezTo>
                  <a:pt x="7914" y="3420"/>
                  <a:pt x="7888" y="3393"/>
                  <a:pt x="7888" y="3360"/>
                </a:cubicBezTo>
                <a:cubicBezTo>
                  <a:pt x="7888" y="3327"/>
                  <a:pt x="7914" y="3300"/>
                  <a:pt x="7948" y="3300"/>
                </a:cubicBezTo>
                <a:cubicBezTo>
                  <a:pt x="7981" y="3300"/>
                  <a:pt x="8007" y="3327"/>
                  <a:pt x="8007" y="3360"/>
                </a:cubicBezTo>
                <a:close/>
                <a:moveTo>
                  <a:pt x="1141" y="5516"/>
                </a:moveTo>
                <a:cubicBezTo>
                  <a:pt x="1141" y="5550"/>
                  <a:pt x="1113" y="5579"/>
                  <a:pt x="1078" y="5579"/>
                </a:cubicBezTo>
                <a:cubicBezTo>
                  <a:pt x="1044" y="5579"/>
                  <a:pt x="1016" y="5550"/>
                  <a:pt x="1016" y="5516"/>
                </a:cubicBezTo>
                <a:cubicBezTo>
                  <a:pt x="1016" y="5481"/>
                  <a:pt x="1044" y="5453"/>
                  <a:pt x="1078" y="5453"/>
                </a:cubicBezTo>
                <a:cubicBezTo>
                  <a:pt x="1113" y="5453"/>
                  <a:pt x="1141" y="5481"/>
                  <a:pt x="1141" y="5516"/>
                </a:cubicBezTo>
                <a:close/>
                <a:moveTo>
                  <a:pt x="6826" y="1438"/>
                </a:moveTo>
                <a:cubicBezTo>
                  <a:pt x="6826" y="1461"/>
                  <a:pt x="6808" y="1479"/>
                  <a:pt x="6786" y="1479"/>
                </a:cubicBezTo>
                <a:cubicBezTo>
                  <a:pt x="6763" y="1479"/>
                  <a:pt x="6745" y="1461"/>
                  <a:pt x="6745" y="1438"/>
                </a:cubicBezTo>
                <a:cubicBezTo>
                  <a:pt x="6745" y="1416"/>
                  <a:pt x="6763" y="1398"/>
                  <a:pt x="6786" y="1398"/>
                </a:cubicBezTo>
                <a:cubicBezTo>
                  <a:pt x="6808" y="1398"/>
                  <a:pt x="6826" y="1416"/>
                  <a:pt x="6826" y="1438"/>
                </a:cubicBezTo>
                <a:close/>
                <a:moveTo>
                  <a:pt x="4594" y="461"/>
                </a:moveTo>
                <a:cubicBezTo>
                  <a:pt x="4594" y="498"/>
                  <a:pt x="4563" y="529"/>
                  <a:pt x="4526" y="529"/>
                </a:cubicBezTo>
                <a:cubicBezTo>
                  <a:pt x="4488" y="529"/>
                  <a:pt x="4458" y="498"/>
                  <a:pt x="4458" y="461"/>
                </a:cubicBezTo>
                <a:cubicBezTo>
                  <a:pt x="4458" y="423"/>
                  <a:pt x="4488" y="393"/>
                  <a:pt x="4526" y="393"/>
                </a:cubicBezTo>
                <a:cubicBezTo>
                  <a:pt x="4563" y="393"/>
                  <a:pt x="4594" y="423"/>
                  <a:pt x="4594" y="461"/>
                </a:cubicBezTo>
                <a:close/>
                <a:moveTo>
                  <a:pt x="4125" y="5968"/>
                </a:moveTo>
                <a:cubicBezTo>
                  <a:pt x="4125" y="5989"/>
                  <a:pt x="4108" y="6005"/>
                  <a:pt x="4088" y="6005"/>
                </a:cubicBezTo>
                <a:cubicBezTo>
                  <a:pt x="4067" y="6005"/>
                  <a:pt x="4051" y="5989"/>
                  <a:pt x="4051" y="5968"/>
                </a:cubicBezTo>
                <a:cubicBezTo>
                  <a:pt x="4051" y="5947"/>
                  <a:pt x="4067" y="5931"/>
                  <a:pt x="4088" y="5931"/>
                </a:cubicBezTo>
                <a:cubicBezTo>
                  <a:pt x="4108" y="5931"/>
                  <a:pt x="4125" y="5947"/>
                  <a:pt x="4125" y="5968"/>
                </a:cubicBezTo>
                <a:close/>
                <a:moveTo>
                  <a:pt x="6522" y="5010"/>
                </a:moveTo>
                <a:cubicBezTo>
                  <a:pt x="6522" y="5040"/>
                  <a:pt x="6497" y="5065"/>
                  <a:pt x="6466" y="5065"/>
                </a:cubicBezTo>
                <a:cubicBezTo>
                  <a:pt x="6435" y="5065"/>
                  <a:pt x="6410" y="5040"/>
                  <a:pt x="6410" y="5010"/>
                </a:cubicBezTo>
                <a:cubicBezTo>
                  <a:pt x="6410" y="4979"/>
                  <a:pt x="6435" y="4954"/>
                  <a:pt x="6466" y="4954"/>
                </a:cubicBezTo>
                <a:cubicBezTo>
                  <a:pt x="6497" y="4954"/>
                  <a:pt x="6522" y="4979"/>
                  <a:pt x="6522" y="5010"/>
                </a:cubicBezTo>
                <a:close/>
                <a:moveTo>
                  <a:pt x="4287" y="176"/>
                </a:moveTo>
                <a:cubicBezTo>
                  <a:pt x="4287" y="202"/>
                  <a:pt x="4265" y="223"/>
                  <a:pt x="4239" y="223"/>
                </a:cubicBezTo>
                <a:cubicBezTo>
                  <a:pt x="4213" y="223"/>
                  <a:pt x="4192" y="202"/>
                  <a:pt x="4192" y="176"/>
                </a:cubicBezTo>
                <a:cubicBezTo>
                  <a:pt x="4192" y="150"/>
                  <a:pt x="4213" y="128"/>
                  <a:pt x="4239" y="128"/>
                </a:cubicBezTo>
                <a:cubicBezTo>
                  <a:pt x="4265" y="128"/>
                  <a:pt x="4287" y="150"/>
                  <a:pt x="4287" y="176"/>
                </a:cubicBezTo>
                <a:close/>
                <a:moveTo>
                  <a:pt x="3981" y="5916"/>
                </a:moveTo>
                <a:cubicBezTo>
                  <a:pt x="3981" y="5954"/>
                  <a:pt x="3951" y="5985"/>
                  <a:pt x="3913" y="5985"/>
                </a:cubicBezTo>
                <a:cubicBezTo>
                  <a:pt x="3874" y="5985"/>
                  <a:pt x="3844" y="5954"/>
                  <a:pt x="3844" y="5916"/>
                </a:cubicBezTo>
                <a:cubicBezTo>
                  <a:pt x="3844" y="5878"/>
                  <a:pt x="3874" y="5847"/>
                  <a:pt x="3913" y="5847"/>
                </a:cubicBezTo>
                <a:cubicBezTo>
                  <a:pt x="3951" y="5847"/>
                  <a:pt x="3981" y="5878"/>
                  <a:pt x="3981" y="5916"/>
                </a:cubicBezTo>
                <a:close/>
                <a:moveTo>
                  <a:pt x="9560" y="6134"/>
                </a:moveTo>
                <a:cubicBezTo>
                  <a:pt x="9560" y="6155"/>
                  <a:pt x="9544" y="6171"/>
                  <a:pt x="9523" y="6171"/>
                </a:cubicBezTo>
                <a:cubicBezTo>
                  <a:pt x="9503" y="6171"/>
                  <a:pt x="9487" y="6155"/>
                  <a:pt x="9487" y="6134"/>
                </a:cubicBezTo>
                <a:cubicBezTo>
                  <a:pt x="9487" y="6114"/>
                  <a:pt x="9503" y="6098"/>
                  <a:pt x="9523" y="6098"/>
                </a:cubicBezTo>
                <a:cubicBezTo>
                  <a:pt x="9544" y="6098"/>
                  <a:pt x="9560" y="6114"/>
                  <a:pt x="9560" y="6134"/>
                </a:cubicBezTo>
                <a:close/>
                <a:moveTo>
                  <a:pt x="374" y="1868"/>
                </a:moveTo>
                <a:cubicBezTo>
                  <a:pt x="374" y="1885"/>
                  <a:pt x="361" y="1898"/>
                  <a:pt x="344" y="1898"/>
                </a:cubicBezTo>
                <a:cubicBezTo>
                  <a:pt x="327" y="1898"/>
                  <a:pt x="314" y="1885"/>
                  <a:pt x="314" y="1868"/>
                </a:cubicBezTo>
                <a:cubicBezTo>
                  <a:pt x="314" y="1851"/>
                  <a:pt x="327" y="1838"/>
                  <a:pt x="344" y="1838"/>
                </a:cubicBezTo>
                <a:cubicBezTo>
                  <a:pt x="361" y="1838"/>
                  <a:pt x="374" y="1851"/>
                  <a:pt x="374" y="1868"/>
                </a:cubicBezTo>
                <a:close/>
                <a:moveTo>
                  <a:pt x="1265" y="3636"/>
                </a:moveTo>
                <a:cubicBezTo>
                  <a:pt x="1265" y="3657"/>
                  <a:pt x="1248" y="3674"/>
                  <a:pt x="1227" y="3674"/>
                </a:cubicBezTo>
                <a:cubicBezTo>
                  <a:pt x="1206" y="3674"/>
                  <a:pt x="1189" y="3657"/>
                  <a:pt x="1189" y="3636"/>
                </a:cubicBezTo>
                <a:cubicBezTo>
                  <a:pt x="1189" y="3615"/>
                  <a:pt x="1206" y="3598"/>
                  <a:pt x="1227" y="3598"/>
                </a:cubicBezTo>
                <a:cubicBezTo>
                  <a:pt x="1248" y="3598"/>
                  <a:pt x="1265" y="3615"/>
                  <a:pt x="1265" y="3636"/>
                </a:cubicBezTo>
                <a:close/>
                <a:moveTo>
                  <a:pt x="6138" y="2417"/>
                </a:moveTo>
                <a:cubicBezTo>
                  <a:pt x="6138" y="2440"/>
                  <a:pt x="6119" y="2458"/>
                  <a:pt x="6097" y="2458"/>
                </a:cubicBezTo>
                <a:cubicBezTo>
                  <a:pt x="6074" y="2458"/>
                  <a:pt x="6056" y="2440"/>
                  <a:pt x="6056" y="2417"/>
                </a:cubicBezTo>
                <a:cubicBezTo>
                  <a:pt x="6056" y="2395"/>
                  <a:pt x="6074" y="2376"/>
                  <a:pt x="6097" y="2376"/>
                </a:cubicBezTo>
                <a:cubicBezTo>
                  <a:pt x="6119" y="2376"/>
                  <a:pt x="6138" y="2395"/>
                  <a:pt x="6138" y="2417"/>
                </a:cubicBezTo>
                <a:close/>
                <a:moveTo>
                  <a:pt x="9712" y="1212"/>
                </a:moveTo>
                <a:cubicBezTo>
                  <a:pt x="9712" y="1248"/>
                  <a:pt x="9683" y="1277"/>
                  <a:pt x="9647" y="1277"/>
                </a:cubicBezTo>
                <a:cubicBezTo>
                  <a:pt x="9610" y="1277"/>
                  <a:pt x="9581" y="1248"/>
                  <a:pt x="9581" y="1212"/>
                </a:cubicBezTo>
                <a:cubicBezTo>
                  <a:pt x="9581" y="1176"/>
                  <a:pt x="9610" y="1147"/>
                  <a:pt x="9647" y="1147"/>
                </a:cubicBezTo>
                <a:cubicBezTo>
                  <a:pt x="9683" y="1147"/>
                  <a:pt x="9712" y="1176"/>
                  <a:pt x="9712" y="1212"/>
                </a:cubicBezTo>
                <a:close/>
                <a:moveTo>
                  <a:pt x="5302" y="4168"/>
                </a:moveTo>
                <a:cubicBezTo>
                  <a:pt x="5302" y="4187"/>
                  <a:pt x="5286" y="4203"/>
                  <a:pt x="5266" y="4203"/>
                </a:cubicBezTo>
                <a:cubicBezTo>
                  <a:pt x="5246" y="4203"/>
                  <a:pt x="5230" y="4187"/>
                  <a:pt x="5230" y="4168"/>
                </a:cubicBezTo>
                <a:cubicBezTo>
                  <a:pt x="5230" y="4148"/>
                  <a:pt x="5246" y="4132"/>
                  <a:pt x="5266" y="4132"/>
                </a:cubicBezTo>
                <a:cubicBezTo>
                  <a:pt x="5286" y="4132"/>
                  <a:pt x="5302" y="4148"/>
                  <a:pt x="5302" y="4168"/>
                </a:cubicBezTo>
                <a:close/>
                <a:moveTo>
                  <a:pt x="7463" y="5573"/>
                </a:moveTo>
                <a:cubicBezTo>
                  <a:pt x="7463" y="5593"/>
                  <a:pt x="7446" y="5610"/>
                  <a:pt x="7425" y="5610"/>
                </a:cubicBezTo>
                <a:cubicBezTo>
                  <a:pt x="7405" y="5610"/>
                  <a:pt x="7388" y="5593"/>
                  <a:pt x="7388" y="5573"/>
                </a:cubicBezTo>
                <a:cubicBezTo>
                  <a:pt x="7388" y="5552"/>
                  <a:pt x="7405" y="5535"/>
                  <a:pt x="7425" y="5535"/>
                </a:cubicBezTo>
                <a:cubicBezTo>
                  <a:pt x="7446" y="5535"/>
                  <a:pt x="7463" y="5552"/>
                  <a:pt x="7463" y="5573"/>
                </a:cubicBezTo>
                <a:close/>
                <a:moveTo>
                  <a:pt x="4780" y="4108"/>
                </a:moveTo>
                <a:cubicBezTo>
                  <a:pt x="4780" y="4135"/>
                  <a:pt x="4758" y="4157"/>
                  <a:pt x="4731" y="4157"/>
                </a:cubicBezTo>
                <a:cubicBezTo>
                  <a:pt x="4704" y="4157"/>
                  <a:pt x="4682" y="4135"/>
                  <a:pt x="4682" y="4108"/>
                </a:cubicBezTo>
                <a:cubicBezTo>
                  <a:pt x="4682" y="4081"/>
                  <a:pt x="4704" y="4059"/>
                  <a:pt x="4731" y="4059"/>
                </a:cubicBezTo>
                <a:cubicBezTo>
                  <a:pt x="4758" y="4059"/>
                  <a:pt x="4780" y="4081"/>
                  <a:pt x="4780" y="4108"/>
                </a:cubicBezTo>
                <a:close/>
                <a:moveTo>
                  <a:pt x="7538" y="4052"/>
                </a:moveTo>
                <a:cubicBezTo>
                  <a:pt x="7538" y="4075"/>
                  <a:pt x="7519" y="4094"/>
                  <a:pt x="7495" y="4094"/>
                </a:cubicBezTo>
                <a:cubicBezTo>
                  <a:pt x="7472" y="4094"/>
                  <a:pt x="7453" y="4075"/>
                  <a:pt x="7453" y="4052"/>
                </a:cubicBezTo>
                <a:cubicBezTo>
                  <a:pt x="7453" y="4028"/>
                  <a:pt x="7472" y="4009"/>
                  <a:pt x="7495" y="4009"/>
                </a:cubicBezTo>
                <a:cubicBezTo>
                  <a:pt x="7519" y="4009"/>
                  <a:pt x="7538" y="4028"/>
                  <a:pt x="7538" y="4052"/>
                </a:cubicBezTo>
                <a:close/>
                <a:moveTo>
                  <a:pt x="6842" y="4850"/>
                </a:moveTo>
                <a:cubicBezTo>
                  <a:pt x="6842" y="4877"/>
                  <a:pt x="6820" y="4899"/>
                  <a:pt x="6793" y="4899"/>
                </a:cubicBezTo>
                <a:cubicBezTo>
                  <a:pt x="6766" y="4899"/>
                  <a:pt x="6744" y="4877"/>
                  <a:pt x="6744" y="4850"/>
                </a:cubicBezTo>
                <a:cubicBezTo>
                  <a:pt x="6744" y="4824"/>
                  <a:pt x="6766" y="4802"/>
                  <a:pt x="6793" y="4802"/>
                </a:cubicBezTo>
                <a:cubicBezTo>
                  <a:pt x="6820" y="4802"/>
                  <a:pt x="6842" y="4824"/>
                  <a:pt x="6842" y="4850"/>
                </a:cubicBezTo>
                <a:close/>
                <a:moveTo>
                  <a:pt x="5944" y="3992"/>
                </a:moveTo>
                <a:cubicBezTo>
                  <a:pt x="5944" y="4019"/>
                  <a:pt x="5922" y="4041"/>
                  <a:pt x="5895" y="4041"/>
                </a:cubicBezTo>
                <a:cubicBezTo>
                  <a:pt x="5868" y="4041"/>
                  <a:pt x="5846" y="4019"/>
                  <a:pt x="5846" y="3992"/>
                </a:cubicBezTo>
                <a:cubicBezTo>
                  <a:pt x="5846" y="3965"/>
                  <a:pt x="5868" y="3943"/>
                  <a:pt x="5895" y="3943"/>
                </a:cubicBezTo>
                <a:cubicBezTo>
                  <a:pt x="5922" y="3943"/>
                  <a:pt x="5944" y="3965"/>
                  <a:pt x="5944" y="3992"/>
                </a:cubicBezTo>
                <a:close/>
                <a:moveTo>
                  <a:pt x="991" y="2585"/>
                </a:moveTo>
                <a:cubicBezTo>
                  <a:pt x="991" y="2619"/>
                  <a:pt x="963" y="2646"/>
                  <a:pt x="930" y="2646"/>
                </a:cubicBezTo>
                <a:cubicBezTo>
                  <a:pt x="896" y="2646"/>
                  <a:pt x="869" y="2619"/>
                  <a:pt x="869" y="2585"/>
                </a:cubicBezTo>
                <a:cubicBezTo>
                  <a:pt x="869" y="2551"/>
                  <a:pt x="896" y="2524"/>
                  <a:pt x="930" y="2524"/>
                </a:cubicBezTo>
                <a:cubicBezTo>
                  <a:pt x="963" y="2524"/>
                  <a:pt x="991" y="2551"/>
                  <a:pt x="991" y="2585"/>
                </a:cubicBezTo>
                <a:close/>
                <a:moveTo>
                  <a:pt x="7266" y="517"/>
                </a:moveTo>
                <a:cubicBezTo>
                  <a:pt x="7266" y="544"/>
                  <a:pt x="7244" y="566"/>
                  <a:pt x="7217" y="566"/>
                </a:cubicBezTo>
                <a:cubicBezTo>
                  <a:pt x="7190" y="566"/>
                  <a:pt x="7168" y="544"/>
                  <a:pt x="7168" y="517"/>
                </a:cubicBezTo>
                <a:cubicBezTo>
                  <a:pt x="7168" y="490"/>
                  <a:pt x="7190" y="468"/>
                  <a:pt x="7217" y="468"/>
                </a:cubicBezTo>
                <a:cubicBezTo>
                  <a:pt x="7244" y="468"/>
                  <a:pt x="7266" y="490"/>
                  <a:pt x="7266" y="517"/>
                </a:cubicBezTo>
                <a:close/>
                <a:moveTo>
                  <a:pt x="5905" y="3361"/>
                </a:moveTo>
                <a:cubicBezTo>
                  <a:pt x="5905" y="3381"/>
                  <a:pt x="5889" y="3397"/>
                  <a:pt x="5869" y="3397"/>
                </a:cubicBezTo>
                <a:cubicBezTo>
                  <a:pt x="5849" y="3397"/>
                  <a:pt x="5833" y="3381"/>
                  <a:pt x="5833" y="3361"/>
                </a:cubicBezTo>
                <a:cubicBezTo>
                  <a:pt x="5833" y="3341"/>
                  <a:pt x="5849" y="3325"/>
                  <a:pt x="5869" y="3325"/>
                </a:cubicBezTo>
                <a:cubicBezTo>
                  <a:pt x="5889" y="3325"/>
                  <a:pt x="5905" y="3341"/>
                  <a:pt x="5905" y="3361"/>
                </a:cubicBezTo>
                <a:close/>
                <a:moveTo>
                  <a:pt x="6504" y="4381"/>
                </a:moveTo>
                <a:cubicBezTo>
                  <a:pt x="6504" y="4409"/>
                  <a:pt x="6481" y="4432"/>
                  <a:pt x="6453" y="4432"/>
                </a:cubicBezTo>
                <a:cubicBezTo>
                  <a:pt x="6424" y="4432"/>
                  <a:pt x="6401" y="4409"/>
                  <a:pt x="6401" y="4381"/>
                </a:cubicBezTo>
                <a:cubicBezTo>
                  <a:pt x="6401" y="4352"/>
                  <a:pt x="6424" y="4329"/>
                  <a:pt x="6453" y="4329"/>
                </a:cubicBezTo>
                <a:cubicBezTo>
                  <a:pt x="6481" y="4329"/>
                  <a:pt x="6504" y="4352"/>
                  <a:pt x="6504" y="4381"/>
                </a:cubicBezTo>
                <a:close/>
                <a:moveTo>
                  <a:pt x="9383" y="3638"/>
                </a:moveTo>
                <a:cubicBezTo>
                  <a:pt x="9383" y="3655"/>
                  <a:pt x="9369" y="3669"/>
                  <a:pt x="9353" y="3669"/>
                </a:cubicBezTo>
                <a:cubicBezTo>
                  <a:pt x="9336" y="3669"/>
                  <a:pt x="9322" y="3655"/>
                  <a:pt x="9322" y="3638"/>
                </a:cubicBezTo>
                <a:cubicBezTo>
                  <a:pt x="9322" y="3622"/>
                  <a:pt x="9336" y="3608"/>
                  <a:pt x="9353" y="3608"/>
                </a:cubicBezTo>
                <a:cubicBezTo>
                  <a:pt x="9369" y="3608"/>
                  <a:pt x="9383" y="3622"/>
                  <a:pt x="9383" y="3638"/>
                </a:cubicBezTo>
                <a:close/>
                <a:moveTo>
                  <a:pt x="2904" y="4410"/>
                </a:moveTo>
                <a:cubicBezTo>
                  <a:pt x="2904" y="4428"/>
                  <a:pt x="2889" y="4443"/>
                  <a:pt x="2871" y="4443"/>
                </a:cubicBezTo>
                <a:cubicBezTo>
                  <a:pt x="2852" y="4443"/>
                  <a:pt x="2837" y="4428"/>
                  <a:pt x="2837" y="4410"/>
                </a:cubicBezTo>
                <a:cubicBezTo>
                  <a:pt x="2837" y="4392"/>
                  <a:pt x="2852" y="4377"/>
                  <a:pt x="2871" y="4377"/>
                </a:cubicBezTo>
                <a:cubicBezTo>
                  <a:pt x="2889" y="4377"/>
                  <a:pt x="2904" y="4392"/>
                  <a:pt x="2904" y="4410"/>
                </a:cubicBezTo>
                <a:close/>
                <a:moveTo>
                  <a:pt x="9665" y="4391"/>
                </a:moveTo>
                <a:cubicBezTo>
                  <a:pt x="9665" y="4425"/>
                  <a:pt x="9638" y="4452"/>
                  <a:pt x="9604" y="4452"/>
                </a:cubicBezTo>
                <a:cubicBezTo>
                  <a:pt x="9571" y="4452"/>
                  <a:pt x="9543" y="4425"/>
                  <a:pt x="9543" y="4391"/>
                </a:cubicBezTo>
                <a:cubicBezTo>
                  <a:pt x="9543" y="4358"/>
                  <a:pt x="9571" y="4331"/>
                  <a:pt x="9604" y="4331"/>
                </a:cubicBezTo>
                <a:cubicBezTo>
                  <a:pt x="9638" y="4331"/>
                  <a:pt x="9665" y="4358"/>
                  <a:pt x="9665" y="4391"/>
                </a:cubicBezTo>
                <a:close/>
                <a:moveTo>
                  <a:pt x="1798" y="99"/>
                </a:moveTo>
                <a:cubicBezTo>
                  <a:pt x="1798" y="135"/>
                  <a:pt x="1768" y="164"/>
                  <a:pt x="1733" y="164"/>
                </a:cubicBezTo>
                <a:cubicBezTo>
                  <a:pt x="1697" y="164"/>
                  <a:pt x="1668" y="135"/>
                  <a:pt x="1668" y="99"/>
                </a:cubicBezTo>
                <a:cubicBezTo>
                  <a:pt x="1668" y="63"/>
                  <a:pt x="1697" y="34"/>
                  <a:pt x="1733" y="34"/>
                </a:cubicBezTo>
                <a:cubicBezTo>
                  <a:pt x="1768" y="34"/>
                  <a:pt x="1798" y="63"/>
                  <a:pt x="1798" y="99"/>
                </a:cubicBezTo>
                <a:close/>
                <a:moveTo>
                  <a:pt x="5160" y="2798"/>
                </a:moveTo>
                <a:cubicBezTo>
                  <a:pt x="5160" y="2826"/>
                  <a:pt x="5137" y="2849"/>
                  <a:pt x="5109" y="2849"/>
                </a:cubicBezTo>
                <a:cubicBezTo>
                  <a:pt x="5081" y="2849"/>
                  <a:pt x="5058" y="2826"/>
                  <a:pt x="5058" y="2798"/>
                </a:cubicBezTo>
                <a:cubicBezTo>
                  <a:pt x="5058" y="2770"/>
                  <a:pt x="5081" y="2747"/>
                  <a:pt x="5109" y="2747"/>
                </a:cubicBezTo>
                <a:cubicBezTo>
                  <a:pt x="5137" y="2747"/>
                  <a:pt x="5160" y="2770"/>
                  <a:pt x="5160" y="2798"/>
                </a:cubicBezTo>
                <a:close/>
                <a:moveTo>
                  <a:pt x="7716" y="2367"/>
                </a:moveTo>
                <a:cubicBezTo>
                  <a:pt x="7716" y="2400"/>
                  <a:pt x="7689" y="2428"/>
                  <a:pt x="7656" y="2428"/>
                </a:cubicBezTo>
                <a:cubicBezTo>
                  <a:pt x="7622" y="2428"/>
                  <a:pt x="7595" y="2400"/>
                  <a:pt x="7595" y="2367"/>
                </a:cubicBezTo>
                <a:cubicBezTo>
                  <a:pt x="7595" y="2333"/>
                  <a:pt x="7622" y="2306"/>
                  <a:pt x="7656" y="2306"/>
                </a:cubicBezTo>
                <a:cubicBezTo>
                  <a:pt x="7689" y="2306"/>
                  <a:pt x="7716" y="2333"/>
                  <a:pt x="7716" y="2367"/>
                </a:cubicBezTo>
                <a:close/>
                <a:moveTo>
                  <a:pt x="1711" y="6135"/>
                </a:moveTo>
                <a:cubicBezTo>
                  <a:pt x="1711" y="6167"/>
                  <a:pt x="1685" y="6193"/>
                  <a:pt x="1653" y="6193"/>
                </a:cubicBezTo>
                <a:cubicBezTo>
                  <a:pt x="1621" y="6193"/>
                  <a:pt x="1596" y="6167"/>
                  <a:pt x="1596" y="6135"/>
                </a:cubicBezTo>
                <a:cubicBezTo>
                  <a:pt x="1596" y="6103"/>
                  <a:pt x="1621" y="6077"/>
                  <a:pt x="1653" y="6077"/>
                </a:cubicBezTo>
                <a:cubicBezTo>
                  <a:pt x="1685" y="6077"/>
                  <a:pt x="1711" y="6103"/>
                  <a:pt x="1711" y="6135"/>
                </a:cubicBezTo>
                <a:close/>
                <a:moveTo>
                  <a:pt x="3270" y="3015"/>
                </a:moveTo>
                <a:cubicBezTo>
                  <a:pt x="3270" y="3051"/>
                  <a:pt x="3240" y="3080"/>
                  <a:pt x="3204" y="3080"/>
                </a:cubicBezTo>
                <a:cubicBezTo>
                  <a:pt x="3168" y="3080"/>
                  <a:pt x="3139" y="3051"/>
                  <a:pt x="3139" y="3015"/>
                </a:cubicBezTo>
                <a:cubicBezTo>
                  <a:pt x="3139" y="2979"/>
                  <a:pt x="3168" y="2950"/>
                  <a:pt x="3204" y="2950"/>
                </a:cubicBezTo>
                <a:cubicBezTo>
                  <a:pt x="3240" y="2950"/>
                  <a:pt x="3270" y="2979"/>
                  <a:pt x="3270" y="3015"/>
                </a:cubicBezTo>
                <a:close/>
                <a:moveTo>
                  <a:pt x="3340" y="4391"/>
                </a:moveTo>
                <a:cubicBezTo>
                  <a:pt x="3340" y="4428"/>
                  <a:pt x="3310" y="4458"/>
                  <a:pt x="3274" y="4458"/>
                </a:cubicBezTo>
                <a:cubicBezTo>
                  <a:pt x="3237" y="4458"/>
                  <a:pt x="3207" y="4428"/>
                  <a:pt x="3207" y="4391"/>
                </a:cubicBezTo>
                <a:cubicBezTo>
                  <a:pt x="3207" y="4355"/>
                  <a:pt x="3237" y="4325"/>
                  <a:pt x="3274" y="4325"/>
                </a:cubicBezTo>
                <a:cubicBezTo>
                  <a:pt x="3310" y="4325"/>
                  <a:pt x="3340" y="4355"/>
                  <a:pt x="3340" y="4391"/>
                </a:cubicBezTo>
                <a:close/>
                <a:moveTo>
                  <a:pt x="9623" y="1643"/>
                </a:moveTo>
                <a:cubicBezTo>
                  <a:pt x="9623" y="1677"/>
                  <a:pt x="9595" y="1705"/>
                  <a:pt x="9561" y="1705"/>
                </a:cubicBezTo>
                <a:cubicBezTo>
                  <a:pt x="9527" y="1705"/>
                  <a:pt x="9499" y="1677"/>
                  <a:pt x="9499" y="1643"/>
                </a:cubicBezTo>
                <a:cubicBezTo>
                  <a:pt x="9499" y="1609"/>
                  <a:pt x="9527" y="1581"/>
                  <a:pt x="9561" y="1581"/>
                </a:cubicBezTo>
                <a:cubicBezTo>
                  <a:pt x="9595" y="1581"/>
                  <a:pt x="9623" y="1609"/>
                  <a:pt x="9623" y="1643"/>
                </a:cubicBezTo>
                <a:close/>
                <a:moveTo>
                  <a:pt x="6109" y="5070"/>
                </a:moveTo>
                <a:cubicBezTo>
                  <a:pt x="6109" y="5088"/>
                  <a:pt x="6094" y="5103"/>
                  <a:pt x="6076" y="5103"/>
                </a:cubicBezTo>
                <a:cubicBezTo>
                  <a:pt x="6058" y="5103"/>
                  <a:pt x="6043" y="5088"/>
                  <a:pt x="6043" y="5070"/>
                </a:cubicBezTo>
                <a:cubicBezTo>
                  <a:pt x="6043" y="5052"/>
                  <a:pt x="6058" y="5038"/>
                  <a:pt x="6076" y="5038"/>
                </a:cubicBezTo>
                <a:cubicBezTo>
                  <a:pt x="6094" y="5038"/>
                  <a:pt x="6109" y="5052"/>
                  <a:pt x="6109" y="5070"/>
                </a:cubicBezTo>
                <a:close/>
                <a:moveTo>
                  <a:pt x="4202" y="2857"/>
                </a:moveTo>
                <a:cubicBezTo>
                  <a:pt x="4202" y="2891"/>
                  <a:pt x="4174" y="2919"/>
                  <a:pt x="4139" y="2919"/>
                </a:cubicBezTo>
                <a:cubicBezTo>
                  <a:pt x="4105" y="2919"/>
                  <a:pt x="4077" y="2891"/>
                  <a:pt x="4077" y="2857"/>
                </a:cubicBezTo>
                <a:cubicBezTo>
                  <a:pt x="4077" y="2822"/>
                  <a:pt x="4105" y="2794"/>
                  <a:pt x="4139" y="2794"/>
                </a:cubicBezTo>
                <a:cubicBezTo>
                  <a:pt x="4174" y="2794"/>
                  <a:pt x="4202" y="2822"/>
                  <a:pt x="4202" y="2857"/>
                </a:cubicBezTo>
                <a:close/>
                <a:moveTo>
                  <a:pt x="4564" y="318"/>
                </a:moveTo>
                <a:cubicBezTo>
                  <a:pt x="4564" y="339"/>
                  <a:pt x="4547" y="356"/>
                  <a:pt x="4526" y="356"/>
                </a:cubicBezTo>
                <a:cubicBezTo>
                  <a:pt x="4505" y="356"/>
                  <a:pt x="4487" y="339"/>
                  <a:pt x="4487" y="318"/>
                </a:cubicBezTo>
                <a:cubicBezTo>
                  <a:pt x="4487" y="297"/>
                  <a:pt x="4505" y="279"/>
                  <a:pt x="4526" y="279"/>
                </a:cubicBezTo>
                <a:cubicBezTo>
                  <a:pt x="4547" y="279"/>
                  <a:pt x="4564" y="297"/>
                  <a:pt x="4564" y="318"/>
                </a:cubicBezTo>
                <a:close/>
                <a:moveTo>
                  <a:pt x="8336" y="5531"/>
                </a:moveTo>
                <a:cubicBezTo>
                  <a:pt x="8336" y="5560"/>
                  <a:pt x="8312" y="5584"/>
                  <a:pt x="8283" y="5584"/>
                </a:cubicBezTo>
                <a:cubicBezTo>
                  <a:pt x="8253" y="5584"/>
                  <a:pt x="8230" y="5560"/>
                  <a:pt x="8230" y="5531"/>
                </a:cubicBezTo>
                <a:cubicBezTo>
                  <a:pt x="8230" y="5502"/>
                  <a:pt x="8253" y="5478"/>
                  <a:pt x="8283" y="5478"/>
                </a:cubicBezTo>
                <a:cubicBezTo>
                  <a:pt x="8312" y="5478"/>
                  <a:pt x="8336" y="5502"/>
                  <a:pt x="8336" y="5531"/>
                </a:cubicBezTo>
                <a:close/>
                <a:moveTo>
                  <a:pt x="905" y="4851"/>
                </a:moveTo>
                <a:cubicBezTo>
                  <a:pt x="905" y="4886"/>
                  <a:pt x="876" y="4915"/>
                  <a:pt x="840" y="4915"/>
                </a:cubicBezTo>
                <a:cubicBezTo>
                  <a:pt x="805" y="4915"/>
                  <a:pt x="776" y="4886"/>
                  <a:pt x="776" y="4851"/>
                </a:cubicBezTo>
                <a:cubicBezTo>
                  <a:pt x="776" y="4815"/>
                  <a:pt x="805" y="4786"/>
                  <a:pt x="840" y="4786"/>
                </a:cubicBezTo>
                <a:cubicBezTo>
                  <a:pt x="876" y="4786"/>
                  <a:pt x="905" y="4815"/>
                  <a:pt x="905" y="4851"/>
                </a:cubicBezTo>
                <a:close/>
                <a:moveTo>
                  <a:pt x="2935" y="3045"/>
                </a:moveTo>
                <a:cubicBezTo>
                  <a:pt x="2935" y="3068"/>
                  <a:pt x="2916" y="3086"/>
                  <a:pt x="2893" y="3086"/>
                </a:cubicBezTo>
                <a:cubicBezTo>
                  <a:pt x="2870" y="3086"/>
                  <a:pt x="2852" y="3068"/>
                  <a:pt x="2852" y="3045"/>
                </a:cubicBezTo>
                <a:cubicBezTo>
                  <a:pt x="2852" y="3022"/>
                  <a:pt x="2870" y="3003"/>
                  <a:pt x="2893" y="3003"/>
                </a:cubicBezTo>
                <a:cubicBezTo>
                  <a:pt x="2916" y="3003"/>
                  <a:pt x="2935" y="3022"/>
                  <a:pt x="2935" y="3045"/>
                </a:cubicBezTo>
                <a:close/>
                <a:moveTo>
                  <a:pt x="616" y="4607"/>
                </a:moveTo>
                <a:cubicBezTo>
                  <a:pt x="616" y="4627"/>
                  <a:pt x="600" y="4644"/>
                  <a:pt x="580" y="4644"/>
                </a:cubicBezTo>
                <a:cubicBezTo>
                  <a:pt x="560" y="4644"/>
                  <a:pt x="543" y="4627"/>
                  <a:pt x="543" y="4607"/>
                </a:cubicBezTo>
                <a:cubicBezTo>
                  <a:pt x="543" y="4587"/>
                  <a:pt x="560" y="4571"/>
                  <a:pt x="580" y="4571"/>
                </a:cubicBezTo>
                <a:cubicBezTo>
                  <a:pt x="600" y="4571"/>
                  <a:pt x="616" y="4587"/>
                  <a:pt x="616" y="4607"/>
                </a:cubicBezTo>
                <a:close/>
                <a:moveTo>
                  <a:pt x="946" y="5695"/>
                </a:moveTo>
                <a:cubicBezTo>
                  <a:pt x="946" y="5714"/>
                  <a:pt x="931" y="5729"/>
                  <a:pt x="912" y="5729"/>
                </a:cubicBezTo>
                <a:cubicBezTo>
                  <a:pt x="894" y="5729"/>
                  <a:pt x="878" y="5714"/>
                  <a:pt x="878" y="5695"/>
                </a:cubicBezTo>
                <a:cubicBezTo>
                  <a:pt x="878" y="5677"/>
                  <a:pt x="894" y="5662"/>
                  <a:pt x="912" y="5662"/>
                </a:cubicBezTo>
                <a:cubicBezTo>
                  <a:pt x="931" y="5662"/>
                  <a:pt x="946" y="5677"/>
                  <a:pt x="946" y="5695"/>
                </a:cubicBezTo>
                <a:close/>
                <a:moveTo>
                  <a:pt x="7612" y="5111"/>
                </a:moveTo>
                <a:cubicBezTo>
                  <a:pt x="7612" y="5133"/>
                  <a:pt x="7594" y="5151"/>
                  <a:pt x="7572" y="5151"/>
                </a:cubicBezTo>
                <a:cubicBezTo>
                  <a:pt x="7550" y="5151"/>
                  <a:pt x="7532" y="5133"/>
                  <a:pt x="7532" y="5111"/>
                </a:cubicBezTo>
                <a:cubicBezTo>
                  <a:pt x="7532" y="5088"/>
                  <a:pt x="7550" y="5070"/>
                  <a:pt x="7572" y="5070"/>
                </a:cubicBezTo>
                <a:cubicBezTo>
                  <a:pt x="7594" y="5070"/>
                  <a:pt x="7612" y="5088"/>
                  <a:pt x="7612" y="5111"/>
                </a:cubicBezTo>
                <a:close/>
                <a:moveTo>
                  <a:pt x="3793" y="1439"/>
                </a:moveTo>
                <a:cubicBezTo>
                  <a:pt x="3793" y="1472"/>
                  <a:pt x="3767" y="1498"/>
                  <a:pt x="3735" y="1498"/>
                </a:cubicBezTo>
                <a:cubicBezTo>
                  <a:pt x="3703" y="1498"/>
                  <a:pt x="3677" y="1472"/>
                  <a:pt x="3677" y="1439"/>
                </a:cubicBezTo>
                <a:cubicBezTo>
                  <a:pt x="3677" y="1407"/>
                  <a:pt x="3703" y="1381"/>
                  <a:pt x="3735" y="1381"/>
                </a:cubicBezTo>
                <a:cubicBezTo>
                  <a:pt x="3767" y="1381"/>
                  <a:pt x="3793" y="1407"/>
                  <a:pt x="3793" y="1439"/>
                </a:cubicBezTo>
                <a:close/>
                <a:moveTo>
                  <a:pt x="9739" y="4670"/>
                </a:moveTo>
                <a:cubicBezTo>
                  <a:pt x="9739" y="4697"/>
                  <a:pt x="9716" y="4720"/>
                  <a:pt x="9689" y="4720"/>
                </a:cubicBezTo>
                <a:cubicBezTo>
                  <a:pt x="9662" y="4720"/>
                  <a:pt x="9639" y="4697"/>
                  <a:pt x="9639" y="4670"/>
                </a:cubicBezTo>
                <a:cubicBezTo>
                  <a:pt x="9639" y="4642"/>
                  <a:pt x="9662" y="4620"/>
                  <a:pt x="9689" y="4620"/>
                </a:cubicBezTo>
                <a:cubicBezTo>
                  <a:pt x="9716" y="4620"/>
                  <a:pt x="9739" y="4642"/>
                  <a:pt x="9739" y="4670"/>
                </a:cubicBezTo>
                <a:close/>
                <a:moveTo>
                  <a:pt x="5429" y="2587"/>
                </a:moveTo>
                <a:cubicBezTo>
                  <a:pt x="5429" y="2619"/>
                  <a:pt x="5403" y="2645"/>
                  <a:pt x="5371" y="2645"/>
                </a:cubicBezTo>
                <a:cubicBezTo>
                  <a:pt x="5338" y="2645"/>
                  <a:pt x="5312" y="2619"/>
                  <a:pt x="5312" y="2587"/>
                </a:cubicBezTo>
                <a:cubicBezTo>
                  <a:pt x="5312" y="2555"/>
                  <a:pt x="5338" y="2528"/>
                  <a:pt x="5371" y="2528"/>
                </a:cubicBezTo>
                <a:cubicBezTo>
                  <a:pt x="5403" y="2528"/>
                  <a:pt x="5429" y="2555"/>
                  <a:pt x="5429" y="2587"/>
                </a:cubicBezTo>
                <a:close/>
                <a:moveTo>
                  <a:pt x="2775" y="1579"/>
                </a:moveTo>
                <a:cubicBezTo>
                  <a:pt x="2775" y="1611"/>
                  <a:pt x="2749" y="1637"/>
                  <a:pt x="2717" y="1637"/>
                </a:cubicBezTo>
                <a:cubicBezTo>
                  <a:pt x="2685" y="1637"/>
                  <a:pt x="2659" y="1611"/>
                  <a:pt x="2659" y="1579"/>
                </a:cubicBezTo>
                <a:cubicBezTo>
                  <a:pt x="2659" y="1547"/>
                  <a:pt x="2685" y="1521"/>
                  <a:pt x="2717" y="1521"/>
                </a:cubicBezTo>
                <a:cubicBezTo>
                  <a:pt x="2749" y="1521"/>
                  <a:pt x="2775" y="1547"/>
                  <a:pt x="2775" y="1579"/>
                </a:cubicBezTo>
                <a:close/>
                <a:moveTo>
                  <a:pt x="2633" y="6185"/>
                </a:moveTo>
                <a:cubicBezTo>
                  <a:pt x="2633" y="6218"/>
                  <a:pt x="2607" y="6244"/>
                  <a:pt x="2574" y="6244"/>
                </a:cubicBezTo>
                <a:cubicBezTo>
                  <a:pt x="2542" y="6244"/>
                  <a:pt x="2515" y="6218"/>
                  <a:pt x="2515" y="6185"/>
                </a:cubicBezTo>
                <a:cubicBezTo>
                  <a:pt x="2515" y="6152"/>
                  <a:pt x="2542" y="6126"/>
                  <a:pt x="2574" y="6126"/>
                </a:cubicBezTo>
                <a:cubicBezTo>
                  <a:pt x="2607" y="6126"/>
                  <a:pt x="2633" y="6152"/>
                  <a:pt x="2633" y="6185"/>
                </a:cubicBezTo>
                <a:close/>
                <a:moveTo>
                  <a:pt x="1925" y="190"/>
                </a:moveTo>
                <a:cubicBezTo>
                  <a:pt x="1925" y="219"/>
                  <a:pt x="1901" y="243"/>
                  <a:pt x="1871" y="243"/>
                </a:cubicBezTo>
                <a:cubicBezTo>
                  <a:pt x="1841" y="243"/>
                  <a:pt x="1817" y="219"/>
                  <a:pt x="1817" y="190"/>
                </a:cubicBezTo>
                <a:cubicBezTo>
                  <a:pt x="1817" y="160"/>
                  <a:pt x="1841" y="136"/>
                  <a:pt x="1871" y="136"/>
                </a:cubicBezTo>
                <a:cubicBezTo>
                  <a:pt x="1901" y="136"/>
                  <a:pt x="1925" y="160"/>
                  <a:pt x="1925" y="190"/>
                </a:cubicBezTo>
                <a:close/>
                <a:moveTo>
                  <a:pt x="1431" y="3157"/>
                </a:moveTo>
                <a:cubicBezTo>
                  <a:pt x="1431" y="3187"/>
                  <a:pt x="1407" y="3211"/>
                  <a:pt x="1377" y="3211"/>
                </a:cubicBezTo>
                <a:cubicBezTo>
                  <a:pt x="1347" y="3211"/>
                  <a:pt x="1323" y="3187"/>
                  <a:pt x="1323" y="3157"/>
                </a:cubicBezTo>
                <a:cubicBezTo>
                  <a:pt x="1323" y="3127"/>
                  <a:pt x="1347" y="3103"/>
                  <a:pt x="1377" y="3103"/>
                </a:cubicBezTo>
                <a:cubicBezTo>
                  <a:pt x="1407" y="3103"/>
                  <a:pt x="1431" y="3127"/>
                  <a:pt x="1431" y="3157"/>
                </a:cubicBezTo>
                <a:close/>
                <a:moveTo>
                  <a:pt x="8106" y="2463"/>
                </a:moveTo>
                <a:cubicBezTo>
                  <a:pt x="8106" y="2492"/>
                  <a:pt x="8083" y="2515"/>
                  <a:pt x="8054" y="2515"/>
                </a:cubicBezTo>
                <a:cubicBezTo>
                  <a:pt x="8026" y="2515"/>
                  <a:pt x="8003" y="2492"/>
                  <a:pt x="8003" y="2463"/>
                </a:cubicBezTo>
                <a:cubicBezTo>
                  <a:pt x="8003" y="2435"/>
                  <a:pt x="8026" y="2411"/>
                  <a:pt x="8054" y="2411"/>
                </a:cubicBezTo>
                <a:cubicBezTo>
                  <a:pt x="8083" y="2411"/>
                  <a:pt x="8106" y="2435"/>
                  <a:pt x="8106" y="2463"/>
                </a:cubicBezTo>
                <a:close/>
                <a:moveTo>
                  <a:pt x="8158" y="892"/>
                </a:moveTo>
                <a:cubicBezTo>
                  <a:pt x="8158" y="916"/>
                  <a:pt x="8138" y="936"/>
                  <a:pt x="8114" y="936"/>
                </a:cubicBezTo>
                <a:cubicBezTo>
                  <a:pt x="8090" y="936"/>
                  <a:pt x="8071" y="916"/>
                  <a:pt x="8071" y="892"/>
                </a:cubicBezTo>
                <a:cubicBezTo>
                  <a:pt x="8071" y="868"/>
                  <a:pt x="8090" y="849"/>
                  <a:pt x="8114" y="849"/>
                </a:cubicBezTo>
                <a:cubicBezTo>
                  <a:pt x="8138" y="849"/>
                  <a:pt x="8158" y="868"/>
                  <a:pt x="8158" y="892"/>
                </a:cubicBezTo>
                <a:close/>
                <a:moveTo>
                  <a:pt x="8124" y="2277"/>
                </a:moveTo>
                <a:cubicBezTo>
                  <a:pt x="8124" y="2315"/>
                  <a:pt x="8094" y="2345"/>
                  <a:pt x="8056" y="2345"/>
                </a:cubicBezTo>
                <a:cubicBezTo>
                  <a:pt x="8019" y="2345"/>
                  <a:pt x="7989" y="2315"/>
                  <a:pt x="7989" y="2277"/>
                </a:cubicBezTo>
                <a:cubicBezTo>
                  <a:pt x="7989" y="2240"/>
                  <a:pt x="8019" y="2210"/>
                  <a:pt x="8056" y="2210"/>
                </a:cubicBezTo>
                <a:cubicBezTo>
                  <a:pt x="8094" y="2210"/>
                  <a:pt x="8124" y="2240"/>
                  <a:pt x="8124" y="2277"/>
                </a:cubicBezTo>
                <a:close/>
                <a:moveTo>
                  <a:pt x="926" y="584"/>
                </a:moveTo>
                <a:cubicBezTo>
                  <a:pt x="926" y="609"/>
                  <a:pt x="906" y="628"/>
                  <a:pt x="882" y="628"/>
                </a:cubicBezTo>
                <a:cubicBezTo>
                  <a:pt x="857" y="628"/>
                  <a:pt x="837" y="609"/>
                  <a:pt x="837" y="584"/>
                </a:cubicBezTo>
                <a:cubicBezTo>
                  <a:pt x="837" y="559"/>
                  <a:pt x="857" y="539"/>
                  <a:pt x="882" y="539"/>
                </a:cubicBezTo>
                <a:cubicBezTo>
                  <a:pt x="906" y="539"/>
                  <a:pt x="926" y="559"/>
                  <a:pt x="926" y="584"/>
                </a:cubicBezTo>
                <a:close/>
                <a:moveTo>
                  <a:pt x="4683" y="2336"/>
                </a:moveTo>
                <a:cubicBezTo>
                  <a:pt x="4683" y="2358"/>
                  <a:pt x="4666" y="2375"/>
                  <a:pt x="4645" y="2375"/>
                </a:cubicBezTo>
                <a:cubicBezTo>
                  <a:pt x="4623" y="2375"/>
                  <a:pt x="4606" y="2358"/>
                  <a:pt x="4606" y="2336"/>
                </a:cubicBezTo>
                <a:cubicBezTo>
                  <a:pt x="4606" y="2315"/>
                  <a:pt x="4623" y="2297"/>
                  <a:pt x="4645" y="2297"/>
                </a:cubicBezTo>
                <a:cubicBezTo>
                  <a:pt x="4666" y="2297"/>
                  <a:pt x="4683" y="2315"/>
                  <a:pt x="4683" y="2336"/>
                </a:cubicBezTo>
                <a:close/>
                <a:moveTo>
                  <a:pt x="4551" y="5600"/>
                </a:moveTo>
                <a:cubicBezTo>
                  <a:pt x="4551" y="5638"/>
                  <a:pt x="4521" y="5668"/>
                  <a:pt x="4484" y="5668"/>
                </a:cubicBezTo>
                <a:cubicBezTo>
                  <a:pt x="4447" y="5668"/>
                  <a:pt x="4416" y="5638"/>
                  <a:pt x="4416" y="5600"/>
                </a:cubicBezTo>
                <a:cubicBezTo>
                  <a:pt x="4416" y="5563"/>
                  <a:pt x="4447" y="5533"/>
                  <a:pt x="4484" y="5533"/>
                </a:cubicBezTo>
                <a:cubicBezTo>
                  <a:pt x="4521" y="5533"/>
                  <a:pt x="4551" y="5563"/>
                  <a:pt x="4551" y="5600"/>
                </a:cubicBezTo>
                <a:close/>
                <a:moveTo>
                  <a:pt x="6302" y="1648"/>
                </a:moveTo>
                <a:cubicBezTo>
                  <a:pt x="6302" y="1678"/>
                  <a:pt x="6278" y="1701"/>
                  <a:pt x="6249" y="1701"/>
                </a:cubicBezTo>
                <a:cubicBezTo>
                  <a:pt x="6220" y="1701"/>
                  <a:pt x="6196" y="1678"/>
                  <a:pt x="6196" y="1648"/>
                </a:cubicBezTo>
                <a:cubicBezTo>
                  <a:pt x="6196" y="1619"/>
                  <a:pt x="6220" y="1595"/>
                  <a:pt x="6249" y="1595"/>
                </a:cubicBezTo>
                <a:cubicBezTo>
                  <a:pt x="6278" y="1595"/>
                  <a:pt x="6302" y="1619"/>
                  <a:pt x="6302" y="1648"/>
                </a:cubicBezTo>
                <a:close/>
                <a:moveTo>
                  <a:pt x="1671" y="447"/>
                </a:moveTo>
                <a:cubicBezTo>
                  <a:pt x="1671" y="481"/>
                  <a:pt x="1644" y="508"/>
                  <a:pt x="1610" y="508"/>
                </a:cubicBezTo>
                <a:cubicBezTo>
                  <a:pt x="1575" y="508"/>
                  <a:pt x="1548" y="481"/>
                  <a:pt x="1548" y="447"/>
                </a:cubicBezTo>
                <a:cubicBezTo>
                  <a:pt x="1548" y="413"/>
                  <a:pt x="1575" y="385"/>
                  <a:pt x="1610" y="385"/>
                </a:cubicBezTo>
                <a:cubicBezTo>
                  <a:pt x="1644" y="385"/>
                  <a:pt x="1671" y="413"/>
                  <a:pt x="1671" y="447"/>
                </a:cubicBezTo>
                <a:close/>
                <a:moveTo>
                  <a:pt x="2757" y="1054"/>
                </a:moveTo>
                <a:cubicBezTo>
                  <a:pt x="2757" y="1088"/>
                  <a:pt x="2729" y="1116"/>
                  <a:pt x="2694" y="1116"/>
                </a:cubicBezTo>
                <a:cubicBezTo>
                  <a:pt x="2659" y="1116"/>
                  <a:pt x="2631" y="1088"/>
                  <a:pt x="2631" y="1054"/>
                </a:cubicBezTo>
                <a:cubicBezTo>
                  <a:pt x="2631" y="1019"/>
                  <a:pt x="2659" y="991"/>
                  <a:pt x="2694" y="991"/>
                </a:cubicBezTo>
                <a:cubicBezTo>
                  <a:pt x="2729" y="991"/>
                  <a:pt x="2757" y="1019"/>
                  <a:pt x="2757" y="1054"/>
                </a:cubicBezTo>
                <a:close/>
                <a:moveTo>
                  <a:pt x="1298" y="1524"/>
                </a:moveTo>
                <a:cubicBezTo>
                  <a:pt x="1298" y="1544"/>
                  <a:pt x="1282" y="1560"/>
                  <a:pt x="1262" y="1560"/>
                </a:cubicBezTo>
                <a:cubicBezTo>
                  <a:pt x="1242" y="1560"/>
                  <a:pt x="1226" y="1544"/>
                  <a:pt x="1226" y="1524"/>
                </a:cubicBezTo>
                <a:cubicBezTo>
                  <a:pt x="1226" y="1504"/>
                  <a:pt x="1242" y="1488"/>
                  <a:pt x="1262" y="1488"/>
                </a:cubicBezTo>
                <a:cubicBezTo>
                  <a:pt x="1282" y="1488"/>
                  <a:pt x="1298" y="1504"/>
                  <a:pt x="1298" y="1524"/>
                </a:cubicBezTo>
                <a:close/>
                <a:moveTo>
                  <a:pt x="8922" y="4283"/>
                </a:moveTo>
                <a:cubicBezTo>
                  <a:pt x="8922" y="4304"/>
                  <a:pt x="8906" y="4320"/>
                  <a:pt x="8885" y="4320"/>
                </a:cubicBezTo>
                <a:cubicBezTo>
                  <a:pt x="8864" y="4320"/>
                  <a:pt x="8848" y="4304"/>
                  <a:pt x="8848" y="4283"/>
                </a:cubicBezTo>
                <a:cubicBezTo>
                  <a:pt x="8848" y="4263"/>
                  <a:pt x="8864" y="4246"/>
                  <a:pt x="8885" y="4246"/>
                </a:cubicBezTo>
                <a:cubicBezTo>
                  <a:pt x="8906" y="4246"/>
                  <a:pt x="8922" y="4263"/>
                  <a:pt x="8922" y="4283"/>
                </a:cubicBezTo>
                <a:close/>
                <a:moveTo>
                  <a:pt x="798" y="5680"/>
                </a:moveTo>
                <a:cubicBezTo>
                  <a:pt x="798" y="5699"/>
                  <a:pt x="782" y="5715"/>
                  <a:pt x="763" y="5715"/>
                </a:cubicBezTo>
                <a:cubicBezTo>
                  <a:pt x="743" y="5715"/>
                  <a:pt x="728" y="5699"/>
                  <a:pt x="728" y="5680"/>
                </a:cubicBezTo>
                <a:cubicBezTo>
                  <a:pt x="728" y="5660"/>
                  <a:pt x="743" y="5645"/>
                  <a:pt x="763" y="5645"/>
                </a:cubicBezTo>
                <a:cubicBezTo>
                  <a:pt x="782" y="5645"/>
                  <a:pt x="798" y="5660"/>
                  <a:pt x="798" y="5680"/>
                </a:cubicBezTo>
                <a:close/>
                <a:moveTo>
                  <a:pt x="7179" y="4336"/>
                </a:moveTo>
                <a:cubicBezTo>
                  <a:pt x="7179" y="4365"/>
                  <a:pt x="7155" y="4389"/>
                  <a:pt x="7125" y="4389"/>
                </a:cubicBezTo>
                <a:cubicBezTo>
                  <a:pt x="7096" y="4389"/>
                  <a:pt x="7072" y="4365"/>
                  <a:pt x="7072" y="4336"/>
                </a:cubicBezTo>
                <a:cubicBezTo>
                  <a:pt x="7072" y="4306"/>
                  <a:pt x="7096" y="4282"/>
                  <a:pt x="7125" y="4282"/>
                </a:cubicBezTo>
                <a:cubicBezTo>
                  <a:pt x="7155" y="4282"/>
                  <a:pt x="7179" y="4306"/>
                  <a:pt x="7179" y="4336"/>
                </a:cubicBezTo>
                <a:close/>
                <a:moveTo>
                  <a:pt x="4833" y="2635"/>
                </a:moveTo>
                <a:cubicBezTo>
                  <a:pt x="4833" y="2657"/>
                  <a:pt x="4815" y="2676"/>
                  <a:pt x="4792" y="2676"/>
                </a:cubicBezTo>
                <a:cubicBezTo>
                  <a:pt x="4769" y="2676"/>
                  <a:pt x="4751" y="2657"/>
                  <a:pt x="4751" y="2635"/>
                </a:cubicBezTo>
                <a:cubicBezTo>
                  <a:pt x="4751" y="2612"/>
                  <a:pt x="4769" y="2593"/>
                  <a:pt x="4792" y="2593"/>
                </a:cubicBezTo>
                <a:cubicBezTo>
                  <a:pt x="4815" y="2593"/>
                  <a:pt x="4833" y="2612"/>
                  <a:pt x="4833" y="2635"/>
                </a:cubicBezTo>
                <a:close/>
                <a:moveTo>
                  <a:pt x="6500" y="991"/>
                </a:moveTo>
                <a:cubicBezTo>
                  <a:pt x="6500" y="1019"/>
                  <a:pt x="6478" y="1041"/>
                  <a:pt x="6451" y="1041"/>
                </a:cubicBezTo>
                <a:cubicBezTo>
                  <a:pt x="6424" y="1041"/>
                  <a:pt x="6402" y="1019"/>
                  <a:pt x="6402" y="991"/>
                </a:cubicBezTo>
                <a:cubicBezTo>
                  <a:pt x="6402" y="964"/>
                  <a:pt x="6424" y="942"/>
                  <a:pt x="6451" y="942"/>
                </a:cubicBezTo>
                <a:cubicBezTo>
                  <a:pt x="6478" y="942"/>
                  <a:pt x="6500" y="964"/>
                  <a:pt x="6500" y="991"/>
                </a:cubicBezTo>
                <a:close/>
                <a:moveTo>
                  <a:pt x="2692" y="2337"/>
                </a:moveTo>
                <a:cubicBezTo>
                  <a:pt x="2692" y="2373"/>
                  <a:pt x="2663" y="2403"/>
                  <a:pt x="2627" y="2403"/>
                </a:cubicBezTo>
                <a:cubicBezTo>
                  <a:pt x="2590" y="2403"/>
                  <a:pt x="2561" y="2373"/>
                  <a:pt x="2561" y="2337"/>
                </a:cubicBezTo>
                <a:cubicBezTo>
                  <a:pt x="2561" y="2301"/>
                  <a:pt x="2590" y="2272"/>
                  <a:pt x="2627" y="2272"/>
                </a:cubicBezTo>
                <a:cubicBezTo>
                  <a:pt x="2663" y="2272"/>
                  <a:pt x="2692" y="2301"/>
                  <a:pt x="2692" y="2337"/>
                </a:cubicBezTo>
                <a:close/>
                <a:moveTo>
                  <a:pt x="5723" y="4058"/>
                </a:moveTo>
                <a:cubicBezTo>
                  <a:pt x="5723" y="4089"/>
                  <a:pt x="5698" y="4114"/>
                  <a:pt x="5667" y="4114"/>
                </a:cubicBezTo>
                <a:cubicBezTo>
                  <a:pt x="5636" y="4114"/>
                  <a:pt x="5611" y="4089"/>
                  <a:pt x="5611" y="4058"/>
                </a:cubicBezTo>
                <a:cubicBezTo>
                  <a:pt x="5611" y="4028"/>
                  <a:pt x="5636" y="4003"/>
                  <a:pt x="5667" y="4003"/>
                </a:cubicBezTo>
                <a:cubicBezTo>
                  <a:pt x="5698" y="4003"/>
                  <a:pt x="5723" y="4028"/>
                  <a:pt x="5723" y="4058"/>
                </a:cubicBezTo>
                <a:close/>
                <a:moveTo>
                  <a:pt x="129" y="4912"/>
                </a:moveTo>
                <a:cubicBezTo>
                  <a:pt x="129" y="4948"/>
                  <a:pt x="100" y="4977"/>
                  <a:pt x="64" y="4977"/>
                </a:cubicBezTo>
                <a:cubicBezTo>
                  <a:pt x="29" y="4977"/>
                  <a:pt x="0" y="4948"/>
                  <a:pt x="0" y="4912"/>
                </a:cubicBezTo>
                <a:cubicBezTo>
                  <a:pt x="0" y="4876"/>
                  <a:pt x="29" y="4847"/>
                  <a:pt x="64" y="4847"/>
                </a:cubicBezTo>
                <a:cubicBezTo>
                  <a:pt x="100" y="4847"/>
                  <a:pt x="129" y="4876"/>
                  <a:pt x="129" y="4912"/>
                </a:cubicBezTo>
                <a:close/>
                <a:moveTo>
                  <a:pt x="7501" y="3296"/>
                </a:moveTo>
                <a:cubicBezTo>
                  <a:pt x="7501" y="3331"/>
                  <a:pt x="7473" y="3360"/>
                  <a:pt x="7438" y="3360"/>
                </a:cubicBezTo>
                <a:cubicBezTo>
                  <a:pt x="7402" y="3360"/>
                  <a:pt x="7374" y="3331"/>
                  <a:pt x="7374" y="3296"/>
                </a:cubicBezTo>
                <a:cubicBezTo>
                  <a:pt x="7374" y="3260"/>
                  <a:pt x="7402" y="3232"/>
                  <a:pt x="7438" y="3232"/>
                </a:cubicBezTo>
                <a:cubicBezTo>
                  <a:pt x="7473" y="3232"/>
                  <a:pt x="7501" y="3260"/>
                  <a:pt x="7501" y="3296"/>
                </a:cubicBezTo>
                <a:close/>
                <a:moveTo>
                  <a:pt x="9434" y="1773"/>
                </a:moveTo>
                <a:cubicBezTo>
                  <a:pt x="9434" y="1793"/>
                  <a:pt x="9418" y="1810"/>
                  <a:pt x="9397" y="1810"/>
                </a:cubicBezTo>
                <a:cubicBezTo>
                  <a:pt x="9377" y="1810"/>
                  <a:pt x="9361" y="1793"/>
                  <a:pt x="9361" y="1773"/>
                </a:cubicBezTo>
                <a:cubicBezTo>
                  <a:pt x="9361" y="1753"/>
                  <a:pt x="9377" y="1737"/>
                  <a:pt x="9397" y="1737"/>
                </a:cubicBezTo>
                <a:cubicBezTo>
                  <a:pt x="9418" y="1737"/>
                  <a:pt x="9434" y="1753"/>
                  <a:pt x="9434" y="1773"/>
                </a:cubicBezTo>
                <a:close/>
                <a:moveTo>
                  <a:pt x="3432" y="170"/>
                </a:moveTo>
                <a:cubicBezTo>
                  <a:pt x="3432" y="192"/>
                  <a:pt x="3414" y="209"/>
                  <a:pt x="3392" y="209"/>
                </a:cubicBezTo>
                <a:cubicBezTo>
                  <a:pt x="3370" y="209"/>
                  <a:pt x="3353" y="192"/>
                  <a:pt x="3353" y="170"/>
                </a:cubicBezTo>
                <a:cubicBezTo>
                  <a:pt x="3353" y="148"/>
                  <a:pt x="3370" y="131"/>
                  <a:pt x="3392" y="131"/>
                </a:cubicBezTo>
                <a:cubicBezTo>
                  <a:pt x="3414" y="131"/>
                  <a:pt x="3432" y="148"/>
                  <a:pt x="3432" y="170"/>
                </a:cubicBezTo>
                <a:close/>
                <a:moveTo>
                  <a:pt x="914" y="111"/>
                </a:moveTo>
                <a:cubicBezTo>
                  <a:pt x="914" y="136"/>
                  <a:pt x="893" y="157"/>
                  <a:pt x="868" y="157"/>
                </a:cubicBezTo>
                <a:cubicBezTo>
                  <a:pt x="843" y="157"/>
                  <a:pt x="822" y="136"/>
                  <a:pt x="822" y="111"/>
                </a:cubicBezTo>
                <a:cubicBezTo>
                  <a:pt x="822" y="86"/>
                  <a:pt x="843" y="65"/>
                  <a:pt x="868" y="65"/>
                </a:cubicBezTo>
                <a:cubicBezTo>
                  <a:pt x="893" y="65"/>
                  <a:pt x="914" y="86"/>
                  <a:pt x="914" y="111"/>
                </a:cubicBezTo>
                <a:close/>
                <a:moveTo>
                  <a:pt x="175" y="3038"/>
                </a:moveTo>
                <a:cubicBezTo>
                  <a:pt x="175" y="3073"/>
                  <a:pt x="147" y="3102"/>
                  <a:pt x="111" y="3102"/>
                </a:cubicBezTo>
                <a:cubicBezTo>
                  <a:pt x="76" y="3102"/>
                  <a:pt x="47" y="3073"/>
                  <a:pt x="47" y="3038"/>
                </a:cubicBezTo>
                <a:cubicBezTo>
                  <a:pt x="47" y="3002"/>
                  <a:pt x="76" y="2974"/>
                  <a:pt x="111" y="2974"/>
                </a:cubicBezTo>
                <a:cubicBezTo>
                  <a:pt x="147" y="2974"/>
                  <a:pt x="175" y="3002"/>
                  <a:pt x="175" y="3038"/>
                </a:cubicBezTo>
                <a:close/>
                <a:moveTo>
                  <a:pt x="7169" y="381"/>
                </a:moveTo>
                <a:cubicBezTo>
                  <a:pt x="7169" y="413"/>
                  <a:pt x="7142" y="440"/>
                  <a:pt x="7110" y="440"/>
                </a:cubicBezTo>
                <a:cubicBezTo>
                  <a:pt x="7077" y="440"/>
                  <a:pt x="7050" y="413"/>
                  <a:pt x="7050" y="381"/>
                </a:cubicBezTo>
                <a:cubicBezTo>
                  <a:pt x="7050" y="348"/>
                  <a:pt x="7077" y="322"/>
                  <a:pt x="7110" y="322"/>
                </a:cubicBezTo>
                <a:cubicBezTo>
                  <a:pt x="7142" y="322"/>
                  <a:pt x="7169" y="348"/>
                  <a:pt x="7169" y="381"/>
                </a:cubicBezTo>
                <a:close/>
                <a:moveTo>
                  <a:pt x="1989" y="5053"/>
                </a:moveTo>
                <a:cubicBezTo>
                  <a:pt x="1989" y="5084"/>
                  <a:pt x="1964" y="5109"/>
                  <a:pt x="1933" y="5109"/>
                </a:cubicBezTo>
                <a:cubicBezTo>
                  <a:pt x="1902" y="5109"/>
                  <a:pt x="1877" y="5084"/>
                  <a:pt x="1877" y="5053"/>
                </a:cubicBezTo>
                <a:cubicBezTo>
                  <a:pt x="1877" y="5023"/>
                  <a:pt x="1902" y="4998"/>
                  <a:pt x="1933" y="4998"/>
                </a:cubicBezTo>
                <a:cubicBezTo>
                  <a:pt x="1964" y="4998"/>
                  <a:pt x="1989" y="5023"/>
                  <a:pt x="1989" y="5053"/>
                </a:cubicBezTo>
                <a:close/>
                <a:moveTo>
                  <a:pt x="5507" y="2760"/>
                </a:moveTo>
                <a:cubicBezTo>
                  <a:pt x="5507" y="2799"/>
                  <a:pt x="5476" y="2830"/>
                  <a:pt x="5438" y="2830"/>
                </a:cubicBezTo>
                <a:cubicBezTo>
                  <a:pt x="5400" y="2830"/>
                  <a:pt x="5369" y="2799"/>
                  <a:pt x="5369" y="2760"/>
                </a:cubicBezTo>
                <a:cubicBezTo>
                  <a:pt x="5369" y="2722"/>
                  <a:pt x="5400" y="2691"/>
                  <a:pt x="5438" y="2691"/>
                </a:cubicBezTo>
                <a:cubicBezTo>
                  <a:pt x="5476" y="2691"/>
                  <a:pt x="5507" y="2722"/>
                  <a:pt x="5507" y="2760"/>
                </a:cubicBezTo>
                <a:close/>
                <a:moveTo>
                  <a:pt x="2167" y="5628"/>
                </a:moveTo>
                <a:cubicBezTo>
                  <a:pt x="2167" y="5649"/>
                  <a:pt x="2150" y="5666"/>
                  <a:pt x="2129" y="5666"/>
                </a:cubicBezTo>
                <a:cubicBezTo>
                  <a:pt x="2108" y="5666"/>
                  <a:pt x="2091" y="5649"/>
                  <a:pt x="2091" y="5628"/>
                </a:cubicBezTo>
                <a:cubicBezTo>
                  <a:pt x="2091" y="5607"/>
                  <a:pt x="2108" y="5590"/>
                  <a:pt x="2129" y="5590"/>
                </a:cubicBezTo>
                <a:cubicBezTo>
                  <a:pt x="2150" y="5590"/>
                  <a:pt x="2167" y="5607"/>
                  <a:pt x="2167" y="5628"/>
                </a:cubicBezTo>
                <a:close/>
                <a:moveTo>
                  <a:pt x="1013" y="1395"/>
                </a:moveTo>
                <a:cubicBezTo>
                  <a:pt x="1013" y="1412"/>
                  <a:pt x="998" y="1426"/>
                  <a:pt x="981" y="1426"/>
                </a:cubicBezTo>
                <a:cubicBezTo>
                  <a:pt x="964" y="1426"/>
                  <a:pt x="950" y="1412"/>
                  <a:pt x="950" y="1395"/>
                </a:cubicBezTo>
                <a:cubicBezTo>
                  <a:pt x="950" y="1378"/>
                  <a:pt x="964" y="1363"/>
                  <a:pt x="981" y="1363"/>
                </a:cubicBezTo>
                <a:cubicBezTo>
                  <a:pt x="998" y="1363"/>
                  <a:pt x="1013" y="1378"/>
                  <a:pt x="1013" y="1395"/>
                </a:cubicBezTo>
                <a:close/>
                <a:moveTo>
                  <a:pt x="8328" y="1203"/>
                </a:moveTo>
                <a:cubicBezTo>
                  <a:pt x="8328" y="1232"/>
                  <a:pt x="8304" y="1256"/>
                  <a:pt x="8275" y="1256"/>
                </a:cubicBezTo>
                <a:cubicBezTo>
                  <a:pt x="8245" y="1256"/>
                  <a:pt x="8222" y="1232"/>
                  <a:pt x="8222" y="1203"/>
                </a:cubicBezTo>
                <a:cubicBezTo>
                  <a:pt x="8222" y="1174"/>
                  <a:pt x="8245" y="1150"/>
                  <a:pt x="8275" y="1150"/>
                </a:cubicBezTo>
                <a:cubicBezTo>
                  <a:pt x="8304" y="1150"/>
                  <a:pt x="8328" y="1174"/>
                  <a:pt x="8328" y="1203"/>
                </a:cubicBezTo>
                <a:close/>
                <a:moveTo>
                  <a:pt x="2828" y="2280"/>
                </a:moveTo>
                <a:cubicBezTo>
                  <a:pt x="2828" y="2314"/>
                  <a:pt x="2800" y="2341"/>
                  <a:pt x="2766" y="2341"/>
                </a:cubicBezTo>
                <a:cubicBezTo>
                  <a:pt x="2732" y="2341"/>
                  <a:pt x="2705" y="2314"/>
                  <a:pt x="2705" y="2280"/>
                </a:cubicBezTo>
                <a:cubicBezTo>
                  <a:pt x="2705" y="2246"/>
                  <a:pt x="2732" y="2218"/>
                  <a:pt x="2766" y="2218"/>
                </a:cubicBezTo>
                <a:cubicBezTo>
                  <a:pt x="2800" y="2218"/>
                  <a:pt x="2828" y="2246"/>
                  <a:pt x="2828" y="2280"/>
                </a:cubicBezTo>
                <a:close/>
                <a:moveTo>
                  <a:pt x="5549" y="1714"/>
                </a:moveTo>
                <a:cubicBezTo>
                  <a:pt x="5549" y="1747"/>
                  <a:pt x="5522" y="1773"/>
                  <a:pt x="5489" y="1773"/>
                </a:cubicBezTo>
                <a:cubicBezTo>
                  <a:pt x="5456" y="1773"/>
                  <a:pt x="5429" y="1747"/>
                  <a:pt x="5429" y="1714"/>
                </a:cubicBezTo>
                <a:cubicBezTo>
                  <a:pt x="5429" y="1681"/>
                  <a:pt x="5456" y="1654"/>
                  <a:pt x="5489" y="1654"/>
                </a:cubicBezTo>
                <a:cubicBezTo>
                  <a:pt x="5522" y="1654"/>
                  <a:pt x="5549" y="1681"/>
                  <a:pt x="5549" y="1714"/>
                </a:cubicBezTo>
                <a:close/>
                <a:moveTo>
                  <a:pt x="1530" y="310"/>
                </a:moveTo>
                <a:cubicBezTo>
                  <a:pt x="1530" y="342"/>
                  <a:pt x="1504" y="368"/>
                  <a:pt x="1472" y="368"/>
                </a:cubicBezTo>
                <a:cubicBezTo>
                  <a:pt x="1440" y="368"/>
                  <a:pt x="1414" y="342"/>
                  <a:pt x="1414" y="310"/>
                </a:cubicBezTo>
                <a:cubicBezTo>
                  <a:pt x="1414" y="278"/>
                  <a:pt x="1440" y="252"/>
                  <a:pt x="1472" y="252"/>
                </a:cubicBezTo>
                <a:cubicBezTo>
                  <a:pt x="1504" y="252"/>
                  <a:pt x="1530" y="278"/>
                  <a:pt x="1530" y="310"/>
                </a:cubicBezTo>
                <a:close/>
                <a:moveTo>
                  <a:pt x="8547" y="4801"/>
                </a:moveTo>
                <a:cubicBezTo>
                  <a:pt x="8547" y="4833"/>
                  <a:pt x="8521" y="4859"/>
                  <a:pt x="8489" y="4859"/>
                </a:cubicBezTo>
                <a:cubicBezTo>
                  <a:pt x="8457" y="4859"/>
                  <a:pt x="8431" y="4833"/>
                  <a:pt x="8431" y="4801"/>
                </a:cubicBezTo>
                <a:cubicBezTo>
                  <a:pt x="8431" y="4769"/>
                  <a:pt x="8457" y="4743"/>
                  <a:pt x="8489" y="4743"/>
                </a:cubicBezTo>
                <a:cubicBezTo>
                  <a:pt x="8521" y="4743"/>
                  <a:pt x="8547" y="4769"/>
                  <a:pt x="8547" y="4801"/>
                </a:cubicBezTo>
                <a:close/>
                <a:moveTo>
                  <a:pt x="9318" y="5800"/>
                </a:moveTo>
                <a:cubicBezTo>
                  <a:pt x="9318" y="5829"/>
                  <a:pt x="9294" y="5852"/>
                  <a:pt x="9265" y="5852"/>
                </a:cubicBezTo>
                <a:cubicBezTo>
                  <a:pt x="9236" y="5852"/>
                  <a:pt x="9212" y="5829"/>
                  <a:pt x="9212" y="5800"/>
                </a:cubicBezTo>
                <a:cubicBezTo>
                  <a:pt x="9212" y="5771"/>
                  <a:pt x="9236" y="5747"/>
                  <a:pt x="9265" y="5747"/>
                </a:cubicBezTo>
                <a:cubicBezTo>
                  <a:pt x="9294" y="5747"/>
                  <a:pt x="9318" y="5771"/>
                  <a:pt x="9318" y="5800"/>
                </a:cubicBezTo>
                <a:close/>
                <a:moveTo>
                  <a:pt x="1852" y="3649"/>
                </a:moveTo>
                <a:cubicBezTo>
                  <a:pt x="1852" y="3675"/>
                  <a:pt x="1831" y="3696"/>
                  <a:pt x="1805" y="3696"/>
                </a:cubicBezTo>
                <a:cubicBezTo>
                  <a:pt x="1779" y="3696"/>
                  <a:pt x="1758" y="3675"/>
                  <a:pt x="1758" y="3649"/>
                </a:cubicBezTo>
                <a:cubicBezTo>
                  <a:pt x="1758" y="3623"/>
                  <a:pt x="1779" y="3602"/>
                  <a:pt x="1805" y="3602"/>
                </a:cubicBezTo>
                <a:cubicBezTo>
                  <a:pt x="1831" y="3602"/>
                  <a:pt x="1852" y="3623"/>
                  <a:pt x="1852" y="3649"/>
                </a:cubicBezTo>
                <a:close/>
                <a:moveTo>
                  <a:pt x="7096" y="2220"/>
                </a:moveTo>
                <a:cubicBezTo>
                  <a:pt x="7096" y="2238"/>
                  <a:pt x="7081" y="2253"/>
                  <a:pt x="7063" y="2253"/>
                </a:cubicBezTo>
                <a:cubicBezTo>
                  <a:pt x="7045" y="2253"/>
                  <a:pt x="7030" y="2238"/>
                  <a:pt x="7030" y="2220"/>
                </a:cubicBezTo>
                <a:cubicBezTo>
                  <a:pt x="7030" y="2202"/>
                  <a:pt x="7045" y="2187"/>
                  <a:pt x="7063" y="2187"/>
                </a:cubicBezTo>
                <a:cubicBezTo>
                  <a:pt x="7081" y="2187"/>
                  <a:pt x="7096" y="2202"/>
                  <a:pt x="7096" y="2220"/>
                </a:cubicBezTo>
                <a:close/>
                <a:moveTo>
                  <a:pt x="2025" y="940"/>
                </a:moveTo>
                <a:cubicBezTo>
                  <a:pt x="2025" y="973"/>
                  <a:pt x="1998" y="999"/>
                  <a:pt x="1966" y="999"/>
                </a:cubicBezTo>
                <a:cubicBezTo>
                  <a:pt x="1933" y="999"/>
                  <a:pt x="1906" y="973"/>
                  <a:pt x="1906" y="940"/>
                </a:cubicBezTo>
                <a:cubicBezTo>
                  <a:pt x="1906" y="907"/>
                  <a:pt x="1933" y="881"/>
                  <a:pt x="1966" y="881"/>
                </a:cubicBezTo>
                <a:cubicBezTo>
                  <a:pt x="1998" y="881"/>
                  <a:pt x="2025" y="907"/>
                  <a:pt x="2025" y="940"/>
                </a:cubicBezTo>
                <a:close/>
                <a:moveTo>
                  <a:pt x="6908" y="3361"/>
                </a:moveTo>
                <a:cubicBezTo>
                  <a:pt x="6908" y="3385"/>
                  <a:pt x="6889" y="3404"/>
                  <a:pt x="6865" y="3404"/>
                </a:cubicBezTo>
                <a:cubicBezTo>
                  <a:pt x="6841" y="3404"/>
                  <a:pt x="6822" y="3385"/>
                  <a:pt x="6822" y="3361"/>
                </a:cubicBezTo>
                <a:cubicBezTo>
                  <a:pt x="6822" y="3338"/>
                  <a:pt x="6841" y="3319"/>
                  <a:pt x="6865" y="3319"/>
                </a:cubicBezTo>
                <a:cubicBezTo>
                  <a:pt x="6889" y="3319"/>
                  <a:pt x="6908" y="3338"/>
                  <a:pt x="6908" y="3361"/>
                </a:cubicBezTo>
                <a:close/>
                <a:moveTo>
                  <a:pt x="7316" y="2832"/>
                </a:moveTo>
                <a:cubicBezTo>
                  <a:pt x="7316" y="2859"/>
                  <a:pt x="7294" y="2882"/>
                  <a:pt x="7266" y="2882"/>
                </a:cubicBezTo>
                <a:cubicBezTo>
                  <a:pt x="7239" y="2882"/>
                  <a:pt x="7217" y="2859"/>
                  <a:pt x="7217" y="2832"/>
                </a:cubicBezTo>
                <a:cubicBezTo>
                  <a:pt x="7217" y="2804"/>
                  <a:pt x="7239" y="2782"/>
                  <a:pt x="7266" y="2782"/>
                </a:cubicBezTo>
                <a:cubicBezTo>
                  <a:pt x="7294" y="2782"/>
                  <a:pt x="7316" y="2804"/>
                  <a:pt x="7316" y="2832"/>
                </a:cubicBezTo>
                <a:close/>
                <a:moveTo>
                  <a:pt x="2044" y="6238"/>
                </a:moveTo>
                <a:cubicBezTo>
                  <a:pt x="2044" y="6265"/>
                  <a:pt x="2023" y="6286"/>
                  <a:pt x="1997" y="6286"/>
                </a:cubicBezTo>
                <a:cubicBezTo>
                  <a:pt x="1970" y="6286"/>
                  <a:pt x="1949" y="6265"/>
                  <a:pt x="1949" y="6238"/>
                </a:cubicBezTo>
                <a:cubicBezTo>
                  <a:pt x="1949" y="6212"/>
                  <a:pt x="1970" y="6191"/>
                  <a:pt x="1997" y="6191"/>
                </a:cubicBezTo>
                <a:cubicBezTo>
                  <a:pt x="2023" y="6191"/>
                  <a:pt x="2044" y="6212"/>
                  <a:pt x="2044" y="6238"/>
                </a:cubicBezTo>
                <a:close/>
                <a:moveTo>
                  <a:pt x="4763" y="1346"/>
                </a:moveTo>
                <a:cubicBezTo>
                  <a:pt x="4763" y="1372"/>
                  <a:pt x="4742" y="1394"/>
                  <a:pt x="4715" y="1394"/>
                </a:cubicBezTo>
                <a:cubicBezTo>
                  <a:pt x="4689" y="1394"/>
                  <a:pt x="4667" y="1372"/>
                  <a:pt x="4667" y="1346"/>
                </a:cubicBezTo>
                <a:cubicBezTo>
                  <a:pt x="4667" y="1319"/>
                  <a:pt x="4689" y="1298"/>
                  <a:pt x="4715" y="1298"/>
                </a:cubicBezTo>
                <a:cubicBezTo>
                  <a:pt x="4742" y="1298"/>
                  <a:pt x="4763" y="1319"/>
                  <a:pt x="4763" y="1346"/>
                </a:cubicBezTo>
                <a:close/>
                <a:moveTo>
                  <a:pt x="4771" y="2693"/>
                </a:moveTo>
                <a:cubicBezTo>
                  <a:pt x="4771" y="2726"/>
                  <a:pt x="4744" y="2753"/>
                  <a:pt x="4711" y="2753"/>
                </a:cubicBezTo>
                <a:cubicBezTo>
                  <a:pt x="4678" y="2753"/>
                  <a:pt x="4651" y="2726"/>
                  <a:pt x="4651" y="2693"/>
                </a:cubicBezTo>
                <a:cubicBezTo>
                  <a:pt x="4651" y="2660"/>
                  <a:pt x="4678" y="2633"/>
                  <a:pt x="4711" y="2633"/>
                </a:cubicBezTo>
                <a:cubicBezTo>
                  <a:pt x="4744" y="2633"/>
                  <a:pt x="4771" y="2660"/>
                  <a:pt x="4771" y="2693"/>
                </a:cubicBezTo>
                <a:close/>
                <a:moveTo>
                  <a:pt x="3423" y="3919"/>
                </a:moveTo>
                <a:cubicBezTo>
                  <a:pt x="3423" y="3950"/>
                  <a:pt x="3398" y="3976"/>
                  <a:pt x="3367" y="3976"/>
                </a:cubicBezTo>
                <a:cubicBezTo>
                  <a:pt x="3335" y="3976"/>
                  <a:pt x="3310" y="3950"/>
                  <a:pt x="3310" y="3919"/>
                </a:cubicBezTo>
                <a:cubicBezTo>
                  <a:pt x="3310" y="3888"/>
                  <a:pt x="3335" y="3862"/>
                  <a:pt x="3367" y="3862"/>
                </a:cubicBezTo>
                <a:cubicBezTo>
                  <a:pt x="3398" y="3862"/>
                  <a:pt x="3423" y="3888"/>
                  <a:pt x="3423" y="3919"/>
                </a:cubicBezTo>
                <a:close/>
                <a:moveTo>
                  <a:pt x="1422" y="5159"/>
                </a:moveTo>
                <a:cubicBezTo>
                  <a:pt x="1422" y="5178"/>
                  <a:pt x="1407" y="5192"/>
                  <a:pt x="1389" y="5192"/>
                </a:cubicBezTo>
                <a:cubicBezTo>
                  <a:pt x="1371" y="5192"/>
                  <a:pt x="1356" y="5178"/>
                  <a:pt x="1356" y="5159"/>
                </a:cubicBezTo>
                <a:cubicBezTo>
                  <a:pt x="1356" y="5141"/>
                  <a:pt x="1371" y="5127"/>
                  <a:pt x="1389" y="5127"/>
                </a:cubicBezTo>
                <a:cubicBezTo>
                  <a:pt x="1407" y="5127"/>
                  <a:pt x="1422" y="5141"/>
                  <a:pt x="1422" y="5159"/>
                </a:cubicBezTo>
                <a:close/>
                <a:moveTo>
                  <a:pt x="2636" y="5211"/>
                </a:moveTo>
                <a:cubicBezTo>
                  <a:pt x="2636" y="5230"/>
                  <a:pt x="2620" y="5245"/>
                  <a:pt x="2601" y="5245"/>
                </a:cubicBezTo>
                <a:cubicBezTo>
                  <a:pt x="2582" y="5245"/>
                  <a:pt x="2566" y="5230"/>
                  <a:pt x="2566" y="5211"/>
                </a:cubicBezTo>
                <a:cubicBezTo>
                  <a:pt x="2566" y="5191"/>
                  <a:pt x="2582" y="5176"/>
                  <a:pt x="2601" y="5176"/>
                </a:cubicBezTo>
                <a:cubicBezTo>
                  <a:pt x="2620" y="5176"/>
                  <a:pt x="2636" y="5191"/>
                  <a:pt x="2636" y="5211"/>
                </a:cubicBezTo>
                <a:close/>
                <a:moveTo>
                  <a:pt x="2849" y="2617"/>
                </a:moveTo>
                <a:cubicBezTo>
                  <a:pt x="2849" y="2654"/>
                  <a:pt x="2819" y="2685"/>
                  <a:pt x="2781" y="2685"/>
                </a:cubicBezTo>
                <a:cubicBezTo>
                  <a:pt x="2744" y="2685"/>
                  <a:pt x="2714" y="2654"/>
                  <a:pt x="2714" y="2617"/>
                </a:cubicBezTo>
                <a:cubicBezTo>
                  <a:pt x="2714" y="2579"/>
                  <a:pt x="2744" y="2549"/>
                  <a:pt x="2781" y="2549"/>
                </a:cubicBezTo>
                <a:cubicBezTo>
                  <a:pt x="2819" y="2549"/>
                  <a:pt x="2849" y="2579"/>
                  <a:pt x="2849" y="2617"/>
                </a:cubicBezTo>
                <a:close/>
                <a:moveTo>
                  <a:pt x="9697" y="1407"/>
                </a:moveTo>
                <a:cubicBezTo>
                  <a:pt x="9697" y="1438"/>
                  <a:pt x="9673" y="1463"/>
                  <a:pt x="9642" y="1463"/>
                </a:cubicBezTo>
                <a:cubicBezTo>
                  <a:pt x="9611" y="1463"/>
                  <a:pt x="9586" y="1438"/>
                  <a:pt x="9586" y="1407"/>
                </a:cubicBezTo>
                <a:cubicBezTo>
                  <a:pt x="9586" y="1377"/>
                  <a:pt x="9611" y="1352"/>
                  <a:pt x="9642" y="1352"/>
                </a:cubicBezTo>
                <a:cubicBezTo>
                  <a:pt x="9673" y="1352"/>
                  <a:pt x="9697" y="1377"/>
                  <a:pt x="9697" y="1407"/>
                </a:cubicBezTo>
                <a:close/>
                <a:moveTo>
                  <a:pt x="8306" y="3244"/>
                </a:moveTo>
                <a:cubicBezTo>
                  <a:pt x="8306" y="3268"/>
                  <a:pt x="8287" y="3287"/>
                  <a:pt x="8263" y="3287"/>
                </a:cubicBezTo>
                <a:cubicBezTo>
                  <a:pt x="8240" y="3287"/>
                  <a:pt x="8221" y="3268"/>
                  <a:pt x="8221" y="3244"/>
                </a:cubicBezTo>
                <a:cubicBezTo>
                  <a:pt x="8221" y="3221"/>
                  <a:pt x="8240" y="3201"/>
                  <a:pt x="8263" y="3201"/>
                </a:cubicBezTo>
                <a:cubicBezTo>
                  <a:pt x="8287" y="3201"/>
                  <a:pt x="8306" y="3221"/>
                  <a:pt x="8306" y="3244"/>
                </a:cubicBezTo>
                <a:close/>
                <a:moveTo>
                  <a:pt x="1591" y="490"/>
                </a:moveTo>
                <a:cubicBezTo>
                  <a:pt x="1591" y="508"/>
                  <a:pt x="1576" y="522"/>
                  <a:pt x="1559" y="522"/>
                </a:cubicBezTo>
                <a:cubicBezTo>
                  <a:pt x="1541" y="522"/>
                  <a:pt x="1527" y="508"/>
                  <a:pt x="1527" y="490"/>
                </a:cubicBezTo>
                <a:cubicBezTo>
                  <a:pt x="1527" y="472"/>
                  <a:pt x="1541" y="458"/>
                  <a:pt x="1559" y="458"/>
                </a:cubicBezTo>
                <a:cubicBezTo>
                  <a:pt x="1576" y="458"/>
                  <a:pt x="1591" y="472"/>
                  <a:pt x="1591" y="490"/>
                </a:cubicBezTo>
                <a:close/>
                <a:moveTo>
                  <a:pt x="579" y="4547"/>
                </a:moveTo>
                <a:cubicBezTo>
                  <a:pt x="579" y="4576"/>
                  <a:pt x="555" y="4600"/>
                  <a:pt x="525" y="4600"/>
                </a:cubicBezTo>
                <a:cubicBezTo>
                  <a:pt x="495" y="4600"/>
                  <a:pt x="471" y="4576"/>
                  <a:pt x="471" y="4547"/>
                </a:cubicBezTo>
                <a:cubicBezTo>
                  <a:pt x="471" y="4517"/>
                  <a:pt x="495" y="4493"/>
                  <a:pt x="525" y="4493"/>
                </a:cubicBezTo>
                <a:cubicBezTo>
                  <a:pt x="555" y="4493"/>
                  <a:pt x="579" y="4517"/>
                  <a:pt x="579" y="4547"/>
                </a:cubicBezTo>
                <a:close/>
                <a:moveTo>
                  <a:pt x="786" y="5864"/>
                </a:moveTo>
                <a:cubicBezTo>
                  <a:pt x="786" y="5902"/>
                  <a:pt x="755" y="5933"/>
                  <a:pt x="716" y="5933"/>
                </a:cubicBezTo>
                <a:cubicBezTo>
                  <a:pt x="678" y="5933"/>
                  <a:pt x="647" y="5902"/>
                  <a:pt x="647" y="5864"/>
                </a:cubicBezTo>
                <a:cubicBezTo>
                  <a:pt x="647" y="5825"/>
                  <a:pt x="678" y="5794"/>
                  <a:pt x="716" y="5794"/>
                </a:cubicBezTo>
                <a:cubicBezTo>
                  <a:pt x="755" y="5794"/>
                  <a:pt x="786" y="5825"/>
                  <a:pt x="786" y="5864"/>
                </a:cubicBezTo>
                <a:close/>
                <a:moveTo>
                  <a:pt x="4221" y="2303"/>
                </a:moveTo>
                <a:cubicBezTo>
                  <a:pt x="4221" y="2339"/>
                  <a:pt x="4192" y="2368"/>
                  <a:pt x="4156" y="2368"/>
                </a:cubicBezTo>
                <a:cubicBezTo>
                  <a:pt x="4120" y="2368"/>
                  <a:pt x="4091" y="2339"/>
                  <a:pt x="4091" y="2303"/>
                </a:cubicBezTo>
                <a:cubicBezTo>
                  <a:pt x="4091" y="2267"/>
                  <a:pt x="4120" y="2238"/>
                  <a:pt x="4156" y="2238"/>
                </a:cubicBezTo>
                <a:cubicBezTo>
                  <a:pt x="4192" y="2238"/>
                  <a:pt x="4221" y="2267"/>
                  <a:pt x="4221" y="2303"/>
                </a:cubicBezTo>
                <a:close/>
                <a:moveTo>
                  <a:pt x="6675" y="4677"/>
                </a:moveTo>
                <a:cubicBezTo>
                  <a:pt x="6675" y="4698"/>
                  <a:pt x="6658" y="4714"/>
                  <a:pt x="6638" y="4714"/>
                </a:cubicBezTo>
                <a:cubicBezTo>
                  <a:pt x="6617" y="4714"/>
                  <a:pt x="6600" y="4698"/>
                  <a:pt x="6600" y="4677"/>
                </a:cubicBezTo>
                <a:cubicBezTo>
                  <a:pt x="6600" y="4656"/>
                  <a:pt x="6617" y="4640"/>
                  <a:pt x="6638" y="4640"/>
                </a:cubicBezTo>
                <a:cubicBezTo>
                  <a:pt x="6658" y="4640"/>
                  <a:pt x="6675" y="4656"/>
                  <a:pt x="6675" y="4677"/>
                </a:cubicBezTo>
                <a:close/>
                <a:moveTo>
                  <a:pt x="7296" y="2800"/>
                </a:moveTo>
                <a:cubicBezTo>
                  <a:pt x="7296" y="2818"/>
                  <a:pt x="7282" y="2832"/>
                  <a:pt x="7264" y="2832"/>
                </a:cubicBezTo>
                <a:cubicBezTo>
                  <a:pt x="7246" y="2832"/>
                  <a:pt x="7232" y="2818"/>
                  <a:pt x="7232" y="2800"/>
                </a:cubicBezTo>
                <a:cubicBezTo>
                  <a:pt x="7232" y="2782"/>
                  <a:pt x="7246" y="2768"/>
                  <a:pt x="7264" y="2768"/>
                </a:cubicBezTo>
                <a:cubicBezTo>
                  <a:pt x="7282" y="2768"/>
                  <a:pt x="7296" y="2782"/>
                  <a:pt x="7296" y="2800"/>
                </a:cubicBezTo>
                <a:close/>
                <a:moveTo>
                  <a:pt x="565" y="1696"/>
                </a:moveTo>
                <a:cubicBezTo>
                  <a:pt x="565" y="1718"/>
                  <a:pt x="547" y="1735"/>
                  <a:pt x="526" y="1735"/>
                </a:cubicBezTo>
                <a:cubicBezTo>
                  <a:pt x="504" y="1735"/>
                  <a:pt x="486" y="1718"/>
                  <a:pt x="486" y="1696"/>
                </a:cubicBezTo>
                <a:cubicBezTo>
                  <a:pt x="486" y="1674"/>
                  <a:pt x="504" y="1657"/>
                  <a:pt x="526" y="1657"/>
                </a:cubicBezTo>
                <a:cubicBezTo>
                  <a:pt x="547" y="1657"/>
                  <a:pt x="565" y="1674"/>
                  <a:pt x="565" y="1696"/>
                </a:cubicBezTo>
                <a:close/>
                <a:moveTo>
                  <a:pt x="2754" y="5709"/>
                </a:moveTo>
                <a:cubicBezTo>
                  <a:pt x="2754" y="5734"/>
                  <a:pt x="2734" y="5755"/>
                  <a:pt x="2708" y="5755"/>
                </a:cubicBezTo>
                <a:cubicBezTo>
                  <a:pt x="2683" y="5755"/>
                  <a:pt x="2662" y="5734"/>
                  <a:pt x="2662" y="5709"/>
                </a:cubicBezTo>
                <a:cubicBezTo>
                  <a:pt x="2662" y="5684"/>
                  <a:pt x="2683" y="5663"/>
                  <a:pt x="2708" y="5663"/>
                </a:cubicBezTo>
                <a:cubicBezTo>
                  <a:pt x="2734" y="5663"/>
                  <a:pt x="2754" y="5684"/>
                  <a:pt x="2754" y="5709"/>
                </a:cubicBezTo>
                <a:close/>
                <a:moveTo>
                  <a:pt x="2141" y="707"/>
                </a:moveTo>
                <a:cubicBezTo>
                  <a:pt x="2141" y="725"/>
                  <a:pt x="2127" y="739"/>
                  <a:pt x="2109" y="739"/>
                </a:cubicBezTo>
                <a:cubicBezTo>
                  <a:pt x="2091" y="739"/>
                  <a:pt x="2077" y="725"/>
                  <a:pt x="2077" y="707"/>
                </a:cubicBezTo>
                <a:cubicBezTo>
                  <a:pt x="2077" y="689"/>
                  <a:pt x="2091" y="675"/>
                  <a:pt x="2109" y="675"/>
                </a:cubicBezTo>
                <a:cubicBezTo>
                  <a:pt x="2127" y="675"/>
                  <a:pt x="2141" y="689"/>
                  <a:pt x="2141" y="707"/>
                </a:cubicBezTo>
                <a:close/>
                <a:moveTo>
                  <a:pt x="4100" y="2664"/>
                </a:moveTo>
                <a:cubicBezTo>
                  <a:pt x="4100" y="2682"/>
                  <a:pt x="4085" y="2697"/>
                  <a:pt x="4067" y="2697"/>
                </a:cubicBezTo>
                <a:cubicBezTo>
                  <a:pt x="4049" y="2697"/>
                  <a:pt x="4034" y="2682"/>
                  <a:pt x="4034" y="2664"/>
                </a:cubicBezTo>
                <a:cubicBezTo>
                  <a:pt x="4034" y="2646"/>
                  <a:pt x="4049" y="2631"/>
                  <a:pt x="4067" y="2631"/>
                </a:cubicBezTo>
                <a:cubicBezTo>
                  <a:pt x="4085" y="2631"/>
                  <a:pt x="4100" y="2646"/>
                  <a:pt x="4100" y="2664"/>
                </a:cubicBezTo>
                <a:close/>
                <a:moveTo>
                  <a:pt x="5195" y="2193"/>
                </a:moveTo>
                <a:cubicBezTo>
                  <a:pt x="5195" y="2210"/>
                  <a:pt x="5181" y="2224"/>
                  <a:pt x="5164" y="2224"/>
                </a:cubicBezTo>
                <a:cubicBezTo>
                  <a:pt x="5147" y="2224"/>
                  <a:pt x="5134" y="2210"/>
                  <a:pt x="5134" y="2193"/>
                </a:cubicBezTo>
                <a:cubicBezTo>
                  <a:pt x="5134" y="2176"/>
                  <a:pt x="5147" y="2162"/>
                  <a:pt x="5164" y="2162"/>
                </a:cubicBezTo>
                <a:cubicBezTo>
                  <a:pt x="5181" y="2162"/>
                  <a:pt x="5195" y="2176"/>
                  <a:pt x="5195" y="2193"/>
                </a:cubicBezTo>
                <a:close/>
                <a:moveTo>
                  <a:pt x="4779" y="1034"/>
                </a:moveTo>
                <a:cubicBezTo>
                  <a:pt x="4779" y="1054"/>
                  <a:pt x="4762" y="1071"/>
                  <a:pt x="4742" y="1071"/>
                </a:cubicBezTo>
                <a:cubicBezTo>
                  <a:pt x="4721" y="1071"/>
                  <a:pt x="4705" y="1054"/>
                  <a:pt x="4705" y="1034"/>
                </a:cubicBezTo>
                <a:cubicBezTo>
                  <a:pt x="4705" y="1013"/>
                  <a:pt x="4721" y="997"/>
                  <a:pt x="4742" y="997"/>
                </a:cubicBezTo>
                <a:cubicBezTo>
                  <a:pt x="4762" y="997"/>
                  <a:pt x="4779" y="1013"/>
                  <a:pt x="4779" y="1034"/>
                </a:cubicBezTo>
                <a:close/>
                <a:moveTo>
                  <a:pt x="7540" y="2715"/>
                </a:moveTo>
                <a:cubicBezTo>
                  <a:pt x="7540" y="2739"/>
                  <a:pt x="7520" y="2759"/>
                  <a:pt x="7496" y="2759"/>
                </a:cubicBezTo>
                <a:cubicBezTo>
                  <a:pt x="7471" y="2759"/>
                  <a:pt x="7452" y="2739"/>
                  <a:pt x="7452" y="2715"/>
                </a:cubicBezTo>
                <a:cubicBezTo>
                  <a:pt x="7452" y="2690"/>
                  <a:pt x="7471" y="2670"/>
                  <a:pt x="7496" y="2670"/>
                </a:cubicBezTo>
                <a:cubicBezTo>
                  <a:pt x="7520" y="2670"/>
                  <a:pt x="7540" y="2690"/>
                  <a:pt x="7540" y="2715"/>
                </a:cubicBezTo>
                <a:close/>
                <a:moveTo>
                  <a:pt x="5596" y="4607"/>
                </a:moveTo>
                <a:cubicBezTo>
                  <a:pt x="5596" y="4638"/>
                  <a:pt x="5571" y="4662"/>
                  <a:pt x="5541" y="4662"/>
                </a:cubicBezTo>
                <a:cubicBezTo>
                  <a:pt x="5511" y="4662"/>
                  <a:pt x="5486" y="4638"/>
                  <a:pt x="5486" y="4607"/>
                </a:cubicBezTo>
                <a:cubicBezTo>
                  <a:pt x="5486" y="4577"/>
                  <a:pt x="5511" y="4552"/>
                  <a:pt x="5541" y="4552"/>
                </a:cubicBezTo>
                <a:cubicBezTo>
                  <a:pt x="5571" y="4552"/>
                  <a:pt x="5596" y="4577"/>
                  <a:pt x="5596" y="4607"/>
                </a:cubicBezTo>
                <a:close/>
                <a:moveTo>
                  <a:pt x="9493" y="4494"/>
                </a:moveTo>
                <a:cubicBezTo>
                  <a:pt x="9493" y="4518"/>
                  <a:pt x="9474" y="4538"/>
                  <a:pt x="9450" y="4538"/>
                </a:cubicBezTo>
                <a:cubicBezTo>
                  <a:pt x="9426" y="4538"/>
                  <a:pt x="9406" y="4518"/>
                  <a:pt x="9406" y="4494"/>
                </a:cubicBezTo>
                <a:cubicBezTo>
                  <a:pt x="9406" y="4470"/>
                  <a:pt x="9426" y="4450"/>
                  <a:pt x="9450" y="4450"/>
                </a:cubicBezTo>
                <a:cubicBezTo>
                  <a:pt x="9474" y="4450"/>
                  <a:pt x="9493" y="4470"/>
                  <a:pt x="9493" y="4494"/>
                </a:cubicBezTo>
                <a:close/>
                <a:moveTo>
                  <a:pt x="9526" y="154"/>
                </a:moveTo>
                <a:cubicBezTo>
                  <a:pt x="9526" y="175"/>
                  <a:pt x="9509" y="192"/>
                  <a:pt x="9488" y="192"/>
                </a:cubicBezTo>
                <a:cubicBezTo>
                  <a:pt x="9467" y="192"/>
                  <a:pt x="9451" y="175"/>
                  <a:pt x="9451" y="154"/>
                </a:cubicBezTo>
                <a:cubicBezTo>
                  <a:pt x="9451" y="134"/>
                  <a:pt x="9467" y="117"/>
                  <a:pt x="9488" y="117"/>
                </a:cubicBezTo>
                <a:cubicBezTo>
                  <a:pt x="9509" y="117"/>
                  <a:pt x="9526" y="134"/>
                  <a:pt x="9526" y="154"/>
                </a:cubicBezTo>
                <a:close/>
                <a:moveTo>
                  <a:pt x="1299" y="2423"/>
                </a:moveTo>
                <a:cubicBezTo>
                  <a:pt x="1299" y="2448"/>
                  <a:pt x="1279" y="2467"/>
                  <a:pt x="1254" y="2467"/>
                </a:cubicBezTo>
                <a:cubicBezTo>
                  <a:pt x="1230" y="2467"/>
                  <a:pt x="1210" y="2448"/>
                  <a:pt x="1210" y="2423"/>
                </a:cubicBezTo>
                <a:cubicBezTo>
                  <a:pt x="1210" y="2399"/>
                  <a:pt x="1230" y="2379"/>
                  <a:pt x="1254" y="2379"/>
                </a:cubicBezTo>
                <a:cubicBezTo>
                  <a:pt x="1279" y="2379"/>
                  <a:pt x="1299" y="2399"/>
                  <a:pt x="1299" y="2423"/>
                </a:cubicBezTo>
                <a:close/>
                <a:moveTo>
                  <a:pt x="3947" y="3981"/>
                </a:moveTo>
                <a:cubicBezTo>
                  <a:pt x="3947" y="4005"/>
                  <a:pt x="3927" y="4024"/>
                  <a:pt x="3903" y="4024"/>
                </a:cubicBezTo>
                <a:cubicBezTo>
                  <a:pt x="3879" y="4024"/>
                  <a:pt x="3859" y="4005"/>
                  <a:pt x="3859" y="3981"/>
                </a:cubicBezTo>
                <a:cubicBezTo>
                  <a:pt x="3859" y="3956"/>
                  <a:pt x="3879" y="3937"/>
                  <a:pt x="3903" y="3937"/>
                </a:cubicBezTo>
                <a:cubicBezTo>
                  <a:pt x="3927" y="3937"/>
                  <a:pt x="3947" y="3956"/>
                  <a:pt x="3947" y="3981"/>
                </a:cubicBezTo>
                <a:close/>
                <a:moveTo>
                  <a:pt x="4897" y="4256"/>
                </a:moveTo>
                <a:cubicBezTo>
                  <a:pt x="4897" y="4293"/>
                  <a:pt x="4867" y="4323"/>
                  <a:pt x="4830" y="4323"/>
                </a:cubicBezTo>
                <a:cubicBezTo>
                  <a:pt x="4793" y="4323"/>
                  <a:pt x="4763" y="4293"/>
                  <a:pt x="4763" y="4256"/>
                </a:cubicBezTo>
                <a:cubicBezTo>
                  <a:pt x="4763" y="4219"/>
                  <a:pt x="4793" y="4189"/>
                  <a:pt x="4830" y="4189"/>
                </a:cubicBezTo>
                <a:cubicBezTo>
                  <a:pt x="4867" y="4189"/>
                  <a:pt x="4897" y="4219"/>
                  <a:pt x="4897" y="4256"/>
                </a:cubicBezTo>
                <a:close/>
                <a:moveTo>
                  <a:pt x="9573" y="2342"/>
                </a:moveTo>
                <a:cubicBezTo>
                  <a:pt x="9573" y="2367"/>
                  <a:pt x="9552" y="2387"/>
                  <a:pt x="9527" y="2387"/>
                </a:cubicBezTo>
                <a:cubicBezTo>
                  <a:pt x="9502" y="2387"/>
                  <a:pt x="9482" y="2367"/>
                  <a:pt x="9482" y="2342"/>
                </a:cubicBezTo>
                <a:cubicBezTo>
                  <a:pt x="9482" y="2317"/>
                  <a:pt x="9502" y="2297"/>
                  <a:pt x="9527" y="2297"/>
                </a:cubicBezTo>
                <a:cubicBezTo>
                  <a:pt x="9552" y="2297"/>
                  <a:pt x="9573" y="2317"/>
                  <a:pt x="9573" y="2342"/>
                </a:cubicBezTo>
                <a:close/>
                <a:moveTo>
                  <a:pt x="9929" y="5264"/>
                </a:moveTo>
                <a:cubicBezTo>
                  <a:pt x="9929" y="5300"/>
                  <a:pt x="9900" y="5329"/>
                  <a:pt x="9864" y="5329"/>
                </a:cubicBezTo>
                <a:cubicBezTo>
                  <a:pt x="9828" y="5329"/>
                  <a:pt x="9799" y="5300"/>
                  <a:pt x="9799" y="5264"/>
                </a:cubicBezTo>
                <a:cubicBezTo>
                  <a:pt x="9799" y="5228"/>
                  <a:pt x="9828" y="5199"/>
                  <a:pt x="9864" y="5199"/>
                </a:cubicBezTo>
                <a:cubicBezTo>
                  <a:pt x="9900" y="5199"/>
                  <a:pt x="9929" y="5228"/>
                  <a:pt x="9929" y="5264"/>
                </a:cubicBezTo>
                <a:close/>
                <a:moveTo>
                  <a:pt x="1231" y="1852"/>
                </a:moveTo>
                <a:cubicBezTo>
                  <a:pt x="1231" y="1878"/>
                  <a:pt x="1210" y="1899"/>
                  <a:pt x="1184" y="1899"/>
                </a:cubicBezTo>
                <a:cubicBezTo>
                  <a:pt x="1158" y="1899"/>
                  <a:pt x="1137" y="1878"/>
                  <a:pt x="1137" y="1852"/>
                </a:cubicBezTo>
                <a:cubicBezTo>
                  <a:pt x="1137" y="1826"/>
                  <a:pt x="1158" y="1805"/>
                  <a:pt x="1184" y="1805"/>
                </a:cubicBezTo>
                <a:cubicBezTo>
                  <a:pt x="1210" y="1805"/>
                  <a:pt x="1231" y="1826"/>
                  <a:pt x="1231" y="1852"/>
                </a:cubicBezTo>
                <a:close/>
                <a:moveTo>
                  <a:pt x="3178" y="2931"/>
                </a:moveTo>
                <a:cubicBezTo>
                  <a:pt x="3178" y="2969"/>
                  <a:pt x="3147" y="2999"/>
                  <a:pt x="3110" y="2999"/>
                </a:cubicBezTo>
                <a:cubicBezTo>
                  <a:pt x="3072" y="2999"/>
                  <a:pt x="3042" y="2969"/>
                  <a:pt x="3042" y="2931"/>
                </a:cubicBezTo>
                <a:cubicBezTo>
                  <a:pt x="3042" y="2894"/>
                  <a:pt x="3072" y="2864"/>
                  <a:pt x="3110" y="2864"/>
                </a:cubicBezTo>
                <a:cubicBezTo>
                  <a:pt x="3147" y="2864"/>
                  <a:pt x="3178" y="2894"/>
                  <a:pt x="3178" y="2931"/>
                </a:cubicBezTo>
                <a:close/>
                <a:moveTo>
                  <a:pt x="3932" y="3194"/>
                </a:moveTo>
                <a:cubicBezTo>
                  <a:pt x="3932" y="3218"/>
                  <a:pt x="3913" y="3237"/>
                  <a:pt x="3889" y="3237"/>
                </a:cubicBezTo>
                <a:cubicBezTo>
                  <a:pt x="3865" y="3237"/>
                  <a:pt x="3846" y="3218"/>
                  <a:pt x="3846" y="3194"/>
                </a:cubicBezTo>
                <a:cubicBezTo>
                  <a:pt x="3846" y="3170"/>
                  <a:pt x="3865" y="3151"/>
                  <a:pt x="3889" y="3151"/>
                </a:cubicBezTo>
                <a:cubicBezTo>
                  <a:pt x="3913" y="3151"/>
                  <a:pt x="3932" y="3170"/>
                  <a:pt x="3932" y="3194"/>
                </a:cubicBezTo>
                <a:close/>
                <a:moveTo>
                  <a:pt x="5917" y="3438"/>
                </a:moveTo>
                <a:cubicBezTo>
                  <a:pt x="5917" y="3459"/>
                  <a:pt x="5900" y="3476"/>
                  <a:pt x="5879" y="3476"/>
                </a:cubicBezTo>
                <a:cubicBezTo>
                  <a:pt x="5859" y="3476"/>
                  <a:pt x="5842" y="3459"/>
                  <a:pt x="5842" y="3438"/>
                </a:cubicBezTo>
                <a:cubicBezTo>
                  <a:pt x="5842" y="3418"/>
                  <a:pt x="5859" y="3401"/>
                  <a:pt x="5879" y="3401"/>
                </a:cubicBezTo>
                <a:cubicBezTo>
                  <a:pt x="5900" y="3401"/>
                  <a:pt x="5917" y="3418"/>
                  <a:pt x="5917" y="3438"/>
                </a:cubicBezTo>
                <a:close/>
                <a:moveTo>
                  <a:pt x="703" y="4722"/>
                </a:moveTo>
                <a:cubicBezTo>
                  <a:pt x="703" y="4756"/>
                  <a:pt x="674" y="4785"/>
                  <a:pt x="639" y="4785"/>
                </a:cubicBezTo>
                <a:cubicBezTo>
                  <a:pt x="604" y="4785"/>
                  <a:pt x="576" y="4756"/>
                  <a:pt x="576" y="4722"/>
                </a:cubicBezTo>
                <a:cubicBezTo>
                  <a:pt x="576" y="4687"/>
                  <a:pt x="604" y="4658"/>
                  <a:pt x="639" y="4658"/>
                </a:cubicBezTo>
                <a:cubicBezTo>
                  <a:pt x="674" y="4658"/>
                  <a:pt x="703" y="4687"/>
                  <a:pt x="703" y="4722"/>
                </a:cubicBezTo>
                <a:close/>
                <a:moveTo>
                  <a:pt x="3434" y="1294"/>
                </a:moveTo>
                <a:cubicBezTo>
                  <a:pt x="3434" y="1313"/>
                  <a:pt x="3419" y="1328"/>
                  <a:pt x="3400" y="1328"/>
                </a:cubicBezTo>
                <a:cubicBezTo>
                  <a:pt x="3381" y="1328"/>
                  <a:pt x="3366" y="1313"/>
                  <a:pt x="3366" y="1294"/>
                </a:cubicBezTo>
                <a:cubicBezTo>
                  <a:pt x="3366" y="1275"/>
                  <a:pt x="3381" y="1260"/>
                  <a:pt x="3400" y="1260"/>
                </a:cubicBezTo>
                <a:cubicBezTo>
                  <a:pt x="3419" y="1260"/>
                  <a:pt x="3434" y="1275"/>
                  <a:pt x="3434" y="1294"/>
                </a:cubicBezTo>
                <a:close/>
                <a:moveTo>
                  <a:pt x="6286" y="3645"/>
                </a:moveTo>
                <a:cubicBezTo>
                  <a:pt x="6286" y="3682"/>
                  <a:pt x="6256" y="3712"/>
                  <a:pt x="6219" y="3712"/>
                </a:cubicBezTo>
                <a:cubicBezTo>
                  <a:pt x="6181" y="3712"/>
                  <a:pt x="6151" y="3682"/>
                  <a:pt x="6151" y="3645"/>
                </a:cubicBezTo>
                <a:cubicBezTo>
                  <a:pt x="6151" y="3608"/>
                  <a:pt x="6181" y="3578"/>
                  <a:pt x="6219" y="3578"/>
                </a:cubicBezTo>
                <a:cubicBezTo>
                  <a:pt x="6256" y="3578"/>
                  <a:pt x="6286" y="3608"/>
                  <a:pt x="6286" y="3645"/>
                </a:cubicBezTo>
                <a:close/>
                <a:moveTo>
                  <a:pt x="6815" y="3612"/>
                </a:moveTo>
                <a:cubicBezTo>
                  <a:pt x="6815" y="3642"/>
                  <a:pt x="6791" y="3666"/>
                  <a:pt x="6762" y="3666"/>
                </a:cubicBezTo>
                <a:cubicBezTo>
                  <a:pt x="6732" y="3666"/>
                  <a:pt x="6708" y="3642"/>
                  <a:pt x="6708" y="3612"/>
                </a:cubicBezTo>
                <a:cubicBezTo>
                  <a:pt x="6708" y="3582"/>
                  <a:pt x="6732" y="3558"/>
                  <a:pt x="6762" y="3558"/>
                </a:cubicBezTo>
                <a:cubicBezTo>
                  <a:pt x="6791" y="3558"/>
                  <a:pt x="6815" y="3582"/>
                  <a:pt x="6815" y="3612"/>
                </a:cubicBezTo>
                <a:close/>
                <a:moveTo>
                  <a:pt x="9088" y="5764"/>
                </a:moveTo>
                <a:cubicBezTo>
                  <a:pt x="9088" y="5784"/>
                  <a:pt x="9072" y="5801"/>
                  <a:pt x="9051" y="5801"/>
                </a:cubicBezTo>
                <a:cubicBezTo>
                  <a:pt x="9031" y="5801"/>
                  <a:pt x="9015" y="5784"/>
                  <a:pt x="9015" y="5764"/>
                </a:cubicBezTo>
                <a:cubicBezTo>
                  <a:pt x="9015" y="5744"/>
                  <a:pt x="9031" y="5727"/>
                  <a:pt x="9051" y="5727"/>
                </a:cubicBezTo>
                <a:cubicBezTo>
                  <a:pt x="9072" y="5727"/>
                  <a:pt x="9088" y="5744"/>
                  <a:pt x="9088" y="5764"/>
                </a:cubicBezTo>
                <a:close/>
                <a:moveTo>
                  <a:pt x="1291" y="852"/>
                </a:moveTo>
                <a:cubicBezTo>
                  <a:pt x="1291" y="869"/>
                  <a:pt x="1277" y="883"/>
                  <a:pt x="1261" y="883"/>
                </a:cubicBezTo>
                <a:cubicBezTo>
                  <a:pt x="1244" y="883"/>
                  <a:pt x="1230" y="869"/>
                  <a:pt x="1230" y="852"/>
                </a:cubicBezTo>
                <a:cubicBezTo>
                  <a:pt x="1230" y="835"/>
                  <a:pt x="1244" y="822"/>
                  <a:pt x="1261" y="822"/>
                </a:cubicBezTo>
                <a:cubicBezTo>
                  <a:pt x="1277" y="822"/>
                  <a:pt x="1291" y="835"/>
                  <a:pt x="1291" y="852"/>
                </a:cubicBezTo>
                <a:close/>
                <a:moveTo>
                  <a:pt x="8529" y="6029"/>
                </a:moveTo>
                <a:cubicBezTo>
                  <a:pt x="8529" y="6056"/>
                  <a:pt x="8507" y="6079"/>
                  <a:pt x="8479" y="6079"/>
                </a:cubicBezTo>
                <a:cubicBezTo>
                  <a:pt x="8452" y="6079"/>
                  <a:pt x="8429" y="6056"/>
                  <a:pt x="8429" y="6029"/>
                </a:cubicBezTo>
                <a:cubicBezTo>
                  <a:pt x="8429" y="6001"/>
                  <a:pt x="8452" y="5979"/>
                  <a:pt x="8479" y="5979"/>
                </a:cubicBezTo>
                <a:cubicBezTo>
                  <a:pt x="8507" y="5979"/>
                  <a:pt x="8529" y="6001"/>
                  <a:pt x="8529" y="6029"/>
                </a:cubicBezTo>
                <a:close/>
                <a:moveTo>
                  <a:pt x="7633" y="4164"/>
                </a:moveTo>
                <a:cubicBezTo>
                  <a:pt x="7633" y="4195"/>
                  <a:pt x="7608" y="4220"/>
                  <a:pt x="7577" y="4220"/>
                </a:cubicBezTo>
                <a:cubicBezTo>
                  <a:pt x="7546" y="4220"/>
                  <a:pt x="7520" y="4195"/>
                  <a:pt x="7520" y="4164"/>
                </a:cubicBezTo>
                <a:cubicBezTo>
                  <a:pt x="7520" y="4132"/>
                  <a:pt x="7546" y="4107"/>
                  <a:pt x="7577" y="4107"/>
                </a:cubicBezTo>
                <a:cubicBezTo>
                  <a:pt x="7608" y="4107"/>
                  <a:pt x="7633" y="4132"/>
                  <a:pt x="7633" y="4164"/>
                </a:cubicBezTo>
                <a:close/>
                <a:moveTo>
                  <a:pt x="3980" y="5992"/>
                </a:moveTo>
                <a:cubicBezTo>
                  <a:pt x="3980" y="6015"/>
                  <a:pt x="3961" y="6034"/>
                  <a:pt x="3938" y="6034"/>
                </a:cubicBezTo>
                <a:cubicBezTo>
                  <a:pt x="3915" y="6034"/>
                  <a:pt x="3896" y="6015"/>
                  <a:pt x="3896" y="5992"/>
                </a:cubicBezTo>
                <a:cubicBezTo>
                  <a:pt x="3896" y="5969"/>
                  <a:pt x="3915" y="5950"/>
                  <a:pt x="3938" y="5950"/>
                </a:cubicBezTo>
                <a:cubicBezTo>
                  <a:pt x="3961" y="5950"/>
                  <a:pt x="3980" y="5969"/>
                  <a:pt x="3980" y="5992"/>
                </a:cubicBezTo>
                <a:close/>
                <a:moveTo>
                  <a:pt x="1103" y="385"/>
                </a:moveTo>
                <a:cubicBezTo>
                  <a:pt x="1103" y="419"/>
                  <a:pt x="1076" y="446"/>
                  <a:pt x="1042" y="446"/>
                </a:cubicBezTo>
                <a:cubicBezTo>
                  <a:pt x="1008" y="446"/>
                  <a:pt x="980" y="419"/>
                  <a:pt x="980" y="385"/>
                </a:cubicBezTo>
                <a:cubicBezTo>
                  <a:pt x="980" y="351"/>
                  <a:pt x="1008" y="323"/>
                  <a:pt x="1042" y="323"/>
                </a:cubicBezTo>
                <a:cubicBezTo>
                  <a:pt x="1076" y="323"/>
                  <a:pt x="1103" y="351"/>
                  <a:pt x="1103" y="385"/>
                </a:cubicBezTo>
                <a:close/>
                <a:moveTo>
                  <a:pt x="7836" y="5345"/>
                </a:moveTo>
                <a:cubicBezTo>
                  <a:pt x="7836" y="5379"/>
                  <a:pt x="7809" y="5407"/>
                  <a:pt x="7774" y="5407"/>
                </a:cubicBezTo>
                <a:cubicBezTo>
                  <a:pt x="7740" y="5407"/>
                  <a:pt x="7712" y="5379"/>
                  <a:pt x="7712" y="5345"/>
                </a:cubicBezTo>
                <a:cubicBezTo>
                  <a:pt x="7712" y="5310"/>
                  <a:pt x="7740" y="5283"/>
                  <a:pt x="7774" y="5283"/>
                </a:cubicBezTo>
                <a:cubicBezTo>
                  <a:pt x="7809" y="5283"/>
                  <a:pt x="7836" y="5310"/>
                  <a:pt x="7836" y="5345"/>
                </a:cubicBezTo>
                <a:close/>
                <a:moveTo>
                  <a:pt x="2332" y="2310"/>
                </a:moveTo>
                <a:cubicBezTo>
                  <a:pt x="2332" y="2332"/>
                  <a:pt x="2313" y="2351"/>
                  <a:pt x="2290" y="2351"/>
                </a:cubicBezTo>
                <a:cubicBezTo>
                  <a:pt x="2268" y="2351"/>
                  <a:pt x="2249" y="2332"/>
                  <a:pt x="2249" y="2310"/>
                </a:cubicBezTo>
                <a:cubicBezTo>
                  <a:pt x="2249" y="2287"/>
                  <a:pt x="2268" y="2268"/>
                  <a:pt x="2290" y="2268"/>
                </a:cubicBezTo>
                <a:cubicBezTo>
                  <a:pt x="2313" y="2268"/>
                  <a:pt x="2332" y="2287"/>
                  <a:pt x="2332" y="2310"/>
                </a:cubicBezTo>
                <a:close/>
                <a:moveTo>
                  <a:pt x="8652" y="69"/>
                </a:moveTo>
                <a:cubicBezTo>
                  <a:pt x="8652" y="93"/>
                  <a:pt x="8634" y="111"/>
                  <a:pt x="8610" y="111"/>
                </a:cubicBezTo>
                <a:cubicBezTo>
                  <a:pt x="8587" y="111"/>
                  <a:pt x="8568" y="93"/>
                  <a:pt x="8568" y="69"/>
                </a:cubicBezTo>
                <a:cubicBezTo>
                  <a:pt x="8568" y="46"/>
                  <a:pt x="8587" y="27"/>
                  <a:pt x="8610" y="27"/>
                </a:cubicBezTo>
                <a:cubicBezTo>
                  <a:pt x="8634" y="27"/>
                  <a:pt x="8652" y="46"/>
                  <a:pt x="8652" y="69"/>
                </a:cubicBezTo>
                <a:close/>
                <a:moveTo>
                  <a:pt x="6548" y="4007"/>
                </a:moveTo>
                <a:cubicBezTo>
                  <a:pt x="6548" y="4024"/>
                  <a:pt x="6534" y="4037"/>
                  <a:pt x="6518" y="4037"/>
                </a:cubicBezTo>
                <a:cubicBezTo>
                  <a:pt x="6501" y="4037"/>
                  <a:pt x="6488" y="4024"/>
                  <a:pt x="6488" y="4007"/>
                </a:cubicBezTo>
                <a:cubicBezTo>
                  <a:pt x="6488" y="3990"/>
                  <a:pt x="6501" y="3977"/>
                  <a:pt x="6518" y="3977"/>
                </a:cubicBezTo>
                <a:cubicBezTo>
                  <a:pt x="6534" y="3977"/>
                  <a:pt x="6548" y="3990"/>
                  <a:pt x="6548" y="4007"/>
                </a:cubicBezTo>
                <a:close/>
                <a:moveTo>
                  <a:pt x="1204" y="1103"/>
                </a:moveTo>
                <a:cubicBezTo>
                  <a:pt x="1204" y="1125"/>
                  <a:pt x="1187" y="1142"/>
                  <a:pt x="1165" y="1142"/>
                </a:cubicBezTo>
                <a:cubicBezTo>
                  <a:pt x="1144" y="1142"/>
                  <a:pt x="1127" y="1125"/>
                  <a:pt x="1127" y="1103"/>
                </a:cubicBezTo>
                <a:cubicBezTo>
                  <a:pt x="1127" y="1082"/>
                  <a:pt x="1144" y="1064"/>
                  <a:pt x="1165" y="1064"/>
                </a:cubicBezTo>
                <a:cubicBezTo>
                  <a:pt x="1187" y="1064"/>
                  <a:pt x="1204" y="1082"/>
                  <a:pt x="1204" y="1103"/>
                </a:cubicBezTo>
                <a:close/>
                <a:moveTo>
                  <a:pt x="5179" y="248"/>
                </a:moveTo>
                <a:cubicBezTo>
                  <a:pt x="5179" y="282"/>
                  <a:pt x="5151" y="311"/>
                  <a:pt x="5116" y="311"/>
                </a:cubicBezTo>
                <a:cubicBezTo>
                  <a:pt x="5081" y="311"/>
                  <a:pt x="5053" y="282"/>
                  <a:pt x="5053" y="248"/>
                </a:cubicBezTo>
                <a:cubicBezTo>
                  <a:pt x="5053" y="213"/>
                  <a:pt x="5081" y="185"/>
                  <a:pt x="5116" y="185"/>
                </a:cubicBezTo>
                <a:cubicBezTo>
                  <a:pt x="5151" y="185"/>
                  <a:pt x="5179" y="213"/>
                  <a:pt x="5179" y="248"/>
                </a:cubicBezTo>
                <a:close/>
                <a:moveTo>
                  <a:pt x="4705" y="4101"/>
                </a:moveTo>
                <a:cubicBezTo>
                  <a:pt x="4705" y="4125"/>
                  <a:pt x="4685" y="4145"/>
                  <a:pt x="4660" y="4145"/>
                </a:cubicBezTo>
                <a:cubicBezTo>
                  <a:pt x="4636" y="4145"/>
                  <a:pt x="4616" y="4125"/>
                  <a:pt x="4616" y="4101"/>
                </a:cubicBezTo>
                <a:cubicBezTo>
                  <a:pt x="4616" y="4076"/>
                  <a:pt x="4636" y="4056"/>
                  <a:pt x="4660" y="4056"/>
                </a:cubicBezTo>
                <a:cubicBezTo>
                  <a:pt x="4685" y="4056"/>
                  <a:pt x="4705" y="4076"/>
                  <a:pt x="4705" y="4101"/>
                </a:cubicBezTo>
                <a:close/>
                <a:moveTo>
                  <a:pt x="8512" y="702"/>
                </a:moveTo>
                <a:cubicBezTo>
                  <a:pt x="8512" y="737"/>
                  <a:pt x="8483" y="766"/>
                  <a:pt x="8447" y="766"/>
                </a:cubicBezTo>
                <a:cubicBezTo>
                  <a:pt x="8411" y="766"/>
                  <a:pt x="8382" y="737"/>
                  <a:pt x="8382" y="702"/>
                </a:cubicBezTo>
                <a:cubicBezTo>
                  <a:pt x="8382" y="666"/>
                  <a:pt x="8411" y="637"/>
                  <a:pt x="8447" y="637"/>
                </a:cubicBezTo>
                <a:cubicBezTo>
                  <a:pt x="8483" y="637"/>
                  <a:pt x="8512" y="666"/>
                  <a:pt x="8512" y="702"/>
                </a:cubicBezTo>
                <a:close/>
                <a:moveTo>
                  <a:pt x="2545" y="3245"/>
                </a:moveTo>
                <a:cubicBezTo>
                  <a:pt x="2545" y="3274"/>
                  <a:pt x="2522" y="3298"/>
                  <a:pt x="2493" y="3298"/>
                </a:cubicBezTo>
                <a:cubicBezTo>
                  <a:pt x="2464" y="3298"/>
                  <a:pt x="2440" y="3274"/>
                  <a:pt x="2440" y="3245"/>
                </a:cubicBezTo>
                <a:cubicBezTo>
                  <a:pt x="2440" y="3216"/>
                  <a:pt x="2464" y="3193"/>
                  <a:pt x="2493" y="3193"/>
                </a:cubicBezTo>
                <a:cubicBezTo>
                  <a:pt x="2522" y="3193"/>
                  <a:pt x="2545" y="3216"/>
                  <a:pt x="2545" y="3245"/>
                </a:cubicBezTo>
                <a:close/>
                <a:moveTo>
                  <a:pt x="6764" y="3421"/>
                </a:moveTo>
                <a:cubicBezTo>
                  <a:pt x="6764" y="3453"/>
                  <a:pt x="6738" y="3479"/>
                  <a:pt x="6705" y="3479"/>
                </a:cubicBezTo>
                <a:cubicBezTo>
                  <a:pt x="6673" y="3479"/>
                  <a:pt x="6647" y="3453"/>
                  <a:pt x="6647" y="3421"/>
                </a:cubicBezTo>
                <a:cubicBezTo>
                  <a:pt x="6647" y="3388"/>
                  <a:pt x="6673" y="3362"/>
                  <a:pt x="6705" y="3362"/>
                </a:cubicBezTo>
                <a:cubicBezTo>
                  <a:pt x="6738" y="3362"/>
                  <a:pt x="6764" y="3388"/>
                  <a:pt x="6764" y="3421"/>
                </a:cubicBezTo>
                <a:close/>
                <a:moveTo>
                  <a:pt x="605" y="3372"/>
                </a:moveTo>
                <a:cubicBezTo>
                  <a:pt x="605" y="3400"/>
                  <a:pt x="583" y="3422"/>
                  <a:pt x="555" y="3422"/>
                </a:cubicBezTo>
                <a:cubicBezTo>
                  <a:pt x="527" y="3422"/>
                  <a:pt x="505" y="3400"/>
                  <a:pt x="505" y="3372"/>
                </a:cubicBezTo>
                <a:cubicBezTo>
                  <a:pt x="505" y="3344"/>
                  <a:pt x="527" y="3322"/>
                  <a:pt x="555" y="3322"/>
                </a:cubicBezTo>
                <a:cubicBezTo>
                  <a:pt x="583" y="3322"/>
                  <a:pt x="605" y="3344"/>
                  <a:pt x="605" y="3372"/>
                </a:cubicBezTo>
                <a:close/>
                <a:moveTo>
                  <a:pt x="6243" y="720"/>
                </a:moveTo>
                <a:cubicBezTo>
                  <a:pt x="6243" y="752"/>
                  <a:pt x="6217" y="778"/>
                  <a:pt x="6185" y="778"/>
                </a:cubicBezTo>
                <a:cubicBezTo>
                  <a:pt x="6152" y="778"/>
                  <a:pt x="6126" y="752"/>
                  <a:pt x="6126" y="720"/>
                </a:cubicBezTo>
                <a:cubicBezTo>
                  <a:pt x="6126" y="687"/>
                  <a:pt x="6152" y="661"/>
                  <a:pt x="6185" y="661"/>
                </a:cubicBezTo>
                <a:cubicBezTo>
                  <a:pt x="6217" y="661"/>
                  <a:pt x="6243" y="687"/>
                  <a:pt x="6243" y="720"/>
                </a:cubicBezTo>
                <a:close/>
                <a:moveTo>
                  <a:pt x="891" y="346"/>
                </a:moveTo>
                <a:cubicBezTo>
                  <a:pt x="891" y="364"/>
                  <a:pt x="876" y="378"/>
                  <a:pt x="859" y="378"/>
                </a:cubicBezTo>
                <a:cubicBezTo>
                  <a:pt x="841" y="378"/>
                  <a:pt x="827" y="364"/>
                  <a:pt x="827" y="346"/>
                </a:cubicBezTo>
                <a:cubicBezTo>
                  <a:pt x="827" y="328"/>
                  <a:pt x="841" y="314"/>
                  <a:pt x="859" y="314"/>
                </a:cubicBezTo>
                <a:cubicBezTo>
                  <a:pt x="876" y="314"/>
                  <a:pt x="891" y="328"/>
                  <a:pt x="891" y="346"/>
                </a:cubicBezTo>
                <a:close/>
                <a:moveTo>
                  <a:pt x="9798" y="1062"/>
                </a:moveTo>
                <a:cubicBezTo>
                  <a:pt x="9798" y="1093"/>
                  <a:pt x="9772" y="1119"/>
                  <a:pt x="9741" y="1119"/>
                </a:cubicBezTo>
                <a:cubicBezTo>
                  <a:pt x="9709" y="1119"/>
                  <a:pt x="9683" y="1093"/>
                  <a:pt x="9683" y="1062"/>
                </a:cubicBezTo>
                <a:cubicBezTo>
                  <a:pt x="9683" y="1030"/>
                  <a:pt x="9709" y="1004"/>
                  <a:pt x="9741" y="1004"/>
                </a:cubicBezTo>
                <a:cubicBezTo>
                  <a:pt x="9772" y="1004"/>
                  <a:pt x="9798" y="1030"/>
                  <a:pt x="9798" y="1062"/>
                </a:cubicBezTo>
                <a:close/>
                <a:moveTo>
                  <a:pt x="643" y="3811"/>
                </a:moveTo>
                <a:cubicBezTo>
                  <a:pt x="643" y="3832"/>
                  <a:pt x="626" y="3849"/>
                  <a:pt x="605" y="3849"/>
                </a:cubicBezTo>
                <a:cubicBezTo>
                  <a:pt x="583" y="3849"/>
                  <a:pt x="566" y="3832"/>
                  <a:pt x="566" y="3811"/>
                </a:cubicBezTo>
                <a:cubicBezTo>
                  <a:pt x="566" y="3789"/>
                  <a:pt x="583" y="3772"/>
                  <a:pt x="605" y="3772"/>
                </a:cubicBezTo>
                <a:cubicBezTo>
                  <a:pt x="626" y="3772"/>
                  <a:pt x="643" y="3789"/>
                  <a:pt x="643" y="3811"/>
                </a:cubicBezTo>
                <a:close/>
                <a:moveTo>
                  <a:pt x="6039" y="4636"/>
                </a:moveTo>
                <a:cubicBezTo>
                  <a:pt x="6039" y="4667"/>
                  <a:pt x="6014" y="4693"/>
                  <a:pt x="5982" y="4693"/>
                </a:cubicBezTo>
                <a:cubicBezTo>
                  <a:pt x="5951" y="4693"/>
                  <a:pt x="5925" y="4667"/>
                  <a:pt x="5925" y="4636"/>
                </a:cubicBezTo>
                <a:cubicBezTo>
                  <a:pt x="5925" y="4604"/>
                  <a:pt x="5951" y="4579"/>
                  <a:pt x="5982" y="4579"/>
                </a:cubicBezTo>
                <a:cubicBezTo>
                  <a:pt x="6014" y="4579"/>
                  <a:pt x="6039" y="4604"/>
                  <a:pt x="6039" y="4636"/>
                </a:cubicBezTo>
                <a:close/>
                <a:moveTo>
                  <a:pt x="5433" y="4506"/>
                </a:moveTo>
                <a:cubicBezTo>
                  <a:pt x="5433" y="4522"/>
                  <a:pt x="5420" y="4536"/>
                  <a:pt x="5403" y="4536"/>
                </a:cubicBezTo>
                <a:cubicBezTo>
                  <a:pt x="5386" y="4536"/>
                  <a:pt x="5373" y="4522"/>
                  <a:pt x="5373" y="4506"/>
                </a:cubicBezTo>
                <a:cubicBezTo>
                  <a:pt x="5373" y="4489"/>
                  <a:pt x="5386" y="4476"/>
                  <a:pt x="5403" y="4476"/>
                </a:cubicBezTo>
                <a:cubicBezTo>
                  <a:pt x="5420" y="4476"/>
                  <a:pt x="5433" y="4489"/>
                  <a:pt x="5433" y="4506"/>
                </a:cubicBezTo>
                <a:close/>
                <a:moveTo>
                  <a:pt x="637" y="1527"/>
                </a:moveTo>
                <a:cubicBezTo>
                  <a:pt x="637" y="1553"/>
                  <a:pt x="616" y="1575"/>
                  <a:pt x="589" y="1575"/>
                </a:cubicBezTo>
                <a:cubicBezTo>
                  <a:pt x="562" y="1575"/>
                  <a:pt x="541" y="1553"/>
                  <a:pt x="541" y="1527"/>
                </a:cubicBezTo>
                <a:cubicBezTo>
                  <a:pt x="541" y="1500"/>
                  <a:pt x="562" y="1479"/>
                  <a:pt x="589" y="1479"/>
                </a:cubicBezTo>
                <a:cubicBezTo>
                  <a:pt x="616" y="1479"/>
                  <a:pt x="637" y="1500"/>
                  <a:pt x="637" y="1527"/>
                </a:cubicBezTo>
                <a:close/>
                <a:moveTo>
                  <a:pt x="7649" y="220"/>
                </a:moveTo>
                <a:cubicBezTo>
                  <a:pt x="7649" y="241"/>
                  <a:pt x="7632" y="259"/>
                  <a:pt x="7611" y="259"/>
                </a:cubicBezTo>
                <a:cubicBezTo>
                  <a:pt x="7589" y="259"/>
                  <a:pt x="7572" y="241"/>
                  <a:pt x="7572" y="220"/>
                </a:cubicBezTo>
                <a:cubicBezTo>
                  <a:pt x="7572" y="199"/>
                  <a:pt x="7589" y="182"/>
                  <a:pt x="7611" y="182"/>
                </a:cubicBezTo>
                <a:cubicBezTo>
                  <a:pt x="7632" y="182"/>
                  <a:pt x="7649" y="199"/>
                  <a:pt x="7649" y="220"/>
                </a:cubicBezTo>
                <a:close/>
                <a:moveTo>
                  <a:pt x="5277" y="2070"/>
                </a:moveTo>
                <a:cubicBezTo>
                  <a:pt x="5277" y="2089"/>
                  <a:pt x="5262" y="2104"/>
                  <a:pt x="5244" y="2104"/>
                </a:cubicBezTo>
                <a:cubicBezTo>
                  <a:pt x="5225" y="2104"/>
                  <a:pt x="5210" y="2089"/>
                  <a:pt x="5210" y="2070"/>
                </a:cubicBezTo>
                <a:cubicBezTo>
                  <a:pt x="5210" y="2052"/>
                  <a:pt x="5225" y="2037"/>
                  <a:pt x="5244" y="2037"/>
                </a:cubicBezTo>
                <a:cubicBezTo>
                  <a:pt x="5262" y="2037"/>
                  <a:pt x="5277" y="2052"/>
                  <a:pt x="5277" y="2070"/>
                </a:cubicBezTo>
                <a:close/>
                <a:moveTo>
                  <a:pt x="2886" y="219"/>
                </a:moveTo>
                <a:cubicBezTo>
                  <a:pt x="2886" y="236"/>
                  <a:pt x="2872" y="249"/>
                  <a:pt x="2855" y="249"/>
                </a:cubicBezTo>
                <a:cubicBezTo>
                  <a:pt x="2838" y="249"/>
                  <a:pt x="2825" y="236"/>
                  <a:pt x="2825" y="219"/>
                </a:cubicBezTo>
                <a:cubicBezTo>
                  <a:pt x="2825" y="202"/>
                  <a:pt x="2838" y="188"/>
                  <a:pt x="2855" y="188"/>
                </a:cubicBezTo>
                <a:cubicBezTo>
                  <a:pt x="2872" y="188"/>
                  <a:pt x="2886" y="202"/>
                  <a:pt x="2886" y="219"/>
                </a:cubicBezTo>
                <a:close/>
                <a:moveTo>
                  <a:pt x="8424" y="2015"/>
                </a:moveTo>
                <a:cubicBezTo>
                  <a:pt x="8424" y="2047"/>
                  <a:pt x="8398" y="2073"/>
                  <a:pt x="8365" y="2073"/>
                </a:cubicBezTo>
                <a:cubicBezTo>
                  <a:pt x="8333" y="2073"/>
                  <a:pt x="8307" y="2047"/>
                  <a:pt x="8307" y="2015"/>
                </a:cubicBezTo>
                <a:cubicBezTo>
                  <a:pt x="8307" y="1982"/>
                  <a:pt x="8333" y="1956"/>
                  <a:pt x="8365" y="1956"/>
                </a:cubicBezTo>
                <a:cubicBezTo>
                  <a:pt x="8398" y="1956"/>
                  <a:pt x="8424" y="1982"/>
                  <a:pt x="8424" y="2015"/>
                </a:cubicBezTo>
                <a:close/>
                <a:moveTo>
                  <a:pt x="2551" y="4642"/>
                </a:moveTo>
                <a:cubicBezTo>
                  <a:pt x="2551" y="4679"/>
                  <a:pt x="2522" y="4708"/>
                  <a:pt x="2486" y="4708"/>
                </a:cubicBezTo>
                <a:cubicBezTo>
                  <a:pt x="2450" y="4708"/>
                  <a:pt x="2421" y="4679"/>
                  <a:pt x="2421" y="4642"/>
                </a:cubicBezTo>
                <a:cubicBezTo>
                  <a:pt x="2421" y="4606"/>
                  <a:pt x="2450" y="4577"/>
                  <a:pt x="2486" y="4577"/>
                </a:cubicBezTo>
                <a:cubicBezTo>
                  <a:pt x="2522" y="4577"/>
                  <a:pt x="2551" y="4606"/>
                  <a:pt x="2551" y="4642"/>
                </a:cubicBezTo>
                <a:close/>
                <a:moveTo>
                  <a:pt x="291" y="3794"/>
                </a:moveTo>
                <a:cubicBezTo>
                  <a:pt x="291" y="3830"/>
                  <a:pt x="262" y="3860"/>
                  <a:pt x="225" y="3860"/>
                </a:cubicBezTo>
                <a:cubicBezTo>
                  <a:pt x="188" y="3860"/>
                  <a:pt x="159" y="3830"/>
                  <a:pt x="159" y="3794"/>
                </a:cubicBezTo>
                <a:cubicBezTo>
                  <a:pt x="159" y="3757"/>
                  <a:pt x="188" y="3727"/>
                  <a:pt x="225" y="3727"/>
                </a:cubicBezTo>
                <a:cubicBezTo>
                  <a:pt x="262" y="3727"/>
                  <a:pt x="291" y="3757"/>
                  <a:pt x="291" y="3794"/>
                </a:cubicBezTo>
                <a:close/>
                <a:moveTo>
                  <a:pt x="7725" y="810"/>
                </a:moveTo>
                <a:cubicBezTo>
                  <a:pt x="7725" y="842"/>
                  <a:pt x="7699" y="869"/>
                  <a:pt x="7666" y="869"/>
                </a:cubicBezTo>
                <a:cubicBezTo>
                  <a:pt x="7633" y="869"/>
                  <a:pt x="7607" y="842"/>
                  <a:pt x="7607" y="810"/>
                </a:cubicBezTo>
                <a:cubicBezTo>
                  <a:pt x="7607" y="777"/>
                  <a:pt x="7633" y="750"/>
                  <a:pt x="7666" y="750"/>
                </a:cubicBezTo>
                <a:cubicBezTo>
                  <a:pt x="7699" y="750"/>
                  <a:pt x="7725" y="777"/>
                  <a:pt x="7725" y="810"/>
                </a:cubicBezTo>
                <a:close/>
                <a:moveTo>
                  <a:pt x="7579" y="1050"/>
                </a:moveTo>
                <a:cubicBezTo>
                  <a:pt x="7579" y="1081"/>
                  <a:pt x="7554" y="1106"/>
                  <a:pt x="7523" y="1106"/>
                </a:cubicBezTo>
                <a:cubicBezTo>
                  <a:pt x="7492" y="1106"/>
                  <a:pt x="7467" y="1081"/>
                  <a:pt x="7467" y="1050"/>
                </a:cubicBezTo>
                <a:cubicBezTo>
                  <a:pt x="7467" y="1019"/>
                  <a:pt x="7492" y="994"/>
                  <a:pt x="7523" y="994"/>
                </a:cubicBezTo>
                <a:cubicBezTo>
                  <a:pt x="7554" y="994"/>
                  <a:pt x="7579" y="1019"/>
                  <a:pt x="7579" y="1050"/>
                </a:cubicBezTo>
                <a:close/>
                <a:moveTo>
                  <a:pt x="6286" y="1294"/>
                </a:moveTo>
                <a:cubicBezTo>
                  <a:pt x="6286" y="1329"/>
                  <a:pt x="6257" y="1357"/>
                  <a:pt x="6223" y="1357"/>
                </a:cubicBezTo>
                <a:cubicBezTo>
                  <a:pt x="6188" y="1357"/>
                  <a:pt x="6160" y="1329"/>
                  <a:pt x="6160" y="1294"/>
                </a:cubicBezTo>
                <a:cubicBezTo>
                  <a:pt x="6160" y="1259"/>
                  <a:pt x="6188" y="1231"/>
                  <a:pt x="6223" y="1231"/>
                </a:cubicBezTo>
                <a:cubicBezTo>
                  <a:pt x="6257" y="1231"/>
                  <a:pt x="6286" y="1259"/>
                  <a:pt x="6286" y="1294"/>
                </a:cubicBezTo>
                <a:close/>
                <a:moveTo>
                  <a:pt x="8583" y="519"/>
                </a:moveTo>
                <a:cubicBezTo>
                  <a:pt x="8583" y="546"/>
                  <a:pt x="8562" y="568"/>
                  <a:pt x="8535" y="568"/>
                </a:cubicBezTo>
                <a:cubicBezTo>
                  <a:pt x="8508" y="568"/>
                  <a:pt x="8486" y="546"/>
                  <a:pt x="8486" y="519"/>
                </a:cubicBezTo>
                <a:cubicBezTo>
                  <a:pt x="8486" y="492"/>
                  <a:pt x="8508" y="471"/>
                  <a:pt x="8535" y="471"/>
                </a:cubicBezTo>
                <a:cubicBezTo>
                  <a:pt x="8562" y="471"/>
                  <a:pt x="8583" y="492"/>
                  <a:pt x="8583" y="519"/>
                </a:cubicBezTo>
                <a:close/>
                <a:moveTo>
                  <a:pt x="5927" y="107"/>
                </a:moveTo>
                <a:cubicBezTo>
                  <a:pt x="5927" y="135"/>
                  <a:pt x="5904" y="158"/>
                  <a:pt x="5876" y="158"/>
                </a:cubicBezTo>
                <a:cubicBezTo>
                  <a:pt x="5848" y="158"/>
                  <a:pt x="5825" y="135"/>
                  <a:pt x="5825" y="107"/>
                </a:cubicBezTo>
                <a:cubicBezTo>
                  <a:pt x="5825" y="79"/>
                  <a:pt x="5848" y="56"/>
                  <a:pt x="5876" y="56"/>
                </a:cubicBezTo>
                <a:cubicBezTo>
                  <a:pt x="5904" y="56"/>
                  <a:pt x="5927" y="79"/>
                  <a:pt x="5927" y="107"/>
                </a:cubicBezTo>
                <a:close/>
                <a:moveTo>
                  <a:pt x="9385" y="2119"/>
                </a:moveTo>
                <a:cubicBezTo>
                  <a:pt x="9385" y="2147"/>
                  <a:pt x="9362" y="2169"/>
                  <a:pt x="9335" y="2169"/>
                </a:cubicBezTo>
                <a:cubicBezTo>
                  <a:pt x="9307" y="2169"/>
                  <a:pt x="9285" y="2147"/>
                  <a:pt x="9285" y="2119"/>
                </a:cubicBezTo>
                <a:cubicBezTo>
                  <a:pt x="9285" y="2092"/>
                  <a:pt x="9307" y="2070"/>
                  <a:pt x="9335" y="2070"/>
                </a:cubicBezTo>
                <a:cubicBezTo>
                  <a:pt x="9362" y="2070"/>
                  <a:pt x="9385" y="2092"/>
                  <a:pt x="9385" y="2119"/>
                </a:cubicBezTo>
                <a:close/>
                <a:moveTo>
                  <a:pt x="9399" y="5475"/>
                </a:moveTo>
                <a:cubicBezTo>
                  <a:pt x="9399" y="5512"/>
                  <a:pt x="9368" y="5543"/>
                  <a:pt x="9331" y="5543"/>
                </a:cubicBezTo>
                <a:cubicBezTo>
                  <a:pt x="9293" y="5543"/>
                  <a:pt x="9263" y="5512"/>
                  <a:pt x="9263" y="5475"/>
                </a:cubicBezTo>
                <a:cubicBezTo>
                  <a:pt x="9263" y="5437"/>
                  <a:pt x="9293" y="5407"/>
                  <a:pt x="9331" y="5407"/>
                </a:cubicBezTo>
                <a:cubicBezTo>
                  <a:pt x="9368" y="5407"/>
                  <a:pt x="9399" y="5437"/>
                  <a:pt x="9399" y="5475"/>
                </a:cubicBezTo>
                <a:close/>
                <a:moveTo>
                  <a:pt x="992" y="6256"/>
                </a:moveTo>
                <a:cubicBezTo>
                  <a:pt x="992" y="6280"/>
                  <a:pt x="973" y="6299"/>
                  <a:pt x="949" y="6299"/>
                </a:cubicBezTo>
                <a:cubicBezTo>
                  <a:pt x="925" y="6299"/>
                  <a:pt x="906" y="6280"/>
                  <a:pt x="906" y="6256"/>
                </a:cubicBezTo>
                <a:cubicBezTo>
                  <a:pt x="906" y="6232"/>
                  <a:pt x="925" y="6213"/>
                  <a:pt x="949" y="6213"/>
                </a:cubicBezTo>
                <a:cubicBezTo>
                  <a:pt x="973" y="6213"/>
                  <a:pt x="992" y="6232"/>
                  <a:pt x="992" y="6256"/>
                </a:cubicBezTo>
                <a:close/>
                <a:moveTo>
                  <a:pt x="3675" y="1203"/>
                </a:moveTo>
                <a:cubicBezTo>
                  <a:pt x="3675" y="1238"/>
                  <a:pt x="3647" y="1265"/>
                  <a:pt x="3613" y="1265"/>
                </a:cubicBezTo>
                <a:cubicBezTo>
                  <a:pt x="3578" y="1265"/>
                  <a:pt x="3550" y="1238"/>
                  <a:pt x="3550" y="1203"/>
                </a:cubicBezTo>
                <a:cubicBezTo>
                  <a:pt x="3550" y="1169"/>
                  <a:pt x="3578" y="1141"/>
                  <a:pt x="3613" y="1141"/>
                </a:cubicBezTo>
                <a:cubicBezTo>
                  <a:pt x="3647" y="1141"/>
                  <a:pt x="3675" y="1169"/>
                  <a:pt x="3675" y="1203"/>
                </a:cubicBezTo>
                <a:close/>
                <a:moveTo>
                  <a:pt x="5929" y="2899"/>
                </a:moveTo>
                <a:cubicBezTo>
                  <a:pt x="5929" y="2927"/>
                  <a:pt x="5907" y="2949"/>
                  <a:pt x="5880" y="2949"/>
                </a:cubicBezTo>
                <a:cubicBezTo>
                  <a:pt x="5852" y="2949"/>
                  <a:pt x="5830" y="2927"/>
                  <a:pt x="5830" y="2899"/>
                </a:cubicBezTo>
                <a:cubicBezTo>
                  <a:pt x="5830" y="2872"/>
                  <a:pt x="5852" y="2849"/>
                  <a:pt x="5880" y="2849"/>
                </a:cubicBezTo>
                <a:cubicBezTo>
                  <a:pt x="5907" y="2849"/>
                  <a:pt x="5929" y="2872"/>
                  <a:pt x="5929" y="2899"/>
                </a:cubicBezTo>
                <a:close/>
                <a:moveTo>
                  <a:pt x="5166" y="3670"/>
                </a:moveTo>
                <a:cubicBezTo>
                  <a:pt x="5166" y="3689"/>
                  <a:pt x="5149" y="3706"/>
                  <a:pt x="5129" y="3706"/>
                </a:cubicBezTo>
                <a:cubicBezTo>
                  <a:pt x="5110" y="3706"/>
                  <a:pt x="5093" y="3689"/>
                  <a:pt x="5093" y="3670"/>
                </a:cubicBezTo>
                <a:cubicBezTo>
                  <a:pt x="5093" y="3650"/>
                  <a:pt x="5110" y="3633"/>
                  <a:pt x="5129" y="3633"/>
                </a:cubicBezTo>
                <a:cubicBezTo>
                  <a:pt x="5149" y="3633"/>
                  <a:pt x="5166" y="3650"/>
                  <a:pt x="5166" y="3670"/>
                </a:cubicBezTo>
                <a:close/>
                <a:moveTo>
                  <a:pt x="7203" y="1684"/>
                </a:moveTo>
                <a:cubicBezTo>
                  <a:pt x="7203" y="1701"/>
                  <a:pt x="7189" y="1715"/>
                  <a:pt x="7172" y="1715"/>
                </a:cubicBezTo>
                <a:cubicBezTo>
                  <a:pt x="7155" y="1715"/>
                  <a:pt x="7141" y="1701"/>
                  <a:pt x="7141" y="1684"/>
                </a:cubicBezTo>
                <a:cubicBezTo>
                  <a:pt x="7141" y="1667"/>
                  <a:pt x="7155" y="1653"/>
                  <a:pt x="7172" y="1653"/>
                </a:cubicBezTo>
                <a:cubicBezTo>
                  <a:pt x="7189" y="1653"/>
                  <a:pt x="7203" y="1667"/>
                  <a:pt x="7203" y="1684"/>
                </a:cubicBezTo>
                <a:close/>
                <a:moveTo>
                  <a:pt x="9591" y="665"/>
                </a:moveTo>
                <a:cubicBezTo>
                  <a:pt x="9591" y="699"/>
                  <a:pt x="9563" y="727"/>
                  <a:pt x="9529" y="727"/>
                </a:cubicBezTo>
                <a:cubicBezTo>
                  <a:pt x="9495" y="727"/>
                  <a:pt x="9467" y="699"/>
                  <a:pt x="9467" y="665"/>
                </a:cubicBezTo>
                <a:cubicBezTo>
                  <a:pt x="9467" y="631"/>
                  <a:pt x="9495" y="603"/>
                  <a:pt x="9529" y="603"/>
                </a:cubicBezTo>
                <a:cubicBezTo>
                  <a:pt x="9563" y="603"/>
                  <a:pt x="9591" y="631"/>
                  <a:pt x="9591" y="665"/>
                </a:cubicBezTo>
                <a:close/>
                <a:moveTo>
                  <a:pt x="7699" y="2713"/>
                </a:moveTo>
                <a:cubicBezTo>
                  <a:pt x="7699" y="2743"/>
                  <a:pt x="7675" y="2768"/>
                  <a:pt x="7645" y="2768"/>
                </a:cubicBezTo>
                <a:cubicBezTo>
                  <a:pt x="7614" y="2768"/>
                  <a:pt x="7590" y="2743"/>
                  <a:pt x="7590" y="2713"/>
                </a:cubicBezTo>
                <a:cubicBezTo>
                  <a:pt x="7590" y="2683"/>
                  <a:pt x="7614" y="2659"/>
                  <a:pt x="7645" y="2659"/>
                </a:cubicBezTo>
                <a:cubicBezTo>
                  <a:pt x="7675" y="2659"/>
                  <a:pt x="7699" y="2683"/>
                  <a:pt x="7699" y="2713"/>
                </a:cubicBezTo>
                <a:close/>
                <a:moveTo>
                  <a:pt x="2507" y="1396"/>
                </a:moveTo>
                <a:cubicBezTo>
                  <a:pt x="2507" y="1432"/>
                  <a:pt x="2477" y="1461"/>
                  <a:pt x="2441" y="1461"/>
                </a:cubicBezTo>
                <a:cubicBezTo>
                  <a:pt x="2405" y="1461"/>
                  <a:pt x="2376" y="1432"/>
                  <a:pt x="2376" y="1396"/>
                </a:cubicBezTo>
                <a:cubicBezTo>
                  <a:pt x="2376" y="1360"/>
                  <a:pt x="2405" y="1330"/>
                  <a:pt x="2441" y="1330"/>
                </a:cubicBezTo>
                <a:cubicBezTo>
                  <a:pt x="2477" y="1330"/>
                  <a:pt x="2507" y="1360"/>
                  <a:pt x="2507" y="1396"/>
                </a:cubicBezTo>
                <a:close/>
                <a:moveTo>
                  <a:pt x="7518" y="4820"/>
                </a:moveTo>
                <a:cubicBezTo>
                  <a:pt x="7518" y="4846"/>
                  <a:pt x="7496" y="4868"/>
                  <a:pt x="7470" y="4868"/>
                </a:cubicBezTo>
                <a:cubicBezTo>
                  <a:pt x="7443" y="4868"/>
                  <a:pt x="7421" y="4846"/>
                  <a:pt x="7421" y="4820"/>
                </a:cubicBezTo>
                <a:cubicBezTo>
                  <a:pt x="7421" y="4793"/>
                  <a:pt x="7443" y="4771"/>
                  <a:pt x="7470" y="4771"/>
                </a:cubicBezTo>
                <a:cubicBezTo>
                  <a:pt x="7496" y="4771"/>
                  <a:pt x="7518" y="4793"/>
                  <a:pt x="7518" y="4820"/>
                </a:cubicBezTo>
                <a:close/>
                <a:moveTo>
                  <a:pt x="467" y="4852"/>
                </a:moveTo>
                <a:cubicBezTo>
                  <a:pt x="467" y="4890"/>
                  <a:pt x="436" y="4921"/>
                  <a:pt x="398" y="4921"/>
                </a:cubicBezTo>
                <a:cubicBezTo>
                  <a:pt x="360" y="4921"/>
                  <a:pt x="330" y="4890"/>
                  <a:pt x="330" y="4852"/>
                </a:cubicBezTo>
                <a:cubicBezTo>
                  <a:pt x="330" y="4815"/>
                  <a:pt x="360" y="4784"/>
                  <a:pt x="398" y="4784"/>
                </a:cubicBezTo>
                <a:cubicBezTo>
                  <a:pt x="436" y="4784"/>
                  <a:pt x="467" y="4815"/>
                  <a:pt x="467" y="4852"/>
                </a:cubicBezTo>
                <a:close/>
                <a:moveTo>
                  <a:pt x="3232" y="3935"/>
                </a:moveTo>
                <a:cubicBezTo>
                  <a:pt x="3232" y="3955"/>
                  <a:pt x="3215" y="3971"/>
                  <a:pt x="3196" y="3971"/>
                </a:cubicBezTo>
                <a:cubicBezTo>
                  <a:pt x="3176" y="3971"/>
                  <a:pt x="3160" y="3955"/>
                  <a:pt x="3160" y="3935"/>
                </a:cubicBezTo>
                <a:cubicBezTo>
                  <a:pt x="3160" y="3916"/>
                  <a:pt x="3176" y="3899"/>
                  <a:pt x="3196" y="3899"/>
                </a:cubicBezTo>
                <a:cubicBezTo>
                  <a:pt x="3215" y="3899"/>
                  <a:pt x="3232" y="3916"/>
                  <a:pt x="3232" y="3935"/>
                </a:cubicBezTo>
                <a:close/>
                <a:moveTo>
                  <a:pt x="9603" y="4459"/>
                </a:moveTo>
                <a:cubicBezTo>
                  <a:pt x="9603" y="4476"/>
                  <a:pt x="9588" y="4491"/>
                  <a:pt x="9571" y="4491"/>
                </a:cubicBezTo>
                <a:cubicBezTo>
                  <a:pt x="9553" y="4491"/>
                  <a:pt x="9538" y="4476"/>
                  <a:pt x="9538" y="4459"/>
                </a:cubicBezTo>
                <a:cubicBezTo>
                  <a:pt x="9538" y="4441"/>
                  <a:pt x="9553" y="4426"/>
                  <a:pt x="9571" y="4426"/>
                </a:cubicBezTo>
                <a:cubicBezTo>
                  <a:pt x="9588" y="4426"/>
                  <a:pt x="9603" y="4441"/>
                  <a:pt x="9603" y="4459"/>
                </a:cubicBezTo>
                <a:close/>
                <a:moveTo>
                  <a:pt x="7034" y="4248"/>
                </a:moveTo>
                <a:cubicBezTo>
                  <a:pt x="7034" y="4274"/>
                  <a:pt x="7013" y="4296"/>
                  <a:pt x="6987" y="4296"/>
                </a:cubicBezTo>
                <a:cubicBezTo>
                  <a:pt x="6961" y="4296"/>
                  <a:pt x="6940" y="4274"/>
                  <a:pt x="6940" y="4248"/>
                </a:cubicBezTo>
                <a:cubicBezTo>
                  <a:pt x="6940" y="4222"/>
                  <a:pt x="6961" y="4201"/>
                  <a:pt x="6987" y="4201"/>
                </a:cubicBezTo>
                <a:cubicBezTo>
                  <a:pt x="7013" y="4201"/>
                  <a:pt x="7034" y="4222"/>
                  <a:pt x="7034" y="4248"/>
                </a:cubicBezTo>
                <a:close/>
                <a:moveTo>
                  <a:pt x="5899" y="5834"/>
                </a:moveTo>
                <a:cubicBezTo>
                  <a:pt x="5899" y="5866"/>
                  <a:pt x="5874" y="5892"/>
                  <a:pt x="5842" y="5892"/>
                </a:cubicBezTo>
                <a:cubicBezTo>
                  <a:pt x="5810" y="5892"/>
                  <a:pt x="5785" y="5866"/>
                  <a:pt x="5785" y="5834"/>
                </a:cubicBezTo>
                <a:cubicBezTo>
                  <a:pt x="5785" y="5803"/>
                  <a:pt x="5810" y="5777"/>
                  <a:pt x="5842" y="5777"/>
                </a:cubicBezTo>
                <a:cubicBezTo>
                  <a:pt x="5874" y="5777"/>
                  <a:pt x="5899" y="5803"/>
                  <a:pt x="5899" y="5834"/>
                </a:cubicBezTo>
                <a:close/>
                <a:moveTo>
                  <a:pt x="4791" y="6060"/>
                </a:moveTo>
                <a:cubicBezTo>
                  <a:pt x="4791" y="6091"/>
                  <a:pt x="4766" y="6116"/>
                  <a:pt x="4735" y="6116"/>
                </a:cubicBezTo>
                <a:cubicBezTo>
                  <a:pt x="4704" y="6116"/>
                  <a:pt x="4680" y="6091"/>
                  <a:pt x="4680" y="6060"/>
                </a:cubicBezTo>
                <a:cubicBezTo>
                  <a:pt x="4680" y="6030"/>
                  <a:pt x="4704" y="6005"/>
                  <a:pt x="4735" y="6005"/>
                </a:cubicBezTo>
                <a:cubicBezTo>
                  <a:pt x="4766" y="6005"/>
                  <a:pt x="4791" y="6030"/>
                  <a:pt x="4791" y="6060"/>
                </a:cubicBezTo>
                <a:close/>
                <a:moveTo>
                  <a:pt x="7794" y="3503"/>
                </a:moveTo>
                <a:cubicBezTo>
                  <a:pt x="7794" y="3536"/>
                  <a:pt x="7767" y="3563"/>
                  <a:pt x="7733" y="3563"/>
                </a:cubicBezTo>
                <a:cubicBezTo>
                  <a:pt x="7700" y="3563"/>
                  <a:pt x="7673" y="3536"/>
                  <a:pt x="7673" y="3503"/>
                </a:cubicBezTo>
                <a:cubicBezTo>
                  <a:pt x="7673" y="3470"/>
                  <a:pt x="7700" y="3443"/>
                  <a:pt x="7733" y="3443"/>
                </a:cubicBezTo>
                <a:cubicBezTo>
                  <a:pt x="7767" y="3443"/>
                  <a:pt x="7794" y="3470"/>
                  <a:pt x="7794" y="3503"/>
                </a:cubicBezTo>
                <a:close/>
                <a:moveTo>
                  <a:pt x="7759" y="3153"/>
                </a:moveTo>
                <a:cubicBezTo>
                  <a:pt x="7759" y="3180"/>
                  <a:pt x="7737" y="3202"/>
                  <a:pt x="7710" y="3202"/>
                </a:cubicBezTo>
                <a:cubicBezTo>
                  <a:pt x="7683" y="3202"/>
                  <a:pt x="7662" y="3180"/>
                  <a:pt x="7662" y="3153"/>
                </a:cubicBezTo>
                <a:cubicBezTo>
                  <a:pt x="7662" y="3126"/>
                  <a:pt x="7683" y="3105"/>
                  <a:pt x="7710" y="3105"/>
                </a:cubicBezTo>
                <a:cubicBezTo>
                  <a:pt x="7737" y="3105"/>
                  <a:pt x="7759" y="3126"/>
                  <a:pt x="7759" y="3153"/>
                </a:cubicBezTo>
                <a:close/>
                <a:moveTo>
                  <a:pt x="2071" y="4103"/>
                </a:moveTo>
                <a:cubicBezTo>
                  <a:pt x="2071" y="4136"/>
                  <a:pt x="2045" y="4163"/>
                  <a:pt x="2012" y="4163"/>
                </a:cubicBezTo>
                <a:cubicBezTo>
                  <a:pt x="1980" y="4163"/>
                  <a:pt x="1953" y="4136"/>
                  <a:pt x="1953" y="4103"/>
                </a:cubicBezTo>
                <a:cubicBezTo>
                  <a:pt x="1953" y="4071"/>
                  <a:pt x="1980" y="4044"/>
                  <a:pt x="2012" y="4044"/>
                </a:cubicBezTo>
                <a:cubicBezTo>
                  <a:pt x="2045" y="4044"/>
                  <a:pt x="2071" y="4071"/>
                  <a:pt x="2071" y="4103"/>
                </a:cubicBezTo>
                <a:close/>
                <a:moveTo>
                  <a:pt x="4175" y="468"/>
                </a:moveTo>
                <a:cubicBezTo>
                  <a:pt x="4175" y="501"/>
                  <a:pt x="4149" y="527"/>
                  <a:pt x="4117" y="527"/>
                </a:cubicBezTo>
                <a:cubicBezTo>
                  <a:pt x="4085" y="527"/>
                  <a:pt x="4059" y="501"/>
                  <a:pt x="4059" y="468"/>
                </a:cubicBezTo>
                <a:cubicBezTo>
                  <a:pt x="4059" y="436"/>
                  <a:pt x="4085" y="410"/>
                  <a:pt x="4117" y="410"/>
                </a:cubicBezTo>
                <a:cubicBezTo>
                  <a:pt x="4149" y="410"/>
                  <a:pt x="4175" y="436"/>
                  <a:pt x="4175" y="468"/>
                </a:cubicBezTo>
                <a:close/>
                <a:moveTo>
                  <a:pt x="6498" y="4072"/>
                </a:moveTo>
                <a:cubicBezTo>
                  <a:pt x="6498" y="4091"/>
                  <a:pt x="6482" y="4108"/>
                  <a:pt x="6462" y="4108"/>
                </a:cubicBezTo>
                <a:cubicBezTo>
                  <a:pt x="6442" y="4108"/>
                  <a:pt x="6426" y="4091"/>
                  <a:pt x="6426" y="4072"/>
                </a:cubicBezTo>
                <a:cubicBezTo>
                  <a:pt x="6426" y="4052"/>
                  <a:pt x="6442" y="4035"/>
                  <a:pt x="6462" y="4035"/>
                </a:cubicBezTo>
                <a:cubicBezTo>
                  <a:pt x="6482" y="4035"/>
                  <a:pt x="6498" y="4052"/>
                  <a:pt x="6498" y="4072"/>
                </a:cubicBezTo>
                <a:close/>
                <a:moveTo>
                  <a:pt x="8882" y="4573"/>
                </a:moveTo>
                <a:cubicBezTo>
                  <a:pt x="8882" y="4607"/>
                  <a:pt x="8855" y="4635"/>
                  <a:pt x="8820" y="4635"/>
                </a:cubicBezTo>
                <a:cubicBezTo>
                  <a:pt x="8786" y="4635"/>
                  <a:pt x="8758" y="4607"/>
                  <a:pt x="8758" y="4573"/>
                </a:cubicBezTo>
                <a:cubicBezTo>
                  <a:pt x="8758" y="4538"/>
                  <a:pt x="8786" y="4511"/>
                  <a:pt x="8820" y="4511"/>
                </a:cubicBezTo>
                <a:cubicBezTo>
                  <a:pt x="8855" y="4511"/>
                  <a:pt x="8882" y="4538"/>
                  <a:pt x="8882" y="4573"/>
                </a:cubicBezTo>
                <a:close/>
                <a:moveTo>
                  <a:pt x="1565" y="1740"/>
                </a:moveTo>
                <a:cubicBezTo>
                  <a:pt x="1565" y="1768"/>
                  <a:pt x="1542" y="1791"/>
                  <a:pt x="1513" y="1791"/>
                </a:cubicBezTo>
                <a:cubicBezTo>
                  <a:pt x="1485" y="1791"/>
                  <a:pt x="1462" y="1768"/>
                  <a:pt x="1462" y="1740"/>
                </a:cubicBezTo>
                <a:cubicBezTo>
                  <a:pt x="1462" y="1712"/>
                  <a:pt x="1485" y="1689"/>
                  <a:pt x="1513" y="1689"/>
                </a:cubicBezTo>
                <a:cubicBezTo>
                  <a:pt x="1542" y="1689"/>
                  <a:pt x="1565" y="1712"/>
                  <a:pt x="1565" y="1740"/>
                </a:cubicBezTo>
                <a:close/>
                <a:moveTo>
                  <a:pt x="143" y="6092"/>
                </a:moveTo>
                <a:cubicBezTo>
                  <a:pt x="143" y="6112"/>
                  <a:pt x="126" y="6129"/>
                  <a:pt x="106" y="6129"/>
                </a:cubicBezTo>
                <a:cubicBezTo>
                  <a:pt x="85" y="6129"/>
                  <a:pt x="69" y="6112"/>
                  <a:pt x="69" y="6092"/>
                </a:cubicBezTo>
                <a:cubicBezTo>
                  <a:pt x="69" y="6071"/>
                  <a:pt x="85" y="6055"/>
                  <a:pt x="106" y="6055"/>
                </a:cubicBezTo>
                <a:cubicBezTo>
                  <a:pt x="126" y="6055"/>
                  <a:pt x="143" y="6071"/>
                  <a:pt x="143" y="6092"/>
                </a:cubicBezTo>
                <a:close/>
                <a:moveTo>
                  <a:pt x="1587" y="4987"/>
                </a:moveTo>
                <a:cubicBezTo>
                  <a:pt x="1587" y="5009"/>
                  <a:pt x="1570" y="5026"/>
                  <a:pt x="1548" y="5026"/>
                </a:cubicBezTo>
                <a:cubicBezTo>
                  <a:pt x="1526" y="5026"/>
                  <a:pt x="1508" y="5009"/>
                  <a:pt x="1508" y="4987"/>
                </a:cubicBezTo>
                <a:cubicBezTo>
                  <a:pt x="1508" y="4965"/>
                  <a:pt x="1526" y="4947"/>
                  <a:pt x="1548" y="4947"/>
                </a:cubicBezTo>
                <a:cubicBezTo>
                  <a:pt x="1570" y="4947"/>
                  <a:pt x="1587" y="4965"/>
                  <a:pt x="1587" y="4987"/>
                </a:cubicBezTo>
                <a:close/>
                <a:moveTo>
                  <a:pt x="5779" y="4095"/>
                </a:moveTo>
                <a:cubicBezTo>
                  <a:pt x="5779" y="4116"/>
                  <a:pt x="5762" y="4134"/>
                  <a:pt x="5741" y="4134"/>
                </a:cubicBezTo>
                <a:cubicBezTo>
                  <a:pt x="5720" y="4134"/>
                  <a:pt x="5703" y="4116"/>
                  <a:pt x="5703" y="4095"/>
                </a:cubicBezTo>
                <a:cubicBezTo>
                  <a:pt x="5703" y="4074"/>
                  <a:pt x="5720" y="4057"/>
                  <a:pt x="5741" y="4057"/>
                </a:cubicBezTo>
                <a:cubicBezTo>
                  <a:pt x="5762" y="4057"/>
                  <a:pt x="5779" y="4074"/>
                  <a:pt x="5779" y="4095"/>
                </a:cubicBezTo>
                <a:close/>
                <a:moveTo>
                  <a:pt x="609" y="4417"/>
                </a:moveTo>
                <a:cubicBezTo>
                  <a:pt x="609" y="4453"/>
                  <a:pt x="580" y="4482"/>
                  <a:pt x="544" y="4482"/>
                </a:cubicBezTo>
                <a:cubicBezTo>
                  <a:pt x="508" y="4482"/>
                  <a:pt x="479" y="4453"/>
                  <a:pt x="479" y="4417"/>
                </a:cubicBezTo>
                <a:cubicBezTo>
                  <a:pt x="479" y="4381"/>
                  <a:pt x="508" y="4352"/>
                  <a:pt x="544" y="4352"/>
                </a:cubicBezTo>
                <a:cubicBezTo>
                  <a:pt x="580" y="4352"/>
                  <a:pt x="609" y="4381"/>
                  <a:pt x="609" y="4417"/>
                </a:cubicBezTo>
                <a:close/>
                <a:moveTo>
                  <a:pt x="8095" y="698"/>
                </a:moveTo>
                <a:cubicBezTo>
                  <a:pt x="8095" y="722"/>
                  <a:pt x="8076" y="741"/>
                  <a:pt x="8052" y="741"/>
                </a:cubicBezTo>
                <a:cubicBezTo>
                  <a:pt x="8028" y="741"/>
                  <a:pt x="8009" y="722"/>
                  <a:pt x="8009" y="698"/>
                </a:cubicBezTo>
                <a:cubicBezTo>
                  <a:pt x="8009" y="674"/>
                  <a:pt x="8028" y="654"/>
                  <a:pt x="8052" y="654"/>
                </a:cubicBezTo>
                <a:cubicBezTo>
                  <a:pt x="8076" y="654"/>
                  <a:pt x="8095" y="674"/>
                  <a:pt x="8095" y="698"/>
                </a:cubicBezTo>
                <a:close/>
                <a:moveTo>
                  <a:pt x="4596" y="261"/>
                </a:moveTo>
                <a:cubicBezTo>
                  <a:pt x="4596" y="297"/>
                  <a:pt x="4567" y="326"/>
                  <a:pt x="4531" y="326"/>
                </a:cubicBezTo>
                <a:cubicBezTo>
                  <a:pt x="4495" y="326"/>
                  <a:pt x="4466" y="297"/>
                  <a:pt x="4466" y="261"/>
                </a:cubicBezTo>
                <a:cubicBezTo>
                  <a:pt x="4466" y="225"/>
                  <a:pt x="4495" y="196"/>
                  <a:pt x="4531" y="196"/>
                </a:cubicBezTo>
                <a:cubicBezTo>
                  <a:pt x="4567" y="196"/>
                  <a:pt x="4596" y="225"/>
                  <a:pt x="4596" y="261"/>
                </a:cubicBezTo>
                <a:close/>
                <a:moveTo>
                  <a:pt x="8316" y="6066"/>
                </a:moveTo>
                <a:cubicBezTo>
                  <a:pt x="8316" y="6103"/>
                  <a:pt x="8286" y="6133"/>
                  <a:pt x="8250" y="6133"/>
                </a:cubicBezTo>
                <a:cubicBezTo>
                  <a:pt x="8213" y="6133"/>
                  <a:pt x="8183" y="6103"/>
                  <a:pt x="8183" y="6066"/>
                </a:cubicBezTo>
                <a:cubicBezTo>
                  <a:pt x="8183" y="6029"/>
                  <a:pt x="8213" y="5999"/>
                  <a:pt x="8250" y="5999"/>
                </a:cubicBezTo>
                <a:cubicBezTo>
                  <a:pt x="8286" y="5999"/>
                  <a:pt x="8316" y="6029"/>
                  <a:pt x="8316" y="6066"/>
                </a:cubicBezTo>
                <a:close/>
                <a:moveTo>
                  <a:pt x="8397" y="1902"/>
                </a:moveTo>
                <a:cubicBezTo>
                  <a:pt x="8397" y="1933"/>
                  <a:pt x="8372" y="1958"/>
                  <a:pt x="8341" y="1958"/>
                </a:cubicBezTo>
                <a:cubicBezTo>
                  <a:pt x="8310" y="1958"/>
                  <a:pt x="8285" y="1933"/>
                  <a:pt x="8285" y="1902"/>
                </a:cubicBezTo>
                <a:cubicBezTo>
                  <a:pt x="8285" y="1871"/>
                  <a:pt x="8310" y="1846"/>
                  <a:pt x="8341" y="1846"/>
                </a:cubicBezTo>
                <a:cubicBezTo>
                  <a:pt x="8372" y="1846"/>
                  <a:pt x="8397" y="1871"/>
                  <a:pt x="8397" y="1902"/>
                </a:cubicBezTo>
                <a:close/>
                <a:moveTo>
                  <a:pt x="8728" y="107"/>
                </a:moveTo>
                <a:cubicBezTo>
                  <a:pt x="8728" y="125"/>
                  <a:pt x="8713" y="140"/>
                  <a:pt x="8695" y="140"/>
                </a:cubicBezTo>
                <a:cubicBezTo>
                  <a:pt x="8677" y="140"/>
                  <a:pt x="8662" y="125"/>
                  <a:pt x="8662" y="107"/>
                </a:cubicBezTo>
                <a:cubicBezTo>
                  <a:pt x="8662" y="89"/>
                  <a:pt x="8677" y="74"/>
                  <a:pt x="8695" y="74"/>
                </a:cubicBezTo>
                <a:cubicBezTo>
                  <a:pt x="8713" y="74"/>
                  <a:pt x="8728" y="89"/>
                  <a:pt x="8728" y="107"/>
                </a:cubicBezTo>
                <a:close/>
                <a:moveTo>
                  <a:pt x="9887" y="623"/>
                </a:moveTo>
                <a:cubicBezTo>
                  <a:pt x="9887" y="659"/>
                  <a:pt x="9857" y="689"/>
                  <a:pt x="9821" y="689"/>
                </a:cubicBezTo>
                <a:cubicBezTo>
                  <a:pt x="9784" y="689"/>
                  <a:pt x="9755" y="659"/>
                  <a:pt x="9755" y="623"/>
                </a:cubicBezTo>
                <a:cubicBezTo>
                  <a:pt x="9755" y="586"/>
                  <a:pt x="9784" y="557"/>
                  <a:pt x="9821" y="557"/>
                </a:cubicBezTo>
                <a:cubicBezTo>
                  <a:pt x="9857" y="557"/>
                  <a:pt x="9887" y="586"/>
                  <a:pt x="9887" y="623"/>
                </a:cubicBezTo>
                <a:close/>
                <a:moveTo>
                  <a:pt x="3855" y="1571"/>
                </a:moveTo>
                <a:cubicBezTo>
                  <a:pt x="3855" y="1596"/>
                  <a:pt x="3835" y="1617"/>
                  <a:pt x="3810" y="1617"/>
                </a:cubicBezTo>
                <a:cubicBezTo>
                  <a:pt x="3785" y="1617"/>
                  <a:pt x="3765" y="1596"/>
                  <a:pt x="3765" y="1571"/>
                </a:cubicBezTo>
                <a:cubicBezTo>
                  <a:pt x="3765" y="1547"/>
                  <a:pt x="3785" y="1526"/>
                  <a:pt x="3810" y="1526"/>
                </a:cubicBezTo>
                <a:cubicBezTo>
                  <a:pt x="3835" y="1526"/>
                  <a:pt x="3855" y="1547"/>
                  <a:pt x="3855" y="1571"/>
                </a:cubicBezTo>
                <a:close/>
                <a:moveTo>
                  <a:pt x="8820" y="4073"/>
                </a:moveTo>
                <a:cubicBezTo>
                  <a:pt x="8820" y="4092"/>
                  <a:pt x="8804" y="4108"/>
                  <a:pt x="8785" y="4108"/>
                </a:cubicBezTo>
                <a:cubicBezTo>
                  <a:pt x="8765" y="4108"/>
                  <a:pt x="8750" y="4092"/>
                  <a:pt x="8750" y="4073"/>
                </a:cubicBezTo>
                <a:cubicBezTo>
                  <a:pt x="8750" y="4054"/>
                  <a:pt x="8765" y="4038"/>
                  <a:pt x="8785" y="4038"/>
                </a:cubicBezTo>
                <a:cubicBezTo>
                  <a:pt x="8804" y="4038"/>
                  <a:pt x="8820" y="4054"/>
                  <a:pt x="8820" y="4073"/>
                </a:cubicBezTo>
                <a:close/>
                <a:moveTo>
                  <a:pt x="8246" y="2205"/>
                </a:moveTo>
                <a:cubicBezTo>
                  <a:pt x="8246" y="2240"/>
                  <a:pt x="8218" y="2268"/>
                  <a:pt x="8183" y="2268"/>
                </a:cubicBezTo>
                <a:cubicBezTo>
                  <a:pt x="8148" y="2268"/>
                  <a:pt x="8120" y="2240"/>
                  <a:pt x="8120" y="2205"/>
                </a:cubicBezTo>
                <a:cubicBezTo>
                  <a:pt x="8120" y="2171"/>
                  <a:pt x="8148" y="2142"/>
                  <a:pt x="8183" y="2142"/>
                </a:cubicBezTo>
                <a:cubicBezTo>
                  <a:pt x="8218" y="2142"/>
                  <a:pt x="8246" y="2171"/>
                  <a:pt x="8246" y="2205"/>
                </a:cubicBezTo>
                <a:close/>
                <a:moveTo>
                  <a:pt x="5071" y="5399"/>
                </a:moveTo>
                <a:cubicBezTo>
                  <a:pt x="5071" y="5428"/>
                  <a:pt x="5048" y="5451"/>
                  <a:pt x="5019" y="5451"/>
                </a:cubicBezTo>
                <a:cubicBezTo>
                  <a:pt x="4991" y="5451"/>
                  <a:pt x="4967" y="5428"/>
                  <a:pt x="4967" y="5399"/>
                </a:cubicBezTo>
                <a:cubicBezTo>
                  <a:pt x="4967" y="5370"/>
                  <a:pt x="4991" y="5347"/>
                  <a:pt x="5019" y="5347"/>
                </a:cubicBezTo>
                <a:cubicBezTo>
                  <a:pt x="5048" y="5347"/>
                  <a:pt x="5071" y="5370"/>
                  <a:pt x="5071" y="5399"/>
                </a:cubicBezTo>
                <a:close/>
                <a:moveTo>
                  <a:pt x="3616" y="6202"/>
                </a:moveTo>
                <a:cubicBezTo>
                  <a:pt x="3616" y="6240"/>
                  <a:pt x="3585" y="6271"/>
                  <a:pt x="3547" y="6271"/>
                </a:cubicBezTo>
                <a:cubicBezTo>
                  <a:pt x="3509" y="6271"/>
                  <a:pt x="3478" y="6240"/>
                  <a:pt x="3478" y="6202"/>
                </a:cubicBezTo>
                <a:cubicBezTo>
                  <a:pt x="3478" y="6164"/>
                  <a:pt x="3509" y="6133"/>
                  <a:pt x="3547" y="6133"/>
                </a:cubicBezTo>
                <a:cubicBezTo>
                  <a:pt x="3585" y="6133"/>
                  <a:pt x="3616" y="6164"/>
                  <a:pt x="3616" y="6202"/>
                </a:cubicBezTo>
                <a:close/>
                <a:moveTo>
                  <a:pt x="5521" y="3297"/>
                </a:moveTo>
                <a:cubicBezTo>
                  <a:pt x="5521" y="3327"/>
                  <a:pt x="5496" y="3351"/>
                  <a:pt x="5467" y="3351"/>
                </a:cubicBezTo>
                <a:cubicBezTo>
                  <a:pt x="5437" y="3351"/>
                  <a:pt x="5412" y="3327"/>
                  <a:pt x="5412" y="3297"/>
                </a:cubicBezTo>
                <a:cubicBezTo>
                  <a:pt x="5412" y="3267"/>
                  <a:pt x="5437" y="3243"/>
                  <a:pt x="5467" y="3243"/>
                </a:cubicBezTo>
                <a:cubicBezTo>
                  <a:pt x="5496" y="3243"/>
                  <a:pt x="5521" y="3267"/>
                  <a:pt x="5521" y="3297"/>
                </a:cubicBezTo>
                <a:close/>
                <a:moveTo>
                  <a:pt x="6804" y="1740"/>
                </a:moveTo>
                <a:cubicBezTo>
                  <a:pt x="6804" y="1777"/>
                  <a:pt x="6774" y="1807"/>
                  <a:pt x="6737" y="1807"/>
                </a:cubicBezTo>
                <a:cubicBezTo>
                  <a:pt x="6699" y="1807"/>
                  <a:pt x="6669" y="1777"/>
                  <a:pt x="6669" y="1740"/>
                </a:cubicBezTo>
                <a:cubicBezTo>
                  <a:pt x="6669" y="1702"/>
                  <a:pt x="6699" y="1672"/>
                  <a:pt x="6737" y="1672"/>
                </a:cubicBezTo>
                <a:cubicBezTo>
                  <a:pt x="6774" y="1672"/>
                  <a:pt x="6804" y="1702"/>
                  <a:pt x="6804" y="1740"/>
                </a:cubicBezTo>
                <a:close/>
                <a:moveTo>
                  <a:pt x="4269" y="6238"/>
                </a:moveTo>
                <a:cubicBezTo>
                  <a:pt x="4269" y="6267"/>
                  <a:pt x="4245" y="6290"/>
                  <a:pt x="4216" y="6290"/>
                </a:cubicBezTo>
                <a:cubicBezTo>
                  <a:pt x="4187" y="6290"/>
                  <a:pt x="4163" y="6267"/>
                  <a:pt x="4163" y="6238"/>
                </a:cubicBezTo>
                <a:cubicBezTo>
                  <a:pt x="4163" y="6208"/>
                  <a:pt x="4187" y="6185"/>
                  <a:pt x="4216" y="6185"/>
                </a:cubicBezTo>
                <a:cubicBezTo>
                  <a:pt x="4245" y="6185"/>
                  <a:pt x="4269" y="6208"/>
                  <a:pt x="4269" y="6238"/>
                </a:cubicBezTo>
                <a:close/>
                <a:moveTo>
                  <a:pt x="9170" y="5770"/>
                </a:moveTo>
                <a:cubicBezTo>
                  <a:pt x="9170" y="5793"/>
                  <a:pt x="9152" y="5811"/>
                  <a:pt x="9129" y="5811"/>
                </a:cubicBezTo>
                <a:cubicBezTo>
                  <a:pt x="9106" y="5811"/>
                  <a:pt x="9088" y="5793"/>
                  <a:pt x="9088" y="5770"/>
                </a:cubicBezTo>
                <a:cubicBezTo>
                  <a:pt x="9088" y="5747"/>
                  <a:pt x="9106" y="5729"/>
                  <a:pt x="9129" y="5729"/>
                </a:cubicBezTo>
                <a:cubicBezTo>
                  <a:pt x="9152" y="5729"/>
                  <a:pt x="9170" y="5747"/>
                  <a:pt x="9170" y="5770"/>
                </a:cubicBezTo>
                <a:close/>
                <a:moveTo>
                  <a:pt x="445" y="3655"/>
                </a:moveTo>
                <a:cubicBezTo>
                  <a:pt x="445" y="3685"/>
                  <a:pt x="421" y="3708"/>
                  <a:pt x="392" y="3708"/>
                </a:cubicBezTo>
                <a:cubicBezTo>
                  <a:pt x="363" y="3708"/>
                  <a:pt x="339" y="3685"/>
                  <a:pt x="339" y="3655"/>
                </a:cubicBezTo>
                <a:cubicBezTo>
                  <a:pt x="339" y="3626"/>
                  <a:pt x="363" y="3602"/>
                  <a:pt x="392" y="3602"/>
                </a:cubicBezTo>
                <a:cubicBezTo>
                  <a:pt x="421" y="3602"/>
                  <a:pt x="445" y="3626"/>
                  <a:pt x="445" y="3655"/>
                </a:cubicBezTo>
                <a:close/>
                <a:moveTo>
                  <a:pt x="3427" y="2250"/>
                </a:moveTo>
                <a:cubicBezTo>
                  <a:pt x="3427" y="2272"/>
                  <a:pt x="3408" y="2291"/>
                  <a:pt x="3386" y="2291"/>
                </a:cubicBezTo>
                <a:cubicBezTo>
                  <a:pt x="3363" y="2291"/>
                  <a:pt x="3345" y="2272"/>
                  <a:pt x="3345" y="2250"/>
                </a:cubicBezTo>
                <a:cubicBezTo>
                  <a:pt x="3345" y="2227"/>
                  <a:pt x="3363" y="2209"/>
                  <a:pt x="3386" y="2209"/>
                </a:cubicBezTo>
                <a:cubicBezTo>
                  <a:pt x="3408" y="2209"/>
                  <a:pt x="3427" y="2227"/>
                  <a:pt x="3427" y="2250"/>
                </a:cubicBezTo>
                <a:close/>
                <a:moveTo>
                  <a:pt x="1021" y="2902"/>
                </a:moveTo>
                <a:cubicBezTo>
                  <a:pt x="1021" y="2930"/>
                  <a:pt x="998" y="2953"/>
                  <a:pt x="970" y="2953"/>
                </a:cubicBezTo>
                <a:cubicBezTo>
                  <a:pt x="942" y="2953"/>
                  <a:pt x="919" y="2930"/>
                  <a:pt x="919" y="2902"/>
                </a:cubicBezTo>
                <a:cubicBezTo>
                  <a:pt x="919" y="2874"/>
                  <a:pt x="942" y="2851"/>
                  <a:pt x="970" y="2851"/>
                </a:cubicBezTo>
                <a:cubicBezTo>
                  <a:pt x="998" y="2851"/>
                  <a:pt x="1021" y="2874"/>
                  <a:pt x="1021" y="2902"/>
                </a:cubicBezTo>
                <a:close/>
                <a:moveTo>
                  <a:pt x="4429" y="5297"/>
                </a:moveTo>
                <a:cubicBezTo>
                  <a:pt x="4429" y="5323"/>
                  <a:pt x="4408" y="5345"/>
                  <a:pt x="4381" y="5345"/>
                </a:cubicBezTo>
                <a:cubicBezTo>
                  <a:pt x="4355" y="5345"/>
                  <a:pt x="4334" y="5323"/>
                  <a:pt x="4334" y="5297"/>
                </a:cubicBezTo>
                <a:cubicBezTo>
                  <a:pt x="4334" y="5271"/>
                  <a:pt x="4355" y="5250"/>
                  <a:pt x="4381" y="5250"/>
                </a:cubicBezTo>
                <a:cubicBezTo>
                  <a:pt x="4408" y="5250"/>
                  <a:pt x="4429" y="5271"/>
                  <a:pt x="4429" y="5297"/>
                </a:cubicBezTo>
                <a:close/>
                <a:moveTo>
                  <a:pt x="7562" y="4735"/>
                </a:moveTo>
                <a:cubicBezTo>
                  <a:pt x="7562" y="4763"/>
                  <a:pt x="7539" y="4786"/>
                  <a:pt x="7512" y="4786"/>
                </a:cubicBezTo>
                <a:cubicBezTo>
                  <a:pt x="7484" y="4786"/>
                  <a:pt x="7461" y="4763"/>
                  <a:pt x="7461" y="4735"/>
                </a:cubicBezTo>
                <a:cubicBezTo>
                  <a:pt x="7461" y="4708"/>
                  <a:pt x="7484" y="4685"/>
                  <a:pt x="7512" y="4685"/>
                </a:cubicBezTo>
                <a:cubicBezTo>
                  <a:pt x="7539" y="4685"/>
                  <a:pt x="7562" y="4708"/>
                  <a:pt x="7562" y="4735"/>
                </a:cubicBezTo>
                <a:close/>
                <a:moveTo>
                  <a:pt x="4712" y="1510"/>
                </a:moveTo>
                <a:cubicBezTo>
                  <a:pt x="4712" y="1541"/>
                  <a:pt x="4686" y="1567"/>
                  <a:pt x="4654" y="1567"/>
                </a:cubicBezTo>
                <a:cubicBezTo>
                  <a:pt x="4622" y="1567"/>
                  <a:pt x="4597" y="1541"/>
                  <a:pt x="4597" y="1510"/>
                </a:cubicBezTo>
                <a:cubicBezTo>
                  <a:pt x="4597" y="1478"/>
                  <a:pt x="4622" y="1452"/>
                  <a:pt x="4654" y="1452"/>
                </a:cubicBezTo>
                <a:cubicBezTo>
                  <a:pt x="4686" y="1452"/>
                  <a:pt x="4712" y="1478"/>
                  <a:pt x="4712" y="1510"/>
                </a:cubicBezTo>
                <a:close/>
                <a:moveTo>
                  <a:pt x="8696" y="6077"/>
                </a:moveTo>
                <a:cubicBezTo>
                  <a:pt x="8696" y="6112"/>
                  <a:pt x="8669" y="6139"/>
                  <a:pt x="8634" y="6139"/>
                </a:cubicBezTo>
                <a:cubicBezTo>
                  <a:pt x="8600" y="6139"/>
                  <a:pt x="8572" y="6112"/>
                  <a:pt x="8572" y="6077"/>
                </a:cubicBezTo>
                <a:cubicBezTo>
                  <a:pt x="8572" y="6043"/>
                  <a:pt x="8600" y="6015"/>
                  <a:pt x="8634" y="6015"/>
                </a:cubicBezTo>
                <a:cubicBezTo>
                  <a:pt x="8669" y="6015"/>
                  <a:pt x="8696" y="6043"/>
                  <a:pt x="8696" y="6077"/>
                </a:cubicBezTo>
                <a:close/>
                <a:moveTo>
                  <a:pt x="9688" y="3676"/>
                </a:moveTo>
                <a:cubicBezTo>
                  <a:pt x="9688" y="3702"/>
                  <a:pt x="9667" y="3724"/>
                  <a:pt x="9640" y="3724"/>
                </a:cubicBezTo>
                <a:cubicBezTo>
                  <a:pt x="9613" y="3724"/>
                  <a:pt x="9592" y="3702"/>
                  <a:pt x="9592" y="3676"/>
                </a:cubicBezTo>
                <a:cubicBezTo>
                  <a:pt x="9592" y="3649"/>
                  <a:pt x="9613" y="3628"/>
                  <a:pt x="9640" y="3628"/>
                </a:cubicBezTo>
                <a:cubicBezTo>
                  <a:pt x="9667" y="3628"/>
                  <a:pt x="9688" y="3649"/>
                  <a:pt x="9688" y="3676"/>
                </a:cubicBezTo>
                <a:close/>
                <a:moveTo>
                  <a:pt x="9805" y="4222"/>
                </a:moveTo>
                <a:cubicBezTo>
                  <a:pt x="9805" y="4240"/>
                  <a:pt x="9790" y="4254"/>
                  <a:pt x="9772" y="4254"/>
                </a:cubicBezTo>
                <a:cubicBezTo>
                  <a:pt x="9754" y="4254"/>
                  <a:pt x="9739" y="4240"/>
                  <a:pt x="9739" y="4222"/>
                </a:cubicBezTo>
                <a:cubicBezTo>
                  <a:pt x="9739" y="4203"/>
                  <a:pt x="9754" y="4189"/>
                  <a:pt x="9772" y="4189"/>
                </a:cubicBezTo>
                <a:cubicBezTo>
                  <a:pt x="9790" y="4189"/>
                  <a:pt x="9805" y="4203"/>
                  <a:pt x="9805" y="4222"/>
                </a:cubicBezTo>
                <a:close/>
                <a:moveTo>
                  <a:pt x="8569" y="3747"/>
                </a:moveTo>
                <a:cubicBezTo>
                  <a:pt x="8569" y="3783"/>
                  <a:pt x="8541" y="3811"/>
                  <a:pt x="8505" y="3811"/>
                </a:cubicBezTo>
                <a:cubicBezTo>
                  <a:pt x="8470" y="3811"/>
                  <a:pt x="8441" y="3783"/>
                  <a:pt x="8441" y="3747"/>
                </a:cubicBezTo>
                <a:cubicBezTo>
                  <a:pt x="8441" y="3712"/>
                  <a:pt x="8470" y="3683"/>
                  <a:pt x="8505" y="3683"/>
                </a:cubicBezTo>
                <a:cubicBezTo>
                  <a:pt x="8541" y="3683"/>
                  <a:pt x="8569" y="3712"/>
                  <a:pt x="8569" y="3747"/>
                </a:cubicBezTo>
                <a:close/>
                <a:moveTo>
                  <a:pt x="4125" y="3975"/>
                </a:moveTo>
                <a:cubicBezTo>
                  <a:pt x="4125" y="4005"/>
                  <a:pt x="4100" y="4029"/>
                  <a:pt x="4071" y="4029"/>
                </a:cubicBezTo>
                <a:cubicBezTo>
                  <a:pt x="4041" y="4029"/>
                  <a:pt x="4017" y="4005"/>
                  <a:pt x="4017" y="3975"/>
                </a:cubicBezTo>
                <a:cubicBezTo>
                  <a:pt x="4017" y="3945"/>
                  <a:pt x="4041" y="3921"/>
                  <a:pt x="4071" y="3921"/>
                </a:cubicBezTo>
                <a:cubicBezTo>
                  <a:pt x="4100" y="3921"/>
                  <a:pt x="4125" y="3945"/>
                  <a:pt x="4125" y="3975"/>
                </a:cubicBezTo>
                <a:close/>
                <a:moveTo>
                  <a:pt x="6179" y="5524"/>
                </a:moveTo>
                <a:cubicBezTo>
                  <a:pt x="6179" y="5549"/>
                  <a:pt x="6158" y="5569"/>
                  <a:pt x="6133" y="5569"/>
                </a:cubicBezTo>
                <a:cubicBezTo>
                  <a:pt x="6108" y="5569"/>
                  <a:pt x="6087" y="5549"/>
                  <a:pt x="6087" y="5524"/>
                </a:cubicBezTo>
                <a:cubicBezTo>
                  <a:pt x="6087" y="5498"/>
                  <a:pt x="6108" y="5478"/>
                  <a:pt x="6133" y="5478"/>
                </a:cubicBezTo>
                <a:cubicBezTo>
                  <a:pt x="6158" y="5478"/>
                  <a:pt x="6179" y="5498"/>
                  <a:pt x="6179" y="5524"/>
                </a:cubicBezTo>
                <a:close/>
                <a:moveTo>
                  <a:pt x="6751" y="5885"/>
                </a:moveTo>
                <a:cubicBezTo>
                  <a:pt x="6751" y="5903"/>
                  <a:pt x="6736" y="5918"/>
                  <a:pt x="6717" y="5918"/>
                </a:cubicBezTo>
                <a:cubicBezTo>
                  <a:pt x="6699" y="5918"/>
                  <a:pt x="6684" y="5903"/>
                  <a:pt x="6684" y="5885"/>
                </a:cubicBezTo>
                <a:cubicBezTo>
                  <a:pt x="6684" y="5866"/>
                  <a:pt x="6699" y="5851"/>
                  <a:pt x="6717" y="5851"/>
                </a:cubicBezTo>
                <a:cubicBezTo>
                  <a:pt x="6736" y="5851"/>
                  <a:pt x="6751" y="5866"/>
                  <a:pt x="6751" y="5885"/>
                </a:cubicBezTo>
                <a:close/>
                <a:moveTo>
                  <a:pt x="8575" y="4340"/>
                </a:moveTo>
                <a:cubicBezTo>
                  <a:pt x="8575" y="4366"/>
                  <a:pt x="8554" y="4388"/>
                  <a:pt x="8528" y="4388"/>
                </a:cubicBezTo>
                <a:cubicBezTo>
                  <a:pt x="8501" y="4388"/>
                  <a:pt x="8480" y="4366"/>
                  <a:pt x="8480" y="4340"/>
                </a:cubicBezTo>
                <a:cubicBezTo>
                  <a:pt x="8480" y="4314"/>
                  <a:pt x="8501" y="4292"/>
                  <a:pt x="8528" y="4292"/>
                </a:cubicBezTo>
                <a:cubicBezTo>
                  <a:pt x="8554" y="4292"/>
                  <a:pt x="8575" y="4314"/>
                  <a:pt x="8575" y="4340"/>
                </a:cubicBezTo>
                <a:close/>
                <a:moveTo>
                  <a:pt x="467" y="3122"/>
                </a:moveTo>
                <a:cubicBezTo>
                  <a:pt x="467" y="3142"/>
                  <a:pt x="451" y="3158"/>
                  <a:pt x="430" y="3158"/>
                </a:cubicBezTo>
                <a:cubicBezTo>
                  <a:pt x="410" y="3158"/>
                  <a:pt x="394" y="3142"/>
                  <a:pt x="394" y="3122"/>
                </a:cubicBezTo>
                <a:cubicBezTo>
                  <a:pt x="394" y="3101"/>
                  <a:pt x="410" y="3085"/>
                  <a:pt x="430" y="3085"/>
                </a:cubicBezTo>
                <a:cubicBezTo>
                  <a:pt x="451" y="3085"/>
                  <a:pt x="467" y="3101"/>
                  <a:pt x="467" y="3122"/>
                </a:cubicBezTo>
                <a:close/>
                <a:moveTo>
                  <a:pt x="2034" y="3188"/>
                </a:moveTo>
                <a:cubicBezTo>
                  <a:pt x="2034" y="3218"/>
                  <a:pt x="2009" y="3243"/>
                  <a:pt x="1979" y="3243"/>
                </a:cubicBezTo>
                <a:cubicBezTo>
                  <a:pt x="1948" y="3243"/>
                  <a:pt x="1924" y="3218"/>
                  <a:pt x="1924" y="3188"/>
                </a:cubicBezTo>
                <a:cubicBezTo>
                  <a:pt x="1924" y="3157"/>
                  <a:pt x="1948" y="3133"/>
                  <a:pt x="1979" y="3133"/>
                </a:cubicBezTo>
                <a:cubicBezTo>
                  <a:pt x="2009" y="3133"/>
                  <a:pt x="2034" y="3157"/>
                  <a:pt x="2034" y="3188"/>
                </a:cubicBezTo>
                <a:close/>
                <a:moveTo>
                  <a:pt x="9338" y="3967"/>
                </a:moveTo>
                <a:cubicBezTo>
                  <a:pt x="9338" y="4000"/>
                  <a:pt x="9311" y="4027"/>
                  <a:pt x="9277" y="4027"/>
                </a:cubicBezTo>
                <a:cubicBezTo>
                  <a:pt x="9244" y="4027"/>
                  <a:pt x="9216" y="4000"/>
                  <a:pt x="9216" y="3967"/>
                </a:cubicBezTo>
                <a:cubicBezTo>
                  <a:pt x="9216" y="3933"/>
                  <a:pt x="9244" y="3906"/>
                  <a:pt x="9277" y="3906"/>
                </a:cubicBezTo>
                <a:cubicBezTo>
                  <a:pt x="9311" y="3906"/>
                  <a:pt x="9338" y="3933"/>
                  <a:pt x="9338" y="3967"/>
                </a:cubicBezTo>
                <a:close/>
                <a:moveTo>
                  <a:pt x="5499" y="215"/>
                </a:moveTo>
                <a:cubicBezTo>
                  <a:pt x="5499" y="239"/>
                  <a:pt x="5480" y="258"/>
                  <a:pt x="5456" y="258"/>
                </a:cubicBezTo>
                <a:cubicBezTo>
                  <a:pt x="5432" y="258"/>
                  <a:pt x="5413" y="239"/>
                  <a:pt x="5413" y="215"/>
                </a:cubicBezTo>
                <a:cubicBezTo>
                  <a:pt x="5413" y="191"/>
                  <a:pt x="5432" y="172"/>
                  <a:pt x="5456" y="172"/>
                </a:cubicBezTo>
                <a:cubicBezTo>
                  <a:pt x="5480" y="172"/>
                  <a:pt x="5499" y="191"/>
                  <a:pt x="5499" y="215"/>
                </a:cubicBezTo>
                <a:close/>
                <a:moveTo>
                  <a:pt x="1263" y="3811"/>
                </a:moveTo>
                <a:cubicBezTo>
                  <a:pt x="1263" y="3834"/>
                  <a:pt x="1244" y="3853"/>
                  <a:pt x="1221" y="3853"/>
                </a:cubicBezTo>
                <a:cubicBezTo>
                  <a:pt x="1197" y="3853"/>
                  <a:pt x="1179" y="3834"/>
                  <a:pt x="1179" y="3811"/>
                </a:cubicBezTo>
                <a:cubicBezTo>
                  <a:pt x="1179" y="3787"/>
                  <a:pt x="1197" y="3769"/>
                  <a:pt x="1221" y="3769"/>
                </a:cubicBezTo>
                <a:cubicBezTo>
                  <a:pt x="1244" y="3769"/>
                  <a:pt x="1263" y="3787"/>
                  <a:pt x="1263" y="3811"/>
                </a:cubicBezTo>
                <a:close/>
                <a:moveTo>
                  <a:pt x="6129" y="2146"/>
                </a:moveTo>
                <a:cubicBezTo>
                  <a:pt x="6129" y="2164"/>
                  <a:pt x="6115" y="2178"/>
                  <a:pt x="6097" y="2178"/>
                </a:cubicBezTo>
                <a:cubicBezTo>
                  <a:pt x="6080" y="2178"/>
                  <a:pt x="6065" y="2164"/>
                  <a:pt x="6065" y="2146"/>
                </a:cubicBezTo>
                <a:cubicBezTo>
                  <a:pt x="6065" y="2128"/>
                  <a:pt x="6080" y="2114"/>
                  <a:pt x="6097" y="2114"/>
                </a:cubicBezTo>
                <a:cubicBezTo>
                  <a:pt x="6115" y="2114"/>
                  <a:pt x="6129" y="2128"/>
                  <a:pt x="6129" y="2146"/>
                </a:cubicBezTo>
                <a:close/>
                <a:moveTo>
                  <a:pt x="2348" y="5841"/>
                </a:moveTo>
                <a:cubicBezTo>
                  <a:pt x="2348" y="5868"/>
                  <a:pt x="2327" y="5889"/>
                  <a:pt x="2300" y="5889"/>
                </a:cubicBezTo>
                <a:cubicBezTo>
                  <a:pt x="2274" y="5889"/>
                  <a:pt x="2252" y="5868"/>
                  <a:pt x="2252" y="5841"/>
                </a:cubicBezTo>
                <a:cubicBezTo>
                  <a:pt x="2252" y="5815"/>
                  <a:pt x="2274" y="5793"/>
                  <a:pt x="2300" y="5793"/>
                </a:cubicBezTo>
                <a:cubicBezTo>
                  <a:pt x="2327" y="5793"/>
                  <a:pt x="2348" y="5815"/>
                  <a:pt x="2348" y="5841"/>
                </a:cubicBezTo>
                <a:close/>
                <a:moveTo>
                  <a:pt x="6664" y="3404"/>
                </a:moveTo>
                <a:cubicBezTo>
                  <a:pt x="6664" y="3431"/>
                  <a:pt x="6642" y="3453"/>
                  <a:pt x="6615" y="3453"/>
                </a:cubicBezTo>
                <a:cubicBezTo>
                  <a:pt x="6589" y="3453"/>
                  <a:pt x="6567" y="3431"/>
                  <a:pt x="6567" y="3404"/>
                </a:cubicBezTo>
                <a:cubicBezTo>
                  <a:pt x="6567" y="3378"/>
                  <a:pt x="6589" y="3356"/>
                  <a:pt x="6615" y="3356"/>
                </a:cubicBezTo>
                <a:cubicBezTo>
                  <a:pt x="6642" y="3356"/>
                  <a:pt x="6664" y="3378"/>
                  <a:pt x="6664" y="3404"/>
                </a:cubicBezTo>
                <a:close/>
                <a:moveTo>
                  <a:pt x="6867" y="5672"/>
                </a:moveTo>
                <a:cubicBezTo>
                  <a:pt x="6867" y="5702"/>
                  <a:pt x="6842" y="5727"/>
                  <a:pt x="6812" y="5727"/>
                </a:cubicBezTo>
                <a:cubicBezTo>
                  <a:pt x="6781" y="5727"/>
                  <a:pt x="6756" y="5702"/>
                  <a:pt x="6756" y="5672"/>
                </a:cubicBezTo>
                <a:cubicBezTo>
                  <a:pt x="6756" y="5641"/>
                  <a:pt x="6781" y="5617"/>
                  <a:pt x="6812" y="5617"/>
                </a:cubicBezTo>
                <a:cubicBezTo>
                  <a:pt x="6842" y="5617"/>
                  <a:pt x="6867" y="5641"/>
                  <a:pt x="6867" y="5672"/>
                </a:cubicBezTo>
                <a:close/>
                <a:moveTo>
                  <a:pt x="7898" y="2222"/>
                </a:moveTo>
                <a:cubicBezTo>
                  <a:pt x="7898" y="2245"/>
                  <a:pt x="7880" y="2264"/>
                  <a:pt x="7857" y="2264"/>
                </a:cubicBezTo>
                <a:cubicBezTo>
                  <a:pt x="7835" y="2264"/>
                  <a:pt x="7816" y="2245"/>
                  <a:pt x="7816" y="2222"/>
                </a:cubicBezTo>
                <a:cubicBezTo>
                  <a:pt x="7816" y="2200"/>
                  <a:pt x="7835" y="2181"/>
                  <a:pt x="7857" y="2181"/>
                </a:cubicBezTo>
                <a:cubicBezTo>
                  <a:pt x="7880" y="2181"/>
                  <a:pt x="7898" y="2200"/>
                  <a:pt x="7898" y="2222"/>
                </a:cubicBezTo>
                <a:close/>
                <a:moveTo>
                  <a:pt x="187" y="3368"/>
                </a:moveTo>
                <a:cubicBezTo>
                  <a:pt x="187" y="3386"/>
                  <a:pt x="172" y="3401"/>
                  <a:pt x="154" y="3401"/>
                </a:cubicBezTo>
                <a:cubicBezTo>
                  <a:pt x="136" y="3401"/>
                  <a:pt x="122" y="3386"/>
                  <a:pt x="122" y="3368"/>
                </a:cubicBezTo>
                <a:cubicBezTo>
                  <a:pt x="122" y="3350"/>
                  <a:pt x="136" y="3336"/>
                  <a:pt x="154" y="3336"/>
                </a:cubicBezTo>
                <a:cubicBezTo>
                  <a:pt x="172" y="3336"/>
                  <a:pt x="187" y="3350"/>
                  <a:pt x="187" y="3368"/>
                </a:cubicBezTo>
                <a:close/>
                <a:moveTo>
                  <a:pt x="2753" y="2923"/>
                </a:moveTo>
                <a:cubicBezTo>
                  <a:pt x="2753" y="2948"/>
                  <a:pt x="2733" y="2968"/>
                  <a:pt x="2708" y="2968"/>
                </a:cubicBezTo>
                <a:cubicBezTo>
                  <a:pt x="2683" y="2968"/>
                  <a:pt x="2663" y="2948"/>
                  <a:pt x="2663" y="2923"/>
                </a:cubicBezTo>
                <a:cubicBezTo>
                  <a:pt x="2663" y="2899"/>
                  <a:pt x="2683" y="2878"/>
                  <a:pt x="2708" y="2878"/>
                </a:cubicBezTo>
                <a:cubicBezTo>
                  <a:pt x="2733" y="2878"/>
                  <a:pt x="2753" y="2899"/>
                  <a:pt x="2753" y="2923"/>
                </a:cubicBezTo>
                <a:close/>
                <a:moveTo>
                  <a:pt x="2176" y="2663"/>
                </a:moveTo>
                <a:cubicBezTo>
                  <a:pt x="2176" y="2699"/>
                  <a:pt x="2146" y="2729"/>
                  <a:pt x="2109" y="2729"/>
                </a:cubicBezTo>
                <a:cubicBezTo>
                  <a:pt x="2072" y="2729"/>
                  <a:pt x="2043" y="2699"/>
                  <a:pt x="2043" y="2663"/>
                </a:cubicBezTo>
                <a:cubicBezTo>
                  <a:pt x="2043" y="2626"/>
                  <a:pt x="2072" y="2596"/>
                  <a:pt x="2109" y="2596"/>
                </a:cubicBezTo>
                <a:cubicBezTo>
                  <a:pt x="2146" y="2596"/>
                  <a:pt x="2176" y="2626"/>
                  <a:pt x="2176" y="2663"/>
                </a:cubicBezTo>
                <a:close/>
                <a:moveTo>
                  <a:pt x="5685" y="4163"/>
                </a:moveTo>
                <a:cubicBezTo>
                  <a:pt x="5685" y="4202"/>
                  <a:pt x="5654" y="4233"/>
                  <a:pt x="5615" y="4233"/>
                </a:cubicBezTo>
                <a:cubicBezTo>
                  <a:pt x="5576" y="4233"/>
                  <a:pt x="5545" y="4202"/>
                  <a:pt x="5545" y="4163"/>
                </a:cubicBezTo>
                <a:cubicBezTo>
                  <a:pt x="5545" y="4124"/>
                  <a:pt x="5576" y="4093"/>
                  <a:pt x="5615" y="4093"/>
                </a:cubicBezTo>
                <a:cubicBezTo>
                  <a:pt x="5654" y="4093"/>
                  <a:pt x="5685" y="4124"/>
                  <a:pt x="5685" y="4163"/>
                </a:cubicBezTo>
                <a:close/>
                <a:moveTo>
                  <a:pt x="6448" y="5956"/>
                </a:moveTo>
                <a:cubicBezTo>
                  <a:pt x="6448" y="5988"/>
                  <a:pt x="6422" y="6014"/>
                  <a:pt x="6390" y="6014"/>
                </a:cubicBezTo>
                <a:cubicBezTo>
                  <a:pt x="6358" y="6014"/>
                  <a:pt x="6333" y="5988"/>
                  <a:pt x="6333" y="5956"/>
                </a:cubicBezTo>
                <a:cubicBezTo>
                  <a:pt x="6333" y="5924"/>
                  <a:pt x="6358" y="5898"/>
                  <a:pt x="6390" y="5898"/>
                </a:cubicBezTo>
                <a:cubicBezTo>
                  <a:pt x="6422" y="5898"/>
                  <a:pt x="6448" y="5924"/>
                  <a:pt x="6448" y="5956"/>
                </a:cubicBezTo>
                <a:close/>
                <a:moveTo>
                  <a:pt x="8131" y="3827"/>
                </a:moveTo>
                <a:cubicBezTo>
                  <a:pt x="8131" y="3866"/>
                  <a:pt x="8099" y="3897"/>
                  <a:pt x="8061" y="3897"/>
                </a:cubicBezTo>
                <a:cubicBezTo>
                  <a:pt x="8022" y="3897"/>
                  <a:pt x="7991" y="3866"/>
                  <a:pt x="7991" y="3827"/>
                </a:cubicBezTo>
                <a:cubicBezTo>
                  <a:pt x="7991" y="3788"/>
                  <a:pt x="8022" y="3757"/>
                  <a:pt x="8061" y="3757"/>
                </a:cubicBezTo>
                <a:cubicBezTo>
                  <a:pt x="8099" y="3757"/>
                  <a:pt x="8131" y="3788"/>
                  <a:pt x="8131" y="3827"/>
                </a:cubicBezTo>
                <a:close/>
                <a:moveTo>
                  <a:pt x="5546" y="2145"/>
                </a:moveTo>
                <a:cubicBezTo>
                  <a:pt x="5546" y="2176"/>
                  <a:pt x="5521" y="2201"/>
                  <a:pt x="5490" y="2201"/>
                </a:cubicBezTo>
                <a:cubicBezTo>
                  <a:pt x="5459" y="2201"/>
                  <a:pt x="5434" y="2176"/>
                  <a:pt x="5434" y="2145"/>
                </a:cubicBezTo>
                <a:cubicBezTo>
                  <a:pt x="5434" y="2114"/>
                  <a:pt x="5459" y="2089"/>
                  <a:pt x="5490" y="2089"/>
                </a:cubicBezTo>
                <a:cubicBezTo>
                  <a:pt x="5521" y="2089"/>
                  <a:pt x="5546" y="2114"/>
                  <a:pt x="5546" y="2145"/>
                </a:cubicBezTo>
                <a:close/>
                <a:moveTo>
                  <a:pt x="1043" y="2691"/>
                </a:moveTo>
                <a:cubicBezTo>
                  <a:pt x="1043" y="2728"/>
                  <a:pt x="1012" y="2759"/>
                  <a:pt x="975" y="2759"/>
                </a:cubicBezTo>
                <a:cubicBezTo>
                  <a:pt x="938" y="2759"/>
                  <a:pt x="907" y="2728"/>
                  <a:pt x="907" y="2691"/>
                </a:cubicBezTo>
                <a:cubicBezTo>
                  <a:pt x="907" y="2653"/>
                  <a:pt x="938" y="2623"/>
                  <a:pt x="975" y="2623"/>
                </a:cubicBezTo>
                <a:cubicBezTo>
                  <a:pt x="1012" y="2623"/>
                  <a:pt x="1043" y="2653"/>
                  <a:pt x="1043" y="2691"/>
                </a:cubicBezTo>
                <a:close/>
                <a:moveTo>
                  <a:pt x="1530" y="2591"/>
                </a:moveTo>
                <a:cubicBezTo>
                  <a:pt x="1530" y="2615"/>
                  <a:pt x="1512" y="2633"/>
                  <a:pt x="1488" y="2633"/>
                </a:cubicBezTo>
                <a:cubicBezTo>
                  <a:pt x="1465" y="2633"/>
                  <a:pt x="1446" y="2615"/>
                  <a:pt x="1446" y="2591"/>
                </a:cubicBezTo>
                <a:cubicBezTo>
                  <a:pt x="1446" y="2568"/>
                  <a:pt x="1465" y="2549"/>
                  <a:pt x="1488" y="2549"/>
                </a:cubicBezTo>
                <a:cubicBezTo>
                  <a:pt x="1512" y="2549"/>
                  <a:pt x="1530" y="2568"/>
                  <a:pt x="1530" y="2591"/>
                </a:cubicBezTo>
                <a:close/>
                <a:moveTo>
                  <a:pt x="6210" y="5354"/>
                </a:moveTo>
                <a:cubicBezTo>
                  <a:pt x="6210" y="5377"/>
                  <a:pt x="6190" y="5396"/>
                  <a:pt x="6167" y="5396"/>
                </a:cubicBezTo>
                <a:cubicBezTo>
                  <a:pt x="6143" y="5396"/>
                  <a:pt x="6124" y="5377"/>
                  <a:pt x="6124" y="5354"/>
                </a:cubicBezTo>
                <a:cubicBezTo>
                  <a:pt x="6124" y="5330"/>
                  <a:pt x="6143" y="5311"/>
                  <a:pt x="6167" y="5311"/>
                </a:cubicBezTo>
                <a:cubicBezTo>
                  <a:pt x="6190" y="5311"/>
                  <a:pt x="6210" y="5330"/>
                  <a:pt x="6210" y="5354"/>
                </a:cubicBezTo>
                <a:close/>
                <a:moveTo>
                  <a:pt x="5720" y="249"/>
                </a:moveTo>
                <a:cubicBezTo>
                  <a:pt x="5720" y="271"/>
                  <a:pt x="5703" y="289"/>
                  <a:pt x="5681" y="289"/>
                </a:cubicBezTo>
                <a:cubicBezTo>
                  <a:pt x="5659" y="289"/>
                  <a:pt x="5641" y="271"/>
                  <a:pt x="5641" y="249"/>
                </a:cubicBezTo>
                <a:cubicBezTo>
                  <a:pt x="5641" y="227"/>
                  <a:pt x="5659" y="210"/>
                  <a:pt x="5681" y="210"/>
                </a:cubicBezTo>
                <a:cubicBezTo>
                  <a:pt x="5703" y="210"/>
                  <a:pt x="5720" y="227"/>
                  <a:pt x="5720" y="249"/>
                </a:cubicBezTo>
                <a:close/>
                <a:moveTo>
                  <a:pt x="4269" y="4024"/>
                </a:moveTo>
                <a:cubicBezTo>
                  <a:pt x="4269" y="4060"/>
                  <a:pt x="4240" y="4089"/>
                  <a:pt x="4204" y="4089"/>
                </a:cubicBezTo>
                <a:cubicBezTo>
                  <a:pt x="4168" y="4089"/>
                  <a:pt x="4139" y="4060"/>
                  <a:pt x="4139" y="4024"/>
                </a:cubicBezTo>
                <a:cubicBezTo>
                  <a:pt x="4139" y="3988"/>
                  <a:pt x="4168" y="3958"/>
                  <a:pt x="4204" y="3958"/>
                </a:cubicBezTo>
                <a:cubicBezTo>
                  <a:pt x="4240" y="3958"/>
                  <a:pt x="4269" y="3988"/>
                  <a:pt x="4269" y="4024"/>
                </a:cubicBezTo>
                <a:close/>
                <a:moveTo>
                  <a:pt x="8876" y="3213"/>
                </a:moveTo>
                <a:cubicBezTo>
                  <a:pt x="8876" y="3235"/>
                  <a:pt x="8858" y="3253"/>
                  <a:pt x="8836" y="3253"/>
                </a:cubicBezTo>
                <a:cubicBezTo>
                  <a:pt x="8814" y="3253"/>
                  <a:pt x="8796" y="3235"/>
                  <a:pt x="8796" y="3213"/>
                </a:cubicBezTo>
                <a:cubicBezTo>
                  <a:pt x="8796" y="3190"/>
                  <a:pt x="8814" y="3172"/>
                  <a:pt x="8836" y="3172"/>
                </a:cubicBezTo>
                <a:cubicBezTo>
                  <a:pt x="8858" y="3172"/>
                  <a:pt x="8876" y="3190"/>
                  <a:pt x="8876" y="3213"/>
                </a:cubicBezTo>
                <a:close/>
                <a:moveTo>
                  <a:pt x="8252" y="5304"/>
                </a:moveTo>
                <a:cubicBezTo>
                  <a:pt x="8252" y="5338"/>
                  <a:pt x="8225" y="5366"/>
                  <a:pt x="8191" y="5366"/>
                </a:cubicBezTo>
                <a:cubicBezTo>
                  <a:pt x="8156" y="5366"/>
                  <a:pt x="8129" y="5338"/>
                  <a:pt x="8129" y="5304"/>
                </a:cubicBezTo>
                <a:cubicBezTo>
                  <a:pt x="8129" y="5270"/>
                  <a:pt x="8156" y="5242"/>
                  <a:pt x="8191" y="5242"/>
                </a:cubicBezTo>
                <a:cubicBezTo>
                  <a:pt x="8225" y="5242"/>
                  <a:pt x="8252" y="5270"/>
                  <a:pt x="8252" y="5304"/>
                </a:cubicBezTo>
                <a:close/>
                <a:moveTo>
                  <a:pt x="6704" y="3968"/>
                </a:moveTo>
                <a:cubicBezTo>
                  <a:pt x="6704" y="3993"/>
                  <a:pt x="6684" y="4014"/>
                  <a:pt x="6658" y="4014"/>
                </a:cubicBezTo>
                <a:cubicBezTo>
                  <a:pt x="6633" y="4014"/>
                  <a:pt x="6613" y="3993"/>
                  <a:pt x="6613" y="3968"/>
                </a:cubicBezTo>
                <a:cubicBezTo>
                  <a:pt x="6613" y="3943"/>
                  <a:pt x="6633" y="3922"/>
                  <a:pt x="6658" y="3922"/>
                </a:cubicBezTo>
                <a:cubicBezTo>
                  <a:pt x="6684" y="3922"/>
                  <a:pt x="6704" y="3943"/>
                  <a:pt x="6704" y="3968"/>
                </a:cubicBezTo>
                <a:close/>
                <a:moveTo>
                  <a:pt x="5764" y="2337"/>
                </a:moveTo>
                <a:cubicBezTo>
                  <a:pt x="5764" y="2369"/>
                  <a:pt x="5738" y="2395"/>
                  <a:pt x="5706" y="2395"/>
                </a:cubicBezTo>
                <a:cubicBezTo>
                  <a:pt x="5674" y="2395"/>
                  <a:pt x="5648" y="2369"/>
                  <a:pt x="5648" y="2337"/>
                </a:cubicBezTo>
                <a:cubicBezTo>
                  <a:pt x="5648" y="2305"/>
                  <a:pt x="5674" y="2279"/>
                  <a:pt x="5706" y="2279"/>
                </a:cubicBezTo>
                <a:cubicBezTo>
                  <a:pt x="5738" y="2279"/>
                  <a:pt x="5764" y="2305"/>
                  <a:pt x="5764" y="2337"/>
                </a:cubicBezTo>
                <a:close/>
                <a:moveTo>
                  <a:pt x="8806" y="1934"/>
                </a:moveTo>
                <a:cubicBezTo>
                  <a:pt x="8806" y="1966"/>
                  <a:pt x="8779" y="1993"/>
                  <a:pt x="8746" y="1993"/>
                </a:cubicBezTo>
                <a:cubicBezTo>
                  <a:pt x="8714" y="1993"/>
                  <a:pt x="8687" y="1966"/>
                  <a:pt x="8687" y="1934"/>
                </a:cubicBezTo>
                <a:cubicBezTo>
                  <a:pt x="8687" y="1901"/>
                  <a:pt x="8714" y="1874"/>
                  <a:pt x="8746" y="1874"/>
                </a:cubicBezTo>
                <a:cubicBezTo>
                  <a:pt x="8779" y="1874"/>
                  <a:pt x="8806" y="1901"/>
                  <a:pt x="8806" y="1934"/>
                </a:cubicBezTo>
                <a:close/>
                <a:moveTo>
                  <a:pt x="1096" y="605"/>
                </a:moveTo>
                <a:cubicBezTo>
                  <a:pt x="1096" y="626"/>
                  <a:pt x="1079" y="643"/>
                  <a:pt x="1058" y="643"/>
                </a:cubicBezTo>
                <a:cubicBezTo>
                  <a:pt x="1037" y="643"/>
                  <a:pt x="1021" y="626"/>
                  <a:pt x="1021" y="605"/>
                </a:cubicBezTo>
                <a:cubicBezTo>
                  <a:pt x="1021" y="584"/>
                  <a:pt x="1037" y="568"/>
                  <a:pt x="1058" y="568"/>
                </a:cubicBezTo>
                <a:cubicBezTo>
                  <a:pt x="1079" y="568"/>
                  <a:pt x="1096" y="584"/>
                  <a:pt x="1096" y="605"/>
                </a:cubicBezTo>
                <a:close/>
                <a:moveTo>
                  <a:pt x="2967" y="2748"/>
                </a:moveTo>
                <a:cubicBezTo>
                  <a:pt x="2967" y="2773"/>
                  <a:pt x="2947" y="2793"/>
                  <a:pt x="2922" y="2793"/>
                </a:cubicBezTo>
                <a:cubicBezTo>
                  <a:pt x="2897" y="2793"/>
                  <a:pt x="2876" y="2773"/>
                  <a:pt x="2876" y="2748"/>
                </a:cubicBezTo>
                <a:cubicBezTo>
                  <a:pt x="2876" y="2723"/>
                  <a:pt x="2897" y="2702"/>
                  <a:pt x="2922" y="2702"/>
                </a:cubicBezTo>
                <a:cubicBezTo>
                  <a:pt x="2947" y="2702"/>
                  <a:pt x="2967" y="2723"/>
                  <a:pt x="2967" y="2748"/>
                </a:cubicBezTo>
                <a:close/>
                <a:moveTo>
                  <a:pt x="9082" y="392"/>
                </a:moveTo>
                <a:cubicBezTo>
                  <a:pt x="9082" y="428"/>
                  <a:pt x="9053" y="457"/>
                  <a:pt x="9017" y="457"/>
                </a:cubicBezTo>
                <a:cubicBezTo>
                  <a:pt x="8981" y="457"/>
                  <a:pt x="8952" y="428"/>
                  <a:pt x="8952" y="392"/>
                </a:cubicBezTo>
                <a:cubicBezTo>
                  <a:pt x="8952" y="357"/>
                  <a:pt x="8981" y="328"/>
                  <a:pt x="9017" y="328"/>
                </a:cubicBezTo>
                <a:cubicBezTo>
                  <a:pt x="9053" y="328"/>
                  <a:pt x="9082" y="357"/>
                  <a:pt x="9082" y="392"/>
                </a:cubicBezTo>
                <a:close/>
                <a:moveTo>
                  <a:pt x="2477" y="1926"/>
                </a:moveTo>
                <a:cubicBezTo>
                  <a:pt x="2477" y="1952"/>
                  <a:pt x="2456" y="1974"/>
                  <a:pt x="2429" y="1974"/>
                </a:cubicBezTo>
                <a:cubicBezTo>
                  <a:pt x="2402" y="1974"/>
                  <a:pt x="2380" y="1952"/>
                  <a:pt x="2380" y="1926"/>
                </a:cubicBezTo>
                <a:cubicBezTo>
                  <a:pt x="2380" y="1899"/>
                  <a:pt x="2402" y="1877"/>
                  <a:pt x="2429" y="1877"/>
                </a:cubicBezTo>
                <a:cubicBezTo>
                  <a:pt x="2456" y="1877"/>
                  <a:pt x="2477" y="1899"/>
                  <a:pt x="2477" y="1926"/>
                </a:cubicBezTo>
                <a:close/>
                <a:moveTo>
                  <a:pt x="4488" y="3594"/>
                </a:moveTo>
                <a:cubicBezTo>
                  <a:pt x="4488" y="3611"/>
                  <a:pt x="4473" y="3626"/>
                  <a:pt x="4456" y="3626"/>
                </a:cubicBezTo>
                <a:cubicBezTo>
                  <a:pt x="4439" y="3626"/>
                  <a:pt x="4425" y="3611"/>
                  <a:pt x="4425" y="3594"/>
                </a:cubicBezTo>
                <a:cubicBezTo>
                  <a:pt x="4425" y="3577"/>
                  <a:pt x="4439" y="3563"/>
                  <a:pt x="4456" y="3563"/>
                </a:cubicBezTo>
                <a:cubicBezTo>
                  <a:pt x="4473" y="3563"/>
                  <a:pt x="4488" y="3577"/>
                  <a:pt x="4488" y="3594"/>
                </a:cubicBezTo>
                <a:close/>
                <a:moveTo>
                  <a:pt x="5973" y="318"/>
                </a:moveTo>
                <a:cubicBezTo>
                  <a:pt x="5973" y="338"/>
                  <a:pt x="5957" y="355"/>
                  <a:pt x="5937" y="355"/>
                </a:cubicBezTo>
                <a:cubicBezTo>
                  <a:pt x="5917" y="355"/>
                  <a:pt x="5900" y="338"/>
                  <a:pt x="5900" y="318"/>
                </a:cubicBezTo>
                <a:cubicBezTo>
                  <a:pt x="5900" y="298"/>
                  <a:pt x="5917" y="282"/>
                  <a:pt x="5937" y="282"/>
                </a:cubicBezTo>
                <a:cubicBezTo>
                  <a:pt x="5957" y="282"/>
                  <a:pt x="5973" y="298"/>
                  <a:pt x="5973" y="318"/>
                </a:cubicBezTo>
                <a:close/>
                <a:moveTo>
                  <a:pt x="2898" y="3232"/>
                </a:moveTo>
                <a:cubicBezTo>
                  <a:pt x="2898" y="3265"/>
                  <a:pt x="2872" y="3292"/>
                  <a:pt x="2839" y="3292"/>
                </a:cubicBezTo>
                <a:cubicBezTo>
                  <a:pt x="2806" y="3292"/>
                  <a:pt x="2780" y="3265"/>
                  <a:pt x="2780" y="3232"/>
                </a:cubicBezTo>
                <a:cubicBezTo>
                  <a:pt x="2780" y="3200"/>
                  <a:pt x="2806" y="3173"/>
                  <a:pt x="2839" y="3173"/>
                </a:cubicBezTo>
                <a:cubicBezTo>
                  <a:pt x="2872" y="3173"/>
                  <a:pt x="2898" y="3200"/>
                  <a:pt x="2898" y="3232"/>
                </a:cubicBezTo>
                <a:close/>
                <a:moveTo>
                  <a:pt x="428" y="245"/>
                </a:moveTo>
                <a:cubicBezTo>
                  <a:pt x="428" y="270"/>
                  <a:pt x="408" y="291"/>
                  <a:pt x="382" y="291"/>
                </a:cubicBezTo>
                <a:cubicBezTo>
                  <a:pt x="356" y="291"/>
                  <a:pt x="335" y="270"/>
                  <a:pt x="335" y="245"/>
                </a:cubicBezTo>
                <a:cubicBezTo>
                  <a:pt x="335" y="219"/>
                  <a:pt x="356" y="198"/>
                  <a:pt x="382" y="198"/>
                </a:cubicBezTo>
                <a:cubicBezTo>
                  <a:pt x="408" y="198"/>
                  <a:pt x="428" y="219"/>
                  <a:pt x="428" y="245"/>
                </a:cubicBezTo>
                <a:close/>
                <a:moveTo>
                  <a:pt x="2384" y="4497"/>
                </a:moveTo>
                <a:cubicBezTo>
                  <a:pt x="2384" y="4532"/>
                  <a:pt x="2356" y="4560"/>
                  <a:pt x="2321" y="4560"/>
                </a:cubicBezTo>
                <a:cubicBezTo>
                  <a:pt x="2287" y="4560"/>
                  <a:pt x="2259" y="4532"/>
                  <a:pt x="2259" y="4497"/>
                </a:cubicBezTo>
                <a:cubicBezTo>
                  <a:pt x="2259" y="4463"/>
                  <a:pt x="2287" y="4435"/>
                  <a:pt x="2321" y="4435"/>
                </a:cubicBezTo>
                <a:cubicBezTo>
                  <a:pt x="2356" y="4435"/>
                  <a:pt x="2384" y="4463"/>
                  <a:pt x="2384" y="4497"/>
                </a:cubicBezTo>
                <a:close/>
                <a:moveTo>
                  <a:pt x="9076" y="6175"/>
                </a:moveTo>
                <a:cubicBezTo>
                  <a:pt x="9076" y="6213"/>
                  <a:pt x="9046" y="6243"/>
                  <a:pt x="9008" y="6243"/>
                </a:cubicBezTo>
                <a:cubicBezTo>
                  <a:pt x="8970" y="6243"/>
                  <a:pt x="8939" y="6213"/>
                  <a:pt x="8939" y="6175"/>
                </a:cubicBezTo>
                <a:cubicBezTo>
                  <a:pt x="8939" y="6137"/>
                  <a:pt x="8970" y="6106"/>
                  <a:pt x="9008" y="6106"/>
                </a:cubicBezTo>
                <a:cubicBezTo>
                  <a:pt x="9046" y="6106"/>
                  <a:pt x="9076" y="6137"/>
                  <a:pt x="9076" y="6175"/>
                </a:cubicBezTo>
                <a:close/>
                <a:moveTo>
                  <a:pt x="2458" y="3571"/>
                </a:moveTo>
                <a:cubicBezTo>
                  <a:pt x="2458" y="3591"/>
                  <a:pt x="2442" y="3607"/>
                  <a:pt x="2423" y="3607"/>
                </a:cubicBezTo>
                <a:cubicBezTo>
                  <a:pt x="2403" y="3607"/>
                  <a:pt x="2387" y="3591"/>
                  <a:pt x="2387" y="3571"/>
                </a:cubicBezTo>
                <a:cubicBezTo>
                  <a:pt x="2387" y="3552"/>
                  <a:pt x="2403" y="3536"/>
                  <a:pt x="2423" y="3536"/>
                </a:cubicBezTo>
                <a:cubicBezTo>
                  <a:pt x="2442" y="3536"/>
                  <a:pt x="2458" y="3552"/>
                  <a:pt x="2458" y="3571"/>
                </a:cubicBezTo>
                <a:close/>
                <a:moveTo>
                  <a:pt x="5495" y="4398"/>
                </a:moveTo>
                <a:cubicBezTo>
                  <a:pt x="5495" y="4429"/>
                  <a:pt x="5471" y="4454"/>
                  <a:pt x="5440" y="4454"/>
                </a:cubicBezTo>
                <a:cubicBezTo>
                  <a:pt x="5410" y="4454"/>
                  <a:pt x="5385" y="4429"/>
                  <a:pt x="5385" y="4398"/>
                </a:cubicBezTo>
                <a:cubicBezTo>
                  <a:pt x="5385" y="4368"/>
                  <a:pt x="5410" y="4343"/>
                  <a:pt x="5440" y="4343"/>
                </a:cubicBezTo>
                <a:cubicBezTo>
                  <a:pt x="5471" y="4343"/>
                  <a:pt x="5495" y="4368"/>
                  <a:pt x="5495" y="4398"/>
                </a:cubicBezTo>
                <a:close/>
                <a:moveTo>
                  <a:pt x="9818" y="2386"/>
                </a:moveTo>
                <a:cubicBezTo>
                  <a:pt x="9818" y="2412"/>
                  <a:pt x="9797" y="2433"/>
                  <a:pt x="9771" y="2433"/>
                </a:cubicBezTo>
                <a:cubicBezTo>
                  <a:pt x="9745" y="2433"/>
                  <a:pt x="9724" y="2412"/>
                  <a:pt x="9724" y="2386"/>
                </a:cubicBezTo>
                <a:cubicBezTo>
                  <a:pt x="9724" y="2360"/>
                  <a:pt x="9745" y="2339"/>
                  <a:pt x="9771" y="2339"/>
                </a:cubicBezTo>
                <a:cubicBezTo>
                  <a:pt x="9797" y="2339"/>
                  <a:pt x="9818" y="2360"/>
                  <a:pt x="9818" y="2386"/>
                </a:cubicBezTo>
                <a:close/>
                <a:moveTo>
                  <a:pt x="9011" y="5009"/>
                </a:moveTo>
                <a:cubicBezTo>
                  <a:pt x="9011" y="5029"/>
                  <a:pt x="8994" y="5046"/>
                  <a:pt x="8973" y="5046"/>
                </a:cubicBezTo>
                <a:cubicBezTo>
                  <a:pt x="8953" y="5046"/>
                  <a:pt x="8936" y="5029"/>
                  <a:pt x="8936" y="5009"/>
                </a:cubicBezTo>
                <a:cubicBezTo>
                  <a:pt x="8936" y="4988"/>
                  <a:pt x="8953" y="4971"/>
                  <a:pt x="8973" y="4971"/>
                </a:cubicBezTo>
                <a:cubicBezTo>
                  <a:pt x="8994" y="4971"/>
                  <a:pt x="9011" y="4988"/>
                  <a:pt x="9011" y="5009"/>
                </a:cubicBezTo>
                <a:close/>
                <a:moveTo>
                  <a:pt x="3994" y="4859"/>
                </a:moveTo>
                <a:cubicBezTo>
                  <a:pt x="3994" y="4877"/>
                  <a:pt x="3980" y="4892"/>
                  <a:pt x="3962" y="4892"/>
                </a:cubicBezTo>
                <a:cubicBezTo>
                  <a:pt x="3944" y="4892"/>
                  <a:pt x="3929" y="4877"/>
                  <a:pt x="3929" y="4859"/>
                </a:cubicBezTo>
                <a:cubicBezTo>
                  <a:pt x="3929" y="4842"/>
                  <a:pt x="3944" y="4827"/>
                  <a:pt x="3962" y="4827"/>
                </a:cubicBezTo>
                <a:cubicBezTo>
                  <a:pt x="3980" y="4827"/>
                  <a:pt x="3994" y="4842"/>
                  <a:pt x="3994" y="4859"/>
                </a:cubicBezTo>
                <a:close/>
                <a:moveTo>
                  <a:pt x="8182" y="5604"/>
                </a:moveTo>
                <a:cubicBezTo>
                  <a:pt x="8182" y="5635"/>
                  <a:pt x="8157" y="5660"/>
                  <a:pt x="8126" y="5660"/>
                </a:cubicBezTo>
                <a:cubicBezTo>
                  <a:pt x="8095" y="5660"/>
                  <a:pt x="8070" y="5635"/>
                  <a:pt x="8070" y="5604"/>
                </a:cubicBezTo>
                <a:cubicBezTo>
                  <a:pt x="8070" y="5573"/>
                  <a:pt x="8095" y="5548"/>
                  <a:pt x="8126" y="5548"/>
                </a:cubicBezTo>
                <a:cubicBezTo>
                  <a:pt x="8157" y="5548"/>
                  <a:pt x="8182" y="5573"/>
                  <a:pt x="8182" y="5604"/>
                </a:cubicBezTo>
                <a:close/>
                <a:moveTo>
                  <a:pt x="1262" y="3480"/>
                </a:moveTo>
                <a:cubicBezTo>
                  <a:pt x="1262" y="3500"/>
                  <a:pt x="1246" y="3516"/>
                  <a:pt x="1226" y="3516"/>
                </a:cubicBezTo>
                <a:cubicBezTo>
                  <a:pt x="1206" y="3516"/>
                  <a:pt x="1190" y="3500"/>
                  <a:pt x="1190" y="3480"/>
                </a:cubicBezTo>
                <a:cubicBezTo>
                  <a:pt x="1190" y="3460"/>
                  <a:pt x="1206" y="3444"/>
                  <a:pt x="1226" y="3444"/>
                </a:cubicBezTo>
                <a:cubicBezTo>
                  <a:pt x="1246" y="3444"/>
                  <a:pt x="1262" y="3460"/>
                  <a:pt x="1262" y="3480"/>
                </a:cubicBezTo>
                <a:close/>
                <a:moveTo>
                  <a:pt x="8881" y="1607"/>
                </a:moveTo>
                <a:cubicBezTo>
                  <a:pt x="8881" y="1625"/>
                  <a:pt x="8867" y="1639"/>
                  <a:pt x="8849" y="1639"/>
                </a:cubicBezTo>
                <a:cubicBezTo>
                  <a:pt x="8831" y="1639"/>
                  <a:pt x="8817" y="1625"/>
                  <a:pt x="8817" y="1607"/>
                </a:cubicBezTo>
                <a:cubicBezTo>
                  <a:pt x="8817" y="1589"/>
                  <a:pt x="8831" y="1575"/>
                  <a:pt x="8849" y="1575"/>
                </a:cubicBezTo>
                <a:cubicBezTo>
                  <a:pt x="8867" y="1575"/>
                  <a:pt x="8881" y="1589"/>
                  <a:pt x="8881" y="1607"/>
                </a:cubicBezTo>
                <a:close/>
                <a:moveTo>
                  <a:pt x="4579" y="1529"/>
                </a:moveTo>
                <a:cubicBezTo>
                  <a:pt x="4579" y="1565"/>
                  <a:pt x="4550" y="1594"/>
                  <a:pt x="4515" y="1594"/>
                </a:cubicBezTo>
                <a:cubicBezTo>
                  <a:pt x="4479" y="1594"/>
                  <a:pt x="4450" y="1565"/>
                  <a:pt x="4450" y="1529"/>
                </a:cubicBezTo>
                <a:cubicBezTo>
                  <a:pt x="4450" y="1493"/>
                  <a:pt x="4479" y="1465"/>
                  <a:pt x="4515" y="1465"/>
                </a:cubicBezTo>
                <a:cubicBezTo>
                  <a:pt x="4550" y="1465"/>
                  <a:pt x="4579" y="1493"/>
                  <a:pt x="4579" y="1529"/>
                </a:cubicBezTo>
                <a:close/>
                <a:moveTo>
                  <a:pt x="1863" y="798"/>
                </a:moveTo>
                <a:cubicBezTo>
                  <a:pt x="1863" y="823"/>
                  <a:pt x="1843" y="843"/>
                  <a:pt x="1818" y="843"/>
                </a:cubicBezTo>
                <a:cubicBezTo>
                  <a:pt x="1794" y="843"/>
                  <a:pt x="1773" y="823"/>
                  <a:pt x="1773" y="798"/>
                </a:cubicBezTo>
                <a:cubicBezTo>
                  <a:pt x="1773" y="774"/>
                  <a:pt x="1794" y="753"/>
                  <a:pt x="1818" y="753"/>
                </a:cubicBezTo>
                <a:cubicBezTo>
                  <a:pt x="1843" y="753"/>
                  <a:pt x="1863" y="774"/>
                  <a:pt x="1863" y="798"/>
                </a:cubicBezTo>
                <a:close/>
                <a:moveTo>
                  <a:pt x="4478" y="3406"/>
                </a:moveTo>
                <a:cubicBezTo>
                  <a:pt x="4478" y="3444"/>
                  <a:pt x="4447" y="3474"/>
                  <a:pt x="4409" y="3474"/>
                </a:cubicBezTo>
                <a:cubicBezTo>
                  <a:pt x="4372" y="3474"/>
                  <a:pt x="4341" y="3444"/>
                  <a:pt x="4341" y="3406"/>
                </a:cubicBezTo>
                <a:cubicBezTo>
                  <a:pt x="4341" y="3368"/>
                  <a:pt x="4372" y="3337"/>
                  <a:pt x="4409" y="3337"/>
                </a:cubicBezTo>
                <a:cubicBezTo>
                  <a:pt x="4447" y="3337"/>
                  <a:pt x="4478" y="3368"/>
                  <a:pt x="4478" y="3406"/>
                </a:cubicBezTo>
                <a:close/>
                <a:moveTo>
                  <a:pt x="4027" y="5482"/>
                </a:moveTo>
                <a:cubicBezTo>
                  <a:pt x="4027" y="5502"/>
                  <a:pt x="4011" y="5517"/>
                  <a:pt x="3992" y="5517"/>
                </a:cubicBezTo>
                <a:cubicBezTo>
                  <a:pt x="3972" y="5517"/>
                  <a:pt x="3957" y="5502"/>
                  <a:pt x="3957" y="5482"/>
                </a:cubicBezTo>
                <a:cubicBezTo>
                  <a:pt x="3957" y="5463"/>
                  <a:pt x="3972" y="5447"/>
                  <a:pt x="3992" y="5447"/>
                </a:cubicBezTo>
                <a:cubicBezTo>
                  <a:pt x="4011" y="5447"/>
                  <a:pt x="4027" y="5463"/>
                  <a:pt x="4027" y="5482"/>
                </a:cubicBezTo>
                <a:close/>
                <a:moveTo>
                  <a:pt x="4881" y="5577"/>
                </a:moveTo>
                <a:cubicBezTo>
                  <a:pt x="4881" y="5612"/>
                  <a:pt x="4853" y="5640"/>
                  <a:pt x="4818" y="5640"/>
                </a:cubicBezTo>
                <a:cubicBezTo>
                  <a:pt x="4783" y="5640"/>
                  <a:pt x="4754" y="5612"/>
                  <a:pt x="4754" y="5577"/>
                </a:cubicBezTo>
                <a:cubicBezTo>
                  <a:pt x="4754" y="5542"/>
                  <a:pt x="4783" y="5513"/>
                  <a:pt x="4818" y="5513"/>
                </a:cubicBezTo>
                <a:cubicBezTo>
                  <a:pt x="4853" y="5513"/>
                  <a:pt x="4881" y="5542"/>
                  <a:pt x="4881" y="5577"/>
                </a:cubicBezTo>
                <a:close/>
                <a:moveTo>
                  <a:pt x="6474" y="602"/>
                </a:moveTo>
                <a:cubicBezTo>
                  <a:pt x="6474" y="641"/>
                  <a:pt x="6443" y="672"/>
                  <a:pt x="6404" y="672"/>
                </a:cubicBezTo>
                <a:cubicBezTo>
                  <a:pt x="6365" y="672"/>
                  <a:pt x="6334" y="641"/>
                  <a:pt x="6334" y="602"/>
                </a:cubicBezTo>
                <a:cubicBezTo>
                  <a:pt x="6334" y="564"/>
                  <a:pt x="6365" y="532"/>
                  <a:pt x="6404" y="532"/>
                </a:cubicBezTo>
                <a:cubicBezTo>
                  <a:pt x="6443" y="532"/>
                  <a:pt x="6474" y="564"/>
                  <a:pt x="6474" y="602"/>
                </a:cubicBezTo>
                <a:close/>
                <a:moveTo>
                  <a:pt x="3647" y="4177"/>
                </a:moveTo>
                <a:cubicBezTo>
                  <a:pt x="3647" y="4196"/>
                  <a:pt x="3632" y="4211"/>
                  <a:pt x="3613" y="4211"/>
                </a:cubicBezTo>
                <a:cubicBezTo>
                  <a:pt x="3594" y="4211"/>
                  <a:pt x="3579" y="4196"/>
                  <a:pt x="3579" y="4177"/>
                </a:cubicBezTo>
                <a:cubicBezTo>
                  <a:pt x="3579" y="4158"/>
                  <a:pt x="3594" y="4143"/>
                  <a:pt x="3613" y="4143"/>
                </a:cubicBezTo>
                <a:cubicBezTo>
                  <a:pt x="3632" y="4143"/>
                  <a:pt x="3647" y="4158"/>
                  <a:pt x="3647" y="4177"/>
                </a:cubicBezTo>
                <a:close/>
                <a:moveTo>
                  <a:pt x="1087" y="2626"/>
                </a:moveTo>
                <a:cubicBezTo>
                  <a:pt x="1087" y="2660"/>
                  <a:pt x="1060" y="2688"/>
                  <a:pt x="1026" y="2688"/>
                </a:cubicBezTo>
                <a:cubicBezTo>
                  <a:pt x="992" y="2688"/>
                  <a:pt x="964" y="2660"/>
                  <a:pt x="964" y="2626"/>
                </a:cubicBezTo>
                <a:cubicBezTo>
                  <a:pt x="964" y="2592"/>
                  <a:pt x="992" y="2564"/>
                  <a:pt x="1026" y="2564"/>
                </a:cubicBezTo>
                <a:cubicBezTo>
                  <a:pt x="1060" y="2564"/>
                  <a:pt x="1087" y="2592"/>
                  <a:pt x="1087" y="2626"/>
                </a:cubicBezTo>
                <a:close/>
                <a:moveTo>
                  <a:pt x="7569" y="2453"/>
                </a:moveTo>
                <a:cubicBezTo>
                  <a:pt x="7569" y="2475"/>
                  <a:pt x="7551" y="2493"/>
                  <a:pt x="7529" y="2493"/>
                </a:cubicBezTo>
                <a:cubicBezTo>
                  <a:pt x="7507" y="2493"/>
                  <a:pt x="7489" y="2475"/>
                  <a:pt x="7489" y="2453"/>
                </a:cubicBezTo>
                <a:cubicBezTo>
                  <a:pt x="7489" y="2431"/>
                  <a:pt x="7507" y="2413"/>
                  <a:pt x="7529" y="2413"/>
                </a:cubicBezTo>
                <a:cubicBezTo>
                  <a:pt x="7551" y="2413"/>
                  <a:pt x="7569" y="2431"/>
                  <a:pt x="7569" y="2453"/>
                </a:cubicBezTo>
                <a:close/>
                <a:moveTo>
                  <a:pt x="5789" y="2811"/>
                </a:moveTo>
                <a:cubicBezTo>
                  <a:pt x="5789" y="2833"/>
                  <a:pt x="5771" y="2851"/>
                  <a:pt x="5749" y="2851"/>
                </a:cubicBezTo>
                <a:cubicBezTo>
                  <a:pt x="5727" y="2851"/>
                  <a:pt x="5709" y="2833"/>
                  <a:pt x="5709" y="2811"/>
                </a:cubicBezTo>
                <a:cubicBezTo>
                  <a:pt x="5709" y="2789"/>
                  <a:pt x="5727" y="2771"/>
                  <a:pt x="5749" y="2771"/>
                </a:cubicBezTo>
                <a:cubicBezTo>
                  <a:pt x="5771" y="2771"/>
                  <a:pt x="5789" y="2789"/>
                  <a:pt x="5789" y="2811"/>
                </a:cubicBezTo>
                <a:close/>
                <a:moveTo>
                  <a:pt x="1340" y="400"/>
                </a:moveTo>
                <a:cubicBezTo>
                  <a:pt x="1340" y="418"/>
                  <a:pt x="1325" y="433"/>
                  <a:pt x="1307" y="433"/>
                </a:cubicBezTo>
                <a:cubicBezTo>
                  <a:pt x="1288" y="433"/>
                  <a:pt x="1273" y="418"/>
                  <a:pt x="1273" y="400"/>
                </a:cubicBezTo>
                <a:cubicBezTo>
                  <a:pt x="1273" y="381"/>
                  <a:pt x="1288" y="366"/>
                  <a:pt x="1307" y="366"/>
                </a:cubicBezTo>
                <a:cubicBezTo>
                  <a:pt x="1325" y="366"/>
                  <a:pt x="1340" y="381"/>
                  <a:pt x="1340" y="400"/>
                </a:cubicBezTo>
                <a:close/>
                <a:moveTo>
                  <a:pt x="7806" y="5980"/>
                </a:moveTo>
                <a:cubicBezTo>
                  <a:pt x="7806" y="6014"/>
                  <a:pt x="7779" y="6042"/>
                  <a:pt x="7744" y="6042"/>
                </a:cubicBezTo>
                <a:cubicBezTo>
                  <a:pt x="7710" y="6042"/>
                  <a:pt x="7682" y="6014"/>
                  <a:pt x="7682" y="5980"/>
                </a:cubicBezTo>
                <a:cubicBezTo>
                  <a:pt x="7682" y="5945"/>
                  <a:pt x="7710" y="5918"/>
                  <a:pt x="7744" y="5918"/>
                </a:cubicBezTo>
                <a:cubicBezTo>
                  <a:pt x="7779" y="5918"/>
                  <a:pt x="7806" y="5945"/>
                  <a:pt x="7806" y="5980"/>
                </a:cubicBezTo>
                <a:close/>
                <a:moveTo>
                  <a:pt x="6728" y="2827"/>
                </a:moveTo>
                <a:cubicBezTo>
                  <a:pt x="6728" y="2850"/>
                  <a:pt x="6710" y="2868"/>
                  <a:pt x="6687" y="2868"/>
                </a:cubicBezTo>
                <a:cubicBezTo>
                  <a:pt x="6665" y="2868"/>
                  <a:pt x="6646" y="2850"/>
                  <a:pt x="6646" y="2827"/>
                </a:cubicBezTo>
                <a:cubicBezTo>
                  <a:pt x="6646" y="2804"/>
                  <a:pt x="6665" y="2786"/>
                  <a:pt x="6687" y="2786"/>
                </a:cubicBezTo>
                <a:cubicBezTo>
                  <a:pt x="6710" y="2786"/>
                  <a:pt x="6728" y="2804"/>
                  <a:pt x="6728" y="2827"/>
                </a:cubicBezTo>
                <a:close/>
                <a:moveTo>
                  <a:pt x="4851" y="2549"/>
                </a:moveTo>
                <a:cubicBezTo>
                  <a:pt x="4851" y="2584"/>
                  <a:pt x="4822" y="2612"/>
                  <a:pt x="4787" y="2612"/>
                </a:cubicBezTo>
                <a:cubicBezTo>
                  <a:pt x="4752" y="2612"/>
                  <a:pt x="4724" y="2584"/>
                  <a:pt x="4724" y="2549"/>
                </a:cubicBezTo>
                <a:cubicBezTo>
                  <a:pt x="4724" y="2514"/>
                  <a:pt x="4752" y="2486"/>
                  <a:pt x="4787" y="2486"/>
                </a:cubicBezTo>
                <a:cubicBezTo>
                  <a:pt x="4822" y="2486"/>
                  <a:pt x="4851" y="2514"/>
                  <a:pt x="4851" y="2549"/>
                </a:cubicBezTo>
                <a:close/>
                <a:moveTo>
                  <a:pt x="9609" y="2555"/>
                </a:moveTo>
                <a:cubicBezTo>
                  <a:pt x="9609" y="2577"/>
                  <a:pt x="9591" y="2596"/>
                  <a:pt x="9568" y="2596"/>
                </a:cubicBezTo>
                <a:cubicBezTo>
                  <a:pt x="9546" y="2596"/>
                  <a:pt x="9527" y="2577"/>
                  <a:pt x="9527" y="2555"/>
                </a:cubicBezTo>
                <a:cubicBezTo>
                  <a:pt x="9527" y="2532"/>
                  <a:pt x="9546" y="2514"/>
                  <a:pt x="9568" y="2514"/>
                </a:cubicBezTo>
                <a:cubicBezTo>
                  <a:pt x="9591" y="2514"/>
                  <a:pt x="9609" y="2532"/>
                  <a:pt x="9609" y="2555"/>
                </a:cubicBezTo>
                <a:close/>
                <a:moveTo>
                  <a:pt x="7344" y="5774"/>
                </a:moveTo>
                <a:cubicBezTo>
                  <a:pt x="7344" y="5812"/>
                  <a:pt x="7313" y="5843"/>
                  <a:pt x="7275" y="5843"/>
                </a:cubicBezTo>
                <a:cubicBezTo>
                  <a:pt x="7237" y="5843"/>
                  <a:pt x="7206" y="5812"/>
                  <a:pt x="7206" y="5774"/>
                </a:cubicBezTo>
                <a:cubicBezTo>
                  <a:pt x="7206" y="5736"/>
                  <a:pt x="7237" y="5706"/>
                  <a:pt x="7275" y="5706"/>
                </a:cubicBezTo>
                <a:cubicBezTo>
                  <a:pt x="7313" y="5706"/>
                  <a:pt x="7344" y="5736"/>
                  <a:pt x="7344" y="5774"/>
                </a:cubicBezTo>
                <a:close/>
                <a:moveTo>
                  <a:pt x="9813" y="4982"/>
                </a:moveTo>
                <a:cubicBezTo>
                  <a:pt x="9813" y="5017"/>
                  <a:pt x="9785" y="5045"/>
                  <a:pt x="9750" y="5045"/>
                </a:cubicBezTo>
                <a:cubicBezTo>
                  <a:pt x="9715" y="5045"/>
                  <a:pt x="9687" y="5017"/>
                  <a:pt x="9687" y="4982"/>
                </a:cubicBezTo>
                <a:cubicBezTo>
                  <a:pt x="9687" y="4947"/>
                  <a:pt x="9715" y="4919"/>
                  <a:pt x="9750" y="4919"/>
                </a:cubicBezTo>
                <a:cubicBezTo>
                  <a:pt x="9785" y="4919"/>
                  <a:pt x="9813" y="4947"/>
                  <a:pt x="9813" y="4982"/>
                </a:cubicBezTo>
                <a:close/>
                <a:moveTo>
                  <a:pt x="4760" y="4359"/>
                </a:moveTo>
                <a:cubicBezTo>
                  <a:pt x="4760" y="4380"/>
                  <a:pt x="4743" y="4397"/>
                  <a:pt x="4722" y="4397"/>
                </a:cubicBezTo>
                <a:cubicBezTo>
                  <a:pt x="4701" y="4397"/>
                  <a:pt x="4683" y="4380"/>
                  <a:pt x="4683" y="4359"/>
                </a:cubicBezTo>
                <a:cubicBezTo>
                  <a:pt x="4683" y="4338"/>
                  <a:pt x="4701" y="4320"/>
                  <a:pt x="4722" y="4320"/>
                </a:cubicBezTo>
                <a:cubicBezTo>
                  <a:pt x="4743" y="4320"/>
                  <a:pt x="4760" y="4338"/>
                  <a:pt x="4760" y="4359"/>
                </a:cubicBezTo>
                <a:close/>
                <a:moveTo>
                  <a:pt x="9969" y="1515"/>
                </a:moveTo>
                <a:cubicBezTo>
                  <a:pt x="9969" y="1549"/>
                  <a:pt x="9942" y="1576"/>
                  <a:pt x="9909" y="1576"/>
                </a:cubicBezTo>
                <a:cubicBezTo>
                  <a:pt x="9875" y="1576"/>
                  <a:pt x="9848" y="1549"/>
                  <a:pt x="9848" y="1515"/>
                </a:cubicBezTo>
                <a:cubicBezTo>
                  <a:pt x="9848" y="1482"/>
                  <a:pt x="9875" y="1455"/>
                  <a:pt x="9909" y="1455"/>
                </a:cubicBezTo>
                <a:cubicBezTo>
                  <a:pt x="9942" y="1455"/>
                  <a:pt x="9969" y="1482"/>
                  <a:pt x="9969" y="1515"/>
                </a:cubicBezTo>
                <a:close/>
                <a:moveTo>
                  <a:pt x="7882" y="5502"/>
                </a:moveTo>
                <a:cubicBezTo>
                  <a:pt x="7882" y="5527"/>
                  <a:pt x="7862" y="5547"/>
                  <a:pt x="7838" y="5547"/>
                </a:cubicBezTo>
                <a:cubicBezTo>
                  <a:pt x="7813" y="5547"/>
                  <a:pt x="7793" y="5527"/>
                  <a:pt x="7793" y="5502"/>
                </a:cubicBezTo>
                <a:cubicBezTo>
                  <a:pt x="7793" y="5477"/>
                  <a:pt x="7813" y="5457"/>
                  <a:pt x="7838" y="5457"/>
                </a:cubicBezTo>
                <a:cubicBezTo>
                  <a:pt x="7862" y="5457"/>
                  <a:pt x="7882" y="5477"/>
                  <a:pt x="7882" y="5502"/>
                </a:cubicBezTo>
                <a:close/>
                <a:moveTo>
                  <a:pt x="4936" y="160"/>
                </a:moveTo>
                <a:cubicBezTo>
                  <a:pt x="4936" y="196"/>
                  <a:pt x="4906" y="226"/>
                  <a:pt x="4871" y="226"/>
                </a:cubicBezTo>
                <a:cubicBezTo>
                  <a:pt x="4835" y="226"/>
                  <a:pt x="4805" y="196"/>
                  <a:pt x="4805" y="160"/>
                </a:cubicBezTo>
                <a:cubicBezTo>
                  <a:pt x="4805" y="124"/>
                  <a:pt x="4835" y="95"/>
                  <a:pt x="4871" y="95"/>
                </a:cubicBezTo>
                <a:cubicBezTo>
                  <a:pt x="4906" y="95"/>
                  <a:pt x="4936" y="124"/>
                  <a:pt x="4936" y="160"/>
                </a:cubicBezTo>
                <a:close/>
                <a:moveTo>
                  <a:pt x="5822" y="934"/>
                </a:moveTo>
                <a:cubicBezTo>
                  <a:pt x="5822" y="958"/>
                  <a:pt x="5803" y="977"/>
                  <a:pt x="5779" y="977"/>
                </a:cubicBezTo>
                <a:cubicBezTo>
                  <a:pt x="5755" y="977"/>
                  <a:pt x="5735" y="958"/>
                  <a:pt x="5735" y="934"/>
                </a:cubicBezTo>
                <a:cubicBezTo>
                  <a:pt x="5735" y="910"/>
                  <a:pt x="5755" y="890"/>
                  <a:pt x="5779" y="890"/>
                </a:cubicBezTo>
                <a:cubicBezTo>
                  <a:pt x="5803" y="890"/>
                  <a:pt x="5822" y="910"/>
                  <a:pt x="5822" y="934"/>
                </a:cubicBezTo>
                <a:close/>
                <a:moveTo>
                  <a:pt x="3921" y="3003"/>
                </a:moveTo>
                <a:cubicBezTo>
                  <a:pt x="3921" y="3026"/>
                  <a:pt x="3902" y="3045"/>
                  <a:pt x="3879" y="3045"/>
                </a:cubicBezTo>
                <a:cubicBezTo>
                  <a:pt x="3855" y="3045"/>
                  <a:pt x="3836" y="3026"/>
                  <a:pt x="3836" y="3003"/>
                </a:cubicBezTo>
                <a:cubicBezTo>
                  <a:pt x="3836" y="2980"/>
                  <a:pt x="3855" y="2961"/>
                  <a:pt x="3879" y="2961"/>
                </a:cubicBezTo>
                <a:cubicBezTo>
                  <a:pt x="3902" y="2961"/>
                  <a:pt x="3921" y="2980"/>
                  <a:pt x="3921" y="3003"/>
                </a:cubicBezTo>
                <a:close/>
                <a:moveTo>
                  <a:pt x="2741" y="3298"/>
                </a:moveTo>
                <a:cubicBezTo>
                  <a:pt x="2741" y="3331"/>
                  <a:pt x="2714" y="3358"/>
                  <a:pt x="2680" y="3358"/>
                </a:cubicBezTo>
                <a:cubicBezTo>
                  <a:pt x="2647" y="3358"/>
                  <a:pt x="2620" y="3331"/>
                  <a:pt x="2620" y="3298"/>
                </a:cubicBezTo>
                <a:cubicBezTo>
                  <a:pt x="2620" y="3264"/>
                  <a:pt x="2647" y="3237"/>
                  <a:pt x="2680" y="3237"/>
                </a:cubicBezTo>
                <a:cubicBezTo>
                  <a:pt x="2714" y="3237"/>
                  <a:pt x="2741" y="3264"/>
                  <a:pt x="2741" y="3298"/>
                </a:cubicBezTo>
                <a:close/>
                <a:moveTo>
                  <a:pt x="4751" y="2819"/>
                </a:moveTo>
                <a:cubicBezTo>
                  <a:pt x="4751" y="2844"/>
                  <a:pt x="4731" y="2864"/>
                  <a:pt x="4705" y="2864"/>
                </a:cubicBezTo>
                <a:cubicBezTo>
                  <a:pt x="4680" y="2864"/>
                  <a:pt x="4660" y="2844"/>
                  <a:pt x="4660" y="2819"/>
                </a:cubicBezTo>
                <a:cubicBezTo>
                  <a:pt x="4660" y="2794"/>
                  <a:pt x="4680" y="2774"/>
                  <a:pt x="4705" y="2774"/>
                </a:cubicBezTo>
                <a:cubicBezTo>
                  <a:pt x="4731" y="2774"/>
                  <a:pt x="4751" y="2794"/>
                  <a:pt x="4751" y="2819"/>
                </a:cubicBezTo>
                <a:close/>
                <a:moveTo>
                  <a:pt x="9395" y="4774"/>
                </a:moveTo>
                <a:cubicBezTo>
                  <a:pt x="9395" y="4806"/>
                  <a:pt x="9369" y="4831"/>
                  <a:pt x="9337" y="4831"/>
                </a:cubicBezTo>
                <a:cubicBezTo>
                  <a:pt x="9306" y="4831"/>
                  <a:pt x="9280" y="4806"/>
                  <a:pt x="9280" y="4774"/>
                </a:cubicBezTo>
                <a:cubicBezTo>
                  <a:pt x="9280" y="4742"/>
                  <a:pt x="9306" y="4716"/>
                  <a:pt x="9337" y="4716"/>
                </a:cubicBezTo>
                <a:cubicBezTo>
                  <a:pt x="9369" y="4716"/>
                  <a:pt x="9395" y="4742"/>
                  <a:pt x="9395" y="4774"/>
                </a:cubicBezTo>
                <a:close/>
                <a:moveTo>
                  <a:pt x="676" y="4782"/>
                </a:moveTo>
                <a:cubicBezTo>
                  <a:pt x="676" y="4808"/>
                  <a:pt x="655" y="4829"/>
                  <a:pt x="629" y="4829"/>
                </a:cubicBezTo>
                <a:cubicBezTo>
                  <a:pt x="602" y="4829"/>
                  <a:pt x="581" y="4808"/>
                  <a:pt x="581" y="4782"/>
                </a:cubicBezTo>
                <a:cubicBezTo>
                  <a:pt x="581" y="4755"/>
                  <a:pt x="602" y="4734"/>
                  <a:pt x="629" y="4734"/>
                </a:cubicBezTo>
                <a:cubicBezTo>
                  <a:pt x="655" y="4734"/>
                  <a:pt x="676" y="4755"/>
                  <a:pt x="676" y="4782"/>
                </a:cubicBezTo>
                <a:close/>
                <a:moveTo>
                  <a:pt x="6955" y="2967"/>
                </a:moveTo>
                <a:cubicBezTo>
                  <a:pt x="6955" y="2985"/>
                  <a:pt x="6941" y="3000"/>
                  <a:pt x="6922" y="3000"/>
                </a:cubicBezTo>
                <a:cubicBezTo>
                  <a:pt x="6904" y="3000"/>
                  <a:pt x="6889" y="2985"/>
                  <a:pt x="6889" y="2967"/>
                </a:cubicBezTo>
                <a:cubicBezTo>
                  <a:pt x="6889" y="2949"/>
                  <a:pt x="6904" y="2934"/>
                  <a:pt x="6922" y="2934"/>
                </a:cubicBezTo>
                <a:cubicBezTo>
                  <a:pt x="6941" y="2934"/>
                  <a:pt x="6955" y="2949"/>
                  <a:pt x="6955" y="2967"/>
                </a:cubicBezTo>
                <a:close/>
                <a:moveTo>
                  <a:pt x="5498" y="4565"/>
                </a:moveTo>
                <a:cubicBezTo>
                  <a:pt x="5498" y="4586"/>
                  <a:pt x="5481" y="4602"/>
                  <a:pt x="5461" y="4602"/>
                </a:cubicBezTo>
                <a:cubicBezTo>
                  <a:pt x="5441" y="4602"/>
                  <a:pt x="5424" y="4586"/>
                  <a:pt x="5424" y="4565"/>
                </a:cubicBezTo>
                <a:cubicBezTo>
                  <a:pt x="5424" y="4545"/>
                  <a:pt x="5441" y="4528"/>
                  <a:pt x="5461" y="4528"/>
                </a:cubicBezTo>
                <a:cubicBezTo>
                  <a:pt x="5481" y="4528"/>
                  <a:pt x="5498" y="4545"/>
                  <a:pt x="5498" y="4565"/>
                </a:cubicBezTo>
                <a:close/>
                <a:moveTo>
                  <a:pt x="6159" y="1728"/>
                </a:moveTo>
                <a:cubicBezTo>
                  <a:pt x="6159" y="1745"/>
                  <a:pt x="6145" y="1759"/>
                  <a:pt x="6128" y="1759"/>
                </a:cubicBezTo>
                <a:cubicBezTo>
                  <a:pt x="6111" y="1759"/>
                  <a:pt x="6098" y="1745"/>
                  <a:pt x="6098" y="1728"/>
                </a:cubicBezTo>
                <a:cubicBezTo>
                  <a:pt x="6098" y="1711"/>
                  <a:pt x="6111" y="1698"/>
                  <a:pt x="6128" y="1698"/>
                </a:cubicBezTo>
                <a:cubicBezTo>
                  <a:pt x="6145" y="1698"/>
                  <a:pt x="6159" y="1711"/>
                  <a:pt x="6159" y="1728"/>
                </a:cubicBezTo>
                <a:close/>
                <a:moveTo>
                  <a:pt x="563" y="2477"/>
                </a:moveTo>
                <a:cubicBezTo>
                  <a:pt x="563" y="2499"/>
                  <a:pt x="545" y="2517"/>
                  <a:pt x="523" y="2517"/>
                </a:cubicBezTo>
                <a:cubicBezTo>
                  <a:pt x="501" y="2517"/>
                  <a:pt x="483" y="2499"/>
                  <a:pt x="483" y="2477"/>
                </a:cubicBezTo>
                <a:cubicBezTo>
                  <a:pt x="483" y="2455"/>
                  <a:pt x="501" y="2437"/>
                  <a:pt x="523" y="2437"/>
                </a:cubicBezTo>
                <a:cubicBezTo>
                  <a:pt x="545" y="2437"/>
                  <a:pt x="563" y="2455"/>
                  <a:pt x="563" y="2477"/>
                </a:cubicBezTo>
                <a:close/>
                <a:moveTo>
                  <a:pt x="1867" y="2098"/>
                </a:moveTo>
                <a:cubicBezTo>
                  <a:pt x="1867" y="2132"/>
                  <a:pt x="1839" y="2159"/>
                  <a:pt x="1805" y="2159"/>
                </a:cubicBezTo>
                <a:cubicBezTo>
                  <a:pt x="1772" y="2159"/>
                  <a:pt x="1744" y="2132"/>
                  <a:pt x="1744" y="2098"/>
                </a:cubicBezTo>
                <a:cubicBezTo>
                  <a:pt x="1744" y="2064"/>
                  <a:pt x="1772" y="2037"/>
                  <a:pt x="1805" y="2037"/>
                </a:cubicBezTo>
                <a:cubicBezTo>
                  <a:pt x="1839" y="2037"/>
                  <a:pt x="1867" y="2064"/>
                  <a:pt x="1867" y="2098"/>
                </a:cubicBezTo>
                <a:close/>
                <a:moveTo>
                  <a:pt x="5200" y="3612"/>
                </a:moveTo>
                <a:cubicBezTo>
                  <a:pt x="5200" y="3648"/>
                  <a:pt x="5170" y="3678"/>
                  <a:pt x="5134" y="3678"/>
                </a:cubicBezTo>
                <a:cubicBezTo>
                  <a:pt x="5097" y="3678"/>
                  <a:pt x="5068" y="3648"/>
                  <a:pt x="5068" y="3612"/>
                </a:cubicBezTo>
                <a:cubicBezTo>
                  <a:pt x="5068" y="3575"/>
                  <a:pt x="5097" y="3546"/>
                  <a:pt x="5134" y="3546"/>
                </a:cubicBezTo>
                <a:cubicBezTo>
                  <a:pt x="5170" y="3546"/>
                  <a:pt x="5200" y="3575"/>
                  <a:pt x="5200" y="3612"/>
                </a:cubicBezTo>
                <a:close/>
                <a:moveTo>
                  <a:pt x="2467" y="5597"/>
                </a:moveTo>
                <a:cubicBezTo>
                  <a:pt x="2467" y="5629"/>
                  <a:pt x="2441" y="5654"/>
                  <a:pt x="2410" y="5654"/>
                </a:cubicBezTo>
                <a:cubicBezTo>
                  <a:pt x="2378" y="5654"/>
                  <a:pt x="2353" y="5629"/>
                  <a:pt x="2353" y="5597"/>
                </a:cubicBezTo>
                <a:cubicBezTo>
                  <a:pt x="2353" y="5566"/>
                  <a:pt x="2378" y="5540"/>
                  <a:pt x="2410" y="5540"/>
                </a:cubicBezTo>
                <a:cubicBezTo>
                  <a:pt x="2441" y="5540"/>
                  <a:pt x="2467" y="5566"/>
                  <a:pt x="2467" y="5597"/>
                </a:cubicBezTo>
                <a:close/>
                <a:moveTo>
                  <a:pt x="7223" y="5760"/>
                </a:moveTo>
                <a:cubicBezTo>
                  <a:pt x="7223" y="5780"/>
                  <a:pt x="7206" y="5796"/>
                  <a:pt x="7186" y="5796"/>
                </a:cubicBezTo>
                <a:cubicBezTo>
                  <a:pt x="7166" y="5796"/>
                  <a:pt x="7150" y="5780"/>
                  <a:pt x="7150" y="5760"/>
                </a:cubicBezTo>
                <a:cubicBezTo>
                  <a:pt x="7150" y="5740"/>
                  <a:pt x="7166" y="5724"/>
                  <a:pt x="7186" y="5724"/>
                </a:cubicBezTo>
                <a:cubicBezTo>
                  <a:pt x="7206" y="5724"/>
                  <a:pt x="7223" y="5740"/>
                  <a:pt x="7223" y="5760"/>
                </a:cubicBezTo>
                <a:close/>
                <a:moveTo>
                  <a:pt x="4078" y="3394"/>
                </a:moveTo>
                <a:cubicBezTo>
                  <a:pt x="4078" y="3423"/>
                  <a:pt x="4055" y="3446"/>
                  <a:pt x="4027" y="3446"/>
                </a:cubicBezTo>
                <a:cubicBezTo>
                  <a:pt x="3999" y="3446"/>
                  <a:pt x="3976" y="3423"/>
                  <a:pt x="3976" y="3394"/>
                </a:cubicBezTo>
                <a:cubicBezTo>
                  <a:pt x="3976" y="3366"/>
                  <a:pt x="3999" y="3343"/>
                  <a:pt x="4027" y="3343"/>
                </a:cubicBezTo>
                <a:cubicBezTo>
                  <a:pt x="4055" y="3343"/>
                  <a:pt x="4078" y="3366"/>
                  <a:pt x="4078" y="3394"/>
                </a:cubicBezTo>
                <a:close/>
                <a:moveTo>
                  <a:pt x="9853" y="1522"/>
                </a:moveTo>
                <a:cubicBezTo>
                  <a:pt x="9853" y="1544"/>
                  <a:pt x="9835" y="1563"/>
                  <a:pt x="9813" y="1563"/>
                </a:cubicBezTo>
                <a:cubicBezTo>
                  <a:pt x="9790" y="1563"/>
                  <a:pt x="9772" y="1544"/>
                  <a:pt x="9772" y="1522"/>
                </a:cubicBezTo>
                <a:cubicBezTo>
                  <a:pt x="9772" y="1499"/>
                  <a:pt x="9790" y="1481"/>
                  <a:pt x="9813" y="1481"/>
                </a:cubicBezTo>
                <a:cubicBezTo>
                  <a:pt x="9835" y="1481"/>
                  <a:pt x="9853" y="1499"/>
                  <a:pt x="9853" y="1522"/>
                </a:cubicBezTo>
                <a:close/>
                <a:moveTo>
                  <a:pt x="7786" y="4976"/>
                </a:moveTo>
                <a:cubicBezTo>
                  <a:pt x="7786" y="5000"/>
                  <a:pt x="7767" y="5019"/>
                  <a:pt x="7744" y="5019"/>
                </a:cubicBezTo>
                <a:cubicBezTo>
                  <a:pt x="7720" y="5019"/>
                  <a:pt x="7701" y="5000"/>
                  <a:pt x="7701" y="4976"/>
                </a:cubicBezTo>
                <a:cubicBezTo>
                  <a:pt x="7701" y="4952"/>
                  <a:pt x="7720" y="4933"/>
                  <a:pt x="7744" y="4933"/>
                </a:cubicBezTo>
                <a:cubicBezTo>
                  <a:pt x="7767" y="4933"/>
                  <a:pt x="7786" y="4952"/>
                  <a:pt x="7786" y="4976"/>
                </a:cubicBezTo>
                <a:close/>
                <a:moveTo>
                  <a:pt x="629" y="3143"/>
                </a:moveTo>
                <a:cubicBezTo>
                  <a:pt x="629" y="3172"/>
                  <a:pt x="606" y="3195"/>
                  <a:pt x="577" y="3195"/>
                </a:cubicBezTo>
                <a:cubicBezTo>
                  <a:pt x="548" y="3195"/>
                  <a:pt x="524" y="3172"/>
                  <a:pt x="524" y="3143"/>
                </a:cubicBezTo>
                <a:cubicBezTo>
                  <a:pt x="524" y="3114"/>
                  <a:pt x="548" y="3090"/>
                  <a:pt x="577" y="3090"/>
                </a:cubicBezTo>
                <a:cubicBezTo>
                  <a:pt x="606" y="3090"/>
                  <a:pt x="629" y="3114"/>
                  <a:pt x="629" y="3143"/>
                </a:cubicBezTo>
                <a:close/>
                <a:moveTo>
                  <a:pt x="8594" y="3614"/>
                </a:moveTo>
                <a:cubicBezTo>
                  <a:pt x="8594" y="3642"/>
                  <a:pt x="8571" y="3665"/>
                  <a:pt x="8542" y="3665"/>
                </a:cubicBezTo>
                <a:cubicBezTo>
                  <a:pt x="8513" y="3665"/>
                  <a:pt x="8490" y="3642"/>
                  <a:pt x="8490" y="3614"/>
                </a:cubicBezTo>
                <a:cubicBezTo>
                  <a:pt x="8490" y="3585"/>
                  <a:pt x="8513" y="3562"/>
                  <a:pt x="8542" y="3562"/>
                </a:cubicBezTo>
                <a:cubicBezTo>
                  <a:pt x="8571" y="3562"/>
                  <a:pt x="8594" y="3585"/>
                  <a:pt x="8594" y="3614"/>
                </a:cubicBezTo>
                <a:close/>
                <a:moveTo>
                  <a:pt x="7835" y="4170"/>
                </a:moveTo>
                <a:cubicBezTo>
                  <a:pt x="7835" y="4200"/>
                  <a:pt x="7811" y="4225"/>
                  <a:pt x="7780" y="4225"/>
                </a:cubicBezTo>
                <a:cubicBezTo>
                  <a:pt x="7750" y="4225"/>
                  <a:pt x="7725" y="4200"/>
                  <a:pt x="7725" y="4170"/>
                </a:cubicBezTo>
                <a:cubicBezTo>
                  <a:pt x="7725" y="4139"/>
                  <a:pt x="7750" y="4115"/>
                  <a:pt x="7780" y="4115"/>
                </a:cubicBezTo>
                <a:cubicBezTo>
                  <a:pt x="7811" y="4115"/>
                  <a:pt x="7835" y="4139"/>
                  <a:pt x="7835" y="4170"/>
                </a:cubicBezTo>
                <a:close/>
                <a:moveTo>
                  <a:pt x="273" y="4441"/>
                </a:moveTo>
                <a:cubicBezTo>
                  <a:pt x="273" y="4468"/>
                  <a:pt x="251" y="4489"/>
                  <a:pt x="225" y="4489"/>
                </a:cubicBezTo>
                <a:cubicBezTo>
                  <a:pt x="199" y="4489"/>
                  <a:pt x="177" y="4468"/>
                  <a:pt x="177" y="4441"/>
                </a:cubicBezTo>
                <a:cubicBezTo>
                  <a:pt x="177" y="4415"/>
                  <a:pt x="199" y="4394"/>
                  <a:pt x="225" y="4394"/>
                </a:cubicBezTo>
                <a:cubicBezTo>
                  <a:pt x="251" y="4394"/>
                  <a:pt x="273" y="4415"/>
                  <a:pt x="273" y="4441"/>
                </a:cubicBezTo>
                <a:close/>
                <a:moveTo>
                  <a:pt x="5479" y="3412"/>
                </a:moveTo>
                <a:cubicBezTo>
                  <a:pt x="5479" y="3446"/>
                  <a:pt x="5452" y="3473"/>
                  <a:pt x="5418" y="3473"/>
                </a:cubicBezTo>
                <a:cubicBezTo>
                  <a:pt x="5384" y="3473"/>
                  <a:pt x="5357" y="3446"/>
                  <a:pt x="5357" y="3412"/>
                </a:cubicBezTo>
                <a:cubicBezTo>
                  <a:pt x="5357" y="3378"/>
                  <a:pt x="5384" y="3350"/>
                  <a:pt x="5418" y="3350"/>
                </a:cubicBezTo>
                <a:cubicBezTo>
                  <a:pt x="5452" y="3350"/>
                  <a:pt x="5479" y="3378"/>
                  <a:pt x="5479" y="3412"/>
                </a:cubicBezTo>
                <a:close/>
                <a:moveTo>
                  <a:pt x="1702" y="5480"/>
                </a:moveTo>
                <a:cubicBezTo>
                  <a:pt x="1702" y="5500"/>
                  <a:pt x="1686" y="5516"/>
                  <a:pt x="1666" y="5516"/>
                </a:cubicBezTo>
                <a:cubicBezTo>
                  <a:pt x="1646" y="5516"/>
                  <a:pt x="1630" y="5500"/>
                  <a:pt x="1630" y="5480"/>
                </a:cubicBezTo>
                <a:cubicBezTo>
                  <a:pt x="1630" y="5461"/>
                  <a:pt x="1646" y="5445"/>
                  <a:pt x="1666" y="5445"/>
                </a:cubicBezTo>
                <a:cubicBezTo>
                  <a:pt x="1686" y="5445"/>
                  <a:pt x="1702" y="5461"/>
                  <a:pt x="1702" y="5480"/>
                </a:cubicBezTo>
                <a:close/>
                <a:moveTo>
                  <a:pt x="8205" y="5298"/>
                </a:moveTo>
                <a:cubicBezTo>
                  <a:pt x="8205" y="5316"/>
                  <a:pt x="8191" y="5330"/>
                  <a:pt x="8174" y="5330"/>
                </a:cubicBezTo>
                <a:cubicBezTo>
                  <a:pt x="8156" y="5330"/>
                  <a:pt x="8142" y="5316"/>
                  <a:pt x="8142" y="5298"/>
                </a:cubicBezTo>
                <a:cubicBezTo>
                  <a:pt x="8142" y="5281"/>
                  <a:pt x="8156" y="5267"/>
                  <a:pt x="8174" y="5267"/>
                </a:cubicBezTo>
                <a:cubicBezTo>
                  <a:pt x="8191" y="5267"/>
                  <a:pt x="8205" y="5281"/>
                  <a:pt x="8205" y="5298"/>
                </a:cubicBezTo>
                <a:close/>
                <a:moveTo>
                  <a:pt x="5546" y="5152"/>
                </a:moveTo>
                <a:cubicBezTo>
                  <a:pt x="5546" y="5175"/>
                  <a:pt x="5527" y="5195"/>
                  <a:pt x="5503" y="5195"/>
                </a:cubicBezTo>
                <a:cubicBezTo>
                  <a:pt x="5480" y="5195"/>
                  <a:pt x="5460" y="5175"/>
                  <a:pt x="5460" y="5152"/>
                </a:cubicBezTo>
                <a:cubicBezTo>
                  <a:pt x="5460" y="5128"/>
                  <a:pt x="5480" y="5109"/>
                  <a:pt x="5503" y="5109"/>
                </a:cubicBezTo>
                <a:cubicBezTo>
                  <a:pt x="5527" y="5109"/>
                  <a:pt x="5546" y="5128"/>
                  <a:pt x="5546" y="5152"/>
                </a:cubicBezTo>
                <a:close/>
                <a:moveTo>
                  <a:pt x="1609" y="5895"/>
                </a:moveTo>
                <a:cubicBezTo>
                  <a:pt x="1609" y="5916"/>
                  <a:pt x="1592" y="5933"/>
                  <a:pt x="1570" y="5933"/>
                </a:cubicBezTo>
                <a:cubicBezTo>
                  <a:pt x="1549" y="5933"/>
                  <a:pt x="1532" y="5916"/>
                  <a:pt x="1532" y="5895"/>
                </a:cubicBezTo>
                <a:cubicBezTo>
                  <a:pt x="1532" y="5873"/>
                  <a:pt x="1549" y="5856"/>
                  <a:pt x="1570" y="5856"/>
                </a:cubicBezTo>
                <a:cubicBezTo>
                  <a:pt x="1592" y="5856"/>
                  <a:pt x="1609" y="5873"/>
                  <a:pt x="1609" y="5895"/>
                </a:cubicBezTo>
                <a:close/>
                <a:moveTo>
                  <a:pt x="9958" y="2173"/>
                </a:moveTo>
                <a:cubicBezTo>
                  <a:pt x="9958" y="2211"/>
                  <a:pt x="9928" y="2241"/>
                  <a:pt x="9890" y="2241"/>
                </a:cubicBezTo>
                <a:cubicBezTo>
                  <a:pt x="9853" y="2241"/>
                  <a:pt x="9823" y="2211"/>
                  <a:pt x="9823" y="2173"/>
                </a:cubicBezTo>
                <a:cubicBezTo>
                  <a:pt x="9823" y="2136"/>
                  <a:pt x="9853" y="2105"/>
                  <a:pt x="9890" y="2105"/>
                </a:cubicBezTo>
                <a:cubicBezTo>
                  <a:pt x="9928" y="2105"/>
                  <a:pt x="9958" y="2136"/>
                  <a:pt x="9958" y="2173"/>
                </a:cubicBezTo>
                <a:close/>
                <a:moveTo>
                  <a:pt x="5594" y="535"/>
                </a:moveTo>
                <a:cubicBezTo>
                  <a:pt x="5594" y="557"/>
                  <a:pt x="5577" y="575"/>
                  <a:pt x="5555" y="575"/>
                </a:cubicBezTo>
                <a:cubicBezTo>
                  <a:pt x="5533" y="575"/>
                  <a:pt x="5516" y="557"/>
                  <a:pt x="5516" y="535"/>
                </a:cubicBezTo>
                <a:cubicBezTo>
                  <a:pt x="5516" y="514"/>
                  <a:pt x="5533" y="496"/>
                  <a:pt x="5555" y="496"/>
                </a:cubicBezTo>
                <a:cubicBezTo>
                  <a:pt x="5577" y="496"/>
                  <a:pt x="5594" y="514"/>
                  <a:pt x="5594" y="535"/>
                </a:cubicBezTo>
                <a:close/>
                <a:moveTo>
                  <a:pt x="6130" y="126"/>
                </a:moveTo>
                <a:cubicBezTo>
                  <a:pt x="6130" y="147"/>
                  <a:pt x="6113" y="165"/>
                  <a:pt x="6091" y="165"/>
                </a:cubicBezTo>
                <a:cubicBezTo>
                  <a:pt x="6069" y="165"/>
                  <a:pt x="6052" y="147"/>
                  <a:pt x="6052" y="126"/>
                </a:cubicBezTo>
                <a:cubicBezTo>
                  <a:pt x="6052" y="104"/>
                  <a:pt x="6069" y="87"/>
                  <a:pt x="6091" y="87"/>
                </a:cubicBezTo>
                <a:cubicBezTo>
                  <a:pt x="6113" y="87"/>
                  <a:pt x="6130" y="104"/>
                  <a:pt x="6130" y="126"/>
                </a:cubicBezTo>
                <a:close/>
                <a:moveTo>
                  <a:pt x="3764" y="710"/>
                </a:moveTo>
                <a:cubicBezTo>
                  <a:pt x="3764" y="747"/>
                  <a:pt x="3734" y="777"/>
                  <a:pt x="3696" y="777"/>
                </a:cubicBezTo>
                <a:cubicBezTo>
                  <a:pt x="3659" y="777"/>
                  <a:pt x="3629" y="747"/>
                  <a:pt x="3629" y="710"/>
                </a:cubicBezTo>
                <a:cubicBezTo>
                  <a:pt x="3629" y="672"/>
                  <a:pt x="3659" y="642"/>
                  <a:pt x="3696" y="642"/>
                </a:cubicBezTo>
                <a:cubicBezTo>
                  <a:pt x="3734" y="642"/>
                  <a:pt x="3764" y="672"/>
                  <a:pt x="3764" y="710"/>
                </a:cubicBezTo>
                <a:close/>
                <a:moveTo>
                  <a:pt x="5233" y="2311"/>
                </a:moveTo>
                <a:cubicBezTo>
                  <a:pt x="5233" y="2335"/>
                  <a:pt x="5213" y="2355"/>
                  <a:pt x="5188" y="2355"/>
                </a:cubicBezTo>
                <a:cubicBezTo>
                  <a:pt x="5163" y="2355"/>
                  <a:pt x="5143" y="2335"/>
                  <a:pt x="5143" y="2311"/>
                </a:cubicBezTo>
                <a:cubicBezTo>
                  <a:pt x="5143" y="2286"/>
                  <a:pt x="5163" y="2266"/>
                  <a:pt x="5188" y="2266"/>
                </a:cubicBezTo>
                <a:cubicBezTo>
                  <a:pt x="5213" y="2266"/>
                  <a:pt x="5233" y="2286"/>
                  <a:pt x="5233" y="2311"/>
                </a:cubicBezTo>
                <a:close/>
                <a:moveTo>
                  <a:pt x="1198" y="3794"/>
                </a:moveTo>
                <a:cubicBezTo>
                  <a:pt x="1198" y="3826"/>
                  <a:pt x="1172" y="3851"/>
                  <a:pt x="1141" y="3851"/>
                </a:cubicBezTo>
                <a:cubicBezTo>
                  <a:pt x="1110" y="3851"/>
                  <a:pt x="1084" y="3826"/>
                  <a:pt x="1084" y="3794"/>
                </a:cubicBezTo>
                <a:cubicBezTo>
                  <a:pt x="1084" y="3763"/>
                  <a:pt x="1110" y="3738"/>
                  <a:pt x="1141" y="3738"/>
                </a:cubicBezTo>
                <a:cubicBezTo>
                  <a:pt x="1172" y="3738"/>
                  <a:pt x="1198" y="3763"/>
                  <a:pt x="1198" y="3794"/>
                </a:cubicBezTo>
                <a:close/>
                <a:moveTo>
                  <a:pt x="7506" y="5406"/>
                </a:moveTo>
                <a:cubicBezTo>
                  <a:pt x="7506" y="5442"/>
                  <a:pt x="7478" y="5471"/>
                  <a:pt x="7442" y="5471"/>
                </a:cubicBezTo>
                <a:cubicBezTo>
                  <a:pt x="7406" y="5471"/>
                  <a:pt x="7377" y="5442"/>
                  <a:pt x="7377" y="5406"/>
                </a:cubicBezTo>
                <a:cubicBezTo>
                  <a:pt x="7377" y="5370"/>
                  <a:pt x="7406" y="5341"/>
                  <a:pt x="7442" y="5341"/>
                </a:cubicBezTo>
                <a:cubicBezTo>
                  <a:pt x="7478" y="5341"/>
                  <a:pt x="7506" y="5370"/>
                  <a:pt x="7506" y="5406"/>
                </a:cubicBezTo>
                <a:close/>
                <a:moveTo>
                  <a:pt x="3775" y="1485"/>
                </a:moveTo>
                <a:cubicBezTo>
                  <a:pt x="3775" y="1504"/>
                  <a:pt x="3760" y="1519"/>
                  <a:pt x="3742" y="1519"/>
                </a:cubicBezTo>
                <a:cubicBezTo>
                  <a:pt x="3723" y="1519"/>
                  <a:pt x="3708" y="1504"/>
                  <a:pt x="3708" y="1485"/>
                </a:cubicBezTo>
                <a:cubicBezTo>
                  <a:pt x="3708" y="1467"/>
                  <a:pt x="3723" y="1452"/>
                  <a:pt x="3742" y="1452"/>
                </a:cubicBezTo>
                <a:cubicBezTo>
                  <a:pt x="3760" y="1452"/>
                  <a:pt x="3775" y="1467"/>
                  <a:pt x="3775" y="1485"/>
                </a:cubicBezTo>
                <a:close/>
                <a:moveTo>
                  <a:pt x="6956" y="4046"/>
                </a:moveTo>
                <a:cubicBezTo>
                  <a:pt x="6956" y="4065"/>
                  <a:pt x="6940" y="4081"/>
                  <a:pt x="6921" y="4081"/>
                </a:cubicBezTo>
                <a:cubicBezTo>
                  <a:pt x="6902" y="4081"/>
                  <a:pt x="6887" y="4065"/>
                  <a:pt x="6887" y="4046"/>
                </a:cubicBezTo>
                <a:cubicBezTo>
                  <a:pt x="6887" y="4027"/>
                  <a:pt x="6902" y="4012"/>
                  <a:pt x="6921" y="4012"/>
                </a:cubicBezTo>
                <a:cubicBezTo>
                  <a:pt x="6940" y="4012"/>
                  <a:pt x="6956" y="4027"/>
                  <a:pt x="6956" y="4046"/>
                </a:cubicBezTo>
                <a:close/>
                <a:moveTo>
                  <a:pt x="7209" y="5554"/>
                </a:moveTo>
                <a:cubicBezTo>
                  <a:pt x="7209" y="5571"/>
                  <a:pt x="7195" y="5585"/>
                  <a:pt x="7178" y="5585"/>
                </a:cubicBezTo>
                <a:cubicBezTo>
                  <a:pt x="7161" y="5585"/>
                  <a:pt x="7147" y="5571"/>
                  <a:pt x="7147" y="5554"/>
                </a:cubicBezTo>
                <a:cubicBezTo>
                  <a:pt x="7147" y="5537"/>
                  <a:pt x="7161" y="5523"/>
                  <a:pt x="7178" y="5523"/>
                </a:cubicBezTo>
                <a:cubicBezTo>
                  <a:pt x="7195" y="5523"/>
                  <a:pt x="7209" y="5537"/>
                  <a:pt x="7209" y="5554"/>
                </a:cubicBezTo>
                <a:close/>
                <a:moveTo>
                  <a:pt x="6323" y="4886"/>
                </a:moveTo>
                <a:cubicBezTo>
                  <a:pt x="6323" y="4919"/>
                  <a:pt x="6297" y="4946"/>
                  <a:pt x="6264" y="4946"/>
                </a:cubicBezTo>
                <a:cubicBezTo>
                  <a:pt x="6231" y="4946"/>
                  <a:pt x="6204" y="4919"/>
                  <a:pt x="6204" y="4886"/>
                </a:cubicBezTo>
                <a:cubicBezTo>
                  <a:pt x="6204" y="4853"/>
                  <a:pt x="6231" y="4827"/>
                  <a:pt x="6264" y="4827"/>
                </a:cubicBezTo>
                <a:cubicBezTo>
                  <a:pt x="6297" y="4827"/>
                  <a:pt x="6323" y="4853"/>
                  <a:pt x="6323" y="4886"/>
                </a:cubicBezTo>
                <a:close/>
                <a:moveTo>
                  <a:pt x="2789" y="2389"/>
                </a:moveTo>
                <a:cubicBezTo>
                  <a:pt x="2789" y="2407"/>
                  <a:pt x="2774" y="2422"/>
                  <a:pt x="2755" y="2422"/>
                </a:cubicBezTo>
                <a:cubicBezTo>
                  <a:pt x="2737" y="2422"/>
                  <a:pt x="2722" y="2407"/>
                  <a:pt x="2722" y="2389"/>
                </a:cubicBezTo>
                <a:cubicBezTo>
                  <a:pt x="2722" y="2371"/>
                  <a:pt x="2737" y="2356"/>
                  <a:pt x="2755" y="2356"/>
                </a:cubicBezTo>
                <a:cubicBezTo>
                  <a:pt x="2774" y="2356"/>
                  <a:pt x="2789" y="2371"/>
                  <a:pt x="2789" y="2389"/>
                </a:cubicBezTo>
                <a:close/>
                <a:moveTo>
                  <a:pt x="2302" y="3651"/>
                </a:moveTo>
                <a:cubicBezTo>
                  <a:pt x="2302" y="3687"/>
                  <a:pt x="2273" y="3717"/>
                  <a:pt x="2236" y="3717"/>
                </a:cubicBezTo>
                <a:cubicBezTo>
                  <a:pt x="2200" y="3717"/>
                  <a:pt x="2171" y="3687"/>
                  <a:pt x="2171" y="3651"/>
                </a:cubicBezTo>
                <a:cubicBezTo>
                  <a:pt x="2171" y="3615"/>
                  <a:pt x="2200" y="3585"/>
                  <a:pt x="2236" y="3585"/>
                </a:cubicBezTo>
                <a:cubicBezTo>
                  <a:pt x="2273" y="3585"/>
                  <a:pt x="2302" y="3615"/>
                  <a:pt x="2302" y="3651"/>
                </a:cubicBezTo>
                <a:close/>
                <a:moveTo>
                  <a:pt x="3496" y="4175"/>
                </a:moveTo>
                <a:cubicBezTo>
                  <a:pt x="3496" y="4212"/>
                  <a:pt x="3466" y="4242"/>
                  <a:pt x="3428" y="4242"/>
                </a:cubicBezTo>
                <a:cubicBezTo>
                  <a:pt x="3391" y="4242"/>
                  <a:pt x="3361" y="4212"/>
                  <a:pt x="3361" y="4175"/>
                </a:cubicBezTo>
                <a:cubicBezTo>
                  <a:pt x="3361" y="4138"/>
                  <a:pt x="3391" y="4107"/>
                  <a:pt x="3428" y="4107"/>
                </a:cubicBezTo>
                <a:cubicBezTo>
                  <a:pt x="3466" y="4107"/>
                  <a:pt x="3496" y="4138"/>
                  <a:pt x="3496" y="4175"/>
                </a:cubicBezTo>
                <a:close/>
                <a:moveTo>
                  <a:pt x="7159" y="1389"/>
                </a:moveTo>
                <a:cubicBezTo>
                  <a:pt x="7159" y="1413"/>
                  <a:pt x="7140" y="1433"/>
                  <a:pt x="7116" y="1433"/>
                </a:cubicBezTo>
                <a:cubicBezTo>
                  <a:pt x="7092" y="1433"/>
                  <a:pt x="7073" y="1413"/>
                  <a:pt x="7073" y="1389"/>
                </a:cubicBezTo>
                <a:cubicBezTo>
                  <a:pt x="7073" y="1366"/>
                  <a:pt x="7092" y="1346"/>
                  <a:pt x="7116" y="1346"/>
                </a:cubicBezTo>
                <a:cubicBezTo>
                  <a:pt x="7140" y="1346"/>
                  <a:pt x="7159" y="1366"/>
                  <a:pt x="7159" y="1389"/>
                </a:cubicBezTo>
                <a:close/>
                <a:moveTo>
                  <a:pt x="9342" y="153"/>
                </a:moveTo>
                <a:cubicBezTo>
                  <a:pt x="9342" y="181"/>
                  <a:pt x="9319" y="203"/>
                  <a:pt x="9292" y="203"/>
                </a:cubicBezTo>
                <a:cubicBezTo>
                  <a:pt x="9264" y="203"/>
                  <a:pt x="9242" y="181"/>
                  <a:pt x="9242" y="153"/>
                </a:cubicBezTo>
                <a:cubicBezTo>
                  <a:pt x="9242" y="126"/>
                  <a:pt x="9264" y="103"/>
                  <a:pt x="9292" y="103"/>
                </a:cubicBezTo>
                <a:cubicBezTo>
                  <a:pt x="9319" y="103"/>
                  <a:pt x="9342" y="126"/>
                  <a:pt x="9342" y="153"/>
                </a:cubicBezTo>
                <a:close/>
                <a:moveTo>
                  <a:pt x="3715" y="1154"/>
                </a:moveTo>
                <a:cubicBezTo>
                  <a:pt x="3715" y="1183"/>
                  <a:pt x="3692" y="1206"/>
                  <a:pt x="3663" y="1206"/>
                </a:cubicBezTo>
                <a:cubicBezTo>
                  <a:pt x="3634" y="1206"/>
                  <a:pt x="3610" y="1183"/>
                  <a:pt x="3610" y="1154"/>
                </a:cubicBezTo>
                <a:cubicBezTo>
                  <a:pt x="3610" y="1125"/>
                  <a:pt x="3634" y="1101"/>
                  <a:pt x="3663" y="1101"/>
                </a:cubicBezTo>
                <a:cubicBezTo>
                  <a:pt x="3692" y="1101"/>
                  <a:pt x="3715" y="1125"/>
                  <a:pt x="3715" y="1154"/>
                </a:cubicBezTo>
                <a:close/>
                <a:moveTo>
                  <a:pt x="3219" y="1761"/>
                </a:moveTo>
                <a:cubicBezTo>
                  <a:pt x="3219" y="1796"/>
                  <a:pt x="3191" y="1824"/>
                  <a:pt x="3156" y="1824"/>
                </a:cubicBezTo>
                <a:cubicBezTo>
                  <a:pt x="3121" y="1824"/>
                  <a:pt x="3093" y="1796"/>
                  <a:pt x="3093" y="1761"/>
                </a:cubicBezTo>
                <a:cubicBezTo>
                  <a:pt x="3093" y="1727"/>
                  <a:pt x="3121" y="1698"/>
                  <a:pt x="3156" y="1698"/>
                </a:cubicBezTo>
                <a:cubicBezTo>
                  <a:pt x="3191" y="1698"/>
                  <a:pt x="3219" y="1727"/>
                  <a:pt x="3219" y="1761"/>
                </a:cubicBezTo>
                <a:close/>
                <a:moveTo>
                  <a:pt x="7030" y="5557"/>
                </a:moveTo>
                <a:cubicBezTo>
                  <a:pt x="7030" y="5574"/>
                  <a:pt x="7017" y="5587"/>
                  <a:pt x="7000" y="5587"/>
                </a:cubicBezTo>
                <a:cubicBezTo>
                  <a:pt x="6983" y="5587"/>
                  <a:pt x="6970" y="5574"/>
                  <a:pt x="6970" y="5557"/>
                </a:cubicBezTo>
                <a:cubicBezTo>
                  <a:pt x="6970" y="5540"/>
                  <a:pt x="6983" y="5527"/>
                  <a:pt x="7000" y="5527"/>
                </a:cubicBezTo>
                <a:cubicBezTo>
                  <a:pt x="7017" y="5527"/>
                  <a:pt x="7030" y="5540"/>
                  <a:pt x="7030" y="5557"/>
                </a:cubicBezTo>
                <a:close/>
                <a:moveTo>
                  <a:pt x="8078" y="2988"/>
                </a:moveTo>
                <a:cubicBezTo>
                  <a:pt x="8078" y="3016"/>
                  <a:pt x="8055" y="3038"/>
                  <a:pt x="8027" y="3038"/>
                </a:cubicBezTo>
                <a:cubicBezTo>
                  <a:pt x="8000" y="3038"/>
                  <a:pt x="7977" y="3016"/>
                  <a:pt x="7977" y="2988"/>
                </a:cubicBezTo>
                <a:cubicBezTo>
                  <a:pt x="7977" y="2960"/>
                  <a:pt x="8000" y="2938"/>
                  <a:pt x="8027" y="2938"/>
                </a:cubicBezTo>
                <a:cubicBezTo>
                  <a:pt x="8055" y="2938"/>
                  <a:pt x="8078" y="2960"/>
                  <a:pt x="8078" y="2988"/>
                </a:cubicBezTo>
                <a:close/>
                <a:moveTo>
                  <a:pt x="9221" y="3301"/>
                </a:moveTo>
                <a:cubicBezTo>
                  <a:pt x="9221" y="3337"/>
                  <a:pt x="9192" y="3367"/>
                  <a:pt x="9155" y="3367"/>
                </a:cubicBezTo>
                <a:cubicBezTo>
                  <a:pt x="9119" y="3367"/>
                  <a:pt x="9090" y="3337"/>
                  <a:pt x="9090" y="3301"/>
                </a:cubicBezTo>
                <a:cubicBezTo>
                  <a:pt x="9090" y="3264"/>
                  <a:pt x="9119" y="3235"/>
                  <a:pt x="9155" y="3235"/>
                </a:cubicBezTo>
                <a:cubicBezTo>
                  <a:pt x="9192" y="3235"/>
                  <a:pt x="9221" y="3264"/>
                  <a:pt x="9221" y="3301"/>
                </a:cubicBezTo>
                <a:close/>
                <a:moveTo>
                  <a:pt x="7963" y="494"/>
                </a:moveTo>
                <a:cubicBezTo>
                  <a:pt x="7963" y="530"/>
                  <a:pt x="7934" y="559"/>
                  <a:pt x="7899" y="559"/>
                </a:cubicBezTo>
                <a:cubicBezTo>
                  <a:pt x="7863" y="559"/>
                  <a:pt x="7834" y="530"/>
                  <a:pt x="7834" y="494"/>
                </a:cubicBezTo>
                <a:cubicBezTo>
                  <a:pt x="7834" y="458"/>
                  <a:pt x="7863" y="429"/>
                  <a:pt x="7899" y="429"/>
                </a:cubicBezTo>
                <a:cubicBezTo>
                  <a:pt x="7934" y="429"/>
                  <a:pt x="7963" y="458"/>
                  <a:pt x="7963" y="494"/>
                </a:cubicBezTo>
                <a:close/>
                <a:moveTo>
                  <a:pt x="3162" y="3395"/>
                </a:moveTo>
                <a:cubicBezTo>
                  <a:pt x="3162" y="3423"/>
                  <a:pt x="3140" y="3445"/>
                  <a:pt x="3112" y="3445"/>
                </a:cubicBezTo>
                <a:cubicBezTo>
                  <a:pt x="3084" y="3445"/>
                  <a:pt x="3061" y="3423"/>
                  <a:pt x="3061" y="3395"/>
                </a:cubicBezTo>
                <a:cubicBezTo>
                  <a:pt x="3061" y="3367"/>
                  <a:pt x="3084" y="3345"/>
                  <a:pt x="3112" y="3345"/>
                </a:cubicBezTo>
                <a:cubicBezTo>
                  <a:pt x="3140" y="3345"/>
                  <a:pt x="3162" y="3367"/>
                  <a:pt x="3162" y="3395"/>
                </a:cubicBezTo>
                <a:close/>
                <a:moveTo>
                  <a:pt x="6324" y="464"/>
                </a:moveTo>
                <a:cubicBezTo>
                  <a:pt x="6324" y="492"/>
                  <a:pt x="6301" y="515"/>
                  <a:pt x="6273" y="515"/>
                </a:cubicBezTo>
                <a:cubicBezTo>
                  <a:pt x="6245" y="515"/>
                  <a:pt x="6222" y="492"/>
                  <a:pt x="6222" y="464"/>
                </a:cubicBezTo>
                <a:cubicBezTo>
                  <a:pt x="6222" y="436"/>
                  <a:pt x="6245" y="413"/>
                  <a:pt x="6273" y="413"/>
                </a:cubicBezTo>
                <a:cubicBezTo>
                  <a:pt x="6301" y="413"/>
                  <a:pt x="6324" y="436"/>
                  <a:pt x="6324" y="464"/>
                </a:cubicBezTo>
                <a:close/>
                <a:moveTo>
                  <a:pt x="6711" y="1822"/>
                </a:moveTo>
                <a:cubicBezTo>
                  <a:pt x="6711" y="1856"/>
                  <a:pt x="6683" y="1884"/>
                  <a:pt x="6649" y="1884"/>
                </a:cubicBezTo>
                <a:cubicBezTo>
                  <a:pt x="6615" y="1884"/>
                  <a:pt x="6588" y="1856"/>
                  <a:pt x="6588" y="1822"/>
                </a:cubicBezTo>
                <a:cubicBezTo>
                  <a:pt x="6588" y="1788"/>
                  <a:pt x="6615" y="1761"/>
                  <a:pt x="6649" y="1761"/>
                </a:cubicBezTo>
                <a:cubicBezTo>
                  <a:pt x="6683" y="1761"/>
                  <a:pt x="6711" y="1788"/>
                  <a:pt x="6711" y="1822"/>
                </a:cubicBezTo>
                <a:close/>
                <a:moveTo>
                  <a:pt x="5177" y="2872"/>
                </a:moveTo>
                <a:cubicBezTo>
                  <a:pt x="5177" y="2892"/>
                  <a:pt x="5160" y="2909"/>
                  <a:pt x="5139" y="2909"/>
                </a:cubicBezTo>
                <a:cubicBezTo>
                  <a:pt x="5119" y="2909"/>
                  <a:pt x="5102" y="2892"/>
                  <a:pt x="5102" y="2872"/>
                </a:cubicBezTo>
                <a:cubicBezTo>
                  <a:pt x="5102" y="2851"/>
                  <a:pt x="5119" y="2834"/>
                  <a:pt x="5139" y="2834"/>
                </a:cubicBezTo>
                <a:cubicBezTo>
                  <a:pt x="5160" y="2834"/>
                  <a:pt x="5177" y="2851"/>
                  <a:pt x="5177" y="2872"/>
                </a:cubicBezTo>
                <a:close/>
                <a:moveTo>
                  <a:pt x="1721" y="2258"/>
                </a:moveTo>
                <a:cubicBezTo>
                  <a:pt x="1721" y="2286"/>
                  <a:pt x="1699" y="2308"/>
                  <a:pt x="1672" y="2308"/>
                </a:cubicBezTo>
                <a:cubicBezTo>
                  <a:pt x="1645" y="2308"/>
                  <a:pt x="1622" y="2286"/>
                  <a:pt x="1622" y="2258"/>
                </a:cubicBezTo>
                <a:cubicBezTo>
                  <a:pt x="1622" y="2231"/>
                  <a:pt x="1645" y="2209"/>
                  <a:pt x="1672" y="2209"/>
                </a:cubicBezTo>
                <a:cubicBezTo>
                  <a:pt x="1699" y="2209"/>
                  <a:pt x="1721" y="2231"/>
                  <a:pt x="1721" y="2258"/>
                </a:cubicBezTo>
                <a:close/>
                <a:moveTo>
                  <a:pt x="9320" y="4337"/>
                </a:moveTo>
                <a:cubicBezTo>
                  <a:pt x="9320" y="4357"/>
                  <a:pt x="9304" y="4373"/>
                  <a:pt x="9284" y="4373"/>
                </a:cubicBezTo>
                <a:cubicBezTo>
                  <a:pt x="9264" y="4373"/>
                  <a:pt x="9247" y="4357"/>
                  <a:pt x="9247" y="4337"/>
                </a:cubicBezTo>
                <a:cubicBezTo>
                  <a:pt x="9247" y="4317"/>
                  <a:pt x="9264" y="4300"/>
                  <a:pt x="9284" y="4300"/>
                </a:cubicBezTo>
                <a:cubicBezTo>
                  <a:pt x="9304" y="4300"/>
                  <a:pt x="9320" y="4317"/>
                  <a:pt x="9320" y="4337"/>
                </a:cubicBezTo>
                <a:close/>
                <a:moveTo>
                  <a:pt x="2433" y="5752"/>
                </a:moveTo>
                <a:cubicBezTo>
                  <a:pt x="2433" y="5770"/>
                  <a:pt x="2419" y="5784"/>
                  <a:pt x="2402" y="5784"/>
                </a:cubicBezTo>
                <a:cubicBezTo>
                  <a:pt x="2385" y="5784"/>
                  <a:pt x="2371" y="5770"/>
                  <a:pt x="2371" y="5752"/>
                </a:cubicBezTo>
                <a:cubicBezTo>
                  <a:pt x="2371" y="5735"/>
                  <a:pt x="2385" y="5721"/>
                  <a:pt x="2402" y="5721"/>
                </a:cubicBezTo>
                <a:cubicBezTo>
                  <a:pt x="2419" y="5721"/>
                  <a:pt x="2433" y="5735"/>
                  <a:pt x="2433" y="5752"/>
                </a:cubicBezTo>
                <a:close/>
                <a:moveTo>
                  <a:pt x="9340" y="5046"/>
                </a:moveTo>
                <a:cubicBezTo>
                  <a:pt x="9340" y="5082"/>
                  <a:pt x="9311" y="5111"/>
                  <a:pt x="9275" y="5111"/>
                </a:cubicBezTo>
                <a:cubicBezTo>
                  <a:pt x="9240" y="5111"/>
                  <a:pt x="9211" y="5082"/>
                  <a:pt x="9211" y="5046"/>
                </a:cubicBezTo>
                <a:cubicBezTo>
                  <a:pt x="9211" y="5011"/>
                  <a:pt x="9240" y="4982"/>
                  <a:pt x="9275" y="4982"/>
                </a:cubicBezTo>
                <a:cubicBezTo>
                  <a:pt x="9311" y="4982"/>
                  <a:pt x="9340" y="5011"/>
                  <a:pt x="9340" y="5046"/>
                </a:cubicBezTo>
                <a:close/>
                <a:moveTo>
                  <a:pt x="1957" y="5301"/>
                </a:moveTo>
                <a:cubicBezTo>
                  <a:pt x="1957" y="5328"/>
                  <a:pt x="1935" y="5350"/>
                  <a:pt x="1907" y="5350"/>
                </a:cubicBezTo>
                <a:cubicBezTo>
                  <a:pt x="1880" y="5350"/>
                  <a:pt x="1858" y="5328"/>
                  <a:pt x="1858" y="5301"/>
                </a:cubicBezTo>
                <a:cubicBezTo>
                  <a:pt x="1858" y="5273"/>
                  <a:pt x="1880" y="5251"/>
                  <a:pt x="1907" y="5251"/>
                </a:cubicBezTo>
                <a:cubicBezTo>
                  <a:pt x="1935" y="5251"/>
                  <a:pt x="1957" y="5273"/>
                  <a:pt x="1957" y="5301"/>
                </a:cubicBezTo>
                <a:close/>
                <a:moveTo>
                  <a:pt x="4430" y="1727"/>
                </a:moveTo>
                <a:cubicBezTo>
                  <a:pt x="4430" y="1751"/>
                  <a:pt x="4410" y="1771"/>
                  <a:pt x="4386" y="1771"/>
                </a:cubicBezTo>
                <a:cubicBezTo>
                  <a:pt x="4362" y="1771"/>
                  <a:pt x="4343" y="1751"/>
                  <a:pt x="4343" y="1727"/>
                </a:cubicBezTo>
                <a:cubicBezTo>
                  <a:pt x="4343" y="1703"/>
                  <a:pt x="4362" y="1684"/>
                  <a:pt x="4386" y="1684"/>
                </a:cubicBezTo>
                <a:cubicBezTo>
                  <a:pt x="4410" y="1684"/>
                  <a:pt x="4430" y="1703"/>
                  <a:pt x="4430" y="1727"/>
                </a:cubicBezTo>
                <a:close/>
                <a:moveTo>
                  <a:pt x="6925" y="1782"/>
                </a:moveTo>
                <a:cubicBezTo>
                  <a:pt x="6925" y="1820"/>
                  <a:pt x="6895" y="1851"/>
                  <a:pt x="6857" y="1851"/>
                </a:cubicBezTo>
                <a:cubicBezTo>
                  <a:pt x="6819" y="1851"/>
                  <a:pt x="6788" y="1820"/>
                  <a:pt x="6788" y="1782"/>
                </a:cubicBezTo>
                <a:cubicBezTo>
                  <a:pt x="6788" y="1744"/>
                  <a:pt x="6819" y="1714"/>
                  <a:pt x="6857" y="1714"/>
                </a:cubicBezTo>
                <a:cubicBezTo>
                  <a:pt x="6895" y="1714"/>
                  <a:pt x="6925" y="1744"/>
                  <a:pt x="6925" y="1782"/>
                </a:cubicBezTo>
                <a:close/>
                <a:moveTo>
                  <a:pt x="7842" y="5541"/>
                </a:moveTo>
                <a:cubicBezTo>
                  <a:pt x="7842" y="5572"/>
                  <a:pt x="7817" y="5598"/>
                  <a:pt x="7785" y="5598"/>
                </a:cubicBezTo>
                <a:cubicBezTo>
                  <a:pt x="7754" y="5598"/>
                  <a:pt x="7728" y="5572"/>
                  <a:pt x="7728" y="5541"/>
                </a:cubicBezTo>
                <a:cubicBezTo>
                  <a:pt x="7728" y="5509"/>
                  <a:pt x="7754" y="5484"/>
                  <a:pt x="7785" y="5484"/>
                </a:cubicBezTo>
                <a:cubicBezTo>
                  <a:pt x="7817" y="5484"/>
                  <a:pt x="7842" y="5509"/>
                  <a:pt x="7842" y="5541"/>
                </a:cubicBezTo>
                <a:close/>
                <a:moveTo>
                  <a:pt x="7323" y="1618"/>
                </a:moveTo>
                <a:cubicBezTo>
                  <a:pt x="7323" y="1638"/>
                  <a:pt x="7307" y="1654"/>
                  <a:pt x="7288" y="1654"/>
                </a:cubicBezTo>
                <a:cubicBezTo>
                  <a:pt x="7268" y="1654"/>
                  <a:pt x="7252" y="1638"/>
                  <a:pt x="7252" y="1618"/>
                </a:cubicBezTo>
                <a:cubicBezTo>
                  <a:pt x="7252" y="1599"/>
                  <a:pt x="7268" y="1583"/>
                  <a:pt x="7288" y="1583"/>
                </a:cubicBezTo>
                <a:cubicBezTo>
                  <a:pt x="7307" y="1583"/>
                  <a:pt x="7323" y="1599"/>
                  <a:pt x="7323" y="1618"/>
                </a:cubicBezTo>
                <a:close/>
                <a:moveTo>
                  <a:pt x="1067" y="3975"/>
                </a:moveTo>
                <a:cubicBezTo>
                  <a:pt x="1067" y="4011"/>
                  <a:pt x="1038" y="4041"/>
                  <a:pt x="1001" y="4041"/>
                </a:cubicBezTo>
                <a:cubicBezTo>
                  <a:pt x="964" y="4041"/>
                  <a:pt x="935" y="4011"/>
                  <a:pt x="935" y="3975"/>
                </a:cubicBezTo>
                <a:cubicBezTo>
                  <a:pt x="935" y="3938"/>
                  <a:pt x="964" y="3909"/>
                  <a:pt x="1001" y="3909"/>
                </a:cubicBezTo>
                <a:cubicBezTo>
                  <a:pt x="1038" y="3909"/>
                  <a:pt x="1067" y="3938"/>
                  <a:pt x="1067" y="3975"/>
                </a:cubicBezTo>
                <a:close/>
                <a:moveTo>
                  <a:pt x="3698" y="3414"/>
                </a:moveTo>
                <a:cubicBezTo>
                  <a:pt x="3698" y="3437"/>
                  <a:pt x="3679" y="3455"/>
                  <a:pt x="3657" y="3455"/>
                </a:cubicBezTo>
                <a:cubicBezTo>
                  <a:pt x="3635" y="3455"/>
                  <a:pt x="3616" y="3437"/>
                  <a:pt x="3616" y="3414"/>
                </a:cubicBezTo>
                <a:cubicBezTo>
                  <a:pt x="3616" y="3392"/>
                  <a:pt x="3635" y="3374"/>
                  <a:pt x="3657" y="3374"/>
                </a:cubicBezTo>
                <a:cubicBezTo>
                  <a:pt x="3679" y="3374"/>
                  <a:pt x="3698" y="3392"/>
                  <a:pt x="3698" y="3414"/>
                </a:cubicBezTo>
                <a:close/>
                <a:moveTo>
                  <a:pt x="6583" y="5633"/>
                </a:moveTo>
                <a:cubicBezTo>
                  <a:pt x="6583" y="5665"/>
                  <a:pt x="6557" y="5692"/>
                  <a:pt x="6524" y="5692"/>
                </a:cubicBezTo>
                <a:cubicBezTo>
                  <a:pt x="6492" y="5692"/>
                  <a:pt x="6466" y="5665"/>
                  <a:pt x="6466" y="5633"/>
                </a:cubicBezTo>
                <a:cubicBezTo>
                  <a:pt x="6466" y="5601"/>
                  <a:pt x="6492" y="5574"/>
                  <a:pt x="6524" y="5574"/>
                </a:cubicBezTo>
                <a:cubicBezTo>
                  <a:pt x="6557" y="5574"/>
                  <a:pt x="6583" y="5601"/>
                  <a:pt x="6583" y="5633"/>
                </a:cubicBezTo>
                <a:close/>
                <a:moveTo>
                  <a:pt x="4862" y="5690"/>
                </a:moveTo>
                <a:cubicBezTo>
                  <a:pt x="4862" y="5717"/>
                  <a:pt x="4840" y="5738"/>
                  <a:pt x="4814" y="5738"/>
                </a:cubicBezTo>
                <a:cubicBezTo>
                  <a:pt x="4787" y="5738"/>
                  <a:pt x="4766" y="5717"/>
                  <a:pt x="4766" y="5690"/>
                </a:cubicBezTo>
                <a:cubicBezTo>
                  <a:pt x="4766" y="5664"/>
                  <a:pt x="4787" y="5643"/>
                  <a:pt x="4814" y="5643"/>
                </a:cubicBezTo>
                <a:cubicBezTo>
                  <a:pt x="4840" y="5643"/>
                  <a:pt x="4862" y="5664"/>
                  <a:pt x="4862" y="5690"/>
                </a:cubicBezTo>
                <a:close/>
                <a:moveTo>
                  <a:pt x="9510" y="5123"/>
                </a:moveTo>
                <a:cubicBezTo>
                  <a:pt x="9510" y="5156"/>
                  <a:pt x="9484" y="5182"/>
                  <a:pt x="9451" y="5182"/>
                </a:cubicBezTo>
                <a:cubicBezTo>
                  <a:pt x="9419" y="5182"/>
                  <a:pt x="9393" y="5156"/>
                  <a:pt x="9393" y="5123"/>
                </a:cubicBezTo>
                <a:cubicBezTo>
                  <a:pt x="9393" y="5090"/>
                  <a:pt x="9419" y="5064"/>
                  <a:pt x="9451" y="5064"/>
                </a:cubicBezTo>
                <a:cubicBezTo>
                  <a:pt x="9484" y="5064"/>
                  <a:pt x="9510" y="5090"/>
                  <a:pt x="9510" y="5123"/>
                </a:cubicBezTo>
                <a:close/>
                <a:moveTo>
                  <a:pt x="6713" y="2526"/>
                </a:moveTo>
                <a:cubicBezTo>
                  <a:pt x="6713" y="2551"/>
                  <a:pt x="6692" y="2571"/>
                  <a:pt x="6667" y="2571"/>
                </a:cubicBezTo>
                <a:cubicBezTo>
                  <a:pt x="6642" y="2571"/>
                  <a:pt x="6622" y="2551"/>
                  <a:pt x="6622" y="2526"/>
                </a:cubicBezTo>
                <a:cubicBezTo>
                  <a:pt x="6622" y="2501"/>
                  <a:pt x="6642" y="2480"/>
                  <a:pt x="6667" y="2480"/>
                </a:cubicBezTo>
                <a:cubicBezTo>
                  <a:pt x="6692" y="2480"/>
                  <a:pt x="6713" y="2501"/>
                  <a:pt x="6713" y="2526"/>
                </a:cubicBezTo>
                <a:close/>
                <a:moveTo>
                  <a:pt x="3459" y="4270"/>
                </a:moveTo>
                <a:cubicBezTo>
                  <a:pt x="3459" y="4305"/>
                  <a:pt x="3430" y="4335"/>
                  <a:pt x="3394" y="4335"/>
                </a:cubicBezTo>
                <a:cubicBezTo>
                  <a:pt x="3358" y="4335"/>
                  <a:pt x="3329" y="4305"/>
                  <a:pt x="3329" y="4270"/>
                </a:cubicBezTo>
                <a:cubicBezTo>
                  <a:pt x="3329" y="4234"/>
                  <a:pt x="3358" y="4205"/>
                  <a:pt x="3394" y="4205"/>
                </a:cubicBezTo>
                <a:cubicBezTo>
                  <a:pt x="3430" y="4205"/>
                  <a:pt x="3459" y="4234"/>
                  <a:pt x="3459" y="4270"/>
                </a:cubicBezTo>
                <a:close/>
                <a:moveTo>
                  <a:pt x="2195" y="3094"/>
                </a:moveTo>
                <a:cubicBezTo>
                  <a:pt x="2195" y="3117"/>
                  <a:pt x="2177" y="3135"/>
                  <a:pt x="2153" y="3135"/>
                </a:cubicBezTo>
                <a:cubicBezTo>
                  <a:pt x="2130" y="3135"/>
                  <a:pt x="2112" y="3117"/>
                  <a:pt x="2112" y="3094"/>
                </a:cubicBezTo>
                <a:cubicBezTo>
                  <a:pt x="2112" y="3071"/>
                  <a:pt x="2130" y="3052"/>
                  <a:pt x="2153" y="3052"/>
                </a:cubicBezTo>
                <a:cubicBezTo>
                  <a:pt x="2177" y="3052"/>
                  <a:pt x="2195" y="3071"/>
                  <a:pt x="2195" y="3094"/>
                </a:cubicBezTo>
                <a:close/>
                <a:moveTo>
                  <a:pt x="3076" y="1319"/>
                </a:moveTo>
                <a:cubicBezTo>
                  <a:pt x="3076" y="1354"/>
                  <a:pt x="3047" y="1383"/>
                  <a:pt x="3012" y="1383"/>
                </a:cubicBezTo>
                <a:cubicBezTo>
                  <a:pt x="2976" y="1383"/>
                  <a:pt x="2947" y="1354"/>
                  <a:pt x="2947" y="1319"/>
                </a:cubicBezTo>
                <a:cubicBezTo>
                  <a:pt x="2947" y="1283"/>
                  <a:pt x="2976" y="1254"/>
                  <a:pt x="3012" y="1254"/>
                </a:cubicBezTo>
                <a:cubicBezTo>
                  <a:pt x="3047" y="1254"/>
                  <a:pt x="3076" y="1283"/>
                  <a:pt x="3076" y="1319"/>
                </a:cubicBezTo>
                <a:close/>
                <a:moveTo>
                  <a:pt x="4580" y="5013"/>
                </a:moveTo>
                <a:cubicBezTo>
                  <a:pt x="4580" y="5033"/>
                  <a:pt x="4563" y="5049"/>
                  <a:pt x="4543" y="5049"/>
                </a:cubicBezTo>
                <a:cubicBezTo>
                  <a:pt x="4523" y="5049"/>
                  <a:pt x="4506" y="5033"/>
                  <a:pt x="4506" y="5013"/>
                </a:cubicBezTo>
                <a:cubicBezTo>
                  <a:pt x="4506" y="4992"/>
                  <a:pt x="4523" y="4976"/>
                  <a:pt x="4543" y="4976"/>
                </a:cubicBezTo>
                <a:cubicBezTo>
                  <a:pt x="4563" y="4976"/>
                  <a:pt x="4580" y="4992"/>
                  <a:pt x="4580" y="5013"/>
                </a:cubicBezTo>
                <a:close/>
                <a:moveTo>
                  <a:pt x="7530" y="3564"/>
                </a:moveTo>
                <a:cubicBezTo>
                  <a:pt x="7530" y="3601"/>
                  <a:pt x="7500" y="3631"/>
                  <a:pt x="7462" y="3631"/>
                </a:cubicBezTo>
                <a:cubicBezTo>
                  <a:pt x="7425" y="3631"/>
                  <a:pt x="7395" y="3601"/>
                  <a:pt x="7395" y="3564"/>
                </a:cubicBezTo>
                <a:cubicBezTo>
                  <a:pt x="7395" y="3526"/>
                  <a:pt x="7425" y="3496"/>
                  <a:pt x="7462" y="3496"/>
                </a:cubicBezTo>
                <a:cubicBezTo>
                  <a:pt x="7500" y="3496"/>
                  <a:pt x="7530" y="3526"/>
                  <a:pt x="7530" y="3564"/>
                </a:cubicBezTo>
                <a:close/>
                <a:moveTo>
                  <a:pt x="4234" y="1958"/>
                </a:moveTo>
                <a:cubicBezTo>
                  <a:pt x="4234" y="1976"/>
                  <a:pt x="4220" y="1991"/>
                  <a:pt x="4202" y="1991"/>
                </a:cubicBezTo>
                <a:cubicBezTo>
                  <a:pt x="4183" y="1991"/>
                  <a:pt x="4169" y="1976"/>
                  <a:pt x="4169" y="1958"/>
                </a:cubicBezTo>
                <a:cubicBezTo>
                  <a:pt x="4169" y="1940"/>
                  <a:pt x="4183" y="1926"/>
                  <a:pt x="4202" y="1926"/>
                </a:cubicBezTo>
                <a:cubicBezTo>
                  <a:pt x="4220" y="1926"/>
                  <a:pt x="4234" y="1940"/>
                  <a:pt x="4234" y="1958"/>
                </a:cubicBezTo>
                <a:close/>
                <a:moveTo>
                  <a:pt x="7924" y="4848"/>
                </a:moveTo>
                <a:cubicBezTo>
                  <a:pt x="7924" y="4865"/>
                  <a:pt x="7910" y="4879"/>
                  <a:pt x="7893" y="4879"/>
                </a:cubicBezTo>
                <a:cubicBezTo>
                  <a:pt x="7876" y="4879"/>
                  <a:pt x="7862" y="4865"/>
                  <a:pt x="7862" y="4848"/>
                </a:cubicBezTo>
                <a:cubicBezTo>
                  <a:pt x="7862" y="4831"/>
                  <a:pt x="7876" y="4817"/>
                  <a:pt x="7893" y="4817"/>
                </a:cubicBezTo>
                <a:cubicBezTo>
                  <a:pt x="7910" y="4817"/>
                  <a:pt x="7924" y="4831"/>
                  <a:pt x="7924" y="4848"/>
                </a:cubicBezTo>
                <a:close/>
                <a:moveTo>
                  <a:pt x="5157" y="4363"/>
                </a:moveTo>
                <a:cubicBezTo>
                  <a:pt x="5157" y="4388"/>
                  <a:pt x="5138" y="4408"/>
                  <a:pt x="5113" y="4408"/>
                </a:cubicBezTo>
                <a:cubicBezTo>
                  <a:pt x="5089" y="4408"/>
                  <a:pt x="5069" y="4388"/>
                  <a:pt x="5069" y="4363"/>
                </a:cubicBezTo>
                <a:cubicBezTo>
                  <a:pt x="5069" y="4339"/>
                  <a:pt x="5089" y="4319"/>
                  <a:pt x="5113" y="4319"/>
                </a:cubicBezTo>
                <a:cubicBezTo>
                  <a:pt x="5138" y="4319"/>
                  <a:pt x="5157" y="4339"/>
                  <a:pt x="5157" y="4363"/>
                </a:cubicBezTo>
                <a:close/>
                <a:moveTo>
                  <a:pt x="1238" y="2361"/>
                </a:moveTo>
                <a:cubicBezTo>
                  <a:pt x="1238" y="2391"/>
                  <a:pt x="1214" y="2415"/>
                  <a:pt x="1185" y="2415"/>
                </a:cubicBezTo>
                <a:cubicBezTo>
                  <a:pt x="1155" y="2415"/>
                  <a:pt x="1131" y="2391"/>
                  <a:pt x="1131" y="2361"/>
                </a:cubicBezTo>
                <a:cubicBezTo>
                  <a:pt x="1131" y="2331"/>
                  <a:pt x="1155" y="2307"/>
                  <a:pt x="1185" y="2307"/>
                </a:cubicBezTo>
                <a:cubicBezTo>
                  <a:pt x="1214" y="2307"/>
                  <a:pt x="1238" y="2331"/>
                  <a:pt x="1238" y="2361"/>
                </a:cubicBezTo>
                <a:close/>
                <a:moveTo>
                  <a:pt x="4844" y="3954"/>
                </a:moveTo>
                <a:cubicBezTo>
                  <a:pt x="4844" y="3971"/>
                  <a:pt x="4831" y="3984"/>
                  <a:pt x="4814" y="3984"/>
                </a:cubicBezTo>
                <a:cubicBezTo>
                  <a:pt x="4798" y="3984"/>
                  <a:pt x="4784" y="3971"/>
                  <a:pt x="4784" y="3954"/>
                </a:cubicBezTo>
                <a:cubicBezTo>
                  <a:pt x="4784" y="3937"/>
                  <a:pt x="4798" y="3924"/>
                  <a:pt x="4814" y="3924"/>
                </a:cubicBezTo>
                <a:cubicBezTo>
                  <a:pt x="4831" y="3924"/>
                  <a:pt x="4844" y="3937"/>
                  <a:pt x="4844" y="3954"/>
                </a:cubicBezTo>
                <a:close/>
                <a:moveTo>
                  <a:pt x="4738" y="2505"/>
                </a:moveTo>
                <a:cubicBezTo>
                  <a:pt x="4738" y="2542"/>
                  <a:pt x="4708" y="2571"/>
                  <a:pt x="4672" y="2571"/>
                </a:cubicBezTo>
                <a:cubicBezTo>
                  <a:pt x="4635" y="2571"/>
                  <a:pt x="4606" y="2542"/>
                  <a:pt x="4606" y="2505"/>
                </a:cubicBezTo>
                <a:cubicBezTo>
                  <a:pt x="4606" y="2469"/>
                  <a:pt x="4635" y="2439"/>
                  <a:pt x="4672" y="2439"/>
                </a:cubicBezTo>
                <a:cubicBezTo>
                  <a:pt x="4708" y="2439"/>
                  <a:pt x="4738" y="2469"/>
                  <a:pt x="4738" y="2505"/>
                </a:cubicBezTo>
                <a:close/>
                <a:moveTo>
                  <a:pt x="8156" y="5577"/>
                </a:moveTo>
                <a:cubicBezTo>
                  <a:pt x="8156" y="5604"/>
                  <a:pt x="8134" y="5625"/>
                  <a:pt x="8108" y="5625"/>
                </a:cubicBezTo>
                <a:cubicBezTo>
                  <a:pt x="8081" y="5625"/>
                  <a:pt x="8059" y="5604"/>
                  <a:pt x="8059" y="5577"/>
                </a:cubicBezTo>
                <a:cubicBezTo>
                  <a:pt x="8059" y="5551"/>
                  <a:pt x="8081" y="5529"/>
                  <a:pt x="8108" y="5529"/>
                </a:cubicBezTo>
                <a:cubicBezTo>
                  <a:pt x="8134" y="5529"/>
                  <a:pt x="8156" y="5551"/>
                  <a:pt x="8156" y="5577"/>
                </a:cubicBezTo>
                <a:close/>
                <a:moveTo>
                  <a:pt x="7367" y="4172"/>
                </a:moveTo>
                <a:cubicBezTo>
                  <a:pt x="7367" y="4209"/>
                  <a:pt x="7337" y="4238"/>
                  <a:pt x="7301" y="4238"/>
                </a:cubicBezTo>
                <a:cubicBezTo>
                  <a:pt x="7265" y="4238"/>
                  <a:pt x="7236" y="4209"/>
                  <a:pt x="7236" y="4172"/>
                </a:cubicBezTo>
                <a:cubicBezTo>
                  <a:pt x="7236" y="4136"/>
                  <a:pt x="7265" y="4107"/>
                  <a:pt x="7301" y="4107"/>
                </a:cubicBezTo>
                <a:cubicBezTo>
                  <a:pt x="7337" y="4107"/>
                  <a:pt x="7367" y="4136"/>
                  <a:pt x="7367" y="4172"/>
                </a:cubicBezTo>
                <a:close/>
                <a:moveTo>
                  <a:pt x="3875" y="4396"/>
                </a:moveTo>
                <a:cubicBezTo>
                  <a:pt x="3875" y="4424"/>
                  <a:pt x="3853" y="4446"/>
                  <a:pt x="3826" y="4446"/>
                </a:cubicBezTo>
                <a:cubicBezTo>
                  <a:pt x="3798" y="4446"/>
                  <a:pt x="3776" y="4424"/>
                  <a:pt x="3776" y="4396"/>
                </a:cubicBezTo>
                <a:cubicBezTo>
                  <a:pt x="3776" y="4369"/>
                  <a:pt x="3798" y="4347"/>
                  <a:pt x="3826" y="4347"/>
                </a:cubicBezTo>
                <a:cubicBezTo>
                  <a:pt x="3853" y="4347"/>
                  <a:pt x="3875" y="4369"/>
                  <a:pt x="3875" y="4396"/>
                </a:cubicBezTo>
                <a:close/>
                <a:moveTo>
                  <a:pt x="4226" y="1736"/>
                </a:moveTo>
                <a:cubicBezTo>
                  <a:pt x="4226" y="1754"/>
                  <a:pt x="4211" y="1769"/>
                  <a:pt x="4193" y="1769"/>
                </a:cubicBezTo>
                <a:cubicBezTo>
                  <a:pt x="4174" y="1769"/>
                  <a:pt x="4160" y="1754"/>
                  <a:pt x="4160" y="1736"/>
                </a:cubicBezTo>
                <a:cubicBezTo>
                  <a:pt x="4160" y="1718"/>
                  <a:pt x="4174" y="1703"/>
                  <a:pt x="4193" y="1703"/>
                </a:cubicBezTo>
                <a:cubicBezTo>
                  <a:pt x="4211" y="1703"/>
                  <a:pt x="4226" y="1718"/>
                  <a:pt x="4226" y="1736"/>
                </a:cubicBezTo>
                <a:close/>
                <a:moveTo>
                  <a:pt x="3275" y="3552"/>
                </a:moveTo>
                <a:cubicBezTo>
                  <a:pt x="3275" y="3589"/>
                  <a:pt x="3245" y="3620"/>
                  <a:pt x="3207" y="3620"/>
                </a:cubicBezTo>
                <a:cubicBezTo>
                  <a:pt x="3170" y="3620"/>
                  <a:pt x="3139" y="3589"/>
                  <a:pt x="3139" y="3552"/>
                </a:cubicBezTo>
                <a:cubicBezTo>
                  <a:pt x="3139" y="3514"/>
                  <a:pt x="3170" y="3484"/>
                  <a:pt x="3207" y="3484"/>
                </a:cubicBezTo>
                <a:cubicBezTo>
                  <a:pt x="3245" y="3484"/>
                  <a:pt x="3275" y="3514"/>
                  <a:pt x="3275" y="3552"/>
                </a:cubicBezTo>
                <a:close/>
                <a:moveTo>
                  <a:pt x="1848" y="5552"/>
                </a:moveTo>
                <a:cubicBezTo>
                  <a:pt x="1848" y="5586"/>
                  <a:pt x="1821" y="5613"/>
                  <a:pt x="1787" y="5613"/>
                </a:cubicBezTo>
                <a:cubicBezTo>
                  <a:pt x="1753" y="5613"/>
                  <a:pt x="1725" y="5586"/>
                  <a:pt x="1725" y="5552"/>
                </a:cubicBezTo>
                <a:cubicBezTo>
                  <a:pt x="1725" y="5518"/>
                  <a:pt x="1753" y="5490"/>
                  <a:pt x="1787" y="5490"/>
                </a:cubicBezTo>
                <a:cubicBezTo>
                  <a:pt x="1821" y="5490"/>
                  <a:pt x="1848" y="5518"/>
                  <a:pt x="1848" y="5552"/>
                </a:cubicBezTo>
                <a:close/>
                <a:moveTo>
                  <a:pt x="7456" y="3016"/>
                </a:moveTo>
                <a:cubicBezTo>
                  <a:pt x="7456" y="3044"/>
                  <a:pt x="7434" y="3066"/>
                  <a:pt x="7406" y="3066"/>
                </a:cubicBezTo>
                <a:cubicBezTo>
                  <a:pt x="7379" y="3066"/>
                  <a:pt x="7357" y="3044"/>
                  <a:pt x="7357" y="3016"/>
                </a:cubicBezTo>
                <a:cubicBezTo>
                  <a:pt x="7357" y="2989"/>
                  <a:pt x="7379" y="2967"/>
                  <a:pt x="7406" y="2967"/>
                </a:cubicBezTo>
                <a:cubicBezTo>
                  <a:pt x="7434" y="2967"/>
                  <a:pt x="7456" y="2989"/>
                  <a:pt x="7456" y="3016"/>
                </a:cubicBezTo>
                <a:close/>
                <a:moveTo>
                  <a:pt x="5927" y="4813"/>
                </a:moveTo>
                <a:cubicBezTo>
                  <a:pt x="5927" y="4850"/>
                  <a:pt x="5898" y="4879"/>
                  <a:pt x="5862" y="4879"/>
                </a:cubicBezTo>
                <a:cubicBezTo>
                  <a:pt x="5826" y="4879"/>
                  <a:pt x="5796" y="4850"/>
                  <a:pt x="5796" y="4813"/>
                </a:cubicBezTo>
                <a:cubicBezTo>
                  <a:pt x="5796" y="4777"/>
                  <a:pt x="5826" y="4748"/>
                  <a:pt x="5862" y="4748"/>
                </a:cubicBezTo>
                <a:cubicBezTo>
                  <a:pt x="5898" y="4748"/>
                  <a:pt x="5927" y="4777"/>
                  <a:pt x="5927" y="4813"/>
                </a:cubicBezTo>
                <a:close/>
                <a:moveTo>
                  <a:pt x="216" y="5578"/>
                </a:moveTo>
                <a:cubicBezTo>
                  <a:pt x="216" y="5613"/>
                  <a:pt x="188" y="5641"/>
                  <a:pt x="153" y="5641"/>
                </a:cubicBezTo>
                <a:cubicBezTo>
                  <a:pt x="119" y="5641"/>
                  <a:pt x="91" y="5613"/>
                  <a:pt x="91" y="5578"/>
                </a:cubicBezTo>
                <a:cubicBezTo>
                  <a:pt x="91" y="5544"/>
                  <a:pt x="119" y="5516"/>
                  <a:pt x="153" y="5516"/>
                </a:cubicBezTo>
                <a:cubicBezTo>
                  <a:pt x="188" y="5516"/>
                  <a:pt x="216" y="5544"/>
                  <a:pt x="216" y="5578"/>
                </a:cubicBezTo>
                <a:close/>
                <a:moveTo>
                  <a:pt x="8778" y="1966"/>
                </a:moveTo>
                <a:cubicBezTo>
                  <a:pt x="8778" y="1989"/>
                  <a:pt x="8759" y="2008"/>
                  <a:pt x="8736" y="2008"/>
                </a:cubicBezTo>
                <a:cubicBezTo>
                  <a:pt x="8713" y="2008"/>
                  <a:pt x="8694" y="1989"/>
                  <a:pt x="8694" y="1966"/>
                </a:cubicBezTo>
                <a:cubicBezTo>
                  <a:pt x="8694" y="1942"/>
                  <a:pt x="8713" y="1923"/>
                  <a:pt x="8736" y="1923"/>
                </a:cubicBezTo>
                <a:cubicBezTo>
                  <a:pt x="8759" y="1923"/>
                  <a:pt x="8778" y="1942"/>
                  <a:pt x="8778" y="1966"/>
                </a:cubicBezTo>
                <a:close/>
                <a:moveTo>
                  <a:pt x="8492" y="5375"/>
                </a:moveTo>
                <a:cubicBezTo>
                  <a:pt x="8492" y="5401"/>
                  <a:pt x="8471" y="5422"/>
                  <a:pt x="8446" y="5422"/>
                </a:cubicBezTo>
                <a:cubicBezTo>
                  <a:pt x="8420" y="5422"/>
                  <a:pt x="8399" y="5401"/>
                  <a:pt x="8399" y="5375"/>
                </a:cubicBezTo>
                <a:cubicBezTo>
                  <a:pt x="8399" y="5350"/>
                  <a:pt x="8420" y="5329"/>
                  <a:pt x="8446" y="5329"/>
                </a:cubicBezTo>
                <a:cubicBezTo>
                  <a:pt x="8471" y="5329"/>
                  <a:pt x="8492" y="5350"/>
                  <a:pt x="8492" y="5375"/>
                </a:cubicBezTo>
                <a:close/>
                <a:moveTo>
                  <a:pt x="4260" y="1761"/>
                </a:moveTo>
                <a:cubicBezTo>
                  <a:pt x="4260" y="1781"/>
                  <a:pt x="4244" y="1798"/>
                  <a:pt x="4224" y="1798"/>
                </a:cubicBezTo>
                <a:cubicBezTo>
                  <a:pt x="4204" y="1798"/>
                  <a:pt x="4188" y="1781"/>
                  <a:pt x="4188" y="1761"/>
                </a:cubicBezTo>
                <a:cubicBezTo>
                  <a:pt x="4188" y="1741"/>
                  <a:pt x="4204" y="1725"/>
                  <a:pt x="4224" y="1725"/>
                </a:cubicBezTo>
                <a:cubicBezTo>
                  <a:pt x="4244" y="1725"/>
                  <a:pt x="4260" y="1741"/>
                  <a:pt x="4260" y="1761"/>
                </a:cubicBezTo>
                <a:close/>
                <a:moveTo>
                  <a:pt x="1742" y="1978"/>
                </a:moveTo>
                <a:cubicBezTo>
                  <a:pt x="1742" y="1998"/>
                  <a:pt x="1725" y="2015"/>
                  <a:pt x="1705" y="2015"/>
                </a:cubicBezTo>
                <a:cubicBezTo>
                  <a:pt x="1684" y="2015"/>
                  <a:pt x="1667" y="1998"/>
                  <a:pt x="1667" y="1978"/>
                </a:cubicBezTo>
                <a:cubicBezTo>
                  <a:pt x="1667" y="1957"/>
                  <a:pt x="1684" y="1940"/>
                  <a:pt x="1705" y="1940"/>
                </a:cubicBezTo>
                <a:cubicBezTo>
                  <a:pt x="1725" y="1940"/>
                  <a:pt x="1742" y="1957"/>
                  <a:pt x="1742" y="1978"/>
                </a:cubicBezTo>
                <a:close/>
                <a:moveTo>
                  <a:pt x="6032" y="4771"/>
                </a:moveTo>
                <a:cubicBezTo>
                  <a:pt x="6032" y="4799"/>
                  <a:pt x="6009" y="4822"/>
                  <a:pt x="5981" y="4822"/>
                </a:cubicBezTo>
                <a:cubicBezTo>
                  <a:pt x="5952" y="4822"/>
                  <a:pt x="5929" y="4799"/>
                  <a:pt x="5929" y="4771"/>
                </a:cubicBezTo>
                <a:cubicBezTo>
                  <a:pt x="5929" y="4743"/>
                  <a:pt x="5952" y="4720"/>
                  <a:pt x="5981" y="4720"/>
                </a:cubicBezTo>
                <a:cubicBezTo>
                  <a:pt x="6009" y="4720"/>
                  <a:pt x="6032" y="4743"/>
                  <a:pt x="6032" y="4771"/>
                </a:cubicBezTo>
                <a:close/>
                <a:moveTo>
                  <a:pt x="2940" y="1478"/>
                </a:moveTo>
                <a:cubicBezTo>
                  <a:pt x="2940" y="1505"/>
                  <a:pt x="2918" y="1526"/>
                  <a:pt x="2891" y="1526"/>
                </a:cubicBezTo>
                <a:cubicBezTo>
                  <a:pt x="2865" y="1526"/>
                  <a:pt x="2843" y="1505"/>
                  <a:pt x="2843" y="1478"/>
                </a:cubicBezTo>
                <a:cubicBezTo>
                  <a:pt x="2843" y="1451"/>
                  <a:pt x="2865" y="1430"/>
                  <a:pt x="2891" y="1430"/>
                </a:cubicBezTo>
                <a:cubicBezTo>
                  <a:pt x="2918" y="1430"/>
                  <a:pt x="2940" y="1451"/>
                  <a:pt x="2940" y="1478"/>
                </a:cubicBezTo>
                <a:close/>
                <a:moveTo>
                  <a:pt x="1729" y="2624"/>
                </a:moveTo>
                <a:cubicBezTo>
                  <a:pt x="1729" y="2644"/>
                  <a:pt x="1713" y="2660"/>
                  <a:pt x="1693" y="2660"/>
                </a:cubicBezTo>
                <a:cubicBezTo>
                  <a:pt x="1673" y="2660"/>
                  <a:pt x="1656" y="2644"/>
                  <a:pt x="1656" y="2624"/>
                </a:cubicBezTo>
                <a:cubicBezTo>
                  <a:pt x="1656" y="2604"/>
                  <a:pt x="1673" y="2588"/>
                  <a:pt x="1693" y="2588"/>
                </a:cubicBezTo>
                <a:cubicBezTo>
                  <a:pt x="1713" y="2588"/>
                  <a:pt x="1729" y="2604"/>
                  <a:pt x="1729" y="2624"/>
                </a:cubicBezTo>
                <a:close/>
                <a:moveTo>
                  <a:pt x="7113" y="4722"/>
                </a:moveTo>
                <a:cubicBezTo>
                  <a:pt x="7113" y="4741"/>
                  <a:pt x="7098" y="4756"/>
                  <a:pt x="7079" y="4756"/>
                </a:cubicBezTo>
                <a:cubicBezTo>
                  <a:pt x="7061" y="4756"/>
                  <a:pt x="7046" y="4741"/>
                  <a:pt x="7046" y="4722"/>
                </a:cubicBezTo>
                <a:cubicBezTo>
                  <a:pt x="7046" y="4704"/>
                  <a:pt x="7061" y="4688"/>
                  <a:pt x="7079" y="4688"/>
                </a:cubicBezTo>
                <a:cubicBezTo>
                  <a:pt x="7098" y="4688"/>
                  <a:pt x="7113" y="4704"/>
                  <a:pt x="7113" y="4722"/>
                </a:cubicBezTo>
                <a:close/>
                <a:moveTo>
                  <a:pt x="1661" y="2084"/>
                </a:moveTo>
                <a:cubicBezTo>
                  <a:pt x="1661" y="2105"/>
                  <a:pt x="1644" y="2122"/>
                  <a:pt x="1623" y="2122"/>
                </a:cubicBezTo>
                <a:cubicBezTo>
                  <a:pt x="1602" y="2122"/>
                  <a:pt x="1585" y="2105"/>
                  <a:pt x="1585" y="2084"/>
                </a:cubicBezTo>
                <a:cubicBezTo>
                  <a:pt x="1585" y="2063"/>
                  <a:pt x="1602" y="2046"/>
                  <a:pt x="1623" y="2046"/>
                </a:cubicBezTo>
                <a:cubicBezTo>
                  <a:pt x="1644" y="2046"/>
                  <a:pt x="1661" y="2063"/>
                  <a:pt x="1661" y="2084"/>
                </a:cubicBezTo>
                <a:close/>
                <a:moveTo>
                  <a:pt x="9040" y="2962"/>
                </a:moveTo>
                <a:cubicBezTo>
                  <a:pt x="9040" y="2979"/>
                  <a:pt x="9026" y="2993"/>
                  <a:pt x="9009" y="2993"/>
                </a:cubicBezTo>
                <a:cubicBezTo>
                  <a:pt x="8992" y="2993"/>
                  <a:pt x="8978" y="2979"/>
                  <a:pt x="8978" y="2962"/>
                </a:cubicBezTo>
                <a:cubicBezTo>
                  <a:pt x="8978" y="2945"/>
                  <a:pt x="8992" y="2931"/>
                  <a:pt x="9009" y="2931"/>
                </a:cubicBezTo>
                <a:cubicBezTo>
                  <a:pt x="9026" y="2931"/>
                  <a:pt x="9040" y="2945"/>
                  <a:pt x="9040" y="2962"/>
                </a:cubicBezTo>
                <a:close/>
                <a:moveTo>
                  <a:pt x="3606" y="4128"/>
                </a:moveTo>
                <a:cubicBezTo>
                  <a:pt x="3606" y="4165"/>
                  <a:pt x="3576" y="4195"/>
                  <a:pt x="3539" y="4195"/>
                </a:cubicBezTo>
                <a:cubicBezTo>
                  <a:pt x="3503" y="4195"/>
                  <a:pt x="3473" y="4165"/>
                  <a:pt x="3473" y="4128"/>
                </a:cubicBezTo>
                <a:cubicBezTo>
                  <a:pt x="3473" y="4092"/>
                  <a:pt x="3503" y="4062"/>
                  <a:pt x="3539" y="4062"/>
                </a:cubicBezTo>
                <a:cubicBezTo>
                  <a:pt x="3576" y="4062"/>
                  <a:pt x="3606" y="4092"/>
                  <a:pt x="3606" y="4128"/>
                </a:cubicBezTo>
                <a:close/>
                <a:moveTo>
                  <a:pt x="3486" y="5740"/>
                </a:moveTo>
                <a:cubicBezTo>
                  <a:pt x="3486" y="5760"/>
                  <a:pt x="3469" y="5777"/>
                  <a:pt x="3449" y="5777"/>
                </a:cubicBezTo>
                <a:cubicBezTo>
                  <a:pt x="3428" y="5777"/>
                  <a:pt x="3412" y="5760"/>
                  <a:pt x="3412" y="5740"/>
                </a:cubicBezTo>
                <a:cubicBezTo>
                  <a:pt x="3412" y="5719"/>
                  <a:pt x="3428" y="5703"/>
                  <a:pt x="3449" y="5703"/>
                </a:cubicBezTo>
                <a:cubicBezTo>
                  <a:pt x="3469" y="5703"/>
                  <a:pt x="3486" y="5719"/>
                  <a:pt x="3486" y="5740"/>
                </a:cubicBezTo>
                <a:close/>
                <a:moveTo>
                  <a:pt x="2544" y="4467"/>
                </a:moveTo>
                <a:cubicBezTo>
                  <a:pt x="2544" y="4497"/>
                  <a:pt x="2520" y="4521"/>
                  <a:pt x="2490" y="4521"/>
                </a:cubicBezTo>
                <a:cubicBezTo>
                  <a:pt x="2460" y="4521"/>
                  <a:pt x="2436" y="4497"/>
                  <a:pt x="2436" y="4467"/>
                </a:cubicBezTo>
                <a:cubicBezTo>
                  <a:pt x="2436" y="4437"/>
                  <a:pt x="2460" y="4413"/>
                  <a:pt x="2490" y="4413"/>
                </a:cubicBezTo>
                <a:cubicBezTo>
                  <a:pt x="2520" y="4413"/>
                  <a:pt x="2544" y="4437"/>
                  <a:pt x="2544" y="4467"/>
                </a:cubicBezTo>
                <a:close/>
                <a:moveTo>
                  <a:pt x="3965" y="877"/>
                </a:moveTo>
                <a:cubicBezTo>
                  <a:pt x="3965" y="905"/>
                  <a:pt x="3942" y="928"/>
                  <a:pt x="3914" y="928"/>
                </a:cubicBezTo>
                <a:cubicBezTo>
                  <a:pt x="3886" y="928"/>
                  <a:pt x="3863" y="905"/>
                  <a:pt x="3863" y="877"/>
                </a:cubicBezTo>
                <a:cubicBezTo>
                  <a:pt x="3863" y="849"/>
                  <a:pt x="3886" y="826"/>
                  <a:pt x="3914" y="826"/>
                </a:cubicBezTo>
                <a:cubicBezTo>
                  <a:pt x="3942" y="826"/>
                  <a:pt x="3965" y="849"/>
                  <a:pt x="3965" y="877"/>
                </a:cubicBezTo>
                <a:close/>
                <a:moveTo>
                  <a:pt x="2413" y="5593"/>
                </a:moveTo>
                <a:cubicBezTo>
                  <a:pt x="2413" y="5631"/>
                  <a:pt x="2382" y="5662"/>
                  <a:pt x="2344" y="5662"/>
                </a:cubicBezTo>
                <a:cubicBezTo>
                  <a:pt x="2306" y="5662"/>
                  <a:pt x="2275" y="5631"/>
                  <a:pt x="2275" y="5593"/>
                </a:cubicBezTo>
                <a:cubicBezTo>
                  <a:pt x="2275" y="5555"/>
                  <a:pt x="2306" y="5525"/>
                  <a:pt x="2344" y="5525"/>
                </a:cubicBezTo>
                <a:cubicBezTo>
                  <a:pt x="2382" y="5525"/>
                  <a:pt x="2413" y="5555"/>
                  <a:pt x="2413" y="5593"/>
                </a:cubicBezTo>
                <a:close/>
                <a:moveTo>
                  <a:pt x="6611" y="3892"/>
                </a:moveTo>
                <a:cubicBezTo>
                  <a:pt x="6611" y="3911"/>
                  <a:pt x="6596" y="3927"/>
                  <a:pt x="6577" y="3927"/>
                </a:cubicBezTo>
                <a:cubicBezTo>
                  <a:pt x="6558" y="3927"/>
                  <a:pt x="6543" y="3911"/>
                  <a:pt x="6543" y="3892"/>
                </a:cubicBezTo>
                <a:cubicBezTo>
                  <a:pt x="6543" y="3874"/>
                  <a:pt x="6558" y="3858"/>
                  <a:pt x="6577" y="3858"/>
                </a:cubicBezTo>
                <a:cubicBezTo>
                  <a:pt x="6596" y="3858"/>
                  <a:pt x="6611" y="3874"/>
                  <a:pt x="6611" y="3892"/>
                </a:cubicBezTo>
                <a:close/>
                <a:moveTo>
                  <a:pt x="990" y="2665"/>
                </a:moveTo>
                <a:cubicBezTo>
                  <a:pt x="990" y="2690"/>
                  <a:pt x="970" y="2710"/>
                  <a:pt x="945" y="2710"/>
                </a:cubicBezTo>
                <a:cubicBezTo>
                  <a:pt x="920" y="2710"/>
                  <a:pt x="900" y="2690"/>
                  <a:pt x="900" y="2665"/>
                </a:cubicBezTo>
                <a:cubicBezTo>
                  <a:pt x="900" y="2640"/>
                  <a:pt x="920" y="2620"/>
                  <a:pt x="945" y="2620"/>
                </a:cubicBezTo>
                <a:cubicBezTo>
                  <a:pt x="970" y="2620"/>
                  <a:pt x="990" y="2640"/>
                  <a:pt x="990" y="2665"/>
                </a:cubicBezTo>
                <a:close/>
                <a:moveTo>
                  <a:pt x="6993" y="5858"/>
                </a:moveTo>
                <a:cubicBezTo>
                  <a:pt x="6993" y="5885"/>
                  <a:pt x="6971" y="5907"/>
                  <a:pt x="6944" y="5907"/>
                </a:cubicBezTo>
                <a:cubicBezTo>
                  <a:pt x="6918" y="5907"/>
                  <a:pt x="6896" y="5885"/>
                  <a:pt x="6896" y="5858"/>
                </a:cubicBezTo>
                <a:cubicBezTo>
                  <a:pt x="6896" y="5832"/>
                  <a:pt x="6918" y="5810"/>
                  <a:pt x="6944" y="5810"/>
                </a:cubicBezTo>
                <a:cubicBezTo>
                  <a:pt x="6971" y="5810"/>
                  <a:pt x="6993" y="5832"/>
                  <a:pt x="6993" y="5858"/>
                </a:cubicBezTo>
                <a:close/>
                <a:moveTo>
                  <a:pt x="7130" y="6121"/>
                </a:moveTo>
                <a:cubicBezTo>
                  <a:pt x="7130" y="6143"/>
                  <a:pt x="7112" y="6160"/>
                  <a:pt x="7091" y="6160"/>
                </a:cubicBezTo>
                <a:cubicBezTo>
                  <a:pt x="7070" y="6160"/>
                  <a:pt x="7052" y="6143"/>
                  <a:pt x="7052" y="6121"/>
                </a:cubicBezTo>
                <a:cubicBezTo>
                  <a:pt x="7052" y="6100"/>
                  <a:pt x="7070" y="6083"/>
                  <a:pt x="7091" y="6083"/>
                </a:cubicBezTo>
                <a:cubicBezTo>
                  <a:pt x="7112" y="6083"/>
                  <a:pt x="7130" y="6100"/>
                  <a:pt x="7130" y="6121"/>
                </a:cubicBezTo>
                <a:close/>
                <a:moveTo>
                  <a:pt x="531" y="836"/>
                </a:moveTo>
                <a:cubicBezTo>
                  <a:pt x="531" y="870"/>
                  <a:pt x="503" y="897"/>
                  <a:pt x="470" y="897"/>
                </a:cubicBezTo>
                <a:cubicBezTo>
                  <a:pt x="436" y="897"/>
                  <a:pt x="409" y="870"/>
                  <a:pt x="409" y="836"/>
                </a:cubicBezTo>
                <a:cubicBezTo>
                  <a:pt x="409" y="802"/>
                  <a:pt x="436" y="775"/>
                  <a:pt x="470" y="775"/>
                </a:cubicBezTo>
                <a:cubicBezTo>
                  <a:pt x="503" y="775"/>
                  <a:pt x="531" y="802"/>
                  <a:pt x="531" y="836"/>
                </a:cubicBezTo>
                <a:close/>
                <a:moveTo>
                  <a:pt x="5662" y="4455"/>
                </a:moveTo>
                <a:cubicBezTo>
                  <a:pt x="5662" y="4493"/>
                  <a:pt x="5631" y="4524"/>
                  <a:pt x="5593" y="4524"/>
                </a:cubicBezTo>
                <a:cubicBezTo>
                  <a:pt x="5555" y="4524"/>
                  <a:pt x="5524" y="4493"/>
                  <a:pt x="5524" y="4455"/>
                </a:cubicBezTo>
                <a:cubicBezTo>
                  <a:pt x="5524" y="4417"/>
                  <a:pt x="5555" y="4386"/>
                  <a:pt x="5593" y="4386"/>
                </a:cubicBezTo>
                <a:cubicBezTo>
                  <a:pt x="5631" y="4386"/>
                  <a:pt x="5662" y="4417"/>
                  <a:pt x="5662" y="4455"/>
                </a:cubicBezTo>
                <a:close/>
                <a:moveTo>
                  <a:pt x="1354" y="3745"/>
                </a:moveTo>
                <a:cubicBezTo>
                  <a:pt x="1354" y="3772"/>
                  <a:pt x="1331" y="3795"/>
                  <a:pt x="1304" y="3795"/>
                </a:cubicBezTo>
                <a:cubicBezTo>
                  <a:pt x="1276" y="3795"/>
                  <a:pt x="1254" y="3772"/>
                  <a:pt x="1254" y="3745"/>
                </a:cubicBezTo>
                <a:cubicBezTo>
                  <a:pt x="1254" y="3717"/>
                  <a:pt x="1276" y="3695"/>
                  <a:pt x="1304" y="3695"/>
                </a:cubicBezTo>
                <a:cubicBezTo>
                  <a:pt x="1331" y="3695"/>
                  <a:pt x="1354" y="3717"/>
                  <a:pt x="1354" y="3745"/>
                </a:cubicBezTo>
                <a:close/>
                <a:moveTo>
                  <a:pt x="4708" y="3154"/>
                </a:moveTo>
                <a:cubicBezTo>
                  <a:pt x="4708" y="3182"/>
                  <a:pt x="4684" y="3205"/>
                  <a:pt x="4656" y="3205"/>
                </a:cubicBezTo>
                <a:cubicBezTo>
                  <a:pt x="4627" y="3205"/>
                  <a:pt x="4604" y="3182"/>
                  <a:pt x="4604" y="3154"/>
                </a:cubicBezTo>
                <a:cubicBezTo>
                  <a:pt x="4604" y="3125"/>
                  <a:pt x="4627" y="3102"/>
                  <a:pt x="4656" y="3102"/>
                </a:cubicBezTo>
                <a:cubicBezTo>
                  <a:pt x="4684" y="3102"/>
                  <a:pt x="4708" y="3125"/>
                  <a:pt x="4708" y="3154"/>
                </a:cubicBezTo>
                <a:close/>
                <a:moveTo>
                  <a:pt x="7812" y="3250"/>
                </a:moveTo>
                <a:cubicBezTo>
                  <a:pt x="7812" y="3284"/>
                  <a:pt x="7784" y="3312"/>
                  <a:pt x="7749" y="3312"/>
                </a:cubicBezTo>
                <a:cubicBezTo>
                  <a:pt x="7714" y="3312"/>
                  <a:pt x="7686" y="3284"/>
                  <a:pt x="7686" y="3250"/>
                </a:cubicBezTo>
                <a:cubicBezTo>
                  <a:pt x="7686" y="3215"/>
                  <a:pt x="7714" y="3187"/>
                  <a:pt x="7749" y="3187"/>
                </a:cubicBezTo>
                <a:cubicBezTo>
                  <a:pt x="7784" y="3187"/>
                  <a:pt x="7812" y="3215"/>
                  <a:pt x="7812" y="3250"/>
                </a:cubicBezTo>
                <a:close/>
                <a:moveTo>
                  <a:pt x="3583" y="5677"/>
                </a:moveTo>
                <a:cubicBezTo>
                  <a:pt x="3583" y="5707"/>
                  <a:pt x="3560" y="5730"/>
                  <a:pt x="3530" y="5730"/>
                </a:cubicBezTo>
                <a:cubicBezTo>
                  <a:pt x="3501" y="5730"/>
                  <a:pt x="3477" y="5707"/>
                  <a:pt x="3477" y="5677"/>
                </a:cubicBezTo>
                <a:cubicBezTo>
                  <a:pt x="3477" y="5648"/>
                  <a:pt x="3501" y="5624"/>
                  <a:pt x="3530" y="5624"/>
                </a:cubicBezTo>
                <a:cubicBezTo>
                  <a:pt x="3560" y="5624"/>
                  <a:pt x="3583" y="5648"/>
                  <a:pt x="3583" y="5677"/>
                </a:cubicBezTo>
                <a:close/>
                <a:moveTo>
                  <a:pt x="6962" y="3183"/>
                </a:moveTo>
                <a:cubicBezTo>
                  <a:pt x="6962" y="3215"/>
                  <a:pt x="6936" y="3241"/>
                  <a:pt x="6904" y="3241"/>
                </a:cubicBezTo>
                <a:cubicBezTo>
                  <a:pt x="6872" y="3241"/>
                  <a:pt x="6846" y="3215"/>
                  <a:pt x="6846" y="3183"/>
                </a:cubicBezTo>
                <a:cubicBezTo>
                  <a:pt x="6846" y="3151"/>
                  <a:pt x="6872" y="3125"/>
                  <a:pt x="6904" y="3125"/>
                </a:cubicBezTo>
                <a:cubicBezTo>
                  <a:pt x="6936" y="3125"/>
                  <a:pt x="6962" y="3151"/>
                  <a:pt x="6962" y="3183"/>
                </a:cubicBezTo>
                <a:close/>
                <a:moveTo>
                  <a:pt x="4590" y="4391"/>
                </a:moveTo>
                <a:cubicBezTo>
                  <a:pt x="4590" y="4425"/>
                  <a:pt x="4561" y="4454"/>
                  <a:pt x="4527" y="4454"/>
                </a:cubicBezTo>
                <a:cubicBezTo>
                  <a:pt x="4492" y="4454"/>
                  <a:pt x="4464" y="4425"/>
                  <a:pt x="4464" y="4391"/>
                </a:cubicBezTo>
                <a:cubicBezTo>
                  <a:pt x="4464" y="4356"/>
                  <a:pt x="4492" y="4328"/>
                  <a:pt x="4527" y="4328"/>
                </a:cubicBezTo>
                <a:cubicBezTo>
                  <a:pt x="4561" y="4328"/>
                  <a:pt x="4590" y="4356"/>
                  <a:pt x="4590" y="4391"/>
                </a:cubicBezTo>
                <a:close/>
                <a:moveTo>
                  <a:pt x="210" y="2951"/>
                </a:moveTo>
                <a:cubicBezTo>
                  <a:pt x="210" y="2975"/>
                  <a:pt x="191" y="2994"/>
                  <a:pt x="167" y="2994"/>
                </a:cubicBezTo>
                <a:cubicBezTo>
                  <a:pt x="143" y="2994"/>
                  <a:pt x="124" y="2975"/>
                  <a:pt x="124" y="2951"/>
                </a:cubicBezTo>
                <a:cubicBezTo>
                  <a:pt x="124" y="2928"/>
                  <a:pt x="143" y="2908"/>
                  <a:pt x="167" y="2908"/>
                </a:cubicBezTo>
                <a:cubicBezTo>
                  <a:pt x="191" y="2908"/>
                  <a:pt x="210" y="2928"/>
                  <a:pt x="210" y="2951"/>
                </a:cubicBezTo>
                <a:close/>
                <a:moveTo>
                  <a:pt x="856" y="411"/>
                </a:moveTo>
                <a:cubicBezTo>
                  <a:pt x="856" y="444"/>
                  <a:pt x="829" y="471"/>
                  <a:pt x="796" y="471"/>
                </a:cubicBezTo>
                <a:cubicBezTo>
                  <a:pt x="763" y="471"/>
                  <a:pt x="737" y="444"/>
                  <a:pt x="737" y="411"/>
                </a:cubicBezTo>
                <a:cubicBezTo>
                  <a:pt x="737" y="378"/>
                  <a:pt x="763" y="351"/>
                  <a:pt x="796" y="351"/>
                </a:cubicBezTo>
                <a:cubicBezTo>
                  <a:pt x="829" y="351"/>
                  <a:pt x="856" y="378"/>
                  <a:pt x="856" y="411"/>
                </a:cubicBezTo>
                <a:close/>
                <a:moveTo>
                  <a:pt x="440" y="4146"/>
                </a:moveTo>
                <a:cubicBezTo>
                  <a:pt x="440" y="4164"/>
                  <a:pt x="425" y="4178"/>
                  <a:pt x="407" y="4178"/>
                </a:cubicBezTo>
                <a:cubicBezTo>
                  <a:pt x="389" y="4178"/>
                  <a:pt x="375" y="4164"/>
                  <a:pt x="375" y="4146"/>
                </a:cubicBezTo>
                <a:cubicBezTo>
                  <a:pt x="375" y="4128"/>
                  <a:pt x="389" y="4113"/>
                  <a:pt x="407" y="4113"/>
                </a:cubicBezTo>
                <a:cubicBezTo>
                  <a:pt x="425" y="4113"/>
                  <a:pt x="440" y="4128"/>
                  <a:pt x="440" y="4146"/>
                </a:cubicBezTo>
                <a:close/>
                <a:moveTo>
                  <a:pt x="1759" y="2828"/>
                </a:moveTo>
                <a:cubicBezTo>
                  <a:pt x="1759" y="2860"/>
                  <a:pt x="1732" y="2886"/>
                  <a:pt x="1700" y="2886"/>
                </a:cubicBezTo>
                <a:cubicBezTo>
                  <a:pt x="1667" y="2886"/>
                  <a:pt x="1641" y="2860"/>
                  <a:pt x="1641" y="2828"/>
                </a:cubicBezTo>
                <a:cubicBezTo>
                  <a:pt x="1641" y="2795"/>
                  <a:pt x="1667" y="2769"/>
                  <a:pt x="1700" y="2769"/>
                </a:cubicBezTo>
                <a:cubicBezTo>
                  <a:pt x="1732" y="2769"/>
                  <a:pt x="1759" y="2795"/>
                  <a:pt x="1759" y="2828"/>
                </a:cubicBezTo>
                <a:close/>
                <a:moveTo>
                  <a:pt x="7093" y="2698"/>
                </a:moveTo>
                <a:cubicBezTo>
                  <a:pt x="7093" y="2726"/>
                  <a:pt x="7071" y="2749"/>
                  <a:pt x="7043" y="2749"/>
                </a:cubicBezTo>
                <a:cubicBezTo>
                  <a:pt x="7015" y="2749"/>
                  <a:pt x="6993" y="2726"/>
                  <a:pt x="6993" y="2698"/>
                </a:cubicBezTo>
                <a:cubicBezTo>
                  <a:pt x="6993" y="2670"/>
                  <a:pt x="7015" y="2648"/>
                  <a:pt x="7043" y="2648"/>
                </a:cubicBezTo>
                <a:cubicBezTo>
                  <a:pt x="7071" y="2648"/>
                  <a:pt x="7093" y="2670"/>
                  <a:pt x="7093" y="2698"/>
                </a:cubicBezTo>
                <a:close/>
                <a:moveTo>
                  <a:pt x="6352" y="360"/>
                </a:moveTo>
                <a:cubicBezTo>
                  <a:pt x="6352" y="385"/>
                  <a:pt x="6331" y="406"/>
                  <a:pt x="6306" y="406"/>
                </a:cubicBezTo>
                <a:cubicBezTo>
                  <a:pt x="6280" y="406"/>
                  <a:pt x="6259" y="385"/>
                  <a:pt x="6259" y="360"/>
                </a:cubicBezTo>
                <a:cubicBezTo>
                  <a:pt x="6259" y="334"/>
                  <a:pt x="6280" y="313"/>
                  <a:pt x="6306" y="313"/>
                </a:cubicBezTo>
                <a:cubicBezTo>
                  <a:pt x="6331" y="313"/>
                  <a:pt x="6352" y="334"/>
                  <a:pt x="6352" y="360"/>
                </a:cubicBezTo>
                <a:close/>
                <a:moveTo>
                  <a:pt x="4891" y="128"/>
                </a:moveTo>
                <a:cubicBezTo>
                  <a:pt x="4891" y="156"/>
                  <a:pt x="4868" y="179"/>
                  <a:pt x="4840" y="179"/>
                </a:cubicBezTo>
                <a:cubicBezTo>
                  <a:pt x="4812" y="179"/>
                  <a:pt x="4789" y="156"/>
                  <a:pt x="4789" y="128"/>
                </a:cubicBezTo>
                <a:cubicBezTo>
                  <a:pt x="4789" y="100"/>
                  <a:pt x="4812" y="77"/>
                  <a:pt x="4840" y="77"/>
                </a:cubicBezTo>
                <a:cubicBezTo>
                  <a:pt x="4868" y="77"/>
                  <a:pt x="4891" y="100"/>
                  <a:pt x="4891" y="128"/>
                </a:cubicBezTo>
                <a:close/>
                <a:moveTo>
                  <a:pt x="5088" y="4426"/>
                </a:moveTo>
                <a:cubicBezTo>
                  <a:pt x="5088" y="4446"/>
                  <a:pt x="5072" y="4461"/>
                  <a:pt x="5053" y="4461"/>
                </a:cubicBezTo>
                <a:cubicBezTo>
                  <a:pt x="5033" y="4461"/>
                  <a:pt x="5018" y="4446"/>
                  <a:pt x="5018" y="4426"/>
                </a:cubicBezTo>
                <a:cubicBezTo>
                  <a:pt x="5018" y="4407"/>
                  <a:pt x="5033" y="4391"/>
                  <a:pt x="5053" y="4391"/>
                </a:cubicBezTo>
                <a:cubicBezTo>
                  <a:pt x="5072" y="4391"/>
                  <a:pt x="5088" y="4407"/>
                  <a:pt x="5088" y="4426"/>
                </a:cubicBezTo>
                <a:close/>
                <a:moveTo>
                  <a:pt x="8193" y="4055"/>
                </a:moveTo>
                <a:cubicBezTo>
                  <a:pt x="8193" y="4079"/>
                  <a:pt x="8174" y="4098"/>
                  <a:pt x="8150" y="4098"/>
                </a:cubicBezTo>
                <a:cubicBezTo>
                  <a:pt x="8125" y="4098"/>
                  <a:pt x="8106" y="4079"/>
                  <a:pt x="8106" y="4055"/>
                </a:cubicBezTo>
                <a:cubicBezTo>
                  <a:pt x="8106" y="4030"/>
                  <a:pt x="8125" y="4011"/>
                  <a:pt x="8150" y="4011"/>
                </a:cubicBezTo>
                <a:cubicBezTo>
                  <a:pt x="8174" y="4011"/>
                  <a:pt x="8193" y="4030"/>
                  <a:pt x="8193" y="4055"/>
                </a:cubicBezTo>
                <a:close/>
                <a:moveTo>
                  <a:pt x="405" y="5214"/>
                </a:moveTo>
                <a:cubicBezTo>
                  <a:pt x="405" y="5245"/>
                  <a:pt x="380" y="5270"/>
                  <a:pt x="349" y="5270"/>
                </a:cubicBezTo>
                <a:cubicBezTo>
                  <a:pt x="318" y="5270"/>
                  <a:pt x="293" y="5245"/>
                  <a:pt x="293" y="5214"/>
                </a:cubicBezTo>
                <a:cubicBezTo>
                  <a:pt x="293" y="5184"/>
                  <a:pt x="318" y="5158"/>
                  <a:pt x="349" y="5158"/>
                </a:cubicBezTo>
                <a:cubicBezTo>
                  <a:pt x="380" y="5158"/>
                  <a:pt x="405" y="5184"/>
                  <a:pt x="405" y="5214"/>
                </a:cubicBezTo>
                <a:close/>
                <a:moveTo>
                  <a:pt x="9940" y="6104"/>
                </a:moveTo>
                <a:cubicBezTo>
                  <a:pt x="9940" y="6126"/>
                  <a:pt x="9922" y="6144"/>
                  <a:pt x="9900" y="6144"/>
                </a:cubicBezTo>
                <a:cubicBezTo>
                  <a:pt x="9878" y="6144"/>
                  <a:pt x="9860" y="6126"/>
                  <a:pt x="9860" y="6104"/>
                </a:cubicBezTo>
                <a:cubicBezTo>
                  <a:pt x="9860" y="6082"/>
                  <a:pt x="9878" y="6064"/>
                  <a:pt x="9900" y="6064"/>
                </a:cubicBezTo>
                <a:cubicBezTo>
                  <a:pt x="9922" y="6064"/>
                  <a:pt x="9940" y="6082"/>
                  <a:pt x="9940" y="6104"/>
                </a:cubicBezTo>
                <a:close/>
                <a:moveTo>
                  <a:pt x="6268" y="3095"/>
                </a:moveTo>
                <a:cubicBezTo>
                  <a:pt x="6268" y="3128"/>
                  <a:pt x="6240" y="3156"/>
                  <a:pt x="6207" y="3156"/>
                </a:cubicBezTo>
                <a:cubicBezTo>
                  <a:pt x="6173" y="3156"/>
                  <a:pt x="6145" y="3128"/>
                  <a:pt x="6145" y="3095"/>
                </a:cubicBezTo>
                <a:cubicBezTo>
                  <a:pt x="6145" y="3061"/>
                  <a:pt x="6173" y="3033"/>
                  <a:pt x="6207" y="3033"/>
                </a:cubicBezTo>
                <a:cubicBezTo>
                  <a:pt x="6240" y="3033"/>
                  <a:pt x="6268" y="3061"/>
                  <a:pt x="6268" y="3095"/>
                </a:cubicBezTo>
                <a:close/>
                <a:moveTo>
                  <a:pt x="4252" y="3519"/>
                </a:moveTo>
                <a:cubicBezTo>
                  <a:pt x="4252" y="3537"/>
                  <a:pt x="4238" y="3552"/>
                  <a:pt x="4220" y="3552"/>
                </a:cubicBezTo>
                <a:cubicBezTo>
                  <a:pt x="4202" y="3552"/>
                  <a:pt x="4188" y="3537"/>
                  <a:pt x="4188" y="3519"/>
                </a:cubicBezTo>
                <a:cubicBezTo>
                  <a:pt x="4188" y="3502"/>
                  <a:pt x="4202" y="3487"/>
                  <a:pt x="4220" y="3487"/>
                </a:cubicBezTo>
                <a:cubicBezTo>
                  <a:pt x="4238" y="3487"/>
                  <a:pt x="4252" y="3502"/>
                  <a:pt x="4252" y="3519"/>
                </a:cubicBezTo>
                <a:close/>
                <a:moveTo>
                  <a:pt x="9254" y="389"/>
                </a:moveTo>
                <a:cubicBezTo>
                  <a:pt x="9254" y="416"/>
                  <a:pt x="9232" y="438"/>
                  <a:pt x="9205" y="438"/>
                </a:cubicBezTo>
                <a:cubicBezTo>
                  <a:pt x="9178" y="438"/>
                  <a:pt x="9157" y="416"/>
                  <a:pt x="9157" y="389"/>
                </a:cubicBezTo>
                <a:cubicBezTo>
                  <a:pt x="9157" y="362"/>
                  <a:pt x="9178" y="340"/>
                  <a:pt x="9205" y="340"/>
                </a:cubicBezTo>
                <a:cubicBezTo>
                  <a:pt x="9232" y="340"/>
                  <a:pt x="9254" y="362"/>
                  <a:pt x="9254" y="389"/>
                </a:cubicBezTo>
                <a:close/>
                <a:moveTo>
                  <a:pt x="8132" y="1407"/>
                </a:moveTo>
                <a:cubicBezTo>
                  <a:pt x="8132" y="1430"/>
                  <a:pt x="8114" y="1448"/>
                  <a:pt x="8091" y="1448"/>
                </a:cubicBezTo>
                <a:cubicBezTo>
                  <a:pt x="8068" y="1448"/>
                  <a:pt x="8049" y="1430"/>
                  <a:pt x="8049" y="1407"/>
                </a:cubicBezTo>
                <a:cubicBezTo>
                  <a:pt x="8049" y="1384"/>
                  <a:pt x="8068" y="1366"/>
                  <a:pt x="8091" y="1366"/>
                </a:cubicBezTo>
                <a:cubicBezTo>
                  <a:pt x="8114" y="1366"/>
                  <a:pt x="8132" y="1384"/>
                  <a:pt x="8132" y="1407"/>
                </a:cubicBezTo>
                <a:close/>
                <a:moveTo>
                  <a:pt x="6573" y="595"/>
                </a:moveTo>
                <a:cubicBezTo>
                  <a:pt x="6573" y="623"/>
                  <a:pt x="6550" y="645"/>
                  <a:pt x="6523" y="645"/>
                </a:cubicBezTo>
                <a:cubicBezTo>
                  <a:pt x="6495" y="645"/>
                  <a:pt x="6473" y="623"/>
                  <a:pt x="6473" y="595"/>
                </a:cubicBezTo>
                <a:cubicBezTo>
                  <a:pt x="6473" y="567"/>
                  <a:pt x="6495" y="545"/>
                  <a:pt x="6523" y="545"/>
                </a:cubicBezTo>
                <a:cubicBezTo>
                  <a:pt x="6550" y="545"/>
                  <a:pt x="6573" y="567"/>
                  <a:pt x="6573" y="595"/>
                </a:cubicBezTo>
                <a:close/>
                <a:moveTo>
                  <a:pt x="9877" y="1728"/>
                </a:moveTo>
                <a:cubicBezTo>
                  <a:pt x="9877" y="1761"/>
                  <a:pt x="9850" y="1787"/>
                  <a:pt x="9817" y="1787"/>
                </a:cubicBezTo>
                <a:cubicBezTo>
                  <a:pt x="9785" y="1787"/>
                  <a:pt x="9758" y="1761"/>
                  <a:pt x="9758" y="1728"/>
                </a:cubicBezTo>
                <a:cubicBezTo>
                  <a:pt x="9758" y="1695"/>
                  <a:pt x="9785" y="1669"/>
                  <a:pt x="9817" y="1669"/>
                </a:cubicBezTo>
                <a:cubicBezTo>
                  <a:pt x="9850" y="1669"/>
                  <a:pt x="9877" y="1695"/>
                  <a:pt x="9877" y="1728"/>
                </a:cubicBezTo>
                <a:close/>
                <a:moveTo>
                  <a:pt x="5153" y="2647"/>
                </a:moveTo>
                <a:cubicBezTo>
                  <a:pt x="5153" y="2674"/>
                  <a:pt x="5130" y="2696"/>
                  <a:pt x="5103" y="2696"/>
                </a:cubicBezTo>
                <a:cubicBezTo>
                  <a:pt x="5075" y="2696"/>
                  <a:pt x="5053" y="2674"/>
                  <a:pt x="5053" y="2647"/>
                </a:cubicBezTo>
                <a:cubicBezTo>
                  <a:pt x="5053" y="2619"/>
                  <a:pt x="5075" y="2597"/>
                  <a:pt x="5103" y="2597"/>
                </a:cubicBezTo>
                <a:cubicBezTo>
                  <a:pt x="5130" y="2597"/>
                  <a:pt x="5153" y="2619"/>
                  <a:pt x="5153" y="2647"/>
                </a:cubicBezTo>
                <a:close/>
                <a:moveTo>
                  <a:pt x="9831" y="875"/>
                </a:moveTo>
                <a:cubicBezTo>
                  <a:pt x="9831" y="905"/>
                  <a:pt x="9807" y="929"/>
                  <a:pt x="9778" y="929"/>
                </a:cubicBezTo>
                <a:cubicBezTo>
                  <a:pt x="9748" y="929"/>
                  <a:pt x="9725" y="905"/>
                  <a:pt x="9725" y="875"/>
                </a:cubicBezTo>
                <a:cubicBezTo>
                  <a:pt x="9725" y="846"/>
                  <a:pt x="9748" y="822"/>
                  <a:pt x="9778" y="822"/>
                </a:cubicBezTo>
                <a:cubicBezTo>
                  <a:pt x="9807" y="822"/>
                  <a:pt x="9831" y="846"/>
                  <a:pt x="9831" y="875"/>
                </a:cubicBezTo>
                <a:close/>
                <a:moveTo>
                  <a:pt x="3606" y="898"/>
                </a:moveTo>
                <a:cubicBezTo>
                  <a:pt x="3606" y="921"/>
                  <a:pt x="3587" y="940"/>
                  <a:pt x="3564" y="940"/>
                </a:cubicBezTo>
                <a:cubicBezTo>
                  <a:pt x="3540" y="940"/>
                  <a:pt x="3521" y="921"/>
                  <a:pt x="3521" y="898"/>
                </a:cubicBezTo>
                <a:cubicBezTo>
                  <a:pt x="3521" y="874"/>
                  <a:pt x="3540" y="855"/>
                  <a:pt x="3564" y="855"/>
                </a:cubicBezTo>
                <a:cubicBezTo>
                  <a:pt x="3587" y="855"/>
                  <a:pt x="3606" y="874"/>
                  <a:pt x="3606" y="898"/>
                </a:cubicBezTo>
                <a:close/>
                <a:moveTo>
                  <a:pt x="8898" y="2922"/>
                </a:moveTo>
                <a:cubicBezTo>
                  <a:pt x="8898" y="2948"/>
                  <a:pt x="8876" y="2970"/>
                  <a:pt x="8850" y="2970"/>
                </a:cubicBezTo>
                <a:cubicBezTo>
                  <a:pt x="8823" y="2970"/>
                  <a:pt x="8802" y="2948"/>
                  <a:pt x="8802" y="2922"/>
                </a:cubicBezTo>
                <a:cubicBezTo>
                  <a:pt x="8802" y="2895"/>
                  <a:pt x="8823" y="2874"/>
                  <a:pt x="8850" y="2874"/>
                </a:cubicBezTo>
                <a:cubicBezTo>
                  <a:pt x="8876" y="2874"/>
                  <a:pt x="8898" y="2895"/>
                  <a:pt x="8898" y="2922"/>
                </a:cubicBezTo>
                <a:close/>
                <a:moveTo>
                  <a:pt x="9569" y="284"/>
                </a:moveTo>
                <a:cubicBezTo>
                  <a:pt x="9569" y="314"/>
                  <a:pt x="9545" y="338"/>
                  <a:pt x="9516" y="338"/>
                </a:cubicBezTo>
                <a:cubicBezTo>
                  <a:pt x="9486" y="338"/>
                  <a:pt x="9463" y="314"/>
                  <a:pt x="9463" y="284"/>
                </a:cubicBezTo>
                <a:cubicBezTo>
                  <a:pt x="9463" y="255"/>
                  <a:pt x="9486" y="231"/>
                  <a:pt x="9516" y="231"/>
                </a:cubicBezTo>
                <a:cubicBezTo>
                  <a:pt x="9545" y="231"/>
                  <a:pt x="9569" y="255"/>
                  <a:pt x="9569" y="284"/>
                </a:cubicBezTo>
                <a:close/>
                <a:moveTo>
                  <a:pt x="9132" y="6229"/>
                </a:moveTo>
                <a:cubicBezTo>
                  <a:pt x="9132" y="6252"/>
                  <a:pt x="9113" y="6272"/>
                  <a:pt x="9089" y="6272"/>
                </a:cubicBezTo>
                <a:cubicBezTo>
                  <a:pt x="9066" y="6272"/>
                  <a:pt x="9047" y="6252"/>
                  <a:pt x="9047" y="6229"/>
                </a:cubicBezTo>
                <a:cubicBezTo>
                  <a:pt x="9047" y="6205"/>
                  <a:pt x="9066" y="6186"/>
                  <a:pt x="9089" y="6186"/>
                </a:cubicBezTo>
                <a:cubicBezTo>
                  <a:pt x="9113" y="6186"/>
                  <a:pt x="9132" y="6205"/>
                  <a:pt x="9132" y="6229"/>
                </a:cubicBezTo>
                <a:close/>
                <a:moveTo>
                  <a:pt x="3147" y="4589"/>
                </a:moveTo>
                <a:cubicBezTo>
                  <a:pt x="3147" y="4616"/>
                  <a:pt x="3126" y="4638"/>
                  <a:pt x="3099" y="4638"/>
                </a:cubicBezTo>
                <a:cubicBezTo>
                  <a:pt x="3072" y="4638"/>
                  <a:pt x="3050" y="4616"/>
                  <a:pt x="3050" y="4589"/>
                </a:cubicBezTo>
                <a:cubicBezTo>
                  <a:pt x="3050" y="4562"/>
                  <a:pt x="3072" y="4541"/>
                  <a:pt x="3099" y="4541"/>
                </a:cubicBezTo>
                <a:cubicBezTo>
                  <a:pt x="3126" y="4541"/>
                  <a:pt x="3147" y="4562"/>
                  <a:pt x="3147" y="4589"/>
                </a:cubicBezTo>
                <a:close/>
                <a:moveTo>
                  <a:pt x="661" y="933"/>
                </a:moveTo>
                <a:cubicBezTo>
                  <a:pt x="661" y="968"/>
                  <a:pt x="633" y="997"/>
                  <a:pt x="597" y="997"/>
                </a:cubicBezTo>
                <a:cubicBezTo>
                  <a:pt x="561" y="997"/>
                  <a:pt x="532" y="968"/>
                  <a:pt x="532" y="933"/>
                </a:cubicBezTo>
                <a:cubicBezTo>
                  <a:pt x="532" y="897"/>
                  <a:pt x="561" y="868"/>
                  <a:pt x="597" y="868"/>
                </a:cubicBezTo>
                <a:cubicBezTo>
                  <a:pt x="633" y="868"/>
                  <a:pt x="661" y="897"/>
                  <a:pt x="661" y="933"/>
                </a:cubicBezTo>
                <a:close/>
                <a:moveTo>
                  <a:pt x="5647" y="5465"/>
                </a:moveTo>
                <a:cubicBezTo>
                  <a:pt x="5647" y="5499"/>
                  <a:pt x="5620" y="5527"/>
                  <a:pt x="5585" y="5527"/>
                </a:cubicBezTo>
                <a:cubicBezTo>
                  <a:pt x="5551" y="5527"/>
                  <a:pt x="5523" y="5499"/>
                  <a:pt x="5523" y="5465"/>
                </a:cubicBezTo>
                <a:cubicBezTo>
                  <a:pt x="5523" y="5430"/>
                  <a:pt x="5551" y="5403"/>
                  <a:pt x="5585" y="5403"/>
                </a:cubicBezTo>
                <a:cubicBezTo>
                  <a:pt x="5620" y="5403"/>
                  <a:pt x="5647" y="5430"/>
                  <a:pt x="5647" y="5465"/>
                </a:cubicBezTo>
                <a:close/>
                <a:moveTo>
                  <a:pt x="3109" y="2597"/>
                </a:moveTo>
                <a:cubicBezTo>
                  <a:pt x="3109" y="2622"/>
                  <a:pt x="3088" y="2643"/>
                  <a:pt x="3062" y="2643"/>
                </a:cubicBezTo>
                <a:cubicBezTo>
                  <a:pt x="3037" y="2643"/>
                  <a:pt x="3016" y="2622"/>
                  <a:pt x="3016" y="2597"/>
                </a:cubicBezTo>
                <a:cubicBezTo>
                  <a:pt x="3016" y="2571"/>
                  <a:pt x="3037" y="2550"/>
                  <a:pt x="3062" y="2550"/>
                </a:cubicBezTo>
                <a:cubicBezTo>
                  <a:pt x="3088" y="2550"/>
                  <a:pt x="3109" y="2571"/>
                  <a:pt x="3109" y="2597"/>
                </a:cubicBezTo>
                <a:close/>
                <a:moveTo>
                  <a:pt x="4847" y="1657"/>
                </a:moveTo>
                <a:cubicBezTo>
                  <a:pt x="4847" y="1682"/>
                  <a:pt x="4827" y="1702"/>
                  <a:pt x="4803" y="1702"/>
                </a:cubicBezTo>
                <a:cubicBezTo>
                  <a:pt x="4778" y="1702"/>
                  <a:pt x="4758" y="1682"/>
                  <a:pt x="4758" y="1657"/>
                </a:cubicBezTo>
                <a:cubicBezTo>
                  <a:pt x="4758" y="1632"/>
                  <a:pt x="4778" y="1612"/>
                  <a:pt x="4803" y="1612"/>
                </a:cubicBezTo>
                <a:cubicBezTo>
                  <a:pt x="4827" y="1612"/>
                  <a:pt x="4847" y="1632"/>
                  <a:pt x="4847" y="1657"/>
                </a:cubicBezTo>
                <a:close/>
                <a:moveTo>
                  <a:pt x="2569" y="2237"/>
                </a:moveTo>
                <a:cubicBezTo>
                  <a:pt x="2569" y="2268"/>
                  <a:pt x="2543" y="2293"/>
                  <a:pt x="2512" y="2293"/>
                </a:cubicBezTo>
                <a:cubicBezTo>
                  <a:pt x="2481" y="2293"/>
                  <a:pt x="2456" y="2268"/>
                  <a:pt x="2456" y="2237"/>
                </a:cubicBezTo>
                <a:cubicBezTo>
                  <a:pt x="2456" y="2206"/>
                  <a:pt x="2481" y="2181"/>
                  <a:pt x="2512" y="2181"/>
                </a:cubicBezTo>
                <a:cubicBezTo>
                  <a:pt x="2543" y="2181"/>
                  <a:pt x="2569" y="2206"/>
                  <a:pt x="2569" y="2237"/>
                </a:cubicBezTo>
                <a:close/>
                <a:moveTo>
                  <a:pt x="4672" y="409"/>
                </a:moveTo>
                <a:cubicBezTo>
                  <a:pt x="4672" y="439"/>
                  <a:pt x="4648" y="463"/>
                  <a:pt x="4618" y="463"/>
                </a:cubicBezTo>
                <a:cubicBezTo>
                  <a:pt x="4588" y="463"/>
                  <a:pt x="4564" y="439"/>
                  <a:pt x="4564" y="409"/>
                </a:cubicBezTo>
                <a:cubicBezTo>
                  <a:pt x="4564" y="379"/>
                  <a:pt x="4588" y="355"/>
                  <a:pt x="4618" y="355"/>
                </a:cubicBezTo>
                <a:cubicBezTo>
                  <a:pt x="4648" y="355"/>
                  <a:pt x="4672" y="379"/>
                  <a:pt x="4672" y="409"/>
                </a:cubicBezTo>
                <a:close/>
                <a:moveTo>
                  <a:pt x="9287" y="5923"/>
                </a:moveTo>
                <a:cubicBezTo>
                  <a:pt x="9287" y="5957"/>
                  <a:pt x="9259" y="5985"/>
                  <a:pt x="9225" y="5985"/>
                </a:cubicBezTo>
                <a:cubicBezTo>
                  <a:pt x="9190" y="5985"/>
                  <a:pt x="9163" y="5957"/>
                  <a:pt x="9163" y="5923"/>
                </a:cubicBezTo>
                <a:cubicBezTo>
                  <a:pt x="9163" y="5888"/>
                  <a:pt x="9190" y="5860"/>
                  <a:pt x="9225" y="5860"/>
                </a:cubicBezTo>
                <a:cubicBezTo>
                  <a:pt x="9259" y="5860"/>
                  <a:pt x="9287" y="5888"/>
                  <a:pt x="9287" y="5923"/>
                </a:cubicBezTo>
                <a:close/>
                <a:moveTo>
                  <a:pt x="8718" y="1181"/>
                </a:moveTo>
                <a:cubicBezTo>
                  <a:pt x="8718" y="1215"/>
                  <a:pt x="8690" y="1243"/>
                  <a:pt x="8656" y="1243"/>
                </a:cubicBezTo>
                <a:cubicBezTo>
                  <a:pt x="8621" y="1243"/>
                  <a:pt x="8593" y="1215"/>
                  <a:pt x="8593" y="1181"/>
                </a:cubicBezTo>
                <a:cubicBezTo>
                  <a:pt x="8593" y="1146"/>
                  <a:pt x="8621" y="1119"/>
                  <a:pt x="8656" y="1119"/>
                </a:cubicBezTo>
                <a:cubicBezTo>
                  <a:pt x="8690" y="1119"/>
                  <a:pt x="8718" y="1146"/>
                  <a:pt x="8718" y="1181"/>
                </a:cubicBezTo>
                <a:close/>
                <a:moveTo>
                  <a:pt x="3614" y="1954"/>
                </a:moveTo>
                <a:cubicBezTo>
                  <a:pt x="3614" y="1980"/>
                  <a:pt x="3593" y="2000"/>
                  <a:pt x="3568" y="2000"/>
                </a:cubicBezTo>
                <a:cubicBezTo>
                  <a:pt x="3543" y="2000"/>
                  <a:pt x="3522" y="1980"/>
                  <a:pt x="3522" y="1954"/>
                </a:cubicBezTo>
                <a:cubicBezTo>
                  <a:pt x="3522" y="1929"/>
                  <a:pt x="3543" y="1908"/>
                  <a:pt x="3568" y="1908"/>
                </a:cubicBezTo>
                <a:cubicBezTo>
                  <a:pt x="3593" y="1908"/>
                  <a:pt x="3614" y="1929"/>
                  <a:pt x="3614" y="1954"/>
                </a:cubicBezTo>
                <a:close/>
                <a:moveTo>
                  <a:pt x="9316" y="4456"/>
                </a:moveTo>
                <a:cubicBezTo>
                  <a:pt x="9316" y="4487"/>
                  <a:pt x="9290" y="4513"/>
                  <a:pt x="9259" y="4513"/>
                </a:cubicBezTo>
                <a:cubicBezTo>
                  <a:pt x="9227" y="4513"/>
                  <a:pt x="9201" y="4487"/>
                  <a:pt x="9201" y="4456"/>
                </a:cubicBezTo>
                <a:cubicBezTo>
                  <a:pt x="9201" y="4424"/>
                  <a:pt x="9227" y="4398"/>
                  <a:pt x="9259" y="4398"/>
                </a:cubicBezTo>
                <a:cubicBezTo>
                  <a:pt x="9290" y="4398"/>
                  <a:pt x="9316" y="4424"/>
                  <a:pt x="9316" y="4456"/>
                </a:cubicBezTo>
                <a:close/>
                <a:moveTo>
                  <a:pt x="3230" y="4478"/>
                </a:moveTo>
                <a:cubicBezTo>
                  <a:pt x="3230" y="4499"/>
                  <a:pt x="3213" y="4516"/>
                  <a:pt x="3191" y="4516"/>
                </a:cubicBezTo>
                <a:cubicBezTo>
                  <a:pt x="3170" y="4516"/>
                  <a:pt x="3153" y="4499"/>
                  <a:pt x="3153" y="4478"/>
                </a:cubicBezTo>
                <a:cubicBezTo>
                  <a:pt x="3153" y="4456"/>
                  <a:pt x="3170" y="4439"/>
                  <a:pt x="3191" y="4439"/>
                </a:cubicBezTo>
                <a:cubicBezTo>
                  <a:pt x="3213" y="4439"/>
                  <a:pt x="3230" y="4456"/>
                  <a:pt x="3230" y="4478"/>
                </a:cubicBezTo>
                <a:close/>
                <a:moveTo>
                  <a:pt x="4571" y="5068"/>
                </a:moveTo>
                <a:cubicBezTo>
                  <a:pt x="4571" y="5107"/>
                  <a:pt x="4540" y="5138"/>
                  <a:pt x="4502" y="5138"/>
                </a:cubicBezTo>
                <a:cubicBezTo>
                  <a:pt x="4463" y="5138"/>
                  <a:pt x="4432" y="5107"/>
                  <a:pt x="4432" y="5068"/>
                </a:cubicBezTo>
                <a:cubicBezTo>
                  <a:pt x="4432" y="5030"/>
                  <a:pt x="4463" y="4999"/>
                  <a:pt x="4502" y="4999"/>
                </a:cubicBezTo>
                <a:cubicBezTo>
                  <a:pt x="4540" y="4999"/>
                  <a:pt x="4571" y="5030"/>
                  <a:pt x="4571" y="5068"/>
                </a:cubicBezTo>
                <a:close/>
                <a:moveTo>
                  <a:pt x="5879" y="3490"/>
                </a:moveTo>
                <a:cubicBezTo>
                  <a:pt x="5879" y="3516"/>
                  <a:pt x="5858" y="3537"/>
                  <a:pt x="5832" y="3537"/>
                </a:cubicBezTo>
                <a:cubicBezTo>
                  <a:pt x="5806" y="3537"/>
                  <a:pt x="5785" y="3516"/>
                  <a:pt x="5785" y="3490"/>
                </a:cubicBezTo>
                <a:cubicBezTo>
                  <a:pt x="5785" y="3464"/>
                  <a:pt x="5806" y="3443"/>
                  <a:pt x="5832" y="3443"/>
                </a:cubicBezTo>
                <a:cubicBezTo>
                  <a:pt x="5858" y="3443"/>
                  <a:pt x="5879" y="3464"/>
                  <a:pt x="5879" y="3490"/>
                </a:cubicBezTo>
                <a:close/>
                <a:moveTo>
                  <a:pt x="1278" y="3958"/>
                </a:moveTo>
                <a:cubicBezTo>
                  <a:pt x="1278" y="3989"/>
                  <a:pt x="1254" y="4013"/>
                  <a:pt x="1223" y="4013"/>
                </a:cubicBezTo>
                <a:cubicBezTo>
                  <a:pt x="1193" y="4013"/>
                  <a:pt x="1169" y="3989"/>
                  <a:pt x="1169" y="3958"/>
                </a:cubicBezTo>
                <a:cubicBezTo>
                  <a:pt x="1169" y="3928"/>
                  <a:pt x="1193" y="3904"/>
                  <a:pt x="1223" y="3904"/>
                </a:cubicBezTo>
                <a:cubicBezTo>
                  <a:pt x="1254" y="3904"/>
                  <a:pt x="1278" y="3928"/>
                  <a:pt x="1278" y="3958"/>
                </a:cubicBezTo>
                <a:close/>
                <a:moveTo>
                  <a:pt x="622" y="2185"/>
                </a:moveTo>
                <a:cubicBezTo>
                  <a:pt x="622" y="2208"/>
                  <a:pt x="603" y="2227"/>
                  <a:pt x="580" y="2227"/>
                </a:cubicBezTo>
                <a:cubicBezTo>
                  <a:pt x="556" y="2227"/>
                  <a:pt x="537" y="2208"/>
                  <a:pt x="537" y="2185"/>
                </a:cubicBezTo>
                <a:cubicBezTo>
                  <a:pt x="537" y="2161"/>
                  <a:pt x="556" y="2142"/>
                  <a:pt x="580" y="2142"/>
                </a:cubicBezTo>
                <a:cubicBezTo>
                  <a:pt x="603" y="2142"/>
                  <a:pt x="622" y="2161"/>
                  <a:pt x="622" y="2185"/>
                </a:cubicBezTo>
                <a:close/>
                <a:moveTo>
                  <a:pt x="8974" y="4993"/>
                </a:moveTo>
                <a:cubicBezTo>
                  <a:pt x="8974" y="5016"/>
                  <a:pt x="8956" y="5035"/>
                  <a:pt x="8933" y="5035"/>
                </a:cubicBezTo>
                <a:cubicBezTo>
                  <a:pt x="8910" y="5035"/>
                  <a:pt x="8891" y="5016"/>
                  <a:pt x="8891" y="4993"/>
                </a:cubicBezTo>
                <a:cubicBezTo>
                  <a:pt x="8891" y="4970"/>
                  <a:pt x="8910" y="4951"/>
                  <a:pt x="8933" y="4951"/>
                </a:cubicBezTo>
                <a:cubicBezTo>
                  <a:pt x="8956" y="4951"/>
                  <a:pt x="8974" y="4970"/>
                  <a:pt x="8974" y="4993"/>
                </a:cubicBezTo>
                <a:close/>
                <a:moveTo>
                  <a:pt x="3098" y="2229"/>
                </a:moveTo>
                <a:cubicBezTo>
                  <a:pt x="3098" y="2248"/>
                  <a:pt x="3083" y="2263"/>
                  <a:pt x="3063" y="2263"/>
                </a:cubicBezTo>
                <a:cubicBezTo>
                  <a:pt x="3044" y="2263"/>
                  <a:pt x="3029" y="2248"/>
                  <a:pt x="3029" y="2229"/>
                </a:cubicBezTo>
                <a:cubicBezTo>
                  <a:pt x="3029" y="2209"/>
                  <a:pt x="3044" y="2194"/>
                  <a:pt x="3063" y="2194"/>
                </a:cubicBezTo>
                <a:cubicBezTo>
                  <a:pt x="3083" y="2194"/>
                  <a:pt x="3098" y="2209"/>
                  <a:pt x="3098" y="2229"/>
                </a:cubicBezTo>
                <a:close/>
                <a:moveTo>
                  <a:pt x="2514" y="1712"/>
                </a:moveTo>
                <a:cubicBezTo>
                  <a:pt x="2514" y="1733"/>
                  <a:pt x="2497" y="1749"/>
                  <a:pt x="2476" y="1749"/>
                </a:cubicBezTo>
                <a:cubicBezTo>
                  <a:pt x="2456" y="1749"/>
                  <a:pt x="2439" y="1733"/>
                  <a:pt x="2439" y="1712"/>
                </a:cubicBezTo>
                <a:cubicBezTo>
                  <a:pt x="2439" y="1691"/>
                  <a:pt x="2456" y="1674"/>
                  <a:pt x="2476" y="1674"/>
                </a:cubicBezTo>
                <a:cubicBezTo>
                  <a:pt x="2497" y="1674"/>
                  <a:pt x="2514" y="1691"/>
                  <a:pt x="2514" y="1712"/>
                </a:cubicBezTo>
                <a:close/>
                <a:moveTo>
                  <a:pt x="6682" y="416"/>
                </a:moveTo>
                <a:cubicBezTo>
                  <a:pt x="6682" y="450"/>
                  <a:pt x="6654" y="477"/>
                  <a:pt x="6620" y="477"/>
                </a:cubicBezTo>
                <a:cubicBezTo>
                  <a:pt x="6586" y="477"/>
                  <a:pt x="6559" y="450"/>
                  <a:pt x="6559" y="416"/>
                </a:cubicBezTo>
                <a:cubicBezTo>
                  <a:pt x="6559" y="382"/>
                  <a:pt x="6586" y="354"/>
                  <a:pt x="6620" y="354"/>
                </a:cubicBezTo>
                <a:cubicBezTo>
                  <a:pt x="6654" y="354"/>
                  <a:pt x="6682" y="382"/>
                  <a:pt x="6682" y="416"/>
                </a:cubicBezTo>
                <a:close/>
                <a:moveTo>
                  <a:pt x="7425" y="1585"/>
                </a:moveTo>
                <a:cubicBezTo>
                  <a:pt x="7425" y="1609"/>
                  <a:pt x="7405" y="1629"/>
                  <a:pt x="7381" y="1629"/>
                </a:cubicBezTo>
                <a:cubicBezTo>
                  <a:pt x="7356" y="1629"/>
                  <a:pt x="7337" y="1609"/>
                  <a:pt x="7337" y="1585"/>
                </a:cubicBezTo>
                <a:cubicBezTo>
                  <a:pt x="7337" y="1561"/>
                  <a:pt x="7356" y="1541"/>
                  <a:pt x="7381" y="1541"/>
                </a:cubicBezTo>
                <a:cubicBezTo>
                  <a:pt x="7405" y="1541"/>
                  <a:pt x="7425" y="1561"/>
                  <a:pt x="7425" y="1585"/>
                </a:cubicBezTo>
                <a:close/>
                <a:moveTo>
                  <a:pt x="6200" y="5995"/>
                </a:moveTo>
                <a:cubicBezTo>
                  <a:pt x="6200" y="6015"/>
                  <a:pt x="6184" y="6030"/>
                  <a:pt x="6165" y="6030"/>
                </a:cubicBezTo>
                <a:cubicBezTo>
                  <a:pt x="6146" y="6030"/>
                  <a:pt x="6130" y="6015"/>
                  <a:pt x="6130" y="5995"/>
                </a:cubicBezTo>
                <a:cubicBezTo>
                  <a:pt x="6130" y="5976"/>
                  <a:pt x="6146" y="5960"/>
                  <a:pt x="6165" y="5960"/>
                </a:cubicBezTo>
                <a:cubicBezTo>
                  <a:pt x="6184" y="5960"/>
                  <a:pt x="6200" y="5976"/>
                  <a:pt x="6200" y="5995"/>
                </a:cubicBezTo>
                <a:close/>
                <a:moveTo>
                  <a:pt x="7703" y="1831"/>
                </a:moveTo>
                <a:cubicBezTo>
                  <a:pt x="7703" y="1865"/>
                  <a:pt x="7676" y="1892"/>
                  <a:pt x="7642" y="1892"/>
                </a:cubicBezTo>
                <a:cubicBezTo>
                  <a:pt x="7608" y="1892"/>
                  <a:pt x="7581" y="1865"/>
                  <a:pt x="7581" y="1831"/>
                </a:cubicBezTo>
                <a:cubicBezTo>
                  <a:pt x="7581" y="1797"/>
                  <a:pt x="7608" y="1770"/>
                  <a:pt x="7642" y="1770"/>
                </a:cubicBezTo>
                <a:cubicBezTo>
                  <a:pt x="7676" y="1770"/>
                  <a:pt x="7703" y="1797"/>
                  <a:pt x="7703" y="1831"/>
                </a:cubicBezTo>
                <a:close/>
                <a:moveTo>
                  <a:pt x="7299" y="2319"/>
                </a:moveTo>
                <a:cubicBezTo>
                  <a:pt x="7299" y="2339"/>
                  <a:pt x="7282" y="2356"/>
                  <a:pt x="7262" y="2356"/>
                </a:cubicBezTo>
                <a:cubicBezTo>
                  <a:pt x="7242" y="2356"/>
                  <a:pt x="7225" y="2339"/>
                  <a:pt x="7225" y="2319"/>
                </a:cubicBezTo>
                <a:cubicBezTo>
                  <a:pt x="7225" y="2298"/>
                  <a:pt x="7242" y="2282"/>
                  <a:pt x="7262" y="2282"/>
                </a:cubicBezTo>
                <a:cubicBezTo>
                  <a:pt x="7282" y="2282"/>
                  <a:pt x="7299" y="2298"/>
                  <a:pt x="7299" y="2319"/>
                </a:cubicBezTo>
                <a:close/>
                <a:moveTo>
                  <a:pt x="3521" y="4256"/>
                </a:moveTo>
                <a:cubicBezTo>
                  <a:pt x="3521" y="4286"/>
                  <a:pt x="3496" y="4311"/>
                  <a:pt x="3466" y="4311"/>
                </a:cubicBezTo>
                <a:cubicBezTo>
                  <a:pt x="3436" y="4311"/>
                  <a:pt x="3411" y="4286"/>
                  <a:pt x="3411" y="4256"/>
                </a:cubicBezTo>
                <a:cubicBezTo>
                  <a:pt x="3411" y="4225"/>
                  <a:pt x="3436" y="4201"/>
                  <a:pt x="3466" y="4201"/>
                </a:cubicBezTo>
                <a:cubicBezTo>
                  <a:pt x="3496" y="4201"/>
                  <a:pt x="3521" y="4225"/>
                  <a:pt x="3521" y="4256"/>
                </a:cubicBezTo>
                <a:close/>
                <a:moveTo>
                  <a:pt x="2140" y="1633"/>
                </a:moveTo>
                <a:cubicBezTo>
                  <a:pt x="2140" y="1658"/>
                  <a:pt x="2120" y="1678"/>
                  <a:pt x="2095" y="1678"/>
                </a:cubicBezTo>
                <a:cubicBezTo>
                  <a:pt x="2069" y="1678"/>
                  <a:pt x="2049" y="1658"/>
                  <a:pt x="2049" y="1633"/>
                </a:cubicBezTo>
                <a:cubicBezTo>
                  <a:pt x="2049" y="1608"/>
                  <a:pt x="2069" y="1587"/>
                  <a:pt x="2095" y="1587"/>
                </a:cubicBezTo>
                <a:cubicBezTo>
                  <a:pt x="2120" y="1587"/>
                  <a:pt x="2140" y="1608"/>
                  <a:pt x="2140" y="1633"/>
                </a:cubicBezTo>
                <a:close/>
                <a:moveTo>
                  <a:pt x="243" y="3591"/>
                </a:moveTo>
                <a:cubicBezTo>
                  <a:pt x="243" y="3627"/>
                  <a:pt x="214" y="3656"/>
                  <a:pt x="178" y="3656"/>
                </a:cubicBezTo>
                <a:cubicBezTo>
                  <a:pt x="143" y="3656"/>
                  <a:pt x="114" y="3627"/>
                  <a:pt x="114" y="3591"/>
                </a:cubicBezTo>
                <a:cubicBezTo>
                  <a:pt x="114" y="3555"/>
                  <a:pt x="143" y="3526"/>
                  <a:pt x="178" y="3526"/>
                </a:cubicBezTo>
                <a:cubicBezTo>
                  <a:pt x="214" y="3526"/>
                  <a:pt x="243" y="3555"/>
                  <a:pt x="243" y="3591"/>
                </a:cubicBezTo>
                <a:close/>
                <a:moveTo>
                  <a:pt x="972" y="471"/>
                </a:moveTo>
                <a:cubicBezTo>
                  <a:pt x="972" y="504"/>
                  <a:pt x="945" y="530"/>
                  <a:pt x="912" y="530"/>
                </a:cubicBezTo>
                <a:cubicBezTo>
                  <a:pt x="879" y="530"/>
                  <a:pt x="853" y="504"/>
                  <a:pt x="853" y="471"/>
                </a:cubicBezTo>
                <a:cubicBezTo>
                  <a:pt x="853" y="438"/>
                  <a:pt x="879" y="411"/>
                  <a:pt x="912" y="411"/>
                </a:cubicBezTo>
                <a:cubicBezTo>
                  <a:pt x="945" y="411"/>
                  <a:pt x="972" y="438"/>
                  <a:pt x="972" y="471"/>
                </a:cubicBezTo>
                <a:close/>
                <a:moveTo>
                  <a:pt x="7122" y="5401"/>
                </a:moveTo>
                <a:cubicBezTo>
                  <a:pt x="7122" y="5428"/>
                  <a:pt x="7100" y="5450"/>
                  <a:pt x="7073" y="5450"/>
                </a:cubicBezTo>
                <a:cubicBezTo>
                  <a:pt x="7046" y="5450"/>
                  <a:pt x="7024" y="5428"/>
                  <a:pt x="7024" y="5401"/>
                </a:cubicBezTo>
                <a:cubicBezTo>
                  <a:pt x="7024" y="5373"/>
                  <a:pt x="7046" y="5351"/>
                  <a:pt x="7073" y="5351"/>
                </a:cubicBezTo>
                <a:cubicBezTo>
                  <a:pt x="7100" y="5351"/>
                  <a:pt x="7122" y="5373"/>
                  <a:pt x="7122" y="5401"/>
                </a:cubicBezTo>
                <a:close/>
                <a:moveTo>
                  <a:pt x="9635" y="5316"/>
                </a:moveTo>
                <a:cubicBezTo>
                  <a:pt x="9635" y="5339"/>
                  <a:pt x="9616" y="5358"/>
                  <a:pt x="9593" y="5358"/>
                </a:cubicBezTo>
                <a:cubicBezTo>
                  <a:pt x="9570" y="5358"/>
                  <a:pt x="9551" y="5339"/>
                  <a:pt x="9551" y="5316"/>
                </a:cubicBezTo>
                <a:cubicBezTo>
                  <a:pt x="9551" y="5293"/>
                  <a:pt x="9570" y="5274"/>
                  <a:pt x="9593" y="5274"/>
                </a:cubicBezTo>
                <a:cubicBezTo>
                  <a:pt x="9616" y="5274"/>
                  <a:pt x="9635" y="5293"/>
                  <a:pt x="9635" y="5316"/>
                </a:cubicBezTo>
                <a:close/>
                <a:moveTo>
                  <a:pt x="3663" y="359"/>
                </a:moveTo>
                <a:cubicBezTo>
                  <a:pt x="3663" y="387"/>
                  <a:pt x="3640" y="410"/>
                  <a:pt x="3612" y="410"/>
                </a:cubicBezTo>
                <a:cubicBezTo>
                  <a:pt x="3584" y="410"/>
                  <a:pt x="3561" y="387"/>
                  <a:pt x="3561" y="359"/>
                </a:cubicBezTo>
                <a:cubicBezTo>
                  <a:pt x="3561" y="331"/>
                  <a:pt x="3584" y="308"/>
                  <a:pt x="3612" y="308"/>
                </a:cubicBezTo>
                <a:cubicBezTo>
                  <a:pt x="3640" y="308"/>
                  <a:pt x="3663" y="331"/>
                  <a:pt x="3663" y="359"/>
                </a:cubicBezTo>
                <a:close/>
                <a:moveTo>
                  <a:pt x="6381" y="3524"/>
                </a:moveTo>
                <a:cubicBezTo>
                  <a:pt x="6381" y="3553"/>
                  <a:pt x="6357" y="3576"/>
                  <a:pt x="6328" y="3576"/>
                </a:cubicBezTo>
                <a:cubicBezTo>
                  <a:pt x="6299" y="3576"/>
                  <a:pt x="6276" y="3553"/>
                  <a:pt x="6276" y="3524"/>
                </a:cubicBezTo>
                <a:cubicBezTo>
                  <a:pt x="6276" y="3495"/>
                  <a:pt x="6299" y="3472"/>
                  <a:pt x="6328" y="3472"/>
                </a:cubicBezTo>
                <a:cubicBezTo>
                  <a:pt x="6357" y="3472"/>
                  <a:pt x="6381" y="3495"/>
                  <a:pt x="6381" y="3524"/>
                </a:cubicBezTo>
                <a:close/>
                <a:moveTo>
                  <a:pt x="9183" y="5605"/>
                </a:moveTo>
                <a:cubicBezTo>
                  <a:pt x="9183" y="5628"/>
                  <a:pt x="9164" y="5646"/>
                  <a:pt x="9141" y="5646"/>
                </a:cubicBezTo>
                <a:cubicBezTo>
                  <a:pt x="9118" y="5646"/>
                  <a:pt x="9100" y="5628"/>
                  <a:pt x="9100" y="5605"/>
                </a:cubicBezTo>
                <a:cubicBezTo>
                  <a:pt x="9100" y="5582"/>
                  <a:pt x="9118" y="5563"/>
                  <a:pt x="9141" y="5563"/>
                </a:cubicBezTo>
                <a:cubicBezTo>
                  <a:pt x="9164" y="5563"/>
                  <a:pt x="9183" y="5582"/>
                  <a:pt x="9183" y="5605"/>
                </a:cubicBezTo>
                <a:close/>
                <a:moveTo>
                  <a:pt x="456" y="770"/>
                </a:moveTo>
                <a:cubicBezTo>
                  <a:pt x="456" y="808"/>
                  <a:pt x="426" y="838"/>
                  <a:pt x="388" y="838"/>
                </a:cubicBezTo>
                <a:cubicBezTo>
                  <a:pt x="351" y="838"/>
                  <a:pt x="320" y="808"/>
                  <a:pt x="320" y="770"/>
                </a:cubicBezTo>
                <a:cubicBezTo>
                  <a:pt x="320" y="732"/>
                  <a:pt x="351" y="702"/>
                  <a:pt x="388" y="702"/>
                </a:cubicBezTo>
                <a:cubicBezTo>
                  <a:pt x="426" y="702"/>
                  <a:pt x="456" y="732"/>
                  <a:pt x="456" y="770"/>
                </a:cubicBezTo>
                <a:close/>
                <a:moveTo>
                  <a:pt x="2583" y="6053"/>
                </a:moveTo>
                <a:cubicBezTo>
                  <a:pt x="2583" y="6083"/>
                  <a:pt x="2558" y="6108"/>
                  <a:pt x="2528" y="6108"/>
                </a:cubicBezTo>
                <a:cubicBezTo>
                  <a:pt x="2497" y="6108"/>
                  <a:pt x="2473" y="6083"/>
                  <a:pt x="2473" y="6053"/>
                </a:cubicBezTo>
                <a:cubicBezTo>
                  <a:pt x="2473" y="6022"/>
                  <a:pt x="2497" y="5998"/>
                  <a:pt x="2528" y="5998"/>
                </a:cubicBezTo>
                <a:cubicBezTo>
                  <a:pt x="2558" y="5998"/>
                  <a:pt x="2583" y="6022"/>
                  <a:pt x="2583" y="6053"/>
                </a:cubicBezTo>
                <a:close/>
                <a:moveTo>
                  <a:pt x="141" y="3053"/>
                </a:moveTo>
                <a:cubicBezTo>
                  <a:pt x="141" y="3074"/>
                  <a:pt x="124" y="3091"/>
                  <a:pt x="103" y="3091"/>
                </a:cubicBezTo>
                <a:cubicBezTo>
                  <a:pt x="83" y="3091"/>
                  <a:pt x="66" y="3074"/>
                  <a:pt x="66" y="3053"/>
                </a:cubicBezTo>
                <a:cubicBezTo>
                  <a:pt x="66" y="3032"/>
                  <a:pt x="83" y="3015"/>
                  <a:pt x="103" y="3015"/>
                </a:cubicBezTo>
                <a:cubicBezTo>
                  <a:pt x="124" y="3015"/>
                  <a:pt x="141" y="3032"/>
                  <a:pt x="141" y="3053"/>
                </a:cubicBezTo>
                <a:close/>
                <a:moveTo>
                  <a:pt x="3342" y="2248"/>
                </a:moveTo>
                <a:cubicBezTo>
                  <a:pt x="3342" y="2269"/>
                  <a:pt x="3325" y="2286"/>
                  <a:pt x="3305" y="2286"/>
                </a:cubicBezTo>
                <a:cubicBezTo>
                  <a:pt x="3284" y="2286"/>
                  <a:pt x="3267" y="2269"/>
                  <a:pt x="3267" y="2248"/>
                </a:cubicBezTo>
                <a:cubicBezTo>
                  <a:pt x="3267" y="2227"/>
                  <a:pt x="3284" y="2210"/>
                  <a:pt x="3305" y="2210"/>
                </a:cubicBezTo>
                <a:cubicBezTo>
                  <a:pt x="3325" y="2210"/>
                  <a:pt x="3342" y="2227"/>
                  <a:pt x="3342" y="2248"/>
                </a:cubicBezTo>
                <a:close/>
                <a:moveTo>
                  <a:pt x="218" y="381"/>
                </a:moveTo>
                <a:cubicBezTo>
                  <a:pt x="218" y="419"/>
                  <a:pt x="187" y="449"/>
                  <a:pt x="150" y="449"/>
                </a:cubicBezTo>
                <a:cubicBezTo>
                  <a:pt x="112" y="449"/>
                  <a:pt x="81" y="419"/>
                  <a:pt x="81" y="381"/>
                </a:cubicBezTo>
                <a:cubicBezTo>
                  <a:pt x="81" y="343"/>
                  <a:pt x="112" y="313"/>
                  <a:pt x="150" y="313"/>
                </a:cubicBezTo>
                <a:cubicBezTo>
                  <a:pt x="187" y="313"/>
                  <a:pt x="218" y="343"/>
                  <a:pt x="218" y="381"/>
                </a:cubicBezTo>
                <a:close/>
                <a:moveTo>
                  <a:pt x="4042" y="3269"/>
                </a:moveTo>
                <a:cubicBezTo>
                  <a:pt x="4042" y="3288"/>
                  <a:pt x="4026" y="3303"/>
                  <a:pt x="4008" y="3303"/>
                </a:cubicBezTo>
                <a:cubicBezTo>
                  <a:pt x="3989" y="3303"/>
                  <a:pt x="3974" y="3288"/>
                  <a:pt x="3974" y="3269"/>
                </a:cubicBezTo>
                <a:cubicBezTo>
                  <a:pt x="3974" y="3250"/>
                  <a:pt x="3989" y="3235"/>
                  <a:pt x="4008" y="3235"/>
                </a:cubicBezTo>
                <a:cubicBezTo>
                  <a:pt x="4026" y="3235"/>
                  <a:pt x="4042" y="3250"/>
                  <a:pt x="4042" y="3269"/>
                </a:cubicBezTo>
                <a:close/>
                <a:moveTo>
                  <a:pt x="4883" y="4880"/>
                </a:moveTo>
                <a:cubicBezTo>
                  <a:pt x="4883" y="4916"/>
                  <a:pt x="4853" y="4946"/>
                  <a:pt x="4817" y="4946"/>
                </a:cubicBezTo>
                <a:cubicBezTo>
                  <a:pt x="4781" y="4946"/>
                  <a:pt x="4751" y="4916"/>
                  <a:pt x="4751" y="4880"/>
                </a:cubicBezTo>
                <a:cubicBezTo>
                  <a:pt x="4751" y="4843"/>
                  <a:pt x="4781" y="4814"/>
                  <a:pt x="4817" y="4814"/>
                </a:cubicBezTo>
                <a:cubicBezTo>
                  <a:pt x="4853" y="4814"/>
                  <a:pt x="4883" y="4843"/>
                  <a:pt x="4883" y="4880"/>
                </a:cubicBezTo>
                <a:close/>
                <a:moveTo>
                  <a:pt x="2561" y="6117"/>
                </a:moveTo>
                <a:cubicBezTo>
                  <a:pt x="2561" y="6150"/>
                  <a:pt x="2534" y="6177"/>
                  <a:pt x="2501" y="6177"/>
                </a:cubicBezTo>
                <a:cubicBezTo>
                  <a:pt x="2468" y="6177"/>
                  <a:pt x="2442" y="6150"/>
                  <a:pt x="2442" y="6117"/>
                </a:cubicBezTo>
                <a:cubicBezTo>
                  <a:pt x="2442" y="6084"/>
                  <a:pt x="2468" y="6058"/>
                  <a:pt x="2501" y="6058"/>
                </a:cubicBezTo>
                <a:cubicBezTo>
                  <a:pt x="2534" y="6058"/>
                  <a:pt x="2561" y="6084"/>
                  <a:pt x="2561" y="6117"/>
                </a:cubicBezTo>
                <a:close/>
                <a:moveTo>
                  <a:pt x="3064" y="838"/>
                </a:moveTo>
                <a:cubicBezTo>
                  <a:pt x="3064" y="860"/>
                  <a:pt x="3047" y="878"/>
                  <a:pt x="3025" y="878"/>
                </a:cubicBezTo>
                <a:cubicBezTo>
                  <a:pt x="3003" y="878"/>
                  <a:pt x="2985" y="860"/>
                  <a:pt x="2985" y="838"/>
                </a:cubicBezTo>
                <a:cubicBezTo>
                  <a:pt x="2985" y="816"/>
                  <a:pt x="3003" y="798"/>
                  <a:pt x="3025" y="798"/>
                </a:cubicBezTo>
                <a:cubicBezTo>
                  <a:pt x="3047" y="798"/>
                  <a:pt x="3064" y="816"/>
                  <a:pt x="3064" y="838"/>
                </a:cubicBezTo>
                <a:close/>
                <a:moveTo>
                  <a:pt x="2246" y="881"/>
                </a:moveTo>
                <a:cubicBezTo>
                  <a:pt x="2246" y="911"/>
                  <a:pt x="2221" y="935"/>
                  <a:pt x="2191" y="935"/>
                </a:cubicBezTo>
                <a:cubicBezTo>
                  <a:pt x="2161" y="935"/>
                  <a:pt x="2137" y="911"/>
                  <a:pt x="2137" y="881"/>
                </a:cubicBezTo>
                <a:cubicBezTo>
                  <a:pt x="2137" y="851"/>
                  <a:pt x="2161" y="826"/>
                  <a:pt x="2191" y="826"/>
                </a:cubicBezTo>
                <a:cubicBezTo>
                  <a:pt x="2221" y="826"/>
                  <a:pt x="2246" y="851"/>
                  <a:pt x="2246" y="881"/>
                </a:cubicBezTo>
                <a:close/>
                <a:moveTo>
                  <a:pt x="8804" y="3094"/>
                </a:moveTo>
                <a:cubicBezTo>
                  <a:pt x="8804" y="3128"/>
                  <a:pt x="8776" y="3155"/>
                  <a:pt x="8743" y="3155"/>
                </a:cubicBezTo>
                <a:cubicBezTo>
                  <a:pt x="8709" y="3155"/>
                  <a:pt x="8682" y="3128"/>
                  <a:pt x="8682" y="3094"/>
                </a:cubicBezTo>
                <a:cubicBezTo>
                  <a:pt x="8682" y="3061"/>
                  <a:pt x="8709" y="3034"/>
                  <a:pt x="8743" y="3034"/>
                </a:cubicBezTo>
                <a:cubicBezTo>
                  <a:pt x="8776" y="3034"/>
                  <a:pt x="8804" y="3061"/>
                  <a:pt x="8804" y="3094"/>
                </a:cubicBezTo>
                <a:close/>
                <a:moveTo>
                  <a:pt x="8759" y="6179"/>
                </a:moveTo>
                <a:cubicBezTo>
                  <a:pt x="8759" y="6208"/>
                  <a:pt x="8736" y="6230"/>
                  <a:pt x="8708" y="6230"/>
                </a:cubicBezTo>
                <a:cubicBezTo>
                  <a:pt x="8680" y="6230"/>
                  <a:pt x="8657" y="6208"/>
                  <a:pt x="8657" y="6179"/>
                </a:cubicBezTo>
                <a:cubicBezTo>
                  <a:pt x="8657" y="6151"/>
                  <a:pt x="8680" y="6129"/>
                  <a:pt x="8708" y="6129"/>
                </a:cubicBezTo>
                <a:cubicBezTo>
                  <a:pt x="8736" y="6129"/>
                  <a:pt x="8759" y="6151"/>
                  <a:pt x="8759" y="6179"/>
                </a:cubicBezTo>
                <a:close/>
                <a:moveTo>
                  <a:pt x="6354" y="4271"/>
                </a:moveTo>
                <a:cubicBezTo>
                  <a:pt x="6354" y="4308"/>
                  <a:pt x="6324" y="4337"/>
                  <a:pt x="6287" y="4337"/>
                </a:cubicBezTo>
                <a:cubicBezTo>
                  <a:pt x="6250" y="4337"/>
                  <a:pt x="6221" y="4308"/>
                  <a:pt x="6221" y="4271"/>
                </a:cubicBezTo>
                <a:cubicBezTo>
                  <a:pt x="6221" y="4234"/>
                  <a:pt x="6250" y="4204"/>
                  <a:pt x="6287" y="4204"/>
                </a:cubicBezTo>
                <a:cubicBezTo>
                  <a:pt x="6324" y="4204"/>
                  <a:pt x="6354" y="4234"/>
                  <a:pt x="6354" y="4271"/>
                </a:cubicBezTo>
                <a:close/>
                <a:moveTo>
                  <a:pt x="6535" y="4688"/>
                </a:moveTo>
                <a:cubicBezTo>
                  <a:pt x="6535" y="4717"/>
                  <a:pt x="6511" y="4741"/>
                  <a:pt x="6482" y="4741"/>
                </a:cubicBezTo>
                <a:cubicBezTo>
                  <a:pt x="6453" y="4741"/>
                  <a:pt x="6430" y="4717"/>
                  <a:pt x="6430" y="4688"/>
                </a:cubicBezTo>
                <a:cubicBezTo>
                  <a:pt x="6430" y="4659"/>
                  <a:pt x="6453" y="4635"/>
                  <a:pt x="6482" y="4635"/>
                </a:cubicBezTo>
                <a:cubicBezTo>
                  <a:pt x="6511" y="4635"/>
                  <a:pt x="6535" y="4659"/>
                  <a:pt x="6535" y="4688"/>
                </a:cubicBezTo>
                <a:close/>
                <a:moveTo>
                  <a:pt x="8003" y="5193"/>
                </a:moveTo>
                <a:cubicBezTo>
                  <a:pt x="8003" y="5212"/>
                  <a:pt x="7987" y="5228"/>
                  <a:pt x="7968" y="5228"/>
                </a:cubicBezTo>
                <a:cubicBezTo>
                  <a:pt x="7949" y="5228"/>
                  <a:pt x="7933" y="5212"/>
                  <a:pt x="7933" y="5193"/>
                </a:cubicBezTo>
                <a:cubicBezTo>
                  <a:pt x="7933" y="5174"/>
                  <a:pt x="7949" y="5159"/>
                  <a:pt x="7968" y="5159"/>
                </a:cubicBezTo>
                <a:cubicBezTo>
                  <a:pt x="7987" y="5159"/>
                  <a:pt x="8003" y="5174"/>
                  <a:pt x="8003" y="5193"/>
                </a:cubicBezTo>
                <a:close/>
                <a:moveTo>
                  <a:pt x="9299" y="2516"/>
                </a:moveTo>
                <a:cubicBezTo>
                  <a:pt x="9299" y="2547"/>
                  <a:pt x="9274" y="2572"/>
                  <a:pt x="9243" y="2572"/>
                </a:cubicBezTo>
                <a:cubicBezTo>
                  <a:pt x="9212" y="2572"/>
                  <a:pt x="9187" y="2547"/>
                  <a:pt x="9187" y="2516"/>
                </a:cubicBezTo>
                <a:cubicBezTo>
                  <a:pt x="9187" y="2485"/>
                  <a:pt x="9212" y="2460"/>
                  <a:pt x="9243" y="2460"/>
                </a:cubicBezTo>
                <a:cubicBezTo>
                  <a:pt x="9274" y="2460"/>
                  <a:pt x="9299" y="2485"/>
                  <a:pt x="9299" y="2516"/>
                </a:cubicBezTo>
                <a:close/>
                <a:moveTo>
                  <a:pt x="8098" y="451"/>
                </a:moveTo>
                <a:cubicBezTo>
                  <a:pt x="8098" y="481"/>
                  <a:pt x="8073" y="506"/>
                  <a:pt x="8043" y="506"/>
                </a:cubicBezTo>
                <a:cubicBezTo>
                  <a:pt x="8013" y="506"/>
                  <a:pt x="7988" y="481"/>
                  <a:pt x="7988" y="451"/>
                </a:cubicBezTo>
                <a:cubicBezTo>
                  <a:pt x="7988" y="421"/>
                  <a:pt x="8013" y="396"/>
                  <a:pt x="8043" y="396"/>
                </a:cubicBezTo>
                <a:cubicBezTo>
                  <a:pt x="8073" y="396"/>
                  <a:pt x="8098" y="421"/>
                  <a:pt x="8098" y="451"/>
                </a:cubicBezTo>
                <a:close/>
                <a:moveTo>
                  <a:pt x="6683" y="3564"/>
                </a:moveTo>
                <a:cubicBezTo>
                  <a:pt x="6683" y="3592"/>
                  <a:pt x="6660" y="3615"/>
                  <a:pt x="6632" y="3615"/>
                </a:cubicBezTo>
                <a:cubicBezTo>
                  <a:pt x="6604" y="3615"/>
                  <a:pt x="6581" y="3592"/>
                  <a:pt x="6581" y="3564"/>
                </a:cubicBezTo>
                <a:cubicBezTo>
                  <a:pt x="6581" y="3536"/>
                  <a:pt x="6604" y="3513"/>
                  <a:pt x="6632" y="3513"/>
                </a:cubicBezTo>
                <a:cubicBezTo>
                  <a:pt x="6660" y="3513"/>
                  <a:pt x="6683" y="3536"/>
                  <a:pt x="6683" y="3564"/>
                </a:cubicBezTo>
                <a:close/>
                <a:moveTo>
                  <a:pt x="6844" y="2752"/>
                </a:moveTo>
                <a:cubicBezTo>
                  <a:pt x="6844" y="2780"/>
                  <a:pt x="6821" y="2803"/>
                  <a:pt x="6793" y="2803"/>
                </a:cubicBezTo>
                <a:cubicBezTo>
                  <a:pt x="6765" y="2803"/>
                  <a:pt x="6742" y="2780"/>
                  <a:pt x="6742" y="2752"/>
                </a:cubicBezTo>
                <a:cubicBezTo>
                  <a:pt x="6742" y="2724"/>
                  <a:pt x="6765" y="2701"/>
                  <a:pt x="6793" y="2701"/>
                </a:cubicBezTo>
                <a:cubicBezTo>
                  <a:pt x="6821" y="2701"/>
                  <a:pt x="6844" y="2724"/>
                  <a:pt x="6844" y="2752"/>
                </a:cubicBezTo>
                <a:close/>
                <a:moveTo>
                  <a:pt x="8451" y="4864"/>
                </a:moveTo>
                <a:cubicBezTo>
                  <a:pt x="8451" y="4895"/>
                  <a:pt x="8426" y="4920"/>
                  <a:pt x="8395" y="4920"/>
                </a:cubicBezTo>
                <a:cubicBezTo>
                  <a:pt x="8365" y="4920"/>
                  <a:pt x="8340" y="4895"/>
                  <a:pt x="8340" y="4864"/>
                </a:cubicBezTo>
                <a:cubicBezTo>
                  <a:pt x="8340" y="4834"/>
                  <a:pt x="8365" y="4809"/>
                  <a:pt x="8395" y="4809"/>
                </a:cubicBezTo>
                <a:cubicBezTo>
                  <a:pt x="8426" y="4809"/>
                  <a:pt x="8451" y="4834"/>
                  <a:pt x="8451" y="4864"/>
                </a:cubicBezTo>
                <a:close/>
                <a:moveTo>
                  <a:pt x="9589" y="4182"/>
                </a:moveTo>
                <a:cubicBezTo>
                  <a:pt x="9589" y="4215"/>
                  <a:pt x="9563" y="4242"/>
                  <a:pt x="9530" y="4242"/>
                </a:cubicBezTo>
                <a:cubicBezTo>
                  <a:pt x="9497" y="4242"/>
                  <a:pt x="9470" y="4215"/>
                  <a:pt x="9470" y="4182"/>
                </a:cubicBezTo>
                <a:cubicBezTo>
                  <a:pt x="9470" y="4149"/>
                  <a:pt x="9497" y="4123"/>
                  <a:pt x="9530" y="4123"/>
                </a:cubicBezTo>
                <a:cubicBezTo>
                  <a:pt x="9563" y="4123"/>
                  <a:pt x="9589" y="4149"/>
                  <a:pt x="9589" y="4182"/>
                </a:cubicBezTo>
                <a:close/>
                <a:moveTo>
                  <a:pt x="6033" y="3656"/>
                </a:moveTo>
                <a:cubicBezTo>
                  <a:pt x="6033" y="3689"/>
                  <a:pt x="6006" y="3716"/>
                  <a:pt x="5973" y="3716"/>
                </a:cubicBezTo>
                <a:cubicBezTo>
                  <a:pt x="5940" y="3716"/>
                  <a:pt x="5913" y="3689"/>
                  <a:pt x="5913" y="3656"/>
                </a:cubicBezTo>
                <a:cubicBezTo>
                  <a:pt x="5913" y="3622"/>
                  <a:pt x="5940" y="3595"/>
                  <a:pt x="5973" y="3595"/>
                </a:cubicBezTo>
                <a:cubicBezTo>
                  <a:pt x="6006" y="3595"/>
                  <a:pt x="6033" y="3622"/>
                  <a:pt x="6033" y="3656"/>
                </a:cubicBezTo>
                <a:close/>
                <a:moveTo>
                  <a:pt x="8575" y="3213"/>
                </a:moveTo>
                <a:cubicBezTo>
                  <a:pt x="8575" y="3231"/>
                  <a:pt x="8561" y="3245"/>
                  <a:pt x="8543" y="3245"/>
                </a:cubicBezTo>
                <a:cubicBezTo>
                  <a:pt x="8526" y="3245"/>
                  <a:pt x="8511" y="3231"/>
                  <a:pt x="8511" y="3213"/>
                </a:cubicBezTo>
                <a:cubicBezTo>
                  <a:pt x="8511" y="3196"/>
                  <a:pt x="8526" y="3181"/>
                  <a:pt x="8543" y="3181"/>
                </a:cubicBezTo>
                <a:cubicBezTo>
                  <a:pt x="8561" y="3181"/>
                  <a:pt x="8575" y="3196"/>
                  <a:pt x="8575" y="3213"/>
                </a:cubicBezTo>
                <a:close/>
                <a:moveTo>
                  <a:pt x="4023" y="2053"/>
                </a:moveTo>
                <a:cubicBezTo>
                  <a:pt x="4023" y="2088"/>
                  <a:pt x="3995" y="2117"/>
                  <a:pt x="3960" y="2117"/>
                </a:cubicBezTo>
                <a:cubicBezTo>
                  <a:pt x="3925" y="2117"/>
                  <a:pt x="3896" y="2088"/>
                  <a:pt x="3896" y="2053"/>
                </a:cubicBezTo>
                <a:cubicBezTo>
                  <a:pt x="3896" y="2018"/>
                  <a:pt x="3925" y="1990"/>
                  <a:pt x="3960" y="1990"/>
                </a:cubicBezTo>
                <a:cubicBezTo>
                  <a:pt x="3995" y="1990"/>
                  <a:pt x="4023" y="2018"/>
                  <a:pt x="4023" y="2053"/>
                </a:cubicBezTo>
                <a:close/>
                <a:moveTo>
                  <a:pt x="7469" y="4314"/>
                </a:moveTo>
                <a:cubicBezTo>
                  <a:pt x="7469" y="4348"/>
                  <a:pt x="7441" y="4376"/>
                  <a:pt x="7407" y="4376"/>
                </a:cubicBezTo>
                <a:cubicBezTo>
                  <a:pt x="7372" y="4376"/>
                  <a:pt x="7344" y="4348"/>
                  <a:pt x="7344" y="4314"/>
                </a:cubicBezTo>
                <a:cubicBezTo>
                  <a:pt x="7344" y="4279"/>
                  <a:pt x="7372" y="4251"/>
                  <a:pt x="7407" y="4251"/>
                </a:cubicBezTo>
                <a:cubicBezTo>
                  <a:pt x="7441" y="4251"/>
                  <a:pt x="7469" y="4279"/>
                  <a:pt x="7469" y="4314"/>
                </a:cubicBezTo>
                <a:close/>
                <a:moveTo>
                  <a:pt x="5348" y="3026"/>
                </a:moveTo>
                <a:cubicBezTo>
                  <a:pt x="5348" y="3043"/>
                  <a:pt x="5333" y="3057"/>
                  <a:pt x="5316" y="3057"/>
                </a:cubicBezTo>
                <a:cubicBezTo>
                  <a:pt x="5299" y="3057"/>
                  <a:pt x="5285" y="3043"/>
                  <a:pt x="5285" y="3026"/>
                </a:cubicBezTo>
                <a:cubicBezTo>
                  <a:pt x="5285" y="3008"/>
                  <a:pt x="5299" y="2994"/>
                  <a:pt x="5316" y="2994"/>
                </a:cubicBezTo>
                <a:cubicBezTo>
                  <a:pt x="5333" y="2994"/>
                  <a:pt x="5348" y="3008"/>
                  <a:pt x="5348" y="3026"/>
                </a:cubicBezTo>
                <a:close/>
                <a:moveTo>
                  <a:pt x="4150" y="4866"/>
                </a:moveTo>
                <a:cubicBezTo>
                  <a:pt x="4150" y="4886"/>
                  <a:pt x="4133" y="4903"/>
                  <a:pt x="4113" y="4903"/>
                </a:cubicBezTo>
                <a:cubicBezTo>
                  <a:pt x="4093" y="4903"/>
                  <a:pt x="4076" y="4886"/>
                  <a:pt x="4076" y="4866"/>
                </a:cubicBezTo>
                <a:cubicBezTo>
                  <a:pt x="4076" y="4846"/>
                  <a:pt x="4093" y="4829"/>
                  <a:pt x="4113" y="4829"/>
                </a:cubicBezTo>
                <a:cubicBezTo>
                  <a:pt x="4133" y="4829"/>
                  <a:pt x="4150" y="4846"/>
                  <a:pt x="4150" y="4866"/>
                </a:cubicBezTo>
                <a:close/>
                <a:moveTo>
                  <a:pt x="5205" y="1831"/>
                </a:moveTo>
                <a:cubicBezTo>
                  <a:pt x="5205" y="1852"/>
                  <a:pt x="5187" y="1870"/>
                  <a:pt x="5166" y="1870"/>
                </a:cubicBezTo>
                <a:cubicBezTo>
                  <a:pt x="5144" y="1870"/>
                  <a:pt x="5126" y="1852"/>
                  <a:pt x="5126" y="1831"/>
                </a:cubicBezTo>
                <a:cubicBezTo>
                  <a:pt x="5126" y="1809"/>
                  <a:pt x="5144" y="1791"/>
                  <a:pt x="5166" y="1791"/>
                </a:cubicBezTo>
                <a:cubicBezTo>
                  <a:pt x="5187" y="1791"/>
                  <a:pt x="5205" y="1809"/>
                  <a:pt x="5205" y="1831"/>
                </a:cubicBezTo>
                <a:close/>
                <a:moveTo>
                  <a:pt x="2592" y="1582"/>
                </a:moveTo>
                <a:cubicBezTo>
                  <a:pt x="2592" y="1615"/>
                  <a:pt x="2565" y="1641"/>
                  <a:pt x="2533" y="1641"/>
                </a:cubicBezTo>
                <a:cubicBezTo>
                  <a:pt x="2500" y="1641"/>
                  <a:pt x="2474" y="1615"/>
                  <a:pt x="2474" y="1582"/>
                </a:cubicBezTo>
                <a:cubicBezTo>
                  <a:pt x="2474" y="1550"/>
                  <a:pt x="2500" y="1523"/>
                  <a:pt x="2533" y="1523"/>
                </a:cubicBezTo>
                <a:cubicBezTo>
                  <a:pt x="2565" y="1523"/>
                  <a:pt x="2592" y="1550"/>
                  <a:pt x="2592" y="1582"/>
                </a:cubicBezTo>
                <a:close/>
                <a:moveTo>
                  <a:pt x="2546" y="5741"/>
                </a:moveTo>
                <a:cubicBezTo>
                  <a:pt x="2546" y="5759"/>
                  <a:pt x="2532" y="5773"/>
                  <a:pt x="2514" y="5773"/>
                </a:cubicBezTo>
                <a:cubicBezTo>
                  <a:pt x="2496" y="5773"/>
                  <a:pt x="2482" y="5759"/>
                  <a:pt x="2482" y="5741"/>
                </a:cubicBezTo>
                <a:cubicBezTo>
                  <a:pt x="2482" y="5723"/>
                  <a:pt x="2496" y="5709"/>
                  <a:pt x="2514" y="5709"/>
                </a:cubicBezTo>
                <a:cubicBezTo>
                  <a:pt x="2532" y="5709"/>
                  <a:pt x="2546" y="5723"/>
                  <a:pt x="2546" y="5741"/>
                </a:cubicBezTo>
                <a:close/>
                <a:moveTo>
                  <a:pt x="9813" y="5175"/>
                </a:moveTo>
                <a:cubicBezTo>
                  <a:pt x="9813" y="5212"/>
                  <a:pt x="9784" y="5241"/>
                  <a:pt x="9747" y="5241"/>
                </a:cubicBezTo>
                <a:cubicBezTo>
                  <a:pt x="9711" y="5241"/>
                  <a:pt x="9681" y="5212"/>
                  <a:pt x="9681" y="5175"/>
                </a:cubicBezTo>
                <a:cubicBezTo>
                  <a:pt x="9681" y="5139"/>
                  <a:pt x="9711" y="5109"/>
                  <a:pt x="9747" y="5109"/>
                </a:cubicBezTo>
                <a:cubicBezTo>
                  <a:pt x="9784" y="5109"/>
                  <a:pt x="9813" y="5139"/>
                  <a:pt x="9813" y="5175"/>
                </a:cubicBezTo>
                <a:close/>
                <a:moveTo>
                  <a:pt x="2728" y="60"/>
                </a:moveTo>
                <a:cubicBezTo>
                  <a:pt x="2728" y="94"/>
                  <a:pt x="2701" y="121"/>
                  <a:pt x="2667" y="121"/>
                </a:cubicBezTo>
                <a:cubicBezTo>
                  <a:pt x="2634" y="121"/>
                  <a:pt x="2607" y="94"/>
                  <a:pt x="2607" y="60"/>
                </a:cubicBezTo>
                <a:cubicBezTo>
                  <a:pt x="2607" y="27"/>
                  <a:pt x="2634" y="0"/>
                  <a:pt x="2667" y="0"/>
                </a:cubicBezTo>
                <a:cubicBezTo>
                  <a:pt x="2701" y="0"/>
                  <a:pt x="2728" y="27"/>
                  <a:pt x="2728" y="60"/>
                </a:cubicBezTo>
                <a:close/>
                <a:moveTo>
                  <a:pt x="5387" y="1109"/>
                </a:moveTo>
                <a:cubicBezTo>
                  <a:pt x="5387" y="1145"/>
                  <a:pt x="5358" y="1174"/>
                  <a:pt x="5321" y="1174"/>
                </a:cubicBezTo>
                <a:cubicBezTo>
                  <a:pt x="5285" y="1174"/>
                  <a:pt x="5256" y="1145"/>
                  <a:pt x="5256" y="1109"/>
                </a:cubicBezTo>
                <a:cubicBezTo>
                  <a:pt x="5256" y="1073"/>
                  <a:pt x="5285" y="1043"/>
                  <a:pt x="5321" y="1043"/>
                </a:cubicBezTo>
                <a:cubicBezTo>
                  <a:pt x="5358" y="1043"/>
                  <a:pt x="5387" y="1073"/>
                  <a:pt x="5387" y="1109"/>
                </a:cubicBezTo>
                <a:close/>
                <a:moveTo>
                  <a:pt x="3119" y="1066"/>
                </a:moveTo>
                <a:cubicBezTo>
                  <a:pt x="3119" y="1100"/>
                  <a:pt x="3092" y="1128"/>
                  <a:pt x="3058" y="1128"/>
                </a:cubicBezTo>
                <a:cubicBezTo>
                  <a:pt x="3024" y="1128"/>
                  <a:pt x="2996" y="1100"/>
                  <a:pt x="2996" y="1066"/>
                </a:cubicBezTo>
                <a:cubicBezTo>
                  <a:pt x="2996" y="1032"/>
                  <a:pt x="3024" y="1005"/>
                  <a:pt x="3058" y="1005"/>
                </a:cubicBezTo>
                <a:cubicBezTo>
                  <a:pt x="3092" y="1005"/>
                  <a:pt x="3119" y="1032"/>
                  <a:pt x="3119" y="1066"/>
                </a:cubicBezTo>
                <a:close/>
                <a:moveTo>
                  <a:pt x="7236" y="1064"/>
                </a:moveTo>
                <a:cubicBezTo>
                  <a:pt x="7236" y="1087"/>
                  <a:pt x="7217" y="1106"/>
                  <a:pt x="7194" y="1106"/>
                </a:cubicBezTo>
                <a:cubicBezTo>
                  <a:pt x="7171" y="1106"/>
                  <a:pt x="7152" y="1087"/>
                  <a:pt x="7152" y="1064"/>
                </a:cubicBezTo>
                <a:cubicBezTo>
                  <a:pt x="7152" y="1041"/>
                  <a:pt x="7171" y="1022"/>
                  <a:pt x="7194" y="1022"/>
                </a:cubicBezTo>
                <a:cubicBezTo>
                  <a:pt x="7217" y="1022"/>
                  <a:pt x="7236" y="1041"/>
                  <a:pt x="7236" y="1064"/>
                </a:cubicBezTo>
                <a:close/>
                <a:moveTo>
                  <a:pt x="5995" y="4083"/>
                </a:moveTo>
                <a:cubicBezTo>
                  <a:pt x="5995" y="4118"/>
                  <a:pt x="5967" y="4146"/>
                  <a:pt x="5932" y="4146"/>
                </a:cubicBezTo>
                <a:cubicBezTo>
                  <a:pt x="5897" y="4146"/>
                  <a:pt x="5868" y="4118"/>
                  <a:pt x="5868" y="4083"/>
                </a:cubicBezTo>
                <a:cubicBezTo>
                  <a:pt x="5868" y="4048"/>
                  <a:pt x="5897" y="4019"/>
                  <a:pt x="5932" y="4019"/>
                </a:cubicBezTo>
                <a:cubicBezTo>
                  <a:pt x="5967" y="4019"/>
                  <a:pt x="5995" y="4048"/>
                  <a:pt x="5995" y="4083"/>
                </a:cubicBezTo>
                <a:close/>
                <a:moveTo>
                  <a:pt x="1879" y="5891"/>
                </a:moveTo>
                <a:cubicBezTo>
                  <a:pt x="1879" y="5915"/>
                  <a:pt x="1860" y="5934"/>
                  <a:pt x="1837" y="5934"/>
                </a:cubicBezTo>
                <a:cubicBezTo>
                  <a:pt x="1813" y="5934"/>
                  <a:pt x="1795" y="5915"/>
                  <a:pt x="1795" y="5891"/>
                </a:cubicBezTo>
                <a:cubicBezTo>
                  <a:pt x="1795" y="5868"/>
                  <a:pt x="1813" y="5849"/>
                  <a:pt x="1837" y="5849"/>
                </a:cubicBezTo>
                <a:cubicBezTo>
                  <a:pt x="1860" y="5849"/>
                  <a:pt x="1879" y="5868"/>
                  <a:pt x="1879" y="5891"/>
                </a:cubicBezTo>
                <a:close/>
                <a:moveTo>
                  <a:pt x="1721" y="4416"/>
                </a:moveTo>
                <a:cubicBezTo>
                  <a:pt x="1721" y="4446"/>
                  <a:pt x="1697" y="4469"/>
                  <a:pt x="1667" y="4469"/>
                </a:cubicBezTo>
                <a:cubicBezTo>
                  <a:pt x="1638" y="4469"/>
                  <a:pt x="1614" y="4446"/>
                  <a:pt x="1614" y="4416"/>
                </a:cubicBezTo>
                <a:cubicBezTo>
                  <a:pt x="1614" y="4387"/>
                  <a:pt x="1638" y="4363"/>
                  <a:pt x="1667" y="4363"/>
                </a:cubicBezTo>
                <a:cubicBezTo>
                  <a:pt x="1697" y="4363"/>
                  <a:pt x="1721" y="4387"/>
                  <a:pt x="1721" y="4416"/>
                </a:cubicBezTo>
                <a:close/>
                <a:moveTo>
                  <a:pt x="5383" y="3471"/>
                </a:moveTo>
                <a:cubicBezTo>
                  <a:pt x="5383" y="3503"/>
                  <a:pt x="5357" y="3529"/>
                  <a:pt x="5326" y="3529"/>
                </a:cubicBezTo>
                <a:cubicBezTo>
                  <a:pt x="5294" y="3529"/>
                  <a:pt x="5268" y="3503"/>
                  <a:pt x="5268" y="3471"/>
                </a:cubicBezTo>
                <a:cubicBezTo>
                  <a:pt x="5268" y="3439"/>
                  <a:pt x="5294" y="3414"/>
                  <a:pt x="5326" y="3414"/>
                </a:cubicBezTo>
                <a:cubicBezTo>
                  <a:pt x="5357" y="3414"/>
                  <a:pt x="5383" y="3439"/>
                  <a:pt x="5383" y="3471"/>
                </a:cubicBezTo>
                <a:close/>
              </a:path>
            </a:pathLst>
          </a:custGeom>
          <a:solidFill>
            <a:srgbClr val="9C9C9C"/>
          </a:solidFill>
          <a:ln>
            <a:noFill/>
          </a:ln>
        </p:spPr>
      </p:sp>
      <p:sp>
        <p:nvSpPr>
          <p:cNvPr id="28" name="Arte M2Pantalla"/>
          <p:cNvSpPr/>
          <p:nvPr/>
        </p:nvSpPr>
        <p:spPr>
          <a:xfrm>
            <a:off x="9326880" y="3749040"/>
            <a:ext cx="256032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29" name="Arte M2Superficie"/>
          <p:cNvSpPr/>
          <p:nvPr/>
        </p:nvSpPr>
        <p:spPr>
          <a:xfrm>
            <a:off x="9326880" y="3847795"/>
            <a:ext cx="256032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30" name="Arte M2LineaPleural"/>
          <p:cNvSpPr/>
          <p:nvPr/>
        </p:nvSpPr>
        <p:spPr>
          <a:xfrm>
            <a:off x="9326880" y="4613148"/>
            <a:ext cx="256032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31" name="Arte M2Barras"/>
          <p:cNvSpPr/>
          <p:nvPr/>
        </p:nvSpPr>
        <p:spPr>
          <a:xfrm>
            <a:off x="9326880" y="4699559"/>
            <a:ext cx="2560320" cy="1481328"/>
          </a:xfrm>
          <a:custGeom>
            <a:avLst/>
            <a:gdLst/>
            <a:ahLst/>
            <a:cxnLst/>
            <a:rect l="0" t="0" r="r" b="b"/>
            <a:pathLst>
              <a:path w="10000" h="6000" fill="none">
                <a:moveTo>
                  <a:pt x="0" y="0"/>
                </a:moveTo>
                <a:lnTo>
                  <a:pt x="10000" y="0"/>
                </a:lnTo>
              </a:path>
              <a:path w="10000" h="6000" fill="none">
                <a:moveTo>
                  <a:pt x="0" y="300"/>
                </a:moveTo>
                <a:lnTo>
                  <a:pt x="10000" y="300"/>
                </a:lnTo>
              </a:path>
              <a:path w="10000" h="6000" fill="none">
                <a:moveTo>
                  <a:pt x="0" y="600"/>
                </a:moveTo>
                <a:lnTo>
                  <a:pt x="10000" y="600"/>
                </a:lnTo>
              </a:path>
              <a:path w="10000" h="6000" fill="none">
                <a:moveTo>
                  <a:pt x="0" y="900"/>
                </a:moveTo>
                <a:lnTo>
                  <a:pt x="10000" y="900"/>
                </a:lnTo>
              </a:path>
              <a:path w="10000" h="6000" fill="none">
                <a:moveTo>
                  <a:pt x="0" y="1200"/>
                </a:moveTo>
                <a:lnTo>
                  <a:pt x="10000" y="1200"/>
                </a:lnTo>
              </a:path>
              <a:path w="10000" h="6000" fill="none">
                <a:moveTo>
                  <a:pt x="0" y="1500"/>
                </a:moveTo>
                <a:lnTo>
                  <a:pt x="10000" y="1500"/>
                </a:lnTo>
              </a:path>
              <a:path w="10000" h="6000" fill="none">
                <a:moveTo>
                  <a:pt x="0" y="1800"/>
                </a:moveTo>
                <a:lnTo>
                  <a:pt x="10000" y="1800"/>
                </a:lnTo>
              </a:path>
              <a:path w="10000" h="6000" fill="none">
                <a:moveTo>
                  <a:pt x="0" y="2100"/>
                </a:moveTo>
                <a:lnTo>
                  <a:pt x="10000" y="2100"/>
                </a:lnTo>
              </a:path>
              <a:path w="10000" h="6000" fill="none">
                <a:moveTo>
                  <a:pt x="0" y="2400"/>
                </a:moveTo>
                <a:lnTo>
                  <a:pt x="10000" y="2400"/>
                </a:lnTo>
              </a:path>
              <a:path w="10000" h="6000" fill="none">
                <a:moveTo>
                  <a:pt x="0" y="2700"/>
                </a:moveTo>
                <a:lnTo>
                  <a:pt x="10000" y="2700"/>
                </a:lnTo>
              </a:path>
              <a:path w="10000" h="6000" fill="none">
                <a:moveTo>
                  <a:pt x="0" y="3000"/>
                </a:moveTo>
                <a:lnTo>
                  <a:pt x="10000" y="3000"/>
                </a:lnTo>
              </a:path>
              <a:path w="10000" h="6000" fill="none">
                <a:moveTo>
                  <a:pt x="0" y="3300"/>
                </a:moveTo>
                <a:lnTo>
                  <a:pt x="10000" y="3300"/>
                </a:lnTo>
              </a:path>
              <a:path w="10000" h="6000" fill="none">
                <a:moveTo>
                  <a:pt x="0" y="3600"/>
                </a:moveTo>
                <a:lnTo>
                  <a:pt x="10000" y="3600"/>
                </a:lnTo>
              </a:path>
              <a:path w="10000" h="6000" fill="none">
                <a:moveTo>
                  <a:pt x="0" y="3900"/>
                </a:moveTo>
                <a:lnTo>
                  <a:pt x="10000" y="3900"/>
                </a:lnTo>
              </a:path>
              <a:path w="10000" h="6000" fill="none">
                <a:moveTo>
                  <a:pt x="0" y="4200"/>
                </a:moveTo>
                <a:lnTo>
                  <a:pt x="10000" y="4200"/>
                </a:lnTo>
              </a:path>
              <a:path w="10000" h="6000" fill="none">
                <a:moveTo>
                  <a:pt x="0" y="4500"/>
                </a:moveTo>
                <a:lnTo>
                  <a:pt x="10000" y="4500"/>
                </a:lnTo>
              </a:path>
              <a:path w="10000" h="6000" fill="none">
                <a:moveTo>
                  <a:pt x="0" y="4800"/>
                </a:moveTo>
                <a:lnTo>
                  <a:pt x="10000" y="4800"/>
                </a:lnTo>
              </a:path>
              <a:path w="10000" h="6000" fill="none">
                <a:moveTo>
                  <a:pt x="0" y="5100"/>
                </a:moveTo>
                <a:lnTo>
                  <a:pt x="10000" y="5100"/>
                </a:lnTo>
              </a:path>
              <a:path w="10000" h="6000" fill="none">
                <a:moveTo>
                  <a:pt x="0" y="5400"/>
                </a:moveTo>
                <a:lnTo>
                  <a:pt x="10000" y="5400"/>
                </a:lnTo>
              </a:path>
              <a:path w="10000" h="6000" fill="none">
                <a:moveTo>
                  <a:pt x="0" y="5700"/>
                </a:moveTo>
                <a:lnTo>
                  <a:pt x="10000" y="5700"/>
                </a:lnTo>
              </a:path>
              <a:path w="10000" h="6000" fill="none">
                <a:moveTo>
                  <a:pt x="0" y="6000"/>
                </a:moveTo>
                <a:lnTo>
                  <a:pt x="10000" y="6000"/>
                </a:lnTo>
              </a:path>
            </a:pathLst>
          </a:custGeom>
          <a:noFill/>
          <a:ln w="25400" cap="rnd">
            <a:solidFill>
              <a:srgbClr val="9C9C9C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2414865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XIV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 PLEURAL</a:t>
            </a:r>
            <a:endParaRPr lang="es-AR" sz="4000" dirty="0">
              <a:latin typeface="Mali"/>
            </a:endParaRPr>
          </a:p>
        </p:txBody>
      </p:sp>
      <p:sp>
        <p:nvSpPr>
          <p:cNvPr id="3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737360"/>
            <a:ext cx="6881592" cy="577215"/>
            <a:chOff x="274320" y="1737360"/>
            <a:chExt cx="6881592" cy="577215"/>
          </a:xfrm>
        </p:grpSpPr>
        <p:sp>
          <p:nvSpPr>
            <p:cNvPr id="5" name="Forma 4"/>
            <p:cNvSpPr/>
            <p:nvPr/>
          </p:nvSpPr>
          <p:spPr>
            <a:xfrm>
              <a:off x="274320" y="1737360"/>
              <a:ext cx="6766560" cy="207797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45157"/>
              <a:ext cx="6766560" cy="36941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4620" y="2046747"/>
              <a:ext cx="6861292" cy="166238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8" y="2314575"/>
            <a:ext cx="7307885" cy="969721"/>
            <a:chOff x="3658" y="2314575"/>
            <a:chExt cx="7307885" cy="969721"/>
          </a:xfrm>
        </p:grpSpPr>
        <p:sp>
          <p:nvSpPr>
            <p:cNvPr id="9" name="Forma 8"/>
            <p:cNvSpPr/>
            <p:nvPr/>
          </p:nvSpPr>
          <p:spPr>
            <a:xfrm>
              <a:off x="274320" y="2314575"/>
              <a:ext cx="6766560" cy="96972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8" y="2337664"/>
              <a:ext cx="7307885" cy="9235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18642" y="2356134"/>
            <a:ext cx="5277917" cy="812719"/>
            <a:chOff x="1018642" y="2356134"/>
            <a:chExt cx="5277917" cy="812719"/>
          </a:xfrm>
        </p:grpSpPr>
        <p:sp>
          <p:nvSpPr>
            <p:cNvPr id="12" name="Forma 11"/>
            <p:cNvSpPr/>
            <p:nvPr/>
          </p:nvSpPr>
          <p:spPr>
            <a:xfrm>
              <a:off x="1018642" y="2356134"/>
              <a:ext cx="1623974" cy="81271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275771" y="2513137"/>
              <a:ext cx="1109716" cy="49871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672584" y="2356134"/>
              <a:ext cx="1623974" cy="81271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929713" y="2513137"/>
              <a:ext cx="1109716" cy="49871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00518" y="2887172"/>
            <a:ext cx="3884005" cy="350947"/>
            <a:chOff x="2500518" y="2887172"/>
            <a:chExt cx="3884005" cy="350947"/>
          </a:xfrm>
        </p:grpSpPr>
        <p:sp>
          <p:nvSpPr>
            <p:cNvPr id="17" name="Forma 16"/>
            <p:cNvSpPr/>
            <p:nvPr/>
          </p:nvSpPr>
          <p:spPr>
            <a:xfrm>
              <a:off x="2500518" y="2887172"/>
              <a:ext cx="175931" cy="12006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568184" y="3025704"/>
              <a:ext cx="148864" cy="10159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08783" y="3155000"/>
              <a:ext cx="121798" cy="8311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154461" y="2887172"/>
              <a:ext cx="175931" cy="12006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222126" y="3025704"/>
              <a:ext cx="148864" cy="10159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262726" y="3155000"/>
              <a:ext cx="121798" cy="8311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553" y="3330473"/>
            <a:ext cx="6780093" cy="337094"/>
            <a:chOff x="267553" y="3330473"/>
            <a:chExt cx="6780093" cy="337094"/>
          </a:xfrm>
        </p:grpSpPr>
        <p:sp>
          <p:nvSpPr>
            <p:cNvPr id="24" name="Forma 23"/>
            <p:cNvSpPr/>
            <p:nvPr/>
          </p:nvSpPr>
          <p:spPr>
            <a:xfrm>
              <a:off x="274320" y="3330473"/>
              <a:ext cx="6766560" cy="314005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553" y="3584448"/>
              <a:ext cx="6780093" cy="8311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6118" y="3607537"/>
              <a:ext cx="6522964" cy="3694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413592"/>
            <a:ext cx="6766560" cy="12929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792931" y="3348944"/>
            <a:ext cx="3247949" cy="314005"/>
            <a:chOff x="3792931" y="3348944"/>
            <a:chExt cx="3247949" cy="314005"/>
          </a:xfrm>
        </p:grpSpPr>
        <p:sp>
          <p:nvSpPr>
            <p:cNvPr id="29" name="Forma 28"/>
            <p:cNvSpPr/>
            <p:nvPr/>
          </p:nvSpPr>
          <p:spPr>
            <a:xfrm>
              <a:off x="3792931" y="3348944"/>
              <a:ext cx="3247949" cy="13853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273357" y="3469005"/>
              <a:ext cx="121798" cy="19394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356007" y="3469005"/>
              <a:ext cx="121798" cy="19394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303325" y="3469005"/>
              <a:ext cx="121798" cy="19394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67567"/>
            <a:ext cx="6766560" cy="17778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31674" y="3840731"/>
            <a:ext cx="7578547" cy="244739"/>
            <a:chOff x="-131674" y="3840731"/>
            <a:chExt cx="7578547" cy="244739"/>
          </a:xfrm>
        </p:grpSpPr>
        <p:sp>
          <p:nvSpPr>
            <p:cNvPr id="35" name="Forma 34"/>
            <p:cNvSpPr/>
            <p:nvPr/>
          </p:nvSpPr>
          <p:spPr>
            <a:xfrm>
              <a:off x="-131674" y="3845349"/>
              <a:ext cx="7578547" cy="240121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70775" y="3840731"/>
              <a:ext cx="7456749" cy="8311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7790" y="3863820"/>
              <a:ext cx="7199620" cy="3694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31674" y="3974645"/>
            <a:ext cx="7578547" cy="8311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31674" y="4122412"/>
            <a:ext cx="7639446" cy="2232668"/>
            <a:chOff x="-131674" y="4122412"/>
            <a:chExt cx="7639446" cy="2232668"/>
          </a:xfrm>
        </p:grpSpPr>
        <p:sp>
          <p:nvSpPr>
            <p:cNvPr id="40" name="Forma 39"/>
            <p:cNvSpPr/>
            <p:nvPr/>
          </p:nvSpPr>
          <p:spPr>
            <a:xfrm>
              <a:off x="-131674" y="4122412"/>
              <a:ext cx="7578547" cy="223266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32222" y="4173207"/>
              <a:ext cx="7375550" cy="179167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2" name="!!TransductorEcografico"/>
          <p:cNvGrpSpPr/>
          <p:nvPr/>
        </p:nvGrpSpPr>
        <p:grpSpPr>
          <a:xfrm>
            <a:off x="2377440" y="510235"/>
            <a:ext cx="640080" cy="1157265"/>
            <a:chOff x="2377440" y="510235"/>
            <a:chExt cx="640080" cy="1157265"/>
          </a:xfrm>
        </p:grpSpPr>
        <p:sp>
          <p:nvSpPr>
            <p:cNvPr id="43" name="Forma 42"/>
            <p:cNvSpPr/>
            <p:nvPr/>
          </p:nvSpPr>
          <p:spPr>
            <a:xfrm>
              <a:off x="2620670" y="510235"/>
              <a:ext cx="153619" cy="409651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2377440" y="868680"/>
              <a:ext cx="640080" cy="76809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409444" y="1565087"/>
              <a:ext cx="576072" cy="102413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6" name="!!PulsoUltrasonido"/>
          <p:cNvSpPr/>
          <p:nvPr/>
        </p:nvSpPr>
        <p:spPr>
          <a:xfrm>
            <a:off x="2578608" y="1920240"/>
            <a:ext cx="237744" cy="237744"/>
          </a:xfrm>
          <a:prstGeom prst="ellipse">
            <a:avLst/>
          </a:prstGeom>
          <a:solidFill>
            <a:srgbClr val="F1C40F"/>
          </a:solidFill>
          <a:ln w="12700" cap="rnd">
            <a:solidFill>
              <a:srgbClr val="000000"/>
            </a:solidFill>
            <a:round/>
          </a:ln>
        </p:spPr>
      </p:sp>
      <p:sp>
        <p:nvSpPr>
          <p:cNvPr id="47" name="!!Eco"/>
          <p:cNvSpPr/>
          <p:nvPr/>
        </p:nvSpPr>
        <p:spPr>
          <a:xfrm>
            <a:off x="3657600" y="3657600"/>
            <a:ext cx="201168" cy="201168"/>
          </a:xfrm>
          <a:prstGeom prst="ellipse">
            <a:avLst/>
          </a:prstGeom>
          <a:solidFill>
            <a:srgbClr val="5DADE2"/>
          </a:solidFill>
          <a:ln w="12700" cap="rnd">
            <a:solidFill>
              <a:srgbClr val="000000"/>
            </a:solidFill>
            <a:round/>
          </a:ln>
        </p:spPr>
      </p:sp>
      <p:grpSp>
        <p:nvGrpSpPr>
          <p:cNvPr id="48" name="Principio 1"/>
          <p:cNvGrpSpPr/>
          <p:nvPr/>
        </p:nvGrpSpPr>
        <p:grpSpPr>
          <a:xfrm>
            <a:off x="7315200" y="868680"/>
            <a:ext cx="4572000" cy="960120"/>
            <a:chOff x="7315200" y="868680"/>
            <a:chExt cx="4572000" cy="960120"/>
          </a:xfrm>
        </p:grpSpPr>
        <p:sp>
          <p:nvSpPr>
            <p:cNvPr id="49" name="Paso 1"/>
            <p:cNvSpPr/>
            <p:nvPr/>
          </p:nvSpPr>
          <p:spPr>
            <a:xfrm>
              <a:off x="7315200" y="914400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7863840" y="868680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transductor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emite la onda sonora.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51" name="Principio 2"/>
          <p:cNvGrpSpPr/>
          <p:nvPr/>
        </p:nvGrpSpPr>
        <p:grpSpPr>
          <a:xfrm>
            <a:off x="7315200" y="1947672"/>
            <a:ext cx="4572000" cy="960120"/>
            <a:chOff x="7315200" y="1947672"/>
            <a:chExt cx="4572000" cy="960120"/>
          </a:xfrm>
        </p:grpSpPr>
        <p:sp>
          <p:nvSpPr>
            <p:cNvPr id="52" name="Paso 2"/>
            <p:cNvSpPr/>
            <p:nvPr/>
          </p:nvSpPr>
          <p:spPr>
            <a:xfrm>
              <a:off x="7315200" y="1993392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7863840" y="1947672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onda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choca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estructuras de distinta densidad.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54" name="Principio 3"/>
          <p:cNvGrpSpPr/>
          <p:nvPr/>
        </p:nvGrpSpPr>
        <p:grpSpPr>
          <a:xfrm>
            <a:off x="7315200" y="3026664"/>
            <a:ext cx="4572000" cy="960120"/>
            <a:chOff x="7315200" y="3026664"/>
            <a:chExt cx="4572000" cy="960120"/>
          </a:xfrm>
        </p:grpSpPr>
        <p:sp>
          <p:nvSpPr>
            <p:cNvPr id="55" name="Paso 3"/>
            <p:cNvSpPr/>
            <p:nvPr/>
          </p:nvSpPr>
          <p:spPr>
            <a:xfrm>
              <a:off x="7315200" y="3072384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6" name="Forma 55"/>
            <p:cNvSpPr/>
            <p:nvPr/>
          </p:nvSpPr>
          <p:spPr>
            <a:xfrm>
              <a:off x="7863840" y="3026664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mismo transductor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capta el eco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(rebote).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57" name="Principio 4"/>
          <p:cNvGrpSpPr/>
          <p:nvPr/>
        </p:nvGrpSpPr>
        <p:grpSpPr>
          <a:xfrm>
            <a:off x="7315200" y="4105656"/>
            <a:ext cx="4572000" cy="960120"/>
            <a:chOff x="7315200" y="4105656"/>
            <a:chExt cx="4572000" cy="960120"/>
          </a:xfrm>
        </p:grpSpPr>
        <p:sp>
          <p:nvSpPr>
            <p:cNvPr id="58" name="Paso 4"/>
            <p:cNvSpPr/>
            <p:nvPr/>
          </p:nvSpPr>
          <p:spPr>
            <a:xfrm>
              <a:off x="7315200" y="4151376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9" name="Forma 58"/>
            <p:cNvSpPr/>
            <p:nvPr/>
          </p:nvSpPr>
          <p:spPr>
            <a:xfrm>
              <a:off x="7863840" y="4105656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 convierte en imagen en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escala de grises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60" name="Principio 5"/>
          <p:cNvGrpSpPr/>
          <p:nvPr/>
        </p:nvGrpSpPr>
        <p:grpSpPr>
          <a:xfrm>
            <a:off x="7315200" y="5184648"/>
            <a:ext cx="4572000" cy="960120"/>
            <a:chOff x="7315200" y="5184648"/>
            <a:chExt cx="4572000" cy="960120"/>
          </a:xfrm>
        </p:grpSpPr>
        <p:sp>
          <p:nvSpPr>
            <p:cNvPr id="61" name="Paso 5"/>
            <p:cNvSpPr/>
            <p:nvPr/>
          </p:nvSpPr>
          <p:spPr>
            <a:xfrm>
              <a:off x="7315200" y="5230368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863840" y="5184648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ecogenicidad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depende de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densidad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tejido.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136327" y="91440"/>
            <a:ext cx="88907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PRINCIPIO: EL TRANSDUCTOR EMITE Y ESCUCHA</a:t>
            </a:r>
            <a:endParaRPr lang="es-AR" sz="2400" dirty="0">
              <a:latin typeface="Mali"/>
            </a:endParaRPr>
          </a:p>
        </p:txBody>
      </p:sp>
      <p:sp>
        <p:nvSpPr>
          <p:cNvPr id="6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867 E" pathEditMode="relative" ptsTypes="">
                                      <p:cBhvr>
                                        <p:cTn id="17" dur="9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4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825 -0.2333 E" pathEditMode="relative" ptsTypes="">
                                      <p:cBhvr>
                                        <p:cTn id="29" dur="9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125" y="-1166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4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EcoPantalla"/>
          <p:cNvSpPr/>
          <p:nvPr/>
        </p:nvSpPr>
        <p:spPr>
          <a:xfrm>
            <a:off x="365760" y="914400"/>
            <a:ext cx="5486400" cy="42062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!!EcoPartesBlandas"/>
          <p:cNvSpPr/>
          <p:nvPr/>
        </p:nvSpPr>
        <p:spPr>
          <a:xfrm>
            <a:off x="389955" y="921489"/>
            <a:ext cx="5429720" cy="13975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6" name="!!EcoCostillas"/>
          <p:cNvGrpSpPr/>
          <p:nvPr/>
        </p:nvGrpSpPr>
        <p:grpSpPr>
          <a:xfrm>
            <a:off x="585216" y="2176272"/>
            <a:ext cx="5047488" cy="2944368"/>
            <a:chOff x="585216" y="2176272"/>
            <a:chExt cx="5047488" cy="2944368"/>
          </a:xfrm>
        </p:grpSpPr>
        <p:sp>
          <p:nvSpPr>
            <p:cNvPr id="7" name="Forma 6"/>
            <p:cNvSpPr/>
            <p:nvPr/>
          </p:nvSpPr>
          <p:spPr>
            <a:xfrm>
              <a:off x="585216" y="2302459"/>
              <a:ext cx="1316736" cy="281818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585216" y="2176272"/>
              <a:ext cx="1316736" cy="25237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4315968" y="2302459"/>
              <a:ext cx="1316736" cy="281818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0" name="Forma 9"/>
            <p:cNvSpPr/>
            <p:nvPr/>
          </p:nvSpPr>
          <p:spPr>
            <a:xfrm>
              <a:off x="4315968" y="2176272"/>
              <a:ext cx="1316736" cy="25237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11" name="!!EcoLineaPleural"/>
          <p:cNvSpPr/>
          <p:nvPr/>
        </p:nvSpPr>
        <p:spPr>
          <a:xfrm>
            <a:off x="1901952" y="2394996"/>
            <a:ext cx="2414016" cy="67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2" name="!!EcoParenquima"/>
          <p:cNvSpPr/>
          <p:nvPr/>
        </p:nvSpPr>
        <p:spPr>
          <a:xfrm>
            <a:off x="1913794" y="2507572"/>
            <a:ext cx="2397725" cy="2592578"/>
          </a:xfrm>
          <a:custGeom>
            <a:avLst/>
            <a:gdLst/>
            <a:ahLst/>
            <a:cxnLst/>
            <a:rect l="0" t="0" r="r" b="b"/>
            <a:pathLst>
              <a:path w="4370" h="6163">
                <a:moveTo>
                  <a:pt x="920" y="3093"/>
                </a:moveTo>
                <a:cubicBezTo>
                  <a:pt x="920" y="3107"/>
                  <a:pt x="908" y="3118"/>
                  <a:pt x="895" y="3118"/>
                </a:cubicBezTo>
                <a:cubicBezTo>
                  <a:pt x="881" y="3118"/>
                  <a:pt x="870" y="3107"/>
                  <a:pt x="870" y="3093"/>
                </a:cubicBezTo>
                <a:cubicBezTo>
                  <a:pt x="870" y="3080"/>
                  <a:pt x="881" y="3068"/>
                  <a:pt x="895" y="3068"/>
                </a:cubicBezTo>
                <a:cubicBezTo>
                  <a:pt x="908" y="3068"/>
                  <a:pt x="920" y="3080"/>
                  <a:pt x="920" y="3093"/>
                </a:cubicBezTo>
                <a:close/>
                <a:moveTo>
                  <a:pt x="509" y="3294"/>
                </a:moveTo>
                <a:cubicBezTo>
                  <a:pt x="509" y="3321"/>
                  <a:pt x="488" y="3342"/>
                  <a:pt x="461" y="3342"/>
                </a:cubicBezTo>
                <a:cubicBezTo>
                  <a:pt x="435" y="3342"/>
                  <a:pt x="414" y="3321"/>
                  <a:pt x="414" y="3294"/>
                </a:cubicBezTo>
                <a:cubicBezTo>
                  <a:pt x="414" y="3268"/>
                  <a:pt x="435" y="3247"/>
                  <a:pt x="461" y="3247"/>
                </a:cubicBezTo>
                <a:cubicBezTo>
                  <a:pt x="488" y="3247"/>
                  <a:pt x="509" y="3268"/>
                  <a:pt x="509" y="3294"/>
                </a:cubicBezTo>
                <a:close/>
                <a:moveTo>
                  <a:pt x="3795" y="3158"/>
                </a:moveTo>
                <a:cubicBezTo>
                  <a:pt x="3795" y="3176"/>
                  <a:pt x="3780" y="3190"/>
                  <a:pt x="3763" y="3190"/>
                </a:cubicBezTo>
                <a:cubicBezTo>
                  <a:pt x="3745" y="3190"/>
                  <a:pt x="3731" y="3176"/>
                  <a:pt x="3731" y="3158"/>
                </a:cubicBezTo>
                <a:cubicBezTo>
                  <a:pt x="3731" y="3140"/>
                  <a:pt x="3745" y="3126"/>
                  <a:pt x="3763" y="3126"/>
                </a:cubicBezTo>
                <a:cubicBezTo>
                  <a:pt x="3780" y="3126"/>
                  <a:pt x="3795" y="3140"/>
                  <a:pt x="3795" y="3158"/>
                </a:cubicBezTo>
                <a:close/>
                <a:moveTo>
                  <a:pt x="341" y="1675"/>
                </a:moveTo>
                <a:cubicBezTo>
                  <a:pt x="341" y="1692"/>
                  <a:pt x="328" y="1705"/>
                  <a:pt x="312" y="1705"/>
                </a:cubicBezTo>
                <a:cubicBezTo>
                  <a:pt x="296" y="1705"/>
                  <a:pt x="283" y="1692"/>
                  <a:pt x="283" y="1675"/>
                </a:cubicBezTo>
                <a:cubicBezTo>
                  <a:pt x="283" y="1659"/>
                  <a:pt x="296" y="1646"/>
                  <a:pt x="312" y="1646"/>
                </a:cubicBezTo>
                <a:cubicBezTo>
                  <a:pt x="328" y="1646"/>
                  <a:pt x="341" y="1659"/>
                  <a:pt x="341" y="1675"/>
                </a:cubicBezTo>
                <a:close/>
                <a:moveTo>
                  <a:pt x="4125" y="689"/>
                </a:moveTo>
                <a:cubicBezTo>
                  <a:pt x="4125" y="715"/>
                  <a:pt x="4103" y="737"/>
                  <a:pt x="4077" y="737"/>
                </a:cubicBezTo>
                <a:cubicBezTo>
                  <a:pt x="4050" y="737"/>
                  <a:pt x="4028" y="715"/>
                  <a:pt x="4028" y="689"/>
                </a:cubicBezTo>
                <a:cubicBezTo>
                  <a:pt x="4028" y="662"/>
                  <a:pt x="4050" y="640"/>
                  <a:pt x="4077" y="640"/>
                </a:cubicBezTo>
                <a:cubicBezTo>
                  <a:pt x="4103" y="640"/>
                  <a:pt x="4125" y="662"/>
                  <a:pt x="4125" y="689"/>
                </a:cubicBezTo>
                <a:close/>
                <a:moveTo>
                  <a:pt x="2106" y="2653"/>
                </a:moveTo>
                <a:cubicBezTo>
                  <a:pt x="2106" y="2668"/>
                  <a:pt x="2093" y="2681"/>
                  <a:pt x="2078" y="2681"/>
                </a:cubicBezTo>
                <a:cubicBezTo>
                  <a:pt x="2062" y="2681"/>
                  <a:pt x="2050" y="2668"/>
                  <a:pt x="2050" y="2653"/>
                </a:cubicBezTo>
                <a:cubicBezTo>
                  <a:pt x="2050" y="2638"/>
                  <a:pt x="2062" y="2625"/>
                  <a:pt x="2078" y="2625"/>
                </a:cubicBezTo>
                <a:cubicBezTo>
                  <a:pt x="2093" y="2625"/>
                  <a:pt x="2106" y="2638"/>
                  <a:pt x="2106" y="2653"/>
                </a:cubicBezTo>
                <a:close/>
                <a:moveTo>
                  <a:pt x="4204" y="1116"/>
                </a:moveTo>
                <a:cubicBezTo>
                  <a:pt x="4204" y="1136"/>
                  <a:pt x="4187" y="1153"/>
                  <a:pt x="4167" y="1153"/>
                </a:cubicBezTo>
                <a:cubicBezTo>
                  <a:pt x="4146" y="1153"/>
                  <a:pt x="4130" y="1136"/>
                  <a:pt x="4130" y="1116"/>
                </a:cubicBezTo>
                <a:cubicBezTo>
                  <a:pt x="4130" y="1095"/>
                  <a:pt x="4146" y="1078"/>
                  <a:pt x="4167" y="1078"/>
                </a:cubicBezTo>
                <a:cubicBezTo>
                  <a:pt x="4187" y="1078"/>
                  <a:pt x="4204" y="1095"/>
                  <a:pt x="4204" y="1116"/>
                </a:cubicBezTo>
                <a:close/>
                <a:moveTo>
                  <a:pt x="2251" y="1199"/>
                </a:moveTo>
                <a:cubicBezTo>
                  <a:pt x="2251" y="1214"/>
                  <a:pt x="2239" y="1226"/>
                  <a:pt x="2224" y="1226"/>
                </a:cubicBezTo>
                <a:cubicBezTo>
                  <a:pt x="2209" y="1226"/>
                  <a:pt x="2197" y="1214"/>
                  <a:pt x="2197" y="1199"/>
                </a:cubicBezTo>
                <a:cubicBezTo>
                  <a:pt x="2197" y="1184"/>
                  <a:pt x="2209" y="1172"/>
                  <a:pt x="2224" y="1172"/>
                </a:cubicBezTo>
                <a:cubicBezTo>
                  <a:pt x="2239" y="1172"/>
                  <a:pt x="2251" y="1184"/>
                  <a:pt x="2251" y="1199"/>
                </a:cubicBezTo>
                <a:close/>
                <a:moveTo>
                  <a:pt x="4307" y="4865"/>
                </a:moveTo>
                <a:cubicBezTo>
                  <a:pt x="4307" y="4888"/>
                  <a:pt x="4288" y="4907"/>
                  <a:pt x="4265" y="4907"/>
                </a:cubicBezTo>
                <a:cubicBezTo>
                  <a:pt x="4242" y="4907"/>
                  <a:pt x="4223" y="4888"/>
                  <a:pt x="4223" y="4865"/>
                </a:cubicBezTo>
                <a:cubicBezTo>
                  <a:pt x="4223" y="4842"/>
                  <a:pt x="4242" y="4823"/>
                  <a:pt x="4265" y="4823"/>
                </a:cubicBezTo>
                <a:cubicBezTo>
                  <a:pt x="4288" y="4823"/>
                  <a:pt x="4307" y="4842"/>
                  <a:pt x="4307" y="4865"/>
                </a:cubicBezTo>
                <a:close/>
                <a:moveTo>
                  <a:pt x="3951" y="573"/>
                </a:moveTo>
                <a:cubicBezTo>
                  <a:pt x="3951" y="596"/>
                  <a:pt x="3933" y="614"/>
                  <a:pt x="3910" y="614"/>
                </a:cubicBezTo>
                <a:cubicBezTo>
                  <a:pt x="3888" y="614"/>
                  <a:pt x="3869" y="596"/>
                  <a:pt x="3869" y="573"/>
                </a:cubicBezTo>
                <a:cubicBezTo>
                  <a:pt x="3869" y="550"/>
                  <a:pt x="3888" y="532"/>
                  <a:pt x="3910" y="532"/>
                </a:cubicBezTo>
                <a:cubicBezTo>
                  <a:pt x="3933" y="532"/>
                  <a:pt x="3951" y="550"/>
                  <a:pt x="3951" y="573"/>
                </a:cubicBezTo>
                <a:close/>
                <a:moveTo>
                  <a:pt x="3289" y="1359"/>
                </a:moveTo>
                <a:cubicBezTo>
                  <a:pt x="3289" y="1378"/>
                  <a:pt x="3274" y="1393"/>
                  <a:pt x="3255" y="1393"/>
                </a:cubicBezTo>
                <a:cubicBezTo>
                  <a:pt x="3237" y="1393"/>
                  <a:pt x="3221" y="1378"/>
                  <a:pt x="3221" y="1359"/>
                </a:cubicBezTo>
                <a:cubicBezTo>
                  <a:pt x="3221" y="1341"/>
                  <a:pt x="3237" y="1325"/>
                  <a:pt x="3255" y="1325"/>
                </a:cubicBezTo>
                <a:cubicBezTo>
                  <a:pt x="3274" y="1325"/>
                  <a:pt x="3289" y="1341"/>
                  <a:pt x="3289" y="1359"/>
                </a:cubicBezTo>
                <a:close/>
                <a:moveTo>
                  <a:pt x="4261" y="1988"/>
                </a:moveTo>
                <a:cubicBezTo>
                  <a:pt x="4261" y="2012"/>
                  <a:pt x="4242" y="2031"/>
                  <a:pt x="4218" y="2031"/>
                </a:cubicBezTo>
                <a:cubicBezTo>
                  <a:pt x="4194" y="2031"/>
                  <a:pt x="4175" y="2012"/>
                  <a:pt x="4175" y="1988"/>
                </a:cubicBezTo>
                <a:cubicBezTo>
                  <a:pt x="4175" y="1964"/>
                  <a:pt x="4194" y="1945"/>
                  <a:pt x="4218" y="1945"/>
                </a:cubicBezTo>
                <a:cubicBezTo>
                  <a:pt x="4242" y="1945"/>
                  <a:pt x="4261" y="1964"/>
                  <a:pt x="4261" y="1988"/>
                </a:cubicBezTo>
                <a:close/>
                <a:moveTo>
                  <a:pt x="767" y="4098"/>
                </a:moveTo>
                <a:cubicBezTo>
                  <a:pt x="767" y="4114"/>
                  <a:pt x="754" y="4126"/>
                  <a:pt x="739" y="4126"/>
                </a:cubicBezTo>
                <a:cubicBezTo>
                  <a:pt x="723" y="4126"/>
                  <a:pt x="711" y="4114"/>
                  <a:pt x="711" y="4098"/>
                </a:cubicBezTo>
                <a:cubicBezTo>
                  <a:pt x="711" y="4083"/>
                  <a:pt x="723" y="4070"/>
                  <a:pt x="739" y="4070"/>
                </a:cubicBezTo>
                <a:cubicBezTo>
                  <a:pt x="754" y="4070"/>
                  <a:pt x="767" y="4083"/>
                  <a:pt x="767" y="4098"/>
                </a:cubicBezTo>
                <a:close/>
                <a:moveTo>
                  <a:pt x="2262" y="2271"/>
                </a:moveTo>
                <a:cubicBezTo>
                  <a:pt x="2262" y="2296"/>
                  <a:pt x="2241" y="2317"/>
                  <a:pt x="2216" y="2317"/>
                </a:cubicBezTo>
                <a:cubicBezTo>
                  <a:pt x="2190" y="2317"/>
                  <a:pt x="2170" y="2296"/>
                  <a:pt x="2170" y="2271"/>
                </a:cubicBezTo>
                <a:cubicBezTo>
                  <a:pt x="2170" y="2245"/>
                  <a:pt x="2190" y="2225"/>
                  <a:pt x="2216" y="2225"/>
                </a:cubicBezTo>
                <a:cubicBezTo>
                  <a:pt x="2241" y="2225"/>
                  <a:pt x="2262" y="2245"/>
                  <a:pt x="2262" y="2271"/>
                </a:cubicBezTo>
                <a:close/>
                <a:moveTo>
                  <a:pt x="3271" y="3088"/>
                </a:moveTo>
                <a:cubicBezTo>
                  <a:pt x="3271" y="3110"/>
                  <a:pt x="3253" y="3128"/>
                  <a:pt x="3231" y="3128"/>
                </a:cubicBezTo>
                <a:cubicBezTo>
                  <a:pt x="3208" y="3128"/>
                  <a:pt x="3190" y="3110"/>
                  <a:pt x="3190" y="3088"/>
                </a:cubicBezTo>
                <a:cubicBezTo>
                  <a:pt x="3190" y="3065"/>
                  <a:pt x="3208" y="3047"/>
                  <a:pt x="3231" y="3047"/>
                </a:cubicBezTo>
                <a:cubicBezTo>
                  <a:pt x="3253" y="3047"/>
                  <a:pt x="3271" y="3065"/>
                  <a:pt x="3271" y="3088"/>
                </a:cubicBezTo>
                <a:close/>
                <a:moveTo>
                  <a:pt x="1895" y="4948"/>
                </a:moveTo>
                <a:cubicBezTo>
                  <a:pt x="1895" y="4964"/>
                  <a:pt x="1882" y="4976"/>
                  <a:pt x="1867" y="4976"/>
                </a:cubicBezTo>
                <a:cubicBezTo>
                  <a:pt x="1852" y="4976"/>
                  <a:pt x="1839" y="4964"/>
                  <a:pt x="1839" y="4948"/>
                </a:cubicBezTo>
                <a:cubicBezTo>
                  <a:pt x="1839" y="4933"/>
                  <a:pt x="1852" y="4921"/>
                  <a:pt x="1867" y="4921"/>
                </a:cubicBezTo>
                <a:cubicBezTo>
                  <a:pt x="1882" y="4921"/>
                  <a:pt x="1895" y="4933"/>
                  <a:pt x="1895" y="4948"/>
                </a:cubicBezTo>
                <a:close/>
                <a:moveTo>
                  <a:pt x="2399" y="3593"/>
                </a:moveTo>
                <a:cubicBezTo>
                  <a:pt x="2399" y="3610"/>
                  <a:pt x="2385" y="3624"/>
                  <a:pt x="2368" y="3624"/>
                </a:cubicBezTo>
                <a:cubicBezTo>
                  <a:pt x="2350" y="3624"/>
                  <a:pt x="2336" y="3610"/>
                  <a:pt x="2336" y="3593"/>
                </a:cubicBezTo>
                <a:cubicBezTo>
                  <a:pt x="2336" y="3575"/>
                  <a:pt x="2350" y="3561"/>
                  <a:pt x="2368" y="3561"/>
                </a:cubicBezTo>
                <a:cubicBezTo>
                  <a:pt x="2385" y="3561"/>
                  <a:pt x="2399" y="3575"/>
                  <a:pt x="2399" y="3593"/>
                </a:cubicBezTo>
                <a:close/>
                <a:moveTo>
                  <a:pt x="267" y="1016"/>
                </a:moveTo>
                <a:cubicBezTo>
                  <a:pt x="267" y="1037"/>
                  <a:pt x="250" y="1055"/>
                  <a:pt x="228" y="1055"/>
                </a:cubicBezTo>
                <a:cubicBezTo>
                  <a:pt x="207" y="1055"/>
                  <a:pt x="189" y="1037"/>
                  <a:pt x="189" y="1016"/>
                </a:cubicBezTo>
                <a:cubicBezTo>
                  <a:pt x="189" y="994"/>
                  <a:pt x="207" y="976"/>
                  <a:pt x="228" y="976"/>
                </a:cubicBezTo>
                <a:cubicBezTo>
                  <a:pt x="250" y="976"/>
                  <a:pt x="267" y="994"/>
                  <a:pt x="267" y="1016"/>
                </a:cubicBezTo>
                <a:close/>
                <a:moveTo>
                  <a:pt x="972" y="4662"/>
                </a:moveTo>
                <a:cubicBezTo>
                  <a:pt x="972" y="4682"/>
                  <a:pt x="956" y="4698"/>
                  <a:pt x="937" y="4698"/>
                </a:cubicBezTo>
                <a:cubicBezTo>
                  <a:pt x="917" y="4698"/>
                  <a:pt x="902" y="4682"/>
                  <a:pt x="902" y="4662"/>
                </a:cubicBezTo>
                <a:cubicBezTo>
                  <a:pt x="902" y="4643"/>
                  <a:pt x="917" y="4627"/>
                  <a:pt x="937" y="4627"/>
                </a:cubicBezTo>
                <a:cubicBezTo>
                  <a:pt x="956" y="4627"/>
                  <a:pt x="972" y="4643"/>
                  <a:pt x="972" y="4662"/>
                </a:cubicBezTo>
                <a:close/>
                <a:moveTo>
                  <a:pt x="4168" y="5218"/>
                </a:moveTo>
                <a:cubicBezTo>
                  <a:pt x="4168" y="5242"/>
                  <a:pt x="4149" y="5260"/>
                  <a:pt x="4126" y="5260"/>
                </a:cubicBezTo>
                <a:cubicBezTo>
                  <a:pt x="4103" y="5260"/>
                  <a:pt x="4085" y="5242"/>
                  <a:pt x="4085" y="5218"/>
                </a:cubicBezTo>
                <a:cubicBezTo>
                  <a:pt x="4085" y="5195"/>
                  <a:pt x="4103" y="5177"/>
                  <a:pt x="4126" y="5177"/>
                </a:cubicBezTo>
                <a:cubicBezTo>
                  <a:pt x="4149" y="5177"/>
                  <a:pt x="4168" y="5195"/>
                  <a:pt x="4168" y="5218"/>
                </a:cubicBezTo>
                <a:close/>
                <a:moveTo>
                  <a:pt x="1666" y="232"/>
                </a:moveTo>
                <a:cubicBezTo>
                  <a:pt x="1666" y="252"/>
                  <a:pt x="1650" y="268"/>
                  <a:pt x="1630" y="268"/>
                </a:cubicBezTo>
                <a:cubicBezTo>
                  <a:pt x="1609" y="268"/>
                  <a:pt x="1593" y="252"/>
                  <a:pt x="1593" y="232"/>
                </a:cubicBezTo>
                <a:cubicBezTo>
                  <a:pt x="1593" y="211"/>
                  <a:pt x="1609" y="195"/>
                  <a:pt x="1630" y="195"/>
                </a:cubicBezTo>
                <a:cubicBezTo>
                  <a:pt x="1650" y="195"/>
                  <a:pt x="1666" y="211"/>
                  <a:pt x="1666" y="232"/>
                </a:cubicBezTo>
                <a:close/>
                <a:moveTo>
                  <a:pt x="3260" y="5672"/>
                </a:moveTo>
                <a:cubicBezTo>
                  <a:pt x="3260" y="5687"/>
                  <a:pt x="3249" y="5699"/>
                  <a:pt x="3234" y="5699"/>
                </a:cubicBezTo>
                <a:cubicBezTo>
                  <a:pt x="3220" y="5699"/>
                  <a:pt x="3208" y="5687"/>
                  <a:pt x="3208" y="5672"/>
                </a:cubicBezTo>
                <a:cubicBezTo>
                  <a:pt x="3208" y="5658"/>
                  <a:pt x="3220" y="5646"/>
                  <a:pt x="3234" y="5646"/>
                </a:cubicBezTo>
                <a:cubicBezTo>
                  <a:pt x="3249" y="5646"/>
                  <a:pt x="3260" y="5658"/>
                  <a:pt x="3260" y="5672"/>
                </a:cubicBezTo>
                <a:close/>
                <a:moveTo>
                  <a:pt x="751" y="6041"/>
                </a:moveTo>
                <a:cubicBezTo>
                  <a:pt x="751" y="6064"/>
                  <a:pt x="733" y="6083"/>
                  <a:pt x="709" y="6083"/>
                </a:cubicBezTo>
                <a:cubicBezTo>
                  <a:pt x="686" y="6083"/>
                  <a:pt x="667" y="6064"/>
                  <a:pt x="667" y="6041"/>
                </a:cubicBezTo>
                <a:cubicBezTo>
                  <a:pt x="667" y="6018"/>
                  <a:pt x="686" y="5999"/>
                  <a:pt x="709" y="5999"/>
                </a:cubicBezTo>
                <a:cubicBezTo>
                  <a:pt x="733" y="5999"/>
                  <a:pt x="751" y="6018"/>
                  <a:pt x="751" y="6041"/>
                </a:cubicBezTo>
                <a:close/>
                <a:moveTo>
                  <a:pt x="2136" y="4540"/>
                </a:moveTo>
                <a:cubicBezTo>
                  <a:pt x="2136" y="4554"/>
                  <a:pt x="2125" y="4565"/>
                  <a:pt x="2112" y="4565"/>
                </a:cubicBezTo>
                <a:cubicBezTo>
                  <a:pt x="2098" y="4565"/>
                  <a:pt x="2087" y="4554"/>
                  <a:pt x="2087" y="4540"/>
                </a:cubicBezTo>
                <a:cubicBezTo>
                  <a:pt x="2087" y="4527"/>
                  <a:pt x="2098" y="4516"/>
                  <a:pt x="2112" y="4516"/>
                </a:cubicBezTo>
                <a:cubicBezTo>
                  <a:pt x="2125" y="4516"/>
                  <a:pt x="2136" y="4527"/>
                  <a:pt x="2136" y="4540"/>
                </a:cubicBezTo>
                <a:close/>
                <a:moveTo>
                  <a:pt x="2405" y="4107"/>
                </a:moveTo>
                <a:cubicBezTo>
                  <a:pt x="2405" y="4128"/>
                  <a:pt x="2388" y="4146"/>
                  <a:pt x="2367" y="4146"/>
                </a:cubicBezTo>
                <a:cubicBezTo>
                  <a:pt x="2346" y="4146"/>
                  <a:pt x="2329" y="4128"/>
                  <a:pt x="2329" y="4107"/>
                </a:cubicBezTo>
                <a:cubicBezTo>
                  <a:pt x="2329" y="4086"/>
                  <a:pt x="2346" y="4069"/>
                  <a:pt x="2367" y="4069"/>
                </a:cubicBezTo>
                <a:cubicBezTo>
                  <a:pt x="2388" y="4069"/>
                  <a:pt x="2405" y="4086"/>
                  <a:pt x="2405" y="4107"/>
                </a:cubicBezTo>
                <a:close/>
                <a:moveTo>
                  <a:pt x="760" y="810"/>
                </a:moveTo>
                <a:cubicBezTo>
                  <a:pt x="760" y="831"/>
                  <a:pt x="742" y="849"/>
                  <a:pt x="721" y="849"/>
                </a:cubicBezTo>
                <a:cubicBezTo>
                  <a:pt x="700" y="849"/>
                  <a:pt x="682" y="831"/>
                  <a:pt x="682" y="810"/>
                </a:cubicBezTo>
                <a:cubicBezTo>
                  <a:pt x="682" y="789"/>
                  <a:pt x="700" y="771"/>
                  <a:pt x="721" y="771"/>
                </a:cubicBezTo>
                <a:cubicBezTo>
                  <a:pt x="742" y="771"/>
                  <a:pt x="760" y="789"/>
                  <a:pt x="760" y="810"/>
                </a:cubicBezTo>
                <a:close/>
                <a:moveTo>
                  <a:pt x="3851" y="818"/>
                </a:moveTo>
                <a:cubicBezTo>
                  <a:pt x="3851" y="829"/>
                  <a:pt x="3842" y="838"/>
                  <a:pt x="3831" y="838"/>
                </a:cubicBezTo>
                <a:cubicBezTo>
                  <a:pt x="3819" y="838"/>
                  <a:pt x="3810" y="829"/>
                  <a:pt x="3810" y="818"/>
                </a:cubicBezTo>
                <a:cubicBezTo>
                  <a:pt x="3810" y="807"/>
                  <a:pt x="3819" y="798"/>
                  <a:pt x="3831" y="798"/>
                </a:cubicBezTo>
                <a:cubicBezTo>
                  <a:pt x="3842" y="798"/>
                  <a:pt x="3851" y="807"/>
                  <a:pt x="3851" y="818"/>
                </a:cubicBezTo>
                <a:close/>
                <a:moveTo>
                  <a:pt x="416" y="4830"/>
                </a:moveTo>
                <a:cubicBezTo>
                  <a:pt x="416" y="4848"/>
                  <a:pt x="402" y="4862"/>
                  <a:pt x="384" y="4862"/>
                </a:cubicBezTo>
                <a:cubicBezTo>
                  <a:pt x="366" y="4862"/>
                  <a:pt x="352" y="4848"/>
                  <a:pt x="352" y="4830"/>
                </a:cubicBezTo>
                <a:cubicBezTo>
                  <a:pt x="352" y="4813"/>
                  <a:pt x="366" y="4798"/>
                  <a:pt x="384" y="4798"/>
                </a:cubicBezTo>
                <a:cubicBezTo>
                  <a:pt x="402" y="4798"/>
                  <a:pt x="416" y="4813"/>
                  <a:pt x="416" y="4830"/>
                </a:cubicBezTo>
                <a:close/>
                <a:moveTo>
                  <a:pt x="2026" y="6125"/>
                </a:moveTo>
                <a:cubicBezTo>
                  <a:pt x="2026" y="6146"/>
                  <a:pt x="2009" y="6163"/>
                  <a:pt x="1988" y="6163"/>
                </a:cubicBezTo>
                <a:cubicBezTo>
                  <a:pt x="1967" y="6163"/>
                  <a:pt x="1949" y="6146"/>
                  <a:pt x="1949" y="6125"/>
                </a:cubicBezTo>
                <a:cubicBezTo>
                  <a:pt x="1949" y="6104"/>
                  <a:pt x="1967" y="6086"/>
                  <a:pt x="1988" y="6086"/>
                </a:cubicBezTo>
                <a:cubicBezTo>
                  <a:pt x="2009" y="6086"/>
                  <a:pt x="2026" y="6104"/>
                  <a:pt x="2026" y="6125"/>
                </a:cubicBezTo>
                <a:close/>
                <a:moveTo>
                  <a:pt x="1180" y="4308"/>
                </a:moveTo>
                <a:cubicBezTo>
                  <a:pt x="1180" y="4319"/>
                  <a:pt x="1171" y="4328"/>
                  <a:pt x="1160" y="4328"/>
                </a:cubicBezTo>
                <a:cubicBezTo>
                  <a:pt x="1149" y="4328"/>
                  <a:pt x="1140" y="4319"/>
                  <a:pt x="1140" y="4308"/>
                </a:cubicBezTo>
                <a:cubicBezTo>
                  <a:pt x="1140" y="4297"/>
                  <a:pt x="1149" y="4288"/>
                  <a:pt x="1160" y="4288"/>
                </a:cubicBezTo>
                <a:cubicBezTo>
                  <a:pt x="1171" y="4288"/>
                  <a:pt x="1180" y="4297"/>
                  <a:pt x="1180" y="4308"/>
                </a:cubicBezTo>
                <a:close/>
                <a:moveTo>
                  <a:pt x="1264" y="4293"/>
                </a:moveTo>
                <a:cubicBezTo>
                  <a:pt x="1264" y="4307"/>
                  <a:pt x="1252" y="4318"/>
                  <a:pt x="1239" y="4318"/>
                </a:cubicBezTo>
                <a:cubicBezTo>
                  <a:pt x="1225" y="4318"/>
                  <a:pt x="1213" y="4307"/>
                  <a:pt x="1213" y="4293"/>
                </a:cubicBezTo>
                <a:cubicBezTo>
                  <a:pt x="1213" y="4279"/>
                  <a:pt x="1225" y="4268"/>
                  <a:pt x="1239" y="4268"/>
                </a:cubicBezTo>
                <a:cubicBezTo>
                  <a:pt x="1252" y="4268"/>
                  <a:pt x="1264" y="4279"/>
                  <a:pt x="1264" y="4293"/>
                </a:cubicBezTo>
                <a:close/>
                <a:moveTo>
                  <a:pt x="198" y="3175"/>
                </a:moveTo>
                <a:cubicBezTo>
                  <a:pt x="198" y="3191"/>
                  <a:pt x="185" y="3205"/>
                  <a:pt x="168" y="3205"/>
                </a:cubicBezTo>
                <a:cubicBezTo>
                  <a:pt x="152" y="3205"/>
                  <a:pt x="139" y="3191"/>
                  <a:pt x="139" y="3175"/>
                </a:cubicBezTo>
                <a:cubicBezTo>
                  <a:pt x="139" y="3158"/>
                  <a:pt x="152" y="3145"/>
                  <a:pt x="168" y="3145"/>
                </a:cubicBezTo>
                <a:cubicBezTo>
                  <a:pt x="185" y="3145"/>
                  <a:pt x="198" y="3158"/>
                  <a:pt x="198" y="3175"/>
                </a:cubicBezTo>
                <a:close/>
                <a:moveTo>
                  <a:pt x="4248" y="592"/>
                </a:moveTo>
                <a:cubicBezTo>
                  <a:pt x="4248" y="616"/>
                  <a:pt x="4228" y="636"/>
                  <a:pt x="4204" y="636"/>
                </a:cubicBezTo>
                <a:cubicBezTo>
                  <a:pt x="4180" y="636"/>
                  <a:pt x="4160" y="616"/>
                  <a:pt x="4160" y="592"/>
                </a:cubicBezTo>
                <a:cubicBezTo>
                  <a:pt x="4160" y="568"/>
                  <a:pt x="4180" y="548"/>
                  <a:pt x="4204" y="548"/>
                </a:cubicBezTo>
                <a:cubicBezTo>
                  <a:pt x="4228" y="548"/>
                  <a:pt x="4248" y="568"/>
                  <a:pt x="4248" y="592"/>
                </a:cubicBezTo>
                <a:close/>
                <a:moveTo>
                  <a:pt x="1732" y="4955"/>
                </a:moveTo>
                <a:cubicBezTo>
                  <a:pt x="1732" y="4974"/>
                  <a:pt x="1717" y="4989"/>
                  <a:pt x="1698" y="4989"/>
                </a:cubicBezTo>
                <a:cubicBezTo>
                  <a:pt x="1680" y="4989"/>
                  <a:pt x="1665" y="4974"/>
                  <a:pt x="1665" y="4955"/>
                </a:cubicBezTo>
                <a:cubicBezTo>
                  <a:pt x="1665" y="4937"/>
                  <a:pt x="1680" y="4922"/>
                  <a:pt x="1698" y="4922"/>
                </a:cubicBezTo>
                <a:cubicBezTo>
                  <a:pt x="1717" y="4922"/>
                  <a:pt x="1732" y="4937"/>
                  <a:pt x="1732" y="4955"/>
                </a:cubicBezTo>
                <a:close/>
                <a:moveTo>
                  <a:pt x="2925" y="1987"/>
                </a:moveTo>
                <a:cubicBezTo>
                  <a:pt x="2925" y="2002"/>
                  <a:pt x="2913" y="2014"/>
                  <a:pt x="2898" y="2014"/>
                </a:cubicBezTo>
                <a:cubicBezTo>
                  <a:pt x="2883" y="2014"/>
                  <a:pt x="2871" y="2002"/>
                  <a:pt x="2871" y="1987"/>
                </a:cubicBezTo>
                <a:cubicBezTo>
                  <a:pt x="2871" y="1972"/>
                  <a:pt x="2883" y="1960"/>
                  <a:pt x="2898" y="1960"/>
                </a:cubicBezTo>
                <a:cubicBezTo>
                  <a:pt x="2913" y="1960"/>
                  <a:pt x="2925" y="1972"/>
                  <a:pt x="2925" y="1987"/>
                </a:cubicBezTo>
                <a:close/>
                <a:moveTo>
                  <a:pt x="2004" y="4923"/>
                </a:moveTo>
                <a:cubicBezTo>
                  <a:pt x="2004" y="4940"/>
                  <a:pt x="1990" y="4953"/>
                  <a:pt x="1973" y="4953"/>
                </a:cubicBezTo>
                <a:cubicBezTo>
                  <a:pt x="1957" y="4953"/>
                  <a:pt x="1943" y="4940"/>
                  <a:pt x="1943" y="4923"/>
                </a:cubicBezTo>
                <a:cubicBezTo>
                  <a:pt x="1943" y="4906"/>
                  <a:pt x="1957" y="4893"/>
                  <a:pt x="1973" y="4893"/>
                </a:cubicBezTo>
                <a:cubicBezTo>
                  <a:pt x="1990" y="4893"/>
                  <a:pt x="2004" y="4906"/>
                  <a:pt x="2004" y="4923"/>
                </a:cubicBezTo>
                <a:close/>
                <a:moveTo>
                  <a:pt x="1039" y="2540"/>
                </a:moveTo>
                <a:cubicBezTo>
                  <a:pt x="1039" y="2553"/>
                  <a:pt x="1029" y="2563"/>
                  <a:pt x="1016" y="2563"/>
                </a:cubicBezTo>
                <a:cubicBezTo>
                  <a:pt x="1004" y="2563"/>
                  <a:pt x="994" y="2553"/>
                  <a:pt x="994" y="2540"/>
                </a:cubicBezTo>
                <a:cubicBezTo>
                  <a:pt x="994" y="2528"/>
                  <a:pt x="1004" y="2517"/>
                  <a:pt x="1016" y="2517"/>
                </a:cubicBezTo>
                <a:cubicBezTo>
                  <a:pt x="1029" y="2517"/>
                  <a:pt x="1039" y="2528"/>
                  <a:pt x="1039" y="2540"/>
                </a:cubicBezTo>
                <a:close/>
                <a:moveTo>
                  <a:pt x="1422" y="3513"/>
                </a:moveTo>
                <a:cubicBezTo>
                  <a:pt x="1422" y="3534"/>
                  <a:pt x="1406" y="3550"/>
                  <a:pt x="1386" y="3550"/>
                </a:cubicBezTo>
                <a:cubicBezTo>
                  <a:pt x="1365" y="3550"/>
                  <a:pt x="1349" y="3534"/>
                  <a:pt x="1349" y="3513"/>
                </a:cubicBezTo>
                <a:cubicBezTo>
                  <a:pt x="1349" y="3493"/>
                  <a:pt x="1365" y="3477"/>
                  <a:pt x="1386" y="3477"/>
                </a:cubicBezTo>
                <a:cubicBezTo>
                  <a:pt x="1406" y="3477"/>
                  <a:pt x="1422" y="3493"/>
                  <a:pt x="1422" y="3513"/>
                </a:cubicBezTo>
                <a:close/>
                <a:moveTo>
                  <a:pt x="2618" y="1760"/>
                </a:moveTo>
                <a:cubicBezTo>
                  <a:pt x="2618" y="1771"/>
                  <a:pt x="2608" y="1781"/>
                  <a:pt x="2597" y="1781"/>
                </a:cubicBezTo>
                <a:cubicBezTo>
                  <a:pt x="2585" y="1781"/>
                  <a:pt x="2576" y="1771"/>
                  <a:pt x="2576" y="1760"/>
                </a:cubicBezTo>
                <a:cubicBezTo>
                  <a:pt x="2576" y="1749"/>
                  <a:pt x="2585" y="1739"/>
                  <a:pt x="2597" y="1739"/>
                </a:cubicBezTo>
                <a:cubicBezTo>
                  <a:pt x="2608" y="1739"/>
                  <a:pt x="2618" y="1749"/>
                  <a:pt x="2618" y="1760"/>
                </a:cubicBezTo>
                <a:close/>
                <a:moveTo>
                  <a:pt x="168" y="2064"/>
                </a:moveTo>
                <a:cubicBezTo>
                  <a:pt x="168" y="2078"/>
                  <a:pt x="156" y="2090"/>
                  <a:pt x="142" y="2090"/>
                </a:cubicBezTo>
                <a:cubicBezTo>
                  <a:pt x="128" y="2090"/>
                  <a:pt x="116" y="2078"/>
                  <a:pt x="116" y="2064"/>
                </a:cubicBezTo>
                <a:cubicBezTo>
                  <a:pt x="116" y="2049"/>
                  <a:pt x="128" y="2038"/>
                  <a:pt x="142" y="2038"/>
                </a:cubicBezTo>
                <a:cubicBezTo>
                  <a:pt x="156" y="2038"/>
                  <a:pt x="168" y="2049"/>
                  <a:pt x="168" y="2064"/>
                </a:cubicBezTo>
                <a:close/>
                <a:moveTo>
                  <a:pt x="2517" y="1607"/>
                </a:moveTo>
                <a:cubicBezTo>
                  <a:pt x="2517" y="1631"/>
                  <a:pt x="2498" y="1650"/>
                  <a:pt x="2474" y="1650"/>
                </a:cubicBezTo>
                <a:cubicBezTo>
                  <a:pt x="2451" y="1650"/>
                  <a:pt x="2432" y="1631"/>
                  <a:pt x="2432" y="1607"/>
                </a:cubicBezTo>
                <a:cubicBezTo>
                  <a:pt x="2432" y="1583"/>
                  <a:pt x="2451" y="1564"/>
                  <a:pt x="2474" y="1564"/>
                </a:cubicBezTo>
                <a:cubicBezTo>
                  <a:pt x="2498" y="1564"/>
                  <a:pt x="2517" y="1583"/>
                  <a:pt x="2517" y="1607"/>
                </a:cubicBezTo>
                <a:close/>
                <a:moveTo>
                  <a:pt x="2656" y="4068"/>
                </a:moveTo>
                <a:cubicBezTo>
                  <a:pt x="2656" y="4092"/>
                  <a:pt x="2637" y="4110"/>
                  <a:pt x="2614" y="4110"/>
                </a:cubicBezTo>
                <a:cubicBezTo>
                  <a:pt x="2591" y="4110"/>
                  <a:pt x="2572" y="4092"/>
                  <a:pt x="2572" y="4068"/>
                </a:cubicBezTo>
                <a:cubicBezTo>
                  <a:pt x="2572" y="4045"/>
                  <a:pt x="2591" y="4026"/>
                  <a:pt x="2614" y="4026"/>
                </a:cubicBezTo>
                <a:cubicBezTo>
                  <a:pt x="2637" y="4026"/>
                  <a:pt x="2656" y="4045"/>
                  <a:pt x="2656" y="4068"/>
                </a:cubicBezTo>
                <a:close/>
                <a:moveTo>
                  <a:pt x="2300" y="2607"/>
                </a:moveTo>
                <a:cubicBezTo>
                  <a:pt x="2300" y="2623"/>
                  <a:pt x="2287" y="2636"/>
                  <a:pt x="2271" y="2636"/>
                </a:cubicBezTo>
                <a:cubicBezTo>
                  <a:pt x="2255" y="2636"/>
                  <a:pt x="2242" y="2623"/>
                  <a:pt x="2242" y="2607"/>
                </a:cubicBezTo>
                <a:cubicBezTo>
                  <a:pt x="2242" y="2590"/>
                  <a:pt x="2255" y="2577"/>
                  <a:pt x="2271" y="2577"/>
                </a:cubicBezTo>
                <a:cubicBezTo>
                  <a:pt x="2287" y="2577"/>
                  <a:pt x="2300" y="2590"/>
                  <a:pt x="2300" y="2607"/>
                </a:cubicBezTo>
                <a:close/>
                <a:moveTo>
                  <a:pt x="334" y="4887"/>
                </a:moveTo>
                <a:cubicBezTo>
                  <a:pt x="334" y="4907"/>
                  <a:pt x="318" y="4922"/>
                  <a:pt x="299" y="4922"/>
                </a:cubicBezTo>
                <a:cubicBezTo>
                  <a:pt x="279" y="4922"/>
                  <a:pt x="263" y="4907"/>
                  <a:pt x="263" y="4887"/>
                </a:cubicBezTo>
                <a:cubicBezTo>
                  <a:pt x="263" y="4868"/>
                  <a:pt x="279" y="4852"/>
                  <a:pt x="299" y="4852"/>
                </a:cubicBezTo>
                <a:cubicBezTo>
                  <a:pt x="318" y="4852"/>
                  <a:pt x="334" y="4868"/>
                  <a:pt x="334" y="4887"/>
                </a:cubicBezTo>
                <a:close/>
                <a:moveTo>
                  <a:pt x="494" y="5707"/>
                </a:moveTo>
                <a:cubicBezTo>
                  <a:pt x="494" y="5728"/>
                  <a:pt x="477" y="5744"/>
                  <a:pt x="457" y="5744"/>
                </a:cubicBezTo>
                <a:cubicBezTo>
                  <a:pt x="436" y="5744"/>
                  <a:pt x="419" y="5728"/>
                  <a:pt x="419" y="5707"/>
                </a:cubicBezTo>
                <a:cubicBezTo>
                  <a:pt x="419" y="5686"/>
                  <a:pt x="436" y="5669"/>
                  <a:pt x="457" y="5669"/>
                </a:cubicBezTo>
                <a:cubicBezTo>
                  <a:pt x="477" y="5669"/>
                  <a:pt x="494" y="5686"/>
                  <a:pt x="494" y="5707"/>
                </a:cubicBezTo>
                <a:close/>
                <a:moveTo>
                  <a:pt x="2733" y="2682"/>
                </a:moveTo>
                <a:cubicBezTo>
                  <a:pt x="2733" y="2695"/>
                  <a:pt x="2722" y="2705"/>
                  <a:pt x="2709" y="2705"/>
                </a:cubicBezTo>
                <a:cubicBezTo>
                  <a:pt x="2696" y="2705"/>
                  <a:pt x="2685" y="2695"/>
                  <a:pt x="2685" y="2682"/>
                </a:cubicBezTo>
                <a:cubicBezTo>
                  <a:pt x="2685" y="2668"/>
                  <a:pt x="2696" y="2658"/>
                  <a:pt x="2709" y="2658"/>
                </a:cubicBezTo>
                <a:cubicBezTo>
                  <a:pt x="2722" y="2658"/>
                  <a:pt x="2733" y="2668"/>
                  <a:pt x="2733" y="2682"/>
                </a:cubicBezTo>
                <a:close/>
                <a:moveTo>
                  <a:pt x="4357" y="1005"/>
                </a:moveTo>
                <a:cubicBezTo>
                  <a:pt x="4357" y="1022"/>
                  <a:pt x="4343" y="1036"/>
                  <a:pt x="4326" y="1036"/>
                </a:cubicBezTo>
                <a:cubicBezTo>
                  <a:pt x="4309" y="1036"/>
                  <a:pt x="4295" y="1022"/>
                  <a:pt x="4295" y="1005"/>
                </a:cubicBezTo>
                <a:cubicBezTo>
                  <a:pt x="4295" y="987"/>
                  <a:pt x="4309" y="974"/>
                  <a:pt x="4326" y="974"/>
                </a:cubicBezTo>
                <a:cubicBezTo>
                  <a:pt x="4343" y="974"/>
                  <a:pt x="4357" y="987"/>
                  <a:pt x="4357" y="1005"/>
                </a:cubicBezTo>
                <a:close/>
                <a:moveTo>
                  <a:pt x="4360" y="719"/>
                </a:moveTo>
                <a:cubicBezTo>
                  <a:pt x="4360" y="738"/>
                  <a:pt x="4344" y="754"/>
                  <a:pt x="4325" y="754"/>
                </a:cubicBezTo>
                <a:cubicBezTo>
                  <a:pt x="4306" y="754"/>
                  <a:pt x="4290" y="738"/>
                  <a:pt x="4290" y="719"/>
                </a:cubicBezTo>
                <a:cubicBezTo>
                  <a:pt x="4290" y="700"/>
                  <a:pt x="4306" y="684"/>
                  <a:pt x="4325" y="684"/>
                </a:cubicBezTo>
                <a:cubicBezTo>
                  <a:pt x="4344" y="684"/>
                  <a:pt x="4360" y="700"/>
                  <a:pt x="4360" y="719"/>
                </a:cubicBezTo>
                <a:close/>
                <a:moveTo>
                  <a:pt x="2138" y="1497"/>
                </a:moveTo>
                <a:cubicBezTo>
                  <a:pt x="2138" y="1524"/>
                  <a:pt x="2117" y="1545"/>
                  <a:pt x="2090" y="1545"/>
                </a:cubicBezTo>
                <a:cubicBezTo>
                  <a:pt x="2064" y="1545"/>
                  <a:pt x="2043" y="1524"/>
                  <a:pt x="2043" y="1497"/>
                </a:cubicBezTo>
                <a:cubicBezTo>
                  <a:pt x="2043" y="1471"/>
                  <a:pt x="2064" y="1449"/>
                  <a:pt x="2090" y="1449"/>
                </a:cubicBezTo>
                <a:cubicBezTo>
                  <a:pt x="2117" y="1449"/>
                  <a:pt x="2138" y="1471"/>
                  <a:pt x="2138" y="1497"/>
                </a:cubicBezTo>
                <a:close/>
                <a:moveTo>
                  <a:pt x="1843" y="34"/>
                </a:moveTo>
                <a:cubicBezTo>
                  <a:pt x="1843" y="53"/>
                  <a:pt x="1828" y="68"/>
                  <a:pt x="1809" y="68"/>
                </a:cubicBezTo>
                <a:cubicBezTo>
                  <a:pt x="1790" y="68"/>
                  <a:pt x="1775" y="53"/>
                  <a:pt x="1775" y="34"/>
                </a:cubicBezTo>
                <a:cubicBezTo>
                  <a:pt x="1775" y="15"/>
                  <a:pt x="1790" y="0"/>
                  <a:pt x="1809" y="0"/>
                </a:cubicBezTo>
                <a:cubicBezTo>
                  <a:pt x="1828" y="0"/>
                  <a:pt x="1843" y="15"/>
                  <a:pt x="1843" y="34"/>
                </a:cubicBezTo>
                <a:close/>
                <a:moveTo>
                  <a:pt x="94" y="4355"/>
                </a:moveTo>
                <a:cubicBezTo>
                  <a:pt x="94" y="4380"/>
                  <a:pt x="74" y="4401"/>
                  <a:pt x="48" y="4401"/>
                </a:cubicBezTo>
                <a:cubicBezTo>
                  <a:pt x="23" y="4401"/>
                  <a:pt x="2" y="4380"/>
                  <a:pt x="2" y="4355"/>
                </a:cubicBezTo>
                <a:cubicBezTo>
                  <a:pt x="2" y="4329"/>
                  <a:pt x="23" y="4308"/>
                  <a:pt x="48" y="4308"/>
                </a:cubicBezTo>
                <a:cubicBezTo>
                  <a:pt x="74" y="4308"/>
                  <a:pt x="94" y="4329"/>
                  <a:pt x="94" y="4355"/>
                </a:cubicBezTo>
                <a:close/>
                <a:moveTo>
                  <a:pt x="3963" y="259"/>
                </a:moveTo>
                <a:cubicBezTo>
                  <a:pt x="3963" y="281"/>
                  <a:pt x="3945" y="299"/>
                  <a:pt x="3922" y="299"/>
                </a:cubicBezTo>
                <a:cubicBezTo>
                  <a:pt x="3900" y="299"/>
                  <a:pt x="3882" y="281"/>
                  <a:pt x="3882" y="259"/>
                </a:cubicBezTo>
                <a:cubicBezTo>
                  <a:pt x="3882" y="237"/>
                  <a:pt x="3900" y="219"/>
                  <a:pt x="3922" y="219"/>
                </a:cubicBezTo>
                <a:cubicBezTo>
                  <a:pt x="3945" y="219"/>
                  <a:pt x="3963" y="237"/>
                  <a:pt x="3963" y="259"/>
                </a:cubicBezTo>
                <a:close/>
                <a:moveTo>
                  <a:pt x="1367" y="2892"/>
                </a:moveTo>
                <a:cubicBezTo>
                  <a:pt x="1367" y="2908"/>
                  <a:pt x="1354" y="2921"/>
                  <a:pt x="1338" y="2921"/>
                </a:cubicBezTo>
                <a:cubicBezTo>
                  <a:pt x="1322" y="2921"/>
                  <a:pt x="1309" y="2908"/>
                  <a:pt x="1309" y="2892"/>
                </a:cubicBezTo>
                <a:cubicBezTo>
                  <a:pt x="1309" y="2876"/>
                  <a:pt x="1322" y="2863"/>
                  <a:pt x="1338" y="2863"/>
                </a:cubicBezTo>
                <a:cubicBezTo>
                  <a:pt x="1354" y="2863"/>
                  <a:pt x="1367" y="2876"/>
                  <a:pt x="1367" y="2892"/>
                </a:cubicBezTo>
                <a:close/>
                <a:moveTo>
                  <a:pt x="1378" y="785"/>
                </a:moveTo>
                <a:cubicBezTo>
                  <a:pt x="1378" y="806"/>
                  <a:pt x="1361" y="824"/>
                  <a:pt x="1339" y="824"/>
                </a:cubicBezTo>
                <a:cubicBezTo>
                  <a:pt x="1318" y="824"/>
                  <a:pt x="1301" y="806"/>
                  <a:pt x="1301" y="785"/>
                </a:cubicBezTo>
                <a:cubicBezTo>
                  <a:pt x="1301" y="763"/>
                  <a:pt x="1318" y="746"/>
                  <a:pt x="1339" y="746"/>
                </a:cubicBezTo>
                <a:cubicBezTo>
                  <a:pt x="1361" y="746"/>
                  <a:pt x="1378" y="763"/>
                  <a:pt x="1378" y="785"/>
                </a:cubicBezTo>
                <a:close/>
                <a:moveTo>
                  <a:pt x="430" y="5940"/>
                </a:moveTo>
                <a:cubicBezTo>
                  <a:pt x="430" y="5952"/>
                  <a:pt x="421" y="5961"/>
                  <a:pt x="409" y="5961"/>
                </a:cubicBezTo>
                <a:cubicBezTo>
                  <a:pt x="397" y="5961"/>
                  <a:pt x="387" y="5952"/>
                  <a:pt x="387" y="5940"/>
                </a:cubicBezTo>
                <a:cubicBezTo>
                  <a:pt x="387" y="5928"/>
                  <a:pt x="397" y="5919"/>
                  <a:pt x="409" y="5919"/>
                </a:cubicBezTo>
                <a:cubicBezTo>
                  <a:pt x="421" y="5919"/>
                  <a:pt x="430" y="5928"/>
                  <a:pt x="430" y="5940"/>
                </a:cubicBezTo>
                <a:close/>
                <a:moveTo>
                  <a:pt x="4196" y="1150"/>
                </a:moveTo>
                <a:cubicBezTo>
                  <a:pt x="4196" y="1162"/>
                  <a:pt x="4186" y="1172"/>
                  <a:pt x="4173" y="1172"/>
                </a:cubicBezTo>
                <a:cubicBezTo>
                  <a:pt x="4161" y="1172"/>
                  <a:pt x="4151" y="1162"/>
                  <a:pt x="4151" y="1150"/>
                </a:cubicBezTo>
                <a:cubicBezTo>
                  <a:pt x="4151" y="1137"/>
                  <a:pt x="4161" y="1127"/>
                  <a:pt x="4173" y="1127"/>
                </a:cubicBezTo>
                <a:cubicBezTo>
                  <a:pt x="4186" y="1127"/>
                  <a:pt x="4196" y="1137"/>
                  <a:pt x="4196" y="1150"/>
                </a:cubicBezTo>
                <a:close/>
                <a:moveTo>
                  <a:pt x="3274" y="3253"/>
                </a:moveTo>
                <a:cubicBezTo>
                  <a:pt x="3274" y="3277"/>
                  <a:pt x="3254" y="3296"/>
                  <a:pt x="3231" y="3296"/>
                </a:cubicBezTo>
                <a:cubicBezTo>
                  <a:pt x="3207" y="3296"/>
                  <a:pt x="3188" y="3277"/>
                  <a:pt x="3188" y="3253"/>
                </a:cubicBezTo>
                <a:cubicBezTo>
                  <a:pt x="3188" y="3230"/>
                  <a:pt x="3207" y="3210"/>
                  <a:pt x="3231" y="3210"/>
                </a:cubicBezTo>
                <a:cubicBezTo>
                  <a:pt x="3254" y="3210"/>
                  <a:pt x="3274" y="3230"/>
                  <a:pt x="3274" y="3253"/>
                </a:cubicBezTo>
                <a:close/>
                <a:moveTo>
                  <a:pt x="2237" y="3871"/>
                </a:moveTo>
                <a:cubicBezTo>
                  <a:pt x="2237" y="3884"/>
                  <a:pt x="2227" y="3894"/>
                  <a:pt x="2214" y="3894"/>
                </a:cubicBezTo>
                <a:cubicBezTo>
                  <a:pt x="2202" y="3894"/>
                  <a:pt x="2192" y="3884"/>
                  <a:pt x="2192" y="3871"/>
                </a:cubicBezTo>
                <a:cubicBezTo>
                  <a:pt x="2192" y="3859"/>
                  <a:pt x="2202" y="3849"/>
                  <a:pt x="2214" y="3849"/>
                </a:cubicBezTo>
                <a:cubicBezTo>
                  <a:pt x="2227" y="3849"/>
                  <a:pt x="2237" y="3859"/>
                  <a:pt x="2237" y="3871"/>
                </a:cubicBezTo>
                <a:close/>
                <a:moveTo>
                  <a:pt x="2974" y="3139"/>
                </a:moveTo>
                <a:cubicBezTo>
                  <a:pt x="2974" y="3166"/>
                  <a:pt x="2952" y="3188"/>
                  <a:pt x="2925" y="3188"/>
                </a:cubicBezTo>
                <a:cubicBezTo>
                  <a:pt x="2898" y="3188"/>
                  <a:pt x="2877" y="3166"/>
                  <a:pt x="2877" y="3139"/>
                </a:cubicBezTo>
                <a:cubicBezTo>
                  <a:pt x="2877" y="3112"/>
                  <a:pt x="2898" y="3090"/>
                  <a:pt x="2925" y="3090"/>
                </a:cubicBezTo>
                <a:cubicBezTo>
                  <a:pt x="2952" y="3090"/>
                  <a:pt x="2974" y="3112"/>
                  <a:pt x="2974" y="3139"/>
                </a:cubicBezTo>
                <a:close/>
                <a:moveTo>
                  <a:pt x="95" y="385"/>
                </a:moveTo>
                <a:cubicBezTo>
                  <a:pt x="95" y="408"/>
                  <a:pt x="77" y="426"/>
                  <a:pt x="55" y="426"/>
                </a:cubicBezTo>
                <a:cubicBezTo>
                  <a:pt x="32" y="426"/>
                  <a:pt x="14" y="408"/>
                  <a:pt x="14" y="385"/>
                </a:cubicBezTo>
                <a:cubicBezTo>
                  <a:pt x="14" y="363"/>
                  <a:pt x="32" y="345"/>
                  <a:pt x="55" y="345"/>
                </a:cubicBezTo>
                <a:cubicBezTo>
                  <a:pt x="77" y="345"/>
                  <a:pt x="95" y="363"/>
                  <a:pt x="95" y="385"/>
                </a:cubicBezTo>
                <a:close/>
                <a:moveTo>
                  <a:pt x="4052" y="2576"/>
                </a:moveTo>
                <a:cubicBezTo>
                  <a:pt x="4052" y="2599"/>
                  <a:pt x="4033" y="2618"/>
                  <a:pt x="4010" y="2618"/>
                </a:cubicBezTo>
                <a:cubicBezTo>
                  <a:pt x="3988" y="2618"/>
                  <a:pt x="3969" y="2599"/>
                  <a:pt x="3969" y="2576"/>
                </a:cubicBezTo>
                <a:cubicBezTo>
                  <a:pt x="3969" y="2554"/>
                  <a:pt x="3988" y="2535"/>
                  <a:pt x="4010" y="2535"/>
                </a:cubicBezTo>
                <a:cubicBezTo>
                  <a:pt x="4033" y="2535"/>
                  <a:pt x="4052" y="2554"/>
                  <a:pt x="4052" y="2576"/>
                </a:cubicBezTo>
                <a:close/>
                <a:moveTo>
                  <a:pt x="2472" y="2385"/>
                </a:moveTo>
                <a:cubicBezTo>
                  <a:pt x="2472" y="2404"/>
                  <a:pt x="2457" y="2419"/>
                  <a:pt x="2438" y="2419"/>
                </a:cubicBezTo>
                <a:cubicBezTo>
                  <a:pt x="2419" y="2419"/>
                  <a:pt x="2404" y="2404"/>
                  <a:pt x="2404" y="2385"/>
                </a:cubicBezTo>
                <a:cubicBezTo>
                  <a:pt x="2404" y="2367"/>
                  <a:pt x="2419" y="2351"/>
                  <a:pt x="2438" y="2351"/>
                </a:cubicBezTo>
                <a:cubicBezTo>
                  <a:pt x="2457" y="2351"/>
                  <a:pt x="2472" y="2367"/>
                  <a:pt x="2472" y="2385"/>
                </a:cubicBezTo>
                <a:close/>
                <a:moveTo>
                  <a:pt x="2644" y="141"/>
                </a:moveTo>
                <a:cubicBezTo>
                  <a:pt x="2644" y="157"/>
                  <a:pt x="2631" y="170"/>
                  <a:pt x="2615" y="170"/>
                </a:cubicBezTo>
                <a:cubicBezTo>
                  <a:pt x="2599" y="170"/>
                  <a:pt x="2586" y="157"/>
                  <a:pt x="2586" y="141"/>
                </a:cubicBezTo>
                <a:cubicBezTo>
                  <a:pt x="2586" y="125"/>
                  <a:pt x="2599" y="112"/>
                  <a:pt x="2615" y="112"/>
                </a:cubicBezTo>
                <a:cubicBezTo>
                  <a:pt x="2631" y="112"/>
                  <a:pt x="2644" y="125"/>
                  <a:pt x="2644" y="141"/>
                </a:cubicBezTo>
                <a:close/>
                <a:moveTo>
                  <a:pt x="3236" y="1562"/>
                </a:moveTo>
                <a:cubicBezTo>
                  <a:pt x="3236" y="1581"/>
                  <a:pt x="3220" y="1596"/>
                  <a:pt x="3202" y="1596"/>
                </a:cubicBezTo>
                <a:cubicBezTo>
                  <a:pt x="3183" y="1596"/>
                  <a:pt x="3167" y="1581"/>
                  <a:pt x="3167" y="1562"/>
                </a:cubicBezTo>
                <a:cubicBezTo>
                  <a:pt x="3167" y="1543"/>
                  <a:pt x="3183" y="1528"/>
                  <a:pt x="3202" y="1528"/>
                </a:cubicBezTo>
                <a:cubicBezTo>
                  <a:pt x="3220" y="1528"/>
                  <a:pt x="3236" y="1543"/>
                  <a:pt x="3236" y="1562"/>
                </a:cubicBezTo>
                <a:close/>
                <a:moveTo>
                  <a:pt x="1171" y="2179"/>
                </a:moveTo>
                <a:cubicBezTo>
                  <a:pt x="1171" y="2201"/>
                  <a:pt x="1154" y="2219"/>
                  <a:pt x="1132" y="2219"/>
                </a:cubicBezTo>
                <a:cubicBezTo>
                  <a:pt x="1110" y="2219"/>
                  <a:pt x="1092" y="2201"/>
                  <a:pt x="1092" y="2179"/>
                </a:cubicBezTo>
                <a:cubicBezTo>
                  <a:pt x="1092" y="2157"/>
                  <a:pt x="1110" y="2140"/>
                  <a:pt x="1132" y="2140"/>
                </a:cubicBezTo>
                <a:cubicBezTo>
                  <a:pt x="1154" y="2140"/>
                  <a:pt x="1171" y="2157"/>
                  <a:pt x="1171" y="2179"/>
                </a:cubicBezTo>
                <a:close/>
                <a:moveTo>
                  <a:pt x="3260" y="5894"/>
                </a:moveTo>
                <a:cubicBezTo>
                  <a:pt x="3260" y="5913"/>
                  <a:pt x="3245" y="5928"/>
                  <a:pt x="3226" y="5928"/>
                </a:cubicBezTo>
                <a:cubicBezTo>
                  <a:pt x="3207" y="5928"/>
                  <a:pt x="3192" y="5913"/>
                  <a:pt x="3192" y="5894"/>
                </a:cubicBezTo>
                <a:cubicBezTo>
                  <a:pt x="3192" y="5875"/>
                  <a:pt x="3207" y="5860"/>
                  <a:pt x="3226" y="5860"/>
                </a:cubicBezTo>
                <a:cubicBezTo>
                  <a:pt x="3245" y="5860"/>
                  <a:pt x="3260" y="5875"/>
                  <a:pt x="3260" y="5894"/>
                </a:cubicBezTo>
                <a:close/>
                <a:moveTo>
                  <a:pt x="922" y="2051"/>
                </a:moveTo>
                <a:cubicBezTo>
                  <a:pt x="922" y="2063"/>
                  <a:pt x="912" y="2073"/>
                  <a:pt x="900" y="2073"/>
                </a:cubicBezTo>
                <a:cubicBezTo>
                  <a:pt x="888" y="2073"/>
                  <a:pt x="878" y="2063"/>
                  <a:pt x="878" y="2051"/>
                </a:cubicBezTo>
                <a:cubicBezTo>
                  <a:pt x="878" y="2039"/>
                  <a:pt x="888" y="2029"/>
                  <a:pt x="900" y="2029"/>
                </a:cubicBezTo>
                <a:cubicBezTo>
                  <a:pt x="912" y="2029"/>
                  <a:pt x="922" y="2039"/>
                  <a:pt x="922" y="2051"/>
                </a:cubicBezTo>
                <a:close/>
                <a:moveTo>
                  <a:pt x="1096" y="3586"/>
                </a:moveTo>
                <a:cubicBezTo>
                  <a:pt x="1096" y="3607"/>
                  <a:pt x="1079" y="3624"/>
                  <a:pt x="1058" y="3624"/>
                </a:cubicBezTo>
                <a:cubicBezTo>
                  <a:pt x="1037" y="3624"/>
                  <a:pt x="1020" y="3607"/>
                  <a:pt x="1020" y="3586"/>
                </a:cubicBezTo>
                <a:cubicBezTo>
                  <a:pt x="1020" y="3565"/>
                  <a:pt x="1037" y="3548"/>
                  <a:pt x="1058" y="3548"/>
                </a:cubicBezTo>
                <a:cubicBezTo>
                  <a:pt x="1079" y="3548"/>
                  <a:pt x="1096" y="3565"/>
                  <a:pt x="1096" y="3586"/>
                </a:cubicBezTo>
                <a:close/>
                <a:moveTo>
                  <a:pt x="1089" y="1088"/>
                </a:moveTo>
                <a:cubicBezTo>
                  <a:pt x="1089" y="1100"/>
                  <a:pt x="1079" y="1111"/>
                  <a:pt x="1066" y="1111"/>
                </a:cubicBezTo>
                <a:cubicBezTo>
                  <a:pt x="1054" y="1111"/>
                  <a:pt x="1043" y="1100"/>
                  <a:pt x="1043" y="1088"/>
                </a:cubicBezTo>
                <a:cubicBezTo>
                  <a:pt x="1043" y="1075"/>
                  <a:pt x="1054" y="1065"/>
                  <a:pt x="1066" y="1065"/>
                </a:cubicBezTo>
                <a:cubicBezTo>
                  <a:pt x="1079" y="1065"/>
                  <a:pt x="1089" y="1075"/>
                  <a:pt x="1089" y="1088"/>
                </a:cubicBezTo>
                <a:close/>
                <a:moveTo>
                  <a:pt x="824" y="3071"/>
                </a:moveTo>
                <a:cubicBezTo>
                  <a:pt x="824" y="3086"/>
                  <a:pt x="811" y="3098"/>
                  <a:pt x="796" y="3098"/>
                </a:cubicBezTo>
                <a:cubicBezTo>
                  <a:pt x="781" y="3098"/>
                  <a:pt x="768" y="3086"/>
                  <a:pt x="768" y="3071"/>
                </a:cubicBezTo>
                <a:cubicBezTo>
                  <a:pt x="768" y="3055"/>
                  <a:pt x="781" y="3043"/>
                  <a:pt x="796" y="3043"/>
                </a:cubicBezTo>
                <a:cubicBezTo>
                  <a:pt x="811" y="3043"/>
                  <a:pt x="824" y="3055"/>
                  <a:pt x="824" y="3071"/>
                </a:cubicBezTo>
                <a:close/>
                <a:moveTo>
                  <a:pt x="3858" y="3464"/>
                </a:moveTo>
                <a:cubicBezTo>
                  <a:pt x="3858" y="3481"/>
                  <a:pt x="3845" y="3494"/>
                  <a:pt x="3828" y="3494"/>
                </a:cubicBezTo>
                <a:cubicBezTo>
                  <a:pt x="3811" y="3494"/>
                  <a:pt x="3798" y="3481"/>
                  <a:pt x="3798" y="3464"/>
                </a:cubicBezTo>
                <a:cubicBezTo>
                  <a:pt x="3798" y="3447"/>
                  <a:pt x="3811" y="3434"/>
                  <a:pt x="3828" y="3434"/>
                </a:cubicBezTo>
                <a:cubicBezTo>
                  <a:pt x="3845" y="3434"/>
                  <a:pt x="3858" y="3447"/>
                  <a:pt x="3858" y="3464"/>
                </a:cubicBezTo>
                <a:close/>
                <a:moveTo>
                  <a:pt x="1924" y="210"/>
                </a:moveTo>
                <a:cubicBezTo>
                  <a:pt x="1924" y="233"/>
                  <a:pt x="1905" y="252"/>
                  <a:pt x="1882" y="252"/>
                </a:cubicBezTo>
                <a:cubicBezTo>
                  <a:pt x="1858" y="252"/>
                  <a:pt x="1840" y="233"/>
                  <a:pt x="1840" y="210"/>
                </a:cubicBezTo>
                <a:cubicBezTo>
                  <a:pt x="1840" y="187"/>
                  <a:pt x="1858" y="168"/>
                  <a:pt x="1882" y="168"/>
                </a:cubicBezTo>
                <a:cubicBezTo>
                  <a:pt x="1905" y="168"/>
                  <a:pt x="1924" y="187"/>
                  <a:pt x="1924" y="210"/>
                </a:cubicBezTo>
                <a:close/>
                <a:moveTo>
                  <a:pt x="3299" y="2216"/>
                </a:moveTo>
                <a:cubicBezTo>
                  <a:pt x="3299" y="2239"/>
                  <a:pt x="3281" y="2258"/>
                  <a:pt x="3258" y="2258"/>
                </a:cubicBezTo>
                <a:cubicBezTo>
                  <a:pt x="3235" y="2258"/>
                  <a:pt x="3216" y="2239"/>
                  <a:pt x="3216" y="2216"/>
                </a:cubicBezTo>
                <a:cubicBezTo>
                  <a:pt x="3216" y="2193"/>
                  <a:pt x="3235" y="2175"/>
                  <a:pt x="3258" y="2175"/>
                </a:cubicBezTo>
                <a:cubicBezTo>
                  <a:pt x="3281" y="2175"/>
                  <a:pt x="3299" y="2193"/>
                  <a:pt x="3299" y="2216"/>
                </a:cubicBezTo>
                <a:close/>
                <a:moveTo>
                  <a:pt x="1226" y="1323"/>
                </a:moveTo>
                <a:cubicBezTo>
                  <a:pt x="1226" y="1338"/>
                  <a:pt x="1214" y="1350"/>
                  <a:pt x="1200" y="1350"/>
                </a:cubicBezTo>
                <a:cubicBezTo>
                  <a:pt x="1185" y="1350"/>
                  <a:pt x="1173" y="1338"/>
                  <a:pt x="1173" y="1323"/>
                </a:cubicBezTo>
                <a:cubicBezTo>
                  <a:pt x="1173" y="1308"/>
                  <a:pt x="1185" y="1296"/>
                  <a:pt x="1200" y="1296"/>
                </a:cubicBezTo>
                <a:cubicBezTo>
                  <a:pt x="1214" y="1296"/>
                  <a:pt x="1226" y="1308"/>
                  <a:pt x="1226" y="1323"/>
                </a:cubicBezTo>
                <a:close/>
                <a:moveTo>
                  <a:pt x="913" y="3718"/>
                </a:moveTo>
                <a:cubicBezTo>
                  <a:pt x="913" y="3740"/>
                  <a:pt x="895" y="3757"/>
                  <a:pt x="874" y="3757"/>
                </a:cubicBezTo>
                <a:cubicBezTo>
                  <a:pt x="852" y="3757"/>
                  <a:pt x="834" y="3740"/>
                  <a:pt x="834" y="3718"/>
                </a:cubicBezTo>
                <a:cubicBezTo>
                  <a:pt x="834" y="3697"/>
                  <a:pt x="852" y="3679"/>
                  <a:pt x="874" y="3679"/>
                </a:cubicBezTo>
                <a:cubicBezTo>
                  <a:pt x="895" y="3679"/>
                  <a:pt x="913" y="3697"/>
                  <a:pt x="913" y="3718"/>
                </a:cubicBezTo>
                <a:close/>
                <a:moveTo>
                  <a:pt x="3200" y="605"/>
                </a:moveTo>
                <a:cubicBezTo>
                  <a:pt x="3200" y="629"/>
                  <a:pt x="3181" y="648"/>
                  <a:pt x="3157" y="648"/>
                </a:cubicBezTo>
                <a:cubicBezTo>
                  <a:pt x="3133" y="648"/>
                  <a:pt x="3114" y="629"/>
                  <a:pt x="3114" y="605"/>
                </a:cubicBezTo>
                <a:cubicBezTo>
                  <a:pt x="3114" y="581"/>
                  <a:pt x="3133" y="562"/>
                  <a:pt x="3157" y="562"/>
                </a:cubicBezTo>
                <a:cubicBezTo>
                  <a:pt x="3181" y="562"/>
                  <a:pt x="3200" y="581"/>
                  <a:pt x="3200" y="605"/>
                </a:cubicBezTo>
                <a:close/>
                <a:moveTo>
                  <a:pt x="2120" y="2308"/>
                </a:moveTo>
                <a:cubicBezTo>
                  <a:pt x="2120" y="2328"/>
                  <a:pt x="2104" y="2344"/>
                  <a:pt x="2084" y="2344"/>
                </a:cubicBezTo>
                <a:cubicBezTo>
                  <a:pt x="2065" y="2344"/>
                  <a:pt x="2049" y="2328"/>
                  <a:pt x="2049" y="2308"/>
                </a:cubicBezTo>
                <a:cubicBezTo>
                  <a:pt x="2049" y="2289"/>
                  <a:pt x="2065" y="2273"/>
                  <a:pt x="2084" y="2273"/>
                </a:cubicBezTo>
                <a:cubicBezTo>
                  <a:pt x="2104" y="2273"/>
                  <a:pt x="2120" y="2289"/>
                  <a:pt x="2120" y="2308"/>
                </a:cubicBezTo>
                <a:close/>
                <a:moveTo>
                  <a:pt x="1921" y="1202"/>
                </a:moveTo>
                <a:cubicBezTo>
                  <a:pt x="1921" y="1220"/>
                  <a:pt x="1906" y="1234"/>
                  <a:pt x="1889" y="1234"/>
                </a:cubicBezTo>
                <a:cubicBezTo>
                  <a:pt x="1871" y="1234"/>
                  <a:pt x="1857" y="1220"/>
                  <a:pt x="1857" y="1202"/>
                </a:cubicBezTo>
                <a:cubicBezTo>
                  <a:pt x="1857" y="1185"/>
                  <a:pt x="1871" y="1171"/>
                  <a:pt x="1889" y="1171"/>
                </a:cubicBezTo>
                <a:cubicBezTo>
                  <a:pt x="1906" y="1171"/>
                  <a:pt x="1921" y="1185"/>
                  <a:pt x="1921" y="1202"/>
                </a:cubicBezTo>
                <a:close/>
                <a:moveTo>
                  <a:pt x="2853" y="4396"/>
                </a:moveTo>
                <a:cubicBezTo>
                  <a:pt x="2853" y="4422"/>
                  <a:pt x="2832" y="4444"/>
                  <a:pt x="2806" y="4444"/>
                </a:cubicBezTo>
                <a:cubicBezTo>
                  <a:pt x="2780" y="4444"/>
                  <a:pt x="2759" y="4422"/>
                  <a:pt x="2759" y="4396"/>
                </a:cubicBezTo>
                <a:cubicBezTo>
                  <a:pt x="2759" y="4370"/>
                  <a:pt x="2780" y="4349"/>
                  <a:pt x="2806" y="4349"/>
                </a:cubicBezTo>
                <a:cubicBezTo>
                  <a:pt x="2832" y="4349"/>
                  <a:pt x="2853" y="4370"/>
                  <a:pt x="2853" y="4396"/>
                </a:cubicBezTo>
                <a:close/>
                <a:moveTo>
                  <a:pt x="908" y="5486"/>
                </a:moveTo>
                <a:cubicBezTo>
                  <a:pt x="908" y="5510"/>
                  <a:pt x="888" y="5530"/>
                  <a:pt x="864" y="5530"/>
                </a:cubicBezTo>
                <a:cubicBezTo>
                  <a:pt x="839" y="5530"/>
                  <a:pt x="820" y="5510"/>
                  <a:pt x="820" y="5486"/>
                </a:cubicBezTo>
                <a:cubicBezTo>
                  <a:pt x="820" y="5462"/>
                  <a:pt x="839" y="5442"/>
                  <a:pt x="864" y="5442"/>
                </a:cubicBezTo>
                <a:cubicBezTo>
                  <a:pt x="888" y="5442"/>
                  <a:pt x="908" y="5462"/>
                  <a:pt x="908" y="5486"/>
                </a:cubicBezTo>
                <a:close/>
                <a:moveTo>
                  <a:pt x="3118" y="6035"/>
                </a:moveTo>
                <a:cubicBezTo>
                  <a:pt x="3118" y="6048"/>
                  <a:pt x="3107" y="6059"/>
                  <a:pt x="3094" y="6059"/>
                </a:cubicBezTo>
                <a:cubicBezTo>
                  <a:pt x="3080" y="6059"/>
                  <a:pt x="3070" y="6048"/>
                  <a:pt x="3070" y="6035"/>
                </a:cubicBezTo>
                <a:cubicBezTo>
                  <a:pt x="3070" y="6021"/>
                  <a:pt x="3080" y="6011"/>
                  <a:pt x="3094" y="6011"/>
                </a:cubicBezTo>
                <a:cubicBezTo>
                  <a:pt x="3107" y="6011"/>
                  <a:pt x="3118" y="6021"/>
                  <a:pt x="3118" y="6035"/>
                </a:cubicBezTo>
                <a:close/>
                <a:moveTo>
                  <a:pt x="3391" y="5538"/>
                </a:moveTo>
                <a:cubicBezTo>
                  <a:pt x="3391" y="5551"/>
                  <a:pt x="3380" y="5562"/>
                  <a:pt x="3367" y="5562"/>
                </a:cubicBezTo>
                <a:cubicBezTo>
                  <a:pt x="3354" y="5562"/>
                  <a:pt x="3344" y="5551"/>
                  <a:pt x="3344" y="5538"/>
                </a:cubicBezTo>
                <a:cubicBezTo>
                  <a:pt x="3344" y="5525"/>
                  <a:pt x="3354" y="5515"/>
                  <a:pt x="3367" y="5515"/>
                </a:cubicBezTo>
                <a:cubicBezTo>
                  <a:pt x="3380" y="5515"/>
                  <a:pt x="3391" y="5525"/>
                  <a:pt x="3391" y="5538"/>
                </a:cubicBezTo>
                <a:close/>
                <a:moveTo>
                  <a:pt x="2614" y="5833"/>
                </a:moveTo>
                <a:cubicBezTo>
                  <a:pt x="2614" y="5849"/>
                  <a:pt x="2601" y="5862"/>
                  <a:pt x="2585" y="5862"/>
                </a:cubicBezTo>
                <a:cubicBezTo>
                  <a:pt x="2569" y="5862"/>
                  <a:pt x="2556" y="5849"/>
                  <a:pt x="2556" y="5833"/>
                </a:cubicBezTo>
                <a:cubicBezTo>
                  <a:pt x="2556" y="5817"/>
                  <a:pt x="2569" y="5805"/>
                  <a:pt x="2585" y="5805"/>
                </a:cubicBezTo>
                <a:cubicBezTo>
                  <a:pt x="2601" y="5805"/>
                  <a:pt x="2614" y="5817"/>
                  <a:pt x="2614" y="5833"/>
                </a:cubicBezTo>
                <a:close/>
                <a:moveTo>
                  <a:pt x="3739" y="5581"/>
                </a:moveTo>
                <a:cubicBezTo>
                  <a:pt x="3739" y="5599"/>
                  <a:pt x="3724" y="5614"/>
                  <a:pt x="3706" y="5614"/>
                </a:cubicBezTo>
                <a:cubicBezTo>
                  <a:pt x="3687" y="5614"/>
                  <a:pt x="3673" y="5599"/>
                  <a:pt x="3673" y="5581"/>
                </a:cubicBezTo>
                <a:cubicBezTo>
                  <a:pt x="3673" y="5563"/>
                  <a:pt x="3687" y="5548"/>
                  <a:pt x="3706" y="5548"/>
                </a:cubicBezTo>
                <a:cubicBezTo>
                  <a:pt x="3724" y="5548"/>
                  <a:pt x="3739" y="5563"/>
                  <a:pt x="3739" y="5581"/>
                </a:cubicBezTo>
                <a:close/>
                <a:moveTo>
                  <a:pt x="697" y="1298"/>
                </a:moveTo>
                <a:cubicBezTo>
                  <a:pt x="697" y="1323"/>
                  <a:pt x="677" y="1343"/>
                  <a:pt x="652" y="1343"/>
                </a:cubicBezTo>
                <a:cubicBezTo>
                  <a:pt x="627" y="1343"/>
                  <a:pt x="607" y="1323"/>
                  <a:pt x="607" y="1298"/>
                </a:cubicBezTo>
                <a:cubicBezTo>
                  <a:pt x="607" y="1273"/>
                  <a:pt x="627" y="1253"/>
                  <a:pt x="652" y="1253"/>
                </a:cubicBezTo>
                <a:cubicBezTo>
                  <a:pt x="677" y="1253"/>
                  <a:pt x="697" y="1273"/>
                  <a:pt x="697" y="1298"/>
                </a:cubicBezTo>
                <a:close/>
                <a:moveTo>
                  <a:pt x="1876" y="1919"/>
                </a:moveTo>
                <a:cubicBezTo>
                  <a:pt x="1876" y="1937"/>
                  <a:pt x="1862" y="1952"/>
                  <a:pt x="1843" y="1952"/>
                </a:cubicBezTo>
                <a:cubicBezTo>
                  <a:pt x="1825" y="1952"/>
                  <a:pt x="1810" y="1937"/>
                  <a:pt x="1810" y="1919"/>
                </a:cubicBezTo>
                <a:cubicBezTo>
                  <a:pt x="1810" y="1901"/>
                  <a:pt x="1825" y="1886"/>
                  <a:pt x="1843" y="1886"/>
                </a:cubicBezTo>
                <a:cubicBezTo>
                  <a:pt x="1862" y="1886"/>
                  <a:pt x="1876" y="1901"/>
                  <a:pt x="1876" y="1919"/>
                </a:cubicBezTo>
                <a:close/>
                <a:moveTo>
                  <a:pt x="4040" y="1537"/>
                </a:moveTo>
                <a:cubicBezTo>
                  <a:pt x="4040" y="1548"/>
                  <a:pt x="4030" y="1557"/>
                  <a:pt x="4019" y="1557"/>
                </a:cubicBezTo>
                <a:cubicBezTo>
                  <a:pt x="4008" y="1557"/>
                  <a:pt x="3999" y="1548"/>
                  <a:pt x="3999" y="1537"/>
                </a:cubicBezTo>
                <a:cubicBezTo>
                  <a:pt x="3999" y="1525"/>
                  <a:pt x="4008" y="1516"/>
                  <a:pt x="4019" y="1516"/>
                </a:cubicBezTo>
                <a:cubicBezTo>
                  <a:pt x="4030" y="1516"/>
                  <a:pt x="4040" y="1525"/>
                  <a:pt x="4040" y="1537"/>
                </a:cubicBezTo>
                <a:close/>
                <a:moveTo>
                  <a:pt x="4141" y="1927"/>
                </a:moveTo>
                <a:cubicBezTo>
                  <a:pt x="4141" y="1944"/>
                  <a:pt x="4127" y="1958"/>
                  <a:pt x="4109" y="1958"/>
                </a:cubicBezTo>
                <a:cubicBezTo>
                  <a:pt x="4092" y="1958"/>
                  <a:pt x="4078" y="1944"/>
                  <a:pt x="4078" y="1927"/>
                </a:cubicBezTo>
                <a:cubicBezTo>
                  <a:pt x="4078" y="1909"/>
                  <a:pt x="4092" y="1895"/>
                  <a:pt x="4109" y="1895"/>
                </a:cubicBezTo>
                <a:cubicBezTo>
                  <a:pt x="4127" y="1895"/>
                  <a:pt x="4141" y="1909"/>
                  <a:pt x="4141" y="1927"/>
                </a:cubicBezTo>
                <a:close/>
                <a:moveTo>
                  <a:pt x="4247" y="1710"/>
                </a:moveTo>
                <a:cubicBezTo>
                  <a:pt x="4247" y="1722"/>
                  <a:pt x="4237" y="1732"/>
                  <a:pt x="4224" y="1732"/>
                </a:cubicBezTo>
                <a:cubicBezTo>
                  <a:pt x="4212" y="1732"/>
                  <a:pt x="4202" y="1722"/>
                  <a:pt x="4202" y="1710"/>
                </a:cubicBezTo>
                <a:cubicBezTo>
                  <a:pt x="4202" y="1697"/>
                  <a:pt x="4212" y="1687"/>
                  <a:pt x="4224" y="1687"/>
                </a:cubicBezTo>
                <a:cubicBezTo>
                  <a:pt x="4237" y="1687"/>
                  <a:pt x="4247" y="1697"/>
                  <a:pt x="4247" y="1710"/>
                </a:cubicBezTo>
                <a:close/>
                <a:moveTo>
                  <a:pt x="3872" y="1474"/>
                </a:moveTo>
                <a:cubicBezTo>
                  <a:pt x="3872" y="1489"/>
                  <a:pt x="3860" y="1501"/>
                  <a:pt x="3845" y="1501"/>
                </a:cubicBezTo>
                <a:cubicBezTo>
                  <a:pt x="3830" y="1501"/>
                  <a:pt x="3818" y="1489"/>
                  <a:pt x="3818" y="1474"/>
                </a:cubicBezTo>
                <a:cubicBezTo>
                  <a:pt x="3818" y="1459"/>
                  <a:pt x="3830" y="1447"/>
                  <a:pt x="3845" y="1447"/>
                </a:cubicBezTo>
                <a:cubicBezTo>
                  <a:pt x="3860" y="1447"/>
                  <a:pt x="3872" y="1459"/>
                  <a:pt x="3872" y="1474"/>
                </a:cubicBezTo>
                <a:close/>
                <a:moveTo>
                  <a:pt x="4107" y="1384"/>
                </a:moveTo>
                <a:cubicBezTo>
                  <a:pt x="4107" y="1410"/>
                  <a:pt x="4086" y="1431"/>
                  <a:pt x="4060" y="1431"/>
                </a:cubicBezTo>
                <a:cubicBezTo>
                  <a:pt x="4034" y="1431"/>
                  <a:pt x="4013" y="1410"/>
                  <a:pt x="4013" y="1384"/>
                </a:cubicBezTo>
                <a:cubicBezTo>
                  <a:pt x="4013" y="1358"/>
                  <a:pt x="4034" y="1337"/>
                  <a:pt x="4060" y="1337"/>
                </a:cubicBezTo>
                <a:cubicBezTo>
                  <a:pt x="4086" y="1337"/>
                  <a:pt x="4107" y="1358"/>
                  <a:pt x="4107" y="1384"/>
                </a:cubicBezTo>
                <a:close/>
                <a:moveTo>
                  <a:pt x="1487" y="1842"/>
                </a:moveTo>
                <a:cubicBezTo>
                  <a:pt x="1487" y="1857"/>
                  <a:pt x="1475" y="1868"/>
                  <a:pt x="1460" y="1868"/>
                </a:cubicBezTo>
                <a:cubicBezTo>
                  <a:pt x="1446" y="1868"/>
                  <a:pt x="1434" y="1857"/>
                  <a:pt x="1434" y="1842"/>
                </a:cubicBezTo>
                <a:cubicBezTo>
                  <a:pt x="1434" y="1827"/>
                  <a:pt x="1446" y="1815"/>
                  <a:pt x="1460" y="1815"/>
                </a:cubicBezTo>
                <a:cubicBezTo>
                  <a:pt x="1475" y="1815"/>
                  <a:pt x="1487" y="1827"/>
                  <a:pt x="1487" y="1842"/>
                </a:cubicBezTo>
                <a:close/>
                <a:moveTo>
                  <a:pt x="2392" y="3435"/>
                </a:moveTo>
                <a:cubicBezTo>
                  <a:pt x="2392" y="3452"/>
                  <a:pt x="2377" y="3467"/>
                  <a:pt x="2360" y="3467"/>
                </a:cubicBezTo>
                <a:cubicBezTo>
                  <a:pt x="2342" y="3467"/>
                  <a:pt x="2328" y="3452"/>
                  <a:pt x="2328" y="3435"/>
                </a:cubicBezTo>
                <a:cubicBezTo>
                  <a:pt x="2328" y="3417"/>
                  <a:pt x="2342" y="3403"/>
                  <a:pt x="2360" y="3403"/>
                </a:cubicBezTo>
                <a:cubicBezTo>
                  <a:pt x="2377" y="3403"/>
                  <a:pt x="2392" y="3417"/>
                  <a:pt x="2392" y="3435"/>
                </a:cubicBezTo>
                <a:close/>
                <a:moveTo>
                  <a:pt x="2255" y="1810"/>
                </a:moveTo>
                <a:cubicBezTo>
                  <a:pt x="2255" y="1835"/>
                  <a:pt x="2235" y="1855"/>
                  <a:pt x="2210" y="1855"/>
                </a:cubicBezTo>
                <a:cubicBezTo>
                  <a:pt x="2185" y="1855"/>
                  <a:pt x="2165" y="1835"/>
                  <a:pt x="2165" y="1810"/>
                </a:cubicBezTo>
                <a:cubicBezTo>
                  <a:pt x="2165" y="1785"/>
                  <a:pt x="2185" y="1765"/>
                  <a:pt x="2210" y="1765"/>
                </a:cubicBezTo>
                <a:cubicBezTo>
                  <a:pt x="2235" y="1765"/>
                  <a:pt x="2255" y="1785"/>
                  <a:pt x="2255" y="1810"/>
                </a:cubicBezTo>
                <a:close/>
                <a:moveTo>
                  <a:pt x="4088" y="4631"/>
                </a:moveTo>
                <a:cubicBezTo>
                  <a:pt x="4088" y="4656"/>
                  <a:pt x="4068" y="4676"/>
                  <a:pt x="4044" y="4676"/>
                </a:cubicBezTo>
                <a:cubicBezTo>
                  <a:pt x="4019" y="4676"/>
                  <a:pt x="3999" y="4656"/>
                  <a:pt x="3999" y="4631"/>
                </a:cubicBezTo>
                <a:cubicBezTo>
                  <a:pt x="3999" y="4606"/>
                  <a:pt x="4019" y="4586"/>
                  <a:pt x="4044" y="4586"/>
                </a:cubicBezTo>
                <a:cubicBezTo>
                  <a:pt x="4068" y="4586"/>
                  <a:pt x="4088" y="4606"/>
                  <a:pt x="4088" y="4631"/>
                </a:cubicBezTo>
                <a:close/>
                <a:moveTo>
                  <a:pt x="358" y="1514"/>
                </a:moveTo>
                <a:cubicBezTo>
                  <a:pt x="358" y="1528"/>
                  <a:pt x="346" y="1540"/>
                  <a:pt x="332" y="1540"/>
                </a:cubicBezTo>
                <a:cubicBezTo>
                  <a:pt x="318" y="1540"/>
                  <a:pt x="306" y="1528"/>
                  <a:pt x="306" y="1514"/>
                </a:cubicBezTo>
                <a:cubicBezTo>
                  <a:pt x="306" y="1500"/>
                  <a:pt x="318" y="1488"/>
                  <a:pt x="332" y="1488"/>
                </a:cubicBezTo>
                <a:cubicBezTo>
                  <a:pt x="346" y="1488"/>
                  <a:pt x="358" y="1500"/>
                  <a:pt x="358" y="1514"/>
                </a:cubicBezTo>
                <a:close/>
                <a:moveTo>
                  <a:pt x="741" y="5966"/>
                </a:moveTo>
                <a:cubicBezTo>
                  <a:pt x="741" y="5992"/>
                  <a:pt x="720" y="6013"/>
                  <a:pt x="694" y="6013"/>
                </a:cubicBezTo>
                <a:cubicBezTo>
                  <a:pt x="668" y="6013"/>
                  <a:pt x="647" y="5992"/>
                  <a:pt x="647" y="5966"/>
                </a:cubicBezTo>
                <a:cubicBezTo>
                  <a:pt x="647" y="5940"/>
                  <a:pt x="668" y="5919"/>
                  <a:pt x="694" y="5919"/>
                </a:cubicBezTo>
                <a:cubicBezTo>
                  <a:pt x="720" y="5919"/>
                  <a:pt x="741" y="5940"/>
                  <a:pt x="741" y="5966"/>
                </a:cubicBezTo>
                <a:close/>
                <a:moveTo>
                  <a:pt x="3982" y="3420"/>
                </a:moveTo>
                <a:cubicBezTo>
                  <a:pt x="3982" y="3433"/>
                  <a:pt x="3972" y="3444"/>
                  <a:pt x="3959" y="3444"/>
                </a:cubicBezTo>
                <a:cubicBezTo>
                  <a:pt x="3946" y="3444"/>
                  <a:pt x="3935" y="3433"/>
                  <a:pt x="3935" y="3420"/>
                </a:cubicBezTo>
                <a:cubicBezTo>
                  <a:pt x="3935" y="3407"/>
                  <a:pt x="3946" y="3397"/>
                  <a:pt x="3959" y="3397"/>
                </a:cubicBezTo>
                <a:cubicBezTo>
                  <a:pt x="3972" y="3397"/>
                  <a:pt x="3982" y="3407"/>
                  <a:pt x="3982" y="3420"/>
                </a:cubicBezTo>
                <a:close/>
                <a:moveTo>
                  <a:pt x="1911" y="310"/>
                </a:moveTo>
                <a:cubicBezTo>
                  <a:pt x="1911" y="336"/>
                  <a:pt x="1890" y="358"/>
                  <a:pt x="1864" y="358"/>
                </a:cubicBezTo>
                <a:cubicBezTo>
                  <a:pt x="1838" y="358"/>
                  <a:pt x="1817" y="336"/>
                  <a:pt x="1817" y="310"/>
                </a:cubicBezTo>
                <a:cubicBezTo>
                  <a:pt x="1817" y="284"/>
                  <a:pt x="1838" y="263"/>
                  <a:pt x="1864" y="263"/>
                </a:cubicBezTo>
                <a:cubicBezTo>
                  <a:pt x="1890" y="263"/>
                  <a:pt x="1911" y="284"/>
                  <a:pt x="1911" y="310"/>
                </a:cubicBezTo>
                <a:close/>
                <a:moveTo>
                  <a:pt x="1218" y="1748"/>
                </a:moveTo>
                <a:cubicBezTo>
                  <a:pt x="1218" y="1775"/>
                  <a:pt x="1196" y="1797"/>
                  <a:pt x="1170" y="1797"/>
                </a:cubicBezTo>
                <a:cubicBezTo>
                  <a:pt x="1143" y="1797"/>
                  <a:pt x="1121" y="1775"/>
                  <a:pt x="1121" y="1748"/>
                </a:cubicBezTo>
                <a:cubicBezTo>
                  <a:pt x="1121" y="1722"/>
                  <a:pt x="1143" y="1700"/>
                  <a:pt x="1170" y="1700"/>
                </a:cubicBezTo>
                <a:cubicBezTo>
                  <a:pt x="1196" y="1700"/>
                  <a:pt x="1218" y="1722"/>
                  <a:pt x="1218" y="1748"/>
                </a:cubicBezTo>
                <a:close/>
                <a:moveTo>
                  <a:pt x="919" y="5682"/>
                </a:moveTo>
                <a:cubicBezTo>
                  <a:pt x="919" y="5698"/>
                  <a:pt x="906" y="5711"/>
                  <a:pt x="890" y="5711"/>
                </a:cubicBezTo>
                <a:cubicBezTo>
                  <a:pt x="874" y="5711"/>
                  <a:pt x="861" y="5698"/>
                  <a:pt x="861" y="5682"/>
                </a:cubicBezTo>
                <a:cubicBezTo>
                  <a:pt x="861" y="5666"/>
                  <a:pt x="874" y="5653"/>
                  <a:pt x="890" y="5653"/>
                </a:cubicBezTo>
                <a:cubicBezTo>
                  <a:pt x="906" y="5653"/>
                  <a:pt x="919" y="5666"/>
                  <a:pt x="919" y="5682"/>
                </a:cubicBezTo>
                <a:close/>
                <a:moveTo>
                  <a:pt x="2934" y="623"/>
                </a:moveTo>
                <a:cubicBezTo>
                  <a:pt x="2934" y="649"/>
                  <a:pt x="2913" y="670"/>
                  <a:pt x="2887" y="670"/>
                </a:cubicBezTo>
                <a:cubicBezTo>
                  <a:pt x="2861" y="670"/>
                  <a:pt x="2840" y="649"/>
                  <a:pt x="2840" y="623"/>
                </a:cubicBezTo>
                <a:cubicBezTo>
                  <a:pt x="2840" y="597"/>
                  <a:pt x="2861" y="576"/>
                  <a:pt x="2887" y="576"/>
                </a:cubicBezTo>
                <a:cubicBezTo>
                  <a:pt x="2913" y="576"/>
                  <a:pt x="2934" y="597"/>
                  <a:pt x="2934" y="623"/>
                </a:cubicBezTo>
                <a:close/>
                <a:moveTo>
                  <a:pt x="1782" y="2101"/>
                </a:moveTo>
                <a:cubicBezTo>
                  <a:pt x="1782" y="2123"/>
                  <a:pt x="1764" y="2141"/>
                  <a:pt x="1742" y="2141"/>
                </a:cubicBezTo>
                <a:cubicBezTo>
                  <a:pt x="1720" y="2141"/>
                  <a:pt x="1702" y="2123"/>
                  <a:pt x="1702" y="2101"/>
                </a:cubicBezTo>
                <a:cubicBezTo>
                  <a:pt x="1702" y="2079"/>
                  <a:pt x="1720" y="2062"/>
                  <a:pt x="1742" y="2062"/>
                </a:cubicBezTo>
                <a:cubicBezTo>
                  <a:pt x="1764" y="2062"/>
                  <a:pt x="1782" y="2079"/>
                  <a:pt x="1782" y="2101"/>
                </a:cubicBezTo>
                <a:close/>
                <a:moveTo>
                  <a:pt x="2603" y="1518"/>
                </a:moveTo>
                <a:cubicBezTo>
                  <a:pt x="2603" y="1531"/>
                  <a:pt x="2593" y="1542"/>
                  <a:pt x="2580" y="1542"/>
                </a:cubicBezTo>
                <a:cubicBezTo>
                  <a:pt x="2566" y="1542"/>
                  <a:pt x="2556" y="1531"/>
                  <a:pt x="2556" y="1518"/>
                </a:cubicBezTo>
                <a:cubicBezTo>
                  <a:pt x="2556" y="1505"/>
                  <a:pt x="2566" y="1494"/>
                  <a:pt x="2580" y="1494"/>
                </a:cubicBezTo>
                <a:cubicBezTo>
                  <a:pt x="2593" y="1494"/>
                  <a:pt x="2603" y="1505"/>
                  <a:pt x="2603" y="1518"/>
                </a:cubicBezTo>
                <a:close/>
                <a:moveTo>
                  <a:pt x="2549" y="115"/>
                </a:moveTo>
                <a:cubicBezTo>
                  <a:pt x="2549" y="140"/>
                  <a:pt x="2528" y="161"/>
                  <a:pt x="2502" y="161"/>
                </a:cubicBezTo>
                <a:cubicBezTo>
                  <a:pt x="2477" y="161"/>
                  <a:pt x="2456" y="140"/>
                  <a:pt x="2456" y="115"/>
                </a:cubicBezTo>
                <a:cubicBezTo>
                  <a:pt x="2456" y="89"/>
                  <a:pt x="2477" y="69"/>
                  <a:pt x="2502" y="69"/>
                </a:cubicBezTo>
                <a:cubicBezTo>
                  <a:pt x="2528" y="69"/>
                  <a:pt x="2549" y="89"/>
                  <a:pt x="2549" y="115"/>
                </a:cubicBezTo>
                <a:close/>
                <a:moveTo>
                  <a:pt x="1536" y="1013"/>
                </a:moveTo>
                <a:cubicBezTo>
                  <a:pt x="1536" y="1030"/>
                  <a:pt x="1523" y="1043"/>
                  <a:pt x="1506" y="1043"/>
                </a:cubicBezTo>
                <a:cubicBezTo>
                  <a:pt x="1490" y="1043"/>
                  <a:pt x="1476" y="1030"/>
                  <a:pt x="1476" y="1013"/>
                </a:cubicBezTo>
                <a:cubicBezTo>
                  <a:pt x="1476" y="997"/>
                  <a:pt x="1490" y="983"/>
                  <a:pt x="1506" y="983"/>
                </a:cubicBezTo>
                <a:cubicBezTo>
                  <a:pt x="1523" y="983"/>
                  <a:pt x="1536" y="997"/>
                  <a:pt x="1536" y="1013"/>
                </a:cubicBezTo>
                <a:close/>
                <a:moveTo>
                  <a:pt x="554" y="1925"/>
                </a:moveTo>
                <a:cubicBezTo>
                  <a:pt x="554" y="1945"/>
                  <a:pt x="537" y="1961"/>
                  <a:pt x="517" y="1961"/>
                </a:cubicBezTo>
                <a:cubicBezTo>
                  <a:pt x="497" y="1961"/>
                  <a:pt x="481" y="1945"/>
                  <a:pt x="481" y="1925"/>
                </a:cubicBezTo>
                <a:cubicBezTo>
                  <a:pt x="481" y="1905"/>
                  <a:pt x="497" y="1889"/>
                  <a:pt x="517" y="1889"/>
                </a:cubicBezTo>
                <a:cubicBezTo>
                  <a:pt x="537" y="1889"/>
                  <a:pt x="554" y="1905"/>
                  <a:pt x="554" y="1925"/>
                </a:cubicBezTo>
                <a:close/>
                <a:moveTo>
                  <a:pt x="1806" y="2034"/>
                </a:moveTo>
                <a:cubicBezTo>
                  <a:pt x="1806" y="2050"/>
                  <a:pt x="1793" y="2063"/>
                  <a:pt x="1778" y="2063"/>
                </a:cubicBezTo>
                <a:cubicBezTo>
                  <a:pt x="1762" y="2063"/>
                  <a:pt x="1749" y="2050"/>
                  <a:pt x="1749" y="2034"/>
                </a:cubicBezTo>
                <a:cubicBezTo>
                  <a:pt x="1749" y="2018"/>
                  <a:pt x="1762" y="2005"/>
                  <a:pt x="1778" y="2005"/>
                </a:cubicBezTo>
                <a:cubicBezTo>
                  <a:pt x="1793" y="2005"/>
                  <a:pt x="1806" y="2018"/>
                  <a:pt x="1806" y="2034"/>
                </a:cubicBezTo>
                <a:close/>
                <a:moveTo>
                  <a:pt x="2153" y="4790"/>
                </a:moveTo>
                <a:cubicBezTo>
                  <a:pt x="2153" y="4808"/>
                  <a:pt x="2138" y="4823"/>
                  <a:pt x="2120" y="4823"/>
                </a:cubicBezTo>
                <a:cubicBezTo>
                  <a:pt x="2102" y="4823"/>
                  <a:pt x="2087" y="4808"/>
                  <a:pt x="2087" y="4790"/>
                </a:cubicBezTo>
                <a:cubicBezTo>
                  <a:pt x="2087" y="4771"/>
                  <a:pt x="2102" y="4757"/>
                  <a:pt x="2120" y="4757"/>
                </a:cubicBezTo>
                <a:cubicBezTo>
                  <a:pt x="2138" y="4757"/>
                  <a:pt x="2153" y="4771"/>
                  <a:pt x="2153" y="4790"/>
                </a:cubicBezTo>
                <a:close/>
                <a:moveTo>
                  <a:pt x="3354" y="2954"/>
                </a:moveTo>
                <a:cubicBezTo>
                  <a:pt x="3354" y="2967"/>
                  <a:pt x="3343" y="2978"/>
                  <a:pt x="3330" y="2978"/>
                </a:cubicBezTo>
                <a:cubicBezTo>
                  <a:pt x="3317" y="2978"/>
                  <a:pt x="3306" y="2967"/>
                  <a:pt x="3306" y="2954"/>
                </a:cubicBezTo>
                <a:cubicBezTo>
                  <a:pt x="3306" y="2941"/>
                  <a:pt x="3317" y="2931"/>
                  <a:pt x="3330" y="2931"/>
                </a:cubicBezTo>
                <a:cubicBezTo>
                  <a:pt x="3343" y="2931"/>
                  <a:pt x="3354" y="2941"/>
                  <a:pt x="3354" y="2954"/>
                </a:cubicBezTo>
                <a:close/>
                <a:moveTo>
                  <a:pt x="794" y="5217"/>
                </a:moveTo>
                <a:cubicBezTo>
                  <a:pt x="794" y="5236"/>
                  <a:pt x="779" y="5252"/>
                  <a:pt x="760" y="5252"/>
                </a:cubicBezTo>
                <a:cubicBezTo>
                  <a:pt x="741" y="5252"/>
                  <a:pt x="726" y="5236"/>
                  <a:pt x="726" y="5217"/>
                </a:cubicBezTo>
                <a:cubicBezTo>
                  <a:pt x="726" y="5198"/>
                  <a:pt x="741" y="5183"/>
                  <a:pt x="760" y="5183"/>
                </a:cubicBezTo>
                <a:cubicBezTo>
                  <a:pt x="779" y="5183"/>
                  <a:pt x="794" y="5198"/>
                  <a:pt x="794" y="5217"/>
                </a:cubicBezTo>
                <a:close/>
                <a:moveTo>
                  <a:pt x="1718" y="3159"/>
                </a:moveTo>
                <a:cubicBezTo>
                  <a:pt x="1718" y="3184"/>
                  <a:pt x="1697" y="3204"/>
                  <a:pt x="1672" y="3204"/>
                </a:cubicBezTo>
                <a:cubicBezTo>
                  <a:pt x="1647" y="3204"/>
                  <a:pt x="1627" y="3184"/>
                  <a:pt x="1627" y="3159"/>
                </a:cubicBezTo>
                <a:cubicBezTo>
                  <a:pt x="1627" y="3134"/>
                  <a:pt x="1647" y="3113"/>
                  <a:pt x="1672" y="3113"/>
                </a:cubicBezTo>
                <a:cubicBezTo>
                  <a:pt x="1697" y="3113"/>
                  <a:pt x="1718" y="3134"/>
                  <a:pt x="1718" y="3159"/>
                </a:cubicBezTo>
                <a:close/>
                <a:moveTo>
                  <a:pt x="1673" y="2204"/>
                </a:moveTo>
                <a:cubicBezTo>
                  <a:pt x="1673" y="2221"/>
                  <a:pt x="1659" y="2235"/>
                  <a:pt x="1642" y="2235"/>
                </a:cubicBezTo>
                <a:cubicBezTo>
                  <a:pt x="1625" y="2235"/>
                  <a:pt x="1611" y="2221"/>
                  <a:pt x="1611" y="2204"/>
                </a:cubicBezTo>
                <a:cubicBezTo>
                  <a:pt x="1611" y="2187"/>
                  <a:pt x="1625" y="2173"/>
                  <a:pt x="1642" y="2173"/>
                </a:cubicBezTo>
                <a:cubicBezTo>
                  <a:pt x="1659" y="2173"/>
                  <a:pt x="1673" y="2187"/>
                  <a:pt x="1673" y="2204"/>
                </a:cubicBezTo>
                <a:close/>
                <a:moveTo>
                  <a:pt x="109" y="3340"/>
                </a:moveTo>
                <a:cubicBezTo>
                  <a:pt x="109" y="3359"/>
                  <a:pt x="93" y="3374"/>
                  <a:pt x="74" y="3374"/>
                </a:cubicBezTo>
                <a:cubicBezTo>
                  <a:pt x="55" y="3374"/>
                  <a:pt x="40" y="3359"/>
                  <a:pt x="40" y="3340"/>
                </a:cubicBezTo>
                <a:cubicBezTo>
                  <a:pt x="40" y="3321"/>
                  <a:pt x="55" y="3305"/>
                  <a:pt x="74" y="3305"/>
                </a:cubicBezTo>
                <a:cubicBezTo>
                  <a:pt x="93" y="3305"/>
                  <a:pt x="109" y="3321"/>
                  <a:pt x="109" y="3340"/>
                </a:cubicBezTo>
                <a:close/>
                <a:moveTo>
                  <a:pt x="2194" y="2762"/>
                </a:moveTo>
                <a:cubicBezTo>
                  <a:pt x="2194" y="2781"/>
                  <a:pt x="2179" y="2796"/>
                  <a:pt x="2160" y="2796"/>
                </a:cubicBezTo>
                <a:cubicBezTo>
                  <a:pt x="2141" y="2796"/>
                  <a:pt x="2126" y="2781"/>
                  <a:pt x="2126" y="2762"/>
                </a:cubicBezTo>
                <a:cubicBezTo>
                  <a:pt x="2126" y="2743"/>
                  <a:pt x="2141" y="2728"/>
                  <a:pt x="2160" y="2728"/>
                </a:cubicBezTo>
                <a:cubicBezTo>
                  <a:pt x="2179" y="2728"/>
                  <a:pt x="2194" y="2743"/>
                  <a:pt x="2194" y="2762"/>
                </a:cubicBezTo>
                <a:close/>
                <a:moveTo>
                  <a:pt x="3154" y="1116"/>
                </a:moveTo>
                <a:cubicBezTo>
                  <a:pt x="3154" y="1143"/>
                  <a:pt x="3132" y="1165"/>
                  <a:pt x="3104" y="1165"/>
                </a:cubicBezTo>
                <a:cubicBezTo>
                  <a:pt x="3077" y="1165"/>
                  <a:pt x="3055" y="1143"/>
                  <a:pt x="3055" y="1116"/>
                </a:cubicBezTo>
                <a:cubicBezTo>
                  <a:pt x="3055" y="1089"/>
                  <a:pt x="3077" y="1066"/>
                  <a:pt x="3104" y="1066"/>
                </a:cubicBezTo>
                <a:cubicBezTo>
                  <a:pt x="3132" y="1066"/>
                  <a:pt x="3154" y="1089"/>
                  <a:pt x="3154" y="1116"/>
                </a:cubicBezTo>
                <a:close/>
                <a:moveTo>
                  <a:pt x="546" y="5333"/>
                </a:moveTo>
                <a:cubicBezTo>
                  <a:pt x="546" y="5347"/>
                  <a:pt x="535" y="5358"/>
                  <a:pt x="521" y="5358"/>
                </a:cubicBezTo>
                <a:cubicBezTo>
                  <a:pt x="507" y="5358"/>
                  <a:pt x="496" y="5347"/>
                  <a:pt x="496" y="5333"/>
                </a:cubicBezTo>
                <a:cubicBezTo>
                  <a:pt x="496" y="5319"/>
                  <a:pt x="507" y="5308"/>
                  <a:pt x="521" y="5308"/>
                </a:cubicBezTo>
                <a:cubicBezTo>
                  <a:pt x="535" y="5308"/>
                  <a:pt x="546" y="5319"/>
                  <a:pt x="546" y="5333"/>
                </a:cubicBezTo>
                <a:close/>
                <a:moveTo>
                  <a:pt x="3470" y="1577"/>
                </a:moveTo>
                <a:cubicBezTo>
                  <a:pt x="3470" y="1589"/>
                  <a:pt x="3460" y="1599"/>
                  <a:pt x="3447" y="1599"/>
                </a:cubicBezTo>
                <a:cubicBezTo>
                  <a:pt x="3435" y="1599"/>
                  <a:pt x="3425" y="1589"/>
                  <a:pt x="3425" y="1577"/>
                </a:cubicBezTo>
                <a:cubicBezTo>
                  <a:pt x="3425" y="1565"/>
                  <a:pt x="3435" y="1555"/>
                  <a:pt x="3447" y="1555"/>
                </a:cubicBezTo>
                <a:cubicBezTo>
                  <a:pt x="3460" y="1555"/>
                  <a:pt x="3470" y="1565"/>
                  <a:pt x="3470" y="1577"/>
                </a:cubicBezTo>
                <a:close/>
                <a:moveTo>
                  <a:pt x="2398" y="5164"/>
                </a:moveTo>
                <a:cubicBezTo>
                  <a:pt x="2398" y="5189"/>
                  <a:pt x="2378" y="5209"/>
                  <a:pt x="2353" y="5209"/>
                </a:cubicBezTo>
                <a:cubicBezTo>
                  <a:pt x="2328" y="5209"/>
                  <a:pt x="2307" y="5189"/>
                  <a:pt x="2307" y="5164"/>
                </a:cubicBezTo>
                <a:cubicBezTo>
                  <a:pt x="2307" y="5138"/>
                  <a:pt x="2328" y="5118"/>
                  <a:pt x="2353" y="5118"/>
                </a:cubicBezTo>
                <a:cubicBezTo>
                  <a:pt x="2378" y="5118"/>
                  <a:pt x="2398" y="5138"/>
                  <a:pt x="2398" y="5164"/>
                </a:cubicBezTo>
                <a:close/>
                <a:moveTo>
                  <a:pt x="3821" y="6036"/>
                </a:moveTo>
                <a:cubicBezTo>
                  <a:pt x="3821" y="6048"/>
                  <a:pt x="3811" y="6058"/>
                  <a:pt x="3799" y="6058"/>
                </a:cubicBezTo>
                <a:cubicBezTo>
                  <a:pt x="3787" y="6058"/>
                  <a:pt x="3777" y="6048"/>
                  <a:pt x="3777" y="6036"/>
                </a:cubicBezTo>
                <a:cubicBezTo>
                  <a:pt x="3777" y="6024"/>
                  <a:pt x="3787" y="6014"/>
                  <a:pt x="3799" y="6014"/>
                </a:cubicBezTo>
                <a:cubicBezTo>
                  <a:pt x="3811" y="6014"/>
                  <a:pt x="3821" y="6024"/>
                  <a:pt x="3821" y="6036"/>
                </a:cubicBezTo>
                <a:close/>
                <a:moveTo>
                  <a:pt x="1700" y="625"/>
                </a:moveTo>
                <a:cubicBezTo>
                  <a:pt x="1700" y="648"/>
                  <a:pt x="1681" y="667"/>
                  <a:pt x="1658" y="667"/>
                </a:cubicBezTo>
                <a:cubicBezTo>
                  <a:pt x="1634" y="667"/>
                  <a:pt x="1615" y="648"/>
                  <a:pt x="1615" y="625"/>
                </a:cubicBezTo>
                <a:cubicBezTo>
                  <a:pt x="1615" y="601"/>
                  <a:pt x="1634" y="582"/>
                  <a:pt x="1658" y="582"/>
                </a:cubicBezTo>
                <a:cubicBezTo>
                  <a:pt x="1681" y="582"/>
                  <a:pt x="1700" y="601"/>
                  <a:pt x="1700" y="625"/>
                </a:cubicBezTo>
                <a:close/>
                <a:moveTo>
                  <a:pt x="2013" y="4575"/>
                </a:moveTo>
                <a:cubicBezTo>
                  <a:pt x="2013" y="4599"/>
                  <a:pt x="1994" y="4619"/>
                  <a:pt x="1969" y="4619"/>
                </a:cubicBezTo>
                <a:cubicBezTo>
                  <a:pt x="1945" y="4619"/>
                  <a:pt x="1925" y="4599"/>
                  <a:pt x="1925" y="4575"/>
                </a:cubicBezTo>
                <a:cubicBezTo>
                  <a:pt x="1925" y="4551"/>
                  <a:pt x="1945" y="4531"/>
                  <a:pt x="1969" y="4531"/>
                </a:cubicBezTo>
                <a:cubicBezTo>
                  <a:pt x="1994" y="4531"/>
                  <a:pt x="2013" y="4551"/>
                  <a:pt x="2013" y="4575"/>
                </a:cubicBezTo>
                <a:close/>
                <a:moveTo>
                  <a:pt x="4370" y="4158"/>
                </a:moveTo>
                <a:cubicBezTo>
                  <a:pt x="4370" y="4184"/>
                  <a:pt x="4349" y="4205"/>
                  <a:pt x="4324" y="4205"/>
                </a:cubicBezTo>
                <a:cubicBezTo>
                  <a:pt x="4298" y="4205"/>
                  <a:pt x="4277" y="4184"/>
                  <a:pt x="4277" y="4158"/>
                </a:cubicBezTo>
                <a:cubicBezTo>
                  <a:pt x="4277" y="4133"/>
                  <a:pt x="4298" y="4112"/>
                  <a:pt x="4324" y="4112"/>
                </a:cubicBezTo>
                <a:cubicBezTo>
                  <a:pt x="4349" y="4112"/>
                  <a:pt x="4370" y="4133"/>
                  <a:pt x="4370" y="4158"/>
                </a:cubicBezTo>
                <a:close/>
                <a:moveTo>
                  <a:pt x="2433" y="462"/>
                </a:moveTo>
                <a:cubicBezTo>
                  <a:pt x="2433" y="488"/>
                  <a:pt x="2412" y="509"/>
                  <a:pt x="2386" y="509"/>
                </a:cubicBezTo>
                <a:cubicBezTo>
                  <a:pt x="2361" y="509"/>
                  <a:pt x="2340" y="488"/>
                  <a:pt x="2340" y="462"/>
                </a:cubicBezTo>
                <a:cubicBezTo>
                  <a:pt x="2340" y="436"/>
                  <a:pt x="2361" y="415"/>
                  <a:pt x="2386" y="415"/>
                </a:cubicBezTo>
                <a:cubicBezTo>
                  <a:pt x="2412" y="415"/>
                  <a:pt x="2433" y="436"/>
                  <a:pt x="2433" y="462"/>
                </a:cubicBezTo>
                <a:close/>
                <a:moveTo>
                  <a:pt x="464" y="494"/>
                </a:moveTo>
                <a:cubicBezTo>
                  <a:pt x="464" y="518"/>
                  <a:pt x="444" y="539"/>
                  <a:pt x="419" y="539"/>
                </a:cubicBezTo>
                <a:cubicBezTo>
                  <a:pt x="395" y="539"/>
                  <a:pt x="375" y="518"/>
                  <a:pt x="375" y="494"/>
                </a:cubicBezTo>
                <a:cubicBezTo>
                  <a:pt x="375" y="469"/>
                  <a:pt x="395" y="449"/>
                  <a:pt x="419" y="449"/>
                </a:cubicBezTo>
                <a:cubicBezTo>
                  <a:pt x="444" y="449"/>
                  <a:pt x="464" y="469"/>
                  <a:pt x="464" y="494"/>
                </a:cubicBezTo>
                <a:close/>
                <a:moveTo>
                  <a:pt x="1255" y="4069"/>
                </a:moveTo>
                <a:cubicBezTo>
                  <a:pt x="1255" y="4080"/>
                  <a:pt x="1246" y="4090"/>
                  <a:pt x="1234" y="4090"/>
                </a:cubicBezTo>
                <a:cubicBezTo>
                  <a:pt x="1223" y="4090"/>
                  <a:pt x="1213" y="4080"/>
                  <a:pt x="1213" y="4069"/>
                </a:cubicBezTo>
                <a:cubicBezTo>
                  <a:pt x="1213" y="4057"/>
                  <a:pt x="1223" y="4048"/>
                  <a:pt x="1234" y="4048"/>
                </a:cubicBezTo>
                <a:cubicBezTo>
                  <a:pt x="1246" y="4048"/>
                  <a:pt x="1255" y="4057"/>
                  <a:pt x="1255" y="4069"/>
                </a:cubicBezTo>
                <a:close/>
                <a:moveTo>
                  <a:pt x="955" y="4399"/>
                </a:moveTo>
                <a:cubicBezTo>
                  <a:pt x="955" y="4411"/>
                  <a:pt x="946" y="4420"/>
                  <a:pt x="934" y="4420"/>
                </a:cubicBezTo>
                <a:cubicBezTo>
                  <a:pt x="923" y="4420"/>
                  <a:pt x="913" y="4411"/>
                  <a:pt x="913" y="4399"/>
                </a:cubicBezTo>
                <a:cubicBezTo>
                  <a:pt x="913" y="4387"/>
                  <a:pt x="923" y="4378"/>
                  <a:pt x="934" y="4378"/>
                </a:cubicBezTo>
                <a:cubicBezTo>
                  <a:pt x="946" y="4378"/>
                  <a:pt x="955" y="4387"/>
                  <a:pt x="955" y="4399"/>
                </a:cubicBezTo>
                <a:close/>
                <a:moveTo>
                  <a:pt x="2250" y="5774"/>
                </a:moveTo>
                <a:cubicBezTo>
                  <a:pt x="2250" y="5789"/>
                  <a:pt x="2238" y="5801"/>
                  <a:pt x="2224" y="5801"/>
                </a:cubicBezTo>
                <a:cubicBezTo>
                  <a:pt x="2209" y="5801"/>
                  <a:pt x="2197" y="5789"/>
                  <a:pt x="2197" y="5774"/>
                </a:cubicBezTo>
                <a:cubicBezTo>
                  <a:pt x="2197" y="5760"/>
                  <a:pt x="2209" y="5748"/>
                  <a:pt x="2224" y="5748"/>
                </a:cubicBezTo>
                <a:cubicBezTo>
                  <a:pt x="2238" y="5748"/>
                  <a:pt x="2250" y="5760"/>
                  <a:pt x="2250" y="5774"/>
                </a:cubicBezTo>
                <a:close/>
                <a:moveTo>
                  <a:pt x="3097" y="4574"/>
                </a:moveTo>
                <a:cubicBezTo>
                  <a:pt x="3097" y="4595"/>
                  <a:pt x="3080" y="4612"/>
                  <a:pt x="3058" y="4612"/>
                </a:cubicBezTo>
                <a:cubicBezTo>
                  <a:pt x="3037" y="4612"/>
                  <a:pt x="3020" y="4595"/>
                  <a:pt x="3020" y="4574"/>
                </a:cubicBezTo>
                <a:cubicBezTo>
                  <a:pt x="3020" y="4552"/>
                  <a:pt x="3037" y="4535"/>
                  <a:pt x="3058" y="4535"/>
                </a:cubicBezTo>
                <a:cubicBezTo>
                  <a:pt x="3080" y="4535"/>
                  <a:pt x="3097" y="4552"/>
                  <a:pt x="3097" y="4574"/>
                </a:cubicBezTo>
                <a:close/>
                <a:moveTo>
                  <a:pt x="3344" y="4291"/>
                </a:moveTo>
                <a:cubicBezTo>
                  <a:pt x="3344" y="4302"/>
                  <a:pt x="3334" y="4311"/>
                  <a:pt x="3323" y="4311"/>
                </a:cubicBezTo>
                <a:cubicBezTo>
                  <a:pt x="3312" y="4311"/>
                  <a:pt x="3303" y="4302"/>
                  <a:pt x="3303" y="4291"/>
                </a:cubicBezTo>
                <a:cubicBezTo>
                  <a:pt x="3303" y="4279"/>
                  <a:pt x="3312" y="4270"/>
                  <a:pt x="3323" y="4270"/>
                </a:cubicBezTo>
                <a:cubicBezTo>
                  <a:pt x="3334" y="4270"/>
                  <a:pt x="3344" y="4279"/>
                  <a:pt x="3344" y="4291"/>
                </a:cubicBezTo>
                <a:close/>
                <a:moveTo>
                  <a:pt x="902" y="3288"/>
                </a:moveTo>
                <a:cubicBezTo>
                  <a:pt x="902" y="3315"/>
                  <a:pt x="880" y="3337"/>
                  <a:pt x="853" y="3337"/>
                </a:cubicBezTo>
                <a:cubicBezTo>
                  <a:pt x="826" y="3337"/>
                  <a:pt x="804" y="3315"/>
                  <a:pt x="804" y="3288"/>
                </a:cubicBezTo>
                <a:cubicBezTo>
                  <a:pt x="804" y="3260"/>
                  <a:pt x="826" y="3239"/>
                  <a:pt x="853" y="3239"/>
                </a:cubicBezTo>
                <a:cubicBezTo>
                  <a:pt x="880" y="3239"/>
                  <a:pt x="902" y="3260"/>
                  <a:pt x="902" y="3288"/>
                </a:cubicBezTo>
                <a:close/>
                <a:moveTo>
                  <a:pt x="985" y="3600"/>
                </a:moveTo>
                <a:cubicBezTo>
                  <a:pt x="985" y="3614"/>
                  <a:pt x="974" y="3624"/>
                  <a:pt x="961" y="3624"/>
                </a:cubicBezTo>
                <a:cubicBezTo>
                  <a:pt x="948" y="3624"/>
                  <a:pt x="937" y="3614"/>
                  <a:pt x="937" y="3600"/>
                </a:cubicBezTo>
                <a:cubicBezTo>
                  <a:pt x="937" y="3587"/>
                  <a:pt x="948" y="3577"/>
                  <a:pt x="961" y="3577"/>
                </a:cubicBezTo>
                <a:cubicBezTo>
                  <a:pt x="974" y="3577"/>
                  <a:pt x="985" y="3587"/>
                  <a:pt x="985" y="3600"/>
                </a:cubicBezTo>
                <a:close/>
                <a:moveTo>
                  <a:pt x="3705" y="2722"/>
                </a:moveTo>
                <a:cubicBezTo>
                  <a:pt x="3705" y="2741"/>
                  <a:pt x="3689" y="2757"/>
                  <a:pt x="3669" y="2757"/>
                </a:cubicBezTo>
                <a:cubicBezTo>
                  <a:pt x="3650" y="2757"/>
                  <a:pt x="3634" y="2741"/>
                  <a:pt x="3634" y="2722"/>
                </a:cubicBezTo>
                <a:cubicBezTo>
                  <a:pt x="3634" y="2702"/>
                  <a:pt x="3650" y="2686"/>
                  <a:pt x="3669" y="2686"/>
                </a:cubicBezTo>
                <a:cubicBezTo>
                  <a:pt x="3689" y="2686"/>
                  <a:pt x="3705" y="2702"/>
                  <a:pt x="3705" y="2722"/>
                </a:cubicBezTo>
                <a:close/>
                <a:moveTo>
                  <a:pt x="2948" y="808"/>
                </a:moveTo>
                <a:cubicBezTo>
                  <a:pt x="2948" y="831"/>
                  <a:pt x="2929" y="850"/>
                  <a:pt x="2906" y="850"/>
                </a:cubicBezTo>
                <a:cubicBezTo>
                  <a:pt x="2883" y="850"/>
                  <a:pt x="2864" y="831"/>
                  <a:pt x="2864" y="808"/>
                </a:cubicBezTo>
                <a:cubicBezTo>
                  <a:pt x="2864" y="785"/>
                  <a:pt x="2883" y="766"/>
                  <a:pt x="2906" y="766"/>
                </a:cubicBezTo>
                <a:cubicBezTo>
                  <a:pt x="2929" y="766"/>
                  <a:pt x="2948" y="785"/>
                  <a:pt x="2948" y="808"/>
                </a:cubicBezTo>
                <a:close/>
                <a:moveTo>
                  <a:pt x="3496" y="5291"/>
                </a:moveTo>
                <a:cubicBezTo>
                  <a:pt x="3496" y="5307"/>
                  <a:pt x="3483" y="5320"/>
                  <a:pt x="3467" y="5320"/>
                </a:cubicBezTo>
                <a:cubicBezTo>
                  <a:pt x="3452" y="5320"/>
                  <a:pt x="3439" y="5307"/>
                  <a:pt x="3439" y="5291"/>
                </a:cubicBezTo>
                <a:cubicBezTo>
                  <a:pt x="3439" y="5275"/>
                  <a:pt x="3452" y="5263"/>
                  <a:pt x="3467" y="5263"/>
                </a:cubicBezTo>
                <a:cubicBezTo>
                  <a:pt x="3483" y="5263"/>
                  <a:pt x="3496" y="5275"/>
                  <a:pt x="3496" y="5291"/>
                </a:cubicBezTo>
                <a:close/>
                <a:moveTo>
                  <a:pt x="1082" y="985"/>
                </a:moveTo>
                <a:cubicBezTo>
                  <a:pt x="1082" y="1011"/>
                  <a:pt x="1061" y="1032"/>
                  <a:pt x="1035" y="1032"/>
                </a:cubicBezTo>
                <a:cubicBezTo>
                  <a:pt x="1010" y="1032"/>
                  <a:pt x="989" y="1011"/>
                  <a:pt x="989" y="985"/>
                </a:cubicBezTo>
                <a:cubicBezTo>
                  <a:pt x="989" y="959"/>
                  <a:pt x="1010" y="938"/>
                  <a:pt x="1035" y="938"/>
                </a:cubicBezTo>
                <a:cubicBezTo>
                  <a:pt x="1061" y="938"/>
                  <a:pt x="1082" y="959"/>
                  <a:pt x="1082" y="985"/>
                </a:cubicBezTo>
                <a:close/>
                <a:moveTo>
                  <a:pt x="1947" y="2379"/>
                </a:moveTo>
                <a:cubicBezTo>
                  <a:pt x="1947" y="2398"/>
                  <a:pt x="1931" y="2414"/>
                  <a:pt x="1911" y="2414"/>
                </a:cubicBezTo>
                <a:cubicBezTo>
                  <a:pt x="1892" y="2414"/>
                  <a:pt x="1876" y="2398"/>
                  <a:pt x="1876" y="2379"/>
                </a:cubicBezTo>
                <a:cubicBezTo>
                  <a:pt x="1876" y="2359"/>
                  <a:pt x="1892" y="2343"/>
                  <a:pt x="1911" y="2343"/>
                </a:cubicBezTo>
                <a:cubicBezTo>
                  <a:pt x="1931" y="2343"/>
                  <a:pt x="1947" y="2359"/>
                  <a:pt x="1947" y="2379"/>
                </a:cubicBezTo>
                <a:close/>
                <a:moveTo>
                  <a:pt x="3062" y="1934"/>
                </a:moveTo>
                <a:cubicBezTo>
                  <a:pt x="3062" y="1951"/>
                  <a:pt x="3048" y="1964"/>
                  <a:pt x="3032" y="1964"/>
                </a:cubicBezTo>
                <a:cubicBezTo>
                  <a:pt x="3015" y="1964"/>
                  <a:pt x="3001" y="1951"/>
                  <a:pt x="3001" y="1934"/>
                </a:cubicBezTo>
                <a:cubicBezTo>
                  <a:pt x="3001" y="1917"/>
                  <a:pt x="3015" y="1904"/>
                  <a:pt x="3032" y="1904"/>
                </a:cubicBezTo>
                <a:cubicBezTo>
                  <a:pt x="3048" y="1904"/>
                  <a:pt x="3062" y="1917"/>
                  <a:pt x="3062" y="1934"/>
                </a:cubicBezTo>
                <a:close/>
                <a:moveTo>
                  <a:pt x="3352" y="4777"/>
                </a:moveTo>
                <a:cubicBezTo>
                  <a:pt x="3352" y="4793"/>
                  <a:pt x="3339" y="4806"/>
                  <a:pt x="3323" y="4806"/>
                </a:cubicBezTo>
                <a:cubicBezTo>
                  <a:pt x="3307" y="4806"/>
                  <a:pt x="3294" y="4793"/>
                  <a:pt x="3294" y="4777"/>
                </a:cubicBezTo>
                <a:cubicBezTo>
                  <a:pt x="3294" y="4761"/>
                  <a:pt x="3307" y="4748"/>
                  <a:pt x="3323" y="4748"/>
                </a:cubicBezTo>
                <a:cubicBezTo>
                  <a:pt x="3339" y="4748"/>
                  <a:pt x="3352" y="4761"/>
                  <a:pt x="3352" y="4777"/>
                </a:cubicBezTo>
                <a:close/>
                <a:moveTo>
                  <a:pt x="387" y="5716"/>
                </a:moveTo>
                <a:cubicBezTo>
                  <a:pt x="387" y="5739"/>
                  <a:pt x="368" y="5758"/>
                  <a:pt x="345" y="5758"/>
                </a:cubicBezTo>
                <a:cubicBezTo>
                  <a:pt x="322" y="5758"/>
                  <a:pt x="303" y="5739"/>
                  <a:pt x="303" y="5716"/>
                </a:cubicBezTo>
                <a:cubicBezTo>
                  <a:pt x="303" y="5693"/>
                  <a:pt x="322" y="5674"/>
                  <a:pt x="345" y="5674"/>
                </a:cubicBezTo>
                <a:cubicBezTo>
                  <a:pt x="368" y="5674"/>
                  <a:pt x="387" y="5693"/>
                  <a:pt x="387" y="5716"/>
                </a:cubicBezTo>
                <a:close/>
                <a:moveTo>
                  <a:pt x="2632" y="2471"/>
                </a:moveTo>
                <a:cubicBezTo>
                  <a:pt x="2632" y="2498"/>
                  <a:pt x="2610" y="2519"/>
                  <a:pt x="2583" y="2519"/>
                </a:cubicBezTo>
                <a:cubicBezTo>
                  <a:pt x="2556" y="2519"/>
                  <a:pt x="2534" y="2498"/>
                  <a:pt x="2534" y="2471"/>
                </a:cubicBezTo>
                <a:cubicBezTo>
                  <a:pt x="2534" y="2444"/>
                  <a:pt x="2556" y="2422"/>
                  <a:pt x="2583" y="2422"/>
                </a:cubicBezTo>
                <a:cubicBezTo>
                  <a:pt x="2610" y="2422"/>
                  <a:pt x="2632" y="2444"/>
                  <a:pt x="2632" y="2471"/>
                </a:cubicBezTo>
                <a:close/>
                <a:moveTo>
                  <a:pt x="1903" y="1304"/>
                </a:moveTo>
                <a:cubicBezTo>
                  <a:pt x="1903" y="1317"/>
                  <a:pt x="1892" y="1327"/>
                  <a:pt x="1880" y="1327"/>
                </a:cubicBezTo>
                <a:cubicBezTo>
                  <a:pt x="1867" y="1327"/>
                  <a:pt x="1857" y="1317"/>
                  <a:pt x="1857" y="1304"/>
                </a:cubicBezTo>
                <a:cubicBezTo>
                  <a:pt x="1857" y="1292"/>
                  <a:pt x="1867" y="1281"/>
                  <a:pt x="1880" y="1281"/>
                </a:cubicBezTo>
                <a:cubicBezTo>
                  <a:pt x="1892" y="1281"/>
                  <a:pt x="1903" y="1292"/>
                  <a:pt x="1903" y="1304"/>
                </a:cubicBezTo>
                <a:close/>
                <a:moveTo>
                  <a:pt x="1568" y="3687"/>
                </a:moveTo>
                <a:cubicBezTo>
                  <a:pt x="1568" y="3704"/>
                  <a:pt x="1554" y="3718"/>
                  <a:pt x="1537" y="3718"/>
                </a:cubicBezTo>
                <a:cubicBezTo>
                  <a:pt x="1520" y="3718"/>
                  <a:pt x="1506" y="3704"/>
                  <a:pt x="1506" y="3687"/>
                </a:cubicBezTo>
                <a:cubicBezTo>
                  <a:pt x="1506" y="3670"/>
                  <a:pt x="1520" y="3656"/>
                  <a:pt x="1537" y="3656"/>
                </a:cubicBezTo>
                <a:cubicBezTo>
                  <a:pt x="1554" y="3656"/>
                  <a:pt x="1568" y="3670"/>
                  <a:pt x="1568" y="3687"/>
                </a:cubicBezTo>
                <a:close/>
                <a:moveTo>
                  <a:pt x="4134" y="3991"/>
                </a:moveTo>
                <a:cubicBezTo>
                  <a:pt x="4134" y="4009"/>
                  <a:pt x="4119" y="4024"/>
                  <a:pt x="4100" y="4024"/>
                </a:cubicBezTo>
                <a:cubicBezTo>
                  <a:pt x="4082" y="4024"/>
                  <a:pt x="4067" y="4009"/>
                  <a:pt x="4067" y="3991"/>
                </a:cubicBezTo>
                <a:cubicBezTo>
                  <a:pt x="4067" y="3972"/>
                  <a:pt x="4082" y="3957"/>
                  <a:pt x="4100" y="3957"/>
                </a:cubicBezTo>
                <a:cubicBezTo>
                  <a:pt x="4119" y="3957"/>
                  <a:pt x="4134" y="3972"/>
                  <a:pt x="4134" y="3991"/>
                </a:cubicBezTo>
                <a:close/>
                <a:moveTo>
                  <a:pt x="2906" y="3693"/>
                </a:moveTo>
                <a:cubicBezTo>
                  <a:pt x="2906" y="3714"/>
                  <a:pt x="2888" y="3731"/>
                  <a:pt x="2867" y="3731"/>
                </a:cubicBezTo>
                <a:cubicBezTo>
                  <a:pt x="2846" y="3731"/>
                  <a:pt x="2829" y="3714"/>
                  <a:pt x="2829" y="3693"/>
                </a:cubicBezTo>
                <a:cubicBezTo>
                  <a:pt x="2829" y="3671"/>
                  <a:pt x="2846" y="3654"/>
                  <a:pt x="2867" y="3654"/>
                </a:cubicBezTo>
                <a:cubicBezTo>
                  <a:pt x="2888" y="3654"/>
                  <a:pt x="2906" y="3671"/>
                  <a:pt x="2906" y="3693"/>
                </a:cubicBezTo>
                <a:close/>
                <a:moveTo>
                  <a:pt x="2192" y="3205"/>
                </a:moveTo>
                <a:cubicBezTo>
                  <a:pt x="2192" y="3224"/>
                  <a:pt x="2177" y="3239"/>
                  <a:pt x="2157" y="3239"/>
                </a:cubicBezTo>
                <a:cubicBezTo>
                  <a:pt x="2138" y="3239"/>
                  <a:pt x="2123" y="3224"/>
                  <a:pt x="2123" y="3205"/>
                </a:cubicBezTo>
                <a:cubicBezTo>
                  <a:pt x="2123" y="3185"/>
                  <a:pt x="2138" y="3170"/>
                  <a:pt x="2157" y="3170"/>
                </a:cubicBezTo>
                <a:cubicBezTo>
                  <a:pt x="2177" y="3170"/>
                  <a:pt x="2192" y="3185"/>
                  <a:pt x="2192" y="3205"/>
                </a:cubicBezTo>
                <a:close/>
                <a:moveTo>
                  <a:pt x="3646" y="1151"/>
                </a:moveTo>
                <a:cubicBezTo>
                  <a:pt x="3646" y="1176"/>
                  <a:pt x="3627" y="1195"/>
                  <a:pt x="3603" y="1195"/>
                </a:cubicBezTo>
                <a:cubicBezTo>
                  <a:pt x="3579" y="1195"/>
                  <a:pt x="3559" y="1176"/>
                  <a:pt x="3559" y="1151"/>
                </a:cubicBezTo>
                <a:cubicBezTo>
                  <a:pt x="3559" y="1127"/>
                  <a:pt x="3579" y="1108"/>
                  <a:pt x="3603" y="1108"/>
                </a:cubicBezTo>
                <a:cubicBezTo>
                  <a:pt x="3627" y="1108"/>
                  <a:pt x="3646" y="1127"/>
                  <a:pt x="3646" y="1151"/>
                </a:cubicBezTo>
                <a:close/>
                <a:moveTo>
                  <a:pt x="1333" y="5224"/>
                </a:moveTo>
                <a:cubicBezTo>
                  <a:pt x="1333" y="5237"/>
                  <a:pt x="1323" y="5246"/>
                  <a:pt x="1311" y="5246"/>
                </a:cubicBezTo>
                <a:cubicBezTo>
                  <a:pt x="1298" y="5246"/>
                  <a:pt x="1288" y="5237"/>
                  <a:pt x="1288" y="5224"/>
                </a:cubicBezTo>
                <a:cubicBezTo>
                  <a:pt x="1288" y="5212"/>
                  <a:pt x="1298" y="5202"/>
                  <a:pt x="1311" y="5202"/>
                </a:cubicBezTo>
                <a:cubicBezTo>
                  <a:pt x="1323" y="5202"/>
                  <a:pt x="1333" y="5212"/>
                  <a:pt x="1333" y="5224"/>
                </a:cubicBezTo>
                <a:close/>
                <a:moveTo>
                  <a:pt x="2155" y="2708"/>
                </a:moveTo>
                <a:cubicBezTo>
                  <a:pt x="2155" y="2731"/>
                  <a:pt x="2136" y="2749"/>
                  <a:pt x="2113" y="2749"/>
                </a:cubicBezTo>
                <a:cubicBezTo>
                  <a:pt x="2091" y="2749"/>
                  <a:pt x="2072" y="2731"/>
                  <a:pt x="2072" y="2708"/>
                </a:cubicBezTo>
                <a:cubicBezTo>
                  <a:pt x="2072" y="2685"/>
                  <a:pt x="2091" y="2667"/>
                  <a:pt x="2113" y="2667"/>
                </a:cubicBezTo>
                <a:cubicBezTo>
                  <a:pt x="2136" y="2667"/>
                  <a:pt x="2155" y="2685"/>
                  <a:pt x="2155" y="2708"/>
                </a:cubicBezTo>
                <a:close/>
                <a:moveTo>
                  <a:pt x="922" y="1589"/>
                </a:moveTo>
                <a:cubicBezTo>
                  <a:pt x="922" y="1602"/>
                  <a:pt x="912" y="1613"/>
                  <a:pt x="898" y="1613"/>
                </a:cubicBezTo>
                <a:cubicBezTo>
                  <a:pt x="885" y="1613"/>
                  <a:pt x="874" y="1602"/>
                  <a:pt x="874" y="1589"/>
                </a:cubicBezTo>
                <a:cubicBezTo>
                  <a:pt x="874" y="1576"/>
                  <a:pt x="885" y="1565"/>
                  <a:pt x="898" y="1565"/>
                </a:cubicBezTo>
                <a:cubicBezTo>
                  <a:pt x="912" y="1565"/>
                  <a:pt x="922" y="1576"/>
                  <a:pt x="922" y="1589"/>
                </a:cubicBezTo>
                <a:close/>
                <a:moveTo>
                  <a:pt x="2462" y="3536"/>
                </a:moveTo>
                <a:cubicBezTo>
                  <a:pt x="2462" y="3548"/>
                  <a:pt x="2453" y="3556"/>
                  <a:pt x="2442" y="3556"/>
                </a:cubicBezTo>
                <a:cubicBezTo>
                  <a:pt x="2431" y="3556"/>
                  <a:pt x="2422" y="3548"/>
                  <a:pt x="2422" y="3536"/>
                </a:cubicBezTo>
                <a:cubicBezTo>
                  <a:pt x="2422" y="3525"/>
                  <a:pt x="2431" y="3516"/>
                  <a:pt x="2442" y="3516"/>
                </a:cubicBezTo>
                <a:cubicBezTo>
                  <a:pt x="2453" y="3516"/>
                  <a:pt x="2462" y="3525"/>
                  <a:pt x="2462" y="3536"/>
                </a:cubicBezTo>
                <a:close/>
                <a:moveTo>
                  <a:pt x="841" y="1200"/>
                </a:moveTo>
                <a:cubicBezTo>
                  <a:pt x="841" y="1226"/>
                  <a:pt x="820" y="1248"/>
                  <a:pt x="793" y="1248"/>
                </a:cubicBezTo>
                <a:cubicBezTo>
                  <a:pt x="766" y="1248"/>
                  <a:pt x="744" y="1226"/>
                  <a:pt x="744" y="1200"/>
                </a:cubicBezTo>
                <a:cubicBezTo>
                  <a:pt x="744" y="1173"/>
                  <a:pt x="766" y="1151"/>
                  <a:pt x="793" y="1151"/>
                </a:cubicBezTo>
                <a:cubicBezTo>
                  <a:pt x="820" y="1151"/>
                  <a:pt x="841" y="1173"/>
                  <a:pt x="841" y="1200"/>
                </a:cubicBezTo>
                <a:close/>
                <a:moveTo>
                  <a:pt x="2013" y="3468"/>
                </a:moveTo>
                <a:cubicBezTo>
                  <a:pt x="2013" y="3484"/>
                  <a:pt x="2000" y="3497"/>
                  <a:pt x="1984" y="3497"/>
                </a:cubicBezTo>
                <a:cubicBezTo>
                  <a:pt x="1969" y="3497"/>
                  <a:pt x="1956" y="3484"/>
                  <a:pt x="1956" y="3468"/>
                </a:cubicBezTo>
                <a:cubicBezTo>
                  <a:pt x="1956" y="3452"/>
                  <a:pt x="1969" y="3440"/>
                  <a:pt x="1984" y="3440"/>
                </a:cubicBezTo>
                <a:cubicBezTo>
                  <a:pt x="2000" y="3440"/>
                  <a:pt x="2013" y="3452"/>
                  <a:pt x="2013" y="3468"/>
                </a:cubicBezTo>
                <a:close/>
                <a:moveTo>
                  <a:pt x="2905" y="5002"/>
                </a:moveTo>
                <a:cubicBezTo>
                  <a:pt x="2905" y="5024"/>
                  <a:pt x="2887" y="5042"/>
                  <a:pt x="2865" y="5042"/>
                </a:cubicBezTo>
                <a:cubicBezTo>
                  <a:pt x="2842" y="5042"/>
                  <a:pt x="2824" y="5024"/>
                  <a:pt x="2824" y="5002"/>
                </a:cubicBezTo>
                <a:cubicBezTo>
                  <a:pt x="2824" y="4980"/>
                  <a:pt x="2842" y="4962"/>
                  <a:pt x="2865" y="4962"/>
                </a:cubicBezTo>
                <a:cubicBezTo>
                  <a:pt x="2887" y="4962"/>
                  <a:pt x="2905" y="4980"/>
                  <a:pt x="2905" y="5002"/>
                </a:cubicBezTo>
                <a:close/>
                <a:moveTo>
                  <a:pt x="69" y="2687"/>
                </a:moveTo>
                <a:cubicBezTo>
                  <a:pt x="69" y="2706"/>
                  <a:pt x="53" y="2721"/>
                  <a:pt x="34" y="2721"/>
                </a:cubicBezTo>
                <a:cubicBezTo>
                  <a:pt x="15" y="2721"/>
                  <a:pt x="0" y="2706"/>
                  <a:pt x="0" y="2687"/>
                </a:cubicBezTo>
                <a:cubicBezTo>
                  <a:pt x="0" y="2668"/>
                  <a:pt x="15" y="2652"/>
                  <a:pt x="34" y="2652"/>
                </a:cubicBezTo>
                <a:cubicBezTo>
                  <a:pt x="53" y="2652"/>
                  <a:pt x="69" y="2668"/>
                  <a:pt x="69" y="2687"/>
                </a:cubicBezTo>
                <a:close/>
                <a:moveTo>
                  <a:pt x="249" y="4860"/>
                </a:moveTo>
                <a:cubicBezTo>
                  <a:pt x="249" y="4876"/>
                  <a:pt x="236" y="4889"/>
                  <a:pt x="219" y="4889"/>
                </a:cubicBezTo>
                <a:cubicBezTo>
                  <a:pt x="203" y="4889"/>
                  <a:pt x="190" y="4876"/>
                  <a:pt x="190" y="4860"/>
                </a:cubicBezTo>
                <a:cubicBezTo>
                  <a:pt x="190" y="4843"/>
                  <a:pt x="203" y="4830"/>
                  <a:pt x="219" y="4830"/>
                </a:cubicBezTo>
                <a:cubicBezTo>
                  <a:pt x="236" y="4830"/>
                  <a:pt x="249" y="4843"/>
                  <a:pt x="249" y="4860"/>
                </a:cubicBezTo>
                <a:close/>
                <a:moveTo>
                  <a:pt x="1327" y="3838"/>
                </a:moveTo>
                <a:cubicBezTo>
                  <a:pt x="1327" y="3859"/>
                  <a:pt x="1310" y="3876"/>
                  <a:pt x="1289" y="3876"/>
                </a:cubicBezTo>
                <a:cubicBezTo>
                  <a:pt x="1269" y="3876"/>
                  <a:pt x="1252" y="3859"/>
                  <a:pt x="1252" y="3838"/>
                </a:cubicBezTo>
                <a:cubicBezTo>
                  <a:pt x="1252" y="3818"/>
                  <a:pt x="1269" y="3801"/>
                  <a:pt x="1289" y="3801"/>
                </a:cubicBezTo>
                <a:cubicBezTo>
                  <a:pt x="1310" y="3801"/>
                  <a:pt x="1327" y="3818"/>
                  <a:pt x="1327" y="3838"/>
                </a:cubicBezTo>
                <a:close/>
                <a:moveTo>
                  <a:pt x="2198" y="5290"/>
                </a:moveTo>
                <a:cubicBezTo>
                  <a:pt x="2198" y="5309"/>
                  <a:pt x="2182" y="5325"/>
                  <a:pt x="2163" y="5325"/>
                </a:cubicBezTo>
                <a:cubicBezTo>
                  <a:pt x="2143" y="5325"/>
                  <a:pt x="2127" y="5309"/>
                  <a:pt x="2127" y="5290"/>
                </a:cubicBezTo>
                <a:cubicBezTo>
                  <a:pt x="2127" y="5270"/>
                  <a:pt x="2143" y="5254"/>
                  <a:pt x="2163" y="5254"/>
                </a:cubicBezTo>
                <a:cubicBezTo>
                  <a:pt x="2182" y="5254"/>
                  <a:pt x="2198" y="5270"/>
                  <a:pt x="2198" y="5290"/>
                </a:cubicBezTo>
                <a:close/>
                <a:moveTo>
                  <a:pt x="1540" y="361"/>
                </a:moveTo>
                <a:cubicBezTo>
                  <a:pt x="1540" y="381"/>
                  <a:pt x="1524" y="398"/>
                  <a:pt x="1504" y="398"/>
                </a:cubicBezTo>
                <a:cubicBezTo>
                  <a:pt x="1483" y="398"/>
                  <a:pt x="1467" y="381"/>
                  <a:pt x="1467" y="361"/>
                </a:cubicBezTo>
                <a:cubicBezTo>
                  <a:pt x="1467" y="341"/>
                  <a:pt x="1483" y="324"/>
                  <a:pt x="1504" y="324"/>
                </a:cubicBezTo>
                <a:cubicBezTo>
                  <a:pt x="1524" y="324"/>
                  <a:pt x="1540" y="341"/>
                  <a:pt x="1540" y="361"/>
                </a:cubicBezTo>
                <a:close/>
                <a:moveTo>
                  <a:pt x="1621" y="3289"/>
                </a:moveTo>
                <a:cubicBezTo>
                  <a:pt x="1621" y="3306"/>
                  <a:pt x="1608" y="3319"/>
                  <a:pt x="1591" y="3319"/>
                </a:cubicBezTo>
                <a:cubicBezTo>
                  <a:pt x="1574" y="3319"/>
                  <a:pt x="1560" y="3306"/>
                  <a:pt x="1560" y="3289"/>
                </a:cubicBezTo>
                <a:cubicBezTo>
                  <a:pt x="1560" y="3272"/>
                  <a:pt x="1574" y="3258"/>
                  <a:pt x="1591" y="3258"/>
                </a:cubicBezTo>
                <a:cubicBezTo>
                  <a:pt x="1608" y="3258"/>
                  <a:pt x="1621" y="3272"/>
                  <a:pt x="1621" y="3289"/>
                </a:cubicBezTo>
                <a:close/>
                <a:moveTo>
                  <a:pt x="82" y="196"/>
                </a:moveTo>
                <a:cubicBezTo>
                  <a:pt x="82" y="210"/>
                  <a:pt x="71" y="221"/>
                  <a:pt x="58" y="221"/>
                </a:cubicBezTo>
                <a:cubicBezTo>
                  <a:pt x="44" y="221"/>
                  <a:pt x="33" y="210"/>
                  <a:pt x="33" y="196"/>
                </a:cubicBezTo>
                <a:cubicBezTo>
                  <a:pt x="33" y="183"/>
                  <a:pt x="44" y="171"/>
                  <a:pt x="58" y="171"/>
                </a:cubicBezTo>
                <a:cubicBezTo>
                  <a:pt x="71" y="171"/>
                  <a:pt x="82" y="183"/>
                  <a:pt x="82" y="196"/>
                </a:cubicBezTo>
                <a:close/>
                <a:moveTo>
                  <a:pt x="469" y="5241"/>
                </a:moveTo>
                <a:cubicBezTo>
                  <a:pt x="469" y="5261"/>
                  <a:pt x="453" y="5278"/>
                  <a:pt x="432" y="5278"/>
                </a:cubicBezTo>
                <a:cubicBezTo>
                  <a:pt x="411" y="5278"/>
                  <a:pt x="394" y="5261"/>
                  <a:pt x="394" y="5241"/>
                </a:cubicBezTo>
                <a:cubicBezTo>
                  <a:pt x="394" y="5220"/>
                  <a:pt x="411" y="5203"/>
                  <a:pt x="432" y="5203"/>
                </a:cubicBezTo>
                <a:cubicBezTo>
                  <a:pt x="453" y="5203"/>
                  <a:pt x="469" y="5220"/>
                  <a:pt x="469" y="5241"/>
                </a:cubicBezTo>
                <a:close/>
                <a:moveTo>
                  <a:pt x="1093" y="4368"/>
                </a:moveTo>
                <a:cubicBezTo>
                  <a:pt x="1093" y="4390"/>
                  <a:pt x="1075" y="4407"/>
                  <a:pt x="1054" y="4407"/>
                </a:cubicBezTo>
                <a:cubicBezTo>
                  <a:pt x="1032" y="4407"/>
                  <a:pt x="1014" y="4390"/>
                  <a:pt x="1014" y="4368"/>
                </a:cubicBezTo>
                <a:cubicBezTo>
                  <a:pt x="1014" y="4347"/>
                  <a:pt x="1032" y="4329"/>
                  <a:pt x="1054" y="4329"/>
                </a:cubicBezTo>
                <a:cubicBezTo>
                  <a:pt x="1075" y="4329"/>
                  <a:pt x="1093" y="4347"/>
                  <a:pt x="1093" y="4368"/>
                </a:cubicBezTo>
                <a:close/>
                <a:moveTo>
                  <a:pt x="321" y="4620"/>
                </a:moveTo>
                <a:cubicBezTo>
                  <a:pt x="321" y="4635"/>
                  <a:pt x="309" y="4647"/>
                  <a:pt x="295" y="4647"/>
                </a:cubicBezTo>
                <a:cubicBezTo>
                  <a:pt x="280" y="4647"/>
                  <a:pt x="268" y="4635"/>
                  <a:pt x="268" y="4620"/>
                </a:cubicBezTo>
                <a:cubicBezTo>
                  <a:pt x="268" y="4605"/>
                  <a:pt x="280" y="4593"/>
                  <a:pt x="295" y="4593"/>
                </a:cubicBezTo>
                <a:cubicBezTo>
                  <a:pt x="309" y="4593"/>
                  <a:pt x="321" y="4605"/>
                  <a:pt x="321" y="4620"/>
                </a:cubicBezTo>
                <a:close/>
                <a:moveTo>
                  <a:pt x="4345" y="842"/>
                </a:moveTo>
                <a:cubicBezTo>
                  <a:pt x="4345" y="857"/>
                  <a:pt x="4332" y="870"/>
                  <a:pt x="4316" y="870"/>
                </a:cubicBezTo>
                <a:cubicBezTo>
                  <a:pt x="4301" y="870"/>
                  <a:pt x="4288" y="857"/>
                  <a:pt x="4288" y="842"/>
                </a:cubicBezTo>
                <a:cubicBezTo>
                  <a:pt x="4288" y="826"/>
                  <a:pt x="4301" y="813"/>
                  <a:pt x="4316" y="813"/>
                </a:cubicBezTo>
                <a:cubicBezTo>
                  <a:pt x="4332" y="813"/>
                  <a:pt x="4345" y="826"/>
                  <a:pt x="4345" y="842"/>
                </a:cubicBezTo>
                <a:close/>
                <a:moveTo>
                  <a:pt x="1144" y="5307"/>
                </a:moveTo>
                <a:cubicBezTo>
                  <a:pt x="1144" y="5332"/>
                  <a:pt x="1124" y="5352"/>
                  <a:pt x="1099" y="5352"/>
                </a:cubicBezTo>
                <a:cubicBezTo>
                  <a:pt x="1075" y="5352"/>
                  <a:pt x="1055" y="5332"/>
                  <a:pt x="1055" y="5307"/>
                </a:cubicBezTo>
                <a:cubicBezTo>
                  <a:pt x="1055" y="5283"/>
                  <a:pt x="1075" y="5263"/>
                  <a:pt x="1099" y="5263"/>
                </a:cubicBezTo>
                <a:cubicBezTo>
                  <a:pt x="1124" y="5263"/>
                  <a:pt x="1144" y="5283"/>
                  <a:pt x="1144" y="5307"/>
                </a:cubicBezTo>
                <a:close/>
                <a:moveTo>
                  <a:pt x="2552" y="886"/>
                </a:moveTo>
                <a:cubicBezTo>
                  <a:pt x="2552" y="904"/>
                  <a:pt x="2537" y="918"/>
                  <a:pt x="2519" y="918"/>
                </a:cubicBezTo>
                <a:cubicBezTo>
                  <a:pt x="2501" y="918"/>
                  <a:pt x="2486" y="904"/>
                  <a:pt x="2486" y="886"/>
                </a:cubicBezTo>
                <a:cubicBezTo>
                  <a:pt x="2486" y="867"/>
                  <a:pt x="2501" y="853"/>
                  <a:pt x="2519" y="853"/>
                </a:cubicBezTo>
                <a:cubicBezTo>
                  <a:pt x="2537" y="853"/>
                  <a:pt x="2552" y="867"/>
                  <a:pt x="2552" y="886"/>
                </a:cubicBezTo>
                <a:close/>
                <a:moveTo>
                  <a:pt x="3094" y="321"/>
                </a:moveTo>
                <a:cubicBezTo>
                  <a:pt x="3094" y="347"/>
                  <a:pt x="3073" y="369"/>
                  <a:pt x="3047" y="369"/>
                </a:cubicBezTo>
                <a:cubicBezTo>
                  <a:pt x="3020" y="369"/>
                  <a:pt x="2999" y="347"/>
                  <a:pt x="2999" y="321"/>
                </a:cubicBezTo>
                <a:cubicBezTo>
                  <a:pt x="2999" y="295"/>
                  <a:pt x="3020" y="273"/>
                  <a:pt x="3047" y="273"/>
                </a:cubicBezTo>
                <a:cubicBezTo>
                  <a:pt x="3073" y="273"/>
                  <a:pt x="3094" y="295"/>
                  <a:pt x="3094" y="321"/>
                </a:cubicBezTo>
                <a:close/>
                <a:moveTo>
                  <a:pt x="3687" y="5738"/>
                </a:moveTo>
                <a:cubicBezTo>
                  <a:pt x="3687" y="5761"/>
                  <a:pt x="3668" y="5779"/>
                  <a:pt x="3646" y="5779"/>
                </a:cubicBezTo>
                <a:cubicBezTo>
                  <a:pt x="3623" y="5779"/>
                  <a:pt x="3605" y="5761"/>
                  <a:pt x="3605" y="5738"/>
                </a:cubicBezTo>
                <a:cubicBezTo>
                  <a:pt x="3605" y="5716"/>
                  <a:pt x="3623" y="5697"/>
                  <a:pt x="3646" y="5697"/>
                </a:cubicBezTo>
                <a:cubicBezTo>
                  <a:pt x="3668" y="5697"/>
                  <a:pt x="3687" y="5716"/>
                  <a:pt x="3687" y="5738"/>
                </a:cubicBezTo>
                <a:close/>
                <a:moveTo>
                  <a:pt x="2712" y="6007"/>
                </a:moveTo>
                <a:cubicBezTo>
                  <a:pt x="2712" y="6023"/>
                  <a:pt x="2699" y="6035"/>
                  <a:pt x="2684" y="6035"/>
                </a:cubicBezTo>
                <a:cubicBezTo>
                  <a:pt x="2668" y="6035"/>
                  <a:pt x="2656" y="6023"/>
                  <a:pt x="2656" y="6007"/>
                </a:cubicBezTo>
                <a:cubicBezTo>
                  <a:pt x="2656" y="5992"/>
                  <a:pt x="2668" y="5979"/>
                  <a:pt x="2684" y="5979"/>
                </a:cubicBezTo>
                <a:cubicBezTo>
                  <a:pt x="2699" y="5979"/>
                  <a:pt x="2712" y="5992"/>
                  <a:pt x="2712" y="6007"/>
                </a:cubicBezTo>
                <a:close/>
                <a:moveTo>
                  <a:pt x="1367" y="726"/>
                </a:moveTo>
                <a:cubicBezTo>
                  <a:pt x="1367" y="740"/>
                  <a:pt x="1356" y="751"/>
                  <a:pt x="1342" y="751"/>
                </a:cubicBezTo>
                <a:cubicBezTo>
                  <a:pt x="1328" y="751"/>
                  <a:pt x="1316" y="740"/>
                  <a:pt x="1316" y="726"/>
                </a:cubicBezTo>
                <a:cubicBezTo>
                  <a:pt x="1316" y="712"/>
                  <a:pt x="1328" y="700"/>
                  <a:pt x="1342" y="700"/>
                </a:cubicBezTo>
                <a:cubicBezTo>
                  <a:pt x="1356" y="700"/>
                  <a:pt x="1367" y="712"/>
                  <a:pt x="1367" y="726"/>
                </a:cubicBezTo>
                <a:close/>
                <a:moveTo>
                  <a:pt x="3504" y="552"/>
                </a:moveTo>
                <a:cubicBezTo>
                  <a:pt x="3504" y="576"/>
                  <a:pt x="3485" y="595"/>
                  <a:pt x="3461" y="595"/>
                </a:cubicBezTo>
                <a:cubicBezTo>
                  <a:pt x="3438" y="595"/>
                  <a:pt x="3419" y="576"/>
                  <a:pt x="3419" y="552"/>
                </a:cubicBezTo>
                <a:cubicBezTo>
                  <a:pt x="3419" y="529"/>
                  <a:pt x="3438" y="510"/>
                  <a:pt x="3461" y="510"/>
                </a:cubicBezTo>
                <a:cubicBezTo>
                  <a:pt x="3485" y="510"/>
                  <a:pt x="3504" y="529"/>
                  <a:pt x="3504" y="552"/>
                </a:cubicBezTo>
                <a:close/>
                <a:moveTo>
                  <a:pt x="1775" y="5403"/>
                </a:moveTo>
                <a:cubicBezTo>
                  <a:pt x="1775" y="5427"/>
                  <a:pt x="1755" y="5446"/>
                  <a:pt x="1732" y="5446"/>
                </a:cubicBezTo>
                <a:cubicBezTo>
                  <a:pt x="1708" y="5446"/>
                  <a:pt x="1689" y="5427"/>
                  <a:pt x="1689" y="5403"/>
                </a:cubicBezTo>
                <a:cubicBezTo>
                  <a:pt x="1689" y="5379"/>
                  <a:pt x="1708" y="5360"/>
                  <a:pt x="1732" y="5360"/>
                </a:cubicBezTo>
                <a:cubicBezTo>
                  <a:pt x="1755" y="5360"/>
                  <a:pt x="1775" y="5379"/>
                  <a:pt x="1775" y="5403"/>
                </a:cubicBezTo>
                <a:close/>
                <a:moveTo>
                  <a:pt x="3003" y="5201"/>
                </a:moveTo>
                <a:cubicBezTo>
                  <a:pt x="3003" y="5213"/>
                  <a:pt x="2993" y="5222"/>
                  <a:pt x="2981" y="5222"/>
                </a:cubicBezTo>
                <a:cubicBezTo>
                  <a:pt x="2970" y="5222"/>
                  <a:pt x="2960" y="5213"/>
                  <a:pt x="2960" y="5201"/>
                </a:cubicBezTo>
                <a:cubicBezTo>
                  <a:pt x="2960" y="5189"/>
                  <a:pt x="2970" y="5180"/>
                  <a:pt x="2981" y="5180"/>
                </a:cubicBezTo>
                <a:cubicBezTo>
                  <a:pt x="2993" y="5180"/>
                  <a:pt x="3003" y="5189"/>
                  <a:pt x="3003" y="5201"/>
                </a:cubicBezTo>
                <a:close/>
                <a:moveTo>
                  <a:pt x="1202" y="2247"/>
                </a:moveTo>
                <a:cubicBezTo>
                  <a:pt x="1202" y="2265"/>
                  <a:pt x="1187" y="2280"/>
                  <a:pt x="1169" y="2280"/>
                </a:cubicBezTo>
                <a:cubicBezTo>
                  <a:pt x="1151" y="2280"/>
                  <a:pt x="1136" y="2265"/>
                  <a:pt x="1136" y="2247"/>
                </a:cubicBezTo>
                <a:cubicBezTo>
                  <a:pt x="1136" y="2229"/>
                  <a:pt x="1151" y="2214"/>
                  <a:pt x="1169" y="2214"/>
                </a:cubicBezTo>
                <a:cubicBezTo>
                  <a:pt x="1187" y="2214"/>
                  <a:pt x="1202" y="2229"/>
                  <a:pt x="1202" y="2247"/>
                </a:cubicBezTo>
                <a:close/>
                <a:moveTo>
                  <a:pt x="2953" y="5413"/>
                </a:moveTo>
                <a:cubicBezTo>
                  <a:pt x="2953" y="5436"/>
                  <a:pt x="2934" y="5455"/>
                  <a:pt x="2910" y="5455"/>
                </a:cubicBezTo>
                <a:cubicBezTo>
                  <a:pt x="2887" y="5455"/>
                  <a:pt x="2868" y="5436"/>
                  <a:pt x="2868" y="5413"/>
                </a:cubicBezTo>
                <a:cubicBezTo>
                  <a:pt x="2868" y="5390"/>
                  <a:pt x="2887" y="5371"/>
                  <a:pt x="2910" y="5371"/>
                </a:cubicBezTo>
                <a:cubicBezTo>
                  <a:pt x="2934" y="5371"/>
                  <a:pt x="2953" y="5390"/>
                  <a:pt x="2953" y="5413"/>
                </a:cubicBezTo>
                <a:close/>
                <a:moveTo>
                  <a:pt x="4052" y="4277"/>
                </a:moveTo>
                <a:cubicBezTo>
                  <a:pt x="4052" y="4294"/>
                  <a:pt x="4038" y="4308"/>
                  <a:pt x="4021" y="4308"/>
                </a:cubicBezTo>
                <a:cubicBezTo>
                  <a:pt x="4004" y="4308"/>
                  <a:pt x="3991" y="4294"/>
                  <a:pt x="3991" y="4277"/>
                </a:cubicBezTo>
                <a:cubicBezTo>
                  <a:pt x="3991" y="4260"/>
                  <a:pt x="4004" y="4246"/>
                  <a:pt x="4021" y="4246"/>
                </a:cubicBezTo>
                <a:cubicBezTo>
                  <a:pt x="4038" y="4246"/>
                  <a:pt x="4052" y="4260"/>
                  <a:pt x="4052" y="4277"/>
                </a:cubicBezTo>
                <a:close/>
                <a:moveTo>
                  <a:pt x="2256" y="4603"/>
                </a:moveTo>
                <a:cubicBezTo>
                  <a:pt x="2256" y="4627"/>
                  <a:pt x="2236" y="4647"/>
                  <a:pt x="2212" y="4647"/>
                </a:cubicBezTo>
                <a:cubicBezTo>
                  <a:pt x="2187" y="4647"/>
                  <a:pt x="2167" y="4627"/>
                  <a:pt x="2167" y="4603"/>
                </a:cubicBezTo>
                <a:cubicBezTo>
                  <a:pt x="2167" y="4578"/>
                  <a:pt x="2187" y="4558"/>
                  <a:pt x="2212" y="4558"/>
                </a:cubicBezTo>
                <a:cubicBezTo>
                  <a:pt x="2236" y="4558"/>
                  <a:pt x="2256" y="4578"/>
                  <a:pt x="2256" y="4603"/>
                </a:cubicBezTo>
                <a:close/>
                <a:moveTo>
                  <a:pt x="1657" y="2165"/>
                </a:moveTo>
                <a:cubicBezTo>
                  <a:pt x="1657" y="2186"/>
                  <a:pt x="1640" y="2204"/>
                  <a:pt x="1618" y="2204"/>
                </a:cubicBezTo>
                <a:cubicBezTo>
                  <a:pt x="1597" y="2204"/>
                  <a:pt x="1580" y="2186"/>
                  <a:pt x="1580" y="2165"/>
                </a:cubicBezTo>
                <a:cubicBezTo>
                  <a:pt x="1580" y="2144"/>
                  <a:pt x="1597" y="2127"/>
                  <a:pt x="1618" y="2127"/>
                </a:cubicBezTo>
                <a:cubicBezTo>
                  <a:pt x="1640" y="2127"/>
                  <a:pt x="1657" y="2144"/>
                  <a:pt x="1657" y="2165"/>
                </a:cubicBezTo>
                <a:close/>
                <a:moveTo>
                  <a:pt x="1030" y="5436"/>
                </a:moveTo>
                <a:cubicBezTo>
                  <a:pt x="1030" y="5447"/>
                  <a:pt x="1021" y="5456"/>
                  <a:pt x="1010" y="5456"/>
                </a:cubicBezTo>
                <a:cubicBezTo>
                  <a:pt x="999" y="5456"/>
                  <a:pt x="990" y="5447"/>
                  <a:pt x="990" y="5436"/>
                </a:cubicBezTo>
                <a:cubicBezTo>
                  <a:pt x="990" y="5425"/>
                  <a:pt x="999" y="5416"/>
                  <a:pt x="1010" y="5416"/>
                </a:cubicBezTo>
                <a:cubicBezTo>
                  <a:pt x="1021" y="5416"/>
                  <a:pt x="1030" y="5425"/>
                  <a:pt x="1030" y="5436"/>
                </a:cubicBezTo>
                <a:close/>
                <a:moveTo>
                  <a:pt x="2843" y="2973"/>
                </a:moveTo>
                <a:cubicBezTo>
                  <a:pt x="2843" y="2987"/>
                  <a:pt x="2832" y="2999"/>
                  <a:pt x="2817" y="2999"/>
                </a:cubicBezTo>
                <a:cubicBezTo>
                  <a:pt x="2803" y="2999"/>
                  <a:pt x="2791" y="2987"/>
                  <a:pt x="2791" y="2973"/>
                </a:cubicBezTo>
                <a:cubicBezTo>
                  <a:pt x="2791" y="2958"/>
                  <a:pt x="2803" y="2947"/>
                  <a:pt x="2817" y="2947"/>
                </a:cubicBezTo>
                <a:cubicBezTo>
                  <a:pt x="2832" y="2947"/>
                  <a:pt x="2843" y="2958"/>
                  <a:pt x="2843" y="2973"/>
                </a:cubicBezTo>
                <a:close/>
                <a:moveTo>
                  <a:pt x="2529" y="2902"/>
                </a:moveTo>
                <a:cubicBezTo>
                  <a:pt x="2529" y="2929"/>
                  <a:pt x="2507" y="2950"/>
                  <a:pt x="2480" y="2950"/>
                </a:cubicBezTo>
                <a:cubicBezTo>
                  <a:pt x="2453" y="2950"/>
                  <a:pt x="2431" y="2929"/>
                  <a:pt x="2431" y="2902"/>
                </a:cubicBezTo>
                <a:cubicBezTo>
                  <a:pt x="2431" y="2875"/>
                  <a:pt x="2453" y="2853"/>
                  <a:pt x="2480" y="2853"/>
                </a:cubicBezTo>
                <a:cubicBezTo>
                  <a:pt x="2507" y="2853"/>
                  <a:pt x="2529" y="2875"/>
                  <a:pt x="2529" y="2902"/>
                </a:cubicBezTo>
                <a:close/>
                <a:moveTo>
                  <a:pt x="3878" y="3599"/>
                </a:moveTo>
                <a:cubicBezTo>
                  <a:pt x="3878" y="3624"/>
                  <a:pt x="3857" y="3645"/>
                  <a:pt x="3832" y="3645"/>
                </a:cubicBezTo>
                <a:cubicBezTo>
                  <a:pt x="3806" y="3645"/>
                  <a:pt x="3786" y="3624"/>
                  <a:pt x="3786" y="3599"/>
                </a:cubicBezTo>
                <a:cubicBezTo>
                  <a:pt x="3786" y="3573"/>
                  <a:pt x="3806" y="3552"/>
                  <a:pt x="3832" y="3552"/>
                </a:cubicBezTo>
                <a:cubicBezTo>
                  <a:pt x="3857" y="3552"/>
                  <a:pt x="3878" y="3573"/>
                  <a:pt x="3878" y="3599"/>
                </a:cubicBezTo>
                <a:close/>
                <a:moveTo>
                  <a:pt x="3872" y="986"/>
                </a:moveTo>
                <a:cubicBezTo>
                  <a:pt x="3872" y="1011"/>
                  <a:pt x="3852" y="1031"/>
                  <a:pt x="3828" y="1031"/>
                </a:cubicBezTo>
                <a:cubicBezTo>
                  <a:pt x="3803" y="1031"/>
                  <a:pt x="3783" y="1011"/>
                  <a:pt x="3783" y="986"/>
                </a:cubicBezTo>
                <a:cubicBezTo>
                  <a:pt x="3783" y="961"/>
                  <a:pt x="3803" y="941"/>
                  <a:pt x="3828" y="941"/>
                </a:cubicBezTo>
                <a:cubicBezTo>
                  <a:pt x="3852" y="941"/>
                  <a:pt x="3872" y="961"/>
                  <a:pt x="3872" y="986"/>
                </a:cubicBezTo>
                <a:close/>
                <a:moveTo>
                  <a:pt x="3654" y="6105"/>
                </a:moveTo>
                <a:cubicBezTo>
                  <a:pt x="3654" y="6129"/>
                  <a:pt x="3635" y="6148"/>
                  <a:pt x="3611" y="6148"/>
                </a:cubicBezTo>
                <a:cubicBezTo>
                  <a:pt x="3588" y="6148"/>
                  <a:pt x="3569" y="6129"/>
                  <a:pt x="3569" y="6105"/>
                </a:cubicBezTo>
                <a:cubicBezTo>
                  <a:pt x="3569" y="6081"/>
                  <a:pt x="3588" y="6062"/>
                  <a:pt x="3611" y="6062"/>
                </a:cubicBezTo>
                <a:cubicBezTo>
                  <a:pt x="3635" y="6062"/>
                  <a:pt x="3654" y="6081"/>
                  <a:pt x="3654" y="6105"/>
                </a:cubicBezTo>
                <a:close/>
                <a:moveTo>
                  <a:pt x="1753" y="1241"/>
                </a:moveTo>
                <a:cubicBezTo>
                  <a:pt x="1753" y="1263"/>
                  <a:pt x="1736" y="1281"/>
                  <a:pt x="1714" y="1281"/>
                </a:cubicBezTo>
                <a:cubicBezTo>
                  <a:pt x="1692" y="1281"/>
                  <a:pt x="1674" y="1263"/>
                  <a:pt x="1674" y="1241"/>
                </a:cubicBezTo>
                <a:cubicBezTo>
                  <a:pt x="1674" y="1220"/>
                  <a:pt x="1692" y="1202"/>
                  <a:pt x="1714" y="1202"/>
                </a:cubicBezTo>
                <a:cubicBezTo>
                  <a:pt x="1736" y="1202"/>
                  <a:pt x="1753" y="1220"/>
                  <a:pt x="1753" y="1241"/>
                </a:cubicBezTo>
                <a:close/>
                <a:moveTo>
                  <a:pt x="971" y="4657"/>
                </a:moveTo>
                <a:cubicBezTo>
                  <a:pt x="971" y="4678"/>
                  <a:pt x="955" y="4694"/>
                  <a:pt x="934" y="4694"/>
                </a:cubicBezTo>
                <a:cubicBezTo>
                  <a:pt x="913" y="4694"/>
                  <a:pt x="897" y="4678"/>
                  <a:pt x="897" y="4657"/>
                </a:cubicBezTo>
                <a:cubicBezTo>
                  <a:pt x="897" y="4636"/>
                  <a:pt x="913" y="4620"/>
                  <a:pt x="934" y="4620"/>
                </a:cubicBezTo>
                <a:cubicBezTo>
                  <a:pt x="955" y="4620"/>
                  <a:pt x="971" y="4636"/>
                  <a:pt x="971" y="4657"/>
                </a:cubicBezTo>
                <a:close/>
                <a:moveTo>
                  <a:pt x="3608" y="2172"/>
                </a:moveTo>
                <a:cubicBezTo>
                  <a:pt x="3608" y="2188"/>
                  <a:pt x="3595" y="2201"/>
                  <a:pt x="3579" y="2201"/>
                </a:cubicBezTo>
                <a:cubicBezTo>
                  <a:pt x="3563" y="2201"/>
                  <a:pt x="3550" y="2188"/>
                  <a:pt x="3550" y="2172"/>
                </a:cubicBezTo>
                <a:cubicBezTo>
                  <a:pt x="3550" y="2156"/>
                  <a:pt x="3563" y="2143"/>
                  <a:pt x="3579" y="2143"/>
                </a:cubicBezTo>
                <a:cubicBezTo>
                  <a:pt x="3595" y="2143"/>
                  <a:pt x="3608" y="2156"/>
                  <a:pt x="3608" y="2172"/>
                </a:cubicBezTo>
                <a:close/>
                <a:moveTo>
                  <a:pt x="3948" y="4069"/>
                </a:moveTo>
                <a:cubicBezTo>
                  <a:pt x="3948" y="4087"/>
                  <a:pt x="3934" y="4101"/>
                  <a:pt x="3917" y="4101"/>
                </a:cubicBezTo>
                <a:cubicBezTo>
                  <a:pt x="3900" y="4101"/>
                  <a:pt x="3886" y="4087"/>
                  <a:pt x="3886" y="4069"/>
                </a:cubicBezTo>
                <a:cubicBezTo>
                  <a:pt x="3886" y="4052"/>
                  <a:pt x="3900" y="4038"/>
                  <a:pt x="3917" y="4038"/>
                </a:cubicBezTo>
                <a:cubicBezTo>
                  <a:pt x="3934" y="4038"/>
                  <a:pt x="3948" y="4052"/>
                  <a:pt x="3948" y="4069"/>
                </a:cubicBezTo>
                <a:close/>
                <a:moveTo>
                  <a:pt x="2478" y="2662"/>
                </a:moveTo>
                <a:cubicBezTo>
                  <a:pt x="2478" y="2684"/>
                  <a:pt x="2460" y="2701"/>
                  <a:pt x="2439" y="2701"/>
                </a:cubicBezTo>
                <a:cubicBezTo>
                  <a:pt x="2417" y="2701"/>
                  <a:pt x="2399" y="2684"/>
                  <a:pt x="2399" y="2662"/>
                </a:cubicBezTo>
                <a:cubicBezTo>
                  <a:pt x="2399" y="2640"/>
                  <a:pt x="2417" y="2623"/>
                  <a:pt x="2439" y="2623"/>
                </a:cubicBezTo>
                <a:cubicBezTo>
                  <a:pt x="2460" y="2623"/>
                  <a:pt x="2478" y="2640"/>
                  <a:pt x="2478" y="2662"/>
                </a:cubicBezTo>
                <a:close/>
                <a:moveTo>
                  <a:pt x="2299" y="1732"/>
                </a:moveTo>
                <a:cubicBezTo>
                  <a:pt x="2299" y="1760"/>
                  <a:pt x="2277" y="1782"/>
                  <a:pt x="2250" y="1782"/>
                </a:cubicBezTo>
                <a:cubicBezTo>
                  <a:pt x="2223" y="1782"/>
                  <a:pt x="2201" y="1760"/>
                  <a:pt x="2201" y="1732"/>
                </a:cubicBezTo>
                <a:cubicBezTo>
                  <a:pt x="2201" y="1705"/>
                  <a:pt x="2223" y="1683"/>
                  <a:pt x="2250" y="1683"/>
                </a:cubicBezTo>
                <a:cubicBezTo>
                  <a:pt x="2277" y="1683"/>
                  <a:pt x="2299" y="1705"/>
                  <a:pt x="2299" y="1732"/>
                </a:cubicBezTo>
                <a:close/>
                <a:moveTo>
                  <a:pt x="3863" y="4666"/>
                </a:moveTo>
                <a:cubicBezTo>
                  <a:pt x="3863" y="4681"/>
                  <a:pt x="3850" y="4694"/>
                  <a:pt x="3835" y="4694"/>
                </a:cubicBezTo>
                <a:cubicBezTo>
                  <a:pt x="3819" y="4694"/>
                  <a:pt x="3806" y="4681"/>
                  <a:pt x="3806" y="4666"/>
                </a:cubicBezTo>
                <a:cubicBezTo>
                  <a:pt x="3806" y="4650"/>
                  <a:pt x="3819" y="4637"/>
                  <a:pt x="3835" y="4637"/>
                </a:cubicBezTo>
                <a:cubicBezTo>
                  <a:pt x="3850" y="4637"/>
                  <a:pt x="3863" y="4650"/>
                  <a:pt x="3863" y="4666"/>
                </a:cubicBezTo>
                <a:close/>
                <a:moveTo>
                  <a:pt x="908" y="4494"/>
                </a:moveTo>
                <a:cubicBezTo>
                  <a:pt x="908" y="4519"/>
                  <a:pt x="888" y="4539"/>
                  <a:pt x="863" y="4539"/>
                </a:cubicBezTo>
                <a:cubicBezTo>
                  <a:pt x="838" y="4539"/>
                  <a:pt x="818" y="4519"/>
                  <a:pt x="818" y="4494"/>
                </a:cubicBezTo>
                <a:cubicBezTo>
                  <a:pt x="818" y="4470"/>
                  <a:pt x="838" y="4450"/>
                  <a:pt x="863" y="4450"/>
                </a:cubicBezTo>
                <a:cubicBezTo>
                  <a:pt x="888" y="4450"/>
                  <a:pt x="908" y="4470"/>
                  <a:pt x="908" y="4494"/>
                </a:cubicBezTo>
                <a:close/>
                <a:moveTo>
                  <a:pt x="2876" y="1286"/>
                </a:moveTo>
                <a:cubicBezTo>
                  <a:pt x="2876" y="1309"/>
                  <a:pt x="2858" y="1327"/>
                  <a:pt x="2835" y="1327"/>
                </a:cubicBezTo>
                <a:cubicBezTo>
                  <a:pt x="2812" y="1327"/>
                  <a:pt x="2793" y="1309"/>
                  <a:pt x="2793" y="1286"/>
                </a:cubicBezTo>
                <a:cubicBezTo>
                  <a:pt x="2793" y="1263"/>
                  <a:pt x="2812" y="1244"/>
                  <a:pt x="2835" y="1244"/>
                </a:cubicBezTo>
                <a:cubicBezTo>
                  <a:pt x="2858" y="1244"/>
                  <a:pt x="2876" y="1263"/>
                  <a:pt x="2876" y="1286"/>
                </a:cubicBezTo>
                <a:close/>
                <a:moveTo>
                  <a:pt x="2315" y="2277"/>
                </a:moveTo>
                <a:cubicBezTo>
                  <a:pt x="2315" y="2297"/>
                  <a:pt x="2299" y="2314"/>
                  <a:pt x="2278" y="2314"/>
                </a:cubicBezTo>
                <a:cubicBezTo>
                  <a:pt x="2257" y="2314"/>
                  <a:pt x="2240" y="2297"/>
                  <a:pt x="2240" y="2277"/>
                </a:cubicBezTo>
                <a:cubicBezTo>
                  <a:pt x="2240" y="2256"/>
                  <a:pt x="2257" y="2239"/>
                  <a:pt x="2278" y="2239"/>
                </a:cubicBezTo>
                <a:cubicBezTo>
                  <a:pt x="2299" y="2239"/>
                  <a:pt x="2315" y="2256"/>
                  <a:pt x="2315" y="2277"/>
                </a:cubicBezTo>
                <a:close/>
                <a:moveTo>
                  <a:pt x="2000" y="3984"/>
                </a:moveTo>
                <a:cubicBezTo>
                  <a:pt x="2000" y="4008"/>
                  <a:pt x="1981" y="4027"/>
                  <a:pt x="1958" y="4027"/>
                </a:cubicBezTo>
                <a:cubicBezTo>
                  <a:pt x="1934" y="4027"/>
                  <a:pt x="1915" y="4008"/>
                  <a:pt x="1915" y="3984"/>
                </a:cubicBezTo>
                <a:cubicBezTo>
                  <a:pt x="1915" y="3961"/>
                  <a:pt x="1934" y="3942"/>
                  <a:pt x="1958" y="3942"/>
                </a:cubicBezTo>
                <a:cubicBezTo>
                  <a:pt x="1981" y="3942"/>
                  <a:pt x="2000" y="3961"/>
                  <a:pt x="2000" y="3984"/>
                </a:cubicBezTo>
                <a:close/>
                <a:moveTo>
                  <a:pt x="4291" y="651"/>
                </a:moveTo>
                <a:cubicBezTo>
                  <a:pt x="4291" y="672"/>
                  <a:pt x="4274" y="688"/>
                  <a:pt x="4254" y="688"/>
                </a:cubicBezTo>
                <a:cubicBezTo>
                  <a:pt x="4233" y="688"/>
                  <a:pt x="4217" y="672"/>
                  <a:pt x="4217" y="651"/>
                </a:cubicBezTo>
                <a:cubicBezTo>
                  <a:pt x="4217" y="631"/>
                  <a:pt x="4233" y="614"/>
                  <a:pt x="4254" y="614"/>
                </a:cubicBezTo>
                <a:cubicBezTo>
                  <a:pt x="4274" y="614"/>
                  <a:pt x="4291" y="631"/>
                  <a:pt x="4291" y="651"/>
                </a:cubicBezTo>
                <a:close/>
                <a:moveTo>
                  <a:pt x="4131" y="4035"/>
                </a:moveTo>
                <a:cubicBezTo>
                  <a:pt x="4131" y="4056"/>
                  <a:pt x="4114" y="4073"/>
                  <a:pt x="4093" y="4073"/>
                </a:cubicBezTo>
                <a:cubicBezTo>
                  <a:pt x="4072" y="4073"/>
                  <a:pt x="4056" y="4056"/>
                  <a:pt x="4056" y="4035"/>
                </a:cubicBezTo>
                <a:cubicBezTo>
                  <a:pt x="4056" y="4015"/>
                  <a:pt x="4072" y="3998"/>
                  <a:pt x="4093" y="3998"/>
                </a:cubicBezTo>
                <a:cubicBezTo>
                  <a:pt x="4114" y="3998"/>
                  <a:pt x="4131" y="4015"/>
                  <a:pt x="4131" y="4035"/>
                </a:cubicBezTo>
                <a:close/>
                <a:moveTo>
                  <a:pt x="3739" y="156"/>
                </a:moveTo>
                <a:cubicBezTo>
                  <a:pt x="3739" y="180"/>
                  <a:pt x="3720" y="200"/>
                  <a:pt x="3696" y="200"/>
                </a:cubicBezTo>
                <a:cubicBezTo>
                  <a:pt x="3672" y="200"/>
                  <a:pt x="3652" y="180"/>
                  <a:pt x="3652" y="156"/>
                </a:cubicBezTo>
                <a:cubicBezTo>
                  <a:pt x="3652" y="132"/>
                  <a:pt x="3672" y="112"/>
                  <a:pt x="3696" y="112"/>
                </a:cubicBezTo>
                <a:cubicBezTo>
                  <a:pt x="3720" y="112"/>
                  <a:pt x="3739" y="132"/>
                  <a:pt x="3739" y="156"/>
                </a:cubicBezTo>
                <a:close/>
                <a:moveTo>
                  <a:pt x="2737" y="3584"/>
                </a:moveTo>
                <a:cubicBezTo>
                  <a:pt x="2737" y="3600"/>
                  <a:pt x="2724" y="3613"/>
                  <a:pt x="2708" y="3613"/>
                </a:cubicBezTo>
                <a:cubicBezTo>
                  <a:pt x="2692" y="3613"/>
                  <a:pt x="2678" y="3600"/>
                  <a:pt x="2678" y="3584"/>
                </a:cubicBezTo>
                <a:cubicBezTo>
                  <a:pt x="2678" y="3568"/>
                  <a:pt x="2692" y="3555"/>
                  <a:pt x="2708" y="3555"/>
                </a:cubicBezTo>
                <a:cubicBezTo>
                  <a:pt x="2724" y="3555"/>
                  <a:pt x="2737" y="3568"/>
                  <a:pt x="2737" y="3584"/>
                </a:cubicBezTo>
                <a:close/>
              </a:path>
            </a:pathLst>
          </a:custGeom>
          <a:solidFill>
            <a:srgbClr val="7A7A7A"/>
          </a:solidFill>
          <a:ln>
            <a:noFill/>
          </a:ln>
        </p:spPr>
      </p:sp>
      <p:grpSp>
        <p:nvGrpSpPr>
          <p:cNvPr id="13" name="Rótulo Costilla: blanca (hipe"/>
          <p:cNvGrpSpPr/>
          <p:nvPr/>
        </p:nvGrpSpPr>
        <p:grpSpPr>
          <a:xfrm>
            <a:off x="1243584" y="914400"/>
            <a:ext cx="8449056" cy="1388059"/>
            <a:chOff x="1243584" y="914400"/>
            <a:chExt cx="8449056" cy="1388059"/>
          </a:xfrm>
        </p:grpSpPr>
        <p:sp>
          <p:nvSpPr>
            <p:cNvPr id="14" name="Flecha 13_2"/>
            <p:cNvSpPr/>
            <p:nvPr/>
          </p:nvSpPr>
          <p:spPr>
            <a:xfrm>
              <a:off x="1243584" y="1188720"/>
              <a:ext cx="4974336" cy="1113739"/>
            </a:xfrm>
            <a:custGeom>
              <a:avLst/>
              <a:gdLst/>
              <a:ahLst/>
              <a:cxnLst/>
              <a:rect l="0" t="0" r="r" b="b"/>
              <a:pathLst>
                <a:path w="5439" h="1217" fill="none">
                  <a:moveTo>
                    <a:pt x="0" y="1217"/>
                  </a:moveTo>
                  <a:lnTo>
                    <a:pt x="543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15" name="Forma 15"/>
            <p:cNvSpPr/>
            <p:nvPr/>
          </p:nvSpPr>
          <p:spPr>
            <a:xfrm>
              <a:off x="6217920" y="914400"/>
              <a:ext cx="3474720" cy="54864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Costilla: blanca (hiperecoica)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ótulo Cono de sombra posteri"/>
          <p:cNvGrpSpPr/>
          <p:nvPr/>
        </p:nvGrpSpPr>
        <p:grpSpPr>
          <a:xfrm>
            <a:off x="1243584" y="1645920"/>
            <a:ext cx="8449056" cy="2212848"/>
            <a:chOff x="1243584" y="1645920"/>
            <a:chExt cx="8449056" cy="2212848"/>
          </a:xfrm>
        </p:grpSpPr>
        <p:sp>
          <p:nvSpPr>
            <p:cNvPr id="17" name="Flecha 17_2"/>
            <p:cNvSpPr/>
            <p:nvPr/>
          </p:nvSpPr>
          <p:spPr>
            <a:xfrm>
              <a:off x="1243584" y="1920240"/>
              <a:ext cx="4974336" cy="1938528"/>
            </a:xfrm>
            <a:custGeom>
              <a:avLst/>
              <a:gdLst/>
              <a:ahLst/>
              <a:cxnLst/>
              <a:rect l="0" t="0" r="r" b="b"/>
              <a:pathLst>
                <a:path w="5439" h="2119" fill="none">
                  <a:moveTo>
                    <a:pt x="0" y="2119"/>
                  </a:moveTo>
                  <a:lnTo>
                    <a:pt x="543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18" name="Forma 19"/>
            <p:cNvSpPr/>
            <p:nvPr/>
          </p:nvSpPr>
          <p:spPr>
            <a:xfrm>
              <a:off x="6217920" y="1645920"/>
              <a:ext cx="3474720" cy="548640"/>
            </a:xfrm>
            <a:prstGeom prst="rect">
              <a:avLst/>
            </a:prstGeom>
            <a:solidFill>
              <a:srgbClr val="7F8C8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Cono de sombra posterior (negro)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9" name="Recuadro Regla"/>
          <p:cNvGrpSpPr/>
          <p:nvPr/>
        </p:nvGrpSpPr>
        <p:grpSpPr>
          <a:xfrm>
            <a:off x="6217920" y="2468880"/>
            <a:ext cx="5669280" cy="1860804"/>
            <a:chOff x="6217920" y="2468880"/>
            <a:chExt cx="5669280" cy="1860804"/>
          </a:xfrm>
        </p:grpSpPr>
        <p:sp>
          <p:nvSpPr>
            <p:cNvPr id="20" name="Forma 21"/>
            <p:cNvSpPr/>
            <p:nvPr/>
          </p:nvSpPr>
          <p:spPr>
            <a:xfrm>
              <a:off x="6217920" y="2834640"/>
              <a:ext cx="5669280" cy="1495044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Nunca afirmar «es un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cálculo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» por su brillo: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confirmar el cono de sombra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posterior.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1" name="Forma 22"/>
            <p:cNvSpPr/>
            <p:nvPr/>
          </p:nvSpPr>
          <p:spPr>
            <a:xfrm>
              <a:off x="6217920" y="2468880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REGLA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Recuadro Grises"/>
          <p:cNvGrpSpPr/>
          <p:nvPr/>
        </p:nvGrpSpPr>
        <p:grpSpPr>
          <a:xfrm>
            <a:off x="6217920" y="4494276"/>
            <a:ext cx="5669280" cy="1860804"/>
            <a:chOff x="6217920" y="4494276"/>
            <a:chExt cx="5669280" cy="1860804"/>
          </a:xfrm>
        </p:grpSpPr>
        <p:sp>
          <p:nvSpPr>
            <p:cNvPr id="23" name="Forma 24"/>
            <p:cNvSpPr/>
            <p:nvPr/>
          </p:nvSpPr>
          <p:spPr>
            <a:xfrm>
              <a:off x="6217920" y="4860036"/>
              <a:ext cx="5669280" cy="1495044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negro: líquido · gris: tejidos intermedios · más blanco: tejido más denso.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4" name="Forma 25"/>
            <p:cNvSpPr/>
            <p:nvPr/>
          </p:nvSpPr>
          <p:spPr>
            <a:xfrm>
              <a:off x="6217920" y="4494276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GRISES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29586" y="91440"/>
            <a:ext cx="85975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CONO DE SOMBRA: CONFIRMAR LO MUY DENSO</a:t>
            </a:r>
            <a:endParaRPr lang="es-AR" sz="24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00172" y="1648749"/>
            <a:ext cx="1824859" cy="4084872"/>
            <a:chOff x="1000172" y="1648749"/>
            <a:chExt cx="1824859" cy="4084872"/>
          </a:xfrm>
        </p:grpSpPr>
        <p:sp>
          <p:nvSpPr>
            <p:cNvPr id="16" name="Forma 15"/>
            <p:cNvSpPr/>
            <p:nvPr/>
          </p:nvSpPr>
          <p:spPr>
            <a:xfrm>
              <a:off x="1000172" y="1648749"/>
              <a:ext cx="1824859" cy="40848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18204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43473" y="3427400"/>
              <a:ext cx="1535135" cy="171290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00172" y="1648749"/>
            <a:ext cx="1824859" cy="40848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1" name="Forma 20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0" name="Forma 29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4" name="Forma 33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TransductorEcografico"/>
          <p:cNvGrpSpPr/>
          <p:nvPr/>
        </p:nvGrpSpPr>
        <p:grpSpPr>
          <a:xfrm>
            <a:off x="1714500" y="1854860"/>
            <a:ext cx="548640" cy="991941"/>
            <a:chOff x="1714500" y="1854860"/>
            <a:chExt cx="548640" cy="991941"/>
          </a:xfrm>
        </p:grpSpPr>
        <p:sp>
          <p:nvSpPr>
            <p:cNvPr id="38" name="Forma 37"/>
            <p:cNvSpPr/>
            <p:nvPr/>
          </p:nvSpPr>
          <p:spPr>
            <a:xfrm>
              <a:off x="1922983" y="1854860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1714500" y="2162099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741932" y="2759019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1" name="Interfaz"/>
          <p:cNvSpPr/>
          <p:nvPr/>
        </p:nvSpPr>
        <p:spPr>
          <a:xfrm>
            <a:off x="6400800" y="914400"/>
            <a:ext cx="5486400" cy="23774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transductor apoyado entre dos costillas «mira» la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interfaz pleural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límite entre pared y pulmón.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13118" y="91440"/>
            <a:ext cx="971398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TÓRAX: EL TRANSDUCTOR SOBRE LA PARED ANTERIOR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Bajo el transductor: pared, costillas y las dos hojas.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17487" y="91440"/>
            <a:ext cx="600961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ACERCAMIENTO A LAS PLEURAS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33B1B1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parietal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queda fija a la pared.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grpSp>
        <p:nvGrpSpPr>
          <p:cNvPr id="58" name="Rótulo PLEURA PARIETAL"/>
          <p:cNvGrpSpPr/>
          <p:nvPr/>
        </p:nvGrpSpPr>
        <p:grpSpPr>
          <a:xfrm>
            <a:off x="3246120" y="3598987"/>
            <a:ext cx="6172200" cy="2618933"/>
            <a:chOff x="3246120" y="3598987"/>
            <a:chExt cx="6172200" cy="2618933"/>
          </a:xfrm>
        </p:grpSpPr>
        <p:sp>
          <p:nvSpPr>
            <p:cNvPr id="59" name="Flecha 58_2"/>
            <p:cNvSpPr/>
            <p:nvPr/>
          </p:nvSpPr>
          <p:spPr>
            <a:xfrm>
              <a:off x="3246120" y="3598987"/>
              <a:ext cx="3246120" cy="2344613"/>
            </a:xfrm>
            <a:custGeom>
              <a:avLst/>
              <a:gdLst/>
              <a:ahLst/>
              <a:cxnLst/>
              <a:rect l="0" t="0" r="r" b="b"/>
              <a:pathLst>
                <a:path w="3550" h="2564" fill="none">
                  <a:moveTo>
                    <a:pt x="0" y="0"/>
                  </a:moveTo>
                  <a:lnTo>
                    <a:pt x="3550" y="2564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60" name="Forma 60"/>
            <p:cNvSpPr/>
            <p:nvPr/>
          </p:nvSpPr>
          <p:spPr>
            <a:xfrm>
              <a:off x="6492240" y="5715000"/>
              <a:ext cx="2926080" cy="50292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246397" y="91440"/>
            <a:ext cx="778070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IDENTIFICACIÓN DE LA PLEURA PARIETAL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visceral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acompaña al pulmón.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grpSp>
        <p:nvGrpSpPr>
          <p:cNvPr id="58" name="Rótulo PLEURA VISCERAL"/>
          <p:cNvGrpSpPr/>
          <p:nvPr/>
        </p:nvGrpSpPr>
        <p:grpSpPr>
          <a:xfrm>
            <a:off x="3246120" y="3857808"/>
            <a:ext cx="6172200" cy="2360112"/>
            <a:chOff x="3246120" y="3857808"/>
            <a:chExt cx="6172200" cy="2360112"/>
          </a:xfrm>
        </p:grpSpPr>
        <p:sp>
          <p:nvSpPr>
            <p:cNvPr id="59" name="Flecha 58_2"/>
            <p:cNvSpPr/>
            <p:nvPr/>
          </p:nvSpPr>
          <p:spPr>
            <a:xfrm>
              <a:off x="3246120" y="3857808"/>
              <a:ext cx="3246120" cy="2085792"/>
            </a:xfrm>
            <a:custGeom>
              <a:avLst/>
              <a:gdLst/>
              <a:ahLst/>
              <a:cxnLst/>
              <a:rect l="0" t="0" r="r" b="b"/>
              <a:pathLst>
                <a:path w="3550" h="2281" fill="none">
                  <a:moveTo>
                    <a:pt x="0" y="0"/>
                  </a:moveTo>
                  <a:lnTo>
                    <a:pt x="3550" y="2281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60" name="Forma 60"/>
            <p:cNvSpPr/>
            <p:nvPr/>
          </p:nvSpPr>
          <p:spPr>
            <a:xfrm>
              <a:off x="6492240" y="5715000"/>
              <a:ext cx="2926080" cy="502920"/>
            </a:xfrm>
            <a:prstGeom prst="rect">
              <a:avLst/>
            </a:prstGeom>
            <a:solidFill>
              <a:srgbClr val="8E44A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202357" y="91440"/>
            <a:ext cx="782474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IDENTIFICACIÓN DE LA PLEURA VISCERAL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 cada respiración el pulmón se desplaza…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42888" y="91440"/>
            <a:ext cx="558421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MOVIMIENTO RESPIRATORIO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4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6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0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2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…y la visceral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desliza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sobre la parietal: es el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sliding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sp>
        <p:nvSpPr>
          <p:cNvPr id="58" name="Centelleo"/>
          <p:cNvSpPr/>
          <p:nvPr/>
        </p:nvSpPr>
        <p:spPr>
          <a:xfrm>
            <a:off x="6492240" y="5669280"/>
            <a:ext cx="5394960" cy="713232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70"/>
              </a:lnSpc>
              <a:spcAft>
                <a:spcPts val="300"/>
              </a:spcAft>
              <a:buNone/>
            </a:pPr>
            <a:r>
              <a:rPr lang="es-AR" sz="17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tiempo real: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«centelleo»</a:t>
            </a:r>
            <a:r>
              <a:rPr lang="es-AR" sz="17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 la línea pleural.</a:t>
            </a:r>
            <a:endParaRPr lang="es-AR" sz="17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79855" y="91440"/>
            <a:ext cx="50472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DESLIZAMIENTO PLEURAL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4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6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0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2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30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5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3657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54864" y="3815837"/>
            <a:ext cx="4096512" cy="247162"/>
            <a:chOff x="54864" y="3815837"/>
            <a:chExt cx="4096512" cy="247162"/>
          </a:xfrm>
        </p:grpSpPr>
        <p:sp>
          <p:nvSpPr>
            <p:cNvPr id="35" name="Forma 34"/>
            <p:cNvSpPr/>
            <p:nvPr/>
          </p:nvSpPr>
          <p:spPr>
            <a:xfrm>
              <a:off x="54864" y="3820500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87782" y="381583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57277" y="3839154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54864" y="395107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54864" y="4100307"/>
            <a:ext cx="4129430" cy="2254773"/>
            <a:chOff x="54864" y="4100307"/>
            <a:chExt cx="4129430" cy="2254773"/>
          </a:xfrm>
        </p:grpSpPr>
        <p:sp>
          <p:nvSpPr>
            <p:cNvPr id="40" name="Forma 39"/>
            <p:cNvSpPr/>
            <p:nvPr/>
          </p:nvSpPr>
          <p:spPr>
            <a:xfrm>
              <a:off x="54864" y="4100307"/>
              <a:ext cx="409651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97510" y="4151605"/>
              <a:ext cx="398678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3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4" name="Forma 43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EcoPantalla"/>
          <p:cNvSpPr/>
          <p:nvPr/>
        </p:nvSpPr>
        <p:spPr>
          <a:xfrm>
            <a:off x="4206240" y="868680"/>
            <a:ext cx="3840480" cy="274320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8" name="!!EcoPartesBlandas"/>
          <p:cNvSpPr/>
          <p:nvPr/>
        </p:nvSpPr>
        <p:spPr>
          <a:xfrm>
            <a:off x="4223176" y="873303"/>
            <a:ext cx="3800804" cy="91141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49" name="!!EcoCostillas"/>
          <p:cNvGrpSpPr/>
          <p:nvPr/>
        </p:nvGrpSpPr>
        <p:grpSpPr>
          <a:xfrm>
            <a:off x="4359859" y="1691640"/>
            <a:ext cx="3533242" cy="1920240"/>
            <a:chOff x="4359859" y="1691640"/>
            <a:chExt cx="3533242" cy="1920240"/>
          </a:xfrm>
        </p:grpSpPr>
        <p:sp>
          <p:nvSpPr>
            <p:cNvPr id="50" name="Forma 49"/>
            <p:cNvSpPr/>
            <p:nvPr/>
          </p:nvSpPr>
          <p:spPr>
            <a:xfrm>
              <a:off x="4359859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4359859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971386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971386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4" name="!!EcoLineaPleural"/>
          <p:cNvSpPr/>
          <p:nvPr/>
        </p:nvSpPr>
        <p:spPr>
          <a:xfrm>
            <a:off x="5281574" y="1834286"/>
            <a:ext cx="1689811" cy="4389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5" name="!!EcoLineasA"/>
          <p:cNvSpPr/>
          <p:nvPr/>
        </p:nvSpPr>
        <p:spPr>
          <a:xfrm>
            <a:off x="5319979" y="2295144"/>
            <a:ext cx="1613002" cy="932688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6" name="!!ModoMPantalla"/>
          <p:cNvSpPr/>
          <p:nvPr/>
        </p:nvSpPr>
        <p:spPr>
          <a:xfrm>
            <a:off x="4206240" y="3749040"/>
            <a:ext cx="384048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7" name="!!ModoMSuperficie"/>
          <p:cNvSpPr/>
          <p:nvPr/>
        </p:nvSpPr>
        <p:spPr>
          <a:xfrm>
            <a:off x="4206240" y="3853282"/>
            <a:ext cx="3840480" cy="693207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58" name="!!ModoMLineaPleural"/>
          <p:cNvSpPr/>
          <p:nvPr/>
        </p:nvSpPr>
        <p:spPr>
          <a:xfrm>
            <a:off x="4206240" y="4661154"/>
            <a:ext cx="3840480" cy="2606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59" name="!!ModoMArena"/>
          <p:cNvSpPr/>
          <p:nvPr/>
        </p:nvSpPr>
        <p:spPr>
          <a:xfrm>
            <a:off x="4205891" y="4711268"/>
            <a:ext cx="3840259" cy="1641753"/>
          </a:xfrm>
          <a:custGeom>
            <a:avLst/>
            <a:gdLst/>
            <a:ahLst/>
            <a:cxnLst/>
            <a:rect l="0" t="0" r="r" b="b"/>
            <a:pathLst>
              <a:path w="9999" h="6299">
                <a:moveTo>
                  <a:pt x="4670" y="2372"/>
                </a:moveTo>
                <a:cubicBezTo>
                  <a:pt x="4670" y="2391"/>
                  <a:pt x="4654" y="2407"/>
                  <a:pt x="4634" y="2407"/>
                </a:cubicBezTo>
                <a:cubicBezTo>
                  <a:pt x="4615" y="2407"/>
                  <a:pt x="4599" y="2391"/>
                  <a:pt x="4599" y="2372"/>
                </a:cubicBezTo>
                <a:cubicBezTo>
                  <a:pt x="4599" y="2352"/>
                  <a:pt x="4615" y="2336"/>
                  <a:pt x="4634" y="2336"/>
                </a:cubicBezTo>
                <a:cubicBezTo>
                  <a:pt x="4654" y="2336"/>
                  <a:pt x="4670" y="2352"/>
                  <a:pt x="4670" y="2372"/>
                </a:cubicBezTo>
                <a:close/>
                <a:moveTo>
                  <a:pt x="8679" y="97"/>
                </a:moveTo>
                <a:cubicBezTo>
                  <a:pt x="8679" y="125"/>
                  <a:pt x="8657" y="147"/>
                  <a:pt x="8629" y="147"/>
                </a:cubicBezTo>
                <a:cubicBezTo>
                  <a:pt x="8602" y="147"/>
                  <a:pt x="8579" y="125"/>
                  <a:pt x="8579" y="97"/>
                </a:cubicBezTo>
                <a:cubicBezTo>
                  <a:pt x="8579" y="69"/>
                  <a:pt x="8602" y="47"/>
                  <a:pt x="8629" y="47"/>
                </a:cubicBezTo>
                <a:cubicBezTo>
                  <a:pt x="8657" y="47"/>
                  <a:pt x="8679" y="69"/>
                  <a:pt x="8679" y="97"/>
                </a:cubicBezTo>
                <a:close/>
                <a:moveTo>
                  <a:pt x="8996" y="558"/>
                </a:moveTo>
                <a:cubicBezTo>
                  <a:pt x="8996" y="587"/>
                  <a:pt x="8972" y="610"/>
                  <a:pt x="8944" y="610"/>
                </a:cubicBezTo>
                <a:cubicBezTo>
                  <a:pt x="8915" y="610"/>
                  <a:pt x="8891" y="587"/>
                  <a:pt x="8891" y="558"/>
                </a:cubicBezTo>
                <a:cubicBezTo>
                  <a:pt x="8891" y="529"/>
                  <a:pt x="8915" y="506"/>
                  <a:pt x="8944" y="506"/>
                </a:cubicBezTo>
                <a:cubicBezTo>
                  <a:pt x="8972" y="506"/>
                  <a:pt x="8996" y="529"/>
                  <a:pt x="8996" y="558"/>
                </a:cubicBezTo>
                <a:close/>
                <a:moveTo>
                  <a:pt x="6200" y="311"/>
                </a:moveTo>
                <a:cubicBezTo>
                  <a:pt x="6200" y="336"/>
                  <a:pt x="6180" y="356"/>
                  <a:pt x="6155" y="356"/>
                </a:cubicBezTo>
                <a:cubicBezTo>
                  <a:pt x="6130" y="356"/>
                  <a:pt x="6110" y="336"/>
                  <a:pt x="6110" y="311"/>
                </a:cubicBezTo>
                <a:cubicBezTo>
                  <a:pt x="6110" y="286"/>
                  <a:pt x="6130" y="266"/>
                  <a:pt x="6155" y="266"/>
                </a:cubicBezTo>
                <a:cubicBezTo>
                  <a:pt x="6180" y="266"/>
                  <a:pt x="6200" y="286"/>
                  <a:pt x="6200" y="311"/>
                </a:cubicBezTo>
                <a:close/>
                <a:moveTo>
                  <a:pt x="7074" y="2860"/>
                </a:moveTo>
                <a:cubicBezTo>
                  <a:pt x="7074" y="2892"/>
                  <a:pt x="7047" y="2919"/>
                  <a:pt x="7015" y="2919"/>
                </a:cubicBezTo>
                <a:cubicBezTo>
                  <a:pt x="6982" y="2919"/>
                  <a:pt x="6956" y="2892"/>
                  <a:pt x="6956" y="2860"/>
                </a:cubicBezTo>
                <a:cubicBezTo>
                  <a:pt x="6956" y="2827"/>
                  <a:pt x="6982" y="2801"/>
                  <a:pt x="7015" y="2801"/>
                </a:cubicBezTo>
                <a:cubicBezTo>
                  <a:pt x="7047" y="2801"/>
                  <a:pt x="7074" y="2827"/>
                  <a:pt x="7074" y="2860"/>
                </a:cubicBezTo>
                <a:close/>
                <a:moveTo>
                  <a:pt x="1641" y="1533"/>
                </a:moveTo>
                <a:cubicBezTo>
                  <a:pt x="1641" y="1552"/>
                  <a:pt x="1625" y="1567"/>
                  <a:pt x="1606" y="1567"/>
                </a:cubicBezTo>
                <a:cubicBezTo>
                  <a:pt x="1587" y="1567"/>
                  <a:pt x="1572" y="1552"/>
                  <a:pt x="1572" y="1533"/>
                </a:cubicBezTo>
                <a:cubicBezTo>
                  <a:pt x="1572" y="1514"/>
                  <a:pt x="1587" y="1498"/>
                  <a:pt x="1606" y="1498"/>
                </a:cubicBezTo>
                <a:cubicBezTo>
                  <a:pt x="1625" y="1498"/>
                  <a:pt x="1641" y="1514"/>
                  <a:pt x="1641" y="1533"/>
                </a:cubicBezTo>
                <a:close/>
                <a:moveTo>
                  <a:pt x="5116" y="5785"/>
                </a:moveTo>
                <a:cubicBezTo>
                  <a:pt x="5116" y="5815"/>
                  <a:pt x="5092" y="5839"/>
                  <a:pt x="5062" y="5839"/>
                </a:cubicBezTo>
                <a:cubicBezTo>
                  <a:pt x="5033" y="5839"/>
                  <a:pt x="5009" y="5815"/>
                  <a:pt x="5009" y="5785"/>
                </a:cubicBezTo>
                <a:cubicBezTo>
                  <a:pt x="5009" y="5755"/>
                  <a:pt x="5033" y="5731"/>
                  <a:pt x="5062" y="5731"/>
                </a:cubicBezTo>
                <a:cubicBezTo>
                  <a:pt x="5092" y="5731"/>
                  <a:pt x="5116" y="5755"/>
                  <a:pt x="5116" y="5785"/>
                </a:cubicBezTo>
                <a:close/>
                <a:moveTo>
                  <a:pt x="7775" y="2436"/>
                </a:moveTo>
                <a:cubicBezTo>
                  <a:pt x="7775" y="2469"/>
                  <a:pt x="7748" y="2496"/>
                  <a:pt x="7715" y="2496"/>
                </a:cubicBezTo>
                <a:cubicBezTo>
                  <a:pt x="7682" y="2496"/>
                  <a:pt x="7655" y="2469"/>
                  <a:pt x="7655" y="2436"/>
                </a:cubicBezTo>
                <a:cubicBezTo>
                  <a:pt x="7655" y="2403"/>
                  <a:pt x="7682" y="2376"/>
                  <a:pt x="7715" y="2376"/>
                </a:cubicBezTo>
                <a:cubicBezTo>
                  <a:pt x="7748" y="2376"/>
                  <a:pt x="7775" y="2403"/>
                  <a:pt x="7775" y="2436"/>
                </a:cubicBezTo>
                <a:close/>
                <a:moveTo>
                  <a:pt x="1114" y="1863"/>
                </a:moveTo>
                <a:cubicBezTo>
                  <a:pt x="1114" y="1894"/>
                  <a:pt x="1088" y="1919"/>
                  <a:pt x="1057" y="1919"/>
                </a:cubicBezTo>
                <a:cubicBezTo>
                  <a:pt x="1025" y="1919"/>
                  <a:pt x="1000" y="1894"/>
                  <a:pt x="1000" y="1863"/>
                </a:cubicBezTo>
                <a:cubicBezTo>
                  <a:pt x="1000" y="1831"/>
                  <a:pt x="1025" y="1806"/>
                  <a:pt x="1057" y="1806"/>
                </a:cubicBezTo>
                <a:cubicBezTo>
                  <a:pt x="1088" y="1806"/>
                  <a:pt x="1114" y="1831"/>
                  <a:pt x="1114" y="1863"/>
                </a:cubicBezTo>
                <a:close/>
                <a:moveTo>
                  <a:pt x="7268" y="2672"/>
                </a:moveTo>
                <a:cubicBezTo>
                  <a:pt x="7268" y="2691"/>
                  <a:pt x="7253" y="2706"/>
                  <a:pt x="7235" y="2706"/>
                </a:cubicBezTo>
                <a:cubicBezTo>
                  <a:pt x="7216" y="2706"/>
                  <a:pt x="7201" y="2691"/>
                  <a:pt x="7201" y="2672"/>
                </a:cubicBezTo>
                <a:cubicBezTo>
                  <a:pt x="7201" y="2654"/>
                  <a:pt x="7216" y="2639"/>
                  <a:pt x="7235" y="2639"/>
                </a:cubicBezTo>
                <a:cubicBezTo>
                  <a:pt x="7253" y="2639"/>
                  <a:pt x="7268" y="2654"/>
                  <a:pt x="7268" y="2672"/>
                </a:cubicBezTo>
                <a:close/>
                <a:moveTo>
                  <a:pt x="2732" y="1359"/>
                </a:moveTo>
                <a:cubicBezTo>
                  <a:pt x="2732" y="1381"/>
                  <a:pt x="2714" y="1400"/>
                  <a:pt x="2691" y="1400"/>
                </a:cubicBezTo>
                <a:cubicBezTo>
                  <a:pt x="2668" y="1400"/>
                  <a:pt x="2650" y="1381"/>
                  <a:pt x="2650" y="1359"/>
                </a:cubicBezTo>
                <a:cubicBezTo>
                  <a:pt x="2650" y="1336"/>
                  <a:pt x="2668" y="1317"/>
                  <a:pt x="2691" y="1317"/>
                </a:cubicBezTo>
                <a:cubicBezTo>
                  <a:pt x="2714" y="1317"/>
                  <a:pt x="2732" y="1336"/>
                  <a:pt x="2732" y="1359"/>
                </a:cubicBezTo>
                <a:close/>
                <a:moveTo>
                  <a:pt x="8130" y="1294"/>
                </a:moveTo>
                <a:cubicBezTo>
                  <a:pt x="8130" y="1330"/>
                  <a:pt x="8101" y="1359"/>
                  <a:pt x="8065" y="1359"/>
                </a:cubicBezTo>
                <a:cubicBezTo>
                  <a:pt x="8028" y="1359"/>
                  <a:pt x="7999" y="1330"/>
                  <a:pt x="7999" y="1294"/>
                </a:cubicBezTo>
                <a:cubicBezTo>
                  <a:pt x="7999" y="1258"/>
                  <a:pt x="8028" y="1229"/>
                  <a:pt x="8065" y="1229"/>
                </a:cubicBezTo>
                <a:cubicBezTo>
                  <a:pt x="8101" y="1229"/>
                  <a:pt x="8130" y="1258"/>
                  <a:pt x="8130" y="1294"/>
                </a:cubicBezTo>
                <a:close/>
                <a:moveTo>
                  <a:pt x="8801" y="397"/>
                </a:moveTo>
                <a:cubicBezTo>
                  <a:pt x="8801" y="422"/>
                  <a:pt x="8781" y="442"/>
                  <a:pt x="8756" y="442"/>
                </a:cubicBezTo>
                <a:cubicBezTo>
                  <a:pt x="8731" y="442"/>
                  <a:pt x="8711" y="422"/>
                  <a:pt x="8711" y="397"/>
                </a:cubicBezTo>
                <a:cubicBezTo>
                  <a:pt x="8711" y="372"/>
                  <a:pt x="8731" y="352"/>
                  <a:pt x="8756" y="352"/>
                </a:cubicBezTo>
                <a:cubicBezTo>
                  <a:pt x="8781" y="352"/>
                  <a:pt x="8801" y="372"/>
                  <a:pt x="8801" y="397"/>
                </a:cubicBezTo>
                <a:close/>
                <a:moveTo>
                  <a:pt x="4965" y="203"/>
                </a:moveTo>
                <a:cubicBezTo>
                  <a:pt x="4965" y="229"/>
                  <a:pt x="4944" y="250"/>
                  <a:pt x="4918" y="250"/>
                </a:cubicBezTo>
                <a:cubicBezTo>
                  <a:pt x="4892" y="250"/>
                  <a:pt x="4871" y="229"/>
                  <a:pt x="4871" y="203"/>
                </a:cubicBezTo>
                <a:cubicBezTo>
                  <a:pt x="4871" y="177"/>
                  <a:pt x="4892" y="156"/>
                  <a:pt x="4918" y="156"/>
                </a:cubicBezTo>
                <a:cubicBezTo>
                  <a:pt x="4944" y="156"/>
                  <a:pt x="4965" y="177"/>
                  <a:pt x="4965" y="203"/>
                </a:cubicBezTo>
                <a:close/>
                <a:moveTo>
                  <a:pt x="9078" y="752"/>
                </a:moveTo>
                <a:cubicBezTo>
                  <a:pt x="9078" y="782"/>
                  <a:pt x="9054" y="806"/>
                  <a:pt x="9024" y="806"/>
                </a:cubicBezTo>
                <a:cubicBezTo>
                  <a:pt x="8994" y="806"/>
                  <a:pt x="8970" y="782"/>
                  <a:pt x="8970" y="752"/>
                </a:cubicBezTo>
                <a:cubicBezTo>
                  <a:pt x="8970" y="722"/>
                  <a:pt x="8994" y="698"/>
                  <a:pt x="9024" y="698"/>
                </a:cubicBezTo>
                <a:cubicBezTo>
                  <a:pt x="9054" y="698"/>
                  <a:pt x="9078" y="722"/>
                  <a:pt x="9078" y="752"/>
                </a:cubicBezTo>
                <a:close/>
                <a:moveTo>
                  <a:pt x="1316" y="3645"/>
                </a:moveTo>
                <a:cubicBezTo>
                  <a:pt x="1316" y="3681"/>
                  <a:pt x="1287" y="3711"/>
                  <a:pt x="1251" y="3711"/>
                </a:cubicBezTo>
                <a:cubicBezTo>
                  <a:pt x="1214" y="3711"/>
                  <a:pt x="1185" y="3681"/>
                  <a:pt x="1185" y="3645"/>
                </a:cubicBezTo>
                <a:cubicBezTo>
                  <a:pt x="1185" y="3609"/>
                  <a:pt x="1214" y="3579"/>
                  <a:pt x="1251" y="3579"/>
                </a:cubicBezTo>
                <a:cubicBezTo>
                  <a:pt x="1287" y="3579"/>
                  <a:pt x="1316" y="3609"/>
                  <a:pt x="1316" y="3645"/>
                </a:cubicBezTo>
                <a:close/>
                <a:moveTo>
                  <a:pt x="2094" y="108"/>
                </a:moveTo>
                <a:cubicBezTo>
                  <a:pt x="2094" y="127"/>
                  <a:pt x="2079" y="142"/>
                  <a:pt x="2061" y="142"/>
                </a:cubicBezTo>
                <a:cubicBezTo>
                  <a:pt x="2042" y="142"/>
                  <a:pt x="2027" y="127"/>
                  <a:pt x="2027" y="108"/>
                </a:cubicBezTo>
                <a:cubicBezTo>
                  <a:pt x="2027" y="90"/>
                  <a:pt x="2042" y="75"/>
                  <a:pt x="2061" y="75"/>
                </a:cubicBezTo>
                <a:cubicBezTo>
                  <a:pt x="2079" y="75"/>
                  <a:pt x="2094" y="90"/>
                  <a:pt x="2094" y="108"/>
                </a:cubicBezTo>
                <a:close/>
                <a:moveTo>
                  <a:pt x="5428" y="165"/>
                </a:moveTo>
                <a:cubicBezTo>
                  <a:pt x="5428" y="184"/>
                  <a:pt x="5413" y="199"/>
                  <a:pt x="5394" y="199"/>
                </a:cubicBezTo>
                <a:cubicBezTo>
                  <a:pt x="5376" y="199"/>
                  <a:pt x="5361" y="184"/>
                  <a:pt x="5361" y="165"/>
                </a:cubicBezTo>
                <a:cubicBezTo>
                  <a:pt x="5361" y="147"/>
                  <a:pt x="5376" y="132"/>
                  <a:pt x="5394" y="132"/>
                </a:cubicBezTo>
                <a:cubicBezTo>
                  <a:pt x="5413" y="132"/>
                  <a:pt x="5428" y="147"/>
                  <a:pt x="5428" y="165"/>
                </a:cubicBezTo>
                <a:close/>
                <a:moveTo>
                  <a:pt x="5015" y="5767"/>
                </a:moveTo>
                <a:cubicBezTo>
                  <a:pt x="5015" y="5793"/>
                  <a:pt x="4994" y="5814"/>
                  <a:pt x="4968" y="5814"/>
                </a:cubicBezTo>
                <a:cubicBezTo>
                  <a:pt x="4942" y="5814"/>
                  <a:pt x="4921" y="5793"/>
                  <a:pt x="4921" y="5767"/>
                </a:cubicBezTo>
                <a:cubicBezTo>
                  <a:pt x="4921" y="5741"/>
                  <a:pt x="4942" y="5720"/>
                  <a:pt x="4968" y="5720"/>
                </a:cubicBezTo>
                <a:cubicBezTo>
                  <a:pt x="4994" y="5720"/>
                  <a:pt x="5015" y="5741"/>
                  <a:pt x="5015" y="5767"/>
                </a:cubicBezTo>
                <a:close/>
                <a:moveTo>
                  <a:pt x="4026" y="4017"/>
                </a:moveTo>
                <a:cubicBezTo>
                  <a:pt x="4026" y="4036"/>
                  <a:pt x="4011" y="4051"/>
                  <a:pt x="3992" y="4051"/>
                </a:cubicBezTo>
                <a:cubicBezTo>
                  <a:pt x="3973" y="4051"/>
                  <a:pt x="3958" y="4036"/>
                  <a:pt x="3958" y="4017"/>
                </a:cubicBezTo>
                <a:cubicBezTo>
                  <a:pt x="3958" y="3999"/>
                  <a:pt x="3973" y="3984"/>
                  <a:pt x="3992" y="3984"/>
                </a:cubicBezTo>
                <a:cubicBezTo>
                  <a:pt x="4011" y="3984"/>
                  <a:pt x="4026" y="3999"/>
                  <a:pt x="4026" y="4017"/>
                </a:cubicBezTo>
                <a:close/>
                <a:moveTo>
                  <a:pt x="5845" y="1127"/>
                </a:moveTo>
                <a:cubicBezTo>
                  <a:pt x="5845" y="1157"/>
                  <a:pt x="5820" y="1181"/>
                  <a:pt x="5790" y="1181"/>
                </a:cubicBezTo>
                <a:cubicBezTo>
                  <a:pt x="5760" y="1181"/>
                  <a:pt x="5736" y="1157"/>
                  <a:pt x="5736" y="1127"/>
                </a:cubicBezTo>
                <a:cubicBezTo>
                  <a:pt x="5736" y="1097"/>
                  <a:pt x="5760" y="1073"/>
                  <a:pt x="5790" y="1073"/>
                </a:cubicBezTo>
                <a:cubicBezTo>
                  <a:pt x="5820" y="1073"/>
                  <a:pt x="5845" y="1097"/>
                  <a:pt x="5845" y="1127"/>
                </a:cubicBezTo>
                <a:close/>
                <a:moveTo>
                  <a:pt x="9590" y="393"/>
                </a:moveTo>
                <a:cubicBezTo>
                  <a:pt x="9590" y="422"/>
                  <a:pt x="9567" y="445"/>
                  <a:pt x="9538" y="445"/>
                </a:cubicBezTo>
                <a:cubicBezTo>
                  <a:pt x="9509" y="445"/>
                  <a:pt x="9486" y="422"/>
                  <a:pt x="9486" y="393"/>
                </a:cubicBezTo>
                <a:cubicBezTo>
                  <a:pt x="9486" y="364"/>
                  <a:pt x="9509" y="341"/>
                  <a:pt x="9538" y="341"/>
                </a:cubicBezTo>
                <a:cubicBezTo>
                  <a:pt x="9567" y="341"/>
                  <a:pt x="9590" y="364"/>
                  <a:pt x="9590" y="393"/>
                </a:cubicBezTo>
                <a:close/>
                <a:moveTo>
                  <a:pt x="6094" y="983"/>
                </a:moveTo>
                <a:cubicBezTo>
                  <a:pt x="6094" y="1005"/>
                  <a:pt x="6076" y="1024"/>
                  <a:pt x="6054" y="1024"/>
                </a:cubicBezTo>
                <a:cubicBezTo>
                  <a:pt x="6031" y="1024"/>
                  <a:pt x="6013" y="1005"/>
                  <a:pt x="6013" y="983"/>
                </a:cubicBezTo>
                <a:cubicBezTo>
                  <a:pt x="6013" y="960"/>
                  <a:pt x="6031" y="942"/>
                  <a:pt x="6054" y="942"/>
                </a:cubicBezTo>
                <a:cubicBezTo>
                  <a:pt x="6076" y="942"/>
                  <a:pt x="6094" y="960"/>
                  <a:pt x="6094" y="983"/>
                </a:cubicBezTo>
                <a:close/>
                <a:moveTo>
                  <a:pt x="9935" y="6245"/>
                </a:moveTo>
                <a:cubicBezTo>
                  <a:pt x="9935" y="6264"/>
                  <a:pt x="9919" y="6279"/>
                  <a:pt x="9900" y="6279"/>
                </a:cubicBezTo>
                <a:cubicBezTo>
                  <a:pt x="9881" y="6279"/>
                  <a:pt x="9865" y="6264"/>
                  <a:pt x="9865" y="6245"/>
                </a:cubicBezTo>
                <a:cubicBezTo>
                  <a:pt x="9865" y="6225"/>
                  <a:pt x="9881" y="6210"/>
                  <a:pt x="9900" y="6210"/>
                </a:cubicBezTo>
                <a:cubicBezTo>
                  <a:pt x="9919" y="6210"/>
                  <a:pt x="9935" y="6225"/>
                  <a:pt x="9935" y="6245"/>
                </a:cubicBezTo>
                <a:close/>
                <a:moveTo>
                  <a:pt x="7074" y="5953"/>
                </a:moveTo>
                <a:cubicBezTo>
                  <a:pt x="7074" y="5975"/>
                  <a:pt x="7056" y="5992"/>
                  <a:pt x="7035" y="5992"/>
                </a:cubicBezTo>
                <a:cubicBezTo>
                  <a:pt x="7013" y="5992"/>
                  <a:pt x="6995" y="5975"/>
                  <a:pt x="6995" y="5953"/>
                </a:cubicBezTo>
                <a:cubicBezTo>
                  <a:pt x="6995" y="5931"/>
                  <a:pt x="7013" y="5913"/>
                  <a:pt x="7035" y="5913"/>
                </a:cubicBezTo>
                <a:cubicBezTo>
                  <a:pt x="7056" y="5913"/>
                  <a:pt x="7074" y="5931"/>
                  <a:pt x="7074" y="5953"/>
                </a:cubicBezTo>
                <a:close/>
                <a:moveTo>
                  <a:pt x="6145" y="324"/>
                </a:moveTo>
                <a:cubicBezTo>
                  <a:pt x="6145" y="349"/>
                  <a:pt x="6125" y="369"/>
                  <a:pt x="6101" y="369"/>
                </a:cubicBezTo>
                <a:cubicBezTo>
                  <a:pt x="6076" y="369"/>
                  <a:pt x="6056" y="349"/>
                  <a:pt x="6056" y="324"/>
                </a:cubicBezTo>
                <a:cubicBezTo>
                  <a:pt x="6056" y="299"/>
                  <a:pt x="6076" y="279"/>
                  <a:pt x="6101" y="279"/>
                </a:cubicBezTo>
                <a:cubicBezTo>
                  <a:pt x="6125" y="279"/>
                  <a:pt x="6145" y="299"/>
                  <a:pt x="6145" y="324"/>
                </a:cubicBezTo>
                <a:close/>
                <a:moveTo>
                  <a:pt x="6785" y="3717"/>
                </a:moveTo>
                <a:cubicBezTo>
                  <a:pt x="6785" y="3750"/>
                  <a:pt x="6758" y="3778"/>
                  <a:pt x="6724" y="3778"/>
                </a:cubicBezTo>
                <a:cubicBezTo>
                  <a:pt x="6691" y="3778"/>
                  <a:pt x="6663" y="3750"/>
                  <a:pt x="6663" y="3717"/>
                </a:cubicBezTo>
                <a:cubicBezTo>
                  <a:pt x="6663" y="3683"/>
                  <a:pt x="6691" y="3656"/>
                  <a:pt x="6724" y="3656"/>
                </a:cubicBezTo>
                <a:cubicBezTo>
                  <a:pt x="6758" y="3656"/>
                  <a:pt x="6785" y="3683"/>
                  <a:pt x="6785" y="3717"/>
                </a:cubicBezTo>
                <a:close/>
                <a:moveTo>
                  <a:pt x="974" y="2210"/>
                </a:moveTo>
                <a:cubicBezTo>
                  <a:pt x="974" y="2245"/>
                  <a:pt x="945" y="2274"/>
                  <a:pt x="909" y="2274"/>
                </a:cubicBezTo>
                <a:cubicBezTo>
                  <a:pt x="873" y="2274"/>
                  <a:pt x="845" y="2245"/>
                  <a:pt x="845" y="2210"/>
                </a:cubicBezTo>
                <a:cubicBezTo>
                  <a:pt x="845" y="2174"/>
                  <a:pt x="873" y="2145"/>
                  <a:pt x="909" y="2145"/>
                </a:cubicBezTo>
                <a:cubicBezTo>
                  <a:pt x="945" y="2145"/>
                  <a:pt x="974" y="2174"/>
                  <a:pt x="974" y="2210"/>
                </a:cubicBezTo>
                <a:close/>
                <a:moveTo>
                  <a:pt x="5879" y="2855"/>
                </a:moveTo>
                <a:cubicBezTo>
                  <a:pt x="5879" y="2881"/>
                  <a:pt x="5859" y="2901"/>
                  <a:pt x="5833" y="2901"/>
                </a:cubicBezTo>
                <a:cubicBezTo>
                  <a:pt x="5808" y="2901"/>
                  <a:pt x="5787" y="2881"/>
                  <a:pt x="5787" y="2855"/>
                </a:cubicBezTo>
                <a:cubicBezTo>
                  <a:pt x="5787" y="2830"/>
                  <a:pt x="5808" y="2809"/>
                  <a:pt x="5833" y="2809"/>
                </a:cubicBezTo>
                <a:cubicBezTo>
                  <a:pt x="5859" y="2809"/>
                  <a:pt x="5879" y="2830"/>
                  <a:pt x="5879" y="2855"/>
                </a:cubicBezTo>
                <a:close/>
                <a:moveTo>
                  <a:pt x="9843" y="3619"/>
                </a:moveTo>
                <a:cubicBezTo>
                  <a:pt x="9843" y="3636"/>
                  <a:pt x="9829" y="3649"/>
                  <a:pt x="9813" y="3649"/>
                </a:cubicBezTo>
                <a:cubicBezTo>
                  <a:pt x="9796" y="3649"/>
                  <a:pt x="9782" y="3636"/>
                  <a:pt x="9782" y="3619"/>
                </a:cubicBezTo>
                <a:cubicBezTo>
                  <a:pt x="9782" y="3602"/>
                  <a:pt x="9796" y="3588"/>
                  <a:pt x="9813" y="3588"/>
                </a:cubicBezTo>
                <a:cubicBezTo>
                  <a:pt x="9829" y="3588"/>
                  <a:pt x="9843" y="3602"/>
                  <a:pt x="9843" y="3619"/>
                </a:cubicBezTo>
                <a:close/>
                <a:moveTo>
                  <a:pt x="8012" y="2095"/>
                </a:moveTo>
                <a:cubicBezTo>
                  <a:pt x="8012" y="2121"/>
                  <a:pt x="7990" y="2143"/>
                  <a:pt x="7964" y="2143"/>
                </a:cubicBezTo>
                <a:cubicBezTo>
                  <a:pt x="7938" y="2143"/>
                  <a:pt x="7917" y="2121"/>
                  <a:pt x="7917" y="2095"/>
                </a:cubicBezTo>
                <a:cubicBezTo>
                  <a:pt x="7917" y="2069"/>
                  <a:pt x="7938" y="2048"/>
                  <a:pt x="7964" y="2048"/>
                </a:cubicBezTo>
                <a:cubicBezTo>
                  <a:pt x="7990" y="2048"/>
                  <a:pt x="8012" y="2069"/>
                  <a:pt x="8012" y="2095"/>
                </a:cubicBezTo>
                <a:close/>
                <a:moveTo>
                  <a:pt x="2206" y="2810"/>
                </a:moveTo>
                <a:cubicBezTo>
                  <a:pt x="2206" y="2834"/>
                  <a:pt x="2187" y="2853"/>
                  <a:pt x="2163" y="2853"/>
                </a:cubicBezTo>
                <a:cubicBezTo>
                  <a:pt x="2140" y="2853"/>
                  <a:pt x="2120" y="2834"/>
                  <a:pt x="2120" y="2810"/>
                </a:cubicBezTo>
                <a:cubicBezTo>
                  <a:pt x="2120" y="2786"/>
                  <a:pt x="2140" y="2767"/>
                  <a:pt x="2163" y="2767"/>
                </a:cubicBezTo>
                <a:cubicBezTo>
                  <a:pt x="2187" y="2767"/>
                  <a:pt x="2206" y="2786"/>
                  <a:pt x="2206" y="2810"/>
                </a:cubicBezTo>
                <a:close/>
                <a:moveTo>
                  <a:pt x="964" y="3960"/>
                </a:moveTo>
                <a:cubicBezTo>
                  <a:pt x="964" y="3979"/>
                  <a:pt x="949" y="3994"/>
                  <a:pt x="930" y="3994"/>
                </a:cubicBezTo>
                <a:cubicBezTo>
                  <a:pt x="911" y="3994"/>
                  <a:pt x="896" y="3979"/>
                  <a:pt x="896" y="3960"/>
                </a:cubicBezTo>
                <a:cubicBezTo>
                  <a:pt x="896" y="3941"/>
                  <a:pt x="911" y="3926"/>
                  <a:pt x="930" y="3926"/>
                </a:cubicBezTo>
                <a:cubicBezTo>
                  <a:pt x="949" y="3926"/>
                  <a:pt x="964" y="3941"/>
                  <a:pt x="964" y="3960"/>
                </a:cubicBezTo>
                <a:close/>
                <a:moveTo>
                  <a:pt x="7874" y="215"/>
                </a:moveTo>
                <a:cubicBezTo>
                  <a:pt x="7874" y="248"/>
                  <a:pt x="7847" y="276"/>
                  <a:pt x="7813" y="276"/>
                </a:cubicBezTo>
                <a:cubicBezTo>
                  <a:pt x="7779" y="276"/>
                  <a:pt x="7752" y="248"/>
                  <a:pt x="7752" y="215"/>
                </a:cubicBezTo>
                <a:cubicBezTo>
                  <a:pt x="7752" y="181"/>
                  <a:pt x="7779" y="153"/>
                  <a:pt x="7813" y="153"/>
                </a:cubicBezTo>
                <a:cubicBezTo>
                  <a:pt x="7847" y="153"/>
                  <a:pt x="7874" y="181"/>
                  <a:pt x="7874" y="215"/>
                </a:cubicBezTo>
                <a:close/>
                <a:moveTo>
                  <a:pt x="8104" y="3141"/>
                </a:moveTo>
                <a:cubicBezTo>
                  <a:pt x="8104" y="3173"/>
                  <a:pt x="8077" y="3199"/>
                  <a:pt x="8045" y="3199"/>
                </a:cubicBezTo>
                <a:cubicBezTo>
                  <a:pt x="8013" y="3199"/>
                  <a:pt x="7987" y="3173"/>
                  <a:pt x="7987" y="3141"/>
                </a:cubicBezTo>
                <a:cubicBezTo>
                  <a:pt x="7987" y="3108"/>
                  <a:pt x="8013" y="3082"/>
                  <a:pt x="8045" y="3082"/>
                </a:cubicBezTo>
                <a:cubicBezTo>
                  <a:pt x="8077" y="3082"/>
                  <a:pt x="8104" y="3108"/>
                  <a:pt x="8104" y="3141"/>
                </a:cubicBezTo>
                <a:close/>
                <a:moveTo>
                  <a:pt x="2555" y="4630"/>
                </a:moveTo>
                <a:cubicBezTo>
                  <a:pt x="2555" y="4656"/>
                  <a:pt x="2534" y="4677"/>
                  <a:pt x="2508" y="4677"/>
                </a:cubicBezTo>
                <a:cubicBezTo>
                  <a:pt x="2482" y="4677"/>
                  <a:pt x="2461" y="4656"/>
                  <a:pt x="2461" y="4630"/>
                </a:cubicBezTo>
                <a:cubicBezTo>
                  <a:pt x="2461" y="4604"/>
                  <a:pt x="2482" y="4583"/>
                  <a:pt x="2508" y="4583"/>
                </a:cubicBezTo>
                <a:cubicBezTo>
                  <a:pt x="2534" y="4583"/>
                  <a:pt x="2555" y="4604"/>
                  <a:pt x="2555" y="4630"/>
                </a:cubicBezTo>
                <a:close/>
                <a:moveTo>
                  <a:pt x="2383" y="6034"/>
                </a:moveTo>
                <a:cubicBezTo>
                  <a:pt x="2383" y="6060"/>
                  <a:pt x="2362" y="6081"/>
                  <a:pt x="2337" y="6081"/>
                </a:cubicBezTo>
                <a:cubicBezTo>
                  <a:pt x="2311" y="6081"/>
                  <a:pt x="2291" y="6060"/>
                  <a:pt x="2291" y="6034"/>
                </a:cubicBezTo>
                <a:cubicBezTo>
                  <a:pt x="2291" y="6009"/>
                  <a:pt x="2311" y="5988"/>
                  <a:pt x="2337" y="5988"/>
                </a:cubicBezTo>
                <a:cubicBezTo>
                  <a:pt x="2362" y="5988"/>
                  <a:pt x="2383" y="6009"/>
                  <a:pt x="2383" y="6034"/>
                </a:cubicBezTo>
                <a:close/>
                <a:moveTo>
                  <a:pt x="3788" y="5389"/>
                </a:moveTo>
                <a:cubicBezTo>
                  <a:pt x="3788" y="5413"/>
                  <a:pt x="3768" y="5433"/>
                  <a:pt x="3743" y="5433"/>
                </a:cubicBezTo>
                <a:cubicBezTo>
                  <a:pt x="3718" y="5433"/>
                  <a:pt x="3698" y="5413"/>
                  <a:pt x="3698" y="5389"/>
                </a:cubicBezTo>
                <a:cubicBezTo>
                  <a:pt x="3698" y="5364"/>
                  <a:pt x="3718" y="5344"/>
                  <a:pt x="3743" y="5344"/>
                </a:cubicBezTo>
                <a:cubicBezTo>
                  <a:pt x="3768" y="5344"/>
                  <a:pt x="3788" y="5364"/>
                  <a:pt x="3788" y="5389"/>
                </a:cubicBezTo>
                <a:close/>
                <a:moveTo>
                  <a:pt x="6722" y="1118"/>
                </a:moveTo>
                <a:cubicBezTo>
                  <a:pt x="6722" y="1153"/>
                  <a:pt x="6694" y="1182"/>
                  <a:pt x="6659" y="1182"/>
                </a:cubicBezTo>
                <a:cubicBezTo>
                  <a:pt x="6624" y="1182"/>
                  <a:pt x="6595" y="1153"/>
                  <a:pt x="6595" y="1118"/>
                </a:cubicBezTo>
                <a:cubicBezTo>
                  <a:pt x="6595" y="1083"/>
                  <a:pt x="6624" y="1054"/>
                  <a:pt x="6659" y="1054"/>
                </a:cubicBezTo>
                <a:cubicBezTo>
                  <a:pt x="6694" y="1054"/>
                  <a:pt x="6722" y="1083"/>
                  <a:pt x="6722" y="1118"/>
                </a:cubicBezTo>
                <a:close/>
                <a:moveTo>
                  <a:pt x="2683" y="370"/>
                </a:moveTo>
                <a:cubicBezTo>
                  <a:pt x="2683" y="408"/>
                  <a:pt x="2652" y="439"/>
                  <a:pt x="2614" y="439"/>
                </a:cubicBezTo>
                <a:cubicBezTo>
                  <a:pt x="2576" y="439"/>
                  <a:pt x="2545" y="408"/>
                  <a:pt x="2545" y="370"/>
                </a:cubicBezTo>
                <a:cubicBezTo>
                  <a:pt x="2545" y="332"/>
                  <a:pt x="2576" y="301"/>
                  <a:pt x="2614" y="301"/>
                </a:cubicBezTo>
                <a:cubicBezTo>
                  <a:pt x="2652" y="301"/>
                  <a:pt x="2683" y="332"/>
                  <a:pt x="2683" y="370"/>
                </a:cubicBezTo>
                <a:close/>
                <a:moveTo>
                  <a:pt x="1830" y="5926"/>
                </a:moveTo>
                <a:cubicBezTo>
                  <a:pt x="1830" y="5964"/>
                  <a:pt x="1799" y="5995"/>
                  <a:pt x="1761" y="5995"/>
                </a:cubicBezTo>
                <a:cubicBezTo>
                  <a:pt x="1722" y="5995"/>
                  <a:pt x="1691" y="5964"/>
                  <a:pt x="1691" y="5926"/>
                </a:cubicBezTo>
                <a:cubicBezTo>
                  <a:pt x="1691" y="5887"/>
                  <a:pt x="1722" y="5856"/>
                  <a:pt x="1761" y="5856"/>
                </a:cubicBezTo>
                <a:cubicBezTo>
                  <a:pt x="1799" y="5856"/>
                  <a:pt x="1830" y="5887"/>
                  <a:pt x="1830" y="5926"/>
                </a:cubicBezTo>
                <a:close/>
                <a:moveTo>
                  <a:pt x="6088" y="131"/>
                </a:moveTo>
                <a:cubicBezTo>
                  <a:pt x="6088" y="149"/>
                  <a:pt x="6073" y="163"/>
                  <a:pt x="6055" y="163"/>
                </a:cubicBezTo>
                <a:cubicBezTo>
                  <a:pt x="6037" y="163"/>
                  <a:pt x="6023" y="149"/>
                  <a:pt x="6023" y="131"/>
                </a:cubicBezTo>
                <a:cubicBezTo>
                  <a:pt x="6023" y="113"/>
                  <a:pt x="6037" y="98"/>
                  <a:pt x="6055" y="98"/>
                </a:cubicBezTo>
                <a:cubicBezTo>
                  <a:pt x="6073" y="98"/>
                  <a:pt x="6088" y="113"/>
                  <a:pt x="6088" y="131"/>
                </a:cubicBezTo>
                <a:close/>
                <a:moveTo>
                  <a:pt x="2170" y="2468"/>
                </a:moveTo>
                <a:cubicBezTo>
                  <a:pt x="2170" y="2498"/>
                  <a:pt x="2146" y="2523"/>
                  <a:pt x="2116" y="2523"/>
                </a:cubicBezTo>
                <a:cubicBezTo>
                  <a:pt x="2085" y="2523"/>
                  <a:pt x="2061" y="2498"/>
                  <a:pt x="2061" y="2468"/>
                </a:cubicBezTo>
                <a:cubicBezTo>
                  <a:pt x="2061" y="2438"/>
                  <a:pt x="2085" y="2414"/>
                  <a:pt x="2116" y="2414"/>
                </a:cubicBezTo>
                <a:cubicBezTo>
                  <a:pt x="2146" y="2414"/>
                  <a:pt x="2170" y="2438"/>
                  <a:pt x="2170" y="2468"/>
                </a:cubicBezTo>
                <a:close/>
                <a:moveTo>
                  <a:pt x="9654" y="2255"/>
                </a:moveTo>
                <a:cubicBezTo>
                  <a:pt x="9654" y="2275"/>
                  <a:pt x="9638" y="2291"/>
                  <a:pt x="9618" y="2291"/>
                </a:cubicBezTo>
                <a:cubicBezTo>
                  <a:pt x="9598" y="2291"/>
                  <a:pt x="9582" y="2275"/>
                  <a:pt x="9582" y="2255"/>
                </a:cubicBezTo>
                <a:cubicBezTo>
                  <a:pt x="9582" y="2236"/>
                  <a:pt x="9598" y="2220"/>
                  <a:pt x="9618" y="2220"/>
                </a:cubicBezTo>
                <a:cubicBezTo>
                  <a:pt x="9638" y="2220"/>
                  <a:pt x="9654" y="2236"/>
                  <a:pt x="9654" y="2255"/>
                </a:cubicBezTo>
                <a:close/>
                <a:moveTo>
                  <a:pt x="5647" y="908"/>
                </a:moveTo>
                <a:cubicBezTo>
                  <a:pt x="5647" y="927"/>
                  <a:pt x="5632" y="942"/>
                  <a:pt x="5614" y="942"/>
                </a:cubicBezTo>
                <a:cubicBezTo>
                  <a:pt x="5595" y="942"/>
                  <a:pt x="5580" y="927"/>
                  <a:pt x="5580" y="908"/>
                </a:cubicBezTo>
                <a:cubicBezTo>
                  <a:pt x="5580" y="890"/>
                  <a:pt x="5595" y="875"/>
                  <a:pt x="5614" y="875"/>
                </a:cubicBezTo>
                <a:cubicBezTo>
                  <a:pt x="5632" y="875"/>
                  <a:pt x="5647" y="890"/>
                  <a:pt x="5647" y="908"/>
                </a:cubicBezTo>
                <a:close/>
                <a:moveTo>
                  <a:pt x="5587" y="4372"/>
                </a:moveTo>
                <a:cubicBezTo>
                  <a:pt x="5587" y="4390"/>
                  <a:pt x="5572" y="4405"/>
                  <a:pt x="5554" y="4405"/>
                </a:cubicBezTo>
                <a:cubicBezTo>
                  <a:pt x="5536" y="4405"/>
                  <a:pt x="5522" y="4390"/>
                  <a:pt x="5522" y="4372"/>
                </a:cubicBezTo>
                <a:cubicBezTo>
                  <a:pt x="5522" y="4354"/>
                  <a:pt x="5536" y="4340"/>
                  <a:pt x="5554" y="4340"/>
                </a:cubicBezTo>
                <a:cubicBezTo>
                  <a:pt x="5572" y="4340"/>
                  <a:pt x="5587" y="4354"/>
                  <a:pt x="5587" y="4372"/>
                </a:cubicBezTo>
                <a:close/>
                <a:moveTo>
                  <a:pt x="4580" y="4421"/>
                </a:moveTo>
                <a:cubicBezTo>
                  <a:pt x="4580" y="4454"/>
                  <a:pt x="4553" y="4482"/>
                  <a:pt x="4519" y="4482"/>
                </a:cubicBezTo>
                <a:cubicBezTo>
                  <a:pt x="4486" y="4482"/>
                  <a:pt x="4459" y="4454"/>
                  <a:pt x="4459" y="4421"/>
                </a:cubicBezTo>
                <a:cubicBezTo>
                  <a:pt x="4459" y="4388"/>
                  <a:pt x="4486" y="4360"/>
                  <a:pt x="4519" y="4360"/>
                </a:cubicBezTo>
                <a:cubicBezTo>
                  <a:pt x="4553" y="4360"/>
                  <a:pt x="4580" y="4388"/>
                  <a:pt x="4580" y="4421"/>
                </a:cubicBezTo>
                <a:close/>
                <a:moveTo>
                  <a:pt x="3879" y="5558"/>
                </a:moveTo>
                <a:cubicBezTo>
                  <a:pt x="3879" y="5578"/>
                  <a:pt x="3862" y="5594"/>
                  <a:pt x="3842" y="5594"/>
                </a:cubicBezTo>
                <a:cubicBezTo>
                  <a:pt x="3822" y="5594"/>
                  <a:pt x="3805" y="5578"/>
                  <a:pt x="3805" y="5558"/>
                </a:cubicBezTo>
                <a:cubicBezTo>
                  <a:pt x="3805" y="5537"/>
                  <a:pt x="3822" y="5521"/>
                  <a:pt x="3842" y="5521"/>
                </a:cubicBezTo>
                <a:cubicBezTo>
                  <a:pt x="3862" y="5521"/>
                  <a:pt x="3879" y="5537"/>
                  <a:pt x="3879" y="5558"/>
                </a:cubicBezTo>
                <a:close/>
                <a:moveTo>
                  <a:pt x="7199" y="4842"/>
                </a:moveTo>
                <a:cubicBezTo>
                  <a:pt x="7199" y="4878"/>
                  <a:pt x="7170" y="4907"/>
                  <a:pt x="7134" y="4907"/>
                </a:cubicBezTo>
                <a:cubicBezTo>
                  <a:pt x="7098" y="4907"/>
                  <a:pt x="7068" y="4878"/>
                  <a:pt x="7068" y="4842"/>
                </a:cubicBezTo>
                <a:cubicBezTo>
                  <a:pt x="7068" y="4806"/>
                  <a:pt x="7098" y="4777"/>
                  <a:pt x="7134" y="4777"/>
                </a:cubicBezTo>
                <a:cubicBezTo>
                  <a:pt x="7170" y="4777"/>
                  <a:pt x="7199" y="4806"/>
                  <a:pt x="7199" y="4842"/>
                </a:cubicBezTo>
                <a:close/>
                <a:moveTo>
                  <a:pt x="4977" y="672"/>
                </a:moveTo>
                <a:cubicBezTo>
                  <a:pt x="4977" y="690"/>
                  <a:pt x="4963" y="704"/>
                  <a:pt x="4945" y="704"/>
                </a:cubicBezTo>
                <a:cubicBezTo>
                  <a:pt x="4928" y="704"/>
                  <a:pt x="4913" y="690"/>
                  <a:pt x="4913" y="672"/>
                </a:cubicBezTo>
                <a:cubicBezTo>
                  <a:pt x="4913" y="655"/>
                  <a:pt x="4928" y="640"/>
                  <a:pt x="4945" y="640"/>
                </a:cubicBezTo>
                <a:cubicBezTo>
                  <a:pt x="4963" y="640"/>
                  <a:pt x="4977" y="655"/>
                  <a:pt x="4977" y="672"/>
                </a:cubicBezTo>
                <a:close/>
                <a:moveTo>
                  <a:pt x="5341" y="1132"/>
                </a:moveTo>
                <a:cubicBezTo>
                  <a:pt x="5341" y="1162"/>
                  <a:pt x="5316" y="1187"/>
                  <a:pt x="5286" y="1187"/>
                </a:cubicBezTo>
                <a:cubicBezTo>
                  <a:pt x="5255" y="1187"/>
                  <a:pt x="5231" y="1162"/>
                  <a:pt x="5231" y="1132"/>
                </a:cubicBezTo>
                <a:cubicBezTo>
                  <a:pt x="5231" y="1101"/>
                  <a:pt x="5255" y="1077"/>
                  <a:pt x="5286" y="1077"/>
                </a:cubicBezTo>
                <a:cubicBezTo>
                  <a:pt x="5316" y="1077"/>
                  <a:pt x="5341" y="1101"/>
                  <a:pt x="5341" y="1132"/>
                </a:cubicBezTo>
                <a:close/>
                <a:moveTo>
                  <a:pt x="924" y="4894"/>
                </a:moveTo>
                <a:cubicBezTo>
                  <a:pt x="924" y="4916"/>
                  <a:pt x="906" y="4933"/>
                  <a:pt x="885" y="4933"/>
                </a:cubicBezTo>
                <a:cubicBezTo>
                  <a:pt x="863" y="4933"/>
                  <a:pt x="846" y="4916"/>
                  <a:pt x="846" y="4894"/>
                </a:cubicBezTo>
                <a:cubicBezTo>
                  <a:pt x="846" y="4873"/>
                  <a:pt x="863" y="4855"/>
                  <a:pt x="885" y="4855"/>
                </a:cubicBezTo>
                <a:cubicBezTo>
                  <a:pt x="906" y="4855"/>
                  <a:pt x="924" y="4873"/>
                  <a:pt x="924" y="4894"/>
                </a:cubicBezTo>
                <a:close/>
                <a:moveTo>
                  <a:pt x="228" y="1147"/>
                </a:moveTo>
                <a:cubicBezTo>
                  <a:pt x="228" y="1174"/>
                  <a:pt x="206" y="1196"/>
                  <a:pt x="179" y="1196"/>
                </a:cubicBezTo>
                <a:cubicBezTo>
                  <a:pt x="153" y="1196"/>
                  <a:pt x="131" y="1174"/>
                  <a:pt x="131" y="1147"/>
                </a:cubicBezTo>
                <a:cubicBezTo>
                  <a:pt x="131" y="1121"/>
                  <a:pt x="153" y="1099"/>
                  <a:pt x="179" y="1099"/>
                </a:cubicBezTo>
                <a:cubicBezTo>
                  <a:pt x="206" y="1099"/>
                  <a:pt x="228" y="1121"/>
                  <a:pt x="228" y="1147"/>
                </a:cubicBezTo>
                <a:close/>
                <a:moveTo>
                  <a:pt x="5624" y="2465"/>
                </a:moveTo>
                <a:cubicBezTo>
                  <a:pt x="5624" y="2485"/>
                  <a:pt x="5607" y="2501"/>
                  <a:pt x="5587" y="2501"/>
                </a:cubicBezTo>
                <a:cubicBezTo>
                  <a:pt x="5567" y="2501"/>
                  <a:pt x="5550" y="2485"/>
                  <a:pt x="5550" y="2465"/>
                </a:cubicBezTo>
                <a:cubicBezTo>
                  <a:pt x="5550" y="2444"/>
                  <a:pt x="5567" y="2428"/>
                  <a:pt x="5587" y="2428"/>
                </a:cubicBezTo>
                <a:cubicBezTo>
                  <a:pt x="5607" y="2428"/>
                  <a:pt x="5624" y="2444"/>
                  <a:pt x="5624" y="2465"/>
                </a:cubicBezTo>
                <a:close/>
                <a:moveTo>
                  <a:pt x="4874" y="5925"/>
                </a:moveTo>
                <a:cubicBezTo>
                  <a:pt x="4874" y="5954"/>
                  <a:pt x="4851" y="5977"/>
                  <a:pt x="4823" y="5977"/>
                </a:cubicBezTo>
                <a:cubicBezTo>
                  <a:pt x="4794" y="5977"/>
                  <a:pt x="4771" y="5954"/>
                  <a:pt x="4771" y="5925"/>
                </a:cubicBezTo>
                <a:cubicBezTo>
                  <a:pt x="4771" y="5897"/>
                  <a:pt x="4794" y="5874"/>
                  <a:pt x="4823" y="5874"/>
                </a:cubicBezTo>
                <a:cubicBezTo>
                  <a:pt x="4851" y="5874"/>
                  <a:pt x="4874" y="5897"/>
                  <a:pt x="4874" y="5925"/>
                </a:cubicBezTo>
                <a:close/>
                <a:moveTo>
                  <a:pt x="9439" y="236"/>
                </a:moveTo>
                <a:cubicBezTo>
                  <a:pt x="9439" y="274"/>
                  <a:pt x="9408" y="305"/>
                  <a:pt x="9369" y="305"/>
                </a:cubicBezTo>
                <a:cubicBezTo>
                  <a:pt x="9331" y="305"/>
                  <a:pt x="9299" y="274"/>
                  <a:pt x="9299" y="236"/>
                </a:cubicBezTo>
                <a:cubicBezTo>
                  <a:pt x="9299" y="197"/>
                  <a:pt x="9331" y="166"/>
                  <a:pt x="9369" y="166"/>
                </a:cubicBezTo>
                <a:cubicBezTo>
                  <a:pt x="9408" y="166"/>
                  <a:pt x="9439" y="197"/>
                  <a:pt x="9439" y="236"/>
                </a:cubicBezTo>
                <a:close/>
                <a:moveTo>
                  <a:pt x="8902" y="3432"/>
                </a:moveTo>
                <a:cubicBezTo>
                  <a:pt x="8902" y="3460"/>
                  <a:pt x="8880" y="3483"/>
                  <a:pt x="8851" y="3483"/>
                </a:cubicBezTo>
                <a:cubicBezTo>
                  <a:pt x="8823" y="3483"/>
                  <a:pt x="8801" y="3460"/>
                  <a:pt x="8801" y="3432"/>
                </a:cubicBezTo>
                <a:cubicBezTo>
                  <a:pt x="8801" y="3404"/>
                  <a:pt x="8823" y="3381"/>
                  <a:pt x="8851" y="3381"/>
                </a:cubicBezTo>
                <a:cubicBezTo>
                  <a:pt x="8880" y="3381"/>
                  <a:pt x="8902" y="3404"/>
                  <a:pt x="8902" y="3432"/>
                </a:cubicBezTo>
                <a:close/>
                <a:moveTo>
                  <a:pt x="5401" y="5696"/>
                </a:moveTo>
                <a:cubicBezTo>
                  <a:pt x="5401" y="5714"/>
                  <a:pt x="5386" y="5729"/>
                  <a:pt x="5368" y="5729"/>
                </a:cubicBezTo>
                <a:cubicBezTo>
                  <a:pt x="5350" y="5729"/>
                  <a:pt x="5335" y="5714"/>
                  <a:pt x="5335" y="5696"/>
                </a:cubicBezTo>
                <a:cubicBezTo>
                  <a:pt x="5335" y="5678"/>
                  <a:pt x="5350" y="5664"/>
                  <a:pt x="5368" y="5664"/>
                </a:cubicBezTo>
                <a:cubicBezTo>
                  <a:pt x="5386" y="5664"/>
                  <a:pt x="5401" y="5678"/>
                  <a:pt x="5401" y="5696"/>
                </a:cubicBezTo>
                <a:close/>
                <a:moveTo>
                  <a:pt x="6456" y="3419"/>
                </a:moveTo>
                <a:cubicBezTo>
                  <a:pt x="6456" y="3442"/>
                  <a:pt x="6437" y="3461"/>
                  <a:pt x="6414" y="3461"/>
                </a:cubicBezTo>
                <a:cubicBezTo>
                  <a:pt x="6391" y="3461"/>
                  <a:pt x="6372" y="3442"/>
                  <a:pt x="6372" y="3419"/>
                </a:cubicBezTo>
                <a:cubicBezTo>
                  <a:pt x="6372" y="3395"/>
                  <a:pt x="6391" y="3377"/>
                  <a:pt x="6414" y="3377"/>
                </a:cubicBezTo>
                <a:cubicBezTo>
                  <a:pt x="6437" y="3377"/>
                  <a:pt x="6456" y="3395"/>
                  <a:pt x="6456" y="3419"/>
                </a:cubicBezTo>
                <a:close/>
                <a:moveTo>
                  <a:pt x="7261" y="4525"/>
                </a:moveTo>
                <a:cubicBezTo>
                  <a:pt x="7261" y="4544"/>
                  <a:pt x="7246" y="4560"/>
                  <a:pt x="7227" y="4560"/>
                </a:cubicBezTo>
                <a:cubicBezTo>
                  <a:pt x="7208" y="4560"/>
                  <a:pt x="7193" y="4544"/>
                  <a:pt x="7193" y="4525"/>
                </a:cubicBezTo>
                <a:cubicBezTo>
                  <a:pt x="7193" y="4507"/>
                  <a:pt x="7208" y="4491"/>
                  <a:pt x="7227" y="4491"/>
                </a:cubicBezTo>
                <a:cubicBezTo>
                  <a:pt x="7246" y="4491"/>
                  <a:pt x="7261" y="4507"/>
                  <a:pt x="7261" y="4525"/>
                </a:cubicBezTo>
                <a:close/>
                <a:moveTo>
                  <a:pt x="7025" y="2869"/>
                </a:moveTo>
                <a:cubicBezTo>
                  <a:pt x="7025" y="2896"/>
                  <a:pt x="7003" y="2919"/>
                  <a:pt x="6976" y="2919"/>
                </a:cubicBezTo>
                <a:cubicBezTo>
                  <a:pt x="6948" y="2919"/>
                  <a:pt x="6926" y="2896"/>
                  <a:pt x="6926" y="2869"/>
                </a:cubicBezTo>
                <a:cubicBezTo>
                  <a:pt x="6926" y="2842"/>
                  <a:pt x="6948" y="2819"/>
                  <a:pt x="6976" y="2819"/>
                </a:cubicBezTo>
                <a:cubicBezTo>
                  <a:pt x="7003" y="2819"/>
                  <a:pt x="7025" y="2842"/>
                  <a:pt x="7025" y="2869"/>
                </a:cubicBezTo>
                <a:close/>
                <a:moveTo>
                  <a:pt x="6408" y="385"/>
                </a:moveTo>
                <a:cubicBezTo>
                  <a:pt x="6408" y="415"/>
                  <a:pt x="6384" y="440"/>
                  <a:pt x="6354" y="440"/>
                </a:cubicBezTo>
                <a:cubicBezTo>
                  <a:pt x="6324" y="440"/>
                  <a:pt x="6300" y="415"/>
                  <a:pt x="6300" y="385"/>
                </a:cubicBezTo>
                <a:cubicBezTo>
                  <a:pt x="6300" y="356"/>
                  <a:pt x="6324" y="331"/>
                  <a:pt x="6354" y="331"/>
                </a:cubicBezTo>
                <a:cubicBezTo>
                  <a:pt x="6384" y="331"/>
                  <a:pt x="6408" y="356"/>
                  <a:pt x="6408" y="385"/>
                </a:cubicBezTo>
                <a:close/>
                <a:moveTo>
                  <a:pt x="3784" y="5505"/>
                </a:moveTo>
                <a:cubicBezTo>
                  <a:pt x="3784" y="5527"/>
                  <a:pt x="3766" y="5545"/>
                  <a:pt x="3745" y="5545"/>
                </a:cubicBezTo>
                <a:cubicBezTo>
                  <a:pt x="3723" y="5545"/>
                  <a:pt x="3705" y="5527"/>
                  <a:pt x="3705" y="5505"/>
                </a:cubicBezTo>
                <a:cubicBezTo>
                  <a:pt x="3705" y="5484"/>
                  <a:pt x="3723" y="5466"/>
                  <a:pt x="3745" y="5466"/>
                </a:cubicBezTo>
                <a:cubicBezTo>
                  <a:pt x="3766" y="5466"/>
                  <a:pt x="3784" y="5484"/>
                  <a:pt x="3784" y="5505"/>
                </a:cubicBezTo>
                <a:close/>
                <a:moveTo>
                  <a:pt x="8254" y="4581"/>
                </a:moveTo>
                <a:cubicBezTo>
                  <a:pt x="8254" y="4611"/>
                  <a:pt x="8230" y="4636"/>
                  <a:pt x="8199" y="4636"/>
                </a:cubicBezTo>
                <a:cubicBezTo>
                  <a:pt x="8169" y="4636"/>
                  <a:pt x="8144" y="4611"/>
                  <a:pt x="8144" y="4581"/>
                </a:cubicBezTo>
                <a:cubicBezTo>
                  <a:pt x="8144" y="4550"/>
                  <a:pt x="8169" y="4526"/>
                  <a:pt x="8199" y="4526"/>
                </a:cubicBezTo>
                <a:cubicBezTo>
                  <a:pt x="8230" y="4526"/>
                  <a:pt x="8254" y="4550"/>
                  <a:pt x="8254" y="4581"/>
                </a:cubicBezTo>
                <a:close/>
                <a:moveTo>
                  <a:pt x="8775" y="280"/>
                </a:moveTo>
                <a:cubicBezTo>
                  <a:pt x="8775" y="310"/>
                  <a:pt x="8751" y="334"/>
                  <a:pt x="8721" y="334"/>
                </a:cubicBezTo>
                <a:cubicBezTo>
                  <a:pt x="8692" y="334"/>
                  <a:pt x="8667" y="310"/>
                  <a:pt x="8667" y="280"/>
                </a:cubicBezTo>
                <a:cubicBezTo>
                  <a:pt x="8667" y="251"/>
                  <a:pt x="8692" y="227"/>
                  <a:pt x="8721" y="227"/>
                </a:cubicBezTo>
                <a:cubicBezTo>
                  <a:pt x="8751" y="227"/>
                  <a:pt x="8775" y="251"/>
                  <a:pt x="8775" y="280"/>
                </a:cubicBezTo>
                <a:close/>
                <a:moveTo>
                  <a:pt x="6168" y="4261"/>
                </a:moveTo>
                <a:cubicBezTo>
                  <a:pt x="6168" y="4287"/>
                  <a:pt x="6147" y="4307"/>
                  <a:pt x="6122" y="4307"/>
                </a:cubicBezTo>
                <a:cubicBezTo>
                  <a:pt x="6096" y="4307"/>
                  <a:pt x="6076" y="4287"/>
                  <a:pt x="6076" y="4261"/>
                </a:cubicBezTo>
                <a:cubicBezTo>
                  <a:pt x="6076" y="4236"/>
                  <a:pt x="6096" y="4215"/>
                  <a:pt x="6122" y="4215"/>
                </a:cubicBezTo>
                <a:cubicBezTo>
                  <a:pt x="6147" y="4215"/>
                  <a:pt x="6168" y="4236"/>
                  <a:pt x="6168" y="4261"/>
                </a:cubicBezTo>
                <a:close/>
                <a:moveTo>
                  <a:pt x="787" y="1230"/>
                </a:moveTo>
                <a:cubicBezTo>
                  <a:pt x="787" y="1260"/>
                  <a:pt x="763" y="1284"/>
                  <a:pt x="733" y="1284"/>
                </a:cubicBezTo>
                <a:cubicBezTo>
                  <a:pt x="703" y="1284"/>
                  <a:pt x="679" y="1260"/>
                  <a:pt x="679" y="1230"/>
                </a:cubicBezTo>
                <a:cubicBezTo>
                  <a:pt x="679" y="1200"/>
                  <a:pt x="703" y="1175"/>
                  <a:pt x="733" y="1175"/>
                </a:cubicBezTo>
                <a:cubicBezTo>
                  <a:pt x="763" y="1175"/>
                  <a:pt x="787" y="1200"/>
                  <a:pt x="787" y="1230"/>
                </a:cubicBezTo>
                <a:close/>
                <a:moveTo>
                  <a:pt x="1890" y="459"/>
                </a:moveTo>
                <a:cubicBezTo>
                  <a:pt x="1890" y="484"/>
                  <a:pt x="1870" y="504"/>
                  <a:pt x="1845" y="504"/>
                </a:cubicBezTo>
                <a:cubicBezTo>
                  <a:pt x="1821" y="504"/>
                  <a:pt x="1801" y="484"/>
                  <a:pt x="1801" y="459"/>
                </a:cubicBezTo>
                <a:cubicBezTo>
                  <a:pt x="1801" y="435"/>
                  <a:pt x="1821" y="415"/>
                  <a:pt x="1845" y="415"/>
                </a:cubicBezTo>
                <a:cubicBezTo>
                  <a:pt x="1870" y="415"/>
                  <a:pt x="1890" y="435"/>
                  <a:pt x="1890" y="459"/>
                </a:cubicBezTo>
                <a:close/>
                <a:moveTo>
                  <a:pt x="4737" y="3378"/>
                </a:moveTo>
                <a:cubicBezTo>
                  <a:pt x="4737" y="3395"/>
                  <a:pt x="4723" y="3409"/>
                  <a:pt x="4706" y="3409"/>
                </a:cubicBezTo>
                <a:cubicBezTo>
                  <a:pt x="4689" y="3409"/>
                  <a:pt x="4675" y="3395"/>
                  <a:pt x="4675" y="3378"/>
                </a:cubicBezTo>
                <a:cubicBezTo>
                  <a:pt x="4675" y="3361"/>
                  <a:pt x="4689" y="3347"/>
                  <a:pt x="4706" y="3347"/>
                </a:cubicBezTo>
                <a:cubicBezTo>
                  <a:pt x="4723" y="3347"/>
                  <a:pt x="4737" y="3361"/>
                  <a:pt x="4737" y="3378"/>
                </a:cubicBezTo>
                <a:close/>
                <a:moveTo>
                  <a:pt x="7790" y="2127"/>
                </a:moveTo>
                <a:cubicBezTo>
                  <a:pt x="7790" y="2161"/>
                  <a:pt x="7762" y="2188"/>
                  <a:pt x="7729" y="2188"/>
                </a:cubicBezTo>
                <a:cubicBezTo>
                  <a:pt x="7695" y="2188"/>
                  <a:pt x="7667" y="2161"/>
                  <a:pt x="7667" y="2127"/>
                </a:cubicBezTo>
                <a:cubicBezTo>
                  <a:pt x="7667" y="2093"/>
                  <a:pt x="7695" y="2066"/>
                  <a:pt x="7729" y="2066"/>
                </a:cubicBezTo>
                <a:cubicBezTo>
                  <a:pt x="7762" y="2066"/>
                  <a:pt x="7790" y="2093"/>
                  <a:pt x="7790" y="2127"/>
                </a:cubicBezTo>
                <a:close/>
                <a:moveTo>
                  <a:pt x="189" y="5972"/>
                </a:moveTo>
                <a:cubicBezTo>
                  <a:pt x="189" y="6002"/>
                  <a:pt x="165" y="6026"/>
                  <a:pt x="135" y="6026"/>
                </a:cubicBezTo>
                <a:cubicBezTo>
                  <a:pt x="106" y="6026"/>
                  <a:pt x="82" y="6002"/>
                  <a:pt x="82" y="5972"/>
                </a:cubicBezTo>
                <a:cubicBezTo>
                  <a:pt x="82" y="5943"/>
                  <a:pt x="106" y="5919"/>
                  <a:pt x="135" y="5919"/>
                </a:cubicBezTo>
                <a:cubicBezTo>
                  <a:pt x="165" y="5919"/>
                  <a:pt x="189" y="5943"/>
                  <a:pt x="189" y="5972"/>
                </a:cubicBezTo>
                <a:close/>
                <a:moveTo>
                  <a:pt x="9780" y="6172"/>
                </a:moveTo>
                <a:cubicBezTo>
                  <a:pt x="9780" y="6207"/>
                  <a:pt x="9751" y="6236"/>
                  <a:pt x="9716" y="6236"/>
                </a:cubicBezTo>
                <a:cubicBezTo>
                  <a:pt x="9681" y="6236"/>
                  <a:pt x="9653" y="6207"/>
                  <a:pt x="9653" y="6172"/>
                </a:cubicBezTo>
                <a:cubicBezTo>
                  <a:pt x="9653" y="6137"/>
                  <a:pt x="9681" y="6109"/>
                  <a:pt x="9716" y="6109"/>
                </a:cubicBezTo>
                <a:cubicBezTo>
                  <a:pt x="9751" y="6109"/>
                  <a:pt x="9780" y="6137"/>
                  <a:pt x="9780" y="6172"/>
                </a:cubicBezTo>
                <a:close/>
                <a:moveTo>
                  <a:pt x="1141" y="2220"/>
                </a:moveTo>
                <a:cubicBezTo>
                  <a:pt x="1141" y="2241"/>
                  <a:pt x="1124" y="2259"/>
                  <a:pt x="1102" y="2259"/>
                </a:cubicBezTo>
                <a:cubicBezTo>
                  <a:pt x="1080" y="2259"/>
                  <a:pt x="1063" y="2241"/>
                  <a:pt x="1063" y="2220"/>
                </a:cubicBezTo>
                <a:cubicBezTo>
                  <a:pt x="1063" y="2198"/>
                  <a:pt x="1080" y="2180"/>
                  <a:pt x="1102" y="2180"/>
                </a:cubicBezTo>
                <a:cubicBezTo>
                  <a:pt x="1124" y="2180"/>
                  <a:pt x="1141" y="2198"/>
                  <a:pt x="1141" y="2220"/>
                </a:cubicBezTo>
                <a:close/>
                <a:moveTo>
                  <a:pt x="7811" y="1249"/>
                </a:moveTo>
                <a:cubicBezTo>
                  <a:pt x="7811" y="1270"/>
                  <a:pt x="7794" y="1287"/>
                  <a:pt x="7772" y="1287"/>
                </a:cubicBezTo>
                <a:cubicBezTo>
                  <a:pt x="7751" y="1287"/>
                  <a:pt x="7733" y="1270"/>
                  <a:pt x="7733" y="1249"/>
                </a:cubicBezTo>
                <a:cubicBezTo>
                  <a:pt x="7733" y="1227"/>
                  <a:pt x="7751" y="1210"/>
                  <a:pt x="7772" y="1210"/>
                </a:cubicBezTo>
                <a:cubicBezTo>
                  <a:pt x="7794" y="1210"/>
                  <a:pt x="7811" y="1227"/>
                  <a:pt x="7811" y="1249"/>
                </a:cubicBezTo>
                <a:close/>
                <a:moveTo>
                  <a:pt x="1213" y="802"/>
                </a:moveTo>
                <a:cubicBezTo>
                  <a:pt x="1213" y="839"/>
                  <a:pt x="1183" y="869"/>
                  <a:pt x="1145" y="869"/>
                </a:cubicBezTo>
                <a:cubicBezTo>
                  <a:pt x="1108" y="869"/>
                  <a:pt x="1078" y="839"/>
                  <a:pt x="1078" y="802"/>
                </a:cubicBezTo>
                <a:cubicBezTo>
                  <a:pt x="1078" y="764"/>
                  <a:pt x="1108" y="734"/>
                  <a:pt x="1145" y="734"/>
                </a:cubicBezTo>
                <a:cubicBezTo>
                  <a:pt x="1183" y="734"/>
                  <a:pt x="1213" y="764"/>
                  <a:pt x="1213" y="802"/>
                </a:cubicBezTo>
                <a:close/>
                <a:moveTo>
                  <a:pt x="9774" y="2366"/>
                </a:moveTo>
                <a:cubicBezTo>
                  <a:pt x="9774" y="2399"/>
                  <a:pt x="9748" y="2426"/>
                  <a:pt x="9715" y="2426"/>
                </a:cubicBezTo>
                <a:cubicBezTo>
                  <a:pt x="9682" y="2426"/>
                  <a:pt x="9655" y="2399"/>
                  <a:pt x="9655" y="2366"/>
                </a:cubicBezTo>
                <a:cubicBezTo>
                  <a:pt x="9655" y="2333"/>
                  <a:pt x="9682" y="2307"/>
                  <a:pt x="9715" y="2307"/>
                </a:cubicBezTo>
                <a:cubicBezTo>
                  <a:pt x="9748" y="2307"/>
                  <a:pt x="9774" y="2333"/>
                  <a:pt x="9774" y="2366"/>
                </a:cubicBezTo>
                <a:close/>
                <a:moveTo>
                  <a:pt x="4724" y="3294"/>
                </a:moveTo>
                <a:cubicBezTo>
                  <a:pt x="4724" y="3318"/>
                  <a:pt x="4703" y="3338"/>
                  <a:pt x="4679" y="3338"/>
                </a:cubicBezTo>
                <a:cubicBezTo>
                  <a:pt x="4654" y="3338"/>
                  <a:pt x="4634" y="3318"/>
                  <a:pt x="4634" y="3294"/>
                </a:cubicBezTo>
                <a:cubicBezTo>
                  <a:pt x="4634" y="3269"/>
                  <a:pt x="4654" y="3249"/>
                  <a:pt x="4679" y="3249"/>
                </a:cubicBezTo>
                <a:cubicBezTo>
                  <a:pt x="4703" y="3249"/>
                  <a:pt x="4724" y="3269"/>
                  <a:pt x="4724" y="3294"/>
                </a:cubicBezTo>
                <a:close/>
                <a:moveTo>
                  <a:pt x="6374" y="1521"/>
                </a:moveTo>
                <a:cubicBezTo>
                  <a:pt x="6374" y="1544"/>
                  <a:pt x="6356" y="1562"/>
                  <a:pt x="6334" y="1562"/>
                </a:cubicBezTo>
                <a:cubicBezTo>
                  <a:pt x="6312" y="1562"/>
                  <a:pt x="6294" y="1544"/>
                  <a:pt x="6294" y="1521"/>
                </a:cubicBezTo>
                <a:cubicBezTo>
                  <a:pt x="6294" y="1499"/>
                  <a:pt x="6312" y="1481"/>
                  <a:pt x="6334" y="1481"/>
                </a:cubicBezTo>
                <a:cubicBezTo>
                  <a:pt x="6356" y="1481"/>
                  <a:pt x="6374" y="1499"/>
                  <a:pt x="6374" y="1521"/>
                </a:cubicBezTo>
                <a:close/>
                <a:moveTo>
                  <a:pt x="5224" y="1281"/>
                </a:moveTo>
                <a:cubicBezTo>
                  <a:pt x="5224" y="1307"/>
                  <a:pt x="5203" y="1328"/>
                  <a:pt x="5177" y="1328"/>
                </a:cubicBezTo>
                <a:cubicBezTo>
                  <a:pt x="5151" y="1328"/>
                  <a:pt x="5129" y="1307"/>
                  <a:pt x="5129" y="1281"/>
                </a:cubicBezTo>
                <a:cubicBezTo>
                  <a:pt x="5129" y="1255"/>
                  <a:pt x="5151" y="1233"/>
                  <a:pt x="5177" y="1233"/>
                </a:cubicBezTo>
                <a:cubicBezTo>
                  <a:pt x="5203" y="1233"/>
                  <a:pt x="5224" y="1255"/>
                  <a:pt x="5224" y="1281"/>
                </a:cubicBezTo>
                <a:close/>
                <a:moveTo>
                  <a:pt x="9429" y="195"/>
                </a:moveTo>
                <a:cubicBezTo>
                  <a:pt x="9429" y="214"/>
                  <a:pt x="9414" y="229"/>
                  <a:pt x="9395" y="229"/>
                </a:cubicBezTo>
                <a:cubicBezTo>
                  <a:pt x="9376" y="229"/>
                  <a:pt x="9361" y="214"/>
                  <a:pt x="9361" y="195"/>
                </a:cubicBezTo>
                <a:cubicBezTo>
                  <a:pt x="9361" y="176"/>
                  <a:pt x="9376" y="161"/>
                  <a:pt x="9395" y="161"/>
                </a:cubicBezTo>
                <a:cubicBezTo>
                  <a:pt x="9414" y="161"/>
                  <a:pt x="9429" y="176"/>
                  <a:pt x="9429" y="195"/>
                </a:cubicBezTo>
                <a:close/>
                <a:moveTo>
                  <a:pt x="8010" y="416"/>
                </a:moveTo>
                <a:cubicBezTo>
                  <a:pt x="8010" y="438"/>
                  <a:pt x="7992" y="456"/>
                  <a:pt x="7970" y="456"/>
                </a:cubicBezTo>
                <a:cubicBezTo>
                  <a:pt x="7948" y="456"/>
                  <a:pt x="7930" y="438"/>
                  <a:pt x="7930" y="416"/>
                </a:cubicBezTo>
                <a:cubicBezTo>
                  <a:pt x="7930" y="393"/>
                  <a:pt x="7948" y="376"/>
                  <a:pt x="7970" y="376"/>
                </a:cubicBezTo>
                <a:cubicBezTo>
                  <a:pt x="7992" y="376"/>
                  <a:pt x="8010" y="393"/>
                  <a:pt x="8010" y="416"/>
                </a:cubicBezTo>
                <a:close/>
                <a:moveTo>
                  <a:pt x="8520" y="3810"/>
                </a:moveTo>
                <a:cubicBezTo>
                  <a:pt x="8520" y="3831"/>
                  <a:pt x="8503" y="3849"/>
                  <a:pt x="8482" y="3849"/>
                </a:cubicBezTo>
                <a:cubicBezTo>
                  <a:pt x="8460" y="3849"/>
                  <a:pt x="8443" y="3831"/>
                  <a:pt x="8443" y="3810"/>
                </a:cubicBezTo>
                <a:cubicBezTo>
                  <a:pt x="8443" y="3788"/>
                  <a:pt x="8460" y="3771"/>
                  <a:pt x="8482" y="3771"/>
                </a:cubicBezTo>
                <a:cubicBezTo>
                  <a:pt x="8503" y="3771"/>
                  <a:pt x="8520" y="3788"/>
                  <a:pt x="8520" y="3810"/>
                </a:cubicBezTo>
                <a:close/>
                <a:moveTo>
                  <a:pt x="673" y="1763"/>
                </a:moveTo>
                <a:cubicBezTo>
                  <a:pt x="673" y="1787"/>
                  <a:pt x="654" y="1805"/>
                  <a:pt x="631" y="1805"/>
                </a:cubicBezTo>
                <a:cubicBezTo>
                  <a:pt x="607" y="1805"/>
                  <a:pt x="589" y="1787"/>
                  <a:pt x="589" y="1763"/>
                </a:cubicBezTo>
                <a:cubicBezTo>
                  <a:pt x="589" y="1740"/>
                  <a:pt x="607" y="1721"/>
                  <a:pt x="631" y="1721"/>
                </a:cubicBezTo>
                <a:cubicBezTo>
                  <a:pt x="654" y="1721"/>
                  <a:pt x="673" y="1740"/>
                  <a:pt x="673" y="1763"/>
                </a:cubicBezTo>
                <a:close/>
                <a:moveTo>
                  <a:pt x="8035" y="6106"/>
                </a:moveTo>
                <a:cubicBezTo>
                  <a:pt x="8035" y="6140"/>
                  <a:pt x="8007" y="6167"/>
                  <a:pt x="7973" y="6167"/>
                </a:cubicBezTo>
                <a:cubicBezTo>
                  <a:pt x="7939" y="6167"/>
                  <a:pt x="7912" y="6140"/>
                  <a:pt x="7912" y="6106"/>
                </a:cubicBezTo>
                <a:cubicBezTo>
                  <a:pt x="7912" y="6072"/>
                  <a:pt x="7939" y="6044"/>
                  <a:pt x="7973" y="6044"/>
                </a:cubicBezTo>
                <a:cubicBezTo>
                  <a:pt x="8007" y="6044"/>
                  <a:pt x="8035" y="6072"/>
                  <a:pt x="8035" y="6106"/>
                </a:cubicBezTo>
                <a:close/>
                <a:moveTo>
                  <a:pt x="9043" y="5827"/>
                </a:moveTo>
                <a:cubicBezTo>
                  <a:pt x="9043" y="5863"/>
                  <a:pt x="9014" y="5892"/>
                  <a:pt x="8978" y="5892"/>
                </a:cubicBezTo>
                <a:cubicBezTo>
                  <a:pt x="8942" y="5892"/>
                  <a:pt x="8913" y="5863"/>
                  <a:pt x="8913" y="5827"/>
                </a:cubicBezTo>
                <a:cubicBezTo>
                  <a:pt x="8913" y="5791"/>
                  <a:pt x="8942" y="5762"/>
                  <a:pt x="8978" y="5762"/>
                </a:cubicBezTo>
                <a:cubicBezTo>
                  <a:pt x="9014" y="5762"/>
                  <a:pt x="9043" y="5791"/>
                  <a:pt x="9043" y="5827"/>
                </a:cubicBezTo>
                <a:close/>
                <a:moveTo>
                  <a:pt x="9192" y="6056"/>
                </a:moveTo>
                <a:cubicBezTo>
                  <a:pt x="9192" y="6075"/>
                  <a:pt x="9177" y="6090"/>
                  <a:pt x="9158" y="6090"/>
                </a:cubicBezTo>
                <a:cubicBezTo>
                  <a:pt x="9140" y="6090"/>
                  <a:pt x="9124" y="6075"/>
                  <a:pt x="9124" y="6056"/>
                </a:cubicBezTo>
                <a:cubicBezTo>
                  <a:pt x="9124" y="6037"/>
                  <a:pt x="9140" y="6022"/>
                  <a:pt x="9158" y="6022"/>
                </a:cubicBezTo>
                <a:cubicBezTo>
                  <a:pt x="9177" y="6022"/>
                  <a:pt x="9192" y="6037"/>
                  <a:pt x="9192" y="6056"/>
                </a:cubicBezTo>
                <a:close/>
                <a:moveTo>
                  <a:pt x="3250" y="1590"/>
                </a:moveTo>
                <a:cubicBezTo>
                  <a:pt x="3250" y="1620"/>
                  <a:pt x="3225" y="1644"/>
                  <a:pt x="3195" y="1644"/>
                </a:cubicBezTo>
                <a:cubicBezTo>
                  <a:pt x="3166" y="1644"/>
                  <a:pt x="3141" y="1620"/>
                  <a:pt x="3141" y="1590"/>
                </a:cubicBezTo>
                <a:cubicBezTo>
                  <a:pt x="3141" y="1560"/>
                  <a:pt x="3166" y="1536"/>
                  <a:pt x="3195" y="1536"/>
                </a:cubicBezTo>
                <a:cubicBezTo>
                  <a:pt x="3225" y="1536"/>
                  <a:pt x="3250" y="1560"/>
                  <a:pt x="3250" y="1590"/>
                </a:cubicBezTo>
                <a:close/>
                <a:moveTo>
                  <a:pt x="4982" y="2208"/>
                </a:moveTo>
                <a:cubicBezTo>
                  <a:pt x="4982" y="2243"/>
                  <a:pt x="4953" y="2272"/>
                  <a:pt x="4918" y="2272"/>
                </a:cubicBezTo>
                <a:cubicBezTo>
                  <a:pt x="4883" y="2272"/>
                  <a:pt x="4855" y="2243"/>
                  <a:pt x="4855" y="2208"/>
                </a:cubicBezTo>
                <a:cubicBezTo>
                  <a:pt x="4855" y="2173"/>
                  <a:pt x="4883" y="2145"/>
                  <a:pt x="4918" y="2145"/>
                </a:cubicBezTo>
                <a:cubicBezTo>
                  <a:pt x="4953" y="2145"/>
                  <a:pt x="4982" y="2173"/>
                  <a:pt x="4982" y="2208"/>
                </a:cubicBezTo>
                <a:close/>
                <a:moveTo>
                  <a:pt x="4042" y="1353"/>
                </a:moveTo>
                <a:cubicBezTo>
                  <a:pt x="4042" y="1375"/>
                  <a:pt x="4024" y="1394"/>
                  <a:pt x="4001" y="1394"/>
                </a:cubicBezTo>
                <a:cubicBezTo>
                  <a:pt x="3979" y="1394"/>
                  <a:pt x="3960" y="1375"/>
                  <a:pt x="3960" y="1353"/>
                </a:cubicBezTo>
                <a:cubicBezTo>
                  <a:pt x="3960" y="1330"/>
                  <a:pt x="3979" y="1312"/>
                  <a:pt x="4001" y="1312"/>
                </a:cubicBezTo>
                <a:cubicBezTo>
                  <a:pt x="4024" y="1312"/>
                  <a:pt x="4042" y="1330"/>
                  <a:pt x="4042" y="1353"/>
                </a:cubicBezTo>
                <a:close/>
                <a:moveTo>
                  <a:pt x="4674" y="3842"/>
                </a:moveTo>
                <a:cubicBezTo>
                  <a:pt x="4674" y="3871"/>
                  <a:pt x="4651" y="3895"/>
                  <a:pt x="4622" y="3895"/>
                </a:cubicBezTo>
                <a:cubicBezTo>
                  <a:pt x="4593" y="3895"/>
                  <a:pt x="4569" y="3871"/>
                  <a:pt x="4569" y="3842"/>
                </a:cubicBezTo>
                <a:cubicBezTo>
                  <a:pt x="4569" y="3813"/>
                  <a:pt x="4593" y="3789"/>
                  <a:pt x="4622" y="3789"/>
                </a:cubicBezTo>
                <a:cubicBezTo>
                  <a:pt x="4651" y="3789"/>
                  <a:pt x="4674" y="3813"/>
                  <a:pt x="4674" y="3842"/>
                </a:cubicBezTo>
                <a:close/>
                <a:moveTo>
                  <a:pt x="4452" y="1212"/>
                </a:moveTo>
                <a:cubicBezTo>
                  <a:pt x="4452" y="1238"/>
                  <a:pt x="4431" y="1259"/>
                  <a:pt x="4406" y="1259"/>
                </a:cubicBezTo>
                <a:cubicBezTo>
                  <a:pt x="4380" y="1259"/>
                  <a:pt x="4360" y="1238"/>
                  <a:pt x="4360" y="1212"/>
                </a:cubicBezTo>
                <a:cubicBezTo>
                  <a:pt x="4360" y="1187"/>
                  <a:pt x="4380" y="1166"/>
                  <a:pt x="4406" y="1166"/>
                </a:cubicBezTo>
                <a:cubicBezTo>
                  <a:pt x="4431" y="1166"/>
                  <a:pt x="4452" y="1187"/>
                  <a:pt x="4452" y="1212"/>
                </a:cubicBezTo>
                <a:close/>
                <a:moveTo>
                  <a:pt x="3320" y="1115"/>
                </a:moveTo>
                <a:cubicBezTo>
                  <a:pt x="3320" y="1143"/>
                  <a:pt x="3297" y="1166"/>
                  <a:pt x="3268" y="1166"/>
                </a:cubicBezTo>
                <a:cubicBezTo>
                  <a:pt x="3240" y="1166"/>
                  <a:pt x="3216" y="1143"/>
                  <a:pt x="3216" y="1115"/>
                </a:cubicBezTo>
                <a:cubicBezTo>
                  <a:pt x="3216" y="1086"/>
                  <a:pt x="3240" y="1063"/>
                  <a:pt x="3268" y="1063"/>
                </a:cubicBezTo>
                <a:cubicBezTo>
                  <a:pt x="3297" y="1063"/>
                  <a:pt x="3320" y="1086"/>
                  <a:pt x="3320" y="1115"/>
                </a:cubicBezTo>
                <a:close/>
                <a:moveTo>
                  <a:pt x="1974" y="4469"/>
                </a:moveTo>
                <a:cubicBezTo>
                  <a:pt x="1974" y="4500"/>
                  <a:pt x="1948" y="4525"/>
                  <a:pt x="1917" y="4525"/>
                </a:cubicBezTo>
                <a:cubicBezTo>
                  <a:pt x="1886" y="4525"/>
                  <a:pt x="1861" y="4500"/>
                  <a:pt x="1861" y="4469"/>
                </a:cubicBezTo>
                <a:cubicBezTo>
                  <a:pt x="1861" y="4438"/>
                  <a:pt x="1886" y="4413"/>
                  <a:pt x="1917" y="4413"/>
                </a:cubicBezTo>
                <a:cubicBezTo>
                  <a:pt x="1948" y="4413"/>
                  <a:pt x="1974" y="4438"/>
                  <a:pt x="1974" y="4469"/>
                </a:cubicBezTo>
                <a:close/>
                <a:moveTo>
                  <a:pt x="1457" y="3935"/>
                </a:moveTo>
                <a:cubicBezTo>
                  <a:pt x="1457" y="3959"/>
                  <a:pt x="1438" y="3978"/>
                  <a:pt x="1414" y="3978"/>
                </a:cubicBezTo>
                <a:cubicBezTo>
                  <a:pt x="1390" y="3978"/>
                  <a:pt x="1370" y="3959"/>
                  <a:pt x="1370" y="3935"/>
                </a:cubicBezTo>
                <a:cubicBezTo>
                  <a:pt x="1370" y="3910"/>
                  <a:pt x="1390" y="3891"/>
                  <a:pt x="1414" y="3891"/>
                </a:cubicBezTo>
                <a:cubicBezTo>
                  <a:pt x="1438" y="3891"/>
                  <a:pt x="1457" y="3910"/>
                  <a:pt x="1457" y="3935"/>
                </a:cubicBezTo>
                <a:close/>
                <a:moveTo>
                  <a:pt x="4537" y="3818"/>
                </a:moveTo>
                <a:cubicBezTo>
                  <a:pt x="4537" y="3851"/>
                  <a:pt x="4510" y="3878"/>
                  <a:pt x="4476" y="3878"/>
                </a:cubicBezTo>
                <a:cubicBezTo>
                  <a:pt x="4443" y="3878"/>
                  <a:pt x="4416" y="3851"/>
                  <a:pt x="4416" y="3818"/>
                </a:cubicBezTo>
                <a:cubicBezTo>
                  <a:pt x="4416" y="3784"/>
                  <a:pt x="4443" y="3757"/>
                  <a:pt x="4476" y="3757"/>
                </a:cubicBezTo>
                <a:cubicBezTo>
                  <a:pt x="4510" y="3757"/>
                  <a:pt x="4537" y="3784"/>
                  <a:pt x="4537" y="3818"/>
                </a:cubicBezTo>
                <a:close/>
                <a:moveTo>
                  <a:pt x="8836" y="4605"/>
                </a:moveTo>
                <a:cubicBezTo>
                  <a:pt x="8836" y="4626"/>
                  <a:pt x="8819" y="4644"/>
                  <a:pt x="8798" y="4644"/>
                </a:cubicBezTo>
                <a:cubicBezTo>
                  <a:pt x="8777" y="4644"/>
                  <a:pt x="8759" y="4626"/>
                  <a:pt x="8759" y="4605"/>
                </a:cubicBezTo>
                <a:cubicBezTo>
                  <a:pt x="8759" y="4584"/>
                  <a:pt x="8777" y="4567"/>
                  <a:pt x="8798" y="4567"/>
                </a:cubicBezTo>
                <a:cubicBezTo>
                  <a:pt x="8819" y="4567"/>
                  <a:pt x="8836" y="4584"/>
                  <a:pt x="8836" y="4605"/>
                </a:cubicBezTo>
                <a:close/>
                <a:moveTo>
                  <a:pt x="5446" y="2136"/>
                </a:moveTo>
                <a:cubicBezTo>
                  <a:pt x="5446" y="2153"/>
                  <a:pt x="5433" y="2167"/>
                  <a:pt x="5416" y="2167"/>
                </a:cubicBezTo>
                <a:cubicBezTo>
                  <a:pt x="5399" y="2167"/>
                  <a:pt x="5385" y="2153"/>
                  <a:pt x="5385" y="2136"/>
                </a:cubicBezTo>
                <a:cubicBezTo>
                  <a:pt x="5385" y="2120"/>
                  <a:pt x="5399" y="2106"/>
                  <a:pt x="5416" y="2106"/>
                </a:cubicBezTo>
                <a:cubicBezTo>
                  <a:pt x="5433" y="2106"/>
                  <a:pt x="5446" y="2120"/>
                  <a:pt x="5446" y="2136"/>
                </a:cubicBezTo>
                <a:close/>
                <a:moveTo>
                  <a:pt x="5584" y="2975"/>
                </a:moveTo>
                <a:cubicBezTo>
                  <a:pt x="5584" y="3011"/>
                  <a:pt x="5555" y="3040"/>
                  <a:pt x="5520" y="3040"/>
                </a:cubicBezTo>
                <a:cubicBezTo>
                  <a:pt x="5484" y="3040"/>
                  <a:pt x="5455" y="3011"/>
                  <a:pt x="5455" y="2975"/>
                </a:cubicBezTo>
                <a:cubicBezTo>
                  <a:pt x="5455" y="2939"/>
                  <a:pt x="5484" y="2910"/>
                  <a:pt x="5520" y="2910"/>
                </a:cubicBezTo>
                <a:cubicBezTo>
                  <a:pt x="5555" y="2910"/>
                  <a:pt x="5584" y="2939"/>
                  <a:pt x="5584" y="2975"/>
                </a:cubicBezTo>
                <a:close/>
                <a:moveTo>
                  <a:pt x="3305" y="5225"/>
                </a:moveTo>
                <a:cubicBezTo>
                  <a:pt x="3305" y="5253"/>
                  <a:pt x="3283" y="5276"/>
                  <a:pt x="3255" y="5276"/>
                </a:cubicBezTo>
                <a:cubicBezTo>
                  <a:pt x="3227" y="5276"/>
                  <a:pt x="3204" y="5253"/>
                  <a:pt x="3204" y="5225"/>
                </a:cubicBezTo>
                <a:cubicBezTo>
                  <a:pt x="3204" y="5197"/>
                  <a:pt x="3227" y="5175"/>
                  <a:pt x="3255" y="5175"/>
                </a:cubicBezTo>
                <a:cubicBezTo>
                  <a:pt x="3283" y="5175"/>
                  <a:pt x="3305" y="5197"/>
                  <a:pt x="3305" y="5225"/>
                </a:cubicBezTo>
                <a:close/>
                <a:moveTo>
                  <a:pt x="1073" y="4502"/>
                </a:moveTo>
                <a:cubicBezTo>
                  <a:pt x="1073" y="4525"/>
                  <a:pt x="1054" y="4543"/>
                  <a:pt x="1031" y="4543"/>
                </a:cubicBezTo>
                <a:cubicBezTo>
                  <a:pt x="1009" y="4543"/>
                  <a:pt x="990" y="4525"/>
                  <a:pt x="990" y="4502"/>
                </a:cubicBezTo>
                <a:cubicBezTo>
                  <a:pt x="990" y="4479"/>
                  <a:pt x="1009" y="4461"/>
                  <a:pt x="1031" y="4461"/>
                </a:cubicBezTo>
                <a:cubicBezTo>
                  <a:pt x="1054" y="4461"/>
                  <a:pt x="1073" y="4479"/>
                  <a:pt x="1073" y="4502"/>
                </a:cubicBezTo>
                <a:close/>
                <a:moveTo>
                  <a:pt x="5363" y="500"/>
                </a:moveTo>
                <a:cubicBezTo>
                  <a:pt x="5363" y="517"/>
                  <a:pt x="5349" y="530"/>
                  <a:pt x="5332" y="530"/>
                </a:cubicBezTo>
                <a:cubicBezTo>
                  <a:pt x="5315" y="530"/>
                  <a:pt x="5302" y="517"/>
                  <a:pt x="5302" y="500"/>
                </a:cubicBezTo>
                <a:cubicBezTo>
                  <a:pt x="5302" y="483"/>
                  <a:pt x="5315" y="470"/>
                  <a:pt x="5332" y="470"/>
                </a:cubicBezTo>
                <a:cubicBezTo>
                  <a:pt x="5349" y="470"/>
                  <a:pt x="5363" y="483"/>
                  <a:pt x="5363" y="500"/>
                </a:cubicBezTo>
                <a:close/>
                <a:moveTo>
                  <a:pt x="9204" y="318"/>
                </a:moveTo>
                <a:cubicBezTo>
                  <a:pt x="9204" y="338"/>
                  <a:pt x="9188" y="354"/>
                  <a:pt x="9168" y="354"/>
                </a:cubicBezTo>
                <a:cubicBezTo>
                  <a:pt x="9148" y="354"/>
                  <a:pt x="9132" y="338"/>
                  <a:pt x="9132" y="318"/>
                </a:cubicBezTo>
                <a:cubicBezTo>
                  <a:pt x="9132" y="298"/>
                  <a:pt x="9148" y="282"/>
                  <a:pt x="9168" y="282"/>
                </a:cubicBezTo>
                <a:cubicBezTo>
                  <a:pt x="9188" y="282"/>
                  <a:pt x="9204" y="298"/>
                  <a:pt x="9204" y="318"/>
                </a:cubicBezTo>
                <a:close/>
                <a:moveTo>
                  <a:pt x="1730" y="653"/>
                </a:moveTo>
                <a:cubicBezTo>
                  <a:pt x="1730" y="687"/>
                  <a:pt x="1702" y="716"/>
                  <a:pt x="1667" y="716"/>
                </a:cubicBezTo>
                <a:cubicBezTo>
                  <a:pt x="1632" y="716"/>
                  <a:pt x="1604" y="687"/>
                  <a:pt x="1604" y="653"/>
                </a:cubicBezTo>
                <a:cubicBezTo>
                  <a:pt x="1604" y="618"/>
                  <a:pt x="1632" y="590"/>
                  <a:pt x="1667" y="590"/>
                </a:cubicBezTo>
                <a:cubicBezTo>
                  <a:pt x="1702" y="590"/>
                  <a:pt x="1730" y="618"/>
                  <a:pt x="1730" y="653"/>
                </a:cubicBezTo>
                <a:close/>
                <a:moveTo>
                  <a:pt x="9949" y="4082"/>
                </a:moveTo>
                <a:cubicBezTo>
                  <a:pt x="9949" y="4107"/>
                  <a:pt x="9929" y="4128"/>
                  <a:pt x="9903" y="4128"/>
                </a:cubicBezTo>
                <a:cubicBezTo>
                  <a:pt x="9878" y="4128"/>
                  <a:pt x="9857" y="4107"/>
                  <a:pt x="9857" y="4082"/>
                </a:cubicBezTo>
                <a:cubicBezTo>
                  <a:pt x="9857" y="4057"/>
                  <a:pt x="9878" y="4036"/>
                  <a:pt x="9903" y="4036"/>
                </a:cubicBezTo>
                <a:cubicBezTo>
                  <a:pt x="9929" y="4036"/>
                  <a:pt x="9949" y="4057"/>
                  <a:pt x="9949" y="4082"/>
                </a:cubicBezTo>
                <a:close/>
                <a:moveTo>
                  <a:pt x="8881" y="3196"/>
                </a:moveTo>
                <a:cubicBezTo>
                  <a:pt x="8881" y="3215"/>
                  <a:pt x="8865" y="3231"/>
                  <a:pt x="8846" y="3231"/>
                </a:cubicBezTo>
                <a:cubicBezTo>
                  <a:pt x="8826" y="3231"/>
                  <a:pt x="8811" y="3215"/>
                  <a:pt x="8811" y="3196"/>
                </a:cubicBezTo>
                <a:cubicBezTo>
                  <a:pt x="8811" y="3176"/>
                  <a:pt x="8826" y="3160"/>
                  <a:pt x="8846" y="3160"/>
                </a:cubicBezTo>
                <a:cubicBezTo>
                  <a:pt x="8865" y="3160"/>
                  <a:pt x="8881" y="3176"/>
                  <a:pt x="8881" y="3196"/>
                </a:cubicBezTo>
                <a:close/>
                <a:moveTo>
                  <a:pt x="6924" y="2283"/>
                </a:moveTo>
                <a:cubicBezTo>
                  <a:pt x="6924" y="2305"/>
                  <a:pt x="6906" y="2324"/>
                  <a:pt x="6884" y="2324"/>
                </a:cubicBezTo>
                <a:cubicBezTo>
                  <a:pt x="6861" y="2324"/>
                  <a:pt x="6843" y="2305"/>
                  <a:pt x="6843" y="2283"/>
                </a:cubicBezTo>
                <a:cubicBezTo>
                  <a:pt x="6843" y="2260"/>
                  <a:pt x="6861" y="2242"/>
                  <a:pt x="6884" y="2242"/>
                </a:cubicBezTo>
                <a:cubicBezTo>
                  <a:pt x="6906" y="2242"/>
                  <a:pt x="6924" y="2260"/>
                  <a:pt x="6924" y="2283"/>
                </a:cubicBezTo>
                <a:close/>
                <a:moveTo>
                  <a:pt x="3260" y="2444"/>
                </a:moveTo>
                <a:cubicBezTo>
                  <a:pt x="3260" y="2465"/>
                  <a:pt x="3243" y="2482"/>
                  <a:pt x="3223" y="2482"/>
                </a:cubicBezTo>
                <a:cubicBezTo>
                  <a:pt x="3202" y="2482"/>
                  <a:pt x="3186" y="2465"/>
                  <a:pt x="3186" y="2444"/>
                </a:cubicBezTo>
                <a:cubicBezTo>
                  <a:pt x="3186" y="2424"/>
                  <a:pt x="3202" y="2407"/>
                  <a:pt x="3223" y="2407"/>
                </a:cubicBezTo>
                <a:cubicBezTo>
                  <a:pt x="3243" y="2407"/>
                  <a:pt x="3260" y="2424"/>
                  <a:pt x="3260" y="2444"/>
                </a:cubicBezTo>
                <a:close/>
                <a:moveTo>
                  <a:pt x="6167" y="5441"/>
                </a:moveTo>
                <a:cubicBezTo>
                  <a:pt x="6167" y="5471"/>
                  <a:pt x="6143" y="5494"/>
                  <a:pt x="6114" y="5494"/>
                </a:cubicBezTo>
                <a:cubicBezTo>
                  <a:pt x="6085" y="5494"/>
                  <a:pt x="6061" y="5471"/>
                  <a:pt x="6061" y="5441"/>
                </a:cubicBezTo>
                <a:cubicBezTo>
                  <a:pt x="6061" y="5412"/>
                  <a:pt x="6085" y="5389"/>
                  <a:pt x="6114" y="5389"/>
                </a:cubicBezTo>
                <a:cubicBezTo>
                  <a:pt x="6143" y="5389"/>
                  <a:pt x="6167" y="5412"/>
                  <a:pt x="6167" y="5441"/>
                </a:cubicBezTo>
                <a:close/>
                <a:moveTo>
                  <a:pt x="175" y="4299"/>
                </a:moveTo>
                <a:cubicBezTo>
                  <a:pt x="175" y="4316"/>
                  <a:pt x="161" y="4330"/>
                  <a:pt x="144" y="4330"/>
                </a:cubicBezTo>
                <a:cubicBezTo>
                  <a:pt x="127" y="4330"/>
                  <a:pt x="113" y="4316"/>
                  <a:pt x="113" y="4299"/>
                </a:cubicBezTo>
                <a:cubicBezTo>
                  <a:pt x="113" y="4282"/>
                  <a:pt x="127" y="4268"/>
                  <a:pt x="144" y="4268"/>
                </a:cubicBezTo>
                <a:cubicBezTo>
                  <a:pt x="161" y="4268"/>
                  <a:pt x="175" y="4282"/>
                  <a:pt x="175" y="4299"/>
                </a:cubicBezTo>
                <a:close/>
                <a:moveTo>
                  <a:pt x="4847" y="5425"/>
                </a:moveTo>
                <a:cubicBezTo>
                  <a:pt x="4847" y="5456"/>
                  <a:pt x="4822" y="5482"/>
                  <a:pt x="4790" y="5482"/>
                </a:cubicBezTo>
                <a:cubicBezTo>
                  <a:pt x="4759" y="5482"/>
                  <a:pt x="4733" y="5456"/>
                  <a:pt x="4733" y="5425"/>
                </a:cubicBezTo>
                <a:cubicBezTo>
                  <a:pt x="4733" y="5393"/>
                  <a:pt x="4759" y="5368"/>
                  <a:pt x="4790" y="5368"/>
                </a:cubicBezTo>
                <a:cubicBezTo>
                  <a:pt x="4822" y="5368"/>
                  <a:pt x="4847" y="5393"/>
                  <a:pt x="4847" y="5425"/>
                </a:cubicBezTo>
                <a:close/>
                <a:moveTo>
                  <a:pt x="9083" y="4736"/>
                </a:moveTo>
                <a:cubicBezTo>
                  <a:pt x="9083" y="4759"/>
                  <a:pt x="9064" y="4777"/>
                  <a:pt x="9042" y="4777"/>
                </a:cubicBezTo>
                <a:cubicBezTo>
                  <a:pt x="9019" y="4777"/>
                  <a:pt x="9001" y="4759"/>
                  <a:pt x="9001" y="4736"/>
                </a:cubicBezTo>
                <a:cubicBezTo>
                  <a:pt x="9001" y="4713"/>
                  <a:pt x="9019" y="4695"/>
                  <a:pt x="9042" y="4695"/>
                </a:cubicBezTo>
                <a:cubicBezTo>
                  <a:pt x="9064" y="4695"/>
                  <a:pt x="9083" y="4713"/>
                  <a:pt x="9083" y="4736"/>
                </a:cubicBezTo>
                <a:close/>
                <a:moveTo>
                  <a:pt x="1530" y="2856"/>
                </a:moveTo>
                <a:cubicBezTo>
                  <a:pt x="1530" y="2888"/>
                  <a:pt x="1505" y="2914"/>
                  <a:pt x="1473" y="2914"/>
                </a:cubicBezTo>
                <a:cubicBezTo>
                  <a:pt x="1442" y="2914"/>
                  <a:pt x="1416" y="2888"/>
                  <a:pt x="1416" y="2856"/>
                </a:cubicBezTo>
                <a:cubicBezTo>
                  <a:pt x="1416" y="2825"/>
                  <a:pt x="1442" y="2799"/>
                  <a:pt x="1473" y="2799"/>
                </a:cubicBezTo>
                <a:cubicBezTo>
                  <a:pt x="1505" y="2799"/>
                  <a:pt x="1530" y="2825"/>
                  <a:pt x="1530" y="2856"/>
                </a:cubicBezTo>
                <a:close/>
                <a:moveTo>
                  <a:pt x="2408" y="2110"/>
                </a:moveTo>
                <a:cubicBezTo>
                  <a:pt x="2408" y="2143"/>
                  <a:pt x="2381" y="2170"/>
                  <a:pt x="2348" y="2170"/>
                </a:cubicBezTo>
                <a:cubicBezTo>
                  <a:pt x="2315" y="2170"/>
                  <a:pt x="2288" y="2143"/>
                  <a:pt x="2288" y="2110"/>
                </a:cubicBezTo>
                <a:cubicBezTo>
                  <a:pt x="2288" y="2077"/>
                  <a:pt x="2315" y="2050"/>
                  <a:pt x="2348" y="2050"/>
                </a:cubicBezTo>
                <a:cubicBezTo>
                  <a:pt x="2381" y="2050"/>
                  <a:pt x="2408" y="2077"/>
                  <a:pt x="2408" y="2110"/>
                </a:cubicBezTo>
                <a:close/>
                <a:moveTo>
                  <a:pt x="3544" y="3783"/>
                </a:moveTo>
                <a:cubicBezTo>
                  <a:pt x="3544" y="3811"/>
                  <a:pt x="3521" y="3835"/>
                  <a:pt x="3492" y="3835"/>
                </a:cubicBezTo>
                <a:cubicBezTo>
                  <a:pt x="3464" y="3835"/>
                  <a:pt x="3440" y="3811"/>
                  <a:pt x="3440" y="3783"/>
                </a:cubicBezTo>
                <a:cubicBezTo>
                  <a:pt x="3440" y="3754"/>
                  <a:pt x="3464" y="3731"/>
                  <a:pt x="3492" y="3731"/>
                </a:cubicBezTo>
                <a:cubicBezTo>
                  <a:pt x="3521" y="3731"/>
                  <a:pt x="3544" y="3754"/>
                  <a:pt x="3544" y="3783"/>
                </a:cubicBezTo>
                <a:close/>
                <a:moveTo>
                  <a:pt x="9284" y="220"/>
                </a:moveTo>
                <a:cubicBezTo>
                  <a:pt x="9284" y="241"/>
                  <a:pt x="9267" y="257"/>
                  <a:pt x="9246" y="257"/>
                </a:cubicBezTo>
                <a:cubicBezTo>
                  <a:pt x="9226" y="257"/>
                  <a:pt x="9209" y="241"/>
                  <a:pt x="9209" y="220"/>
                </a:cubicBezTo>
                <a:cubicBezTo>
                  <a:pt x="9209" y="199"/>
                  <a:pt x="9226" y="182"/>
                  <a:pt x="9246" y="182"/>
                </a:cubicBezTo>
                <a:cubicBezTo>
                  <a:pt x="9267" y="182"/>
                  <a:pt x="9284" y="199"/>
                  <a:pt x="9284" y="220"/>
                </a:cubicBezTo>
                <a:close/>
                <a:moveTo>
                  <a:pt x="7792" y="4206"/>
                </a:moveTo>
                <a:cubicBezTo>
                  <a:pt x="7792" y="4224"/>
                  <a:pt x="7777" y="4239"/>
                  <a:pt x="7758" y="4239"/>
                </a:cubicBezTo>
                <a:cubicBezTo>
                  <a:pt x="7739" y="4239"/>
                  <a:pt x="7724" y="4224"/>
                  <a:pt x="7724" y="4206"/>
                </a:cubicBezTo>
                <a:cubicBezTo>
                  <a:pt x="7724" y="4187"/>
                  <a:pt x="7739" y="4172"/>
                  <a:pt x="7758" y="4172"/>
                </a:cubicBezTo>
                <a:cubicBezTo>
                  <a:pt x="7777" y="4172"/>
                  <a:pt x="7792" y="4187"/>
                  <a:pt x="7792" y="4206"/>
                </a:cubicBezTo>
                <a:close/>
                <a:moveTo>
                  <a:pt x="1434" y="1364"/>
                </a:moveTo>
                <a:cubicBezTo>
                  <a:pt x="1434" y="1393"/>
                  <a:pt x="1411" y="1416"/>
                  <a:pt x="1382" y="1416"/>
                </a:cubicBezTo>
                <a:cubicBezTo>
                  <a:pt x="1354" y="1416"/>
                  <a:pt x="1331" y="1393"/>
                  <a:pt x="1331" y="1364"/>
                </a:cubicBezTo>
                <a:cubicBezTo>
                  <a:pt x="1331" y="1336"/>
                  <a:pt x="1354" y="1312"/>
                  <a:pt x="1382" y="1312"/>
                </a:cubicBezTo>
                <a:cubicBezTo>
                  <a:pt x="1411" y="1312"/>
                  <a:pt x="1434" y="1336"/>
                  <a:pt x="1434" y="1364"/>
                </a:cubicBezTo>
                <a:close/>
                <a:moveTo>
                  <a:pt x="9022" y="1400"/>
                </a:moveTo>
                <a:cubicBezTo>
                  <a:pt x="9022" y="1421"/>
                  <a:pt x="9005" y="1438"/>
                  <a:pt x="8984" y="1438"/>
                </a:cubicBezTo>
                <a:cubicBezTo>
                  <a:pt x="8963" y="1438"/>
                  <a:pt x="8946" y="1421"/>
                  <a:pt x="8946" y="1400"/>
                </a:cubicBezTo>
                <a:cubicBezTo>
                  <a:pt x="8946" y="1379"/>
                  <a:pt x="8963" y="1362"/>
                  <a:pt x="8984" y="1362"/>
                </a:cubicBezTo>
                <a:cubicBezTo>
                  <a:pt x="9005" y="1362"/>
                  <a:pt x="9022" y="1379"/>
                  <a:pt x="9022" y="1400"/>
                </a:cubicBezTo>
                <a:close/>
                <a:moveTo>
                  <a:pt x="6904" y="2680"/>
                </a:moveTo>
                <a:cubicBezTo>
                  <a:pt x="6904" y="2716"/>
                  <a:pt x="6875" y="2744"/>
                  <a:pt x="6840" y="2744"/>
                </a:cubicBezTo>
                <a:cubicBezTo>
                  <a:pt x="6804" y="2744"/>
                  <a:pt x="6776" y="2716"/>
                  <a:pt x="6776" y="2680"/>
                </a:cubicBezTo>
                <a:cubicBezTo>
                  <a:pt x="6776" y="2645"/>
                  <a:pt x="6804" y="2617"/>
                  <a:pt x="6840" y="2617"/>
                </a:cubicBezTo>
                <a:cubicBezTo>
                  <a:pt x="6875" y="2617"/>
                  <a:pt x="6904" y="2645"/>
                  <a:pt x="6904" y="2680"/>
                </a:cubicBezTo>
                <a:close/>
                <a:moveTo>
                  <a:pt x="9999" y="5861"/>
                </a:moveTo>
                <a:cubicBezTo>
                  <a:pt x="9999" y="5894"/>
                  <a:pt x="9973" y="5920"/>
                  <a:pt x="9940" y="5920"/>
                </a:cubicBezTo>
                <a:cubicBezTo>
                  <a:pt x="9908" y="5920"/>
                  <a:pt x="9882" y="5894"/>
                  <a:pt x="9882" y="5861"/>
                </a:cubicBezTo>
                <a:cubicBezTo>
                  <a:pt x="9882" y="5829"/>
                  <a:pt x="9908" y="5803"/>
                  <a:pt x="9940" y="5803"/>
                </a:cubicBezTo>
                <a:cubicBezTo>
                  <a:pt x="9973" y="5803"/>
                  <a:pt x="9999" y="5829"/>
                  <a:pt x="9999" y="5861"/>
                </a:cubicBezTo>
                <a:close/>
                <a:moveTo>
                  <a:pt x="5025" y="435"/>
                </a:moveTo>
                <a:cubicBezTo>
                  <a:pt x="5025" y="469"/>
                  <a:pt x="4997" y="497"/>
                  <a:pt x="4963" y="497"/>
                </a:cubicBezTo>
                <a:cubicBezTo>
                  <a:pt x="4928" y="497"/>
                  <a:pt x="4901" y="469"/>
                  <a:pt x="4901" y="435"/>
                </a:cubicBezTo>
                <a:cubicBezTo>
                  <a:pt x="4901" y="400"/>
                  <a:pt x="4928" y="372"/>
                  <a:pt x="4963" y="372"/>
                </a:cubicBezTo>
                <a:cubicBezTo>
                  <a:pt x="4997" y="372"/>
                  <a:pt x="5025" y="400"/>
                  <a:pt x="5025" y="435"/>
                </a:cubicBezTo>
                <a:close/>
                <a:moveTo>
                  <a:pt x="4051" y="2932"/>
                </a:moveTo>
                <a:cubicBezTo>
                  <a:pt x="4051" y="2962"/>
                  <a:pt x="4027" y="2987"/>
                  <a:pt x="3996" y="2987"/>
                </a:cubicBezTo>
                <a:cubicBezTo>
                  <a:pt x="3965" y="2987"/>
                  <a:pt x="3941" y="2962"/>
                  <a:pt x="3941" y="2932"/>
                </a:cubicBezTo>
                <a:cubicBezTo>
                  <a:pt x="3941" y="2901"/>
                  <a:pt x="3965" y="2876"/>
                  <a:pt x="3996" y="2876"/>
                </a:cubicBezTo>
                <a:cubicBezTo>
                  <a:pt x="4027" y="2876"/>
                  <a:pt x="4051" y="2901"/>
                  <a:pt x="4051" y="2932"/>
                </a:cubicBezTo>
                <a:close/>
                <a:moveTo>
                  <a:pt x="9661" y="3504"/>
                </a:moveTo>
                <a:cubicBezTo>
                  <a:pt x="9661" y="3541"/>
                  <a:pt x="9632" y="3571"/>
                  <a:pt x="9595" y="3571"/>
                </a:cubicBezTo>
                <a:cubicBezTo>
                  <a:pt x="9558" y="3571"/>
                  <a:pt x="9528" y="3541"/>
                  <a:pt x="9528" y="3504"/>
                </a:cubicBezTo>
                <a:cubicBezTo>
                  <a:pt x="9528" y="3467"/>
                  <a:pt x="9558" y="3438"/>
                  <a:pt x="9595" y="3438"/>
                </a:cubicBezTo>
                <a:cubicBezTo>
                  <a:pt x="9632" y="3438"/>
                  <a:pt x="9661" y="3467"/>
                  <a:pt x="9661" y="3504"/>
                </a:cubicBezTo>
                <a:close/>
                <a:moveTo>
                  <a:pt x="9639" y="583"/>
                </a:moveTo>
                <a:cubicBezTo>
                  <a:pt x="9639" y="608"/>
                  <a:pt x="9620" y="628"/>
                  <a:pt x="9595" y="628"/>
                </a:cubicBezTo>
                <a:cubicBezTo>
                  <a:pt x="9571" y="628"/>
                  <a:pt x="9551" y="608"/>
                  <a:pt x="9551" y="583"/>
                </a:cubicBezTo>
                <a:cubicBezTo>
                  <a:pt x="9551" y="559"/>
                  <a:pt x="9571" y="539"/>
                  <a:pt x="9595" y="539"/>
                </a:cubicBezTo>
                <a:cubicBezTo>
                  <a:pt x="9620" y="539"/>
                  <a:pt x="9639" y="559"/>
                  <a:pt x="9639" y="583"/>
                </a:cubicBezTo>
                <a:close/>
                <a:moveTo>
                  <a:pt x="8916" y="4815"/>
                </a:moveTo>
                <a:cubicBezTo>
                  <a:pt x="8916" y="4853"/>
                  <a:pt x="8885" y="4884"/>
                  <a:pt x="8847" y="4884"/>
                </a:cubicBezTo>
                <a:cubicBezTo>
                  <a:pt x="8809" y="4884"/>
                  <a:pt x="8778" y="4853"/>
                  <a:pt x="8778" y="4815"/>
                </a:cubicBezTo>
                <a:cubicBezTo>
                  <a:pt x="8778" y="4777"/>
                  <a:pt x="8809" y="4746"/>
                  <a:pt x="8847" y="4746"/>
                </a:cubicBezTo>
                <a:cubicBezTo>
                  <a:pt x="8885" y="4746"/>
                  <a:pt x="8916" y="4777"/>
                  <a:pt x="8916" y="4815"/>
                </a:cubicBezTo>
                <a:close/>
                <a:moveTo>
                  <a:pt x="1962" y="3350"/>
                </a:moveTo>
                <a:cubicBezTo>
                  <a:pt x="1962" y="3388"/>
                  <a:pt x="1932" y="3418"/>
                  <a:pt x="1895" y="3418"/>
                </a:cubicBezTo>
                <a:cubicBezTo>
                  <a:pt x="1858" y="3418"/>
                  <a:pt x="1828" y="3388"/>
                  <a:pt x="1828" y="3350"/>
                </a:cubicBezTo>
                <a:cubicBezTo>
                  <a:pt x="1828" y="3313"/>
                  <a:pt x="1858" y="3283"/>
                  <a:pt x="1895" y="3283"/>
                </a:cubicBezTo>
                <a:cubicBezTo>
                  <a:pt x="1932" y="3283"/>
                  <a:pt x="1962" y="3313"/>
                  <a:pt x="1962" y="3350"/>
                </a:cubicBezTo>
                <a:close/>
                <a:moveTo>
                  <a:pt x="5464" y="4214"/>
                </a:moveTo>
                <a:cubicBezTo>
                  <a:pt x="5464" y="4252"/>
                  <a:pt x="5433" y="4283"/>
                  <a:pt x="5395" y="4283"/>
                </a:cubicBezTo>
                <a:cubicBezTo>
                  <a:pt x="5357" y="4283"/>
                  <a:pt x="5326" y="4252"/>
                  <a:pt x="5326" y="4214"/>
                </a:cubicBezTo>
                <a:cubicBezTo>
                  <a:pt x="5326" y="4176"/>
                  <a:pt x="5357" y="4145"/>
                  <a:pt x="5395" y="4145"/>
                </a:cubicBezTo>
                <a:cubicBezTo>
                  <a:pt x="5433" y="4145"/>
                  <a:pt x="5464" y="4176"/>
                  <a:pt x="5464" y="4214"/>
                </a:cubicBezTo>
                <a:close/>
                <a:moveTo>
                  <a:pt x="1830" y="407"/>
                </a:moveTo>
                <a:cubicBezTo>
                  <a:pt x="1830" y="443"/>
                  <a:pt x="1802" y="472"/>
                  <a:pt x="1766" y="472"/>
                </a:cubicBezTo>
                <a:cubicBezTo>
                  <a:pt x="1731" y="472"/>
                  <a:pt x="1702" y="443"/>
                  <a:pt x="1702" y="407"/>
                </a:cubicBezTo>
                <a:cubicBezTo>
                  <a:pt x="1702" y="372"/>
                  <a:pt x="1731" y="343"/>
                  <a:pt x="1766" y="343"/>
                </a:cubicBezTo>
                <a:cubicBezTo>
                  <a:pt x="1802" y="343"/>
                  <a:pt x="1830" y="372"/>
                  <a:pt x="1830" y="407"/>
                </a:cubicBezTo>
                <a:close/>
                <a:moveTo>
                  <a:pt x="5866" y="1299"/>
                </a:moveTo>
                <a:cubicBezTo>
                  <a:pt x="5866" y="1334"/>
                  <a:pt x="5838" y="1363"/>
                  <a:pt x="5803" y="1363"/>
                </a:cubicBezTo>
                <a:cubicBezTo>
                  <a:pt x="5768" y="1363"/>
                  <a:pt x="5740" y="1334"/>
                  <a:pt x="5740" y="1299"/>
                </a:cubicBezTo>
                <a:cubicBezTo>
                  <a:pt x="5740" y="1264"/>
                  <a:pt x="5768" y="1236"/>
                  <a:pt x="5803" y="1236"/>
                </a:cubicBezTo>
                <a:cubicBezTo>
                  <a:pt x="5838" y="1236"/>
                  <a:pt x="5866" y="1264"/>
                  <a:pt x="5866" y="1299"/>
                </a:cubicBezTo>
                <a:close/>
                <a:moveTo>
                  <a:pt x="2899" y="862"/>
                </a:moveTo>
                <a:cubicBezTo>
                  <a:pt x="2899" y="885"/>
                  <a:pt x="2880" y="904"/>
                  <a:pt x="2857" y="904"/>
                </a:cubicBezTo>
                <a:cubicBezTo>
                  <a:pt x="2834" y="904"/>
                  <a:pt x="2815" y="885"/>
                  <a:pt x="2815" y="862"/>
                </a:cubicBezTo>
                <a:cubicBezTo>
                  <a:pt x="2815" y="839"/>
                  <a:pt x="2834" y="820"/>
                  <a:pt x="2857" y="820"/>
                </a:cubicBezTo>
                <a:cubicBezTo>
                  <a:pt x="2880" y="820"/>
                  <a:pt x="2899" y="839"/>
                  <a:pt x="2899" y="862"/>
                </a:cubicBezTo>
                <a:close/>
                <a:moveTo>
                  <a:pt x="469" y="2573"/>
                </a:moveTo>
                <a:cubicBezTo>
                  <a:pt x="469" y="2607"/>
                  <a:pt x="441" y="2634"/>
                  <a:pt x="407" y="2634"/>
                </a:cubicBezTo>
                <a:cubicBezTo>
                  <a:pt x="374" y="2634"/>
                  <a:pt x="346" y="2607"/>
                  <a:pt x="346" y="2573"/>
                </a:cubicBezTo>
                <a:cubicBezTo>
                  <a:pt x="346" y="2539"/>
                  <a:pt x="374" y="2512"/>
                  <a:pt x="407" y="2512"/>
                </a:cubicBezTo>
                <a:cubicBezTo>
                  <a:pt x="441" y="2512"/>
                  <a:pt x="469" y="2539"/>
                  <a:pt x="469" y="2573"/>
                </a:cubicBezTo>
                <a:close/>
                <a:moveTo>
                  <a:pt x="4577" y="6038"/>
                </a:moveTo>
                <a:cubicBezTo>
                  <a:pt x="4577" y="6055"/>
                  <a:pt x="4563" y="6069"/>
                  <a:pt x="4545" y="6069"/>
                </a:cubicBezTo>
                <a:cubicBezTo>
                  <a:pt x="4528" y="6069"/>
                  <a:pt x="4514" y="6055"/>
                  <a:pt x="4514" y="6038"/>
                </a:cubicBezTo>
                <a:cubicBezTo>
                  <a:pt x="4514" y="6020"/>
                  <a:pt x="4528" y="6006"/>
                  <a:pt x="4545" y="6006"/>
                </a:cubicBezTo>
                <a:cubicBezTo>
                  <a:pt x="4563" y="6006"/>
                  <a:pt x="4577" y="6020"/>
                  <a:pt x="4577" y="6038"/>
                </a:cubicBezTo>
                <a:close/>
                <a:moveTo>
                  <a:pt x="1817" y="949"/>
                </a:moveTo>
                <a:cubicBezTo>
                  <a:pt x="1817" y="978"/>
                  <a:pt x="1793" y="1002"/>
                  <a:pt x="1764" y="1002"/>
                </a:cubicBezTo>
                <a:cubicBezTo>
                  <a:pt x="1735" y="1002"/>
                  <a:pt x="1711" y="978"/>
                  <a:pt x="1711" y="949"/>
                </a:cubicBezTo>
                <a:cubicBezTo>
                  <a:pt x="1711" y="920"/>
                  <a:pt x="1735" y="896"/>
                  <a:pt x="1764" y="896"/>
                </a:cubicBezTo>
                <a:cubicBezTo>
                  <a:pt x="1793" y="896"/>
                  <a:pt x="1817" y="920"/>
                  <a:pt x="1817" y="949"/>
                </a:cubicBezTo>
                <a:close/>
                <a:moveTo>
                  <a:pt x="2078" y="4194"/>
                </a:moveTo>
                <a:cubicBezTo>
                  <a:pt x="2078" y="4222"/>
                  <a:pt x="2055" y="4245"/>
                  <a:pt x="2027" y="4245"/>
                </a:cubicBezTo>
                <a:cubicBezTo>
                  <a:pt x="1999" y="4245"/>
                  <a:pt x="1976" y="4222"/>
                  <a:pt x="1976" y="4194"/>
                </a:cubicBezTo>
                <a:cubicBezTo>
                  <a:pt x="1976" y="4166"/>
                  <a:pt x="1999" y="4143"/>
                  <a:pt x="2027" y="4143"/>
                </a:cubicBezTo>
                <a:cubicBezTo>
                  <a:pt x="2055" y="4143"/>
                  <a:pt x="2078" y="4166"/>
                  <a:pt x="2078" y="4194"/>
                </a:cubicBezTo>
                <a:close/>
                <a:moveTo>
                  <a:pt x="5862" y="5296"/>
                </a:moveTo>
                <a:cubicBezTo>
                  <a:pt x="5862" y="5330"/>
                  <a:pt x="5835" y="5358"/>
                  <a:pt x="5801" y="5358"/>
                </a:cubicBezTo>
                <a:cubicBezTo>
                  <a:pt x="5767" y="5358"/>
                  <a:pt x="5739" y="5330"/>
                  <a:pt x="5739" y="5296"/>
                </a:cubicBezTo>
                <a:cubicBezTo>
                  <a:pt x="5739" y="5262"/>
                  <a:pt x="5767" y="5235"/>
                  <a:pt x="5801" y="5235"/>
                </a:cubicBezTo>
                <a:cubicBezTo>
                  <a:pt x="5835" y="5235"/>
                  <a:pt x="5862" y="5262"/>
                  <a:pt x="5862" y="5296"/>
                </a:cubicBezTo>
                <a:close/>
                <a:moveTo>
                  <a:pt x="9227" y="1000"/>
                </a:moveTo>
                <a:cubicBezTo>
                  <a:pt x="9227" y="1025"/>
                  <a:pt x="9206" y="1045"/>
                  <a:pt x="9181" y="1045"/>
                </a:cubicBezTo>
                <a:cubicBezTo>
                  <a:pt x="9157" y="1045"/>
                  <a:pt x="9136" y="1025"/>
                  <a:pt x="9136" y="1000"/>
                </a:cubicBezTo>
                <a:cubicBezTo>
                  <a:pt x="9136" y="975"/>
                  <a:pt x="9157" y="955"/>
                  <a:pt x="9181" y="955"/>
                </a:cubicBezTo>
                <a:cubicBezTo>
                  <a:pt x="9206" y="955"/>
                  <a:pt x="9227" y="975"/>
                  <a:pt x="9227" y="1000"/>
                </a:cubicBezTo>
                <a:close/>
                <a:moveTo>
                  <a:pt x="9600" y="2517"/>
                </a:moveTo>
                <a:cubicBezTo>
                  <a:pt x="9600" y="2540"/>
                  <a:pt x="9581" y="2559"/>
                  <a:pt x="9558" y="2559"/>
                </a:cubicBezTo>
                <a:cubicBezTo>
                  <a:pt x="9535" y="2559"/>
                  <a:pt x="9517" y="2540"/>
                  <a:pt x="9517" y="2517"/>
                </a:cubicBezTo>
                <a:cubicBezTo>
                  <a:pt x="9517" y="2495"/>
                  <a:pt x="9535" y="2476"/>
                  <a:pt x="9558" y="2476"/>
                </a:cubicBezTo>
                <a:cubicBezTo>
                  <a:pt x="9581" y="2476"/>
                  <a:pt x="9600" y="2495"/>
                  <a:pt x="9600" y="2517"/>
                </a:cubicBezTo>
                <a:close/>
                <a:moveTo>
                  <a:pt x="4884" y="1179"/>
                </a:moveTo>
                <a:cubicBezTo>
                  <a:pt x="4884" y="1214"/>
                  <a:pt x="4856" y="1243"/>
                  <a:pt x="4820" y="1243"/>
                </a:cubicBezTo>
                <a:cubicBezTo>
                  <a:pt x="4785" y="1243"/>
                  <a:pt x="4756" y="1214"/>
                  <a:pt x="4756" y="1179"/>
                </a:cubicBezTo>
                <a:cubicBezTo>
                  <a:pt x="4756" y="1143"/>
                  <a:pt x="4785" y="1115"/>
                  <a:pt x="4820" y="1115"/>
                </a:cubicBezTo>
                <a:cubicBezTo>
                  <a:pt x="4856" y="1115"/>
                  <a:pt x="4884" y="1143"/>
                  <a:pt x="4884" y="1179"/>
                </a:cubicBezTo>
                <a:close/>
                <a:moveTo>
                  <a:pt x="6416" y="644"/>
                </a:moveTo>
                <a:cubicBezTo>
                  <a:pt x="6416" y="681"/>
                  <a:pt x="6385" y="712"/>
                  <a:pt x="6347" y="712"/>
                </a:cubicBezTo>
                <a:cubicBezTo>
                  <a:pt x="6309" y="712"/>
                  <a:pt x="6278" y="681"/>
                  <a:pt x="6278" y="644"/>
                </a:cubicBezTo>
                <a:cubicBezTo>
                  <a:pt x="6278" y="606"/>
                  <a:pt x="6309" y="575"/>
                  <a:pt x="6347" y="575"/>
                </a:cubicBezTo>
                <a:cubicBezTo>
                  <a:pt x="6385" y="575"/>
                  <a:pt x="6416" y="606"/>
                  <a:pt x="6416" y="644"/>
                </a:cubicBezTo>
                <a:close/>
                <a:moveTo>
                  <a:pt x="5257" y="1630"/>
                </a:moveTo>
                <a:cubicBezTo>
                  <a:pt x="5257" y="1660"/>
                  <a:pt x="5233" y="1685"/>
                  <a:pt x="5202" y="1685"/>
                </a:cubicBezTo>
                <a:cubicBezTo>
                  <a:pt x="5172" y="1685"/>
                  <a:pt x="5148" y="1660"/>
                  <a:pt x="5148" y="1630"/>
                </a:cubicBezTo>
                <a:cubicBezTo>
                  <a:pt x="5148" y="1600"/>
                  <a:pt x="5172" y="1576"/>
                  <a:pt x="5202" y="1576"/>
                </a:cubicBezTo>
                <a:cubicBezTo>
                  <a:pt x="5233" y="1576"/>
                  <a:pt x="5257" y="1600"/>
                  <a:pt x="5257" y="1630"/>
                </a:cubicBezTo>
                <a:close/>
                <a:moveTo>
                  <a:pt x="9482" y="2208"/>
                </a:moveTo>
                <a:cubicBezTo>
                  <a:pt x="9482" y="2225"/>
                  <a:pt x="9468" y="2238"/>
                  <a:pt x="9451" y="2238"/>
                </a:cubicBezTo>
                <a:cubicBezTo>
                  <a:pt x="9434" y="2238"/>
                  <a:pt x="9421" y="2225"/>
                  <a:pt x="9421" y="2208"/>
                </a:cubicBezTo>
                <a:cubicBezTo>
                  <a:pt x="9421" y="2191"/>
                  <a:pt x="9434" y="2177"/>
                  <a:pt x="9451" y="2177"/>
                </a:cubicBezTo>
                <a:cubicBezTo>
                  <a:pt x="9468" y="2177"/>
                  <a:pt x="9482" y="2191"/>
                  <a:pt x="9482" y="2208"/>
                </a:cubicBezTo>
                <a:close/>
                <a:moveTo>
                  <a:pt x="2059" y="421"/>
                </a:moveTo>
                <a:cubicBezTo>
                  <a:pt x="2059" y="449"/>
                  <a:pt x="2036" y="472"/>
                  <a:pt x="2007" y="472"/>
                </a:cubicBezTo>
                <a:cubicBezTo>
                  <a:pt x="1979" y="472"/>
                  <a:pt x="1956" y="449"/>
                  <a:pt x="1956" y="421"/>
                </a:cubicBezTo>
                <a:cubicBezTo>
                  <a:pt x="1956" y="393"/>
                  <a:pt x="1979" y="370"/>
                  <a:pt x="2007" y="370"/>
                </a:cubicBezTo>
                <a:cubicBezTo>
                  <a:pt x="2036" y="370"/>
                  <a:pt x="2059" y="393"/>
                  <a:pt x="2059" y="421"/>
                </a:cubicBezTo>
                <a:close/>
                <a:moveTo>
                  <a:pt x="3172" y="5337"/>
                </a:moveTo>
                <a:cubicBezTo>
                  <a:pt x="3172" y="5358"/>
                  <a:pt x="3155" y="5375"/>
                  <a:pt x="3134" y="5375"/>
                </a:cubicBezTo>
                <a:cubicBezTo>
                  <a:pt x="3113" y="5375"/>
                  <a:pt x="3096" y="5358"/>
                  <a:pt x="3096" y="5337"/>
                </a:cubicBezTo>
                <a:cubicBezTo>
                  <a:pt x="3096" y="5316"/>
                  <a:pt x="3113" y="5299"/>
                  <a:pt x="3134" y="5299"/>
                </a:cubicBezTo>
                <a:cubicBezTo>
                  <a:pt x="3155" y="5299"/>
                  <a:pt x="3172" y="5316"/>
                  <a:pt x="3172" y="5337"/>
                </a:cubicBezTo>
                <a:close/>
                <a:moveTo>
                  <a:pt x="235" y="2938"/>
                </a:moveTo>
                <a:cubicBezTo>
                  <a:pt x="235" y="2957"/>
                  <a:pt x="219" y="2973"/>
                  <a:pt x="200" y="2973"/>
                </a:cubicBezTo>
                <a:cubicBezTo>
                  <a:pt x="180" y="2973"/>
                  <a:pt x="165" y="2957"/>
                  <a:pt x="165" y="2938"/>
                </a:cubicBezTo>
                <a:cubicBezTo>
                  <a:pt x="165" y="2919"/>
                  <a:pt x="180" y="2903"/>
                  <a:pt x="200" y="2903"/>
                </a:cubicBezTo>
                <a:cubicBezTo>
                  <a:pt x="219" y="2903"/>
                  <a:pt x="235" y="2919"/>
                  <a:pt x="235" y="2938"/>
                </a:cubicBezTo>
                <a:close/>
                <a:moveTo>
                  <a:pt x="3161" y="1455"/>
                </a:moveTo>
                <a:cubicBezTo>
                  <a:pt x="3161" y="1476"/>
                  <a:pt x="3144" y="1492"/>
                  <a:pt x="3124" y="1492"/>
                </a:cubicBezTo>
                <a:cubicBezTo>
                  <a:pt x="3103" y="1492"/>
                  <a:pt x="3087" y="1476"/>
                  <a:pt x="3087" y="1455"/>
                </a:cubicBezTo>
                <a:cubicBezTo>
                  <a:pt x="3087" y="1435"/>
                  <a:pt x="3103" y="1418"/>
                  <a:pt x="3124" y="1418"/>
                </a:cubicBezTo>
                <a:cubicBezTo>
                  <a:pt x="3144" y="1418"/>
                  <a:pt x="3161" y="1435"/>
                  <a:pt x="3161" y="1455"/>
                </a:cubicBezTo>
                <a:close/>
                <a:moveTo>
                  <a:pt x="6394" y="5862"/>
                </a:moveTo>
                <a:cubicBezTo>
                  <a:pt x="6394" y="5886"/>
                  <a:pt x="6374" y="5907"/>
                  <a:pt x="6349" y="5907"/>
                </a:cubicBezTo>
                <a:cubicBezTo>
                  <a:pt x="6324" y="5907"/>
                  <a:pt x="6304" y="5886"/>
                  <a:pt x="6304" y="5862"/>
                </a:cubicBezTo>
                <a:cubicBezTo>
                  <a:pt x="6304" y="5837"/>
                  <a:pt x="6324" y="5817"/>
                  <a:pt x="6349" y="5817"/>
                </a:cubicBezTo>
                <a:cubicBezTo>
                  <a:pt x="6374" y="5817"/>
                  <a:pt x="6394" y="5837"/>
                  <a:pt x="6394" y="5862"/>
                </a:cubicBezTo>
                <a:close/>
                <a:moveTo>
                  <a:pt x="6439" y="2061"/>
                </a:moveTo>
                <a:cubicBezTo>
                  <a:pt x="6439" y="2097"/>
                  <a:pt x="6409" y="2127"/>
                  <a:pt x="6372" y="2127"/>
                </a:cubicBezTo>
                <a:cubicBezTo>
                  <a:pt x="6335" y="2127"/>
                  <a:pt x="6306" y="2097"/>
                  <a:pt x="6306" y="2061"/>
                </a:cubicBezTo>
                <a:cubicBezTo>
                  <a:pt x="6306" y="2024"/>
                  <a:pt x="6335" y="1994"/>
                  <a:pt x="6372" y="1994"/>
                </a:cubicBezTo>
                <a:cubicBezTo>
                  <a:pt x="6409" y="1994"/>
                  <a:pt x="6439" y="2024"/>
                  <a:pt x="6439" y="2061"/>
                </a:cubicBezTo>
                <a:close/>
                <a:moveTo>
                  <a:pt x="5584" y="239"/>
                </a:moveTo>
                <a:cubicBezTo>
                  <a:pt x="5584" y="272"/>
                  <a:pt x="5557" y="298"/>
                  <a:pt x="5524" y="298"/>
                </a:cubicBezTo>
                <a:cubicBezTo>
                  <a:pt x="5491" y="298"/>
                  <a:pt x="5464" y="272"/>
                  <a:pt x="5464" y="239"/>
                </a:cubicBezTo>
                <a:cubicBezTo>
                  <a:pt x="5464" y="206"/>
                  <a:pt x="5491" y="179"/>
                  <a:pt x="5524" y="179"/>
                </a:cubicBezTo>
                <a:cubicBezTo>
                  <a:pt x="5557" y="179"/>
                  <a:pt x="5584" y="206"/>
                  <a:pt x="5584" y="239"/>
                </a:cubicBezTo>
                <a:close/>
                <a:moveTo>
                  <a:pt x="2159" y="348"/>
                </a:moveTo>
                <a:cubicBezTo>
                  <a:pt x="2159" y="365"/>
                  <a:pt x="2145" y="379"/>
                  <a:pt x="2128" y="379"/>
                </a:cubicBezTo>
                <a:cubicBezTo>
                  <a:pt x="2111" y="379"/>
                  <a:pt x="2098" y="365"/>
                  <a:pt x="2098" y="348"/>
                </a:cubicBezTo>
                <a:cubicBezTo>
                  <a:pt x="2098" y="331"/>
                  <a:pt x="2111" y="317"/>
                  <a:pt x="2128" y="317"/>
                </a:cubicBezTo>
                <a:cubicBezTo>
                  <a:pt x="2145" y="317"/>
                  <a:pt x="2159" y="331"/>
                  <a:pt x="2159" y="348"/>
                </a:cubicBezTo>
                <a:close/>
                <a:moveTo>
                  <a:pt x="8413" y="4458"/>
                </a:moveTo>
                <a:cubicBezTo>
                  <a:pt x="8413" y="4483"/>
                  <a:pt x="8393" y="4503"/>
                  <a:pt x="8369" y="4503"/>
                </a:cubicBezTo>
                <a:cubicBezTo>
                  <a:pt x="8344" y="4503"/>
                  <a:pt x="8325" y="4483"/>
                  <a:pt x="8325" y="4458"/>
                </a:cubicBezTo>
                <a:cubicBezTo>
                  <a:pt x="8325" y="4434"/>
                  <a:pt x="8344" y="4414"/>
                  <a:pt x="8369" y="4414"/>
                </a:cubicBezTo>
                <a:cubicBezTo>
                  <a:pt x="8393" y="4414"/>
                  <a:pt x="8413" y="4434"/>
                  <a:pt x="8413" y="4458"/>
                </a:cubicBezTo>
                <a:close/>
                <a:moveTo>
                  <a:pt x="5604" y="4431"/>
                </a:moveTo>
                <a:cubicBezTo>
                  <a:pt x="5604" y="4449"/>
                  <a:pt x="5589" y="4464"/>
                  <a:pt x="5571" y="4464"/>
                </a:cubicBezTo>
                <a:cubicBezTo>
                  <a:pt x="5553" y="4464"/>
                  <a:pt x="5538" y="4449"/>
                  <a:pt x="5538" y="4431"/>
                </a:cubicBezTo>
                <a:cubicBezTo>
                  <a:pt x="5538" y="4413"/>
                  <a:pt x="5553" y="4398"/>
                  <a:pt x="5571" y="4398"/>
                </a:cubicBezTo>
                <a:cubicBezTo>
                  <a:pt x="5589" y="4398"/>
                  <a:pt x="5604" y="4413"/>
                  <a:pt x="5604" y="4431"/>
                </a:cubicBezTo>
                <a:close/>
                <a:moveTo>
                  <a:pt x="7106" y="4452"/>
                </a:moveTo>
                <a:cubicBezTo>
                  <a:pt x="7106" y="4489"/>
                  <a:pt x="7075" y="4519"/>
                  <a:pt x="7038" y="4519"/>
                </a:cubicBezTo>
                <a:cubicBezTo>
                  <a:pt x="7001" y="4519"/>
                  <a:pt x="6970" y="4489"/>
                  <a:pt x="6970" y="4452"/>
                </a:cubicBezTo>
                <a:cubicBezTo>
                  <a:pt x="6970" y="4414"/>
                  <a:pt x="7001" y="4384"/>
                  <a:pt x="7038" y="4384"/>
                </a:cubicBezTo>
                <a:cubicBezTo>
                  <a:pt x="7075" y="4384"/>
                  <a:pt x="7106" y="4414"/>
                  <a:pt x="7106" y="4452"/>
                </a:cubicBezTo>
                <a:close/>
                <a:moveTo>
                  <a:pt x="686" y="3606"/>
                </a:moveTo>
                <a:cubicBezTo>
                  <a:pt x="686" y="3634"/>
                  <a:pt x="664" y="3657"/>
                  <a:pt x="636" y="3657"/>
                </a:cubicBezTo>
                <a:cubicBezTo>
                  <a:pt x="608" y="3657"/>
                  <a:pt x="585" y="3634"/>
                  <a:pt x="585" y="3606"/>
                </a:cubicBezTo>
                <a:cubicBezTo>
                  <a:pt x="585" y="3578"/>
                  <a:pt x="608" y="3556"/>
                  <a:pt x="636" y="3556"/>
                </a:cubicBezTo>
                <a:cubicBezTo>
                  <a:pt x="664" y="3556"/>
                  <a:pt x="686" y="3578"/>
                  <a:pt x="686" y="3606"/>
                </a:cubicBezTo>
                <a:close/>
                <a:moveTo>
                  <a:pt x="8484" y="2315"/>
                </a:moveTo>
                <a:cubicBezTo>
                  <a:pt x="8484" y="2346"/>
                  <a:pt x="8458" y="2371"/>
                  <a:pt x="8427" y="2371"/>
                </a:cubicBezTo>
                <a:cubicBezTo>
                  <a:pt x="8396" y="2371"/>
                  <a:pt x="8371" y="2346"/>
                  <a:pt x="8371" y="2315"/>
                </a:cubicBezTo>
                <a:cubicBezTo>
                  <a:pt x="8371" y="2283"/>
                  <a:pt x="8396" y="2258"/>
                  <a:pt x="8427" y="2258"/>
                </a:cubicBezTo>
                <a:cubicBezTo>
                  <a:pt x="8458" y="2258"/>
                  <a:pt x="8484" y="2283"/>
                  <a:pt x="8484" y="2315"/>
                </a:cubicBezTo>
                <a:close/>
                <a:moveTo>
                  <a:pt x="8982" y="2220"/>
                </a:moveTo>
                <a:cubicBezTo>
                  <a:pt x="8982" y="2248"/>
                  <a:pt x="8959" y="2270"/>
                  <a:pt x="8931" y="2270"/>
                </a:cubicBezTo>
                <a:cubicBezTo>
                  <a:pt x="8903" y="2270"/>
                  <a:pt x="8880" y="2248"/>
                  <a:pt x="8880" y="2220"/>
                </a:cubicBezTo>
                <a:cubicBezTo>
                  <a:pt x="8880" y="2192"/>
                  <a:pt x="8903" y="2169"/>
                  <a:pt x="8931" y="2169"/>
                </a:cubicBezTo>
                <a:cubicBezTo>
                  <a:pt x="8959" y="2169"/>
                  <a:pt x="8982" y="2192"/>
                  <a:pt x="8982" y="2220"/>
                </a:cubicBezTo>
                <a:close/>
                <a:moveTo>
                  <a:pt x="8966" y="269"/>
                </a:moveTo>
                <a:cubicBezTo>
                  <a:pt x="8966" y="307"/>
                  <a:pt x="8935" y="338"/>
                  <a:pt x="8897" y="338"/>
                </a:cubicBezTo>
                <a:cubicBezTo>
                  <a:pt x="8859" y="338"/>
                  <a:pt x="8828" y="307"/>
                  <a:pt x="8828" y="269"/>
                </a:cubicBezTo>
                <a:cubicBezTo>
                  <a:pt x="8828" y="231"/>
                  <a:pt x="8859" y="200"/>
                  <a:pt x="8897" y="200"/>
                </a:cubicBezTo>
                <a:cubicBezTo>
                  <a:pt x="8935" y="200"/>
                  <a:pt x="8966" y="231"/>
                  <a:pt x="8966" y="269"/>
                </a:cubicBezTo>
                <a:close/>
                <a:moveTo>
                  <a:pt x="3191" y="2893"/>
                </a:moveTo>
                <a:cubicBezTo>
                  <a:pt x="3191" y="2916"/>
                  <a:pt x="3172" y="2934"/>
                  <a:pt x="3149" y="2934"/>
                </a:cubicBezTo>
                <a:cubicBezTo>
                  <a:pt x="3126" y="2934"/>
                  <a:pt x="3108" y="2916"/>
                  <a:pt x="3108" y="2893"/>
                </a:cubicBezTo>
                <a:cubicBezTo>
                  <a:pt x="3108" y="2870"/>
                  <a:pt x="3126" y="2851"/>
                  <a:pt x="3149" y="2851"/>
                </a:cubicBezTo>
                <a:cubicBezTo>
                  <a:pt x="3172" y="2851"/>
                  <a:pt x="3191" y="2870"/>
                  <a:pt x="3191" y="2893"/>
                </a:cubicBezTo>
                <a:close/>
                <a:moveTo>
                  <a:pt x="8007" y="3360"/>
                </a:moveTo>
                <a:cubicBezTo>
                  <a:pt x="8007" y="3393"/>
                  <a:pt x="7981" y="3420"/>
                  <a:pt x="7948" y="3420"/>
                </a:cubicBezTo>
                <a:cubicBezTo>
                  <a:pt x="7914" y="3420"/>
                  <a:pt x="7888" y="3393"/>
                  <a:pt x="7888" y="3360"/>
                </a:cubicBezTo>
                <a:cubicBezTo>
                  <a:pt x="7888" y="3327"/>
                  <a:pt x="7914" y="3300"/>
                  <a:pt x="7948" y="3300"/>
                </a:cubicBezTo>
                <a:cubicBezTo>
                  <a:pt x="7981" y="3300"/>
                  <a:pt x="8007" y="3327"/>
                  <a:pt x="8007" y="3360"/>
                </a:cubicBezTo>
                <a:close/>
                <a:moveTo>
                  <a:pt x="1141" y="5516"/>
                </a:moveTo>
                <a:cubicBezTo>
                  <a:pt x="1141" y="5550"/>
                  <a:pt x="1113" y="5579"/>
                  <a:pt x="1078" y="5579"/>
                </a:cubicBezTo>
                <a:cubicBezTo>
                  <a:pt x="1044" y="5579"/>
                  <a:pt x="1016" y="5550"/>
                  <a:pt x="1016" y="5516"/>
                </a:cubicBezTo>
                <a:cubicBezTo>
                  <a:pt x="1016" y="5481"/>
                  <a:pt x="1044" y="5453"/>
                  <a:pt x="1078" y="5453"/>
                </a:cubicBezTo>
                <a:cubicBezTo>
                  <a:pt x="1113" y="5453"/>
                  <a:pt x="1141" y="5481"/>
                  <a:pt x="1141" y="5516"/>
                </a:cubicBezTo>
                <a:close/>
                <a:moveTo>
                  <a:pt x="6826" y="1438"/>
                </a:moveTo>
                <a:cubicBezTo>
                  <a:pt x="6826" y="1461"/>
                  <a:pt x="6808" y="1479"/>
                  <a:pt x="6786" y="1479"/>
                </a:cubicBezTo>
                <a:cubicBezTo>
                  <a:pt x="6763" y="1479"/>
                  <a:pt x="6745" y="1461"/>
                  <a:pt x="6745" y="1438"/>
                </a:cubicBezTo>
                <a:cubicBezTo>
                  <a:pt x="6745" y="1416"/>
                  <a:pt x="6763" y="1398"/>
                  <a:pt x="6786" y="1398"/>
                </a:cubicBezTo>
                <a:cubicBezTo>
                  <a:pt x="6808" y="1398"/>
                  <a:pt x="6826" y="1416"/>
                  <a:pt x="6826" y="1438"/>
                </a:cubicBezTo>
                <a:close/>
                <a:moveTo>
                  <a:pt x="4594" y="461"/>
                </a:moveTo>
                <a:cubicBezTo>
                  <a:pt x="4594" y="498"/>
                  <a:pt x="4563" y="529"/>
                  <a:pt x="4526" y="529"/>
                </a:cubicBezTo>
                <a:cubicBezTo>
                  <a:pt x="4488" y="529"/>
                  <a:pt x="4458" y="498"/>
                  <a:pt x="4458" y="461"/>
                </a:cubicBezTo>
                <a:cubicBezTo>
                  <a:pt x="4458" y="423"/>
                  <a:pt x="4488" y="393"/>
                  <a:pt x="4526" y="393"/>
                </a:cubicBezTo>
                <a:cubicBezTo>
                  <a:pt x="4563" y="393"/>
                  <a:pt x="4594" y="423"/>
                  <a:pt x="4594" y="461"/>
                </a:cubicBezTo>
                <a:close/>
                <a:moveTo>
                  <a:pt x="4125" y="5968"/>
                </a:moveTo>
                <a:cubicBezTo>
                  <a:pt x="4125" y="5989"/>
                  <a:pt x="4108" y="6005"/>
                  <a:pt x="4088" y="6005"/>
                </a:cubicBezTo>
                <a:cubicBezTo>
                  <a:pt x="4067" y="6005"/>
                  <a:pt x="4051" y="5989"/>
                  <a:pt x="4051" y="5968"/>
                </a:cubicBezTo>
                <a:cubicBezTo>
                  <a:pt x="4051" y="5947"/>
                  <a:pt x="4067" y="5931"/>
                  <a:pt x="4088" y="5931"/>
                </a:cubicBezTo>
                <a:cubicBezTo>
                  <a:pt x="4108" y="5931"/>
                  <a:pt x="4125" y="5947"/>
                  <a:pt x="4125" y="5968"/>
                </a:cubicBezTo>
                <a:close/>
                <a:moveTo>
                  <a:pt x="6522" y="5010"/>
                </a:moveTo>
                <a:cubicBezTo>
                  <a:pt x="6522" y="5040"/>
                  <a:pt x="6497" y="5065"/>
                  <a:pt x="6466" y="5065"/>
                </a:cubicBezTo>
                <a:cubicBezTo>
                  <a:pt x="6435" y="5065"/>
                  <a:pt x="6410" y="5040"/>
                  <a:pt x="6410" y="5010"/>
                </a:cubicBezTo>
                <a:cubicBezTo>
                  <a:pt x="6410" y="4979"/>
                  <a:pt x="6435" y="4954"/>
                  <a:pt x="6466" y="4954"/>
                </a:cubicBezTo>
                <a:cubicBezTo>
                  <a:pt x="6497" y="4954"/>
                  <a:pt x="6522" y="4979"/>
                  <a:pt x="6522" y="5010"/>
                </a:cubicBezTo>
                <a:close/>
                <a:moveTo>
                  <a:pt x="4287" y="176"/>
                </a:moveTo>
                <a:cubicBezTo>
                  <a:pt x="4287" y="202"/>
                  <a:pt x="4265" y="223"/>
                  <a:pt x="4239" y="223"/>
                </a:cubicBezTo>
                <a:cubicBezTo>
                  <a:pt x="4213" y="223"/>
                  <a:pt x="4192" y="202"/>
                  <a:pt x="4192" y="176"/>
                </a:cubicBezTo>
                <a:cubicBezTo>
                  <a:pt x="4192" y="150"/>
                  <a:pt x="4213" y="128"/>
                  <a:pt x="4239" y="128"/>
                </a:cubicBezTo>
                <a:cubicBezTo>
                  <a:pt x="4265" y="128"/>
                  <a:pt x="4287" y="150"/>
                  <a:pt x="4287" y="176"/>
                </a:cubicBezTo>
                <a:close/>
                <a:moveTo>
                  <a:pt x="3981" y="5916"/>
                </a:moveTo>
                <a:cubicBezTo>
                  <a:pt x="3981" y="5954"/>
                  <a:pt x="3951" y="5985"/>
                  <a:pt x="3913" y="5985"/>
                </a:cubicBezTo>
                <a:cubicBezTo>
                  <a:pt x="3874" y="5985"/>
                  <a:pt x="3844" y="5954"/>
                  <a:pt x="3844" y="5916"/>
                </a:cubicBezTo>
                <a:cubicBezTo>
                  <a:pt x="3844" y="5878"/>
                  <a:pt x="3874" y="5847"/>
                  <a:pt x="3913" y="5847"/>
                </a:cubicBezTo>
                <a:cubicBezTo>
                  <a:pt x="3951" y="5847"/>
                  <a:pt x="3981" y="5878"/>
                  <a:pt x="3981" y="5916"/>
                </a:cubicBezTo>
                <a:close/>
                <a:moveTo>
                  <a:pt x="9560" y="6134"/>
                </a:moveTo>
                <a:cubicBezTo>
                  <a:pt x="9560" y="6155"/>
                  <a:pt x="9544" y="6171"/>
                  <a:pt x="9523" y="6171"/>
                </a:cubicBezTo>
                <a:cubicBezTo>
                  <a:pt x="9503" y="6171"/>
                  <a:pt x="9487" y="6155"/>
                  <a:pt x="9487" y="6134"/>
                </a:cubicBezTo>
                <a:cubicBezTo>
                  <a:pt x="9487" y="6114"/>
                  <a:pt x="9503" y="6098"/>
                  <a:pt x="9523" y="6098"/>
                </a:cubicBezTo>
                <a:cubicBezTo>
                  <a:pt x="9544" y="6098"/>
                  <a:pt x="9560" y="6114"/>
                  <a:pt x="9560" y="6134"/>
                </a:cubicBezTo>
                <a:close/>
                <a:moveTo>
                  <a:pt x="374" y="1868"/>
                </a:moveTo>
                <a:cubicBezTo>
                  <a:pt x="374" y="1885"/>
                  <a:pt x="361" y="1898"/>
                  <a:pt x="344" y="1898"/>
                </a:cubicBezTo>
                <a:cubicBezTo>
                  <a:pt x="327" y="1898"/>
                  <a:pt x="314" y="1885"/>
                  <a:pt x="314" y="1868"/>
                </a:cubicBezTo>
                <a:cubicBezTo>
                  <a:pt x="314" y="1851"/>
                  <a:pt x="327" y="1838"/>
                  <a:pt x="344" y="1838"/>
                </a:cubicBezTo>
                <a:cubicBezTo>
                  <a:pt x="361" y="1838"/>
                  <a:pt x="374" y="1851"/>
                  <a:pt x="374" y="1868"/>
                </a:cubicBezTo>
                <a:close/>
                <a:moveTo>
                  <a:pt x="1265" y="3636"/>
                </a:moveTo>
                <a:cubicBezTo>
                  <a:pt x="1265" y="3657"/>
                  <a:pt x="1248" y="3674"/>
                  <a:pt x="1227" y="3674"/>
                </a:cubicBezTo>
                <a:cubicBezTo>
                  <a:pt x="1206" y="3674"/>
                  <a:pt x="1189" y="3657"/>
                  <a:pt x="1189" y="3636"/>
                </a:cubicBezTo>
                <a:cubicBezTo>
                  <a:pt x="1189" y="3615"/>
                  <a:pt x="1206" y="3598"/>
                  <a:pt x="1227" y="3598"/>
                </a:cubicBezTo>
                <a:cubicBezTo>
                  <a:pt x="1248" y="3598"/>
                  <a:pt x="1265" y="3615"/>
                  <a:pt x="1265" y="3636"/>
                </a:cubicBezTo>
                <a:close/>
                <a:moveTo>
                  <a:pt x="6138" y="2417"/>
                </a:moveTo>
                <a:cubicBezTo>
                  <a:pt x="6138" y="2440"/>
                  <a:pt x="6119" y="2458"/>
                  <a:pt x="6097" y="2458"/>
                </a:cubicBezTo>
                <a:cubicBezTo>
                  <a:pt x="6074" y="2458"/>
                  <a:pt x="6056" y="2440"/>
                  <a:pt x="6056" y="2417"/>
                </a:cubicBezTo>
                <a:cubicBezTo>
                  <a:pt x="6056" y="2395"/>
                  <a:pt x="6074" y="2376"/>
                  <a:pt x="6097" y="2376"/>
                </a:cubicBezTo>
                <a:cubicBezTo>
                  <a:pt x="6119" y="2376"/>
                  <a:pt x="6138" y="2395"/>
                  <a:pt x="6138" y="2417"/>
                </a:cubicBezTo>
                <a:close/>
                <a:moveTo>
                  <a:pt x="9712" y="1212"/>
                </a:moveTo>
                <a:cubicBezTo>
                  <a:pt x="9712" y="1248"/>
                  <a:pt x="9683" y="1277"/>
                  <a:pt x="9647" y="1277"/>
                </a:cubicBezTo>
                <a:cubicBezTo>
                  <a:pt x="9610" y="1277"/>
                  <a:pt x="9581" y="1248"/>
                  <a:pt x="9581" y="1212"/>
                </a:cubicBezTo>
                <a:cubicBezTo>
                  <a:pt x="9581" y="1176"/>
                  <a:pt x="9610" y="1147"/>
                  <a:pt x="9647" y="1147"/>
                </a:cubicBezTo>
                <a:cubicBezTo>
                  <a:pt x="9683" y="1147"/>
                  <a:pt x="9712" y="1176"/>
                  <a:pt x="9712" y="1212"/>
                </a:cubicBezTo>
                <a:close/>
                <a:moveTo>
                  <a:pt x="5302" y="4168"/>
                </a:moveTo>
                <a:cubicBezTo>
                  <a:pt x="5302" y="4187"/>
                  <a:pt x="5286" y="4203"/>
                  <a:pt x="5266" y="4203"/>
                </a:cubicBezTo>
                <a:cubicBezTo>
                  <a:pt x="5246" y="4203"/>
                  <a:pt x="5230" y="4187"/>
                  <a:pt x="5230" y="4168"/>
                </a:cubicBezTo>
                <a:cubicBezTo>
                  <a:pt x="5230" y="4148"/>
                  <a:pt x="5246" y="4132"/>
                  <a:pt x="5266" y="4132"/>
                </a:cubicBezTo>
                <a:cubicBezTo>
                  <a:pt x="5286" y="4132"/>
                  <a:pt x="5302" y="4148"/>
                  <a:pt x="5302" y="4168"/>
                </a:cubicBezTo>
                <a:close/>
                <a:moveTo>
                  <a:pt x="7463" y="5573"/>
                </a:moveTo>
                <a:cubicBezTo>
                  <a:pt x="7463" y="5593"/>
                  <a:pt x="7446" y="5610"/>
                  <a:pt x="7425" y="5610"/>
                </a:cubicBezTo>
                <a:cubicBezTo>
                  <a:pt x="7405" y="5610"/>
                  <a:pt x="7388" y="5593"/>
                  <a:pt x="7388" y="5573"/>
                </a:cubicBezTo>
                <a:cubicBezTo>
                  <a:pt x="7388" y="5552"/>
                  <a:pt x="7405" y="5535"/>
                  <a:pt x="7425" y="5535"/>
                </a:cubicBezTo>
                <a:cubicBezTo>
                  <a:pt x="7446" y="5535"/>
                  <a:pt x="7463" y="5552"/>
                  <a:pt x="7463" y="5573"/>
                </a:cubicBezTo>
                <a:close/>
                <a:moveTo>
                  <a:pt x="4780" y="4108"/>
                </a:moveTo>
                <a:cubicBezTo>
                  <a:pt x="4780" y="4135"/>
                  <a:pt x="4758" y="4157"/>
                  <a:pt x="4731" y="4157"/>
                </a:cubicBezTo>
                <a:cubicBezTo>
                  <a:pt x="4704" y="4157"/>
                  <a:pt x="4682" y="4135"/>
                  <a:pt x="4682" y="4108"/>
                </a:cubicBezTo>
                <a:cubicBezTo>
                  <a:pt x="4682" y="4081"/>
                  <a:pt x="4704" y="4059"/>
                  <a:pt x="4731" y="4059"/>
                </a:cubicBezTo>
                <a:cubicBezTo>
                  <a:pt x="4758" y="4059"/>
                  <a:pt x="4780" y="4081"/>
                  <a:pt x="4780" y="4108"/>
                </a:cubicBezTo>
                <a:close/>
                <a:moveTo>
                  <a:pt x="7538" y="4052"/>
                </a:moveTo>
                <a:cubicBezTo>
                  <a:pt x="7538" y="4075"/>
                  <a:pt x="7519" y="4094"/>
                  <a:pt x="7495" y="4094"/>
                </a:cubicBezTo>
                <a:cubicBezTo>
                  <a:pt x="7472" y="4094"/>
                  <a:pt x="7453" y="4075"/>
                  <a:pt x="7453" y="4052"/>
                </a:cubicBezTo>
                <a:cubicBezTo>
                  <a:pt x="7453" y="4028"/>
                  <a:pt x="7472" y="4009"/>
                  <a:pt x="7495" y="4009"/>
                </a:cubicBezTo>
                <a:cubicBezTo>
                  <a:pt x="7519" y="4009"/>
                  <a:pt x="7538" y="4028"/>
                  <a:pt x="7538" y="4052"/>
                </a:cubicBezTo>
                <a:close/>
                <a:moveTo>
                  <a:pt x="6842" y="4850"/>
                </a:moveTo>
                <a:cubicBezTo>
                  <a:pt x="6842" y="4877"/>
                  <a:pt x="6820" y="4899"/>
                  <a:pt x="6793" y="4899"/>
                </a:cubicBezTo>
                <a:cubicBezTo>
                  <a:pt x="6766" y="4899"/>
                  <a:pt x="6744" y="4877"/>
                  <a:pt x="6744" y="4850"/>
                </a:cubicBezTo>
                <a:cubicBezTo>
                  <a:pt x="6744" y="4824"/>
                  <a:pt x="6766" y="4802"/>
                  <a:pt x="6793" y="4802"/>
                </a:cubicBezTo>
                <a:cubicBezTo>
                  <a:pt x="6820" y="4802"/>
                  <a:pt x="6842" y="4824"/>
                  <a:pt x="6842" y="4850"/>
                </a:cubicBezTo>
                <a:close/>
                <a:moveTo>
                  <a:pt x="5944" y="3992"/>
                </a:moveTo>
                <a:cubicBezTo>
                  <a:pt x="5944" y="4019"/>
                  <a:pt x="5922" y="4041"/>
                  <a:pt x="5895" y="4041"/>
                </a:cubicBezTo>
                <a:cubicBezTo>
                  <a:pt x="5868" y="4041"/>
                  <a:pt x="5846" y="4019"/>
                  <a:pt x="5846" y="3992"/>
                </a:cubicBezTo>
                <a:cubicBezTo>
                  <a:pt x="5846" y="3965"/>
                  <a:pt x="5868" y="3943"/>
                  <a:pt x="5895" y="3943"/>
                </a:cubicBezTo>
                <a:cubicBezTo>
                  <a:pt x="5922" y="3943"/>
                  <a:pt x="5944" y="3965"/>
                  <a:pt x="5944" y="3992"/>
                </a:cubicBezTo>
                <a:close/>
                <a:moveTo>
                  <a:pt x="991" y="2585"/>
                </a:moveTo>
                <a:cubicBezTo>
                  <a:pt x="991" y="2619"/>
                  <a:pt x="963" y="2646"/>
                  <a:pt x="930" y="2646"/>
                </a:cubicBezTo>
                <a:cubicBezTo>
                  <a:pt x="896" y="2646"/>
                  <a:pt x="869" y="2619"/>
                  <a:pt x="869" y="2585"/>
                </a:cubicBezTo>
                <a:cubicBezTo>
                  <a:pt x="869" y="2551"/>
                  <a:pt x="896" y="2524"/>
                  <a:pt x="930" y="2524"/>
                </a:cubicBezTo>
                <a:cubicBezTo>
                  <a:pt x="963" y="2524"/>
                  <a:pt x="991" y="2551"/>
                  <a:pt x="991" y="2585"/>
                </a:cubicBezTo>
                <a:close/>
                <a:moveTo>
                  <a:pt x="7266" y="517"/>
                </a:moveTo>
                <a:cubicBezTo>
                  <a:pt x="7266" y="544"/>
                  <a:pt x="7244" y="566"/>
                  <a:pt x="7217" y="566"/>
                </a:cubicBezTo>
                <a:cubicBezTo>
                  <a:pt x="7190" y="566"/>
                  <a:pt x="7168" y="544"/>
                  <a:pt x="7168" y="517"/>
                </a:cubicBezTo>
                <a:cubicBezTo>
                  <a:pt x="7168" y="490"/>
                  <a:pt x="7190" y="468"/>
                  <a:pt x="7217" y="468"/>
                </a:cubicBezTo>
                <a:cubicBezTo>
                  <a:pt x="7244" y="468"/>
                  <a:pt x="7266" y="490"/>
                  <a:pt x="7266" y="517"/>
                </a:cubicBezTo>
                <a:close/>
                <a:moveTo>
                  <a:pt x="5905" y="3361"/>
                </a:moveTo>
                <a:cubicBezTo>
                  <a:pt x="5905" y="3381"/>
                  <a:pt x="5889" y="3397"/>
                  <a:pt x="5869" y="3397"/>
                </a:cubicBezTo>
                <a:cubicBezTo>
                  <a:pt x="5849" y="3397"/>
                  <a:pt x="5833" y="3381"/>
                  <a:pt x="5833" y="3361"/>
                </a:cubicBezTo>
                <a:cubicBezTo>
                  <a:pt x="5833" y="3341"/>
                  <a:pt x="5849" y="3325"/>
                  <a:pt x="5869" y="3325"/>
                </a:cubicBezTo>
                <a:cubicBezTo>
                  <a:pt x="5889" y="3325"/>
                  <a:pt x="5905" y="3341"/>
                  <a:pt x="5905" y="3361"/>
                </a:cubicBezTo>
                <a:close/>
                <a:moveTo>
                  <a:pt x="6504" y="4381"/>
                </a:moveTo>
                <a:cubicBezTo>
                  <a:pt x="6504" y="4409"/>
                  <a:pt x="6481" y="4432"/>
                  <a:pt x="6453" y="4432"/>
                </a:cubicBezTo>
                <a:cubicBezTo>
                  <a:pt x="6424" y="4432"/>
                  <a:pt x="6401" y="4409"/>
                  <a:pt x="6401" y="4381"/>
                </a:cubicBezTo>
                <a:cubicBezTo>
                  <a:pt x="6401" y="4352"/>
                  <a:pt x="6424" y="4329"/>
                  <a:pt x="6453" y="4329"/>
                </a:cubicBezTo>
                <a:cubicBezTo>
                  <a:pt x="6481" y="4329"/>
                  <a:pt x="6504" y="4352"/>
                  <a:pt x="6504" y="4381"/>
                </a:cubicBezTo>
                <a:close/>
                <a:moveTo>
                  <a:pt x="9383" y="3638"/>
                </a:moveTo>
                <a:cubicBezTo>
                  <a:pt x="9383" y="3655"/>
                  <a:pt x="9369" y="3669"/>
                  <a:pt x="9353" y="3669"/>
                </a:cubicBezTo>
                <a:cubicBezTo>
                  <a:pt x="9336" y="3669"/>
                  <a:pt x="9322" y="3655"/>
                  <a:pt x="9322" y="3638"/>
                </a:cubicBezTo>
                <a:cubicBezTo>
                  <a:pt x="9322" y="3622"/>
                  <a:pt x="9336" y="3608"/>
                  <a:pt x="9353" y="3608"/>
                </a:cubicBezTo>
                <a:cubicBezTo>
                  <a:pt x="9369" y="3608"/>
                  <a:pt x="9383" y="3622"/>
                  <a:pt x="9383" y="3638"/>
                </a:cubicBezTo>
                <a:close/>
                <a:moveTo>
                  <a:pt x="2904" y="4410"/>
                </a:moveTo>
                <a:cubicBezTo>
                  <a:pt x="2904" y="4428"/>
                  <a:pt x="2889" y="4443"/>
                  <a:pt x="2871" y="4443"/>
                </a:cubicBezTo>
                <a:cubicBezTo>
                  <a:pt x="2852" y="4443"/>
                  <a:pt x="2837" y="4428"/>
                  <a:pt x="2837" y="4410"/>
                </a:cubicBezTo>
                <a:cubicBezTo>
                  <a:pt x="2837" y="4392"/>
                  <a:pt x="2852" y="4377"/>
                  <a:pt x="2871" y="4377"/>
                </a:cubicBezTo>
                <a:cubicBezTo>
                  <a:pt x="2889" y="4377"/>
                  <a:pt x="2904" y="4392"/>
                  <a:pt x="2904" y="4410"/>
                </a:cubicBezTo>
                <a:close/>
                <a:moveTo>
                  <a:pt x="9665" y="4391"/>
                </a:moveTo>
                <a:cubicBezTo>
                  <a:pt x="9665" y="4425"/>
                  <a:pt x="9638" y="4452"/>
                  <a:pt x="9604" y="4452"/>
                </a:cubicBezTo>
                <a:cubicBezTo>
                  <a:pt x="9571" y="4452"/>
                  <a:pt x="9543" y="4425"/>
                  <a:pt x="9543" y="4391"/>
                </a:cubicBezTo>
                <a:cubicBezTo>
                  <a:pt x="9543" y="4358"/>
                  <a:pt x="9571" y="4331"/>
                  <a:pt x="9604" y="4331"/>
                </a:cubicBezTo>
                <a:cubicBezTo>
                  <a:pt x="9638" y="4331"/>
                  <a:pt x="9665" y="4358"/>
                  <a:pt x="9665" y="4391"/>
                </a:cubicBezTo>
                <a:close/>
                <a:moveTo>
                  <a:pt x="1798" y="99"/>
                </a:moveTo>
                <a:cubicBezTo>
                  <a:pt x="1798" y="135"/>
                  <a:pt x="1768" y="164"/>
                  <a:pt x="1733" y="164"/>
                </a:cubicBezTo>
                <a:cubicBezTo>
                  <a:pt x="1697" y="164"/>
                  <a:pt x="1668" y="135"/>
                  <a:pt x="1668" y="99"/>
                </a:cubicBezTo>
                <a:cubicBezTo>
                  <a:pt x="1668" y="63"/>
                  <a:pt x="1697" y="34"/>
                  <a:pt x="1733" y="34"/>
                </a:cubicBezTo>
                <a:cubicBezTo>
                  <a:pt x="1768" y="34"/>
                  <a:pt x="1798" y="63"/>
                  <a:pt x="1798" y="99"/>
                </a:cubicBezTo>
                <a:close/>
                <a:moveTo>
                  <a:pt x="5160" y="2798"/>
                </a:moveTo>
                <a:cubicBezTo>
                  <a:pt x="5160" y="2826"/>
                  <a:pt x="5137" y="2849"/>
                  <a:pt x="5109" y="2849"/>
                </a:cubicBezTo>
                <a:cubicBezTo>
                  <a:pt x="5081" y="2849"/>
                  <a:pt x="5058" y="2826"/>
                  <a:pt x="5058" y="2798"/>
                </a:cubicBezTo>
                <a:cubicBezTo>
                  <a:pt x="5058" y="2770"/>
                  <a:pt x="5081" y="2747"/>
                  <a:pt x="5109" y="2747"/>
                </a:cubicBezTo>
                <a:cubicBezTo>
                  <a:pt x="5137" y="2747"/>
                  <a:pt x="5160" y="2770"/>
                  <a:pt x="5160" y="2798"/>
                </a:cubicBezTo>
                <a:close/>
                <a:moveTo>
                  <a:pt x="7716" y="2367"/>
                </a:moveTo>
                <a:cubicBezTo>
                  <a:pt x="7716" y="2400"/>
                  <a:pt x="7689" y="2428"/>
                  <a:pt x="7656" y="2428"/>
                </a:cubicBezTo>
                <a:cubicBezTo>
                  <a:pt x="7622" y="2428"/>
                  <a:pt x="7595" y="2400"/>
                  <a:pt x="7595" y="2367"/>
                </a:cubicBezTo>
                <a:cubicBezTo>
                  <a:pt x="7595" y="2333"/>
                  <a:pt x="7622" y="2306"/>
                  <a:pt x="7656" y="2306"/>
                </a:cubicBezTo>
                <a:cubicBezTo>
                  <a:pt x="7689" y="2306"/>
                  <a:pt x="7716" y="2333"/>
                  <a:pt x="7716" y="2367"/>
                </a:cubicBezTo>
                <a:close/>
                <a:moveTo>
                  <a:pt x="1711" y="6135"/>
                </a:moveTo>
                <a:cubicBezTo>
                  <a:pt x="1711" y="6167"/>
                  <a:pt x="1685" y="6193"/>
                  <a:pt x="1653" y="6193"/>
                </a:cubicBezTo>
                <a:cubicBezTo>
                  <a:pt x="1621" y="6193"/>
                  <a:pt x="1596" y="6167"/>
                  <a:pt x="1596" y="6135"/>
                </a:cubicBezTo>
                <a:cubicBezTo>
                  <a:pt x="1596" y="6103"/>
                  <a:pt x="1621" y="6077"/>
                  <a:pt x="1653" y="6077"/>
                </a:cubicBezTo>
                <a:cubicBezTo>
                  <a:pt x="1685" y="6077"/>
                  <a:pt x="1711" y="6103"/>
                  <a:pt x="1711" y="6135"/>
                </a:cubicBezTo>
                <a:close/>
                <a:moveTo>
                  <a:pt x="3270" y="3015"/>
                </a:moveTo>
                <a:cubicBezTo>
                  <a:pt x="3270" y="3051"/>
                  <a:pt x="3240" y="3080"/>
                  <a:pt x="3204" y="3080"/>
                </a:cubicBezTo>
                <a:cubicBezTo>
                  <a:pt x="3168" y="3080"/>
                  <a:pt x="3139" y="3051"/>
                  <a:pt x="3139" y="3015"/>
                </a:cubicBezTo>
                <a:cubicBezTo>
                  <a:pt x="3139" y="2979"/>
                  <a:pt x="3168" y="2950"/>
                  <a:pt x="3204" y="2950"/>
                </a:cubicBezTo>
                <a:cubicBezTo>
                  <a:pt x="3240" y="2950"/>
                  <a:pt x="3270" y="2979"/>
                  <a:pt x="3270" y="3015"/>
                </a:cubicBezTo>
                <a:close/>
                <a:moveTo>
                  <a:pt x="3340" y="4391"/>
                </a:moveTo>
                <a:cubicBezTo>
                  <a:pt x="3340" y="4428"/>
                  <a:pt x="3310" y="4458"/>
                  <a:pt x="3274" y="4458"/>
                </a:cubicBezTo>
                <a:cubicBezTo>
                  <a:pt x="3237" y="4458"/>
                  <a:pt x="3207" y="4428"/>
                  <a:pt x="3207" y="4391"/>
                </a:cubicBezTo>
                <a:cubicBezTo>
                  <a:pt x="3207" y="4355"/>
                  <a:pt x="3237" y="4325"/>
                  <a:pt x="3274" y="4325"/>
                </a:cubicBezTo>
                <a:cubicBezTo>
                  <a:pt x="3310" y="4325"/>
                  <a:pt x="3340" y="4355"/>
                  <a:pt x="3340" y="4391"/>
                </a:cubicBezTo>
                <a:close/>
                <a:moveTo>
                  <a:pt x="9623" y="1643"/>
                </a:moveTo>
                <a:cubicBezTo>
                  <a:pt x="9623" y="1677"/>
                  <a:pt x="9595" y="1705"/>
                  <a:pt x="9561" y="1705"/>
                </a:cubicBezTo>
                <a:cubicBezTo>
                  <a:pt x="9527" y="1705"/>
                  <a:pt x="9499" y="1677"/>
                  <a:pt x="9499" y="1643"/>
                </a:cubicBezTo>
                <a:cubicBezTo>
                  <a:pt x="9499" y="1609"/>
                  <a:pt x="9527" y="1581"/>
                  <a:pt x="9561" y="1581"/>
                </a:cubicBezTo>
                <a:cubicBezTo>
                  <a:pt x="9595" y="1581"/>
                  <a:pt x="9623" y="1609"/>
                  <a:pt x="9623" y="1643"/>
                </a:cubicBezTo>
                <a:close/>
                <a:moveTo>
                  <a:pt x="6109" y="5070"/>
                </a:moveTo>
                <a:cubicBezTo>
                  <a:pt x="6109" y="5088"/>
                  <a:pt x="6094" y="5103"/>
                  <a:pt x="6076" y="5103"/>
                </a:cubicBezTo>
                <a:cubicBezTo>
                  <a:pt x="6058" y="5103"/>
                  <a:pt x="6043" y="5088"/>
                  <a:pt x="6043" y="5070"/>
                </a:cubicBezTo>
                <a:cubicBezTo>
                  <a:pt x="6043" y="5052"/>
                  <a:pt x="6058" y="5038"/>
                  <a:pt x="6076" y="5038"/>
                </a:cubicBezTo>
                <a:cubicBezTo>
                  <a:pt x="6094" y="5038"/>
                  <a:pt x="6109" y="5052"/>
                  <a:pt x="6109" y="5070"/>
                </a:cubicBezTo>
                <a:close/>
                <a:moveTo>
                  <a:pt x="4202" y="2857"/>
                </a:moveTo>
                <a:cubicBezTo>
                  <a:pt x="4202" y="2891"/>
                  <a:pt x="4174" y="2919"/>
                  <a:pt x="4139" y="2919"/>
                </a:cubicBezTo>
                <a:cubicBezTo>
                  <a:pt x="4105" y="2919"/>
                  <a:pt x="4077" y="2891"/>
                  <a:pt x="4077" y="2857"/>
                </a:cubicBezTo>
                <a:cubicBezTo>
                  <a:pt x="4077" y="2822"/>
                  <a:pt x="4105" y="2794"/>
                  <a:pt x="4139" y="2794"/>
                </a:cubicBezTo>
                <a:cubicBezTo>
                  <a:pt x="4174" y="2794"/>
                  <a:pt x="4202" y="2822"/>
                  <a:pt x="4202" y="2857"/>
                </a:cubicBezTo>
                <a:close/>
                <a:moveTo>
                  <a:pt x="4564" y="318"/>
                </a:moveTo>
                <a:cubicBezTo>
                  <a:pt x="4564" y="339"/>
                  <a:pt x="4547" y="356"/>
                  <a:pt x="4526" y="356"/>
                </a:cubicBezTo>
                <a:cubicBezTo>
                  <a:pt x="4505" y="356"/>
                  <a:pt x="4487" y="339"/>
                  <a:pt x="4487" y="318"/>
                </a:cubicBezTo>
                <a:cubicBezTo>
                  <a:pt x="4487" y="297"/>
                  <a:pt x="4505" y="279"/>
                  <a:pt x="4526" y="279"/>
                </a:cubicBezTo>
                <a:cubicBezTo>
                  <a:pt x="4547" y="279"/>
                  <a:pt x="4564" y="297"/>
                  <a:pt x="4564" y="318"/>
                </a:cubicBezTo>
                <a:close/>
                <a:moveTo>
                  <a:pt x="8336" y="5531"/>
                </a:moveTo>
                <a:cubicBezTo>
                  <a:pt x="8336" y="5560"/>
                  <a:pt x="8312" y="5584"/>
                  <a:pt x="8283" y="5584"/>
                </a:cubicBezTo>
                <a:cubicBezTo>
                  <a:pt x="8253" y="5584"/>
                  <a:pt x="8230" y="5560"/>
                  <a:pt x="8230" y="5531"/>
                </a:cubicBezTo>
                <a:cubicBezTo>
                  <a:pt x="8230" y="5502"/>
                  <a:pt x="8253" y="5478"/>
                  <a:pt x="8283" y="5478"/>
                </a:cubicBezTo>
                <a:cubicBezTo>
                  <a:pt x="8312" y="5478"/>
                  <a:pt x="8336" y="5502"/>
                  <a:pt x="8336" y="5531"/>
                </a:cubicBezTo>
                <a:close/>
                <a:moveTo>
                  <a:pt x="905" y="4851"/>
                </a:moveTo>
                <a:cubicBezTo>
                  <a:pt x="905" y="4886"/>
                  <a:pt x="876" y="4915"/>
                  <a:pt x="840" y="4915"/>
                </a:cubicBezTo>
                <a:cubicBezTo>
                  <a:pt x="805" y="4915"/>
                  <a:pt x="776" y="4886"/>
                  <a:pt x="776" y="4851"/>
                </a:cubicBezTo>
                <a:cubicBezTo>
                  <a:pt x="776" y="4815"/>
                  <a:pt x="805" y="4786"/>
                  <a:pt x="840" y="4786"/>
                </a:cubicBezTo>
                <a:cubicBezTo>
                  <a:pt x="876" y="4786"/>
                  <a:pt x="905" y="4815"/>
                  <a:pt x="905" y="4851"/>
                </a:cubicBezTo>
                <a:close/>
                <a:moveTo>
                  <a:pt x="2935" y="3045"/>
                </a:moveTo>
                <a:cubicBezTo>
                  <a:pt x="2935" y="3068"/>
                  <a:pt x="2916" y="3086"/>
                  <a:pt x="2893" y="3086"/>
                </a:cubicBezTo>
                <a:cubicBezTo>
                  <a:pt x="2870" y="3086"/>
                  <a:pt x="2852" y="3068"/>
                  <a:pt x="2852" y="3045"/>
                </a:cubicBezTo>
                <a:cubicBezTo>
                  <a:pt x="2852" y="3022"/>
                  <a:pt x="2870" y="3003"/>
                  <a:pt x="2893" y="3003"/>
                </a:cubicBezTo>
                <a:cubicBezTo>
                  <a:pt x="2916" y="3003"/>
                  <a:pt x="2935" y="3022"/>
                  <a:pt x="2935" y="3045"/>
                </a:cubicBezTo>
                <a:close/>
                <a:moveTo>
                  <a:pt x="616" y="4607"/>
                </a:moveTo>
                <a:cubicBezTo>
                  <a:pt x="616" y="4627"/>
                  <a:pt x="600" y="4644"/>
                  <a:pt x="580" y="4644"/>
                </a:cubicBezTo>
                <a:cubicBezTo>
                  <a:pt x="560" y="4644"/>
                  <a:pt x="543" y="4627"/>
                  <a:pt x="543" y="4607"/>
                </a:cubicBezTo>
                <a:cubicBezTo>
                  <a:pt x="543" y="4587"/>
                  <a:pt x="560" y="4571"/>
                  <a:pt x="580" y="4571"/>
                </a:cubicBezTo>
                <a:cubicBezTo>
                  <a:pt x="600" y="4571"/>
                  <a:pt x="616" y="4587"/>
                  <a:pt x="616" y="4607"/>
                </a:cubicBezTo>
                <a:close/>
                <a:moveTo>
                  <a:pt x="946" y="5695"/>
                </a:moveTo>
                <a:cubicBezTo>
                  <a:pt x="946" y="5714"/>
                  <a:pt x="931" y="5729"/>
                  <a:pt x="912" y="5729"/>
                </a:cubicBezTo>
                <a:cubicBezTo>
                  <a:pt x="894" y="5729"/>
                  <a:pt x="878" y="5714"/>
                  <a:pt x="878" y="5695"/>
                </a:cubicBezTo>
                <a:cubicBezTo>
                  <a:pt x="878" y="5677"/>
                  <a:pt x="894" y="5662"/>
                  <a:pt x="912" y="5662"/>
                </a:cubicBezTo>
                <a:cubicBezTo>
                  <a:pt x="931" y="5662"/>
                  <a:pt x="946" y="5677"/>
                  <a:pt x="946" y="5695"/>
                </a:cubicBezTo>
                <a:close/>
                <a:moveTo>
                  <a:pt x="7612" y="5111"/>
                </a:moveTo>
                <a:cubicBezTo>
                  <a:pt x="7612" y="5133"/>
                  <a:pt x="7594" y="5151"/>
                  <a:pt x="7572" y="5151"/>
                </a:cubicBezTo>
                <a:cubicBezTo>
                  <a:pt x="7550" y="5151"/>
                  <a:pt x="7532" y="5133"/>
                  <a:pt x="7532" y="5111"/>
                </a:cubicBezTo>
                <a:cubicBezTo>
                  <a:pt x="7532" y="5088"/>
                  <a:pt x="7550" y="5070"/>
                  <a:pt x="7572" y="5070"/>
                </a:cubicBezTo>
                <a:cubicBezTo>
                  <a:pt x="7594" y="5070"/>
                  <a:pt x="7612" y="5088"/>
                  <a:pt x="7612" y="5111"/>
                </a:cubicBezTo>
                <a:close/>
                <a:moveTo>
                  <a:pt x="3793" y="1439"/>
                </a:moveTo>
                <a:cubicBezTo>
                  <a:pt x="3793" y="1472"/>
                  <a:pt x="3767" y="1498"/>
                  <a:pt x="3735" y="1498"/>
                </a:cubicBezTo>
                <a:cubicBezTo>
                  <a:pt x="3703" y="1498"/>
                  <a:pt x="3677" y="1472"/>
                  <a:pt x="3677" y="1439"/>
                </a:cubicBezTo>
                <a:cubicBezTo>
                  <a:pt x="3677" y="1407"/>
                  <a:pt x="3703" y="1381"/>
                  <a:pt x="3735" y="1381"/>
                </a:cubicBezTo>
                <a:cubicBezTo>
                  <a:pt x="3767" y="1381"/>
                  <a:pt x="3793" y="1407"/>
                  <a:pt x="3793" y="1439"/>
                </a:cubicBezTo>
                <a:close/>
                <a:moveTo>
                  <a:pt x="9739" y="4670"/>
                </a:moveTo>
                <a:cubicBezTo>
                  <a:pt x="9739" y="4697"/>
                  <a:pt x="9716" y="4720"/>
                  <a:pt x="9689" y="4720"/>
                </a:cubicBezTo>
                <a:cubicBezTo>
                  <a:pt x="9662" y="4720"/>
                  <a:pt x="9639" y="4697"/>
                  <a:pt x="9639" y="4670"/>
                </a:cubicBezTo>
                <a:cubicBezTo>
                  <a:pt x="9639" y="4642"/>
                  <a:pt x="9662" y="4620"/>
                  <a:pt x="9689" y="4620"/>
                </a:cubicBezTo>
                <a:cubicBezTo>
                  <a:pt x="9716" y="4620"/>
                  <a:pt x="9739" y="4642"/>
                  <a:pt x="9739" y="4670"/>
                </a:cubicBezTo>
                <a:close/>
                <a:moveTo>
                  <a:pt x="5429" y="2587"/>
                </a:moveTo>
                <a:cubicBezTo>
                  <a:pt x="5429" y="2619"/>
                  <a:pt x="5403" y="2645"/>
                  <a:pt x="5371" y="2645"/>
                </a:cubicBezTo>
                <a:cubicBezTo>
                  <a:pt x="5338" y="2645"/>
                  <a:pt x="5312" y="2619"/>
                  <a:pt x="5312" y="2587"/>
                </a:cubicBezTo>
                <a:cubicBezTo>
                  <a:pt x="5312" y="2555"/>
                  <a:pt x="5338" y="2528"/>
                  <a:pt x="5371" y="2528"/>
                </a:cubicBezTo>
                <a:cubicBezTo>
                  <a:pt x="5403" y="2528"/>
                  <a:pt x="5429" y="2555"/>
                  <a:pt x="5429" y="2587"/>
                </a:cubicBezTo>
                <a:close/>
                <a:moveTo>
                  <a:pt x="2775" y="1579"/>
                </a:moveTo>
                <a:cubicBezTo>
                  <a:pt x="2775" y="1611"/>
                  <a:pt x="2749" y="1637"/>
                  <a:pt x="2717" y="1637"/>
                </a:cubicBezTo>
                <a:cubicBezTo>
                  <a:pt x="2685" y="1637"/>
                  <a:pt x="2659" y="1611"/>
                  <a:pt x="2659" y="1579"/>
                </a:cubicBezTo>
                <a:cubicBezTo>
                  <a:pt x="2659" y="1547"/>
                  <a:pt x="2685" y="1521"/>
                  <a:pt x="2717" y="1521"/>
                </a:cubicBezTo>
                <a:cubicBezTo>
                  <a:pt x="2749" y="1521"/>
                  <a:pt x="2775" y="1547"/>
                  <a:pt x="2775" y="1579"/>
                </a:cubicBezTo>
                <a:close/>
                <a:moveTo>
                  <a:pt x="2633" y="6185"/>
                </a:moveTo>
                <a:cubicBezTo>
                  <a:pt x="2633" y="6218"/>
                  <a:pt x="2607" y="6244"/>
                  <a:pt x="2574" y="6244"/>
                </a:cubicBezTo>
                <a:cubicBezTo>
                  <a:pt x="2542" y="6244"/>
                  <a:pt x="2515" y="6218"/>
                  <a:pt x="2515" y="6185"/>
                </a:cubicBezTo>
                <a:cubicBezTo>
                  <a:pt x="2515" y="6152"/>
                  <a:pt x="2542" y="6126"/>
                  <a:pt x="2574" y="6126"/>
                </a:cubicBezTo>
                <a:cubicBezTo>
                  <a:pt x="2607" y="6126"/>
                  <a:pt x="2633" y="6152"/>
                  <a:pt x="2633" y="6185"/>
                </a:cubicBezTo>
                <a:close/>
                <a:moveTo>
                  <a:pt x="1925" y="190"/>
                </a:moveTo>
                <a:cubicBezTo>
                  <a:pt x="1925" y="219"/>
                  <a:pt x="1901" y="243"/>
                  <a:pt x="1871" y="243"/>
                </a:cubicBezTo>
                <a:cubicBezTo>
                  <a:pt x="1841" y="243"/>
                  <a:pt x="1817" y="219"/>
                  <a:pt x="1817" y="190"/>
                </a:cubicBezTo>
                <a:cubicBezTo>
                  <a:pt x="1817" y="160"/>
                  <a:pt x="1841" y="136"/>
                  <a:pt x="1871" y="136"/>
                </a:cubicBezTo>
                <a:cubicBezTo>
                  <a:pt x="1901" y="136"/>
                  <a:pt x="1925" y="160"/>
                  <a:pt x="1925" y="190"/>
                </a:cubicBezTo>
                <a:close/>
                <a:moveTo>
                  <a:pt x="1431" y="3157"/>
                </a:moveTo>
                <a:cubicBezTo>
                  <a:pt x="1431" y="3187"/>
                  <a:pt x="1407" y="3211"/>
                  <a:pt x="1377" y="3211"/>
                </a:cubicBezTo>
                <a:cubicBezTo>
                  <a:pt x="1347" y="3211"/>
                  <a:pt x="1323" y="3187"/>
                  <a:pt x="1323" y="3157"/>
                </a:cubicBezTo>
                <a:cubicBezTo>
                  <a:pt x="1323" y="3127"/>
                  <a:pt x="1347" y="3103"/>
                  <a:pt x="1377" y="3103"/>
                </a:cubicBezTo>
                <a:cubicBezTo>
                  <a:pt x="1407" y="3103"/>
                  <a:pt x="1431" y="3127"/>
                  <a:pt x="1431" y="3157"/>
                </a:cubicBezTo>
                <a:close/>
                <a:moveTo>
                  <a:pt x="8106" y="2463"/>
                </a:moveTo>
                <a:cubicBezTo>
                  <a:pt x="8106" y="2492"/>
                  <a:pt x="8083" y="2515"/>
                  <a:pt x="8054" y="2515"/>
                </a:cubicBezTo>
                <a:cubicBezTo>
                  <a:pt x="8026" y="2515"/>
                  <a:pt x="8003" y="2492"/>
                  <a:pt x="8003" y="2463"/>
                </a:cubicBezTo>
                <a:cubicBezTo>
                  <a:pt x="8003" y="2435"/>
                  <a:pt x="8026" y="2411"/>
                  <a:pt x="8054" y="2411"/>
                </a:cubicBezTo>
                <a:cubicBezTo>
                  <a:pt x="8083" y="2411"/>
                  <a:pt x="8106" y="2435"/>
                  <a:pt x="8106" y="2463"/>
                </a:cubicBezTo>
                <a:close/>
                <a:moveTo>
                  <a:pt x="8158" y="892"/>
                </a:moveTo>
                <a:cubicBezTo>
                  <a:pt x="8158" y="916"/>
                  <a:pt x="8138" y="936"/>
                  <a:pt x="8114" y="936"/>
                </a:cubicBezTo>
                <a:cubicBezTo>
                  <a:pt x="8090" y="936"/>
                  <a:pt x="8071" y="916"/>
                  <a:pt x="8071" y="892"/>
                </a:cubicBezTo>
                <a:cubicBezTo>
                  <a:pt x="8071" y="868"/>
                  <a:pt x="8090" y="849"/>
                  <a:pt x="8114" y="849"/>
                </a:cubicBezTo>
                <a:cubicBezTo>
                  <a:pt x="8138" y="849"/>
                  <a:pt x="8158" y="868"/>
                  <a:pt x="8158" y="892"/>
                </a:cubicBezTo>
                <a:close/>
                <a:moveTo>
                  <a:pt x="8124" y="2277"/>
                </a:moveTo>
                <a:cubicBezTo>
                  <a:pt x="8124" y="2315"/>
                  <a:pt x="8094" y="2345"/>
                  <a:pt x="8056" y="2345"/>
                </a:cubicBezTo>
                <a:cubicBezTo>
                  <a:pt x="8019" y="2345"/>
                  <a:pt x="7989" y="2315"/>
                  <a:pt x="7989" y="2277"/>
                </a:cubicBezTo>
                <a:cubicBezTo>
                  <a:pt x="7989" y="2240"/>
                  <a:pt x="8019" y="2210"/>
                  <a:pt x="8056" y="2210"/>
                </a:cubicBezTo>
                <a:cubicBezTo>
                  <a:pt x="8094" y="2210"/>
                  <a:pt x="8124" y="2240"/>
                  <a:pt x="8124" y="2277"/>
                </a:cubicBezTo>
                <a:close/>
                <a:moveTo>
                  <a:pt x="926" y="584"/>
                </a:moveTo>
                <a:cubicBezTo>
                  <a:pt x="926" y="609"/>
                  <a:pt x="906" y="628"/>
                  <a:pt x="882" y="628"/>
                </a:cubicBezTo>
                <a:cubicBezTo>
                  <a:pt x="857" y="628"/>
                  <a:pt x="837" y="609"/>
                  <a:pt x="837" y="584"/>
                </a:cubicBezTo>
                <a:cubicBezTo>
                  <a:pt x="837" y="559"/>
                  <a:pt x="857" y="539"/>
                  <a:pt x="882" y="539"/>
                </a:cubicBezTo>
                <a:cubicBezTo>
                  <a:pt x="906" y="539"/>
                  <a:pt x="926" y="559"/>
                  <a:pt x="926" y="584"/>
                </a:cubicBezTo>
                <a:close/>
                <a:moveTo>
                  <a:pt x="4683" y="2336"/>
                </a:moveTo>
                <a:cubicBezTo>
                  <a:pt x="4683" y="2358"/>
                  <a:pt x="4666" y="2375"/>
                  <a:pt x="4645" y="2375"/>
                </a:cubicBezTo>
                <a:cubicBezTo>
                  <a:pt x="4623" y="2375"/>
                  <a:pt x="4606" y="2358"/>
                  <a:pt x="4606" y="2336"/>
                </a:cubicBezTo>
                <a:cubicBezTo>
                  <a:pt x="4606" y="2315"/>
                  <a:pt x="4623" y="2297"/>
                  <a:pt x="4645" y="2297"/>
                </a:cubicBezTo>
                <a:cubicBezTo>
                  <a:pt x="4666" y="2297"/>
                  <a:pt x="4683" y="2315"/>
                  <a:pt x="4683" y="2336"/>
                </a:cubicBezTo>
                <a:close/>
                <a:moveTo>
                  <a:pt x="4551" y="5600"/>
                </a:moveTo>
                <a:cubicBezTo>
                  <a:pt x="4551" y="5638"/>
                  <a:pt x="4521" y="5668"/>
                  <a:pt x="4484" y="5668"/>
                </a:cubicBezTo>
                <a:cubicBezTo>
                  <a:pt x="4447" y="5668"/>
                  <a:pt x="4416" y="5638"/>
                  <a:pt x="4416" y="5600"/>
                </a:cubicBezTo>
                <a:cubicBezTo>
                  <a:pt x="4416" y="5563"/>
                  <a:pt x="4447" y="5533"/>
                  <a:pt x="4484" y="5533"/>
                </a:cubicBezTo>
                <a:cubicBezTo>
                  <a:pt x="4521" y="5533"/>
                  <a:pt x="4551" y="5563"/>
                  <a:pt x="4551" y="5600"/>
                </a:cubicBezTo>
                <a:close/>
                <a:moveTo>
                  <a:pt x="6302" y="1648"/>
                </a:moveTo>
                <a:cubicBezTo>
                  <a:pt x="6302" y="1678"/>
                  <a:pt x="6278" y="1701"/>
                  <a:pt x="6249" y="1701"/>
                </a:cubicBezTo>
                <a:cubicBezTo>
                  <a:pt x="6220" y="1701"/>
                  <a:pt x="6196" y="1678"/>
                  <a:pt x="6196" y="1648"/>
                </a:cubicBezTo>
                <a:cubicBezTo>
                  <a:pt x="6196" y="1619"/>
                  <a:pt x="6220" y="1595"/>
                  <a:pt x="6249" y="1595"/>
                </a:cubicBezTo>
                <a:cubicBezTo>
                  <a:pt x="6278" y="1595"/>
                  <a:pt x="6302" y="1619"/>
                  <a:pt x="6302" y="1648"/>
                </a:cubicBezTo>
                <a:close/>
                <a:moveTo>
                  <a:pt x="1671" y="447"/>
                </a:moveTo>
                <a:cubicBezTo>
                  <a:pt x="1671" y="481"/>
                  <a:pt x="1644" y="508"/>
                  <a:pt x="1610" y="508"/>
                </a:cubicBezTo>
                <a:cubicBezTo>
                  <a:pt x="1575" y="508"/>
                  <a:pt x="1548" y="481"/>
                  <a:pt x="1548" y="447"/>
                </a:cubicBezTo>
                <a:cubicBezTo>
                  <a:pt x="1548" y="413"/>
                  <a:pt x="1575" y="385"/>
                  <a:pt x="1610" y="385"/>
                </a:cubicBezTo>
                <a:cubicBezTo>
                  <a:pt x="1644" y="385"/>
                  <a:pt x="1671" y="413"/>
                  <a:pt x="1671" y="447"/>
                </a:cubicBezTo>
                <a:close/>
                <a:moveTo>
                  <a:pt x="2757" y="1054"/>
                </a:moveTo>
                <a:cubicBezTo>
                  <a:pt x="2757" y="1088"/>
                  <a:pt x="2729" y="1116"/>
                  <a:pt x="2694" y="1116"/>
                </a:cubicBezTo>
                <a:cubicBezTo>
                  <a:pt x="2659" y="1116"/>
                  <a:pt x="2631" y="1088"/>
                  <a:pt x="2631" y="1054"/>
                </a:cubicBezTo>
                <a:cubicBezTo>
                  <a:pt x="2631" y="1019"/>
                  <a:pt x="2659" y="991"/>
                  <a:pt x="2694" y="991"/>
                </a:cubicBezTo>
                <a:cubicBezTo>
                  <a:pt x="2729" y="991"/>
                  <a:pt x="2757" y="1019"/>
                  <a:pt x="2757" y="1054"/>
                </a:cubicBezTo>
                <a:close/>
                <a:moveTo>
                  <a:pt x="1298" y="1524"/>
                </a:moveTo>
                <a:cubicBezTo>
                  <a:pt x="1298" y="1544"/>
                  <a:pt x="1282" y="1560"/>
                  <a:pt x="1262" y="1560"/>
                </a:cubicBezTo>
                <a:cubicBezTo>
                  <a:pt x="1242" y="1560"/>
                  <a:pt x="1226" y="1544"/>
                  <a:pt x="1226" y="1524"/>
                </a:cubicBezTo>
                <a:cubicBezTo>
                  <a:pt x="1226" y="1504"/>
                  <a:pt x="1242" y="1488"/>
                  <a:pt x="1262" y="1488"/>
                </a:cubicBezTo>
                <a:cubicBezTo>
                  <a:pt x="1282" y="1488"/>
                  <a:pt x="1298" y="1504"/>
                  <a:pt x="1298" y="1524"/>
                </a:cubicBezTo>
                <a:close/>
                <a:moveTo>
                  <a:pt x="8922" y="4283"/>
                </a:moveTo>
                <a:cubicBezTo>
                  <a:pt x="8922" y="4304"/>
                  <a:pt x="8906" y="4320"/>
                  <a:pt x="8885" y="4320"/>
                </a:cubicBezTo>
                <a:cubicBezTo>
                  <a:pt x="8864" y="4320"/>
                  <a:pt x="8848" y="4304"/>
                  <a:pt x="8848" y="4283"/>
                </a:cubicBezTo>
                <a:cubicBezTo>
                  <a:pt x="8848" y="4263"/>
                  <a:pt x="8864" y="4246"/>
                  <a:pt x="8885" y="4246"/>
                </a:cubicBezTo>
                <a:cubicBezTo>
                  <a:pt x="8906" y="4246"/>
                  <a:pt x="8922" y="4263"/>
                  <a:pt x="8922" y="4283"/>
                </a:cubicBezTo>
                <a:close/>
                <a:moveTo>
                  <a:pt x="798" y="5680"/>
                </a:moveTo>
                <a:cubicBezTo>
                  <a:pt x="798" y="5699"/>
                  <a:pt x="782" y="5715"/>
                  <a:pt x="763" y="5715"/>
                </a:cubicBezTo>
                <a:cubicBezTo>
                  <a:pt x="743" y="5715"/>
                  <a:pt x="728" y="5699"/>
                  <a:pt x="728" y="5680"/>
                </a:cubicBezTo>
                <a:cubicBezTo>
                  <a:pt x="728" y="5660"/>
                  <a:pt x="743" y="5645"/>
                  <a:pt x="763" y="5645"/>
                </a:cubicBezTo>
                <a:cubicBezTo>
                  <a:pt x="782" y="5645"/>
                  <a:pt x="798" y="5660"/>
                  <a:pt x="798" y="5680"/>
                </a:cubicBezTo>
                <a:close/>
                <a:moveTo>
                  <a:pt x="7179" y="4336"/>
                </a:moveTo>
                <a:cubicBezTo>
                  <a:pt x="7179" y="4365"/>
                  <a:pt x="7155" y="4389"/>
                  <a:pt x="7125" y="4389"/>
                </a:cubicBezTo>
                <a:cubicBezTo>
                  <a:pt x="7096" y="4389"/>
                  <a:pt x="7072" y="4365"/>
                  <a:pt x="7072" y="4336"/>
                </a:cubicBezTo>
                <a:cubicBezTo>
                  <a:pt x="7072" y="4306"/>
                  <a:pt x="7096" y="4282"/>
                  <a:pt x="7125" y="4282"/>
                </a:cubicBezTo>
                <a:cubicBezTo>
                  <a:pt x="7155" y="4282"/>
                  <a:pt x="7179" y="4306"/>
                  <a:pt x="7179" y="4336"/>
                </a:cubicBezTo>
                <a:close/>
                <a:moveTo>
                  <a:pt x="4833" y="2635"/>
                </a:moveTo>
                <a:cubicBezTo>
                  <a:pt x="4833" y="2657"/>
                  <a:pt x="4815" y="2676"/>
                  <a:pt x="4792" y="2676"/>
                </a:cubicBezTo>
                <a:cubicBezTo>
                  <a:pt x="4769" y="2676"/>
                  <a:pt x="4751" y="2657"/>
                  <a:pt x="4751" y="2635"/>
                </a:cubicBezTo>
                <a:cubicBezTo>
                  <a:pt x="4751" y="2612"/>
                  <a:pt x="4769" y="2593"/>
                  <a:pt x="4792" y="2593"/>
                </a:cubicBezTo>
                <a:cubicBezTo>
                  <a:pt x="4815" y="2593"/>
                  <a:pt x="4833" y="2612"/>
                  <a:pt x="4833" y="2635"/>
                </a:cubicBezTo>
                <a:close/>
                <a:moveTo>
                  <a:pt x="6500" y="991"/>
                </a:moveTo>
                <a:cubicBezTo>
                  <a:pt x="6500" y="1019"/>
                  <a:pt x="6478" y="1041"/>
                  <a:pt x="6451" y="1041"/>
                </a:cubicBezTo>
                <a:cubicBezTo>
                  <a:pt x="6424" y="1041"/>
                  <a:pt x="6402" y="1019"/>
                  <a:pt x="6402" y="991"/>
                </a:cubicBezTo>
                <a:cubicBezTo>
                  <a:pt x="6402" y="964"/>
                  <a:pt x="6424" y="942"/>
                  <a:pt x="6451" y="942"/>
                </a:cubicBezTo>
                <a:cubicBezTo>
                  <a:pt x="6478" y="942"/>
                  <a:pt x="6500" y="964"/>
                  <a:pt x="6500" y="991"/>
                </a:cubicBezTo>
                <a:close/>
                <a:moveTo>
                  <a:pt x="2692" y="2337"/>
                </a:moveTo>
                <a:cubicBezTo>
                  <a:pt x="2692" y="2373"/>
                  <a:pt x="2663" y="2403"/>
                  <a:pt x="2627" y="2403"/>
                </a:cubicBezTo>
                <a:cubicBezTo>
                  <a:pt x="2590" y="2403"/>
                  <a:pt x="2561" y="2373"/>
                  <a:pt x="2561" y="2337"/>
                </a:cubicBezTo>
                <a:cubicBezTo>
                  <a:pt x="2561" y="2301"/>
                  <a:pt x="2590" y="2272"/>
                  <a:pt x="2627" y="2272"/>
                </a:cubicBezTo>
                <a:cubicBezTo>
                  <a:pt x="2663" y="2272"/>
                  <a:pt x="2692" y="2301"/>
                  <a:pt x="2692" y="2337"/>
                </a:cubicBezTo>
                <a:close/>
                <a:moveTo>
                  <a:pt x="5723" y="4058"/>
                </a:moveTo>
                <a:cubicBezTo>
                  <a:pt x="5723" y="4089"/>
                  <a:pt x="5698" y="4114"/>
                  <a:pt x="5667" y="4114"/>
                </a:cubicBezTo>
                <a:cubicBezTo>
                  <a:pt x="5636" y="4114"/>
                  <a:pt x="5611" y="4089"/>
                  <a:pt x="5611" y="4058"/>
                </a:cubicBezTo>
                <a:cubicBezTo>
                  <a:pt x="5611" y="4028"/>
                  <a:pt x="5636" y="4003"/>
                  <a:pt x="5667" y="4003"/>
                </a:cubicBezTo>
                <a:cubicBezTo>
                  <a:pt x="5698" y="4003"/>
                  <a:pt x="5723" y="4028"/>
                  <a:pt x="5723" y="4058"/>
                </a:cubicBezTo>
                <a:close/>
                <a:moveTo>
                  <a:pt x="129" y="4912"/>
                </a:moveTo>
                <a:cubicBezTo>
                  <a:pt x="129" y="4948"/>
                  <a:pt x="100" y="4977"/>
                  <a:pt x="64" y="4977"/>
                </a:cubicBezTo>
                <a:cubicBezTo>
                  <a:pt x="29" y="4977"/>
                  <a:pt x="0" y="4948"/>
                  <a:pt x="0" y="4912"/>
                </a:cubicBezTo>
                <a:cubicBezTo>
                  <a:pt x="0" y="4876"/>
                  <a:pt x="29" y="4847"/>
                  <a:pt x="64" y="4847"/>
                </a:cubicBezTo>
                <a:cubicBezTo>
                  <a:pt x="100" y="4847"/>
                  <a:pt x="129" y="4876"/>
                  <a:pt x="129" y="4912"/>
                </a:cubicBezTo>
                <a:close/>
                <a:moveTo>
                  <a:pt x="7501" y="3296"/>
                </a:moveTo>
                <a:cubicBezTo>
                  <a:pt x="7501" y="3331"/>
                  <a:pt x="7473" y="3360"/>
                  <a:pt x="7438" y="3360"/>
                </a:cubicBezTo>
                <a:cubicBezTo>
                  <a:pt x="7402" y="3360"/>
                  <a:pt x="7374" y="3331"/>
                  <a:pt x="7374" y="3296"/>
                </a:cubicBezTo>
                <a:cubicBezTo>
                  <a:pt x="7374" y="3260"/>
                  <a:pt x="7402" y="3232"/>
                  <a:pt x="7438" y="3232"/>
                </a:cubicBezTo>
                <a:cubicBezTo>
                  <a:pt x="7473" y="3232"/>
                  <a:pt x="7501" y="3260"/>
                  <a:pt x="7501" y="3296"/>
                </a:cubicBezTo>
                <a:close/>
                <a:moveTo>
                  <a:pt x="9434" y="1773"/>
                </a:moveTo>
                <a:cubicBezTo>
                  <a:pt x="9434" y="1793"/>
                  <a:pt x="9418" y="1810"/>
                  <a:pt x="9397" y="1810"/>
                </a:cubicBezTo>
                <a:cubicBezTo>
                  <a:pt x="9377" y="1810"/>
                  <a:pt x="9361" y="1793"/>
                  <a:pt x="9361" y="1773"/>
                </a:cubicBezTo>
                <a:cubicBezTo>
                  <a:pt x="9361" y="1753"/>
                  <a:pt x="9377" y="1737"/>
                  <a:pt x="9397" y="1737"/>
                </a:cubicBezTo>
                <a:cubicBezTo>
                  <a:pt x="9418" y="1737"/>
                  <a:pt x="9434" y="1753"/>
                  <a:pt x="9434" y="1773"/>
                </a:cubicBezTo>
                <a:close/>
                <a:moveTo>
                  <a:pt x="3432" y="170"/>
                </a:moveTo>
                <a:cubicBezTo>
                  <a:pt x="3432" y="192"/>
                  <a:pt x="3414" y="209"/>
                  <a:pt x="3392" y="209"/>
                </a:cubicBezTo>
                <a:cubicBezTo>
                  <a:pt x="3370" y="209"/>
                  <a:pt x="3353" y="192"/>
                  <a:pt x="3353" y="170"/>
                </a:cubicBezTo>
                <a:cubicBezTo>
                  <a:pt x="3353" y="148"/>
                  <a:pt x="3370" y="131"/>
                  <a:pt x="3392" y="131"/>
                </a:cubicBezTo>
                <a:cubicBezTo>
                  <a:pt x="3414" y="131"/>
                  <a:pt x="3432" y="148"/>
                  <a:pt x="3432" y="170"/>
                </a:cubicBezTo>
                <a:close/>
                <a:moveTo>
                  <a:pt x="914" y="111"/>
                </a:moveTo>
                <a:cubicBezTo>
                  <a:pt x="914" y="136"/>
                  <a:pt x="893" y="157"/>
                  <a:pt x="868" y="157"/>
                </a:cubicBezTo>
                <a:cubicBezTo>
                  <a:pt x="843" y="157"/>
                  <a:pt x="822" y="136"/>
                  <a:pt x="822" y="111"/>
                </a:cubicBezTo>
                <a:cubicBezTo>
                  <a:pt x="822" y="86"/>
                  <a:pt x="843" y="65"/>
                  <a:pt x="868" y="65"/>
                </a:cubicBezTo>
                <a:cubicBezTo>
                  <a:pt x="893" y="65"/>
                  <a:pt x="914" y="86"/>
                  <a:pt x="914" y="111"/>
                </a:cubicBezTo>
                <a:close/>
                <a:moveTo>
                  <a:pt x="175" y="3038"/>
                </a:moveTo>
                <a:cubicBezTo>
                  <a:pt x="175" y="3073"/>
                  <a:pt x="147" y="3102"/>
                  <a:pt x="111" y="3102"/>
                </a:cubicBezTo>
                <a:cubicBezTo>
                  <a:pt x="76" y="3102"/>
                  <a:pt x="47" y="3073"/>
                  <a:pt x="47" y="3038"/>
                </a:cubicBezTo>
                <a:cubicBezTo>
                  <a:pt x="47" y="3002"/>
                  <a:pt x="76" y="2974"/>
                  <a:pt x="111" y="2974"/>
                </a:cubicBezTo>
                <a:cubicBezTo>
                  <a:pt x="147" y="2974"/>
                  <a:pt x="175" y="3002"/>
                  <a:pt x="175" y="3038"/>
                </a:cubicBezTo>
                <a:close/>
                <a:moveTo>
                  <a:pt x="7169" y="381"/>
                </a:moveTo>
                <a:cubicBezTo>
                  <a:pt x="7169" y="413"/>
                  <a:pt x="7142" y="440"/>
                  <a:pt x="7110" y="440"/>
                </a:cubicBezTo>
                <a:cubicBezTo>
                  <a:pt x="7077" y="440"/>
                  <a:pt x="7050" y="413"/>
                  <a:pt x="7050" y="381"/>
                </a:cubicBezTo>
                <a:cubicBezTo>
                  <a:pt x="7050" y="348"/>
                  <a:pt x="7077" y="322"/>
                  <a:pt x="7110" y="322"/>
                </a:cubicBezTo>
                <a:cubicBezTo>
                  <a:pt x="7142" y="322"/>
                  <a:pt x="7169" y="348"/>
                  <a:pt x="7169" y="381"/>
                </a:cubicBezTo>
                <a:close/>
                <a:moveTo>
                  <a:pt x="1989" y="5053"/>
                </a:moveTo>
                <a:cubicBezTo>
                  <a:pt x="1989" y="5084"/>
                  <a:pt x="1964" y="5109"/>
                  <a:pt x="1933" y="5109"/>
                </a:cubicBezTo>
                <a:cubicBezTo>
                  <a:pt x="1902" y="5109"/>
                  <a:pt x="1877" y="5084"/>
                  <a:pt x="1877" y="5053"/>
                </a:cubicBezTo>
                <a:cubicBezTo>
                  <a:pt x="1877" y="5023"/>
                  <a:pt x="1902" y="4998"/>
                  <a:pt x="1933" y="4998"/>
                </a:cubicBezTo>
                <a:cubicBezTo>
                  <a:pt x="1964" y="4998"/>
                  <a:pt x="1989" y="5023"/>
                  <a:pt x="1989" y="5053"/>
                </a:cubicBezTo>
                <a:close/>
                <a:moveTo>
                  <a:pt x="5507" y="2760"/>
                </a:moveTo>
                <a:cubicBezTo>
                  <a:pt x="5507" y="2799"/>
                  <a:pt x="5476" y="2830"/>
                  <a:pt x="5438" y="2830"/>
                </a:cubicBezTo>
                <a:cubicBezTo>
                  <a:pt x="5400" y="2830"/>
                  <a:pt x="5369" y="2799"/>
                  <a:pt x="5369" y="2760"/>
                </a:cubicBezTo>
                <a:cubicBezTo>
                  <a:pt x="5369" y="2722"/>
                  <a:pt x="5400" y="2691"/>
                  <a:pt x="5438" y="2691"/>
                </a:cubicBezTo>
                <a:cubicBezTo>
                  <a:pt x="5476" y="2691"/>
                  <a:pt x="5507" y="2722"/>
                  <a:pt x="5507" y="2760"/>
                </a:cubicBezTo>
                <a:close/>
                <a:moveTo>
                  <a:pt x="2167" y="5628"/>
                </a:moveTo>
                <a:cubicBezTo>
                  <a:pt x="2167" y="5649"/>
                  <a:pt x="2150" y="5666"/>
                  <a:pt x="2129" y="5666"/>
                </a:cubicBezTo>
                <a:cubicBezTo>
                  <a:pt x="2108" y="5666"/>
                  <a:pt x="2091" y="5649"/>
                  <a:pt x="2091" y="5628"/>
                </a:cubicBezTo>
                <a:cubicBezTo>
                  <a:pt x="2091" y="5607"/>
                  <a:pt x="2108" y="5590"/>
                  <a:pt x="2129" y="5590"/>
                </a:cubicBezTo>
                <a:cubicBezTo>
                  <a:pt x="2150" y="5590"/>
                  <a:pt x="2167" y="5607"/>
                  <a:pt x="2167" y="5628"/>
                </a:cubicBezTo>
                <a:close/>
                <a:moveTo>
                  <a:pt x="1013" y="1395"/>
                </a:moveTo>
                <a:cubicBezTo>
                  <a:pt x="1013" y="1412"/>
                  <a:pt x="998" y="1426"/>
                  <a:pt x="981" y="1426"/>
                </a:cubicBezTo>
                <a:cubicBezTo>
                  <a:pt x="964" y="1426"/>
                  <a:pt x="950" y="1412"/>
                  <a:pt x="950" y="1395"/>
                </a:cubicBezTo>
                <a:cubicBezTo>
                  <a:pt x="950" y="1378"/>
                  <a:pt x="964" y="1363"/>
                  <a:pt x="981" y="1363"/>
                </a:cubicBezTo>
                <a:cubicBezTo>
                  <a:pt x="998" y="1363"/>
                  <a:pt x="1013" y="1378"/>
                  <a:pt x="1013" y="1395"/>
                </a:cubicBezTo>
                <a:close/>
                <a:moveTo>
                  <a:pt x="8328" y="1203"/>
                </a:moveTo>
                <a:cubicBezTo>
                  <a:pt x="8328" y="1232"/>
                  <a:pt x="8304" y="1256"/>
                  <a:pt x="8275" y="1256"/>
                </a:cubicBezTo>
                <a:cubicBezTo>
                  <a:pt x="8245" y="1256"/>
                  <a:pt x="8222" y="1232"/>
                  <a:pt x="8222" y="1203"/>
                </a:cubicBezTo>
                <a:cubicBezTo>
                  <a:pt x="8222" y="1174"/>
                  <a:pt x="8245" y="1150"/>
                  <a:pt x="8275" y="1150"/>
                </a:cubicBezTo>
                <a:cubicBezTo>
                  <a:pt x="8304" y="1150"/>
                  <a:pt x="8328" y="1174"/>
                  <a:pt x="8328" y="1203"/>
                </a:cubicBezTo>
                <a:close/>
                <a:moveTo>
                  <a:pt x="2828" y="2280"/>
                </a:moveTo>
                <a:cubicBezTo>
                  <a:pt x="2828" y="2314"/>
                  <a:pt x="2800" y="2341"/>
                  <a:pt x="2766" y="2341"/>
                </a:cubicBezTo>
                <a:cubicBezTo>
                  <a:pt x="2732" y="2341"/>
                  <a:pt x="2705" y="2314"/>
                  <a:pt x="2705" y="2280"/>
                </a:cubicBezTo>
                <a:cubicBezTo>
                  <a:pt x="2705" y="2246"/>
                  <a:pt x="2732" y="2218"/>
                  <a:pt x="2766" y="2218"/>
                </a:cubicBezTo>
                <a:cubicBezTo>
                  <a:pt x="2800" y="2218"/>
                  <a:pt x="2828" y="2246"/>
                  <a:pt x="2828" y="2280"/>
                </a:cubicBezTo>
                <a:close/>
                <a:moveTo>
                  <a:pt x="5549" y="1714"/>
                </a:moveTo>
                <a:cubicBezTo>
                  <a:pt x="5549" y="1747"/>
                  <a:pt x="5522" y="1773"/>
                  <a:pt x="5489" y="1773"/>
                </a:cubicBezTo>
                <a:cubicBezTo>
                  <a:pt x="5456" y="1773"/>
                  <a:pt x="5429" y="1747"/>
                  <a:pt x="5429" y="1714"/>
                </a:cubicBezTo>
                <a:cubicBezTo>
                  <a:pt x="5429" y="1681"/>
                  <a:pt x="5456" y="1654"/>
                  <a:pt x="5489" y="1654"/>
                </a:cubicBezTo>
                <a:cubicBezTo>
                  <a:pt x="5522" y="1654"/>
                  <a:pt x="5549" y="1681"/>
                  <a:pt x="5549" y="1714"/>
                </a:cubicBezTo>
                <a:close/>
                <a:moveTo>
                  <a:pt x="1530" y="310"/>
                </a:moveTo>
                <a:cubicBezTo>
                  <a:pt x="1530" y="342"/>
                  <a:pt x="1504" y="368"/>
                  <a:pt x="1472" y="368"/>
                </a:cubicBezTo>
                <a:cubicBezTo>
                  <a:pt x="1440" y="368"/>
                  <a:pt x="1414" y="342"/>
                  <a:pt x="1414" y="310"/>
                </a:cubicBezTo>
                <a:cubicBezTo>
                  <a:pt x="1414" y="278"/>
                  <a:pt x="1440" y="252"/>
                  <a:pt x="1472" y="252"/>
                </a:cubicBezTo>
                <a:cubicBezTo>
                  <a:pt x="1504" y="252"/>
                  <a:pt x="1530" y="278"/>
                  <a:pt x="1530" y="310"/>
                </a:cubicBezTo>
                <a:close/>
                <a:moveTo>
                  <a:pt x="8547" y="4801"/>
                </a:moveTo>
                <a:cubicBezTo>
                  <a:pt x="8547" y="4833"/>
                  <a:pt x="8521" y="4859"/>
                  <a:pt x="8489" y="4859"/>
                </a:cubicBezTo>
                <a:cubicBezTo>
                  <a:pt x="8457" y="4859"/>
                  <a:pt x="8431" y="4833"/>
                  <a:pt x="8431" y="4801"/>
                </a:cubicBezTo>
                <a:cubicBezTo>
                  <a:pt x="8431" y="4769"/>
                  <a:pt x="8457" y="4743"/>
                  <a:pt x="8489" y="4743"/>
                </a:cubicBezTo>
                <a:cubicBezTo>
                  <a:pt x="8521" y="4743"/>
                  <a:pt x="8547" y="4769"/>
                  <a:pt x="8547" y="4801"/>
                </a:cubicBezTo>
                <a:close/>
                <a:moveTo>
                  <a:pt x="9318" y="5800"/>
                </a:moveTo>
                <a:cubicBezTo>
                  <a:pt x="9318" y="5829"/>
                  <a:pt x="9294" y="5852"/>
                  <a:pt x="9265" y="5852"/>
                </a:cubicBezTo>
                <a:cubicBezTo>
                  <a:pt x="9236" y="5852"/>
                  <a:pt x="9212" y="5829"/>
                  <a:pt x="9212" y="5800"/>
                </a:cubicBezTo>
                <a:cubicBezTo>
                  <a:pt x="9212" y="5771"/>
                  <a:pt x="9236" y="5747"/>
                  <a:pt x="9265" y="5747"/>
                </a:cubicBezTo>
                <a:cubicBezTo>
                  <a:pt x="9294" y="5747"/>
                  <a:pt x="9318" y="5771"/>
                  <a:pt x="9318" y="5800"/>
                </a:cubicBezTo>
                <a:close/>
                <a:moveTo>
                  <a:pt x="1852" y="3649"/>
                </a:moveTo>
                <a:cubicBezTo>
                  <a:pt x="1852" y="3675"/>
                  <a:pt x="1831" y="3696"/>
                  <a:pt x="1805" y="3696"/>
                </a:cubicBezTo>
                <a:cubicBezTo>
                  <a:pt x="1779" y="3696"/>
                  <a:pt x="1758" y="3675"/>
                  <a:pt x="1758" y="3649"/>
                </a:cubicBezTo>
                <a:cubicBezTo>
                  <a:pt x="1758" y="3623"/>
                  <a:pt x="1779" y="3602"/>
                  <a:pt x="1805" y="3602"/>
                </a:cubicBezTo>
                <a:cubicBezTo>
                  <a:pt x="1831" y="3602"/>
                  <a:pt x="1852" y="3623"/>
                  <a:pt x="1852" y="3649"/>
                </a:cubicBezTo>
                <a:close/>
                <a:moveTo>
                  <a:pt x="7096" y="2220"/>
                </a:moveTo>
                <a:cubicBezTo>
                  <a:pt x="7096" y="2238"/>
                  <a:pt x="7081" y="2253"/>
                  <a:pt x="7063" y="2253"/>
                </a:cubicBezTo>
                <a:cubicBezTo>
                  <a:pt x="7045" y="2253"/>
                  <a:pt x="7030" y="2238"/>
                  <a:pt x="7030" y="2220"/>
                </a:cubicBezTo>
                <a:cubicBezTo>
                  <a:pt x="7030" y="2202"/>
                  <a:pt x="7045" y="2187"/>
                  <a:pt x="7063" y="2187"/>
                </a:cubicBezTo>
                <a:cubicBezTo>
                  <a:pt x="7081" y="2187"/>
                  <a:pt x="7096" y="2202"/>
                  <a:pt x="7096" y="2220"/>
                </a:cubicBezTo>
                <a:close/>
                <a:moveTo>
                  <a:pt x="2025" y="940"/>
                </a:moveTo>
                <a:cubicBezTo>
                  <a:pt x="2025" y="973"/>
                  <a:pt x="1998" y="999"/>
                  <a:pt x="1966" y="999"/>
                </a:cubicBezTo>
                <a:cubicBezTo>
                  <a:pt x="1933" y="999"/>
                  <a:pt x="1906" y="973"/>
                  <a:pt x="1906" y="940"/>
                </a:cubicBezTo>
                <a:cubicBezTo>
                  <a:pt x="1906" y="907"/>
                  <a:pt x="1933" y="881"/>
                  <a:pt x="1966" y="881"/>
                </a:cubicBezTo>
                <a:cubicBezTo>
                  <a:pt x="1998" y="881"/>
                  <a:pt x="2025" y="907"/>
                  <a:pt x="2025" y="940"/>
                </a:cubicBezTo>
                <a:close/>
                <a:moveTo>
                  <a:pt x="6908" y="3361"/>
                </a:moveTo>
                <a:cubicBezTo>
                  <a:pt x="6908" y="3385"/>
                  <a:pt x="6889" y="3404"/>
                  <a:pt x="6865" y="3404"/>
                </a:cubicBezTo>
                <a:cubicBezTo>
                  <a:pt x="6841" y="3404"/>
                  <a:pt x="6822" y="3385"/>
                  <a:pt x="6822" y="3361"/>
                </a:cubicBezTo>
                <a:cubicBezTo>
                  <a:pt x="6822" y="3338"/>
                  <a:pt x="6841" y="3319"/>
                  <a:pt x="6865" y="3319"/>
                </a:cubicBezTo>
                <a:cubicBezTo>
                  <a:pt x="6889" y="3319"/>
                  <a:pt x="6908" y="3338"/>
                  <a:pt x="6908" y="3361"/>
                </a:cubicBezTo>
                <a:close/>
                <a:moveTo>
                  <a:pt x="7316" y="2832"/>
                </a:moveTo>
                <a:cubicBezTo>
                  <a:pt x="7316" y="2859"/>
                  <a:pt x="7294" y="2882"/>
                  <a:pt x="7266" y="2882"/>
                </a:cubicBezTo>
                <a:cubicBezTo>
                  <a:pt x="7239" y="2882"/>
                  <a:pt x="7217" y="2859"/>
                  <a:pt x="7217" y="2832"/>
                </a:cubicBezTo>
                <a:cubicBezTo>
                  <a:pt x="7217" y="2804"/>
                  <a:pt x="7239" y="2782"/>
                  <a:pt x="7266" y="2782"/>
                </a:cubicBezTo>
                <a:cubicBezTo>
                  <a:pt x="7294" y="2782"/>
                  <a:pt x="7316" y="2804"/>
                  <a:pt x="7316" y="2832"/>
                </a:cubicBezTo>
                <a:close/>
                <a:moveTo>
                  <a:pt x="2044" y="6238"/>
                </a:moveTo>
                <a:cubicBezTo>
                  <a:pt x="2044" y="6265"/>
                  <a:pt x="2023" y="6286"/>
                  <a:pt x="1997" y="6286"/>
                </a:cubicBezTo>
                <a:cubicBezTo>
                  <a:pt x="1970" y="6286"/>
                  <a:pt x="1949" y="6265"/>
                  <a:pt x="1949" y="6238"/>
                </a:cubicBezTo>
                <a:cubicBezTo>
                  <a:pt x="1949" y="6212"/>
                  <a:pt x="1970" y="6191"/>
                  <a:pt x="1997" y="6191"/>
                </a:cubicBezTo>
                <a:cubicBezTo>
                  <a:pt x="2023" y="6191"/>
                  <a:pt x="2044" y="6212"/>
                  <a:pt x="2044" y="6238"/>
                </a:cubicBezTo>
                <a:close/>
                <a:moveTo>
                  <a:pt x="4763" y="1346"/>
                </a:moveTo>
                <a:cubicBezTo>
                  <a:pt x="4763" y="1372"/>
                  <a:pt x="4742" y="1394"/>
                  <a:pt x="4715" y="1394"/>
                </a:cubicBezTo>
                <a:cubicBezTo>
                  <a:pt x="4689" y="1394"/>
                  <a:pt x="4667" y="1372"/>
                  <a:pt x="4667" y="1346"/>
                </a:cubicBezTo>
                <a:cubicBezTo>
                  <a:pt x="4667" y="1319"/>
                  <a:pt x="4689" y="1298"/>
                  <a:pt x="4715" y="1298"/>
                </a:cubicBezTo>
                <a:cubicBezTo>
                  <a:pt x="4742" y="1298"/>
                  <a:pt x="4763" y="1319"/>
                  <a:pt x="4763" y="1346"/>
                </a:cubicBezTo>
                <a:close/>
                <a:moveTo>
                  <a:pt x="4771" y="2693"/>
                </a:moveTo>
                <a:cubicBezTo>
                  <a:pt x="4771" y="2726"/>
                  <a:pt x="4744" y="2753"/>
                  <a:pt x="4711" y="2753"/>
                </a:cubicBezTo>
                <a:cubicBezTo>
                  <a:pt x="4678" y="2753"/>
                  <a:pt x="4651" y="2726"/>
                  <a:pt x="4651" y="2693"/>
                </a:cubicBezTo>
                <a:cubicBezTo>
                  <a:pt x="4651" y="2660"/>
                  <a:pt x="4678" y="2633"/>
                  <a:pt x="4711" y="2633"/>
                </a:cubicBezTo>
                <a:cubicBezTo>
                  <a:pt x="4744" y="2633"/>
                  <a:pt x="4771" y="2660"/>
                  <a:pt x="4771" y="2693"/>
                </a:cubicBezTo>
                <a:close/>
                <a:moveTo>
                  <a:pt x="3423" y="3919"/>
                </a:moveTo>
                <a:cubicBezTo>
                  <a:pt x="3423" y="3950"/>
                  <a:pt x="3398" y="3976"/>
                  <a:pt x="3367" y="3976"/>
                </a:cubicBezTo>
                <a:cubicBezTo>
                  <a:pt x="3335" y="3976"/>
                  <a:pt x="3310" y="3950"/>
                  <a:pt x="3310" y="3919"/>
                </a:cubicBezTo>
                <a:cubicBezTo>
                  <a:pt x="3310" y="3888"/>
                  <a:pt x="3335" y="3862"/>
                  <a:pt x="3367" y="3862"/>
                </a:cubicBezTo>
                <a:cubicBezTo>
                  <a:pt x="3398" y="3862"/>
                  <a:pt x="3423" y="3888"/>
                  <a:pt x="3423" y="3919"/>
                </a:cubicBezTo>
                <a:close/>
                <a:moveTo>
                  <a:pt x="1422" y="5159"/>
                </a:moveTo>
                <a:cubicBezTo>
                  <a:pt x="1422" y="5178"/>
                  <a:pt x="1407" y="5192"/>
                  <a:pt x="1389" y="5192"/>
                </a:cubicBezTo>
                <a:cubicBezTo>
                  <a:pt x="1371" y="5192"/>
                  <a:pt x="1356" y="5178"/>
                  <a:pt x="1356" y="5159"/>
                </a:cubicBezTo>
                <a:cubicBezTo>
                  <a:pt x="1356" y="5141"/>
                  <a:pt x="1371" y="5127"/>
                  <a:pt x="1389" y="5127"/>
                </a:cubicBezTo>
                <a:cubicBezTo>
                  <a:pt x="1407" y="5127"/>
                  <a:pt x="1422" y="5141"/>
                  <a:pt x="1422" y="5159"/>
                </a:cubicBezTo>
                <a:close/>
                <a:moveTo>
                  <a:pt x="2636" y="5211"/>
                </a:moveTo>
                <a:cubicBezTo>
                  <a:pt x="2636" y="5230"/>
                  <a:pt x="2620" y="5245"/>
                  <a:pt x="2601" y="5245"/>
                </a:cubicBezTo>
                <a:cubicBezTo>
                  <a:pt x="2582" y="5245"/>
                  <a:pt x="2566" y="5230"/>
                  <a:pt x="2566" y="5211"/>
                </a:cubicBezTo>
                <a:cubicBezTo>
                  <a:pt x="2566" y="5191"/>
                  <a:pt x="2582" y="5176"/>
                  <a:pt x="2601" y="5176"/>
                </a:cubicBezTo>
                <a:cubicBezTo>
                  <a:pt x="2620" y="5176"/>
                  <a:pt x="2636" y="5191"/>
                  <a:pt x="2636" y="5211"/>
                </a:cubicBezTo>
                <a:close/>
                <a:moveTo>
                  <a:pt x="2849" y="2617"/>
                </a:moveTo>
                <a:cubicBezTo>
                  <a:pt x="2849" y="2654"/>
                  <a:pt x="2819" y="2685"/>
                  <a:pt x="2781" y="2685"/>
                </a:cubicBezTo>
                <a:cubicBezTo>
                  <a:pt x="2744" y="2685"/>
                  <a:pt x="2714" y="2654"/>
                  <a:pt x="2714" y="2617"/>
                </a:cubicBezTo>
                <a:cubicBezTo>
                  <a:pt x="2714" y="2579"/>
                  <a:pt x="2744" y="2549"/>
                  <a:pt x="2781" y="2549"/>
                </a:cubicBezTo>
                <a:cubicBezTo>
                  <a:pt x="2819" y="2549"/>
                  <a:pt x="2849" y="2579"/>
                  <a:pt x="2849" y="2617"/>
                </a:cubicBezTo>
                <a:close/>
                <a:moveTo>
                  <a:pt x="9697" y="1407"/>
                </a:moveTo>
                <a:cubicBezTo>
                  <a:pt x="9697" y="1438"/>
                  <a:pt x="9673" y="1463"/>
                  <a:pt x="9642" y="1463"/>
                </a:cubicBezTo>
                <a:cubicBezTo>
                  <a:pt x="9611" y="1463"/>
                  <a:pt x="9586" y="1438"/>
                  <a:pt x="9586" y="1407"/>
                </a:cubicBezTo>
                <a:cubicBezTo>
                  <a:pt x="9586" y="1377"/>
                  <a:pt x="9611" y="1352"/>
                  <a:pt x="9642" y="1352"/>
                </a:cubicBezTo>
                <a:cubicBezTo>
                  <a:pt x="9673" y="1352"/>
                  <a:pt x="9697" y="1377"/>
                  <a:pt x="9697" y="1407"/>
                </a:cubicBezTo>
                <a:close/>
                <a:moveTo>
                  <a:pt x="8306" y="3244"/>
                </a:moveTo>
                <a:cubicBezTo>
                  <a:pt x="8306" y="3268"/>
                  <a:pt x="8287" y="3287"/>
                  <a:pt x="8263" y="3287"/>
                </a:cubicBezTo>
                <a:cubicBezTo>
                  <a:pt x="8240" y="3287"/>
                  <a:pt x="8221" y="3268"/>
                  <a:pt x="8221" y="3244"/>
                </a:cubicBezTo>
                <a:cubicBezTo>
                  <a:pt x="8221" y="3221"/>
                  <a:pt x="8240" y="3201"/>
                  <a:pt x="8263" y="3201"/>
                </a:cubicBezTo>
                <a:cubicBezTo>
                  <a:pt x="8287" y="3201"/>
                  <a:pt x="8306" y="3221"/>
                  <a:pt x="8306" y="3244"/>
                </a:cubicBezTo>
                <a:close/>
                <a:moveTo>
                  <a:pt x="1591" y="490"/>
                </a:moveTo>
                <a:cubicBezTo>
                  <a:pt x="1591" y="508"/>
                  <a:pt x="1576" y="522"/>
                  <a:pt x="1559" y="522"/>
                </a:cubicBezTo>
                <a:cubicBezTo>
                  <a:pt x="1541" y="522"/>
                  <a:pt x="1527" y="508"/>
                  <a:pt x="1527" y="490"/>
                </a:cubicBezTo>
                <a:cubicBezTo>
                  <a:pt x="1527" y="472"/>
                  <a:pt x="1541" y="458"/>
                  <a:pt x="1559" y="458"/>
                </a:cubicBezTo>
                <a:cubicBezTo>
                  <a:pt x="1576" y="458"/>
                  <a:pt x="1591" y="472"/>
                  <a:pt x="1591" y="490"/>
                </a:cubicBezTo>
                <a:close/>
                <a:moveTo>
                  <a:pt x="579" y="4547"/>
                </a:moveTo>
                <a:cubicBezTo>
                  <a:pt x="579" y="4576"/>
                  <a:pt x="555" y="4600"/>
                  <a:pt x="525" y="4600"/>
                </a:cubicBezTo>
                <a:cubicBezTo>
                  <a:pt x="495" y="4600"/>
                  <a:pt x="471" y="4576"/>
                  <a:pt x="471" y="4547"/>
                </a:cubicBezTo>
                <a:cubicBezTo>
                  <a:pt x="471" y="4517"/>
                  <a:pt x="495" y="4493"/>
                  <a:pt x="525" y="4493"/>
                </a:cubicBezTo>
                <a:cubicBezTo>
                  <a:pt x="555" y="4493"/>
                  <a:pt x="579" y="4517"/>
                  <a:pt x="579" y="4547"/>
                </a:cubicBezTo>
                <a:close/>
                <a:moveTo>
                  <a:pt x="786" y="5864"/>
                </a:moveTo>
                <a:cubicBezTo>
                  <a:pt x="786" y="5902"/>
                  <a:pt x="755" y="5933"/>
                  <a:pt x="716" y="5933"/>
                </a:cubicBezTo>
                <a:cubicBezTo>
                  <a:pt x="678" y="5933"/>
                  <a:pt x="647" y="5902"/>
                  <a:pt x="647" y="5864"/>
                </a:cubicBezTo>
                <a:cubicBezTo>
                  <a:pt x="647" y="5825"/>
                  <a:pt x="678" y="5794"/>
                  <a:pt x="716" y="5794"/>
                </a:cubicBezTo>
                <a:cubicBezTo>
                  <a:pt x="755" y="5794"/>
                  <a:pt x="786" y="5825"/>
                  <a:pt x="786" y="5864"/>
                </a:cubicBezTo>
                <a:close/>
                <a:moveTo>
                  <a:pt x="4221" y="2303"/>
                </a:moveTo>
                <a:cubicBezTo>
                  <a:pt x="4221" y="2339"/>
                  <a:pt x="4192" y="2368"/>
                  <a:pt x="4156" y="2368"/>
                </a:cubicBezTo>
                <a:cubicBezTo>
                  <a:pt x="4120" y="2368"/>
                  <a:pt x="4091" y="2339"/>
                  <a:pt x="4091" y="2303"/>
                </a:cubicBezTo>
                <a:cubicBezTo>
                  <a:pt x="4091" y="2267"/>
                  <a:pt x="4120" y="2238"/>
                  <a:pt x="4156" y="2238"/>
                </a:cubicBezTo>
                <a:cubicBezTo>
                  <a:pt x="4192" y="2238"/>
                  <a:pt x="4221" y="2267"/>
                  <a:pt x="4221" y="2303"/>
                </a:cubicBezTo>
                <a:close/>
                <a:moveTo>
                  <a:pt x="6675" y="4677"/>
                </a:moveTo>
                <a:cubicBezTo>
                  <a:pt x="6675" y="4698"/>
                  <a:pt x="6658" y="4714"/>
                  <a:pt x="6638" y="4714"/>
                </a:cubicBezTo>
                <a:cubicBezTo>
                  <a:pt x="6617" y="4714"/>
                  <a:pt x="6600" y="4698"/>
                  <a:pt x="6600" y="4677"/>
                </a:cubicBezTo>
                <a:cubicBezTo>
                  <a:pt x="6600" y="4656"/>
                  <a:pt x="6617" y="4640"/>
                  <a:pt x="6638" y="4640"/>
                </a:cubicBezTo>
                <a:cubicBezTo>
                  <a:pt x="6658" y="4640"/>
                  <a:pt x="6675" y="4656"/>
                  <a:pt x="6675" y="4677"/>
                </a:cubicBezTo>
                <a:close/>
                <a:moveTo>
                  <a:pt x="7296" y="2800"/>
                </a:moveTo>
                <a:cubicBezTo>
                  <a:pt x="7296" y="2818"/>
                  <a:pt x="7282" y="2832"/>
                  <a:pt x="7264" y="2832"/>
                </a:cubicBezTo>
                <a:cubicBezTo>
                  <a:pt x="7246" y="2832"/>
                  <a:pt x="7232" y="2818"/>
                  <a:pt x="7232" y="2800"/>
                </a:cubicBezTo>
                <a:cubicBezTo>
                  <a:pt x="7232" y="2782"/>
                  <a:pt x="7246" y="2768"/>
                  <a:pt x="7264" y="2768"/>
                </a:cubicBezTo>
                <a:cubicBezTo>
                  <a:pt x="7282" y="2768"/>
                  <a:pt x="7296" y="2782"/>
                  <a:pt x="7296" y="2800"/>
                </a:cubicBezTo>
                <a:close/>
                <a:moveTo>
                  <a:pt x="565" y="1696"/>
                </a:moveTo>
                <a:cubicBezTo>
                  <a:pt x="565" y="1718"/>
                  <a:pt x="547" y="1735"/>
                  <a:pt x="526" y="1735"/>
                </a:cubicBezTo>
                <a:cubicBezTo>
                  <a:pt x="504" y="1735"/>
                  <a:pt x="486" y="1718"/>
                  <a:pt x="486" y="1696"/>
                </a:cubicBezTo>
                <a:cubicBezTo>
                  <a:pt x="486" y="1674"/>
                  <a:pt x="504" y="1657"/>
                  <a:pt x="526" y="1657"/>
                </a:cubicBezTo>
                <a:cubicBezTo>
                  <a:pt x="547" y="1657"/>
                  <a:pt x="565" y="1674"/>
                  <a:pt x="565" y="1696"/>
                </a:cubicBezTo>
                <a:close/>
                <a:moveTo>
                  <a:pt x="2754" y="5709"/>
                </a:moveTo>
                <a:cubicBezTo>
                  <a:pt x="2754" y="5734"/>
                  <a:pt x="2734" y="5755"/>
                  <a:pt x="2708" y="5755"/>
                </a:cubicBezTo>
                <a:cubicBezTo>
                  <a:pt x="2683" y="5755"/>
                  <a:pt x="2662" y="5734"/>
                  <a:pt x="2662" y="5709"/>
                </a:cubicBezTo>
                <a:cubicBezTo>
                  <a:pt x="2662" y="5684"/>
                  <a:pt x="2683" y="5663"/>
                  <a:pt x="2708" y="5663"/>
                </a:cubicBezTo>
                <a:cubicBezTo>
                  <a:pt x="2734" y="5663"/>
                  <a:pt x="2754" y="5684"/>
                  <a:pt x="2754" y="5709"/>
                </a:cubicBezTo>
                <a:close/>
                <a:moveTo>
                  <a:pt x="2141" y="707"/>
                </a:moveTo>
                <a:cubicBezTo>
                  <a:pt x="2141" y="725"/>
                  <a:pt x="2127" y="739"/>
                  <a:pt x="2109" y="739"/>
                </a:cubicBezTo>
                <a:cubicBezTo>
                  <a:pt x="2091" y="739"/>
                  <a:pt x="2077" y="725"/>
                  <a:pt x="2077" y="707"/>
                </a:cubicBezTo>
                <a:cubicBezTo>
                  <a:pt x="2077" y="689"/>
                  <a:pt x="2091" y="675"/>
                  <a:pt x="2109" y="675"/>
                </a:cubicBezTo>
                <a:cubicBezTo>
                  <a:pt x="2127" y="675"/>
                  <a:pt x="2141" y="689"/>
                  <a:pt x="2141" y="707"/>
                </a:cubicBezTo>
                <a:close/>
                <a:moveTo>
                  <a:pt x="4100" y="2664"/>
                </a:moveTo>
                <a:cubicBezTo>
                  <a:pt x="4100" y="2682"/>
                  <a:pt x="4085" y="2697"/>
                  <a:pt x="4067" y="2697"/>
                </a:cubicBezTo>
                <a:cubicBezTo>
                  <a:pt x="4049" y="2697"/>
                  <a:pt x="4034" y="2682"/>
                  <a:pt x="4034" y="2664"/>
                </a:cubicBezTo>
                <a:cubicBezTo>
                  <a:pt x="4034" y="2646"/>
                  <a:pt x="4049" y="2631"/>
                  <a:pt x="4067" y="2631"/>
                </a:cubicBezTo>
                <a:cubicBezTo>
                  <a:pt x="4085" y="2631"/>
                  <a:pt x="4100" y="2646"/>
                  <a:pt x="4100" y="2664"/>
                </a:cubicBezTo>
                <a:close/>
                <a:moveTo>
                  <a:pt x="5195" y="2193"/>
                </a:moveTo>
                <a:cubicBezTo>
                  <a:pt x="5195" y="2210"/>
                  <a:pt x="5181" y="2224"/>
                  <a:pt x="5164" y="2224"/>
                </a:cubicBezTo>
                <a:cubicBezTo>
                  <a:pt x="5147" y="2224"/>
                  <a:pt x="5134" y="2210"/>
                  <a:pt x="5134" y="2193"/>
                </a:cubicBezTo>
                <a:cubicBezTo>
                  <a:pt x="5134" y="2176"/>
                  <a:pt x="5147" y="2162"/>
                  <a:pt x="5164" y="2162"/>
                </a:cubicBezTo>
                <a:cubicBezTo>
                  <a:pt x="5181" y="2162"/>
                  <a:pt x="5195" y="2176"/>
                  <a:pt x="5195" y="2193"/>
                </a:cubicBezTo>
                <a:close/>
                <a:moveTo>
                  <a:pt x="4779" y="1034"/>
                </a:moveTo>
                <a:cubicBezTo>
                  <a:pt x="4779" y="1054"/>
                  <a:pt x="4762" y="1071"/>
                  <a:pt x="4742" y="1071"/>
                </a:cubicBezTo>
                <a:cubicBezTo>
                  <a:pt x="4721" y="1071"/>
                  <a:pt x="4705" y="1054"/>
                  <a:pt x="4705" y="1034"/>
                </a:cubicBezTo>
                <a:cubicBezTo>
                  <a:pt x="4705" y="1013"/>
                  <a:pt x="4721" y="997"/>
                  <a:pt x="4742" y="997"/>
                </a:cubicBezTo>
                <a:cubicBezTo>
                  <a:pt x="4762" y="997"/>
                  <a:pt x="4779" y="1013"/>
                  <a:pt x="4779" y="1034"/>
                </a:cubicBezTo>
                <a:close/>
                <a:moveTo>
                  <a:pt x="7540" y="2715"/>
                </a:moveTo>
                <a:cubicBezTo>
                  <a:pt x="7540" y="2739"/>
                  <a:pt x="7520" y="2759"/>
                  <a:pt x="7496" y="2759"/>
                </a:cubicBezTo>
                <a:cubicBezTo>
                  <a:pt x="7471" y="2759"/>
                  <a:pt x="7452" y="2739"/>
                  <a:pt x="7452" y="2715"/>
                </a:cubicBezTo>
                <a:cubicBezTo>
                  <a:pt x="7452" y="2690"/>
                  <a:pt x="7471" y="2670"/>
                  <a:pt x="7496" y="2670"/>
                </a:cubicBezTo>
                <a:cubicBezTo>
                  <a:pt x="7520" y="2670"/>
                  <a:pt x="7540" y="2690"/>
                  <a:pt x="7540" y="2715"/>
                </a:cubicBezTo>
                <a:close/>
                <a:moveTo>
                  <a:pt x="5596" y="4607"/>
                </a:moveTo>
                <a:cubicBezTo>
                  <a:pt x="5596" y="4638"/>
                  <a:pt x="5571" y="4662"/>
                  <a:pt x="5541" y="4662"/>
                </a:cubicBezTo>
                <a:cubicBezTo>
                  <a:pt x="5511" y="4662"/>
                  <a:pt x="5486" y="4638"/>
                  <a:pt x="5486" y="4607"/>
                </a:cubicBezTo>
                <a:cubicBezTo>
                  <a:pt x="5486" y="4577"/>
                  <a:pt x="5511" y="4552"/>
                  <a:pt x="5541" y="4552"/>
                </a:cubicBezTo>
                <a:cubicBezTo>
                  <a:pt x="5571" y="4552"/>
                  <a:pt x="5596" y="4577"/>
                  <a:pt x="5596" y="4607"/>
                </a:cubicBezTo>
                <a:close/>
                <a:moveTo>
                  <a:pt x="9493" y="4494"/>
                </a:moveTo>
                <a:cubicBezTo>
                  <a:pt x="9493" y="4518"/>
                  <a:pt x="9474" y="4538"/>
                  <a:pt x="9450" y="4538"/>
                </a:cubicBezTo>
                <a:cubicBezTo>
                  <a:pt x="9426" y="4538"/>
                  <a:pt x="9406" y="4518"/>
                  <a:pt x="9406" y="4494"/>
                </a:cubicBezTo>
                <a:cubicBezTo>
                  <a:pt x="9406" y="4470"/>
                  <a:pt x="9426" y="4450"/>
                  <a:pt x="9450" y="4450"/>
                </a:cubicBezTo>
                <a:cubicBezTo>
                  <a:pt x="9474" y="4450"/>
                  <a:pt x="9493" y="4470"/>
                  <a:pt x="9493" y="4494"/>
                </a:cubicBezTo>
                <a:close/>
                <a:moveTo>
                  <a:pt x="9526" y="154"/>
                </a:moveTo>
                <a:cubicBezTo>
                  <a:pt x="9526" y="175"/>
                  <a:pt x="9509" y="192"/>
                  <a:pt x="9488" y="192"/>
                </a:cubicBezTo>
                <a:cubicBezTo>
                  <a:pt x="9467" y="192"/>
                  <a:pt x="9451" y="175"/>
                  <a:pt x="9451" y="154"/>
                </a:cubicBezTo>
                <a:cubicBezTo>
                  <a:pt x="9451" y="134"/>
                  <a:pt x="9467" y="117"/>
                  <a:pt x="9488" y="117"/>
                </a:cubicBezTo>
                <a:cubicBezTo>
                  <a:pt x="9509" y="117"/>
                  <a:pt x="9526" y="134"/>
                  <a:pt x="9526" y="154"/>
                </a:cubicBezTo>
                <a:close/>
                <a:moveTo>
                  <a:pt x="1299" y="2423"/>
                </a:moveTo>
                <a:cubicBezTo>
                  <a:pt x="1299" y="2448"/>
                  <a:pt x="1279" y="2467"/>
                  <a:pt x="1254" y="2467"/>
                </a:cubicBezTo>
                <a:cubicBezTo>
                  <a:pt x="1230" y="2467"/>
                  <a:pt x="1210" y="2448"/>
                  <a:pt x="1210" y="2423"/>
                </a:cubicBezTo>
                <a:cubicBezTo>
                  <a:pt x="1210" y="2399"/>
                  <a:pt x="1230" y="2379"/>
                  <a:pt x="1254" y="2379"/>
                </a:cubicBezTo>
                <a:cubicBezTo>
                  <a:pt x="1279" y="2379"/>
                  <a:pt x="1299" y="2399"/>
                  <a:pt x="1299" y="2423"/>
                </a:cubicBezTo>
                <a:close/>
                <a:moveTo>
                  <a:pt x="3947" y="3981"/>
                </a:moveTo>
                <a:cubicBezTo>
                  <a:pt x="3947" y="4005"/>
                  <a:pt x="3927" y="4024"/>
                  <a:pt x="3903" y="4024"/>
                </a:cubicBezTo>
                <a:cubicBezTo>
                  <a:pt x="3879" y="4024"/>
                  <a:pt x="3859" y="4005"/>
                  <a:pt x="3859" y="3981"/>
                </a:cubicBezTo>
                <a:cubicBezTo>
                  <a:pt x="3859" y="3956"/>
                  <a:pt x="3879" y="3937"/>
                  <a:pt x="3903" y="3937"/>
                </a:cubicBezTo>
                <a:cubicBezTo>
                  <a:pt x="3927" y="3937"/>
                  <a:pt x="3947" y="3956"/>
                  <a:pt x="3947" y="3981"/>
                </a:cubicBezTo>
                <a:close/>
                <a:moveTo>
                  <a:pt x="4897" y="4256"/>
                </a:moveTo>
                <a:cubicBezTo>
                  <a:pt x="4897" y="4293"/>
                  <a:pt x="4867" y="4323"/>
                  <a:pt x="4830" y="4323"/>
                </a:cubicBezTo>
                <a:cubicBezTo>
                  <a:pt x="4793" y="4323"/>
                  <a:pt x="4763" y="4293"/>
                  <a:pt x="4763" y="4256"/>
                </a:cubicBezTo>
                <a:cubicBezTo>
                  <a:pt x="4763" y="4219"/>
                  <a:pt x="4793" y="4189"/>
                  <a:pt x="4830" y="4189"/>
                </a:cubicBezTo>
                <a:cubicBezTo>
                  <a:pt x="4867" y="4189"/>
                  <a:pt x="4897" y="4219"/>
                  <a:pt x="4897" y="4256"/>
                </a:cubicBezTo>
                <a:close/>
                <a:moveTo>
                  <a:pt x="9573" y="2342"/>
                </a:moveTo>
                <a:cubicBezTo>
                  <a:pt x="9573" y="2367"/>
                  <a:pt x="9552" y="2387"/>
                  <a:pt x="9527" y="2387"/>
                </a:cubicBezTo>
                <a:cubicBezTo>
                  <a:pt x="9502" y="2387"/>
                  <a:pt x="9482" y="2367"/>
                  <a:pt x="9482" y="2342"/>
                </a:cubicBezTo>
                <a:cubicBezTo>
                  <a:pt x="9482" y="2317"/>
                  <a:pt x="9502" y="2297"/>
                  <a:pt x="9527" y="2297"/>
                </a:cubicBezTo>
                <a:cubicBezTo>
                  <a:pt x="9552" y="2297"/>
                  <a:pt x="9573" y="2317"/>
                  <a:pt x="9573" y="2342"/>
                </a:cubicBezTo>
                <a:close/>
                <a:moveTo>
                  <a:pt x="9929" y="5264"/>
                </a:moveTo>
                <a:cubicBezTo>
                  <a:pt x="9929" y="5300"/>
                  <a:pt x="9900" y="5329"/>
                  <a:pt x="9864" y="5329"/>
                </a:cubicBezTo>
                <a:cubicBezTo>
                  <a:pt x="9828" y="5329"/>
                  <a:pt x="9799" y="5300"/>
                  <a:pt x="9799" y="5264"/>
                </a:cubicBezTo>
                <a:cubicBezTo>
                  <a:pt x="9799" y="5228"/>
                  <a:pt x="9828" y="5199"/>
                  <a:pt x="9864" y="5199"/>
                </a:cubicBezTo>
                <a:cubicBezTo>
                  <a:pt x="9900" y="5199"/>
                  <a:pt x="9929" y="5228"/>
                  <a:pt x="9929" y="5264"/>
                </a:cubicBezTo>
                <a:close/>
                <a:moveTo>
                  <a:pt x="1231" y="1852"/>
                </a:moveTo>
                <a:cubicBezTo>
                  <a:pt x="1231" y="1878"/>
                  <a:pt x="1210" y="1899"/>
                  <a:pt x="1184" y="1899"/>
                </a:cubicBezTo>
                <a:cubicBezTo>
                  <a:pt x="1158" y="1899"/>
                  <a:pt x="1137" y="1878"/>
                  <a:pt x="1137" y="1852"/>
                </a:cubicBezTo>
                <a:cubicBezTo>
                  <a:pt x="1137" y="1826"/>
                  <a:pt x="1158" y="1805"/>
                  <a:pt x="1184" y="1805"/>
                </a:cubicBezTo>
                <a:cubicBezTo>
                  <a:pt x="1210" y="1805"/>
                  <a:pt x="1231" y="1826"/>
                  <a:pt x="1231" y="1852"/>
                </a:cubicBezTo>
                <a:close/>
                <a:moveTo>
                  <a:pt x="3178" y="2931"/>
                </a:moveTo>
                <a:cubicBezTo>
                  <a:pt x="3178" y="2969"/>
                  <a:pt x="3147" y="2999"/>
                  <a:pt x="3110" y="2999"/>
                </a:cubicBezTo>
                <a:cubicBezTo>
                  <a:pt x="3072" y="2999"/>
                  <a:pt x="3042" y="2969"/>
                  <a:pt x="3042" y="2931"/>
                </a:cubicBezTo>
                <a:cubicBezTo>
                  <a:pt x="3042" y="2894"/>
                  <a:pt x="3072" y="2864"/>
                  <a:pt x="3110" y="2864"/>
                </a:cubicBezTo>
                <a:cubicBezTo>
                  <a:pt x="3147" y="2864"/>
                  <a:pt x="3178" y="2894"/>
                  <a:pt x="3178" y="2931"/>
                </a:cubicBezTo>
                <a:close/>
                <a:moveTo>
                  <a:pt x="3932" y="3194"/>
                </a:moveTo>
                <a:cubicBezTo>
                  <a:pt x="3932" y="3218"/>
                  <a:pt x="3913" y="3237"/>
                  <a:pt x="3889" y="3237"/>
                </a:cubicBezTo>
                <a:cubicBezTo>
                  <a:pt x="3865" y="3237"/>
                  <a:pt x="3846" y="3218"/>
                  <a:pt x="3846" y="3194"/>
                </a:cubicBezTo>
                <a:cubicBezTo>
                  <a:pt x="3846" y="3170"/>
                  <a:pt x="3865" y="3151"/>
                  <a:pt x="3889" y="3151"/>
                </a:cubicBezTo>
                <a:cubicBezTo>
                  <a:pt x="3913" y="3151"/>
                  <a:pt x="3932" y="3170"/>
                  <a:pt x="3932" y="3194"/>
                </a:cubicBezTo>
                <a:close/>
                <a:moveTo>
                  <a:pt x="5917" y="3438"/>
                </a:moveTo>
                <a:cubicBezTo>
                  <a:pt x="5917" y="3459"/>
                  <a:pt x="5900" y="3476"/>
                  <a:pt x="5879" y="3476"/>
                </a:cubicBezTo>
                <a:cubicBezTo>
                  <a:pt x="5859" y="3476"/>
                  <a:pt x="5842" y="3459"/>
                  <a:pt x="5842" y="3438"/>
                </a:cubicBezTo>
                <a:cubicBezTo>
                  <a:pt x="5842" y="3418"/>
                  <a:pt x="5859" y="3401"/>
                  <a:pt x="5879" y="3401"/>
                </a:cubicBezTo>
                <a:cubicBezTo>
                  <a:pt x="5900" y="3401"/>
                  <a:pt x="5917" y="3418"/>
                  <a:pt x="5917" y="3438"/>
                </a:cubicBezTo>
                <a:close/>
                <a:moveTo>
                  <a:pt x="703" y="4722"/>
                </a:moveTo>
                <a:cubicBezTo>
                  <a:pt x="703" y="4756"/>
                  <a:pt x="674" y="4785"/>
                  <a:pt x="639" y="4785"/>
                </a:cubicBezTo>
                <a:cubicBezTo>
                  <a:pt x="604" y="4785"/>
                  <a:pt x="576" y="4756"/>
                  <a:pt x="576" y="4722"/>
                </a:cubicBezTo>
                <a:cubicBezTo>
                  <a:pt x="576" y="4687"/>
                  <a:pt x="604" y="4658"/>
                  <a:pt x="639" y="4658"/>
                </a:cubicBezTo>
                <a:cubicBezTo>
                  <a:pt x="674" y="4658"/>
                  <a:pt x="703" y="4687"/>
                  <a:pt x="703" y="4722"/>
                </a:cubicBezTo>
                <a:close/>
                <a:moveTo>
                  <a:pt x="3434" y="1294"/>
                </a:moveTo>
                <a:cubicBezTo>
                  <a:pt x="3434" y="1313"/>
                  <a:pt x="3419" y="1328"/>
                  <a:pt x="3400" y="1328"/>
                </a:cubicBezTo>
                <a:cubicBezTo>
                  <a:pt x="3381" y="1328"/>
                  <a:pt x="3366" y="1313"/>
                  <a:pt x="3366" y="1294"/>
                </a:cubicBezTo>
                <a:cubicBezTo>
                  <a:pt x="3366" y="1275"/>
                  <a:pt x="3381" y="1260"/>
                  <a:pt x="3400" y="1260"/>
                </a:cubicBezTo>
                <a:cubicBezTo>
                  <a:pt x="3419" y="1260"/>
                  <a:pt x="3434" y="1275"/>
                  <a:pt x="3434" y="1294"/>
                </a:cubicBezTo>
                <a:close/>
                <a:moveTo>
                  <a:pt x="6286" y="3645"/>
                </a:moveTo>
                <a:cubicBezTo>
                  <a:pt x="6286" y="3682"/>
                  <a:pt x="6256" y="3712"/>
                  <a:pt x="6219" y="3712"/>
                </a:cubicBezTo>
                <a:cubicBezTo>
                  <a:pt x="6181" y="3712"/>
                  <a:pt x="6151" y="3682"/>
                  <a:pt x="6151" y="3645"/>
                </a:cubicBezTo>
                <a:cubicBezTo>
                  <a:pt x="6151" y="3608"/>
                  <a:pt x="6181" y="3578"/>
                  <a:pt x="6219" y="3578"/>
                </a:cubicBezTo>
                <a:cubicBezTo>
                  <a:pt x="6256" y="3578"/>
                  <a:pt x="6286" y="3608"/>
                  <a:pt x="6286" y="3645"/>
                </a:cubicBezTo>
                <a:close/>
                <a:moveTo>
                  <a:pt x="6815" y="3612"/>
                </a:moveTo>
                <a:cubicBezTo>
                  <a:pt x="6815" y="3642"/>
                  <a:pt x="6791" y="3666"/>
                  <a:pt x="6762" y="3666"/>
                </a:cubicBezTo>
                <a:cubicBezTo>
                  <a:pt x="6732" y="3666"/>
                  <a:pt x="6708" y="3642"/>
                  <a:pt x="6708" y="3612"/>
                </a:cubicBezTo>
                <a:cubicBezTo>
                  <a:pt x="6708" y="3582"/>
                  <a:pt x="6732" y="3558"/>
                  <a:pt x="6762" y="3558"/>
                </a:cubicBezTo>
                <a:cubicBezTo>
                  <a:pt x="6791" y="3558"/>
                  <a:pt x="6815" y="3582"/>
                  <a:pt x="6815" y="3612"/>
                </a:cubicBezTo>
                <a:close/>
                <a:moveTo>
                  <a:pt x="9088" y="5764"/>
                </a:moveTo>
                <a:cubicBezTo>
                  <a:pt x="9088" y="5784"/>
                  <a:pt x="9072" y="5801"/>
                  <a:pt x="9051" y="5801"/>
                </a:cubicBezTo>
                <a:cubicBezTo>
                  <a:pt x="9031" y="5801"/>
                  <a:pt x="9015" y="5784"/>
                  <a:pt x="9015" y="5764"/>
                </a:cubicBezTo>
                <a:cubicBezTo>
                  <a:pt x="9015" y="5744"/>
                  <a:pt x="9031" y="5727"/>
                  <a:pt x="9051" y="5727"/>
                </a:cubicBezTo>
                <a:cubicBezTo>
                  <a:pt x="9072" y="5727"/>
                  <a:pt x="9088" y="5744"/>
                  <a:pt x="9088" y="5764"/>
                </a:cubicBezTo>
                <a:close/>
                <a:moveTo>
                  <a:pt x="1291" y="852"/>
                </a:moveTo>
                <a:cubicBezTo>
                  <a:pt x="1291" y="869"/>
                  <a:pt x="1277" y="883"/>
                  <a:pt x="1261" y="883"/>
                </a:cubicBezTo>
                <a:cubicBezTo>
                  <a:pt x="1244" y="883"/>
                  <a:pt x="1230" y="869"/>
                  <a:pt x="1230" y="852"/>
                </a:cubicBezTo>
                <a:cubicBezTo>
                  <a:pt x="1230" y="835"/>
                  <a:pt x="1244" y="822"/>
                  <a:pt x="1261" y="822"/>
                </a:cubicBezTo>
                <a:cubicBezTo>
                  <a:pt x="1277" y="822"/>
                  <a:pt x="1291" y="835"/>
                  <a:pt x="1291" y="852"/>
                </a:cubicBezTo>
                <a:close/>
                <a:moveTo>
                  <a:pt x="8529" y="6029"/>
                </a:moveTo>
                <a:cubicBezTo>
                  <a:pt x="8529" y="6056"/>
                  <a:pt x="8507" y="6079"/>
                  <a:pt x="8479" y="6079"/>
                </a:cubicBezTo>
                <a:cubicBezTo>
                  <a:pt x="8452" y="6079"/>
                  <a:pt x="8429" y="6056"/>
                  <a:pt x="8429" y="6029"/>
                </a:cubicBezTo>
                <a:cubicBezTo>
                  <a:pt x="8429" y="6001"/>
                  <a:pt x="8452" y="5979"/>
                  <a:pt x="8479" y="5979"/>
                </a:cubicBezTo>
                <a:cubicBezTo>
                  <a:pt x="8507" y="5979"/>
                  <a:pt x="8529" y="6001"/>
                  <a:pt x="8529" y="6029"/>
                </a:cubicBezTo>
                <a:close/>
                <a:moveTo>
                  <a:pt x="7633" y="4164"/>
                </a:moveTo>
                <a:cubicBezTo>
                  <a:pt x="7633" y="4195"/>
                  <a:pt x="7608" y="4220"/>
                  <a:pt x="7577" y="4220"/>
                </a:cubicBezTo>
                <a:cubicBezTo>
                  <a:pt x="7546" y="4220"/>
                  <a:pt x="7520" y="4195"/>
                  <a:pt x="7520" y="4164"/>
                </a:cubicBezTo>
                <a:cubicBezTo>
                  <a:pt x="7520" y="4132"/>
                  <a:pt x="7546" y="4107"/>
                  <a:pt x="7577" y="4107"/>
                </a:cubicBezTo>
                <a:cubicBezTo>
                  <a:pt x="7608" y="4107"/>
                  <a:pt x="7633" y="4132"/>
                  <a:pt x="7633" y="4164"/>
                </a:cubicBezTo>
                <a:close/>
                <a:moveTo>
                  <a:pt x="3980" y="5992"/>
                </a:moveTo>
                <a:cubicBezTo>
                  <a:pt x="3980" y="6015"/>
                  <a:pt x="3961" y="6034"/>
                  <a:pt x="3938" y="6034"/>
                </a:cubicBezTo>
                <a:cubicBezTo>
                  <a:pt x="3915" y="6034"/>
                  <a:pt x="3896" y="6015"/>
                  <a:pt x="3896" y="5992"/>
                </a:cubicBezTo>
                <a:cubicBezTo>
                  <a:pt x="3896" y="5969"/>
                  <a:pt x="3915" y="5950"/>
                  <a:pt x="3938" y="5950"/>
                </a:cubicBezTo>
                <a:cubicBezTo>
                  <a:pt x="3961" y="5950"/>
                  <a:pt x="3980" y="5969"/>
                  <a:pt x="3980" y="5992"/>
                </a:cubicBezTo>
                <a:close/>
                <a:moveTo>
                  <a:pt x="1103" y="385"/>
                </a:moveTo>
                <a:cubicBezTo>
                  <a:pt x="1103" y="419"/>
                  <a:pt x="1076" y="446"/>
                  <a:pt x="1042" y="446"/>
                </a:cubicBezTo>
                <a:cubicBezTo>
                  <a:pt x="1008" y="446"/>
                  <a:pt x="980" y="419"/>
                  <a:pt x="980" y="385"/>
                </a:cubicBezTo>
                <a:cubicBezTo>
                  <a:pt x="980" y="351"/>
                  <a:pt x="1008" y="323"/>
                  <a:pt x="1042" y="323"/>
                </a:cubicBezTo>
                <a:cubicBezTo>
                  <a:pt x="1076" y="323"/>
                  <a:pt x="1103" y="351"/>
                  <a:pt x="1103" y="385"/>
                </a:cubicBezTo>
                <a:close/>
                <a:moveTo>
                  <a:pt x="7836" y="5345"/>
                </a:moveTo>
                <a:cubicBezTo>
                  <a:pt x="7836" y="5379"/>
                  <a:pt x="7809" y="5407"/>
                  <a:pt x="7774" y="5407"/>
                </a:cubicBezTo>
                <a:cubicBezTo>
                  <a:pt x="7740" y="5407"/>
                  <a:pt x="7712" y="5379"/>
                  <a:pt x="7712" y="5345"/>
                </a:cubicBezTo>
                <a:cubicBezTo>
                  <a:pt x="7712" y="5310"/>
                  <a:pt x="7740" y="5283"/>
                  <a:pt x="7774" y="5283"/>
                </a:cubicBezTo>
                <a:cubicBezTo>
                  <a:pt x="7809" y="5283"/>
                  <a:pt x="7836" y="5310"/>
                  <a:pt x="7836" y="5345"/>
                </a:cubicBezTo>
                <a:close/>
                <a:moveTo>
                  <a:pt x="2332" y="2310"/>
                </a:moveTo>
                <a:cubicBezTo>
                  <a:pt x="2332" y="2332"/>
                  <a:pt x="2313" y="2351"/>
                  <a:pt x="2290" y="2351"/>
                </a:cubicBezTo>
                <a:cubicBezTo>
                  <a:pt x="2268" y="2351"/>
                  <a:pt x="2249" y="2332"/>
                  <a:pt x="2249" y="2310"/>
                </a:cubicBezTo>
                <a:cubicBezTo>
                  <a:pt x="2249" y="2287"/>
                  <a:pt x="2268" y="2268"/>
                  <a:pt x="2290" y="2268"/>
                </a:cubicBezTo>
                <a:cubicBezTo>
                  <a:pt x="2313" y="2268"/>
                  <a:pt x="2332" y="2287"/>
                  <a:pt x="2332" y="2310"/>
                </a:cubicBezTo>
                <a:close/>
                <a:moveTo>
                  <a:pt x="8652" y="69"/>
                </a:moveTo>
                <a:cubicBezTo>
                  <a:pt x="8652" y="93"/>
                  <a:pt x="8634" y="111"/>
                  <a:pt x="8610" y="111"/>
                </a:cubicBezTo>
                <a:cubicBezTo>
                  <a:pt x="8587" y="111"/>
                  <a:pt x="8568" y="93"/>
                  <a:pt x="8568" y="69"/>
                </a:cubicBezTo>
                <a:cubicBezTo>
                  <a:pt x="8568" y="46"/>
                  <a:pt x="8587" y="27"/>
                  <a:pt x="8610" y="27"/>
                </a:cubicBezTo>
                <a:cubicBezTo>
                  <a:pt x="8634" y="27"/>
                  <a:pt x="8652" y="46"/>
                  <a:pt x="8652" y="69"/>
                </a:cubicBezTo>
                <a:close/>
                <a:moveTo>
                  <a:pt x="6548" y="4007"/>
                </a:moveTo>
                <a:cubicBezTo>
                  <a:pt x="6548" y="4024"/>
                  <a:pt x="6534" y="4037"/>
                  <a:pt x="6518" y="4037"/>
                </a:cubicBezTo>
                <a:cubicBezTo>
                  <a:pt x="6501" y="4037"/>
                  <a:pt x="6488" y="4024"/>
                  <a:pt x="6488" y="4007"/>
                </a:cubicBezTo>
                <a:cubicBezTo>
                  <a:pt x="6488" y="3990"/>
                  <a:pt x="6501" y="3977"/>
                  <a:pt x="6518" y="3977"/>
                </a:cubicBezTo>
                <a:cubicBezTo>
                  <a:pt x="6534" y="3977"/>
                  <a:pt x="6548" y="3990"/>
                  <a:pt x="6548" y="4007"/>
                </a:cubicBezTo>
                <a:close/>
                <a:moveTo>
                  <a:pt x="1204" y="1103"/>
                </a:moveTo>
                <a:cubicBezTo>
                  <a:pt x="1204" y="1125"/>
                  <a:pt x="1187" y="1142"/>
                  <a:pt x="1165" y="1142"/>
                </a:cubicBezTo>
                <a:cubicBezTo>
                  <a:pt x="1144" y="1142"/>
                  <a:pt x="1127" y="1125"/>
                  <a:pt x="1127" y="1103"/>
                </a:cubicBezTo>
                <a:cubicBezTo>
                  <a:pt x="1127" y="1082"/>
                  <a:pt x="1144" y="1064"/>
                  <a:pt x="1165" y="1064"/>
                </a:cubicBezTo>
                <a:cubicBezTo>
                  <a:pt x="1187" y="1064"/>
                  <a:pt x="1204" y="1082"/>
                  <a:pt x="1204" y="1103"/>
                </a:cubicBezTo>
                <a:close/>
                <a:moveTo>
                  <a:pt x="5179" y="248"/>
                </a:moveTo>
                <a:cubicBezTo>
                  <a:pt x="5179" y="282"/>
                  <a:pt x="5151" y="311"/>
                  <a:pt x="5116" y="311"/>
                </a:cubicBezTo>
                <a:cubicBezTo>
                  <a:pt x="5081" y="311"/>
                  <a:pt x="5053" y="282"/>
                  <a:pt x="5053" y="248"/>
                </a:cubicBezTo>
                <a:cubicBezTo>
                  <a:pt x="5053" y="213"/>
                  <a:pt x="5081" y="185"/>
                  <a:pt x="5116" y="185"/>
                </a:cubicBezTo>
                <a:cubicBezTo>
                  <a:pt x="5151" y="185"/>
                  <a:pt x="5179" y="213"/>
                  <a:pt x="5179" y="248"/>
                </a:cubicBezTo>
                <a:close/>
                <a:moveTo>
                  <a:pt x="4705" y="4101"/>
                </a:moveTo>
                <a:cubicBezTo>
                  <a:pt x="4705" y="4125"/>
                  <a:pt x="4685" y="4145"/>
                  <a:pt x="4660" y="4145"/>
                </a:cubicBezTo>
                <a:cubicBezTo>
                  <a:pt x="4636" y="4145"/>
                  <a:pt x="4616" y="4125"/>
                  <a:pt x="4616" y="4101"/>
                </a:cubicBezTo>
                <a:cubicBezTo>
                  <a:pt x="4616" y="4076"/>
                  <a:pt x="4636" y="4056"/>
                  <a:pt x="4660" y="4056"/>
                </a:cubicBezTo>
                <a:cubicBezTo>
                  <a:pt x="4685" y="4056"/>
                  <a:pt x="4705" y="4076"/>
                  <a:pt x="4705" y="4101"/>
                </a:cubicBezTo>
                <a:close/>
                <a:moveTo>
                  <a:pt x="8512" y="702"/>
                </a:moveTo>
                <a:cubicBezTo>
                  <a:pt x="8512" y="737"/>
                  <a:pt x="8483" y="766"/>
                  <a:pt x="8447" y="766"/>
                </a:cubicBezTo>
                <a:cubicBezTo>
                  <a:pt x="8411" y="766"/>
                  <a:pt x="8382" y="737"/>
                  <a:pt x="8382" y="702"/>
                </a:cubicBezTo>
                <a:cubicBezTo>
                  <a:pt x="8382" y="666"/>
                  <a:pt x="8411" y="637"/>
                  <a:pt x="8447" y="637"/>
                </a:cubicBezTo>
                <a:cubicBezTo>
                  <a:pt x="8483" y="637"/>
                  <a:pt x="8512" y="666"/>
                  <a:pt x="8512" y="702"/>
                </a:cubicBezTo>
                <a:close/>
                <a:moveTo>
                  <a:pt x="2545" y="3245"/>
                </a:moveTo>
                <a:cubicBezTo>
                  <a:pt x="2545" y="3274"/>
                  <a:pt x="2522" y="3298"/>
                  <a:pt x="2493" y="3298"/>
                </a:cubicBezTo>
                <a:cubicBezTo>
                  <a:pt x="2464" y="3298"/>
                  <a:pt x="2440" y="3274"/>
                  <a:pt x="2440" y="3245"/>
                </a:cubicBezTo>
                <a:cubicBezTo>
                  <a:pt x="2440" y="3216"/>
                  <a:pt x="2464" y="3193"/>
                  <a:pt x="2493" y="3193"/>
                </a:cubicBezTo>
                <a:cubicBezTo>
                  <a:pt x="2522" y="3193"/>
                  <a:pt x="2545" y="3216"/>
                  <a:pt x="2545" y="3245"/>
                </a:cubicBezTo>
                <a:close/>
                <a:moveTo>
                  <a:pt x="6764" y="3421"/>
                </a:moveTo>
                <a:cubicBezTo>
                  <a:pt x="6764" y="3453"/>
                  <a:pt x="6738" y="3479"/>
                  <a:pt x="6705" y="3479"/>
                </a:cubicBezTo>
                <a:cubicBezTo>
                  <a:pt x="6673" y="3479"/>
                  <a:pt x="6647" y="3453"/>
                  <a:pt x="6647" y="3421"/>
                </a:cubicBezTo>
                <a:cubicBezTo>
                  <a:pt x="6647" y="3388"/>
                  <a:pt x="6673" y="3362"/>
                  <a:pt x="6705" y="3362"/>
                </a:cubicBezTo>
                <a:cubicBezTo>
                  <a:pt x="6738" y="3362"/>
                  <a:pt x="6764" y="3388"/>
                  <a:pt x="6764" y="3421"/>
                </a:cubicBezTo>
                <a:close/>
                <a:moveTo>
                  <a:pt x="605" y="3372"/>
                </a:moveTo>
                <a:cubicBezTo>
                  <a:pt x="605" y="3400"/>
                  <a:pt x="583" y="3422"/>
                  <a:pt x="555" y="3422"/>
                </a:cubicBezTo>
                <a:cubicBezTo>
                  <a:pt x="527" y="3422"/>
                  <a:pt x="505" y="3400"/>
                  <a:pt x="505" y="3372"/>
                </a:cubicBezTo>
                <a:cubicBezTo>
                  <a:pt x="505" y="3344"/>
                  <a:pt x="527" y="3322"/>
                  <a:pt x="555" y="3322"/>
                </a:cubicBezTo>
                <a:cubicBezTo>
                  <a:pt x="583" y="3322"/>
                  <a:pt x="605" y="3344"/>
                  <a:pt x="605" y="3372"/>
                </a:cubicBezTo>
                <a:close/>
                <a:moveTo>
                  <a:pt x="6243" y="720"/>
                </a:moveTo>
                <a:cubicBezTo>
                  <a:pt x="6243" y="752"/>
                  <a:pt x="6217" y="778"/>
                  <a:pt x="6185" y="778"/>
                </a:cubicBezTo>
                <a:cubicBezTo>
                  <a:pt x="6152" y="778"/>
                  <a:pt x="6126" y="752"/>
                  <a:pt x="6126" y="720"/>
                </a:cubicBezTo>
                <a:cubicBezTo>
                  <a:pt x="6126" y="687"/>
                  <a:pt x="6152" y="661"/>
                  <a:pt x="6185" y="661"/>
                </a:cubicBezTo>
                <a:cubicBezTo>
                  <a:pt x="6217" y="661"/>
                  <a:pt x="6243" y="687"/>
                  <a:pt x="6243" y="720"/>
                </a:cubicBezTo>
                <a:close/>
                <a:moveTo>
                  <a:pt x="891" y="346"/>
                </a:moveTo>
                <a:cubicBezTo>
                  <a:pt x="891" y="364"/>
                  <a:pt x="876" y="378"/>
                  <a:pt x="859" y="378"/>
                </a:cubicBezTo>
                <a:cubicBezTo>
                  <a:pt x="841" y="378"/>
                  <a:pt x="827" y="364"/>
                  <a:pt x="827" y="346"/>
                </a:cubicBezTo>
                <a:cubicBezTo>
                  <a:pt x="827" y="328"/>
                  <a:pt x="841" y="314"/>
                  <a:pt x="859" y="314"/>
                </a:cubicBezTo>
                <a:cubicBezTo>
                  <a:pt x="876" y="314"/>
                  <a:pt x="891" y="328"/>
                  <a:pt x="891" y="346"/>
                </a:cubicBezTo>
                <a:close/>
                <a:moveTo>
                  <a:pt x="9798" y="1062"/>
                </a:moveTo>
                <a:cubicBezTo>
                  <a:pt x="9798" y="1093"/>
                  <a:pt x="9772" y="1119"/>
                  <a:pt x="9741" y="1119"/>
                </a:cubicBezTo>
                <a:cubicBezTo>
                  <a:pt x="9709" y="1119"/>
                  <a:pt x="9683" y="1093"/>
                  <a:pt x="9683" y="1062"/>
                </a:cubicBezTo>
                <a:cubicBezTo>
                  <a:pt x="9683" y="1030"/>
                  <a:pt x="9709" y="1004"/>
                  <a:pt x="9741" y="1004"/>
                </a:cubicBezTo>
                <a:cubicBezTo>
                  <a:pt x="9772" y="1004"/>
                  <a:pt x="9798" y="1030"/>
                  <a:pt x="9798" y="1062"/>
                </a:cubicBezTo>
                <a:close/>
                <a:moveTo>
                  <a:pt x="643" y="3811"/>
                </a:moveTo>
                <a:cubicBezTo>
                  <a:pt x="643" y="3832"/>
                  <a:pt x="626" y="3849"/>
                  <a:pt x="605" y="3849"/>
                </a:cubicBezTo>
                <a:cubicBezTo>
                  <a:pt x="583" y="3849"/>
                  <a:pt x="566" y="3832"/>
                  <a:pt x="566" y="3811"/>
                </a:cubicBezTo>
                <a:cubicBezTo>
                  <a:pt x="566" y="3789"/>
                  <a:pt x="583" y="3772"/>
                  <a:pt x="605" y="3772"/>
                </a:cubicBezTo>
                <a:cubicBezTo>
                  <a:pt x="626" y="3772"/>
                  <a:pt x="643" y="3789"/>
                  <a:pt x="643" y="3811"/>
                </a:cubicBezTo>
                <a:close/>
                <a:moveTo>
                  <a:pt x="6039" y="4636"/>
                </a:moveTo>
                <a:cubicBezTo>
                  <a:pt x="6039" y="4667"/>
                  <a:pt x="6014" y="4693"/>
                  <a:pt x="5982" y="4693"/>
                </a:cubicBezTo>
                <a:cubicBezTo>
                  <a:pt x="5951" y="4693"/>
                  <a:pt x="5925" y="4667"/>
                  <a:pt x="5925" y="4636"/>
                </a:cubicBezTo>
                <a:cubicBezTo>
                  <a:pt x="5925" y="4604"/>
                  <a:pt x="5951" y="4579"/>
                  <a:pt x="5982" y="4579"/>
                </a:cubicBezTo>
                <a:cubicBezTo>
                  <a:pt x="6014" y="4579"/>
                  <a:pt x="6039" y="4604"/>
                  <a:pt x="6039" y="4636"/>
                </a:cubicBezTo>
                <a:close/>
                <a:moveTo>
                  <a:pt x="5433" y="4506"/>
                </a:moveTo>
                <a:cubicBezTo>
                  <a:pt x="5433" y="4522"/>
                  <a:pt x="5420" y="4536"/>
                  <a:pt x="5403" y="4536"/>
                </a:cubicBezTo>
                <a:cubicBezTo>
                  <a:pt x="5386" y="4536"/>
                  <a:pt x="5373" y="4522"/>
                  <a:pt x="5373" y="4506"/>
                </a:cubicBezTo>
                <a:cubicBezTo>
                  <a:pt x="5373" y="4489"/>
                  <a:pt x="5386" y="4476"/>
                  <a:pt x="5403" y="4476"/>
                </a:cubicBezTo>
                <a:cubicBezTo>
                  <a:pt x="5420" y="4476"/>
                  <a:pt x="5433" y="4489"/>
                  <a:pt x="5433" y="4506"/>
                </a:cubicBezTo>
                <a:close/>
                <a:moveTo>
                  <a:pt x="637" y="1527"/>
                </a:moveTo>
                <a:cubicBezTo>
                  <a:pt x="637" y="1553"/>
                  <a:pt x="616" y="1575"/>
                  <a:pt x="589" y="1575"/>
                </a:cubicBezTo>
                <a:cubicBezTo>
                  <a:pt x="562" y="1575"/>
                  <a:pt x="541" y="1553"/>
                  <a:pt x="541" y="1527"/>
                </a:cubicBezTo>
                <a:cubicBezTo>
                  <a:pt x="541" y="1500"/>
                  <a:pt x="562" y="1479"/>
                  <a:pt x="589" y="1479"/>
                </a:cubicBezTo>
                <a:cubicBezTo>
                  <a:pt x="616" y="1479"/>
                  <a:pt x="637" y="1500"/>
                  <a:pt x="637" y="1527"/>
                </a:cubicBezTo>
                <a:close/>
                <a:moveTo>
                  <a:pt x="7649" y="220"/>
                </a:moveTo>
                <a:cubicBezTo>
                  <a:pt x="7649" y="241"/>
                  <a:pt x="7632" y="259"/>
                  <a:pt x="7611" y="259"/>
                </a:cubicBezTo>
                <a:cubicBezTo>
                  <a:pt x="7589" y="259"/>
                  <a:pt x="7572" y="241"/>
                  <a:pt x="7572" y="220"/>
                </a:cubicBezTo>
                <a:cubicBezTo>
                  <a:pt x="7572" y="199"/>
                  <a:pt x="7589" y="182"/>
                  <a:pt x="7611" y="182"/>
                </a:cubicBezTo>
                <a:cubicBezTo>
                  <a:pt x="7632" y="182"/>
                  <a:pt x="7649" y="199"/>
                  <a:pt x="7649" y="220"/>
                </a:cubicBezTo>
                <a:close/>
                <a:moveTo>
                  <a:pt x="5277" y="2070"/>
                </a:moveTo>
                <a:cubicBezTo>
                  <a:pt x="5277" y="2089"/>
                  <a:pt x="5262" y="2104"/>
                  <a:pt x="5244" y="2104"/>
                </a:cubicBezTo>
                <a:cubicBezTo>
                  <a:pt x="5225" y="2104"/>
                  <a:pt x="5210" y="2089"/>
                  <a:pt x="5210" y="2070"/>
                </a:cubicBezTo>
                <a:cubicBezTo>
                  <a:pt x="5210" y="2052"/>
                  <a:pt x="5225" y="2037"/>
                  <a:pt x="5244" y="2037"/>
                </a:cubicBezTo>
                <a:cubicBezTo>
                  <a:pt x="5262" y="2037"/>
                  <a:pt x="5277" y="2052"/>
                  <a:pt x="5277" y="2070"/>
                </a:cubicBezTo>
                <a:close/>
                <a:moveTo>
                  <a:pt x="2886" y="219"/>
                </a:moveTo>
                <a:cubicBezTo>
                  <a:pt x="2886" y="236"/>
                  <a:pt x="2872" y="249"/>
                  <a:pt x="2855" y="249"/>
                </a:cubicBezTo>
                <a:cubicBezTo>
                  <a:pt x="2838" y="249"/>
                  <a:pt x="2825" y="236"/>
                  <a:pt x="2825" y="219"/>
                </a:cubicBezTo>
                <a:cubicBezTo>
                  <a:pt x="2825" y="202"/>
                  <a:pt x="2838" y="188"/>
                  <a:pt x="2855" y="188"/>
                </a:cubicBezTo>
                <a:cubicBezTo>
                  <a:pt x="2872" y="188"/>
                  <a:pt x="2886" y="202"/>
                  <a:pt x="2886" y="219"/>
                </a:cubicBezTo>
                <a:close/>
                <a:moveTo>
                  <a:pt x="8424" y="2015"/>
                </a:moveTo>
                <a:cubicBezTo>
                  <a:pt x="8424" y="2047"/>
                  <a:pt x="8398" y="2073"/>
                  <a:pt x="8365" y="2073"/>
                </a:cubicBezTo>
                <a:cubicBezTo>
                  <a:pt x="8333" y="2073"/>
                  <a:pt x="8307" y="2047"/>
                  <a:pt x="8307" y="2015"/>
                </a:cubicBezTo>
                <a:cubicBezTo>
                  <a:pt x="8307" y="1982"/>
                  <a:pt x="8333" y="1956"/>
                  <a:pt x="8365" y="1956"/>
                </a:cubicBezTo>
                <a:cubicBezTo>
                  <a:pt x="8398" y="1956"/>
                  <a:pt x="8424" y="1982"/>
                  <a:pt x="8424" y="2015"/>
                </a:cubicBezTo>
                <a:close/>
                <a:moveTo>
                  <a:pt x="2551" y="4642"/>
                </a:moveTo>
                <a:cubicBezTo>
                  <a:pt x="2551" y="4679"/>
                  <a:pt x="2522" y="4708"/>
                  <a:pt x="2486" y="4708"/>
                </a:cubicBezTo>
                <a:cubicBezTo>
                  <a:pt x="2450" y="4708"/>
                  <a:pt x="2421" y="4679"/>
                  <a:pt x="2421" y="4642"/>
                </a:cubicBezTo>
                <a:cubicBezTo>
                  <a:pt x="2421" y="4606"/>
                  <a:pt x="2450" y="4577"/>
                  <a:pt x="2486" y="4577"/>
                </a:cubicBezTo>
                <a:cubicBezTo>
                  <a:pt x="2522" y="4577"/>
                  <a:pt x="2551" y="4606"/>
                  <a:pt x="2551" y="4642"/>
                </a:cubicBezTo>
                <a:close/>
                <a:moveTo>
                  <a:pt x="291" y="3794"/>
                </a:moveTo>
                <a:cubicBezTo>
                  <a:pt x="291" y="3830"/>
                  <a:pt x="262" y="3860"/>
                  <a:pt x="225" y="3860"/>
                </a:cubicBezTo>
                <a:cubicBezTo>
                  <a:pt x="188" y="3860"/>
                  <a:pt x="159" y="3830"/>
                  <a:pt x="159" y="3794"/>
                </a:cubicBezTo>
                <a:cubicBezTo>
                  <a:pt x="159" y="3757"/>
                  <a:pt x="188" y="3727"/>
                  <a:pt x="225" y="3727"/>
                </a:cubicBezTo>
                <a:cubicBezTo>
                  <a:pt x="262" y="3727"/>
                  <a:pt x="291" y="3757"/>
                  <a:pt x="291" y="3794"/>
                </a:cubicBezTo>
                <a:close/>
                <a:moveTo>
                  <a:pt x="7725" y="810"/>
                </a:moveTo>
                <a:cubicBezTo>
                  <a:pt x="7725" y="842"/>
                  <a:pt x="7699" y="869"/>
                  <a:pt x="7666" y="869"/>
                </a:cubicBezTo>
                <a:cubicBezTo>
                  <a:pt x="7633" y="869"/>
                  <a:pt x="7607" y="842"/>
                  <a:pt x="7607" y="810"/>
                </a:cubicBezTo>
                <a:cubicBezTo>
                  <a:pt x="7607" y="777"/>
                  <a:pt x="7633" y="750"/>
                  <a:pt x="7666" y="750"/>
                </a:cubicBezTo>
                <a:cubicBezTo>
                  <a:pt x="7699" y="750"/>
                  <a:pt x="7725" y="777"/>
                  <a:pt x="7725" y="810"/>
                </a:cubicBezTo>
                <a:close/>
                <a:moveTo>
                  <a:pt x="7579" y="1050"/>
                </a:moveTo>
                <a:cubicBezTo>
                  <a:pt x="7579" y="1081"/>
                  <a:pt x="7554" y="1106"/>
                  <a:pt x="7523" y="1106"/>
                </a:cubicBezTo>
                <a:cubicBezTo>
                  <a:pt x="7492" y="1106"/>
                  <a:pt x="7467" y="1081"/>
                  <a:pt x="7467" y="1050"/>
                </a:cubicBezTo>
                <a:cubicBezTo>
                  <a:pt x="7467" y="1019"/>
                  <a:pt x="7492" y="994"/>
                  <a:pt x="7523" y="994"/>
                </a:cubicBezTo>
                <a:cubicBezTo>
                  <a:pt x="7554" y="994"/>
                  <a:pt x="7579" y="1019"/>
                  <a:pt x="7579" y="1050"/>
                </a:cubicBezTo>
                <a:close/>
                <a:moveTo>
                  <a:pt x="6286" y="1294"/>
                </a:moveTo>
                <a:cubicBezTo>
                  <a:pt x="6286" y="1329"/>
                  <a:pt x="6257" y="1357"/>
                  <a:pt x="6223" y="1357"/>
                </a:cubicBezTo>
                <a:cubicBezTo>
                  <a:pt x="6188" y="1357"/>
                  <a:pt x="6160" y="1329"/>
                  <a:pt x="6160" y="1294"/>
                </a:cubicBezTo>
                <a:cubicBezTo>
                  <a:pt x="6160" y="1259"/>
                  <a:pt x="6188" y="1231"/>
                  <a:pt x="6223" y="1231"/>
                </a:cubicBezTo>
                <a:cubicBezTo>
                  <a:pt x="6257" y="1231"/>
                  <a:pt x="6286" y="1259"/>
                  <a:pt x="6286" y="1294"/>
                </a:cubicBezTo>
                <a:close/>
                <a:moveTo>
                  <a:pt x="8583" y="519"/>
                </a:moveTo>
                <a:cubicBezTo>
                  <a:pt x="8583" y="546"/>
                  <a:pt x="8562" y="568"/>
                  <a:pt x="8535" y="568"/>
                </a:cubicBezTo>
                <a:cubicBezTo>
                  <a:pt x="8508" y="568"/>
                  <a:pt x="8486" y="546"/>
                  <a:pt x="8486" y="519"/>
                </a:cubicBezTo>
                <a:cubicBezTo>
                  <a:pt x="8486" y="492"/>
                  <a:pt x="8508" y="471"/>
                  <a:pt x="8535" y="471"/>
                </a:cubicBezTo>
                <a:cubicBezTo>
                  <a:pt x="8562" y="471"/>
                  <a:pt x="8583" y="492"/>
                  <a:pt x="8583" y="519"/>
                </a:cubicBezTo>
                <a:close/>
                <a:moveTo>
                  <a:pt x="5927" y="107"/>
                </a:moveTo>
                <a:cubicBezTo>
                  <a:pt x="5927" y="135"/>
                  <a:pt x="5904" y="158"/>
                  <a:pt x="5876" y="158"/>
                </a:cubicBezTo>
                <a:cubicBezTo>
                  <a:pt x="5848" y="158"/>
                  <a:pt x="5825" y="135"/>
                  <a:pt x="5825" y="107"/>
                </a:cubicBezTo>
                <a:cubicBezTo>
                  <a:pt x="5825" y="79"/>
                  <a:pt x="5848" y="56"/>
                  <a:pt x="5876" y="56"/>
                </a:cubicBezTo>
                <a:cubicBezTo>
                  <a:pt x="5904" y="56"/>
                  <a:pt x="5927" y="79"/>
                  <a:pt x="5927" y="107"/>
                </a:cubicBezTo>
                <a:close/>
                <a:moveTo>
                  <a:pt x="9385" y="2119"/>
                </a:moveTo>
                <a:cubicBezTo>
                  <a:pt x="9385" y="2147"/>
                  <a:pt x="9362" y="2169"/>
                  <a:pt x="9335" y="2169"/>
                </a:cubicBezTo>
                <a:cubicBezTo>
                  <a:pt x="9307" y="2169"/>
                  <a:pt x="9285" y="2147"/>
                  <a:pt x="9285" y="2119"/>
                </a:cubicBezTo>
                <a:cubicBezTo>
                  <a:pt x="9285" y="2092"/>
                  <a:pt x="9307" y="2070"/>
                  <a:pt x="9335" y="2070"/>
                </a:cubicBezTo>
                <a:cubicBezTo>
                  <a:pt x="9362" y="2070"/>
                  <a:pt x="9385" y="2092"/>
                  <a:pt x="9385" y="2119"/>
                </a:cubicBezTo>
                <a:close/>
                <a:moveTo>
                  <a:pt x="9399" y="5475"/>
                </a:moveTo>
                <a:cubicBezTo>
                  <a:pt x="9399" y="5512"/>
                  <a:pt x="9368" y="5543"/>
                  <a:pt x="9331" y="5543"/>
                </a:cubicBezTo>
                <a:cubicBezTo>
                  <a:pt x="9293" y="5543"/>
                  <a:pt x="9263" y="5512"/>
                  <a:pt x="9263" y="5475"/>
                </a:cubicBezTo>
                <a:cubicBezTo>
                  <a:pt x="9263" y="5437"/>
                  <a:pt x="9293" y="5407"/>
                  <a:pt x="9331" y="5407"/>
                </a:cubicBezTo>
                <a:cubicBezTo>
                  <a:pt x="9368" y="5407"/>
                  <a:pt x="9399" y="5437"/>
                  <a:pt x="9399" y="5475"/>
                </a:cubicBezTo>
                <a:close/>
                <a:moveTo>
                  <a:pt x="992" y="6256"/>
                </a:moveTo>
                <a:cubicBezTo>
                  <a:pt x="992" y="6280"/>
                  <a:pt x="973" y="6299"/>
                  <a:pt x="949" y="6299"/>
                </a:cubicBezTo>
                <a:cubicBezTo>
                  <a:pt x="925" y="6299"/>
                  <a:pt x="906" y="6280"/>
                  <a:pt x="906" y="6256"/>
                </a:cubicBezTo>
                <a:cubicBezTo>
                  <a:pt x="906" y="6232"/>
                  <a:pt x="925" y="6213"/>
                  <a:pt x="949" y="6213"/>
                </a:cubicBezTo>
                <a:cubicBezTo>
                  <a:pt x="973" y="6213"/>
                  <a:pt x="992" y="6232"/>
                  <a:pt x="992" y="6256"/>
                </a:cubicBezTo>
                <a:close/>
                <a:moveTo>
                  <a:pt x="3675" y="1203"/>
                </a:moveTo>
                <a:cubicBezTo>
                  <a:pt x="3675" y="1238"/>
                  <a:pt x="3647" y="1265"/>
                  <a:pt x="3613" y="1265"/>
                </a:cubicBezTo>
                <a:cubicBezTo>
                  <a:pt x="3578" y="1265"/>
                  <a:pt x="3550" y="1238"/>
                  <a:pt x="3550" y="1203"/>
                </a:cubicBezTo>
                <a:cubicBezTo>
                  <a:pt x="3550" y="1169"/>
                  <a:pt x="3578" y="1141"/>
                  <a:pt x="3613" y="1141"/>
                </a:cubicBezTo>
                <a:cubicBezTo>
                  <a:pt x="3647" y="1141"/>
                  <a:pt x="3675" y="1169"/>
                  <a:pt x="3675" y="1203"/>
                </a:cubicBezTo>
                <a:close/>
                <a:moveTo>
                  <a:pt x="5929" y="2899"/>
                </a:moveTo>
                <a:cubicBezTo>
                  <a:pt x="5929" y="2927"/>
                  <a:pt x="5907" y="2949"/>
                  <a:pt x="5880" y="2949"/>
                </a:cubicBezTo>
                <a:cubicBezTo>
                  <a:pt x="5852" y="2949"/>
                  <a:pt x="5830" y="2927"/>
                  <a:pt x="5830" y="2899"/>
                </a:cubicBezTo>
                <a:cubicBezTo>
                  <a:pt x="5830" y="2872"/>
                  <a:pt x="5852" y="2849"/>
                  <a:pt x="5880" y="2849"/>
                </a:cubicBezTo>
                <a:cubicBezTo>
                  <a:pt x="5907" y="2849"/>
                  <a:pt x="5929" y="2872"/>
                  <a:pt x="5929" y="2899"/>
                </a:cubicBezTo>
                <a:close/>
                <a:moveTo>
                  <a:pt x="5166" y="3670"/>
                </a:moveTo>
                <a:cubicBezTo>
                  <a:pt x="5166" y="3689"/>
                  <a:pt x="5149" y="3706"/>
                  <a:pt x="5129" y="3706"/>
                </a:cubicBezTo>
                <a:cubicBezTo>
                  <a:pt x="5110" y="3706"/>
                  <a:pt x="5093" y="3689"/>
                  <a:pt x="5093" y="3670"/>
                </a:cubicBezTo>
                <a:cubicBezTo>
                  <a:pt x="5093" y="3650"/>
                  <a:pt x="5110" y="3633"/>
                  <a:pt x="5129" y="3633"/>
                </a:cubicBezTo>
                <a:cubicBezTo>
                  <a:pt x="5149" y="3633"/>
                  <a:pt x="5166" y="3650"/>
                  <a:pt x="5166" y="3670"/>
                </a:cubicBezTo>
                <a:close/>
                <a:moveTo>
                  <a:pt x="7203" y="1684"/>
                </a:moveTo>
                <a:cubicBezTo>
                  <a:pt x="7203" y="1701"/>
                  <a:pt x="7189" y="1715"/>
                  <a:pt x="7172" y="1715"/>
                </a:cubicBezTo>
                <a:cubicBezTo>
                  <a:pt x="7155" y="1715"/>
                  <a:pt x="7141" y="1701"/>
                  <a:pt x="7141" y="1684"/>
                </a:cubicBezTo>
                <a:cubicBezTo>
                  <a:pt x="7141" y="1667"/>
                  <a:pt x="7155" y="1653"/>
                  <a:pt x="7172" y="1653"/>
                </a:cubicBezTo>
                <a:cubicBezTo>
                  <a:pt x="7189" y="1653"/>
                  <a:pt x="7203" y="1667"/>
                  <a:pt x="7203" y="1684"/>
                </a:cubicBezTo>
                <a:close/>
                <a:moveTo>
                  <a:pt x="9591" y="665"/>
                </a:moveTo>
                <a:cubicBezTo>
                  <a:pt x="9591" y="699"/>
                  <a:pt x="9563" y="727"/>
                  <a:pt x="9529" y="727"/>
                </a:cubicBezTo>
                <a:cubicBezTo>
                  <a:pt x="9495" y="727"/>
                  <a:pt x="9467" y="699"/>
                  <a:pt x="9467" y="665"/>
                </a:cubicBezTo>
                <a:cubicBezTo>
                  <a:pt x="9467" y="631"/>
                  <a:pt x="9495" y="603"/>
                  <a:pt x="9529" y="603"/>
                </a:cubicBezTo>
                <a:cubicBezTo>
                  <a:pt x="9563" y="603"/>
                  <a:pt x="9591" y="631"/>
                  <a:pt x="9591" y="665"/>
                </a:cubicBezTo>
                <a:close/>
                <a:moveTo>
                  <a:pt x="7699" y="2713"/>
                </a:moveTo>
                <a:cubicBezTo>
                  <a:pt x="7699" y="2743"/>
                  <a:pt x="7675" y="2768"/>
                  <a:pt x="7645" y="2768"/>
                </a:cubicBezTo>
                <a:cubicBezTo>
                  <a:pt x="7614" y="2768"/>
                  <a:pt x="7590" y="2743"/>
                  <a:pt x="7590" y="2713"/>
                </a:cubicBezTo>
                <a:cubicBezTo>
                  <a:pt x="7590" y="2683"/>
                  <a:pt x="7614" y="2659"/>
                  <a:pt x="7645" y="2659"/>
                </a:cubicBezTo>
                <a:cubicBezTo>
                  <a:pt x="7675" y="2659"/>
                  <a:pt x="7699" y="2683"/>
                  <a:pt x="7699" y="2713"/>
                </a:cubicBezTo>
                <a:close/>
                <a:moveTo>
                  <a:pt x="2507" y="1396"/>
                </a:moveTo>
                <a:cubicBezTo>
                  <a:pt x="2507" y="1432"/>
                  <a:pt x="2477" y="1461"/>
                  <a:pt x="2441" y="1461"/>
                </a:cubicBezTo>
                <a:cubicBezTo>
                  <a:pt x="2405" y="1461"/>
                  <a:pt x="2376" y="1432"/>
                  <a:pt x="2376" y="1396"/>
                </a:cubicBezTo>
                <a:cubicBezTo>
                  <a:pt x="2376" y="1360"/>
                  <a:pt x="2405" y="1330"/>
                  <a:pt x="2441" y="1330"/>
                </a:cubicBezTo>
                <a:cubicBezTo>
                  <a:pt x="2477" y="1330"/>
                  <a:pt x="2507" y="1360"/>
                  <a:pt x="2507" y="1396"/>
                </a:cubicBezTo>
                <a:close/>
                <a:moveTo>
                  <a:pt x="7518" y="4820"/>
                </a:moveTo>
                <a:cubicBezTo>
                  <a:pt x="7518" y="4846"/>
                  <a:pt x="7496" y="4868"/>
                  <a:pt x="7470" y="4868"/>
                </a:cubicBezTo>
                <a:cubicBezTo>
                  <a:pt x="7443" y="4868"/>
                  <a:pt x="7421" y="4846"/>
                  <a:pt x="7421" y="4820"/>
                </a:cubicBezTo>
                <a:cubicBezTo>
                  <a:pt x="7421" y="4793"/>
                  <a:pt x="7443" y="4771"/>
                  <a:pt x="7470" y="4771"/>
                </a:cubicBezTo>
                <a:cubicBezTo>
                  <a:pt x="7496" y="4771"/>
                  <a:pt x="7518" y="4793"/>
                  <a:pt x="7518" y="4820"/>
                </a:cubicBezTo>
                <a:close/>
                <a:moveTo>
                  <a:pt x="467" y="4852"/>
                </a:moveTo>
                <a:cubicBezTo>
                  <a:pt x="467" y="4890"/>
                  <a:pt x="436" y="4921"/>
                  <a:pt x="398" y="4921"/>
                </a:cubicBezTo>
                <a:cubicBezTo>
                  <a:pt x="360" y="4921"/>
                  <a:pt x="330" y="4890"/>
                  <a:pt x="330" y="4852"/>
                </a:cubicBezTo>
                <a:cubicBezTo>
                  <a:pt x="330" y="4815"/>
                  <a:pt x="360" y="4784"/>
                  <a:pt x="398" y="4784"/>
                </a:cubicBezTo>
                <a:cubicBezTo>
                  <a:pt x="436" y="4784"/>
                  <a:pt x="467" y="4815"/>
                  <a:pt x="467" y="4852"/>
                </a:cubicBezTo>
                <a:close/>
                <a:moveTo>
                  <a:pt x="3232" y="3935"/>
                </a:moveTo>
                <a:cubicBezTo>
                  <a:pt x="3232" y="3955"/>
                  <a:pt x="3215" y="3971"/>
                  <a:pt x="3196" y="3971"/>
                </a:cubicBezTo>
                <a:cubicBezTo>
                  <a:pt x="3176" y="3971"/>
                  <a:pt x="3160" y="3955"/>
                  <a:pt x="3160" y="3935"/>
                </a:cubicBezTo>
                <a:cubicBezTo>
                  <a:pt x="3160" y="3916"/>
                  <a:pt x="3176" y="3899"/>
                  <a:pt x="3196" y="3899"/>
                </a:cubicBezTo>
                <a:cubicBezTo>
                  <a:pt x="3215" y="3899"/>
                  <a:pt x="3232" y="3916"/>
                  <a:pt x="3232" y="3935"/>
                </a:cubicBezTo>
                <a:close/>
                <a:moveTo>
                  <a:pt x="9603" y="4459"/>
                </a:moveTo>
                <a:cubicBezTo>
                  <a:pt x="9603" y="4476"/>
                  <a:pt x="9588" y="4491"/>
                  <a:pt x="9571" y="4491"/>
                </a:cubicBezTo>
                <a:cubicBezTo>
                  <a:pt x="9553" y="4491"/>
                  <a:pt x="9538" y="4476"/>
                  <a:pt x="9538" y="4459"/>
                </a:cubicBezTo>
                <a:cubicBezTo>
                  <a:pt x="9538" y="4441"/>
                  <a:pt x="9553" y="4426"/>
                  <a:pt x="9571" y="4426"/>
                </a:cubicBezTo>
                <a:cubicBezTo>
                  <a:pt x="9588" y="4426"/>
                  <a:pt x="9603" y="4441"/>
                  <a:pt x="9603" y="4459"/>
                </a:cubicBezTo>
                <a:close/>
                <a:moveTo>
                  <a:pt x="7034" y="4248"/>
                </a:moveTo>
                <a:cubicBezTo>
                  <a:pt x="7034" y="4274"/>
                  <a:pt x="7013" y="4296"/>
                  <a:pt x="6987" y="4296"/>
                </a:cubicBezTo>
                <a:cubicBezTo>
                  <a:pt x="6961" y="4296"/>
                  <a:pt x="6940" y="4274"/>
                  <a:pt x="6940" y="4248"/>
                </a:cubicBezTo>
                <a:cubicBezTo>
                  <a:pt x="6940" y="4222"/>
                  <a:pt x="6961" y="4201"/>
                  <a:pt x="6987" y="4201"/>
                </a:cubicBezTo>
                <a:cubicBezTo>
                  <a:pt x="7013" y="4201"/>
                  <a:pt x="7034" y="4222"/>
                  <a:pt x="7034" y="4248"/>
                </a:cubicBezTo>
                <a:close/>
                <a:moveTo>
                  <a:pt x="5899" y="5834"/>
                </a:moveTo>
                <a:cubicBezTo>
                  <a:pt x="5899" y="5866"/>
                  <a:pt x="5874" y="5892"/>
                  <a:pt x="5842" y="5892"/>
                </a:cubicBezTo>
                <a:cubicBezTo>
                  <a:pt x="5810" y="5892"/>
                  <a:pt x="5785" y="5866"/>
                  <a:pt x="5785" y="5834"/>
                </a:cubicBezTo>
                <a:cubicBezTo>
                  <a:pt x="5785" y="5803"/>
                  <a:pt x="5810" y="5777"/>
                  <a:pt x="5842" y="5777"/>
                </a:cubicBezTo>
                <a:cubicBezTo>
                  <a:pt x="5874" y="5777"/>
                  <a:pt x="5899" y="5803"/>
                  <a:pt x="5899" y="5834"/>
                </a:cubicBezTo>
                <a:close/>
                <a:moveTo>
                  <a:pt x="4791" y="6060"/>
                </a:moveTo>
                <a:cubicBezTo>
                  <a:pt x="4791" y="6091"/>
                  <a:pt x="4766" y="6116"/>
                  <a:pt x="4735" y="6116"/>
                </a:cubicBezTo>
                <a:cubicBezTo>
                  <a:pt x="4704" y="6116"/>
                  <a:pt x="4680" y="6091"/>
                  <a:pt x="4680" y="6060"/>
                </a:cubicBezTo>
                <a:cubicBezTo>
                  <a:pt x="4680" y="6030"/>
                  <a:pt x="4704" y="6005"/>
                  <a:pt x="4735" y="6005"/>
                </a:cubicBezTo>
                <a:cubicBezTo>
                  <a:pt x="4766" y="6005"/>
                  <a:pt x="4791" y="6030"/>
                  <a:pt x="4791" y="6060"/>
                </a:cubicBezTo>
                <a:close/>
                <a:moveTo>
                  <a:pt x="7794" y="3503"/>
                </a:moveTo>
                <a:cubicBezTo>
                  <a:pt x="7794" y="3536"/>
                  <a:pt x="7767" y="3563"/>
                  <a:pt x="7733" y="3563"/>
                </a:cubicBezTo>
                <a:cubicBezTo>
                  <a:pt x="7700" y="3563"/>
                  <a:pt x="7673" y="3536"/>
                  <a:pt x="7673" y="3503"/>
                </a:cubicBezTo>
                <a:cubicBezTo>
                  <a:pt x="7673" y="3470"/>
                  <a:pt x="7700" y="3443"/>
                  <a:pt x="7733" y="3443"/>
                </a:cubicBezTo>
                <a:cubicBezTo>
                  <a:pt x="7767" y="3443"/>
                  <a:pt x="7794" y="3470"/>
                  <a:pt x="7794" y="3503"/>
                </a:cubicBezTo>
                <a:close/>
                <a:moveTo>
                  <a:pt x="7759" y="3153"/>
                </a:moveTo>
                <a:cubicBezTo>
                  <a:pt x="7759" y="3180"/>
                  <a:pt x="7737" y="3202"/>
                  <a:pt x="7710" y="3202"/>
                </a:cubicBezTo>
                <a:cubicBezTo>
                  <a:pt x="7683" y="3202"/>
                  <a:pt x="7662" y="3180"/>
                  <a:pt x="7662" y="3153"/>
                </a:cubicBezTo>
                <a:cubicBezTo>
                  <a:pt x="7662" y="3126"/>
                  <a:pt x="7683" y="3105"/>
                  <a:pt x="7710" y="3105"/>
                </a:cubicBezTo>
                <a:cubicBezTo>
                  <a:pt x="7737" y="3105"/>
                  <a:pt x="7759" y="3126"/>
                  <a:pt x="7759" y="3153"/>
                </a:cubicBezTo>
                <a:close/>
                <a:moveTo>
                  <a:pt x="2071" y="4103"/>
                </a:moveTo>
                <a:cubicBezTo>
                  <a:pt x="2071" y="4136"/>
                  <a:pt x="2045" y="4163"/>
                  <a:pt x="2012" y="4163"/>
                </a:cubicBezTo>
                <a:cubicBezTo>
                  <a:pt x="1980" y="4163"/>
                  <a:pt x="1953" y="4136"/>
                  <a:pt x="1953" y="4103"/>
                </a:cubicBezTo>
                <a:cubicBezTo>
                  <a:pt x="1953" y="4071"/>
                  <a:pt x="1980" y="4044"/>
                  <a:pt x="2012" y="4044"/>
                </a:cubicBezTo>
                <a:cubicBezTo>
                  <a:pt x="2045" y="4044"/>
                  <a:pt x="2071" y="4071"/>
                  <a:pt x="2071" y="4103"/>
                </a:cubicBezTo>
                <a:close/>
                <a:moveTo>
                  <a:pt x="4175" y="468"/>
                </a:moveTo>
                <a:cubicBezTo>
                  <a:pt x="4175" y="501"/>
                  <a:pt x="4149" y="527"/>
                  <a:pt x="4117" y="527"/>
                </a:cubicBezTo>
                <a:cubicBezTo>
                  <a:pt x="4085" y="527"/>
                  <a:pt x="4059" y="501"/>
                  <a:pt x="4059" y="468"/>
                </a:cubicBezTo>
                <a:cubicBezTo>
                  <a:pt x="4059" y="436"/>
                  <a:pt x="4085" y="410"/>
                  <a:pt x="4117" y="410"/>
                </a:cubicBezTo>
                <a:cubicBezTo>
                  <a:pt x="4149" y="410"/>
                  <a:pt x="4175" y="436"/>
                  <a:pt x="4175" y="468"/>
                </a:cubicBezTo>
                <a:close/>
                <a:moveTo>
                  <a:pt x="6498" y="4072"/>
                </a:moveTo>
                <a:cubicBezTo>
                  <a:pt x="6498" y="4091"/>
                  <a:pt x="6482" y="4108"/>
                  <a:pt x="6462" y="4108"/>
                </a:cubicBezTo>
                <a:cubicBezTo>
                  <a:pt x="6442" y="4108"/>
                  <a:pt x="6426" y="4091"/>
                  <a:pt x="6426" y="4072"/>
                </a:cubicBezTo>
                <a:cubicBezTo>
                  <a:pt x="6426" y="4052"/>
                  <a:pt x="6442" y="4035"/>
                  <a:pt x="6462" y="4035"/>
                </a:cubicBezTo>
                <a:cubicBezTo>
                  <a:pt x="6482" y="4035"/>
                  <a:pt x="6498" y="4052"/>
                  <a:pt x="6498" y="4072"/>
                </a:cubicBezTo>
                <a:close/>
                <a:moveTo>
                  <a:pt x="8882" y="4573"/>
                </a:moveTo>
                <a:cubicBezTo>
                  <a:pt x="8882" y="4607"/>
                  <a:pt x="8855" y="4635"/>
                  <a:pt x="8820" y="4635"/>
                </a:cubicBezTo>
                <a:cubicBezTo>
                  <a:pt x="8786" y="4635"/>
                  <a:pt x="8758" y="4607"/>
                  <a:pt x="8758" y="4573"/>
                </a:cubicBezTo>
                <a:cubicBezTo>
                  <a:pt x="8758" y="4538"/>
                  <a:pt x="8786" y="4511"/>
                  <a:pt x="8820" y="4511"/>
                </a:cubicBezTo>
                <a:cubicBezTo>
                  <a:pt x="8855" y="4511"/>
                  <a:pt x="8882" y="4538"/>
                  <a:pt x="8882" y="4573"/>
                </a:cubicBezTo>
                <a:close/>
                <a:moveTo>
                  <a:pt x="1565" y="1740"/>
                </a:moveTo>
                <a:cubicBezTo>
                  <a:pt x="1565" y="1768"/>
                  <a:pt x="1542" y="1791"/>
                  <a:pt x="1513" y="1791"/>
                </a:cubicBezTo>
                <a:cubicBezTo>
                  <a:pt x="1485" y="1791"/>
                  <a:pt x="1462" y="1768"/>
                  <a:pt x="1462" y="1740"/>
                </a:cubicBezTo>
                <a:cubicBezTo>
                  <a:pt x="1462" y="1712"/>
                  <a:pt x="1485" y="1689"/>
                  <a:pt x="1513" y="1689"/>
                </a:cubicBezTo>
                <a:cubicBezTo>
                  <a:pt x="1542" y="1689"/>
                  <a:pt x="1565" y="1712"/>
                  <a:pt x="1565" y="1740"/>
                </a:cubicBezTo>
                <a:close/>
                <a:moveTo>
                  <a:pt x="143" y="6092"/>
                </a:moveTo>
                <a:cubicBezTo>
                  <a:pt x="143" y="6112"/>
                  <a:pt x="126" y="6129"/>
                  <a:pt x="106" y="6129"/>
                </a:cubicBezTo>
                <a:cubicBezTo>
                  <a:pt x="85" y="6129"/>
                  <a:pt x="69" y="6112"/>
                  <a:pt x="69" y="6092"/>
                </a:cubicBezTo>
                <a:cubicBezTo>
                  <a:pt x="69" y="6071"/>
                  <a:pt x="85" y="6055"/>
                  <a:pt x="106" y="6055"/>
                </a:cubicBezTo>
                <a:cubicBezTo>
                  <a:pt x="126" y="6055"/>
                  <a:pt x="143" y="6071"/>
                  <a:pt x="143" y="6092"/>
                </a:cubicBezTo>
                <a:close/>
                <a:moveTo>
                  <a:pt x="1587" y="4987"/>
                </a:moveTo>
                <a:cubicBezTo>
                  <a:pt x="1587" y="5009"/>
                  <a:pt x="1570" y="5026"/>
                  <a:pt x="1548" y="5026"/>
                </a:cubicBezTo>
                <a:cubicBezTo>
                  <a:pt x="1526" y="5026"/>
                  <a:pt x="1508" y="5009"/>
                  <a:pt x="1508" y="4987"/>
                </a:cubicBezTo>
                <a:cubicBezTo>
                  <a:pt x="1508" y="4965"/>
                  <a:pt x="1526" y="4947"/>
                  <a:pt x="1548" y="4947"/>
                </a:cubicBezTo>
                <a:cubicBezTo>
                  <a:pt x="1570" y="4947"/>
                  <a:pt x="1587" y="4965"/>
                  <a:pt x="1587" y="4987"/>
                </a:cubicBezTo>
                <a:close/>
                <a:moveTo>
                  <a:pt x="5779" y="4095"/>
                </a:moveTo>
                <a:cubicBezTo>
                  <a:pt x="5779" y="4116"/>
                  <a:pt x="5762" y="4134"/>
                  <a:pt x="5741" y="4134"/>
                </a:cubicBezTo>
                <a:cubicBezTo>
                  <a:pt x="5720" y="4134"/>
                  <a:pt x="5703" y="4116"/>
                  <a:pt x="5703" y="4095"/>
                </a:cubicBezTo>
                <a:cubicBezTo>
                  <a:pt x="5703" y="4074"/>
                  <a:pt x="5720" y="4057"/>
                  <a:pt x="5741" y="4057"/>
                </a:cubicBezTo>
                <a:cubicBezTo>
                  <a:pt x="5762" y="4057"/>
                  <a:pt x="5779" y="4074"/>
                  <a:pt x="5779" y="4095"/>
                </a:cubicBezTo>
                <a:close/>
                <a:moveTo>
                  <a:pt x="609" y="4417"/>
                </a:moveTo>
                <a:cubicBezTo>
                  <a:pt x="609" y="4453"/>
                  <a:pt x="580" y="4482"/>
                  <a:pt x="544" y="4482"/>
                </a:cubicBezTo>
                <a:cubicBezTo>
                  <a:pt x="508" y="4482"/>
                  <a:pt x="479" y="4453"/>
                  <a:pt x="479" y="4417"/>
                </a:cubicBezTo>
                <a:cubicBezTo>
                  <a:pt x="479" y="4381"/>
                  <a:pt x="508" y="4352"/>
                  <a:pt x="544" y="4352"/>
                </a:cubicBezTo>
                <a:cubicBezTo>
                  <a:pt x="580" y="4352"/>
                  <a:pt x="609" y="4381"/>
                  <a:pt x="609" y="4417"/>
                </a:cubicBezTo>
                <a:close/>
                <a:moveTo>
                  <a:pt x="8095" y="698"/>
                </a:moveTo>
                <a:cubicBezTo>
                  <a:pt x="8095" y="722"/>
                  <a:pt x="8076" y="741"/>
                  <a:pt x="8052" y="741"/>
                </a:cubicBezTo>
                <a:cubicBezTo>
                  <a:pt x="8028" y="741"/>
                  <a:pt x="8009" y="722"/>
                  <a:pt x="8009" y="698"/>
                </a:cubicBezTo>
                <a:cubicBezTo>
                  <a:pt x="8009" y="674"/>
                  <a:pt x="8028" y="654"/>
                  <a:pt x="8052" y="654"/>
                </a:cubicBezTo>
                <a:cubicBezTo>
                  <a:pt x="8076" y="654"/>
                  <a:pt x="8095" y="674"/>
                  <a:pt x="8095" y="698"/>
                </a:cubicBezTo>
                <a:close/>
                <a:moveTo>
                  <a:pt x="4596" y="261"/>
                </a:moveTo>
                <a:cubicBezTo>
                  <a:pt x="4596" y="297"/>
                  <a:pt x="4567" y="326"/>
                  <a:pt x="4531" y="326"/>
                </a:cubicBezTo>
                <a:cubicBezTo>
                  <a:pt x="4495" y="326"/>
                  <a:pt x="4466" y="297"/>
                  <a:pt x="4466" y="261"/>
                </a:cubicBezTo>
                <a:cubicBezTo>
                  <a:pt x="4466" y="225"/>
                  <a:pt x="4495" y="196"/>
                  <a:pt x="4531" y="196"/>
                </a:cubicBezTo>
                <a:cubicBezTo>
                  <a:pt x="4567" y="196"/>
                  <a:pt x="4596" y="225"/>
                  <a:pt x="4596" y="261"/>
                </a:cubicBezTo>
                <a:close/>
                <a:moveTo>
                  <a:pt x="8316" y="6066"/>
                </a:moveTo>
                <a:cubicBezTo>
                  <a:pt x="8316" y="6103"/>
                  <a:pt x="8286" y="6133"/>
                  <a:pt x="8250" y="6133"/>
                </a:cubicBezTo>
                <a:cubicBezTo>
                  <a:pt x="8213" y="6133"/>
                  <a:pt x="8183" y="6103"/>
                  <a:pt x="8183" y="6066"/>
                </a:cubicBezTo>
                <a:cubicBezTo>
                  <a:pt x="8183" y="6029"/>
                  <a:pt x="8213" y="5999"/>
                  <a:pt x="8250" y="5999"/>
                </a:cubicBezTo>
                <a:cubicBezTo>
                  <a:pt x="8286" y="5999"/>
                  <a:pt x="8316" y="6029"/>
                  <a:pt x="8316" y="6066"/>
                </a:cubicBezTo>
                <a:close/>
                <a:moveTo>
                  <a:pt x="8397" y="1902"/>
                </a:moveTo>
                <a:cubicBezTo>
                  <a:pt x="8397" y="1933"/>
                  <a:pt x="8372" y="1958"/>
                  <a:pt x="8341" y="1958"/>
                </a:cubicBezTo>
                <a:cubicBezTo>
                  <a:pt x="8310" y="1958"/>
                  <a:pt x="8285" y="1933"/>
                  <a:pt x="8285" y="1902"/>
                </a:cubicBezTo>
                <a:cubicBezTo>
                  <a:pt x="8285" y="1871"/>
                  <a:pt x="8310" y="1846"/>
                  <a:pt x="8341" y="1846"/>
                </a:cubicBezTo>
                <a:cubicBezTo>
                  <a:pt x="8372" y="1846"/>
                  <a:pt x="8397" y="1871"/>
                  <a:pt x="8397" y="1902"/>
                </a:cubicBezTo>
                <a:close/>
                <a:moveTo>
                  <a:pt x="8728" y="107"/>
                </a:moveTo>
                <a:cubicBezTo>
                  <a:pt x="8728" y="125"/>
                  <a:pt x="8713" y="140"/>
                  <a:pt x="8695" y="140"/>
                </a:cubicBezTo>
                <a:cubicBezTo>
                  <a:pt x="8677" y="140"/>
                  <a:pt x="8662" y="125"/>
                  <a:pt x="8662" y="107"/>
                </a:cubicBezTo>
                <a:cubicBezTo>
                  <a:pt x="8662" y="89"/>
                  <a:pt x="8677" y="74"/>
                  <a:pt x="8695" y="74"/>
                </a:cubicBezTo>
                <a:cubicBezTo>
                  <a:pt x="8713" y="74"/>
                  <a:pt x="8728" y="89"/>
                  <a:pt x="8728" y="107"/>
                </a:cubicBezTo>
                <a:close/>
                <a:moveTo>
                  <a:pt x="9887" y="623"/>
                </a:moveTo>
                <a:cubicBezTo>
                  <a:pt x="9887" y="659"/>
                  <a:pt x="9857" y="689"/>
                  <a:pt x="9821" y="689"/>
                </a:cubicBezTo>
                <a:cubicBezTo>
                  <a:pt x="9784" y="689"/>
                  <a:pt x="9755" y="659"/>
                  <a:pt x="9755" y="623"/>
                </a:cubicBezTo>
                <a:cubicBezTo>
                  <a:pt x="9755" y="586"/>
                  <a:pt x="9784" y="557"/>
                  <a:pt x="9821" y="557"/>
                </a:cubicBezTo>
                <a:cubicBezTo>
                  <a:pt x="9857" y="557"/>
                  <a:pt x="9887" y="586"/>
                  <a:pt x="9887" y="623"/>
                </a:cubicBezTo>
                <a:close/>
                <a:moveTo>
                  <a:pt x="3855" y="1571"/>
                </a:moveTo>
                <a:cubicBezTo>
                  <a:pt x="3855" y="1596"/>
                  <a:pt x="3835" y="1617"/>
                  <a:pt x="3810" y="1617"/>
                </a:cubicBezTo>
                <a:cubicBezTo>
                  <a:pt x="3785" y="1617"/>
                  <a:pt x="3765" y="1596"/>
                  <a:pt x="3765" y="1571"/>
                </a:cubicBezTo>
                <a:cubicBezTo>
                  <a:pt x="3765" y="1547"/>
                  <a:pt x="3785" y="1526"/>
                  <a:pt x="3810" y="1526"/>
                </a:cubicBezTo>
                <a:cubicBezTo>
                  <a:pt x="3835" y="1526"/>
                  <a:pt x="3855" y="1547"/>
                  <a:pt x="3855" y="1571"/>
                </a:cubicBezTo>
                <a:close/>
                <a:moveTo>
                  <a:pt x="8820" y="4073"/>
                </a:moveTo>
                <a:cubicBezTo>
                  <a:pt x="8820" y="4092"/>
                  <a:pt x="8804" y="4108"/>
                  <a:pt x="8785" y="4108"/>
                </a:cubicBezTo>
                <a:cubicBezTo>
                  <a:pt x="8765" y="4108"/>
                  <a:pt x="8750" y="4092"/>
                  <a:pt x="8750" y="4073"/>
                </a:cubicBezTo>
                <a:cubicBezTo>
                  <a:pt x="8750" y="4054"/>
                  <a:pt x="8765" y="4038"/>
                  <a:pt x="8785" y="4038"/>
                </a:cubicBezTo>
                <a:cubicBezTo>
                  <a:pt x="8804" y="4038"/>
                  <a:pt x="8820" y="4054"/>
                  <a:pt x="8820" y="4073"/>
                </a:cubicBezTo>
                <a:close/>
                <a:moveTo>
                  <a:pt x="8246" y="2205"/>
                </a:moveTo>
                <a:cubicBezTo>
                  <a:pt x="8246" y="2240"/>
                  <a:pt x="8218" y="2268"/>
                  <a:pt x="8183" y="2268"/>
                </a:cubicBezTo>
                <a:cubicBezTo>
                  <a:pt x="8148" y="2268"/>
                  <a:pt x="8120" y="2240"/>
                  <a:pt x="8120" y="2205"/>
                </a:cubicBezTo>
                <a:cubicBezTo>
                  <a:pt x="8120" y="2171"/>
                  <a:pt x="8148" y="2142"/>
                  <a:pt x="8183" y="2142"/>
                </a:cubicBezTo>
                <a:cubicBezTo>
                  <a:pt x="8218" y="2142"/>
                  <a:pt x="8246" y="2171"/>
                  <a:pt x="8246" y="2205"/>
                </a:cubicBezTo>
                <a:close/>
                <a:moveTo>
                  <a:pt x="5071" y="5399"/>
                </a:moveTo>
                <a:cubicBezTo>
                  <a:pt x="5071" y="5428"/>
                  <a:pt x="5048" y="5451"/>
                  <a:pt x="5019" y="5451"/>
                </a:cubicBezTo>
                <a:cubicBezTo>
                  <a:pt x="4991" y="5451"/>
                  <a:pt x="4967" y="5428"/>
                  <a:pt x="4967" y="5399"/>
                </a:cubicBezTo>
                <a:cubicBezTo>
                  <a:pt x="4967" y="5370"/>
                  <a:pt x="4991" y="5347"/>
                  <a:pt x="5019" y="5347"/>
                </a:cubicBezTo>
                <a:cubicBezTo>
                  <a:pt x="5048" y="5347"/>
                  <a:pt x="5071" y="5370"/>
                  <a:pt x="5071" y="5399"/>
                </a:cubicBezTo>
                <a:close/>
                <a:moveTo>
                  <a:pt x="3616" y="6202"/>
                </a:moveTo>
                <a:cubicBezTo>
                  <a:pt x="3616" y="6240"/>
                  <a:pt x="3585" y="6271"/>
                  <a:pt x="3547" y="6271"/>
                </a:cubicBezTo>
                <a:cubicBezTo>
                  <a:pt x="3509" y="6271"/>
                  <a:pt x="3478" y="6240"/>
                  <a:pt x="3478" y="6202"/>
                </a:cubicBezTo>
                <a:cubicBezTo>
                  <a:pt x="3478" y="6164"/>
                  <a:pt x="3509" y="6133"/>
                  <a:pt x="3547" y="6133"/>
                </a:cubicBezTo>
                <a:cubicBezTo>
                  <a:pt x="3585" y="6133"/>
                  <a:pt x="3616" y="6164"/>
                  <a:pt x="3616" y="6202"/>
                </a:cubicBezTo>
                <a:close/>
                <a:moveTo>
                  <a:pt x="5521" y="3297"/>
                </a:moveTo>
                <a:cubicBezTo>
                  <a:pt x="5521" y="3327"/>
                  <a:pt x="5496" y="3351"/>
                  <a:pt x="5467" y="3351"/>
                </a:cubicBezTo>
                <a:cubicBezTo>
                  <a:pt x="5437" y="3351"/>
                  <a:pt x="5412" y="3327"/>
                  <a:pt x="5412" y="3297"/>
                </a:cubicBezTo>
                <a:cubicBezTo>
                  <a:pt x="5412" y="3267"/>
                  <a:pt x="5437" y="3243"/>
                  <a:pt x="5467" y="3243"/>
                </a:cubicBezTo>
                <a:cubicBezTo>
                  <a:pt x="5496" y="3243"/>
                  <a:pt x="5521" y="3267"/>
                  <a:pt x="5521" y="3297"/>
                </a:cubicBezTo>
                <a:close/>
                <a:moveTo>
                  <a:pt x="6804" y="1740"/>
                </a:moveTo>
                <a:cubicBezTo>
                  <a:pt x="6804" y="1777"/>
                  <a:pt x="6774" y="1807"/>
                  <a:pt x="6737" y="1807"/>
                </a:cubicBezTo>
                <a:cubicBezTo>
                  <a:pt x="6699" y="1807"/>
                  <a:pt x="6669" y="1777"/>
                  <a:pt x="6669" y="1740"/>
                </a:cubicBezTo>
                <a:cubicBezTo>
                  <a:pt x="6669" y="1702"/>
                  <a:pt x="6699" y="1672"/>
                  <a:pt x="6737" y="1672"/>
                </a:cubicBezTo>
                <a:cubicBezTo>
                  <a:pt x="6774" y="1672"/>
                  <a:pt x="6804" y="1702"/>
                  <a:pt x="6804" y="1740"/>
                </a:cubicBezTo>
                <a:close/>
                <a:moveTo>
                  <a:pt x="4269" y="6238"/>
                </a:moveTo>
                <a:cubicBezTo>
                  <a:pt x="4269" y="6267"/>
                  <a:pt x="4245" y="6290"/>
                  <a:pt x="4216" y="6290"/>
                </a:cubicBezTo>
                <a:cubicBezTo>
                  <a:pt x="4187" y="6290"/>
                  <a:pt x="4163" y="6267"/>
                  <a:pt x="4163" y="6238"/>
                </a:cubicBezTo>
                <a:cubicBezTo>
                  <a:pt x="4163" y="6208"/>
                  <a:pt x="4187" y="6185"/>
                  <a:pt x="4216" y="6185"/>
                </a:cubicBezTo>
                <a:cubicBezTo>
                  <a:pt x="4245" y="6185"/>
                  <a:pt x="4269" y="6208"/>
                  <a:pt x="4269" y="6238"/>
                </a:cubicBezTo>
                <a:close/>
                <a:moveTo>
                  <a:pt x="9170" y="5770"/>
                </a:moveTo>
                <a:cubicBezTo>
                  <a:pt x="9170" y="5793"/>
                  <a:pt x="9152" y="5811"/>
                  <a:pt x="9129" y="5811"/>
                </a:cubicBezTo>
                <a:cubicBezTo>
                  <a:pt x="9106" y="5811"/>
                  <a:pt x="9088" y="5793"/>
                  <a:pt x="9088" y="5770"/>
                </a:cubicBezTo>
                <a:cubicBezTo>
                  <a:pt x="9088" y="5747"/>
                  <a:pt x="9106" y="5729"/>
                  <a:pt x="9129" y="5729"/>
                </a:cubicBezTo>
                <a:cubicBezTo>
                  <a:pt x="9152" y="5729"/>
                  <a:pt x="9170" y="5747"/>
                  <a:pt x="9170" y="5770"/>
                </a:cubicBezTo>
                <a:close/>
                <a:moveTo>
                  <a:pt x="445" y="3655"/>
                </a:moveTo>
                <a:cubicBezTo>
                  <a:pt x="445" y="3685"/>
                  <a:pt x="421" y="3708"/>
                  <a:pt x="392" y="3708"/>
                </a:cubicBezTo>
                <a:cubicBezTo>
                  <a:pt x="363" y="3708"/>
                  <a:pt x="339" y="3685"/>
                  <a:pt x="339" y="3655"/>
                </a:cubicBezTo>
                <a:cubicBezTo>
                  <a:pt x="339" y="3626"/>
                  <a:pt x="363" y="3602"/>
                  <a:pt x="392" y="3602"/>
                </a:cubicBezTo>
                <a:cubicBezTo>
                  <a:pt x="421" y="3602"/>
                  <a:pt x="445" y="3626"/>
                  <a:pt x="445" y="3655"/>
                </a:cubicBezTo>
                <a:close/>
                <a:moveTo>
                  <a:pt x="3427" y="2250"/>
                </a:moveTo>
                <a:cubicBezTo>
                  <a:pt x="3427" y="2272"/>
                  <a:pt x="3408" y="2291"/>
                  <a:pt x="3386" y="2291"/>
                </a:cubicBezTo>
                <a:cubicBezTo>
                  <a:pt x="3363" y="2291"/>
                  <a:pt x="3345" y="2272"/>
                  <a:pt x="3345" y="2250"/>
                </a:cubicBezTo>
                <a:cubicBezTo>
                  <a:pt x="3345" y="2227"/>
                  <a:pt x="3363" y="2209"/>
                  <a:pt x="3386" y="2209"/>
                </a:cubicBezTo>
                <a:cubicBezTo>
                  <a:pt x="3408" y="2209"/>
                  <a:pt x="3427" y="2227"/>
                  <a:pt x="3427" y="2250"/>
                </a:cubicBezTo>
                <a:close/>
                <a:moveTo>
                  <a:pt x="1021" y="2902"/>
                </a:moveTo>
                <a:cubicBezTo>
                  <a:pt x="1021" y="2930"/>
                  <a:pt x="998" y="2953"/>
                  <a:pt x="970" y="2953"/>
                </a:cubicBezTo>
                <a:cubicBezTo>
                  <a:pt x="942" y="2953"/>
                  <a:pt x="919" y="2930"/>
                  <a:pt x="919" y="2902"/>
                </a:cubicBezTo>
                <a:cubicBezTo>
                  <a:pt x="919" y="2874"/>
                  <a:pt x="942" y="2851"/>
                  <a:pt x="970" y="2851"/>
                </a:cubicBezTo>
                <a:cubicBezTo>
                  <a:pt x="998" y="2851"/>
                  <a:pt x="1021" y="2874"/>
                  <a:pt x="1021" y="2902"/>
                </a:cubicBezTo>
                <a:close/>
                <a:moveTo>
                  <a:pt x="4429" y="5297"/>
                </a:moveTo>
                <a:cubicBezTo>
                  <a:pt x="4429" y="5323"/>
                  <a:pt x="4408" y="5345"/>
                  <a:pt x="4381" y="5345"/>
                </a:cubicBezTo>
                <a:cubicBezTo>
                  <a:pt x="4355" y="5345"/>
                  <a:pt x="4334" y="5323"/>
                  <a:pt x="4334" y="5297"/>
                </a:cubicBezTo>
                <a:cubicBezTo>
                  <a:pt x="4334" y="5271"/>
                  <a:pt x="4355" y="5250"/>
                  <a:pt x="4381" y="5250"/>
                </a:cubicBezTo>
                <a:cubicBezTo>
                  <a:pt x="4408" y="5250"/>
                  <a:pt x="4429" y="5271"/>
                  <a:pt x="4429" y="5297"/>
                </a:cubicBezTo>
                <a:close/>
                <a:moveTo>
                  <a:pt x="7562" y="4735"/>
                </a:moveTo>
                <a:cubicBezTo>
                  <a:pt x="7562" y="4763"/>
                  <a:pt x="7539" y="4786"/>
                  <a:pt x="7512" y="4786"/>
                </a:cubicBezTo>
                <a:cubicBezTo>
                  <a:pt x="7484" y="4786"/>
                  <a:pt x="7461" y="4763"/>
                  <a:pt x="7461" y="4735"/>
                </a:cubicBezTo>
                <a:cubicBezTo>
                  <a:pt x="7461" y="4708"/>
                  <a:pt x="7484" y="4685"/>
                  <a:pt x="7512" y="4685"/>
                </a:cubicBezTo>
                <a:cubicBezTo>
                  <a:pt x="7539" y="4685"/>
                  <a:pt x="7562" y="4708"/>
                  <a:pt x="7562" y="4735"/>
                </a:cubicBezTo>
                <a:close/>
                <a:moveTo>
                  <a:pt x="4712" y="1510"/>
                </a:moveTo>
                <a:cubicBezTo>
                  <a:pt x="4712" y="1541"/>
                  <a:pt x="4686" y="1567"/>
                  <a:pt x="4654" y="1567"/>
                </a:cubicBezTo>
                <a:cubicBezTo>
                  <a:pt x="4622" y="1567"/>
                  <a:pt x="4597" y="1541"/>
                  <a:pt x="4597" y="1510"/>
                </a:cubicBezTo>
                <a:cubicBezTo>
                  <a:pt x="4597" y="1478"/>
                  <a:pt x="4622" y="1452"/>
                  <a:pt x="4654" y="1452"/>
                </a:cubicBezTo>
                <a:cubicBezTo>
                  <a:pt x="4686" y="1452"/>
                  <a:pt x="4712" y="1478"/>
                  <a:pt x="4712" y="1510"/>
                </a:cubicBezTo>
                <a:close/>
                <a:moveTo>
                  <a:pt x="8696" y="6077"/>
                </a:moveTo>
                <a:cubicBezTo>
                  <a:pt x="8696" y="6112"/>
                  <a:pt x="8669" y="6139"/>
                  <a:pt x="8634" y="6139"/>
                </a:cubicBezTo>
                <a:cubicBezTo>
                  <a:pt x="8600" y="6139"/>
                  <a:pt x="8572" y="6112"/>
                  <a:pt x="8572" y="6077"/>
                </a:cubicBezTo>
                <a:cubicBezTo>
                  <a:pt x="8572" y="6043"/>
                  <a:pt x="8600" y="6015"/>
                  <a:pt x="8634" y="6015"/>
                </a:cubicBezTo>
                <a:cubicBezTo>
                  <a:pt x="8669" y="6015"/>
                  <a:pt x="8696" y="6043"/>
                  <a:pt x="8696" y="6077"/>
                </a:cubicBezTo>
                <a:close/>
                <a:moveTo>
                  <a:pt x="9688" y="3676"/>
                </a:moveTo>
                <a:cubicBezTo>
                  <a:pt x="9688" y="3702"/>
                  <a:pt x="9667" y="3724"/>
                  <a:pt x="9640" y="3724"/>
                </a:cubicBezTo>
                <a:cubicBezTo>
                  <a:pt x="9613" y="3724"/>
                  <a:pt x="9592" y="3702"/>
                  <a:pt x="9592" y="3676"/>
                </a:cubicBezTo>
                <a:cubicBezTo>
                  <a:pt x="9592" y="3649"/>
                  <a:pt x="9613" y="3628"/>
                  <a:pt x="9640" y="3628"/>
                </a:cubicBezTo>
                <a:cubicBezTo>
                  <a:pt x="9667" y="3628"/>
                  <a:pt x="9688" y="3649"/>
                  <a:pt x="9688" y="3676"/>
                </a:cubicBezTo>
                <a:close/>
                <a:moveTo>
                  <a:pt x="9805" y="4222"/>
                </a:moveTo>
                <a:cubicBezTo>
                  <a:pt x="9805" y="4240"/>
                  <a:pt x="9790" y="4254"/>
                  <a:pt x="9772" y="4254"/>
                </a:cubicBezTo>
                <a:cubicBezTo>
                  <a:pt x="9754" y="4254"/>
                  <a:pt x="9739" y="4240"/>
                  <a:pt x="9739" y="4222"/>
                </a:cubicBezTo>
                <a:cubicBezTo>
                  <a:pt x="9739" y="4203"/>
                  <a:pt x="9754" y="4189"/>
                  <a:pt x="9772" y="4189"/>
                </a:cubicBezTo>
                <a:cubicBezTo>
                  <a:pt x="9790" y="4189"/>
                  <a:pt x="9805" y="4203"/>
                  <a:pt x="9805" y="4222"/>
                </a:cubicBezTo>
                <a:close/>
                <a:moveTo>
                  <a:pt x="8569" y="3747"/>
                </a:moveTo>
                <a:cubicBezTo>
                  <a:pt x="8569" y="3783"/>
                  <a:pt x="8541" y="3811"/>
                  <a:pt x="8505" y="3811"/>
                </a:cubicBezTo>
                <a:cubicBezTo>
                  <a:pt x="8470" y="3811"/>
                  <a:pt x="8441" y="3783"/>
                  <a:pt x="8441" y="3747"/>
                </a:cubicBezTo>
                <a:cubicBezTo>
                  <a:pt x="8441" y="3712"/>
                  <a:pt x="8470" y="3683"/>
                  <a:pt x="8505" y="3683"/>
                </a:cubicBezTo>
                <a:cubicBezTo>
                  <a:pt x="8541" y="3683"/>
                  <a:pt x="8569" y="3712"/>
                  <a:pt x="8569" y="3747"/>
                </a:cubicBezTo>
                <a:close/>
                <a:moveTo>
                  <a:pt x="4125" y="3975"/>
                </a:moveTo>
                <a:cubicBezTo>
                  <a:pt x="4125" y="4005"/>
                  <a:pt x="4100" y="4029"/>
                  <a:pt x="4071" y="4029"/>
                </a:cubicBezTo>
                <a:cubicBezTo>
                  <a:pt x="4041" y="4029"/>
                  <a:pt x="4017" y="4005"/>
                  <a:pt x="4017" y="3975"/>
                </a:cubicBezTo>
                <a:cubicBezTo>
                  <a:pt x="4017" y="3945"/>
                  <a:pt x="4041" y="3921"/>
                  <a:pt x="4071" y="3921"/>
                </a:cubicBezTo>
                <a:cubicBezTo>
                  <a:pt x="4100" y="3921"/>
                  <a:pt x="4125" y="3945"/>
                  <a:pt x="4125" y="3975"/>
                </a:cubicBezTo>
                <a:close/>
                <a:moveTo>
                  <a:pt x="6179" y="5524"/>
                </a:moveTo>
                <a:cubicBezTo>
                  <a:pt x="6179" y="5549"/>
                  <a:pt x="6158" y="5569"/>
                  <a:pt x="6133" y="5569"/>
                </a:cubicBezTo>
                <a:cubicBezTo>
                  <a:pt x="6108" y="5569"/>
                  <a:pt x="6087" y="5549"/>
                  <a:pt x="6087" y="5524"/>
                </a:cubicBezTo>
                <a:cubicBezTo>
                  <a:pt x="6087" y="5498"/>
                  <a:pt x="6108" y="5478"/>
                  <a:pt x="6133" y="5478"/>
                </a:cubicBezTo>
                <a:cubicBezTo>
                  <a:pt x="6158" y="5478"/>
                  <a:pt x="6179" y="5498"/>
                  <a:pt x="6179" y="5524"/>
                </a:cubicBezTo>
                <a:close/>
                <a:moveTo>
                  <a:pt x="6751" y="5885"/>
                </a:moveTo>
                <a:cubicBezTo>
                  <a:pt x="6751" y="5903"/>
                  <a:pt x="6736" y="5918"/>
                  <a:pt x="6717" y="5918"/>
                </a:cubicBezTo>
                <a:cubicBezTo>
                  <a:pt x="6699" y="5918"/>
                  <a:pt x="6684" y="5903"/>
                  <a:pt x="6684" y="5885"/>
                </a:cubicBezTo>
                <a:cubicBezTo>
                  <a:pt x="6684" y="5866"/>
                  <a:pt x="6699" y="5851"/>
                  <a:pt x="6717" y="5851"/>
                </a:cubicBezTo>
                <a:cubicBezTo>
                  <a:pt x="6736" y="5851"/>
                  <a:pt x="6751" y="5866"/>
                  <a:pt x="6751" y="5885"/>
                </a:cubicBezTo>
                <a:close/>
                <a:moveTo>
                  <a:pt x="8575" y="4340"/>
                </a:moveTo>
                <a:cubicBezTo>
                  <a:pt x="8575" y="4366"/>
                  <a:pt x="8554" y="4388"/>
                  <a:pt x="8528" y="4388"/>
                </a:cubicBezTo>
                <a:cubicBezTo>
                  <a:pt x="8501" y="4388"/>
                  <a:pt x="8480" y="4366"/>
                  <a:pt x="8480" y="4340"/>
                </a:cubicBezTo>
                <a:cubicBezTo>
                  <a:pt x="8480" y="4314"/>
                  <a:pt x="8501" y="4292"/>
                  <a:pt x="8528" y="4292"/>
                </a:cubicBezTo>
                <a:cubicBezTo>
                  <a:pt x="8554" y="4292"/>
                  <a:pt x="8575" y="4314"/>
                  <a:pt x="8575" y="4340"/>
                </a:cubicBezTo>
                <a:close/>
                <a:moveTo>
                  <a:pt x="467" y="3122"/>
                </a:moveTo>
                <a:cubicBezTo>
                  <a:pt x="467" y="3142"/>
                  <a:pt x="451" y="3158"/>
                  <a:pt x="430" y="3158"/>
                </a:cubicBezTo>
                <a:cubicBezTo>
                  <a:pt x="410" y="3158"/>
                  <a:pt x="394" y="3142"/>
                  <a:pt x="394" y="3122"/>
                </a:cubicBezTo>
                <a:cubicBezTo>
                  <a:pt x="394" y="3101"/>
                  <a:pt x="410" y="3085"/>
                  <a:pt x="430" y="3085"/>
                </a:cubicBezTo>
                <a:cubicBezTo>
                  <a:pt x="451" y="3085"/>
                  <a:pt x="467" y="3101"/>
                  <a:pt x="467" y="3122"/>
                </a:cubicBezTo>
                <a:close/>
                <a:moveTo>
                  <a:pt x="2034" y="3188"/>
                </a:moveTo>
                <a:cubicBezTo>
                  <a:pt x="2034" y="3218"/>
                  <a:pt x="2009" y="3243"/>
                  <a:pt x="1979" y="3243"/>
                </a:cubicBezTo>
                <a:cubicBezTo>
                  <a:pt x="1948" y="3243"/>
                  <a:pt x="1924" y="3218"/>
                  <a:pt x="1924" y="3188"/>
                </a:cubicBezTo>
                <a:cubicBezTo>
                  <a:pt x="1924" y="3157"/>
                  <a:pt x="1948" y="3133"/>
                  <a:pt x="1979" y="3133"/>
                </a:cubicBezTo>
                <a:cubicBezTo>
                  <a:pt x="2009" y="3133"/>
                  <a:pt x="2034" y="3157"/>
                  <a:pt x="2034" y="3188"/>
                </a:cubicBezTo>
                <a:close/>
                <a:moveTo>
                  <a:pt x="9338" y="3967"/>
                </a:moveTo>
                <a:cubicBezTo>
                  <a:pt x="9338" y="4000"/>
                  <a:pt x="9311" y="4027"/>
                  <a:pt x="9277" y="4027"/>
                </a:cubicBezTo>
                <a:cubicBezTo>
                  <a:pt x="9244" y="4027"/>
                  <a:pt x="9216" y="4000"/>
                  <a:pt x="9216" y="3967"/>
                </a:cubicBezTo>
                <a:cubicBezTo>
                  <a:pt x="9216" y="3933"/>
                  <a:pt x="9244" y="3906"/>
                  <a:pt x="9277" y="3906"/>
                </a:cubicBezTo>
                <a:cubicBezTo>
                  <a:pt x="9311" y="3906"/>
                  <a:pt x="9338" y="3933"/>
                  <a:pt x="9338" y="3967"/>
                </a:cubicBezTo>
                <a:close/>
                <a:moveTo>
                  <a:pt x="5499" y="215"/>
                </a:moveTo>
                <a:cubicBezTo>
                  <a:pt x="5499" y="239"/>
                  <a:pt x="5480" y="258"/>
                  <a:pt x="5456" y="258"/>
                </a:cubicBezTo>
                <a:cubicBezTo>
                  <a:pt x="5432" y="258"/>
                  <a:pt x="5413" y="239"/>
                  <a:pt x="5413" y="215"/>
                </a:cubicBezTo>
                <a:cubicBezTo>
                  <a:pt x="5413" y="191"/>
                  <a:pt x="5432" y="172"/>
                  <a:pt x="5456" y="172"/>
                </a:cubicBezTo>
                <a:cubicBezTo>
                  <a:pt x="5480" y="172"/>
                  <a:pt x="5499" y="191"/>
                  <a:pt x="5499" y="215"/>
                </a:cubicBezTo>
                <a:close/>
                <a:moveTo>
                  <a:pt x="1263" y="3811"/>
                </a:moveTo>
                <a:cubicBezTo>
                  <a:pt x="1263" y="3834"/>
                  <a:pt x="1244" y="3853"/>
                  <a:pt x="1221" y="3853"/>
                </a:cubicBezTo>
                <a:cubicBezTo>
                  <a:pt x="1197" y="3853"/>
                  <a:pt x="1179" y="3834"/>
                  <a:pt x="1179" y="3811"/>
                </a:cubicBezTo>
                <a:cubicBezTo>
                  <a:pt x="1179" y="3787"/>
                  <a:pt x="1197" y="3769"/>
                  <a:pt x="1221" y="3769"/>
                </a:cubicBezTo>
                <a:cubicBezTo>
                  <a:pt x="1244" y="3769"/>
                  <a:pt x="1263" y="3787"/>
                  <a:pt x="1263" y="3811"/>
                </a:cubicBezTo>
                <a:close/>
                <a:moveTo>
                  <a:pt x="6129" y="2146"/>
                </a:moveTo>
                <a:cubicBezTo>
                  <a:pt x="6129" y="2164"/>
                  <a:pt x="6115" y="2178"/>
                  <a:pt x="6097" y="2178"/>
                </a:cubicBezTo>
                <a:cubicBezTo>
                  <a:pt x="6080" y="2178"/>
                  <a:pt x="6065" y="2164"/>
                  <a:pt x="6065" y="2146"/>
                </a:cubicBezTo>
                <a:cubicBezTo>
                  <a:pt x="6065" y="2128"/>
                  <a:pt x="6080" y="2114"/>
                  <a:pt x="6097" y="2114"/>
                </a:cubicBezTo>
                <a:cubicBezTo>
                  <a:pt x="6115" y="2114"/>
                  <a:pt x="6129" y="2128"/>
                  <a:pt x="6129" y="2146"/>
                </a:cubicBezTo>
                <a:close/>
                <a:moveTo>
                  <a:pt x="2348" y="5841"/>
                </a:moveTo>
                <a:cubicBezTo>
                  <a:pt x="2348" y="5868"/>
                  <a:pt x="2327" y="5889"/>
                  <a:pt x="2300" y="5889"/>
                </a:cubicBezTo>
                <a:cubicBezTo>
                  <a:pt x="2274" y="5889"/>
                  <a:pt x="2252" y="5868"/>
                  <a:pt x="2252" y="5841"/>
                </a:cubicBezTo>
                <a:cubicBezTo>
                  <a:pt x="2252" y="5815"/>
                  <a:pt x="2274" y="5793"/>
                  <a:pt x="2300" y="5793"/>
                </a:cubicBezTo>
                <a:cubicBezTo>
                  <a:pt x="2327" y="5793"/>
                  <a:pt x="2348" y="5815"/>
                  <a:pt x="2348" y="5841"/>
                </a:cubicBezTo>
                <a:close/>
                <a:moveTo>
                  <a:pt x="6664" y="3404"/>
                </a:moveTo>
                <a:cubicBezTo>
                  <a:pt x="6664" y="3431"/>
                  <a:pt x="6642" y="3453"/>
                  <a:pt x="6615" y="3453"/>
                </a:cubicBezTo>
                <a:cubicBezTo>
                  <a:pt x="6589" y="3453"/>
                  <a:pt x="6567" y="3431"/>
                  <a:pt x="6567" y="3404"/>
                </a:cubicBezTo>
                <a:cubicBezTo>
                  <a:pt x="6567" y="3378"/>
                  <a:pt x="6589" y="3356"/>
                  <a:pt x="6615" y="3356"/>
                </a:cubicBezTo>
                <a:cubicBezTo>
                  <a:pt x="6642" y="3356"/>
                  <a:pt x="6664" y="3378"/>
                  <a:pt x="6664" y="3404"/>
                </a:cubicBezTo>
                <a:close/>
                <a:moveTo>
                  <a:pt x="6867" y="5672"/>
                </a:moveTo>
                <a:cubicBezTo>
                  <a:pt x="6867" y="5702"/>
                  <a:pt x="6842" y="5727"/>
                  <a:pt x="6812" y="5727"/>
                </a:cubicBezTo>
                <a:cubicBezTo>
                  <a:pt x="6781" y="5727"/>
                  <a:pt x="6756" y="5702"/>
                  <a:pt x="6756" y="5672"/>
                </a:cubicBezTo>
                <a:cubicBezTo>
                  <a:pt x="6756" y="5641"/>
                  <a:pt x="6781" y="5617"/>
                  <a:pt x="6812" y="5617"/>
                </a:cubicBezTo>
                <a:cubicBezTo>
                  <a:pt x="6842" y="5617"/>
                  <a:pt x="6867" y="5641"/>
                  <a:pt x="6867" y="5672"/>
                </a:cubicBezTo>
                <a:close/>
                <a:moveTo>
                  <a:pt x="7898" y="2222"/>
                </a:moveTo>
                <a:cubicBezTo>
                  <a:pt x="7898" y="2245"/>
                  <a:pt x="7880" y="2264"/>
                  <a:pt x="7857" y="2264"/>
                </a:cubicBezTo>
                <a:cubicBezTo>
                  <a:pt x="7835" y="2264"/>
                  <a:pt x="7816" y="2245"/>
                  <a:pt x="7816" y="2222"/>
                </a:cubicBezTo>
                <a:cubicBezTo>
                  <a:pt x="7816" y="2200"/>
                  <a:pt x="7835" y="2181"/>
                  <a:pt x="7857" y="2181"/>
                </a:cubicBezTo>
                <a:cubicBezTo>
                  <a:pt x="7880" y="2181"/>
                  <a:pt x="7898" y="2200"/>
                  <a:pt x="7898" y="2222"/>
                </a:cubicBezTo>
                <a:close/>
                <a:moveTo>
                  <a:pt x="187" y="3368"/>
                </a:moveTo>
                <a:cubicBezTo>
                  <a:pt x="187" y="3386"/>
                  <a:pt x="172" y="3401"/>
                  <a:pt x="154" y="3401"/>
                </a:cubicBezTo>
                <a:cubicBezTo>
                  <a:pt x="136" y="3401"/>
                  <a:pt x="122" y="3386"/>
                  <a:pt x="122" y="3368"/>
                </a:cubicBezTo>
                <a:cubicBezTo>
                  <a:pt x="122" y="3350"/>
                  <a:pt x="136" y="3336"/>
                  <a:pt x="154" y="3336"/>
                </a:cubicBezTo>
                <a:cubicBezTo>
                  <a:pt x="172" y="3336"/>
                  <a:pt x="187" y="3350"/>
                  <a:pt x="187" y="3368"/>
                </a:cubicBezTo>
                <a:close/>
                <a:moveTo>
                  <a:pt x="2753" y="2923"/>
                </a:moveTo>
                <a:cubicBezTo>
                  <a:pt x="2753" y="2948"/>
                  <a:pt x="2733" y="2968"/>
                  <a:pt x="2708" y="2968"/>
                </a:cubicBezTo>
                <a:cubicBezTo>
                  <a:pt x="2683" y="2968"/>
                  <a:pt x="2663" y="2948"/>
                  <a:pt x="2663" y="2923"/>
                </a:cubicBezTo>
                <a:cubicBezTo>
                  <a:pt x="2663" y="2899"/>
                  <a:pt x="2683" y="2878"/>
                  <a:pt x="2708" y="2878"/>
                </a:cubicBezTo>
                <a:cubicBezTo>
                  <a:pt x="2733" y="2878"/>
                  <a:pt x="2753" y="2899"/>
                  <a:pt x="2753" y="2923"/>
                </a:cubicBezTo>
                <a:close/>
                <a:moveTo>
                  <a:pt x="2176" y="2663"/>
                </a:moveTo>
                <a:cubicBezTo>
                  <a:pt x="2176" y="2699"/>
                  <a:pt x="2146" y="2729"/>
                  <a:pt x="2109" y="2729"/>
                </a:cubicBezTo>
                <a:cubicBezTo>
                  <a:pt x="2072" y="2729"/>
                  <a:pt x="2043" y="2699"/>
                  <a:pt x="2043" y="2663"/>
                </a:cubicBezTo>
                <a:cubicBezTo>
                  <a:pt x="2043" y="2626"/>
                  <a:pt x="2072" y="2596"/>
                  <a:pt x="2109" y="2596"/>
                </a:cubicBezTo>
                <a:cubicBezTo>
                  <a:pt x="2146" y="2596"/>
                  <a:pt x="2176" y="2626"/>
                  <a:pt x="2176" y="2663"/>
                </a:cubicBezTo>
                <a:close/>
                <a:moveTo>
                  <a:pt x="5685" y="4163"/>
                </a:moveTo>
                <a:cubicBezTo>
                  <a:pt x="5685" y="4202"/>
                  <a:pt x="5654" y="4233"/>
                  <a:pt x="5615" y="4233"/>
                </a:cubicBezTo>
                <a:cubicBezTo>
                  <a:pt x="5576" y="4233"/>
                  <a:pt x="5545" y="4202"/>
                  <a:pt x="5545" y="4163"/>
                </a:cubicBezTo>
                <a:cubicBezTo>
                  <a:pt x="5545" y="4124"/>
                  <a:pt x="5576" y="4093"/>
                  <a:pt x="5615" y="4093"/>
                </a:cubicBezTo>
                <a:cubicBezTo>
                  <a:pt x="5654" y="4093"/>
                  <a:pt x="5685" y="4124"/>
                  <a:pt x="5685" y="4163"/>
                </a:cubicBezTo>
                <a:close/>
                <a:moveTo>
                  <a:pt x="6448" y="5956"/>
                </a:moveTo>
                <a:cubicBezTo>
                  <a:pt x="6448" y="5988"/>
                  <a:pt x="6422" y="6014"/>
                  <a:pt x="6390" y="6014"/>
                </a:cubicBezTo>
                <a:cubicBezTo>
                  <a:pt x="6358" y="6014"/>
                  <a:pt x="6333" y="5988"/>
                  <a:pt x="6333" y="5956"/>
                </a:cubicBezTo>
                <a:cubicBezTo>
                  <a:pt x="6333" y="5924"/>
                  <a:pt x="6358" y="5898"/>
                  <a:pt x="6390" y="5898"/>
                </a:cubicBezTo>
                <a:cubicBezTo>
                  <a:pt x="6422" y="5898"/>
                  <a:pt x="6448" y="5924"/>
                  <a:pt x="6448" y="5956"/>
                </a:cubicBezTo>
                <a:close/>
                <a:moveTo>
                  <a:pt x="8131" y="3827"/>
                </a:moveTo>
                <a:cubicBezTo>
                  <a:pt x="8131" y="3866"/>
                  <a:pt x="8099" y="3897"/>
                  <a:pt x="8061" y="3897"/>
                </a:cubicBezTo>
                <a:cubicBezTo>
                  <a:pt x="8022" y="3897"/>
                  <a:pt x="7991" y="3866"/>
                  <a:pt x="7991" y="3827"/>
                </a:cubicBezTo>
                <a:cubicBezTo>
                  <a:pt x="7991" y="3788"/>
                  <a:pt x="8022" y="3757"/>
                  <a:pt x="8061" y="3757"/>
                </a:cubicBezTo>
                <a:cubicBezTo>
                  <a:pt x="8099" y="3757"/>
                  <a:pt x="8131" y="3788"/>
                  <a:pt x="8131" y="3827"/>
                </a:cubicBezTo>
                <a:close/>
                <a:moveTo>
                  <a:pt x="5546" y="2145"/>
                </a:moveTo>
                <a:cubicBezTo>
                  <a:pt x="5546" y="2176"/>
                  <a:pt x="5521" y="2201"/>
                  <a:pt x="5490" y="2201"/>
                </a:cubicBezTo>
                <a:cubicBezTo>
                  <a:pt x="5459" y="2201"/>
                  <a:pt x="5434" y="2176"/>
                  <a:pt x="5434" y="2145"/>
                </a:cubicBezTo>
                <a:cubicBezTo>
                  <a:pt x="5434" y="2114"/>
                  <a:pt x="5459" y="2089"/>
                  <a:pt x="5490" y="2089"/>
                </a:cubicBezTo>
                <a:cubicBezTo>
                  <a:pt x="5521" y="2089"/>
                  <a:pt x="5546" y="2114"/>
                  <a:pt x="5546" y="2145"/>
                </a:cubicBezTo>
                <a:close/>
                <a:moveTo>
                  <a:pt x="1043" y="2691"/>
                </a:moveTo>
                <a:cubicBezTo>
                  <a:pt x="1043" y="2728"/>
                  <a:pt x="1012" y="2759"/>
                  <a:pt x="975" y="2759"/>
                </a:cubicBezTo>
                <a:cubicBezTo>
                  <a:pt x="938" y="2759"/>
                  <a:pt x="907" y="2728"/>
                  <a:pt x="907" y="2691"/>
                </a:cubicBezTo>
                <a:cubicBezTo>
                  <a:pt x="907" y="2653"/>
                  <a:pt x="938" y="2623"/>
                  <a:pt x="975" y="2623"/>
                </a:cubicBezTo>
                <a:cubicBezTo>
                  <a:pt x="1012" y="2623"/>
                  <a:pt x="1043" y="2653"/>
                  <a:pt x="1043" y="2691"/>
                </a:cubicBezTo>
                <a:close/>
                <a:moveTo>
                  <a:pt x="1530" y="2591"/>
                </a:moveTo>
                <a:cubicBezTo>
                  <a:pt x="1530" y="2615"/>
                  <a:pt x="1512" y="2633"/>
                  <a:pt x="1488" y="2633"/>
                </a:cubicBezTo>
                <a:cubicBezTo>
                  <a:pt x="1465" y="2633"/>
                  <a:pt x="1446" y="2615"/>
                  <a:pt x="1446" y="2591"/>
                </a:cubicBezTo>
                <a:cubicBezTo>
                  <a:pt x="1446" y="2568"/>
                  <a:pt x="1465" y="2549"/>
                  <a:pt x="1488" y="2549"/>
                </a:cubicBezTo>
                <a:cubicBezTo>
                  <a:pt x="1512" y="2549"/>
                  <a:pt x="1530" y="2568"/>
                  <a:pt x="1530" y="2591"/>
                </a:cubicBezTo>
                <a:close/>
                <a:moveTo>
                  <a:pt x="6210" y="5354"/>
                </a:moveTo>
                <a:cubicBezTo>
                  <a:pt x="6210" y="5377"/>
                  <a:pt x="6190" y="5396"/>
                  <a:pt x="6167" y="5396"/>
                </a:cubicBezTo>
                <a:cubicBezTo>
                  <a:pt x="6143" y="5396"/>
                  <a:pt x="6124" y="5377"/>
                  <a:pt x="6124" y="5354"/>
                </a:cubicBezTo>
                <a:cubicBezTo>
                  <a:pt x="6124" y="5330"/>
                  <a:pt x="6143" y="5311"/>
                  <a:pt x="6167" y="5311"/>
                </a:cubicBezTo>
                <a:cubicBezTo>
                  <a:pt x="6190" y="5311"/>
                  <a:pt x="6210" y="5330"/>
                  <a:pt x="6210" y="5354"/>
                </a:cubicBezTo>
                <a:close/>
                <a:moveTo>
                  <a:pt x="5720" y="249"/>
                </a:moveTo>
                <a:cubicBezTo>
                  <a:pt x="5720" y="271"/>
                  <a:pt x="5703" y="289"/>
                  <a:pt x="5681" y="289"/>
                </a:cubicBezTo>
                <a:cubicBezTo>
                  <a:pt x="5659" y="289"/>
                  <a:pt x="5641" y="271"/>
                  <a:pt x="5641" y="249"/>
                </a:cubicBezTo>
                <a:cubicBezTo>
                  <a:pt x="5641" y="227"/>
                  <a:pt x="5659" y="210"/>
                  <a:pt x="5681" y="210"/>
                </a:cubicBezTo>
                <a:cubicBezTo>
                  <a:pt x="5703" y="210"/>
                  <a:pt x="5720" y="227"/>
                  <a:pt x="5720" y="249"/>
                </a:cubicBezTo>
                <a:close/>
                <a:moveTo>
                  <a:pt x="4269" y="4024"/>
                </a:moveTo>
                <a:cubicBezTo>
                  <a:pt x="4269" y="4060"/>
                  <a:pt x="4240" y="4089"/>
                  <a:pt x="4204" y="4089"/>
                </a:cubicBezTo>
                <a:cubicBezTo>
                  <a:pt x="4168" y="4089"/>
                  <a:pt x="4139" y="4060"/>
                  <a:pt x="4139" y="4024"/>
                </a:cubicBezTo>
                <a:cubicBezTo>
                  <a:pt x="4139" y="3988"/>
                  <a:pt x="4168" y="3958"/>
                  <a:pt x="4204" y="3958"/>
                </a:cubicBezTo>
                <a:cubicBezTo>
                  <a:pt x="4240" y="3958"/>
                  <a:pt x="4269" y="3988"/>
                  <a:pt x="4269" y="4024"/>
                </a:cubicBezTo>
                <a:close/>
                <a:moveTo>
                  <a:pt x="8876" y="3213"/>
                </a:moveTo>
                <a:cubicBezTo>
                  <a:pt x="8876" y="3235"/>
                  <a:pt x="8858" y="3253"/>
                  <a:pt x="8836" y="3253"/>
                </a:cubicBezTo>
                <a:cubicBezTo>
                  <a:pt x="8814" y="3253"/>
                  <a:pt x="8796" y="3235"/>
                  <a:pt x="8796" y="3213"/>
                </a:cubicBezTo>
                <a:cubicBezTo>
                  <a:pt x="8796" y="3190"/>
                  <a:pt x="8814" y="3172"/>
                  <a:pt x="8836" y="3172"/>
                </a:cubicBezTo>
                <a:cubicBezTo>
                  <a:pt x="8858" y="3172"/>
                  <a:pt x="8876" y="3190"/>
                  <a:pt x="8876" y="3213"/>
                </a:cubicBezTo>
                <a:close/>
                <a:moveTo>
                  <a:pt x="8252" y="5304"/>
                </a:moveTo>
                <a:cubicBezTo>
                  <a:pt x="8252" y="5338"/>
                  <a:pt x="8225" y="5366"/>
                  <a:pt x="8191" y="5366"/>
                </a:cubicBezTo>
                <a:cubicBezTo>
                  <a:pt x="8156" y="5366"/>
                  <a:pt x="8129" y="5338"/>
                  <a:pt x="8129" y="5304"/>
                </a:cubicBezTo>
                <a:cubicBezTo>
                  <a:pt x="8129" y="5270"/>
                  <a:pt x="8156" y="5242"/>
                  <a:pt x="8191" y="5242"/>
                </a:cubicBezTo>
                <a:cubicBezTo>
                  <a:pt x="8225" y="5242"/>
                  <a:pt x="8252" y="5270"/>
                  <a:pt x="8252" y="5304"/>
                </a:cubicBezTo>
                <a:close/>
                <a:moveTo>
                  <a:pt x="6704" y="3968"/>
                </a:moveTo>
                <a:cubicBezTo>
                  <a:pt x="6704" y="3993"/>
                  <a:pt x="6684" y="4014"/>
                  <a:pt x="6658" y="4014"/>
                </a:cubicBezTo>
                <a:cubicBezTo>
                  <a:pt x="6633" y="4014"/>
                  <a:pt x="6613" y="3993"/>
                  <a:pt x="6613" y="3968"/>
                </a:cubicBezTo>
                <a:cubicBezTo>
                  <a:pt x="6613" y="3943"/>
                  <a:pt x="6633" y="3922"/>
                  <a:pt x="6658" y="3922"/>
                </a:cubicBezTo>
                <a:cubicBezTo>
                  <a:pt x="6684" y="3922"/>
                  <a:pt x="6704" y="3943"/>
                  <a:pt x="6704" y="3968"/>
                </a:cubicBezTo>
                <a:close/>
                <a:moveTo>
                  <a:pt x="5764" y="2337"/>
                </a:moveTo>
                <a:cubicBezTo>
                  <a:pt x="5764" y="2369"/>
                  <a:pt x="5738" y="2395"/>
                  <a:pt x="5706" y="2395"/>
                </a:cubicBezTo>
                <a:cubicBezTo>
                  <a:pt x="5674" y="2395"/>
                  <a:pt x="5648" y="2369"/>
                  <a:pt x="5648" y="2337"/>
                </a:cubicBezTo>
                <a:cubicBezTo>
                  <a:pt x="5648" y="2305"/>
                  <a:pt x="5674" y="2279"/>
                  <a:pt x="5706" y="2279"/>
                </a:cubicBezTo>
                <a:cubicBezTo>
                  <a:pt x="5738" y="2279"/>
                  <a:pt x="5764" y="2305"/>
                  <a:pt x="5764" y="2337"/>
                </a:cubicBezTo>
                <a:close/>
                <a:moveTo>
                  <a:pt x="8806" y="1934"/>
                </a:moveTo>
                <a:cubicBezTo>
                  <a:pt x="8806" y="1966"/>
                  <a:pt x="8779" y="1993"/>
                  <a:pt x="8746" y="1993"/>
                </a:cubicBezTo>
                <a:cubicBezTo>
                  <a:pt x="8714" y="1993"/>
                  <a:pt x="8687" y="1966"/>
                  <a:pt x="8687" y="1934"/>
                </a:cubicBezTo>
                <a:cubicBezTo>
                  <a:pt x="8687" y="1901"/>
                  <a:pt x="8714" y="1874"/>
                  <a:pt x="8746" y="1874"/>
                </a:cubicBezTo>
                <a:cubicBezTo>
                  <a:pt x="8779" y="1874"/>
                  <a:pt x="8806" y="1901"/>
                  <a:pt x="8806" y="1934"/>
                </a:cubicBezTo>
                <a:close/>
                <a:moveTo>
                  <a:pt x="1096" y="605"/>
                </a:moveTo>
                <a:cubicBezTo>
                  <a:pt x="1096" y="626"/>
                  <a:pt x="1079" y="643"/>
                  <a:pt x="1058" y="643"/>
                </a:cubicBezTo>
                <a:cubicBezTo>
                  <a:pt x="1037" y="643"/>
                  <a:pt x="1021" y="626"/>
                  <a:pt x="1021" y="605"/>
                </a:cubicBezTo>
                <a:cubicBezTo>
                  <a:pt x="1021" y="584"/>
                  <a:pt x="1037" y="568"/>
                  <a:pt x="1058" y="568"/>
                </a:cubicBezTo>
                <a:cubicBezTo>
                  <a:pt x="1079" y="568"/>
                  <a:pt x="1096" y="584"/>
                  <a:pt x="1096" y="605"/>
                </a:cubicBezTo>
                <a:close/>
                <a:moveTo>
                  <a:pt x="2967" y="2748"/>
                </a:moveTo>
                <a:cubicBezTo>
                  <a:pt x="2967" y="2773"/>
                  <a:pt x="2947" y="2793"/>
                  <a:pt x="2922" y="2793"/>
                </a:cubicBezTo>
                <a:cubicBezTo>
                  <a:pt x="2897" y="2793"/>
                  <a:pt x="2876" y="2773"/>
                  <a:pt x="2876" y="2748"/>
                </a:cubicBezTo>
                <a:cubicBezTo>
                  <a:pt x="2876" y="2723"/>
                  <a:pt x="2897" y="2702"/>
                  <a:pt x="2922" y="2702"/>
                </a:cubicBezTo>
                <a:cubicBezTo>
                  <a:pt x="2947" y="2702"/>
                  <a:pt x="2967" y="2723"/>
                  <a:pt x="2967" y="2748"/>
                </a:cubicBezTo>
                <a:close/>
                <a:moveTo>
                  <a:pt x="9082" y="392"/>
                </a:moveTo>
                <a:cubicBezTo>
                  <a:pt x="9082" y="428"/>
                  <a:pt x="9053" y="457"/>
                  <a:pt x="9017" y="457"/>
                </a:cubicBezTo>
                <a:cubicBezTo>
                  <a:pt x="8981" y="457"/>
                  <a:pt x="8952" y="428"/>
                  <a:pt x="8952" y="392"/>
                </a:cubicBezTo>
                <a:cubicBezTo>
                  <a:pt x="8952" y="357"/>
                  <a:pt x="8981" y="328"/>
                  <a:pt x="9017" y="328"/>
                </a:cubicBezTo>
                <a:cubicBezTo>
                  <a:pt x="9053" y="328"/>
                  <a:pt x="9082" y="357"/>
                  <a:pt x="9082" y="392"/>
                </a:cubicBezTo>
                <a:close/>
                <a:moveTo>
                  <a:pt x="2477" y="1926"/>
                </a:moveTo>
                <a:cubicBezTo>
                  <a:pt x="2477" y="1952"/>
                  <a:pt x="2456" y="1974"/>
                  <a:pt x="2429" y="1974"/>
                </a:cubicBezTo>
                <a:cubicBezTo>
                  <a:pt x="2402" y="1974"/>
                  <a:pt x="2380" y="1952"/>
                  <a:pt x="2380" y="1926"/>
                </a:cubicBezTo>
                <a:cubicBezTo>
                  <a:pt x="2380" y="1899"/>
                  <a:pt x="2402" y="1877"/>
                  <a:pt x="2429" y="1877"/>
                </a:cubicBezTo>
                <a:cubicBezTo>
                  <a:pt x="2456" y="1877"/>
                  <a:pt x="2477" y="1899"/>
                  <a:pt x="2477" y="1926"/>
                </a:cubicBezTo>
                <a:close/>
                <a:moveTo>
                  <a:pt x="4488" y="3594"/>
                </a:moveTo>
                <a:cubicBezTo>
                  <a:pt x="4488" y="3611"/>
                  <a:pt x="4473" y="3626"/>
                  <a:pt x="4456" y="3626"/>
                </a:cubicBezTo>
                <a:cubicBezTo>
                  <a:pt x="4439" y="3626"/>
                  <a:pt x="4425" y="3611"/>
                  <a:pt x="4425" y="3594"/>
                </a:cubicBezTo>
                <a:cubicBezTo>
                  <a:pt x="4425" y="3577"/>
                  <a:pt x="4439" y="3563"/>
                  <a:pt x="4456" y="3563"/>
                </a:cubicBezTo>
                <a:cubicBezTo>
                  <a:pt x="4473" y="3563"/>
                  <a:pt x="4488" y="3577"/>
                  <a:pt x="4488" y="3594"/>
                </a:cubicBezTo>
                <a:close/>
                <a:moveTo>
                  <a:pt x="5973" y="318"/>
                </a:moveTo>
                <a:cubicBezTo>
                  <a:pt x="5973" y="338"/>
                  <a:pt x="5957" y="355"/>
                  <a:pt x="5937" y="355"/>
                </a:cubicBezTo>
                <a:cubicBezTo>
                  <a:pt x="5917" y="355"/>
                  <a:pt x="5900" y="338"/>
                  <a:pt x="5900" y="318"/>
                </a:cubicBezTo>
                <a:cubicBezTo>
                  <a:pt x="5900" y="298"/>
                  <a:pt x="5917" y="282"/>
                  <a:pt x="5937" y="282"/>
                </a:cubicBezTo>
                <a:cubicBezTo>
                  <a:pt x="5957" y="282"/>
                  <a:pt x="5973" y="298"/>
                  <a:pt x="5973" y="318"/>
                </a:cubicBezTo>
                <a:close/>
                <a:moveTo>
                  <a:pt x="2898" y="3232"/>
                </a:moveTo>
                <a:cubicBezTo>
                  <a:pt x="2898" y="3265"/>
                  <a:pt x="2872" y="3292"/>
                  <a:pt x="2839" y="3292"/>
                </a:cubicBezTo>
                <a:cubicBezTo>
                  <a:pt x="2806" y="3292"/>
                  <a:pt x="2780" y="3265"/>
                  <a:pt x="2780" y="3232"/>
                </a:cubicBezTo>
                <a:cubicBezTo>
                  <a:pt x="2780" y="3200"/>
                  <a:pt x="2806" y="3173"/>
                  <a:pt x="2839" y="3173"/>
                </a:cubicBezTo>
                <a:cubicBezTo>
                  <a:pt x="2872" y="3173"/>
                  <a:pt x="2898" y="3200"/>
                  <a:pt x="2898" y="3232"/>
                </a:cubicBezTo>
                <a:close/>
                <a:moveTo>
                  <a:pt x="428" y="245"/>
                </a:moveTo>
                <a:cubicBezTo>
                  <a:pt x="428" y="270"/>
                  <a:pt x="408" y="291"/>
                  <a:pt x="382" y="291"/>
                </a:cubicBezTo>
                <a:cubicBezTo>
                  <a:pt x="356" y="291"/>
                  <a:pt x="335" y="270"/>
                  <a:pt x="335" y="245"/>
                </a:cubicBezTo>
                <a:cubicBezTo>
                  <a:pt x="335" y="219"/>
                  <a:pt x="356" y="198"/>
                  <a:pt x="382" y="198"/>
                </a:cubicBezTo>
                <a:cubicBezTo>
                  <a:pt x="408" y="198"/>
                  <a:pt x="428" y="219"/>
                  <a:pt x="428" y="245"/>
                </a:cubicBezTo>
                <a:close/>
                <a:moveTo>
                  <a:pt x="2384" y="4497"/>
                </a:moveTo>
                <a:cubicBezTo>
                  <a:pt x="2384" y="4532"/>
                  <a:pt x="2356" y="4560"/>
                  <a:pt x="2321" y="4560"/>
                </a:cubicBezTo>
                <a:cubicBezTo>
                  <a:pt x="2287" y="4560"/>
                  <a:pt x="2259" y="4532"/>
                  <a:pt x="2259" y="4497"/>
                </a:cubicBezTo>
                <a:cubicBezTo>
                  <a:pt x="2259" y="4463"/>
                  <a:pt x="2287" y="4435"/>
                  <a:pt x="2321" y="4435"/>
                </a:cubicBezTo>
                <a:cubicBezTo>
                  <a:pt x="2356" y="4435"/>
                  <a:pt x="2384" y="4463"/>
                  <a:pt x="2384" y="4497"/>
                </a:cubicBezTo>
                <a:close/>
                <a:moveTo>
                  <a:pt x="9076" y="6175"/>
                </a:moveTo>
                <a:cubicBezTo>
                  <a:pt x="9076" y="6213"/>
                  <a:pt x="9046" y="6243"/>
                  <a:pt x="9008" y="6243"/>
                </a:cubicBezTo>
                <a:cubicBezTo>
                  <a:pt x="8970" y="6243"/>
                  <a:pt x="8939" y="6213"/>
                  <a:pt x="8939" y="6175"/>
                </a:cubicBezTo>
                <a:cubicBezTo>
                  <a:pt x="8939" y="6137"/>
                  <a:pt x="8970" y="6106"/>
                  <a:pt x="9008" y="6106"/>
                </a:cubicBezTo>
                <a:cubicBezTo>
                  <a:pt x="9046" y="6106"/>
                  <a:pt x="9076" y="6137"/>
                  <a:pt x="9076" y="6175"/>
                </a:cubicBezTo>
                <a:close/>
                <a:moveTo>
                  <a:pt x="2458" y="3571"/>
                </a:moveTo>
                <a:cubicBezTo>
                  <a:pt x="2458" y="3591"/>
                  <a:pt x="2442" y="3607"/>
                  <a:pt x="2423" y="3607"/>
                </a:cubicBezTo>
                <a:cubicBezTo>
                  <a:pt x="2403" y="3607"/>
                  <a:pt x="2387" y="3591"/>
                  <a:pt x="2387" y="3571"/>
                </a:cubicBezTo>
                <a:cubicBezTo>
                  <a:pt x="2387" y="3552"/>
                  <a:pt x="2403" y="3536"/>
                  <a:pt x="2423" y="3536"/>
                </a:cubicBezTo>
                <a:cubicBezTo>
                  <a:pt x="2442" y="3536"/>
                  <a:pt x="2458" y="3552"/>
                  <a:pt x="2458" y="3571"/>
                </a:cubicBezTo>
                <a:close/>
                <a:moveTo>
                  <a:pt x="5495" y="4398"/>
                </a:moveTo>
                <a:cubicBezTo>
                  <a:pt x="5495" y="4429"/>
                  <a:pt x="5471" y="4454"/>
                  <a:pt x="5440" y="4454"/>
                </a:cubicBezTo>
                <a:cubicBezTo>
                  <a:pt x="5410" y="4454"/>
                  <a:pt x="5385" y="4429"/>
                  <a:pt x="5385" y="4398"/>
                </a:cubicBezTo>
                <a:cubicBezTo>
                  <a:pt x="5385" y="4368"/>
                  <a:pt x="5410" y="4343"/>
                  <a:pt x="5440" y="4343"/>
                </a:cubicBezTo>
                <a:cubicBezTo>
                  <a:pt x="5471" y="4343"/>
                  <a:pt x="5495" y="4368"/>
                  <a:pt x="5495" y="4398"/>
                </a:cubicBezTo>
                <a:close/>
                <a:moveTo>
                  <a:pt x="9818" y="2386"/>
                </a:moveTo>
                <a:cubicBezTo>
                  <a:pt x="9818" y="2412"/>
                  <a:pt x="9797" y="2433"/>
                  <a:pt x="9771" y="2433"/>
                </a:cubicBezTo>
                <a:cubicBezTo>
                  <a:pt x="9745" y="2433"/>
                  <a:pt x="9724" y="2412"/>
                  <a:pt x="9724" y="2386"/>
                </a:cubicBezTo>
                <a:cubicBezTo>
                  <a:pt x="9724" y="2360"/>
                  <a:pt x="9745" y="2339"/>
                  <a:pt x="9771" y="2339"/>
                </a:cubicBezTo>
                <a:cubicBezTo>
                  <a:pt x="9797" y="2339"/>
                  <a:pt x="9818" y="2360"/>
                  <a:pt x="9818" y="2386"/>
                </a:cubicBezTo>
                <a:close/>
                <a:moveTo>
                  <a:pt x="9011" y="5009"/>
                </a:moveTo>
                <a:cubicBezTo>
                  <a:pt x="9011" y="5029"/>
                  <a:pt x="8994" y="5046"/>
                  <a:pt x="8973" y="5046"/>
                </a:cubicBezTo>
                <a:cubicBezTo>
                  <a:pt x="8953" y="5046"/>
                  <a:pt x="8936" y="5029"/>
                  <a:pt x="8936" y="5009"/>
                </a:cubicBezTo>
                <a:cubicBezTo>
                  <a:pt x="8936" y="4988"/>
                  <a:pt x="8953" y="4971"/>
                  <a:pt x="8973" y="4971"/>
                </a:cubicBezTo>
                <a:cubicBezTo>
                  <a:pt x="8994" y="4971"/>
                  <a:pt x="9011" y="4988"/>
                  <a:pt x="9011" y="5009"/>
                </a:cubicBezTo>
                <a:close/>
                <a:moveTo>
                  <a:pt x="3994" y="4859"/>
                </a:moveTo>
                <a:cubicBezTo>
                  <a:pt x="3994" y="4877"/>
                  <a:pt x="3980" y="4892"/>
                  <a:pt x="3962" y="4892"/>
                </a:cubicBezTo>
                <a:cubicBezTo>
                  <a:pt x="3944" y="4892"/>
                  <a:pt x="3929" y="4877"/>
                  <a:pt x="3929" y="4859"/>
                </a:cubicBezTo>
                <a:cubicBezTo>
                  <a:pt x="3929" y="4842"/>
                  <a:pt x="3944" y="4827"/>
                  <a:pt x="3962" y="4827"/>
                </a:cubicBezTo>
                <a:cubicBezTo>
                  <a:pt x="3980" y="4827"/>
                  <a:pt x="3994" y="4842"/>
                  <a:pt x="3994" y="4859"/>
                </a:cubicBezTo>
                <a:close/>
                <a:moveTo>
                  <a:pt x="8182" y="5604"/>
                </a:moveTo>
                <a:cubicBezTo>
                  <a:pt x="8182" y="5635"/>
                  <a:pt x="8157" y="5660"/>
                  <a:pt x="8126" y="5660"/>
                </a:cubicBezTo>
                <a:cubicBezTo>
                  <a:pt x="8095" y="5660"/>
                  <a:pt x="8070" y="5635"/>
                  <a:pt x="8070" y="5604"/>
                </a:cubicBezTo>
                <a:cubicBezTo>
                  <a:pt x="8070" y="5573"/>
                  <a:pt x="8095" y="5548"/>
                  <a:pt x="8126" y="5548"/>
                </a:cubicBezTo>
                <a:cubicBezTo>
                  <a:pt x="8157" y="5548"/>
                  <a:pt x="8182" y="5573"/>
                  <a:pt x="8182" y="5604"/>
                </a:cubicBezTo>
                <a:close/>
                <a:moveTo>
                  <a:pt x="1262" y="3480"/>
                </a:moveTo>
                <a:cubicBezTo>
                  <a:pt x="1262" y="3500"/>
                  <a:pt x="1246" y="3516"/>
                  <a:pt x="1226" y="3516"/>
                </a:cubicBezTo>
                <a:cubicBezTo>
                  <a:pt x="1206" y="3516"/>
                  <a:pt x="1190" y="3500"/>
                  <a:pt x="1190" y="3480"/>
                </a:cubicBezTo>
                <a:cubicBezTo>
                  <a:pt x="1190" y="3460"/>
                  <a:pt x="1206" y="3444"/>
                  <a:pt x="1226" y="3444"/>
                </a:cubicBezTo>
                <a:cubicBezTo>
                  <a:pt x="1246" y="3444"/>
                  <a:pt x="1262" y="3460"/>
                  <a:pt x="1262" y="3480"/>
                </a:cubicBezTo>
                <a:close/>
                <a:moveTo>
                  <a:pt x="8881" y="1607"/>
                </a:moveTo>
                <a:cubicBezTo>
                  <a:pt x="8881" y="1625"/>
                  <a:pt x="8867" y="1639"/>
                  <a:pt x="8849" y="1639"/>
                </a:cubicBezTo>
                <a:cubicBezTo>
                  <a:pt x="8831" y="1639"/>
                  <a:pt x="8817" y="1625"/>
                  <a:pt x="8817" y="1607"/>
                </a:cubicBezTo>
                <a:cubicBezTo>
                  <a:pt x="8817" y="1589"/>
                  <a:pt x="8831" y="1575"/>
                  <a:pt x="8849" y="1575"/>
                </a:cubicBezTo>
                <a:cubicBezTo>
                  <a:pt x="8867" y="1575"/>
                  <a:pt x="8881" y="1589"/>
                  <a:pt x="8881" y="1607"/>
                </a:cubicBezTo>
                <a:close/>
                <a:moveTo>
                  <a:pt x="4579" y="1529"/>
                </a:moveTo>
                <a:cubicBezTo>
                  <a:pt x="4579" y="1565"/>
                  <a:pt x="4550" y="1594"/>
                  <a:pt x="4515" y="1594"/>
                </a:cubicBezTo>
                <a:cubicBezTo>
                  <a:pt x="4479" y="1594"/>
                  <a:pt x="4450" y="1565"/>
                  <a:pt x="4450" y="1529"/>
                </a:cubicBezTo>
                <a:cubicBezTo>
                  <a:pt x="4450" y="1493"/>
                  <a:pt x="4479" y="1465"/>
                  <a:pt x="4515" y="1465"/>
                </a:cubicBezTo>
                <a:cubicBezTo>
                  <a:pt x="4550" y="1465"/>
                  <a:pt x="4579" y="1493"/>
                  <a:pt x="4579" y="1529"/>
                </a:cubicBezTo>
                <a:close/>
                <a:moveTo>
                  <a:pt x="1863" y="798"/>
                </a:moveTo>
                <a:cubicBezTo>
                  <a:pt x="1863" y="823"/>
                  <a:pt x="1843" y="843"/>
                  <a:pt x="1818" y="843"/>
                </a:cubicBezTo>
                <a:cubicBezTo>
                  <a:pt x="1794" y="843"/>
                  <a:pt x="1773" y="823"/>
                  <a:pt x="1773" y="798"/>
                </a:cubicBezTo>
                <a:cubicBezTo>
                  <a:pt x="1773" y="774"/>
                  <a:pt x="1794" y="753"/>
                  <a:pt x="1818" y="753"/>
                </a:cubicBezTo>
                <a:cubicBezTo>
                  <a:pt x="1843" y="753"/>
                  <a:pt x="1863" y="774"/>
                  <a:pt x="1863" y="798"/>
                </a:cubicBezTo>
                <a:close/>
                <a:moveTo>
                  <a:pt x="4478" y="3406"/>
                </a:moveTo>
                <a:cubicBezTo>
                  <a:pt x="4478" y="3444"/>
                  <a:pt x="4447" y="3474"/>
                  <a:pt x="4409" y="3474"/>
                </a:cubicBezTo>
                <a:cubicBezTo>
                  <a:pt x="4372" y="3474"/>
                  <a:pt x="4341" y="3444"/>
                  <a:pt x="4341" y="3406"/>
                </a:cubicBezTo>
                <a:cubicBezTo>
                  <a:pt x="4341" y="3368"/>
                  <a:pt x="4372" y="3337"/>
                  <a:pt x="4409" y="3337"/>
                </a:cubicBezTo>
                <a:cubicBezTo>
                  <a:pt x="4447" y="3337"/>
                  <a:pt x="4478" y="3368"/>
                  <a:pt x="4478" y="3406"/>
                </a:cubicBezTo>
                <a:close/>
                <a:moveTo>
                  <a:pt x="4027" y="5482"/>
                </a:moveTo>
                <a:cubicBezTo>
                  <a:pt x="4027" y="5502"/>
                  <a:pt x="4011" y="5517"/>
                  <a:pt x="3992" y="5517"/>
                </a:cubicBezTo>
                <a:cubicBezTo>
                  <a:pt x="3972" y="5517"/>
                  <a:pt x="3957" y="5502"/>
                  <a:pt x="3957" y="5482"/>
                </a:cubicBezTo>
                <a:cubicBezTo>
                  <a:pt x="3957" y="5463"/>
                  <a:pt x="3972" y="5447"/>
                  <a:pt x="3992" y="5447"/>
                </a:cubicBezTo>
                <a:cubicBezTo>
                  <a:pt x="4011" y="5447"/>
                  <a:pt x="4027" y="5463"/>
                  <a:pt x="4027" y="5482"/>
                </a:cubicBezTo>
                <a:close/>
                <a:moveTo>
                  <a:pt x="4881" y="5577"/>
                </a:moveTo>
                <a:cubicBezTo>
                  <a:pt x="4881" y="5612"/>
                  <a:pt x="4853" y="5640"/>
                  <a:pt x="4818" y="5640"/>
                </a:cubicBezTo>
                <a:cubicBezTo>
                  <a:pt x="4783" y="5640"/>
                  <a:pt x="4754" y="5612"/>
                  <a:pt x="4754" y="5577"/>
                </a:cubicBezTo>
                <a:cubicBezTo>
                  <a:pt x="4754" y="5542"/>
                  <a:pt x="4783" y="5513"/>
                  <a:pt x="4818" y="5513"/>
                </a:cubicBezTo>
                <a:cubicBezTo>
                  <a:pt x="4853" y="5513"/>
                  <a:pt x="4881" y="5542"/>
                  <a:pt x="4881" y="5577"/>
                </a:cubicBezTo>
                <a:close/>
                <a:moveTo>
                  <a:pt x="6474" y="602"/>
                </a:moveTo>
                <a:cubicBezTo>
                  <a:pt x="6474" y="641"/>
                  <a:pt x="6443" y="672"/>
                  <a:pt x="6404" y="672"/>
                </a:cubicBezTo>
                <a:cubicBezTo>
                  <a:pt x="6365" y="672"/>
                  <a:pt x="6334" y="641"/>
                  <a:pt x="6334" y="602"/>
                </a:cubicBezTo>
                <a:cubicBezTo>
                  <a:pt x="6334" y="564"/>
                  <a:pt x="6365" y="532"/>
                  <a:pt x="6404" y="532"/>
                </a:cubicBezTo>
                <a:cubicBezTo>
                  <a:pt x="6443" y="532"/>
                  <a:pt x="6474" y="564"/>
                  <a:pt x="6474" y="602"/>
                </a:cubicBezTo>
                <a:close/>
                <a:moveTo>
                  <a:pt x="3647" y="4177"/>
                </a:moveTo>
                <a:cubicBezTo>
                  <a:pt x="3647" y="4196"/>
                  <a:pt x="3632" y="4211"/>
                  <a:pt x="3613" y="4211"/>
                </a:cubicBezTo>
                <a:cubicBezTo>
                  <a:pt x="3594" y="4211"/>
                  <a:pt x="3579" y="4196"/>
                  <a:pt x="3579" y="4177"/>
                </a:cubicBezTo>
                <a:cubicBezTo>
                  <a:pt x="3579" y="4158"/>
                  <a:pt x="3594" y="4143"/>
                  <a:pt x="3613" y="4143"/>
                </a:cubicBezTo>
                <a:cubicBezTo>
                  <a:pt x="3632" y="4143"/>
                  <a:pt x="3647" y="4158"/>
                  <a:pt x="3647" y="4177"/>
                </a:cubicBezTo>
                <a:close/>
                <a:moveTo>
                  <a:pt x="1087" y="2626"/>
                </a:moveTo>
                <a:cubicBezTo>
                  <a:pt x="1087" y="2660"/>
                  <a:pt x="1060" y="2688"/>
                  <a:pt x="1026" y="2688"/>
                </a:cubicBezTo>
                <a:cubicBezTo>
                  <a:pt x="992" y="2688"/>
                  <a:pt x="964" y="2660"/>
                  <a:pt x="964" y="2626"/>
                </a:cubicBezTo>
                <a:cubicBezTo>
                  <a:pt x="964" y="2592"/>
                  <a:pt x="992" y="2564"/>
                  <a:pt x="1026" y="2564"/>
                </a:cubicBezTo>
                <a:cubicBezTo>
                  <a:pt x="1060" y="2564"/>
                  <a:pt x="1087" y="2592"/>
                  <a:pt x="1087" y="2626"/>
                </a:cubicBezTo>
                <a:close/>
                <a:moveTo>
                  <a:pt x="7569" y="2453"/>
                </a:moveTo>
                <a:cubicBezTo>
                  <a:pt x="7569" y="2475"/>
                  <a:pt x="7551" y="2493"/>
                  <a:pt x="7529" y="2493"/>
                </a:cubicBezTo>
                <a:cubicBezTo>
                  <a:pt x="7507" y="2493"/>
                  <a:pt x="7489" y="2475"/>
                  <a:pt x="7489" y="2453"/>
                </a:cubicBezTo>
                <a:cubicBezTo>
                  <a:pt x="7489" y="2431"/>
                  <a:pt x="7507" y="2413"/>
                  <a:pt x="7529" y="2413"/>
                </a:cubicBezTo>
                <a:cubicBezTo>
                  <a:pt x="7551" y="2413"/>
                  <a:pt x="7569" y="2431"/>
                  <a:pt x="7569" y="2453"/>
                </a:cubicBezTo>
                <a:close/>
                <a:moveTo>
                  <a:pt x="5789" y="2811"/>
                </a:moveTo>
                <a:cubicBezTo>
                  <a:pt x="5789" y="2833"/>
                  <a:pt x="5771" y="2851"/>
                  <a:pt x="5749" y="2851"/>
                </a:cubicBezTo>
                <a:cubicBezTo>
                  <a:pt x="5727" y="2851"/>
                  <a:pt x="5709" y="2833"/>
                  <a:pt x="5709" y="2811"/>
                </a:cubicBezTo>
                <a:cubicBezTo>
                  <a:pt x="5709" y="2789"/>
                  <a:pt x="5727" y="2771"/>
                  <a:pt x="5749" y="2771"/>
                </a:cubicBezTo>
                <a:cubicBezTo>
                  <a:pt x="5771" y="2771"/>
                  <a:pt x="5789" y="2789"/>
                  <a:pt x="5789" y="2811"/>
                </a:cubicBezTo>
                <a:close/>
                <a:moveTo>
                  <a:pt x="1340" y="400"/>
                </a:moveTo>
                <a:cubicBezTo>
                  <a:pt x="1340" y="418"/>
                  <a:pt x="1325" y="433"/>
                  <a:pt x="1307" y="433"/>
                </a:cubicBezTo>
                <a:cubicBezTo>
                  <a:pt x="1288" y="433"/>
                  <a:pt x="1273" y="418"/>
                  <a:pt x="1273" y="400"/>
                </a:cubicBezTo>
                <a:cubicBezTo>
                  <a:pt x="1273" y="381"/>
                  <a:pt x="1288" y="366"/>
                  <a:pt x="1307" y="366"/>
                </a:cubicBezTo>
                <a:cubicBezTo>
                  <a:pt x="1325" y="366"/>
                  <a:pt x="1340" y="381"/>
                  <a:pt x="1340" y="400"/>
                </a:cubicBezTo>
                <a:close/>
                <a:moveTo>
                  <a:pt x="7806" y="5980"/>
                </a:moveTo>
                <a:cubicBezTo>
                  <a:pt x="7806" y="6014"/>
                  <a:pt x="7779" y="6042"/>
                  <a:pt x="7744" y="6042"/>
                </a:cubicBezTo>
                <a:cubicBezTo>
                  <a:pt x="7710" y="6042"/>
                  <a:pt x="7682" y="6014"/>
                  <a:pt x="7682" y="5980"/>
                </a:cubicBezTo>
                <a:cubicBezTo>
                  <a:pt x="7682" y="5945"/>
                  <a:pt x="7710" y="5918"/>
                  <a:pt x="7744" y="5918"/>
                </a:cubicBezTo>
                <a:cubicBezTo>
                  <a:pt x="7779" y="5918"/>
                  <a:pt x="7806" y="5945"/>
                  <a:pt x="7806" y="5980"/>
                </a:cubicBezTo>
                <a:close/>
                <a:moveTo>
                  <a:pt x="6728" y="2827"/>
                </a:moveTo>
                <a:cubicBezTo>
                  <a:pt x="6728" y="2850"/>
                  <a:pt x="6710" y="2868"/>
                  <a:pt x="6687" y="2868"/>
                </a:cubicBezTo>
                <a:cubicBezTo>
                  <a:pt x="6665" y="2868"/>
                  <a:pt x="6646" y="2850"/>
                  <a:pt x="6646" y="2827"/>
                </a:cubicBezTo>
                <a:cubicBezTo>
                  <a:pt x="6646" y="2804"/>
                  <a:pt x="6665" y="2786"/>
                  <a:pt x="6687" y="2786"/>
                </a:cubicBezTo>
                <a:cubicBezTo>
                  <a:pt x="6710" y="2786"/>
                  <a:pt x="6728" y="2804"/>
                  <a:pt x="6728" y="2827"/>
                </a:cubicBezTo>
                <a:close/>
                <a:moveTo>
                  <a:pt x="4851" y="2549"/>
                </a:moveTo>
                <a:cubicBezTo>
                  <a:pt x="4851" y="2584"/>
                  <a:pt x="4822" y="2612"/>
                  <a:pt x="4787" y="2612"/>
                </a:cubicBezTo>
                <a:cubicBezTo>
                  <a:pt x="4752" y="2612"/>
                  <a:pt x="4724" y="2584"/>
                  <a:pt x="4724" y="2549"/>
                </a:cubicBezTo>
                <a:cubicBezTo>
                  <a:pt x="4724" y="2514"/>
                  <a:pt x="4752" y="2486"/>
                  <a:pt x="4787" y="2486"/>
                </a:cubicBezTo>
                <a:cubicBezTo>
                  <a:pt x="4822" y="2486"/>
                  <a:pt x="4851" y="2514"/>
                  <a:pt x="4851" y="2549"/>
                </a:cubicBezTo>
                <a:close/>
                <a:moveTo>
                  <a:pt x="9609" y="2555"/>
                </a:moveTo>
                <a:cubicBezTo>
                  <a:pt x="9609" y="2577"/>
                  <a:pt x="9591" y="2596"/>
                  <a:pt x="9568" y="2596"/>
                </a:cubicBezTo>
                <a:cubicBezTo>
                  <a:pt x="9546" y="2596"/>
                  <a:pt x="9527" y="2577"/>
                  <a:pt x="9527" y="2555"/>
                </a:cubicBezTo>
                <a:cubicBezTo>
                  <a:pt x="9527" y="2532"/>
                  <a:pt x="9546" y="2514"/>
                  <a:pt x="9568" y="2514"/>
                </a:cubicBezTo>
                <a:cubicBezTo>
                  <a:pt x="9591" y="2514"/>
                  <a:pt x="9609" y="2532"/>
                  <a:pt x="9609" y="2555"/>
                </a:cubicBezTo>
                <a:close/>
                <a:moveTo>
                  <a:pt x="7344" y="5774"/>
                </a:moveTo>
                <a:cubicBezTo>
                  <a:pt x="7344" y="5812"/>
                  <a:pt x="7313" y="5843"/>
                  <a:pt x="7275" y="5843"/>
                </a:cubicBezTo>
                <a:cubicBezTo>
                  <a:pt x="7237" y="5843"/>
                  <a:pt x="7206" y="5812"/>
                  <a:pt x="7206" y="5774"/>
                </a:cubicBezTo>
                <a:cubicBezTo>
                  <a:pt x="7206" y="5736"/>
                  <a:pt x="7237" y="5706"/>
                  <a:pt x="7275" y="5706"/>
                </a:cubicBezTo>
                <a:cubicBezTo>
                  <a:pt x="7313" y="5706"/>
                  <a:pt x="7344" y="5736"/>
                  <a:pt x="7344" y="5774"/>
                </a:cubicBezTo>
                <a:close/>
                <a:moveTo>
                  <a:pt x="9813" y="4982"/>
                </a:moveTo>
                <a:cubicBezTo>
                  <a:pt x="9813" y="5017"/>
                  <a:pt x="9785" y="5045"/>
                  <a:pt x="9750" y="5045"/>
                </a:cubicBezTo>
                <a:cubicBezTo>
                  <a:pt x="9715" y="5045"/>
                  <a:pt x="9687" y="5017"/>
                  <a:pt x="9687" y="4982"/>
                </a:cubicBezTo>
                <a:cubicBezTo>
                  <a:pt x="9687" y="4947"/>
                  <a:pt x="9715" y="4919"/>
                  <a:pt x="9750" y="4919"/>
                </a:cubicBezTo>
                <a:cubicBezTo>
                  <a:pt x="9785" y="4919"/>
                  <a:pt x="9813" y="4947"/>
                  <a:pt x="9813" y="4982"/>
                </a:cubicBezTo>
                <a:close/>
                <a:moveTo>
                  <a:pt x="4760" y="4359"/>
                </a:moveTo>
                <a:cubicBezTo>
                  <a:pt x="4760" y="4380"/>
                  <a:pt x="4743" y="4397"/>
                  <a:pt x="4722" y="4397"/>
                </a:cubicBezTo>
                <a:cubicBezTo>
                  <a:pt x="4701" y="4397"/>
                  <a:pt x="4683" y="4380"/>
                  <a:pt x="4683" y="4359"/>
                </a:cubicBezTo>
                <a:cubicBezTo>
                  <a:pt x="4683" y="4338"/>
                  <a:pt x="4701" y="4320"/>
                  <a:pt x="4722" y="4320"/>
                </a:cubicBezTo>
                <a:cubicBezTo>
                  <a:pt x="4743" y="4320"/>
                  <a:pt x="4760" y="4338"/>
                  <a:pt x="4760" y="4359"/>
                </a:cubicBezTo>
                <a:close/>
                <a:moveTo>
                  <a:pt x="9969" y="1515"/>
                </a:moveTo>
                <a:cubicBezTo>
                  <a:pt x="9969" y="1549"/>
                  <a:pt x="9942" y="1576"/>
                  <a:pt x="9909" y="1576"/>
                </a:cubicBezTo>
                <a:cubicBezTo>
                  <a:pt x="9875" y="1576"/>
                  <a:pt x="9848" y="1549"/>
                  <a:pt x="9848" y="1515"/>
                </a:cubicBezTo>
                <a:cubicBezTo>
                  <a:pt x="9848" y="1482"/>
                  <a:pt x="9875" y="1455"/>
                  <a:pt x="9909" y="1455"/>
                </a:cubicBezTo>
                <a:cubicBezTo>
                  <a:pt x="9942" y="1455"/>
                  <a:pt x="9969" y="1482"/>
                  <a:pt x="9969" y="1515"/>
                </a:cubicBezTo>
                <a:close/>
                <a:moveTo>
                  <a:pt x="7882" y="5502"/>
                </a:moveTo>
                <a:cubicBezTo>
                  <a:pt x="7882" y="5527"/>
                  <a:pt x="7862" y="5547"/>
                  <a:pt x="7838" y="5547"/>
                </a:cubicBezTo>
                <a:cubicBezTo>
                  <a:pt x="7813" y="5547"/>
                  <a:pt x="7793" y="5527"/>
                  <a:pt x="7793" y="5502"/>
                </a:cubicBezTo>
                <a:cubicBezTo>
                  <a:pt x="7793" y="5477"/>
                  <a:pt x="7813" y="5457"/>
                  <a:pt x="7838" y="5457"/>
                </a:cubicBezTo>
                <a:cubicBezTo>
                  <a:pt x="7862" y="5457"/>
                  <a:pt x="7882" y="5477"/>
                  <a:pt x="7882" y="5502"/>
                </a:cubicBezTo>
                <a:close/>
                <a:moveTo>
                  <a:pt x="4936" y="160"/>
                </a:moveTo>
                <a:cubicBezTo>
                  <a:pt x="4936" y="196"/>
                  <a:pt x="4906" y="226"/>
                  <a:pt x="4871" y="226"/>
                </a:cubicBezTo>
                <a:cubicBezTo>
                  <a:pt x="4835" y="226"/>
                  <a:pt x="4805" y="196"/>
                  <a:pt x="4805" y="160"/>
                </a:cubicBezTo>
                <a:cubicBezTo>
                  <a:pt x="4805" y="124"/>
                  <a:pt x="4835" y="95"/>
                  <a:pt x="4871" y="95"/>
                </a:cubicBezTo>
                <a:cubicBezTo>
                  <a:pt x="4906" y="95"/>
                  <a:pt x="4936" y="124"/>
                  <a:pt x="4936" y="160"/>
                </a:cubicBezTo>
                <a:close/>
                <a:moveTo>
                  <a:pt x="5822" y="934"/>
                </a:moveTo>
                <a:cubicBezTo>
                  <a:pt x="5822" y="958"/>
                  <a:pt x="5803" y="977"/>
                  <a:pt x="5779" y="977"/>
                </a:cubicBezTo>
                <a:cubicBezTo>
                  <a:pt x="5755" y="977"/>
                  <a:pt x="5735" y="958"/>
                  <a:pt x="5735" y="934"/>
                </a:cubicBezTo>
                <a:cubicBezTo>
                  <a:pt x="5735" y="910"/>
                  <a:pt x="5755" y="890"/>
                  <a:pt x="5779" y="890"/>
                </a:cubicBezTo>
                <a:cubicBezTo>
                  <a:pt x="5803" y="890"/>
                  <a:pt x="5822" y="910"/>
                  <a:pt x="5822" y="934"/>
                </a:cubicBezTo>
                <a:close/>
                <a:moveTo>
                  <a:pt x="3921" y="3003"/>
                </a:moveTo>
                <a:cubicBezTo>
                  <a:pt x="3921" y="3026"/>
                  <a:pt x="3902" y="3045"/>
                  <a:pt x="3879" y="3045"/>
                </a:cubicBezTo>
                <a:cubicBezTo>
                  <a:pt x="3855" y="3045"/>
                  <a:pt x="3836" y="3026"/>
                  <a:pt x="3836" y="3003"/>
                </a:cubicBezTo>
                <a:cubicBezTo>
                  <a:pt x="3836" y="2980"/>
                  <a:pt x="3855" y="2961"/>
                  <a:pt x="3879" y="2961"/>
                </a:cubicBezTo>
                <a:cubicBezTo>
                  <a:pt x="3902" y="2961"/>
                  <a:pt x="3921" y="2980"/>
                  <a:pt x="3921" y="3003"/>
                </a:cubicBezTo>
                <a:close/>
                <a:moveTo>
                  <a:pt x="2741" y="3298"/>
                </a:moveTo>
                <a:cubicBezTo>
                  <a:pt x="2741" y="3331"/>
                  <a:pt x="2714" y="3358"/>
                  <a:pt x="2680" y="3358"/>
                </a:cubicBezTo>
                <a:cubicBezTo>
                  <a:pt x="2647" y="3358"/>
                  <a:pt x="2620" y="3331"/>
                  <a:pt x="2620" y="3298"/>
                </a:cubicBezTo>
                <a:cubicBezTo>
                  <a:pt x="2620" y="3264"/>
                  <a:pt x="2647" y="3237"/>
                  <a:pt x="2680" y="3237"/>
                </a:cubicBezTo>
                <a:cubicBezTo>
                  <a:pt x="2714" y="3237"/>
                  <a:pt x="2741" y="3264"/>
                  <a:pt x="2741" y="3298"/>
                </a:cubicBezTo>
                <a:close/>
                <a:moveTo>
                  <a:pt x="4751" y="2819"/>
                </a:moveTo>
                <a:cubicBezTo>
                  <a:pt x="4751" y="2844"/>
                  <a:pt x="4731" y="2864"/>
                  <a:pt x="4705" y="2864"/>
                </a:cubicBezTo>
                <a:cubicBezTo>
                  <a:pt x="4680" y="2864"/>
                  <a:pt x="4660" y="2844"/>
                  <a:pt x="4660" y="2819"/>
                </a:cubicBezTo>
                <a:cubicBezTo>
                  <a:pt x="4660" y="2794"/>
                  <a:pt x="4680" y="2774"/>
                  <a:pt x="4705" y="2774"/>
                </a:cubicBezTo>
                <a:cubicBezTo>
                  <a:pt x="4731" y="2774"/>
                  <a:pt x="4751" y="2794"/>
                  <a:pt x="4751" y="2819"/>
                </a:cubicBezTo>
                <a:close/>
                <a:moveTo>
                  <a:pt x="9395" y="4774"/>
                </a:moveTo>
                <a:cubicBezTo>
                  <a:pt x="9395" y="4806"/>
                  <a:pt x="9369" y="4831"/>
                  <a:pt x="9337" y="4831"/>
                </a:cubicBezTo>
                <a:cubicBezTo>
                  <a:pt x="9306" y="4831"/>
                  <a:pt x="9280" y="4806"/>
                  <a:pt x="9280" y="4774"/>
                </a:cubicBezTo>
                <a:cubicBezTo>
                  <a:pt x="9280" y="4742"/>
                  <a:pt x="9306" y="4716"/>
                  <a:pt x="9337" y="4716"/>
                </a:cubicBezTo>
                <a:cubicBezTo>
                  <a:pt x="9369" y="4716"/>
                  <a:pt x="9395" y="4742"/>
                  <a:pt x="9395" y="4774"/>
                </a:cubicBezTo>
                <a:close/>
                <a:moveTo>
                  <a:pt x="676" y="4782"/>
                </a:moveTo>
                <a:cubicBezTo>
                  <a:pt x="676" y="4808"/>
                  <a:pt x="655" y="4829"/>
                  <a:pt x="629" y="4829"/>
                </a:cubicBezTo>
                <a:cubicBezTo>
                  <a:pt x="602" y="4829"/>
                  <a:pt x="581" y="4808"/>
                  <a:pt x="581" y="4782"/>
                </a:cubicBezTo>
                <a:cubicBezTo>
                  <a:pt x="581" y="4755"/>
                  <a:pt x="602" y="4734"/>
                  <a:pt x="629" y="4734"/>
                </a:cubicBezTo>
                <a:cubicBezTo>
                  <a:pt x="655" y="4734"/>
                  <a:pt x="676" y="4755"/>
                  <a:pt x="676" y="4782"/>
                </a:cubicBezTo>
                <a:close/>
                <a:moveTo>
                  <a:pt x="6955" y="2967"/>
                </a:moveTo>
                <a:cubicBezTo>
                  <a:pt x="6955" y="2985"/>
                  <a:pt x="6941" y="3000"/>
                  <a:pt x="6922" y="3000"/>
                </a:cubicBezTo>
                <a:cubicBezTo>
                  <a:pt x="6904" y="3000"/>
                  <a:pt x="6889" y="2985"/>
                  <a:pt x="6889" y="2967"/>
                </a:cubicBezTo>
                <a:cubicBezTo>
                  <a:pt x="6889" y="2949"/>
                  <a:pt x="6904" y="2934"/>
                  <a:pt x="6922" y="2934"/>
                </a:cubicBezTo>
                <a:cubicBezTo>
                  <a:pt x="6941" y="2934"/>
                  <a:pt x="6955" y="2949"/>
                  <a:pt x="6955" y="2967"/>
                </a:cubicBezTo>
                <a:close/>
                <a:moveTo>
                  <a:pt x="5498" y="4565"/>
                </a:moveTo>
                <a:cubicBezTo>
                  <a:pt x="5498" y="4586"/>
                  <a:pt x="5481" y="4602"/>
                  <a:pt x="5461" y="4602"/>
                </a:cubicBezTo>
                <a:cubicBezTo>
                  <a:pt x="5441" y="4602"/>
                  <a:pt x="5424" y="4586"/>
                  <a:pt x="5424" y="4565"/>
                </a:cubicBezTo>
                <a:cubicBezTo>
                  <a:pt x="5424" y="4545"/>
                  <a:pt x="5441" y="4528"/>
                  <a:pt x="5461" y="4528"/>
                </a:cubicBezTo>
                <a:cubicBezTo>
                  <a:pt x="5481" y="4528"/>
                  <a:pt x="5498" y="4545"/>
                  <a:pt x="5498" y="4565"/>
                </a:cubicBezTo>
                <a:close/>
                <a:moveTo>
                  <a:pt x="6159" y="1728"/>
                </a:moveTo>
                <a:cubicBezTo>
                  <a:pt x="6159" y="1745"/>
                  <a:pt x="6145" y="1759"/>
                  <a:pt x="6128" y="1759"/>
                </a:cubicBezTo>
                <a:cubicBezTo>
                  <a:pt x="6111" y="1759"/>
                  <a:pt x="6098" y="1745"/>
                  <a:pt x="6098" y="1728"/>
                </a:cubicBezTo>
                <a:cubicBezTo>
                  <a:pt x="6098" y="1711"/>
                  <a:pt x="6111" y="1698"/>
                  <a:pt x="6128" y="1698"/>
                </a:cubicBezTo>
                <a:cubicBezTo>
                  <a:pt x="6145" y="1698"/>
                  <a:pt x="6159" y="1711"/>
                  <a:pt x="6159" y="1728"/>
                </a:cubicBezTo>
                <a:close/>
                <a:moveTo>
                  <a:pt x="563" y="2477"/>
                </a:moveTo>
                <a:cubicBezTo>
                  <a:pt x="563" y="2499"/>
                  <a:pt x="545" y="2517"/>
                  <a:pt x="523" y="2517"/>
                </a:cubicBezTo>
                <a:cubicBezTo>
                  <a:pt x="501" y="2517"/>
                  <a:pt x="483" y="2499"/>
                  <a:pt x="483" y="2477"/>
                </a:cubicBezTo>
                <a:cubicBezTo>
                  <a:pt x="483" y="2455"/>
                  <a:pt x="501" y="2437"/>
                  <a:pt x="523" y="2437"/>
                </a:cubicBezTo>
                <a:cubicBezTo>
                  <a:pt x="545" y="2437"/>
                  <a:pt x="563" y="2455"/>
                  <a:pt x="563" y="2477"/>
                </a:cubicBezTo>
                <a:close/>
                <a:moveTo>
                  <a:pt x="1867" y="2098"/>
                </a:moveTo>
                <a:cubicBezTo>
                  <a:pt x="1867" y="2132"/>
                  <a:pt x="1839" y="2159"/>
                  <a:pt x="1805" y="2159"/>
                </a:cubicBezTo>
                <a:cubicBezTo>
                  <a:pt x="1772" y="2159"/>
                  <a:pt x="1744" y="2132"/>
                  <a:pt x="1744" y="2098"/>
                </a:cubicBezTo>
                <a:cubicBezTo>
                  <a:pt x="1744" y="2064"/>
                  <a:pt x="1772" y="2037"/>
                  <a:pt x="1805" y="2037"/>
                </a:cubicBezTo>
                <a:cubicBezTo>
                  <a:pt x="1839" y="2037"/>
                  <a:pt x="1867" y="2064"/>
                  <a:pt x="1867" y="2098"/>
                </a:cubicBezTo>
                <a:close/>
                <a:moveTo>
                  <a:pt x="5200" y="3612"/>
                </a:moveTo>
                <a:cubicBezTo>
                  <a:pt x="5200" y="3648"/>
                  <a:pt x="5170" y="3678"/>
                  <a:pt x="5134" y="3678"/>
                </a:cubicBezTo>
                <a:cubicBezTo>
                  <a:pt x="5097" y="3678"/>
                  <a:pt x="5068" y="3648"/>
                  <a:pt x="5068" y="3612"/>
                </a:cubicBezTo>
                <a:cubicBezTo>
                  <a:pt x="5068" y="3575"/>
                  <a:pt x="5097" y="3546"/>
                  <a:pt x="5134" y="3546"/>
                </a:cubicBezTo>
                <a:cubicBezTo>
                  <a:pt x="5170" y="3546"/>
                  <a:pt x="5200" y="3575"/>
                  <a:pt x="5200" y="3612"/>
                </a:cubicBezTo>
                <a:close/>
                <a:moveTo>
                  <a:pt x="2467" y="5597"/>
                </a:moveTo>
                <a:cubicBezTo>
                  <a:pt x="2467" y="5629"/>
                  <a:pt x="2441" y="5654"/>
                  <a:pt x="2410" y="5654"/>
                </a:cubicBezTo>
                <a:cubicBezTo>
                  <a:pt x="2378" y="5654"/>
                  <a:pt x="2353" y="5629"/>
                  <a:pt x="2353" y="5597"/>
                </a:cubicBezTo>
                <a:cubicBezTo>
                  <a:pt x="2353" y="5566"/>
                  <a:pt x="2378" y="5540"/>
                  <a:pt x="2410" y="5540"/>
                </a:cubicBezTo>
                <a:cubicBezTo>
                  <a:pt x="2441" y="5540"/>
                  <a:pt x="2467" y="5566"/>
                  <a:pt x="2467" y="5597"/>
                </a:cubicBezTo>
                <a:close/>
                <a:moveTo>
                  <a:pt x="7223" y="5760"/>
                </a:moveTo>
                <a:cubicBezTo>
                  <a:pt x="7223" y="5780"/>
                  <a:pt x="7206" y="5796"/>
                  <a:pt x="7186" y="5796"/>
                </a:cubicBezTo>
                <a:cubicBezTo>
                  <a:pt x="7166" y="5796"/>
                  <a:pt x="7150" y="5780"/>
                  <a:pt x="7150" y="5760"/>
                </a:cubicBezTo>
                <a:cubicBezTo>
                  <a:pt x="7150" y="5740"/>
                  <a:pt x="7166" y="5724"/>
                  <a:pt x="7186" y="5724"/>
                </a:cubicBezTo>
                <a:cubicBezTo>
                  <a:pt x="7206" y="5724"/>
                  <a:pt x="7223" y="5740"/>
                  <a:pt x="7223" y="5760"/>
                </a:cubicBezTo>
                <a:close/>
                <a:moveTo>
                  <a:pt x="4078" y="3394"/>
                </a:moveTo>
                <a:cubicBezTo>
                  <a:pt x="4078" y="3423"/>
                  <a:pt x="4055" y="3446"/>
                  <a:pt x="4027" y="3446"/>
                </a:cubicBezTo>
                <a:cubicBezTo>
                  <a:pt x="3999" y="3446"/>
                  <a:pt x="3976" y="3423"/>
                  <a:pt x="3976" y="3394"/>
                </a:cubicBezTo>
                <a:cubicBezTo>
                  <a:pt x="3976" y="3366"/>
                  <a:pt x="3999" y="3343"/>
                  <a:pt x="4027" y="3343"/>
                </a:cubicBezTo>
                <a:cubicBezTo>
                  <a:pt x="4055" y="3343"/>
                  <a:pt x="4078" y="3366"/>
                  <a:pt x="4078" y="3394"/>
                </a:cubicBezTo>
                <a:close/>
                <a:moveTo>
                  <a:pt x="9853" y="1522"/>
                </a:moveTo>
                <a:cubicBezTo>
                  <a:pt x="9853" y="1544"/>
                  <a:pt x="9835" y="1563"/>
                  <a:pt x="9813" y="1563"/>
                </a:cubicBezTo>
                <a:cubicBezTo>
                  <a:pt x="9790" y="1563"/>
                  <a:pt x="9772" y="1544"/>
                  <a:pt x="9772" y="1522"/>
                </a:cubicBezTo>
                <a:cubicBezTo>
                  <a:pt x="9772" y="1499"/>
                  <a:pt x="9790" y="1481"/>
                  <a:pt x="9813" y="1481"/>
                </a:cubicBezTo>
                <a:cubicBezTo>
                  <a:pt x="9835" y="1481"/>
                  <a:pt x="9853" y="1499"/>
                  <a:pt x="9853" y="1522"/>
                </a:cubicBezTo>
                <a:close/>
                <a:moveTo>
                  <a:pt x="7786" y="4976"/>
                </a:moveTo>
                <a:cubicBezTo>
                  <a:pt x="7786" y="5000"/>
                  <a:pt x="7767" y="5019"/>
                  <a:pt x="7744" y="5019"/>
                </a:cubicBezTo>
                <a:cubicBezTo>
                  <a:pt x="7720" y="5019"/>
                  <a:pt x="7701" y="5000"/>
                  <a:pt x="7701" y="4976"/>
                </a:cubicBezTo>
                <a:cubicBezTo>
                  <a:pt x="7701" y="4952"/>
                  <a:pt x="7720" y="4933"/>
                  <a:pt x="7744" y="4933"/>
                </a:cubicBezTo>
                <a:cubicBezTo>
                  <a:pt x="7767" y="4933"/>
                  <a:pt x="7786" y="4952"/>
                  <a:pt x="7786" y="4976"/>
                </a:cubicBezTo>
                <a:close/>
                <a:moveTo>
                  <a:pt x="629" y="3143"/>
                </a:moveTo>
                <a:cubicBezTo>
                  <a:pt x="629" y="3172"/>
                  <a:pt x="606" y="3195"/>
                  <a:pt x="577" y="3195"/>
                </a:cubicBezTo>
                <a:cubicBezTo>
                  <a:pt x="548" y="3195"/>
                  <a:pt x="524" y="3172"/>
                  <a:pt x="524" y="3143"/>
                </a:cubicBezTo>
                <a:cubicBezTo>
                  <a:pt x="524" y="3114"/>
                  <a:pt x="548" y="3090"/>
                  <a:pt x="577" y="3090"/>
                </a:cubicBezTo>
                <a:cubicBezTo>
                  <a:pt x="606" y="3090"/>
                  <a:pt x="629" y="3114"/>
                  <a:pt x="629" y="3143"/>
                </a:cubicBezTo>
                <a:close/>
                <a:moveTo>
                  <a:pt x="8594" y="3614"/>
                </a:moveTo>
                <a:cubicBezTo>
                  <a:pt x="8594" y="3642"/>
                  <a:pt x="8571" y="3665"/>
                  <a:pt x="8542" y="3665"/>
                </a:cubicBezTo>
                <a:cubicBezTo>
                  <a:pt x="8513" y="3665"/>
                  <a:pt x="8490" y="3642"/>
                  <a:pt x="8490" y="3614"/>
                </a:cubicBezTo>
                <a:cubicBezTo>
                  <a:pt x="8490" y="3585"/>
                  <a:pt x="8513" y="3562"/>
                  <a:pt x="8542" y="3562"/>
                </a:cubicBezTo>
                <a:cubicBezTo>
                  <a:pt x="8571" y="3562"/>
                  <a:pt x="8594" y="3585"/>
                  <a:pt x="8594" y="3614"/>
                </a:cubicBezTo>
                <a:close/>
                <a:moveTo>
                  <a:pt x="7835" y="4170"/>
                </a:moveTo>
                <a:cubicBezTo>
                  <a:pt x="7835" y="4200"/>
                  <a:pt x="7811" y="4225"/>
                  <a:pt x="7780" y="4225"/>
                </a:cubicBezTo>
                <a:cubicBezTo>
                  <a:pt x="7750" y="4225"/>
                  <a:pt x="7725" y="4200"/>
                  <a:pt x="7725" y="4170"/>
                </a:cubicBezTo>
                <a:cubicBezTo>
                  <a:pt x="7725" y="4139"/>
                  <a:pt x="7750" y="4115"/>
                  <a:pt x="7780" y="4115"/>
                </a:cubicBezTo>
                <a:cubicBezTo>
                  <a:pt x="7811" y="4115"/>
                  <a:pt x="7835" y="4139"/>
                  <a:pt x="7835" y="4170"/>
                </a:cubicBezTo>
                <a:close/>
                <a:moveTo>
                  <a:pt x="273" y="4441"/>
                </a:moveTo>
                <a:cubicBezTo>
                  <a:pt x="273" y="4468"/>
                  <a:pt x="251" y="4489"/>
                  <a:pt x="225" y="4489"/>
                </a:cubicBezTo>
                <a:cubicBezTo>
                  <a:pt x="199" y="4489"/>
                  <a:pt x="177" y="4468"/>
                  <a:pt x="177" y="4441"/>
                </a:cubicBezTo>
                <a:cubicBezTo>
                  <a:pt x="177" y="4415"/>
                  <a:pt x="199" y="4394"/>
                  <a:pt x="225" y="4394"/>
                </a:cubicBezTo>
                <a:cubicBezTo>
                  <a:pt x="251" y="4394"/>
                  <a:pt x="273" y="4415"/>
                  <a:pt x="273" y="4441"/>
                </a:cubicBezTo>
                <a:close/>
                <a:moveTo>
                  <a:pt x="5479" y="3412"/>
                </a:moveTo>
                <a:cubicBezTo>
                  <a:pt x="5479" y="3446"/>
                  <a:pt x="5452" y="3473"/>
                  <a:pt x="5418" y="3473"/>
                </a:cubicBezTo>
                <a:cubicBezTo>
                  <a:pt x="5384" y="3473"/>
                  <a:pt x="5357" y="3446"/>
                  <a:pt x="5357" y="3412"/>
                </a:cubicBezTo>
                <a:cubicBezTo>
                  <a:pt x="5357" y="3378"/>
                  <a:pt x="5384" y="3350"/>
                  <a:pt x="5418" y="3350"/>
                </a:cubicBezTo>
                <a:cubicBezTo>
                  <a:pt x="5452" y="3350"/>
                  <a:pt x="5479" y="3378"/>
                  <a:pt x="5479" y="3412"/>
                </a:cubicBezTo>
                <a:close/>
                <a:moveTo>
                  <a:pt x="1702" y="5480"/>
                </a:moveTo>
                <a:cubicBezTo>
                  <a:pt x="1702" y="5500"/>
                  <a:pt x="1686" y="5516"/>
                  <a:pt x="1666" y="5516"/>
                </a:cubicBezTo>
                <a:cubicBezTo>
                  <a:pt x="1646" y="5516"/>
                  <a:pt x="1630" y="5500"/>
                  <a:pt x="1630" y="5480"/>
                </a:cubicBezTo>
                <a:cubicBezTo>
                  <a:pt x="1630" y="5461"/>
                  <a:pt x="1646" y="5445"/>
                  <a:pt x="1666" y="5445"/>
                </a:cubicBezTo>
                <a:cubicBezTo>
                  <a:pt x="1686" y="5445"/>
                  <a:pt x="1702" y="5461"/>
                  <a:pt x="1702" y="5480"/>
                </a:cubicBezTo>
                <a:close/>
                <a:moveTo>
                  <a:pt x="8205" y="5298"/>
                </a:moveTo>
                <a:cubicBezTo>
                  <a:pt x="8205" y="5316"/>
                  <a:pt x="8191" y="5330"/>
                  <a:pt x="8174" y="5330"/>
                </a:cubicBezTo>
                <a:cubicBezTo>
                  <a:pt x="8156" y="5330"/>
                  <a:pt x="8142" y="5316"/>
                  <a:pt x="8142" y="5298"/>
                </a:cubicBezTo>
                <a:cubicBezTo>
                  <a:pt x="8142" y="5281"/>
                  <a:pt x="8156" y="5267"/>
                  <a:pt x="8174" y="5267"/>
                </a:cubicBezTo>
                <a:cubicBezTo>
                  <a:pt x="8191" y="5267"/>
                  <a:pt x="8205" y="5281"/>
                  <a:pt x="8205" y="5298"/>
                </a:cubicBezTo>
                <a:close/>
                <a:moveTo>
                  <a:pt x="5546" y="5152"/>
                </a:moveTo>
                <a:cubicBezTo>
                  <a:pt x="5546" y="5175"/>
                  <a:pt x="5527" y="5195"/>
                  <a:pt x="5503" y="5195"/>
                </a:cubicBezTo>
                <a:cubicBezTo>
                  <a:pt x="5480" y="5195"/>
                  <a:pt x="5460" y="5175"/>
                  <a:pt x="5460" y="5152"/>
                </a:cubicBezTo>
                <a:cubicBezTo>
                  <a:pt x="5460" y="5128"/>
                  <a:pt x="5480" y="5109"/>
                  <a:pt x="5503" y="5109"/>
                </a:cubicBezTo>
                <a:cubicBezTo>
                  <a:pt x="5527" y="5109"/>
                  <a:pt x="5546" y="5128"/>
                  <a:pt x="5546" y="5152"/>
                </a:cubicBezTo>
                <a:close/>
                <a:moveTo>
                  <a:pt x="1609" y="5895"/>
                </a:moveTo>
                <a:cubicBezTo>
                  <a:pt x="1609" y="5916"/>
                  <a:pt x="1592" y="5933"/>
                  <a:pt x="1570" y="5933"/>
                </a:cubicBezTo>
                <a:cubicBezTo>
                  <a:pt x="1549" y="5933"/>
                  <a:pt x="1532" y="5916"/>
                  <a:pt x="1532" y="5895"/>
                </a:cubicBezTo>
                <a:cubicBezTo>
                  <a:pt x="1532" y="5873"/>
                  <a:pt x="1549" y="5856"/>
                  <a:pt x="1570" y="5856"/>
                </a:cubicBezTo>
                <a:cubicBezTo>
                  <a:pt x="1592" y="5856"/>
                  <a:pt x="1609" y="5873"/>
                  <a:pt x="1609" y="5895"/>
                </a:cubicBezTo>
                <a:close/>
                <a:moveTo>
                  <a:pt x="9958" y="2173"/>
                </a:moveTo>
                <a:cubicBezTo>
                  <a:pt x="9958" y="2211"/>
                  <a:pt x="9928" y="2241"/>
                  <a:pt x="9890" y="2241"/>
                </a:cubicBezTo>
                <a:cubicBezTo>
                  <a:pt x="9853" y="2241"/>
                  <a:pt x="9823" y="2211"/>
                  <a:pt x="9823" y="2173"/>
                </a:cubicBezTo>
                <a:cubicBezTo>
                  <a:pt x="9823" y="2136"/>
                  <a:pt x="9853" y="2105"/>
                  <a:pt x="9890" y="2105"/>
                </a:cubicBezTo>
                <a:cubicBezTo>
                  <a:pt x="9928" y="2105"/>
                  <a:pt x="9958" y="2136"/>
                  <a:pt x="9958" y="2173"/>
                </a:cubicBezTo>
                <a:close/>
                <a:moveTo>
                  <a:pt x="5594" y="535"/>
                </a:moveTo>
                <a:cubicBezTo>
                  <a:pt x="5594" y="557"/>
                  <a:pt x="5577" y="575"/>
                  <a:pt x="5555" y="575"/>
                </a:cubicBezTo>
                <a:cubicBezTo>
                  <a:pt x="5533" y="575"/>
                  <a:pt x="5516" y="557"/>
                  <a:pt x="5516" y="535"/>
                </a:cubicBezTo>
                <a:cubicBezTo>
                  <a:pt x="5516" y="514"/>
                  <a:pt x="5533" y="496"/>
                  <a:pt x="5555" y="496"/>
                </a:cubicBezTo>
                <a:cubicBezTo>
                  <a:pt x="5577" y="496"/>
                  <a:pt x="5594" y="514"/>
                  <a:pt x="5594" y="535"/>
                </a:cubicBezTo>
                <a:close/>
                <a:moveTo>
                  <a:pt x="6130" y="126"/>
                </a:moveTo>
                <a:cubicBezTo>
                  <a:pt x="6130" y="147"/>
                  <a:pt x="6113" y="165"/>
                  <a:pt x="6091" y="165"/>
                </a:cubicBezTo>
                <a:cubicBezTo>
                  <a:pt x="6069" y="165"/>
                  <a:pt x="6052" y="147"/>
                  <a:pt x="6052" y="126"/>
                </a:cubicBezTo>
                <a:cubicBezTo>
                  <a:pt x="6052" y="104"/>
                  <a:pt x="6069" y="87"/>
                  <a:pt x="6091" y="87"/>
                </a:cubicBezTo>
                <a:cubicBezTo>
                  <a:pt x="6113" y="87"/>
                  <a:pt x="6130" y="104"/>
                  <a:pt x="6130" y="126"/>
                </a:cubicBezTo>
                <a:close/>
                <a:moveTo>
                  <a:pt x="3764" y="710"/>
                </a:moveTo>
                <a:cubicBezTo>
                  <a:pt x="3764" y="747"/>
                  <a:pt x="3734" y="777"/>
                  <a:pt x="3696" y="777"/>
                </a:cubicBezTo>
                <a:cubicBezTo>
                  <a:pt x="3659" y="777"/>
                  <a:pt x="3629" y="747"/>
                  <a:pt x="3629" y="710"/>
                </a:cubicBezTo>
                <a:cubicBezTo>
                  <a:pt x="3629" y="672"/>
                  <a:pt x="3659" y="642"/>
                  <a:pt x="3696" y="642"/>
                </a:cubicBezTo>
                <a:cubicBezTo>
                  <a:pt x="3734" y="642"/>
                  <a:pt x="3764" y="672"/>
                  <a:pt x="3764" y="710"/>
                </a:cubicBezTo>
                <a:close/>
                <a:moveTo>
                  <a:pt x="5233" y="2311"/>
                </a:moveTo>
                <a:cubicBezTo>
                  <a:pt x="5233" y="2335"/>
                  <a:pt x="5213" y="2355"/>
                  <a:pt x="5188" y="2355"/>
                </a:cubicBezTo>
                <a:cubicBezTo>
                  <a:pt x="5163" y="2355"/>
                  <a:pt x="5143" y="2335"/>
                  <a:pt x="5143" y="2311"/>
                </a:cubicBezTo>
                <a:cubicBezTo>
                  <a:pt x="5143" y="2286"/>
                  <a:pt x="5163" y="2266"/>
                  <a:pt x="5188" y="2266"/>
                </a:cubicBezTo>
                <a:cubicBezTo>
                  <a:pt x="5213" y="2266"/>
                  <a:pt x="5233" y="2286"/>
                  <a:pt x="5233" y="2311"/>
                </a:cubicBezTo>
                <a:close/>
                <a:moveTo>
                  <a:pt x="1198" y="3794"/>
                </a:moveTo>
                <a:cubicBezTo>
                  <a:pt x="1198" y="3826"/>
                  <a:pt x="1172" y="3851"/>
                  <a:pt x="1141" y="3851"/>
                </a:cubicBezTo>
                <a:cubicBezTo>
                  <a:pt x="1110" y="3851"/>
                  <a:pt x="1084" y="3826"/>
                  <a:pt x="1084" y="3794"/>
                </a:cubicBezTo>
                <a:cubicBezTo>
                  <a:pt x="1084" y="3763"/>
                  <a:pt x="1110" y="3738"/>
                  <a:pt x="1141" y="3738"/>
                </a:cubicBezTo>
                <a:cubicBezTo>
                  <a:pt x="1172" y="3738"/>
                  <a:pt x="1198" y="3763"/>
                  <a:pt x="1198" y="3794"/>
                </a:cubicBezTo>
                <a:close/>
                <a:moveTo>
                  <a:pt x="7506" y="5406"/>
                </a:moveTo>
                <a:cubicBezTo>
                  <a:pt x="7506" y="5442"/>
                  <a:pt x="7478" y="5471"/>
                  <a:pt x="7442" y="5471"/>
                </a:cubicBezTo>
                <a:cubicBezTo>
                  <a:pt x="7406" y="5471"/>
                  <a:pt x="7377" y="5442"/>
                  <a:pt x="7377" y="5406"/>
                </a:cubicBezTo>
                <a:cubicBezTo>
                  <a:pt x="7377" y="5370"/>
                  <a:pt x="7406" y="5341"/>
                  <a:pt x="7442" y="5341"/>
                </a:cubicBezTo>
                <a:cubicBezTo>
                  <a:pt x="7478" y="5341"/>
                  <a:pt x="7506" y="5370"/>
                  <a:pt x="7506" y="5406"/>
                </a:cubicBezTo>
                <a:close/>
                <a:moveTo>
                  <a:pt x="3775" y="1485"/>
                </a:moveTo>
                <a:cubicBezTo>
                  <a:pt x="3775" y="1504"/>
                  <a:pt x="3760" y="1519"/>
                  <a:pt x="3742" y="1519"/>
                </a:cubicBezTo>
                <a:cubicBezTo>
                  <a:pt x="3723" y="1519"/>
                  <a:pt x="3708" y="1504"/>
                  <a:pt x="3708" y="1485"/>
                </a:cubicBezTo>
                <a:cubicBezTo>
                  <a:pt x="3708" y="1467"/>
                  <a:pt x="3723" y="1452"/>
                  <a:pt x="3742" y="1452"/>
                </a:cubicBezTo>
                <a:cubicBezTo>
                  <a:pt x="3760" y="1452"/>
                  <a:pt x="3775" y="1467"/>
                  <a:pt x="3775" y="1485"/>
                </a:cubicBezTo>
                <a:close/>
                <a:moveTo>
                  <a:pt x="6956" y="4046"/>
                </a:moveTo>
                <a:cubicBezTo>
                  <a:pt x="6956" y="4065"/>
                  <a:pt x="6940" y="4081"/>
                  <a:pt x="6921" y="4081"/>
                </a:cubicBezTo>
                <a:cubicBezTo>
                  <a:pt x="6902" y="4081"/>
                  <a:pt x="6887" y="4065"/>
                  <a:pt x="6887" y="4046"/>
                </a:cubicBezTo>
                <a:cubicBezTo>
                  <a:pt x="6887" y="4027"/>
                  <a:pt x="6902" y="4012"/>
                  <a:pt x="6921" y="4012"/>
                </a:cubicBezTo>
                <a:cubicBezTo>
                  <a:pt x="6940" y="4012"/>
                  <a:pt x="6956" y="4027"/>
                  <a:pt x="6956" y="4046"/>
                </a:cubicBezTo>
                <a:close/>
                <a:moveTo>
                  <a:pt x="7209" y="5554"/>
                </a:moveTo>
                <a:cubicBezTo>
                  <a:pt x="7209" y="5571"/>
                  <a:pt x="7195" y="5585"/>
                  <a:pt x="7178" y="5585"/>
                </a:cubicBezTo>
                <a:cubicBezTo>
                  <a:pt x="7161" y="5585"/>
                  <a:pt x="7147" y="5571"/>
                  <a:pt x="7147" y="5554"/>
                </a:cubicBezTo>
                <a:cubicBezTo>
                  <a:pt x="7147" y="5537"/>
                  <a:pt x="7161" y="5523"/>
                  <a:pt x="7178" y="5523"/>
                </a:cubicBezTo>
                <a:cubicBezTo>
                  <a:pt x="7195" y="5523"/>
                  <a:pt x="7209" y="5537"/>
                  <a:pt x="7209" y="5554"/>
                </a:cubicBezTo>
                <a:close/>
                <a:moveTo>
                  <a:pt x="6323" y="4886"/>
                </a:moveTo>
                <a:cubicBezTo>
                  <a:pt x="6323" y="4919"/>
                  <a:pt x="6297" y="4946"/>
                  <a:pt x="6264" y="4946"/>
                </a:cubicBezTo>
                <a:cubicBezTo>
                  <a:pt x="6231" y="4946"/>
                  <a:pt x="6204" y="4919"/>
                  <a:pt x="6204" y="4886"/>
                </a:cubicBezTo>
                <a:cubicBezTo>
                  <a:pt x="6204" y="4853"/>
                  <a:pt x="6231" y="4827"/>
                  <a:pt x="6264" y="4827"/>
                </a:cubicBezTo>
                <a:cubicBezTo>
                  <a:pt x="6297" y="4827"/>
                  <a:pt x="6323" y="4853"/>
                  <a:pt x="6323" y="4886"/>
                </a:cubicBezTo>
                <a:close/>
                <a:moveTo>
                  <a:pt x="2789" y="2389"/>
                </a:moveTo>
                <a:cubicBezTo>
                  <a:pt x="2789" y="2407"/>
                  <a:pt x="2774" y="2422"/>
                  <a:pt x="2755" y="2422"/>
                </a:cubicBezTo>
                <a:cubicBezTo>
                  <a:pt x="2737" y="2422"/>
                  <a:pt x="2722" y="2407"/>
                  <a:pt x="2722" y="2389"/>
                </a:cubicBezTo>
                <a:cubicBezTo>
                  <a:pt x="2722" y="2371"/>
                  <a:pt x="2737" y="2356"/>
                  <a:pt x="2755" y="2356"/>
                </a:cubicBezTo>
                <a:cubicBezTo>
                  <a:pt x="2774" y="2356"/>
                  <a:pt x="2789" y="2371"/>
                  <a:pt x="2789" y="2389"/>
                </a:cubicBezTo>
                <a:close/>
                <a:moveTo>
                  <a:pt x="2302" y="3651"/>
                </a:moveTo>
                <a:cubicBezTo>
                  <a:pt x="2302" y="3687"/>
                  <a:pt x="2273" y="3717"/>
                  <a:pt x="2236" y="3717"/>
                </a:cubicBezTo>
                <a:cubicBezTo>
                  <a:pt x="2200" y="3717"/>
                  <a:pt x="2171" y="3687"/>
                  <a:pt x="2171" y="3651"/>
                </a:cubicBezTo>
                <a:cubicBezTo>
                  <a:pt x="2171" y="3615"/>
                  <a:pt x="2200" y="3585"/>
                  <a:pt x="2236" y="3585"/>
                </a:cubicBezTo>
                <a:cubicBezTo>
                  <a:pt x="2273" y="3585"/>
                  <a:pt x="2302" y="3615"/>
                  <a:pt x="2302" y="3651"/>
                </a:cubicBezTo>
                <a:close/>
                <a:moveTo>
                  <a:pt x="3496" y="4175"/>
                </a:moveTo>
                <a:cubicBezTo>
                  <a:pt x="3496" y="4212"/>
                  <a:pt x="3466" y="4242"/>
                  <a:pt x="3428" y="4242"/>
                </a:cubicBezTo>
                <a:cubicBezTo>
                  <a:pt x="3391" y="4242"/>
                  <a:pt x="3361" y="4212"/>
                  <a:pt x="3361" y="4175"/>
                </a:cubicBezTo>
                <a:cubicBezTo>
                  <a:pt x="3361" y="4138"/>
                  <a:pt x="3391" y="4107"/>
                  <a:pt x="3428" y="4107"/>
                </a:cubicBezTo>
                <a:cubicBezTo>
                  <a:pt x="3466" y="4107"/>
                  <a:pt x="3496" y="4138"/>
                  <a:pt x="3496" y="4175"/>
                </a:cubicBezTo>
                <a:close/>
                <a:moveTo>
                  <a:pt x="7159" y="1389"/>
                </a:moveTo>
                <a:cubicBezTo>
                  <a:pt x="7159" y="1413"/>
                  <a:pt x="7140" y="1433"/>
                  <a:pt x="7116" y="1433"/>
                </a:cubicBezTo>
                <a:cubicBezTo>
                  <a:pt x="7092" y="1433"/>
                  <a:pt x="7073" y="1413"/>
                  <a:pt x="7073" y="1389"/>
                </a:cubicBezTo>
                <a:cubicBezTo>
                  <a:pt x="7073" y="1366"/>
                  <a:pt x="7092" y="1346"/>
                  <a:pt x="7116" y="1346"/>
                </a:cubicBezTo>
                <a:cubicBezTo>
                  <a:pt x="7140" y="1346"/>
                  <a:pt x="7159" y="1366"/>
                  <a:pt x="7159" y="1389"/>
                </a:cubicBezTo>
                <a:close/>
                <a:moveTo>
                  <a:pt x="9342" y="153"/>
                </a:moveTo>
                <a:cubicBezTo>
                  <a:pt x="9342" y="181"/>
                  <a:pt x="9319" y="203"/>
                  <a:pt x="9292" y="203"/>
                </a:cubicBezTo>
                <a:cubicBezTo>
                  <a:pt x="9264" y="203"/>
                  <a:pt x="9242" y="181"/>
                  <a:pt x="9242" y="153"/>
                </a:cubicBezTo>
                <a:cubicBezTo>
                  <a:pt x="9242" y="126"/>
                  <a:pt x="9264" y="103"/>
                  <a:pt x="9292" y="103"/>
                </a:cubicBezTo>
                <a:cubicBezTo>
                  <a:pt x="9319" y="103"/>
                  <a:pt x="9342" y="126"/>
                  <a:pt x="9342" y="153"/>
                </a:cubicBezTo>
                <a:close/>
                <a:moveTo>
                  <a:pt x="3715" y="1154"/>
                </a:moveTo>
                <a:cubicBezTo>
                  <a:pt x="3715" y="1183"/>
                  <a:pt x="3692" y="1206"/>
                  <a:pt x="3663" y="1206"/>
                </a:cubicBezTo>
                <a:cubicBezTo>
                  <a:pt x="3634" y="1206"/>
                  <a:pt x="3610" y="1183"/>
                  <a:pt x="3610" y="1154"/>
                </a:cubicBezTo>
                <a:cubicBezTo>
                  <a:pt x="3610" y="1125"/>
                  <a:pt x="3634" y="1101"/>
                  <a:pt x="3663" y="1101"/>
                </a:cubicBezTo>
                <a:cubicBezTo>
                  <a:pt x="3692" y="1101"/>
                  <a:pt x="3715" y="1125"/>
                  <a:pt x="3715" y="1154"/>
                </a:cubicBezTo>
                <a:close/>
                <a:moveTo>
                  <a:pt x="3219" y="1761"/>
                </a:moveTo>
                <a:cubicBezTo>
                  <a:pt x="3219" y="1796"/>
                  <a:pt x="3191" y="1824"/>
                  <a:pt x="3156" y="1824"/>
                </a:cubicBezTo>
                <a:cubicBezTo>
                  <a:pt x="3121" y="1824"/>
                  <a:pt x="3093" y="1796"/>
                  <a:pt x="3093" y="1761"/>
                </a:cubicBezTo>
                <a:cubicBezTo>
                  <a:pt x="3093" y="1727"/>
                  <a:pt x="3121" y="1698"/>
                  <a:pt x="3156" y="1698"/>
                </a:cubicBezTo>
                <a:cubicBezTo>
                  <a:pt x="3191" y="1698"/>
                  <a:pt x="3219" y="1727"/>
                  <a:pt x="3219" y="1761"/>
                </a:cubicBezTo>
                <a:close/>
                <a:moveTo>
                  <a:pt x="7030" y="5557"/>
                </a:moveTo>
                <a:cubicBezTo>
                  <a:pt x="7030" y="5574"/>
                  <a:pt x="7017" y="5587"/>
                  <a:pt x="7000" y="5587"/>
                </a:cubicBezTo>
                <a:cubicBezTo>
                  <a:pt x="6983" y="5587"/>
                  <a:pt x="6970" y="5574"/>
                  <a:pt x="6970" y="5557"/>
                </a:cubicBezTo>
                <a:cubicBezTo>
                  <a:pt x="6970" y="5540"/>
                  <a:pt x="6983" y="5527"/>
                  <a:pt x="7000" y="5527"/>
                </a:cubicBezTo>
                <a:cubicBezTo>
                  <a:pt x="7017" y="5527"/>
                  <a:pt x="7030" y="5540"/>
                  <a:pt x="7030" y="5557"/>
                </a:cubicBezTo>
                <a:close/>
                <a:moveTo>
                  <a:pt x="8078" y="2988"/>
                </a:moveTo>
                <a:cubicBezTo>
                  <a:pt x="8078" y="3016"/>
                  <a:pt x="8055" y="3038"/>
                  <a:pt x="8027" y="3038"/>
                </a:cubicBezTo>
                <a:cubicBezTo>
                  <a:pt x="8000" y="3038"/>
                  <a:pt x="7977" y="3016"/>
                  <a:pt x="7977" y="2988"/>
                </a:cubicBezTo>
                <a:cubicBezTo>
                  <a:pt x="7977" y="2960"/>
                  <a:pt x="8000" y="2938"/>
                  <a:pt x="8027" y="2938"/>
                </a:cubicBezTo>
                <a:cubicBezTo>
                  <a:pt x="8055" y="2938"/>
                  <a:pt x="8078" y="2960"/>
                  <a:pt x="8078" y="2988"/>
                </a:cubicBezTo>
                <a:close/>
                <a:moveTo>
                  <a:pt x="9221" y="3301"/>
                </a:moveTo>
                <a:cubicBezTo>
                  <a:pt x="9221" y="3337"/>
                  <a:pt x="9192" y="3367"/>
                  <a:pt x="9155" y="3367"/>
                </a:cubicBezTo>
                <a:cubicBezTo>
                  <a:pt x="9119" y="3367"/>
                  <a:pt x="9090" y="3337"/>
                  <a:pt x="9090" y="3301"/>
                </a:cubicBezTo>
                <a:cubicBezTo>
                  <a:pt x="9090" y="3264"/>
                  <a:pt x="9119" y="3235"/>
                  <a:pt x="9155" y="3235"/>
                </a:cubicBezTo>
                <a:cubicBezTo>
                  <a:pt x="9192" y="3235"/>
                  <a:pt x="9221" y="3264"/>
                  <a:pt x="9221" y="3301"/>
                </a:cubicBezTo>
                <a:close/>
                <a:moveTo>
                  <a:pt x="7963" y="494"/>
                </a:moveTo>
                <a:cubicBezTo>
                  <a:pt x="7963" y="530"/>
                  <a:pt x="7934" y="559"/>
                  <a:pt x="7899" y="559"/>
                </a:cubicBezTo>
                <a:cubicBezTo>
                  <a:pt x="7863" y="559"/>
                  <a:pt x="7834" y="530"/>
                  <a:pt x="7834" y="494"/>
                </a:cubicBezTo>
                <a:cubicBezTo>
                  <a:pt x="7834" y="458"/>
                  <a:pt x="7863" y="429"/>
                  <a:pt x="7899" y="429"/>
                </a:cubicBezTo>
                <a:cubicBezTo>
                  <a:pt x="7934" y="429"/>
                  <a:pt x="7963" y="458"/>
                  <a:pt x="7963" y="494"/>
                </a:cubicBezTo>
                <a:close/>
                <a:moveTo>
                  <a:pt x="3162" y="3395"/>
                </a:moveTo>
                <a:cubicBezTo>
                  <a:pt x="3162" y="3423"/>
                  <a:pt x="3140" y="3445"/>
                  <a:pt x="3112" y="3445"/>
                </a:cubicBezTo>
                <a:cubicBezTo>
                  <a:pt x="3084" y="3445"/>
                  <a:pt x="3061" y="3423"/>
                  <a:pt x="3061" y="3395"/>
                </a:cubicBezTo>
                <a:cubicBezTo>
                  <a:pt x="3061" y="3367"/>
                  <a:pt x="3084" y="3345"/>
                  <a:pt x="3112" y="3345"/>
                </a:cubicBezTo>
                <a:cubicBezTo>
                  <a:pt x="3140" y="3345"/>
                  <a:pt x="3162" y="3367"/>
                  <a:pt x="3162" y="3395"/>
                </a:cubicBezTo>
                <a:close/>
                <a:moveTo>
                  <a:pt x="6324" y="464"/>
                </a:moveTo>
                <a:cubicBezTo>
                  <a:pt x="6324" y="492"/>
                  <a:pt x="6301" y="515"/>
                  <a:pt x="6273" y="515"/>
                </a:cubicBezTo>
                <a:cubicBezTo>
                  <a:pt x="6245" y="515"/>
                  <a:pt x="6222" y="492"/>
                  <a:pt x="6222" y="464"/>
                </a:cubicBezTo>
                <a:cubicBezTo>
                  <a:pt x="6222" y="436"/>
                  <a:pt x="6245" y="413"/>
                  <a:pt x="6273" y="413"/>
                </a:cubicBezTo>
                <a:cubicBezTo>
                  <a:pt x="6301" y="413"/>
                  <a:pt x="6324" y="436"/>
                  <a:pt x="6324" y="464"/>
                </a:cubicBezTo>
                <a:close/>
                <a:moveTo>
                  <a:pt x="6711" y="1822"/>
                </a:moveTo>
                <a:cubicBezTo>
                  <a:pt x="6711" y="1856"/>
                  <a:pt x="6683" y="1884"/>
                  <a:pt x="6649" y="1884"/>
                </a:cubicBezTo>
                <a:cubicBezTo>
                  <a:pt x="6615" y="1884"/>
                  <a:pt x="6588" y="1856"/>
                  <a:pt x="6588" y="1822"/>
                </a:cubicBezTo>
                <a:cubicBezTo>
                  <a:pt x="6588" y="1788"/>
                  <a:pt x="6615" y="1761"/>
                  <a:pt x="6649" y="1761"/>
                </a:cubicBezTo>
                <a:cubicBezTo>
                  <a:pt x="6683" y="1761"/>
                  <a:pt x="6711" y="1788"/>
                  <a:pt x="6711" y="1822"/>
                </a:cubicBezTo>
                <a:close/>
                <a:moveTo>
                  <a:pt x="5177" y="2872"/>
                </a:moveTo>
                <a:cubicBezTo>
                  <a:pt x="5177" y="2892"/>
                  <a:pt x="5160" y="2909"/>
                  <a:pt x="5139" y="2909"/>
                </a:cubicBezTo>
                <a:cubicBezTo>
                  <a:pt x="5119" y="2909"/>
                  <a:pt x="5102" y="2892"/>
                  <a:pt x="5102" y="2872"/>
                </a:cubicBezTo>
                <a:cubicBezTo>
                  <a:pt x="5102" y="2851"/>
                  <a:pt x="5119" y="2834"/>
                  <a:pt x="5139" y="2834"/>
                </a:cubicBezTo>
                <a:cubicBezTo>
                  <a:pt x="5160" y="2834"/>
                  <a:pt x="5177" y="2851"/>
                  <a:pt x="5177" y="2872"/>
                </a:cubicBezTo>
                <a:close/>
                <a:moveTo>
                  <a:pt x="1721" y="2258"/>
                </a:moveTo>
                <a:cubicBezTo>
                  <a:pt x="1721" y="2286"/>
                  <a:pt x="1699" y="2308"/>
                  <a:pt x="1672" y="2308"/>
                </a:cubicBezTo>
                <a:cubicBezTo>
                  <a:pt x="1645" y="2308"/>
                  <a:pt x="1622" y="2286"/>
                  <a:pt x="1622" y="2258"/>
                </a:cubicBezTo>
                <a:cubicBezTo>
                  <a:pt x="1622" y="2231"/>
                  <a:pt x="1645" y="2209"/>
                  <a:pt x="1672" y="2209"/>
                </a:cubicBezTo>
                <a:cubicBezTo>
                  <a:pt x="1699" y="2209"/>
                  <a:pt x="1721" y="2231"/>
                  <a:pt x="1721" y="2258"/>
                </a:cubicBezTo>
                <a:close/>
                <a:moveTo>
                  <a:pt x="9320" y="4337"/>
                </a:moveTo>
                <a:cubicBezTo>
                  <a:pt x="9320" y="4357"/>
                  <a:pt x="9304" y="4373"/>
                  <a:pt x="9284" y="4373"/>
                </a:cubicBezTo>
                <a:cubicBezTo>
                  <a:pt x="9264" y="4373"/>
                  <a:pt x="9247" y="4357"/>
                  <a:pt x="9247" y="4337"/>
                </a:cubicBezTo>
                <a:cubicBezTo>
                  <a:pt x="9247" y="4317"/>
                  <a:pt x="9264" y="4300"/>
                  <a:pt x="9284" y="4300"/>
                </a:cubicBezTo>
                <a:cubicBezTo>
                  <a:pt x="9304" y="4300"/>
                  <a:pt x="9320" y="4317"/>
                  <a:pt x="9320" y="4337"/>
                </a:cubicBezTo>
                <a:close/>
                <a:moveTo>
                  <a:pt x="2433" y="5752"/>
                </a:moveTo>
                <a:cubicBezTo>
                  <a:pt x="2433" y="5770"/>
                  <a:pt x="2419" y="5784"/>
                  <a:pt x="2402" y="5784"/>
                </a:cubicBezTo>
                <a:cubicBezTo>
                  <a:pt x="2385" y="5784"/>
                  <a:pt x="2371" y="5770"/>
                  <a:pt x="2371" y="5752"/>
                </a:cubicBezTo>
                <a:cubicBezTo>
                  <a:pt x="2371" y="5735"/>
                  <a:pt x="2385" y="5721"/>
                  <a:pt x="2402" y="5721"/>
                </a:cubicBezTo>
                <a:cubicBezTo>
                  <a:pt x="2419" y="5721"/>
                  <a:pt x="2433" y="5735"/>
                  <a:pt x="2433" y="5752"/>
                </a:cubicBezTo>
                <a:close/>
                <a:moveTo>
                  <a:pt x="9340" y="5046"/>
                </a:moveTo>
                <a:cubicBezTo>
                  <a:pt x="9340" y="5082"/>
                  <a:pt x="9311" y="5111"/>
                  <a:pt x="9275" y="5111"/>
                </a:cubicBezTo>
                <a:cubicBezTo>
                  <a:pt x="9240" y="5111"/>
                  <a:pt x="9211" y="5082"/>
                  <a:pt x="9211" y="5046"/>
                </a:cubicBezTo>
                <a:cubicBezTo>
                  <a:pt x="9211" y="5011"/>
                  <a:pt x="9240" y="4982"/>
                  <a:pt x="9275" y="4982"/>
                </a:cubicBezTo>
                <a:cubicBezTo>
                  <a:pt x="9311" y="4982"/>
                  <a:pt x="9340" y="5011"/>
                  <a:pt x="9340" y="5046"/>
                </a:cubicBezTo>
                <a:close/>
                <a:moveTo>
                  <a:pt x="1957" y="5301"/>
                </a:moveTo>
                <a:cubicBezTo>
                  <a:pt x="1957" y="5328"/>
                  <a:pt x="1935" y="5350"/>
                  <a:pt x="1907" y="5350"/>
                </a:cubicBezTo>
                <a:cubicBezTo>
                  <a:pt x="1880" y="5350"/>
                  <a:pt x="1858" y="5328"/>
                  <a:pt x="1858" y="5301"/>
                </a:cubicBezTo>
                <a:cubicBezTo>
                  <a:pt x="1858" y="5273"/>
                  <a:pt x="1880" y="5251"/>
                  <a:pt x="1907" y="5251"/>
                </a:cubicBezTo>
                <a:cubicBezTo>
                  <a:pt x="1935" y="5251"/>
                  <a:pt x="1957" y="5273"/>
                  <a:pt x="1957" y="5301"/>
                </a:cubicBezTo>
                <a:close/>
                <a:moveTo>
                  <a:pt x="4430" y="1727"/>
                </a:moveTo>
                <a:cubicBezTo>
                  <a:pt x="4430" y="1751"/>
                  <a:pt x="4410" y="1771"/>
                  <a:pt x="4386" y="1771"/>
                </a:cubicBezTo>
                <a:cubicBezTo>
                  <a:pt x="4362" y="1771"/>
                  <a:pt x="4343" y="1751"/>
                  <a:pt x="4343" y="1727"/>
                </a:cubicBezTo>
                <a:cubicBezTo>
                  <a:pt x="4343" y="1703"/>
                  <a:pt x="4362" y="1684"/>
                  <a:pt x="4386" y="1684"/>
                </a:cubicBezTo>
                <a:cubicBezTo>
                  <a:pt x="4410" y="1684"/>
                  <a:pt x="4430" y="1703"/>
                  <a:pt x="4430" y="1727"/>
                </a:cubicBezTo>
                <a:close/>
                <a:moveTo>
                  <a:pt x="6925" y="1782"/>
                </a:moveTo>
                <a:cubicBezTo>
                  <a:pt x="6925" y="1820"/>
                  <a:pt x="6895" y="1851"/>
                  <a:pt x="6857" y="1851"/>
                </a:cubicBezTo>
                <a:cubicBezTo>
                  <a:pt x="6819" y="1851"/>
                  <a:pt x="6788" y="1820"/>
                  <a:pt x="6788" y="1782"/>
                </a:cubicBezTo>
                <a:cubicBezTo>
                  <a:pt x="6788" y="1744"/>
                  <a:pt x="6819" y="1714"/>
                  <a:pt x="6857" y="1714"/>
                </a:cubicBezTo>
                <a:cubicBezTo>
                  <a:pt x="6895" y="1714"/>
                  <a:pt x="6925" y="1744"/>
                  <a:pt x="6925" y="1782"/>
                </a:cubicBezTo>
                <a:close/>
                <a:moveTo>
                  <a:pt x="7842" y="5541"/>
                </a:moveTo>
                <a:cubicBezTo>
                  <a:pt x="7842" y="5572"/>
                  <a:pt x="7817" y="5598"/>
                  <a:pt x="7785" y="5598"/>
                </a:cubicBezTo>
                <a:cubicBezTo>
                  <a:pt x="7754" y="5598"/>
                  <a:pt x="7728" y="5572"/>
                  <a:pt x="7728" y="5541"/>
                </a:cubicBezTo>
                <a:cubicBezTo>
                  <a:pt x="7728" y="5509"/>
                  <a:pt x="7754" y="5484"/>
                  <a:pt x="7785" y="5484"/>
                </a:cubicBezTo>
                <a:cubicBezTo>
                  <a:pt x="7817" y="5484"/>
                  <a:pt x="7842" y="5509"/>
                  <a:pt x="7842" y="5541"/>
                </a:cubicBezTo>
                <a:close/>
                <a:moveTo>
                  <a:pt x="7323" y="1618"/>
                </a:moveTo>
                <a:cubicBezTo>
                  <a:pt x="7323" y="1638"/>
                  <a:pt x="7307" y="1654"/>
                  <a:pt x="7288" y="1654"/>
                </a:cubicBezTo>
                <a:cubicBezTo>
                  <a:pt x="7268" y="1654"/>
                  <a:pt x="7252" y="1638"/>
                  <a:pt x="7252" y="1618"/>
                </a:cubicBezTo>
                <a:cubicBezTo>
                  <a:pt x="7252" y="1599"/>
                  <a:pt x="7268" y="1583"/>
                  <a:pt x="7288" y="1583"/>
                </a:cubicBezTo>
                <a:cubicBezTo>
                  <a:pt x="7307" y="1583"/>
                  <a:pt x="7323" y="1599"/>
                  <a:pt x="7323" y="1618"/>
                </a:cubicBezTo>
                <a:close/>
                <a:moveTo>
                  <a:pt x="1067" y="3975"/>
                </a:moveTo>
                <a:cubicBezTo>
                  <a:pt x="1067" y="4011"/>
                  <a:pt x="1038" y="4041"/>
                  <a:pt x="1001" y="4041"/>
                </a:cubicBezTo>
                <a:cubicBezTo>
                  <a:pt x="964" y="4041"/>
                  <a:pt x="935" y="4011"/>
                  <a:pt x="935" y="3975"/>
                </a:cubicBezTo>
                <a:cubicBezTo>
                  <a:pt x="935" y="3938"/>
                  <a:pt x="964" y="3909"/>
                  <a:pt x="1001" y="3909"/>
                </a:cubicBezTo>
                <a:cubicBezTo>
                  <a:pt x="1038" y="3909"/>
                  <a:pt x="1067" y="3938"/>
                  <a:pt x="1067" y="3975"/>
                </a:cubicBezTo>
                <a:close/>
                <a:moveTo>
                  <a:pt x="3698" y="3414"/>
                </a:moveTo>
                <a:cubicBezTo>
                  <a:pt x="3698" y="3437"/>
                  <a:pt x="3679" y="3455"/>
                  <a:pt x="3657" y="3455"/>
                </a:cubicBezTo>
                <a:cubicBezTo>
                  <a:pt x="3635" y="3455"/>
                  <a:pt x="3616" y="3437"/>
                  <a:pt x="3616" y="3414"/>
                </a:cubicBezTo>
                <a:cubicBezTo>
                  <a:pt x="3616" y="3392"/>
                  <a:pt x="3635" y="3374"/>
                  <a:pt x="3657" y="3374"/>
                </a:cubicBezTo>
                <a:cubicBezTo>
                  <a:pt x="3679" y="3374"/>
                  <a:pt x="3698" y="3392"/>
                  <a:pt x="3698" y="3414"/>
                </a:cubicBezTo>
                <a:close/>
                <a:moveTo>
                  <a:pt x="6583" y="5633"/>
                </a:moveTo>
                <a:cubicBezTo>
                  <a:pt x="6583" y="5665"/>
                  <a:pt x="6557" y="5692"/>
                  <a:pt x="6524" y="5692"/>
                </a:cubicBezTo>
                <a:cubicBezTo>
                  <a:pt x="6492" y="5692"/>
                  <a:pt x="6466" y="5665"/>
                  <a:pt x="6466" y="5633"/>
                </a:cubicBezTo>
                <a:cubicBezTo>
                  <a:pt x="6466" y="5601"/>
                  <a:pt x="6492" y="5574"/>
                  <a:pt x="6524" y="5574"/>
                </a:cubicBezTo>
                <a:cubicBezTo>
                  <a:pt x="6557" y="5574"/>
                  <a:pt x="6583" y="5601"/>
                  <a:pt x="6583" y="5633"/>
                </a:cubicBezTo>
                <a:close/>
                <a:moveTo>
                  <a:pt x="4862" y="5690"/>
                </a:moveTo>
                <a:cubicBezTo>
                  <a:pt x="4862" y="5717"/>
                  <a:pt x="4840" y="5738"/>
                  <a:pt x="4814" y="5738"/>
                </a:cubicBezTo>
                <a:cubicBezTo>
                  <a:pt x="4787" y="5738"/>
                  <a:pt x="4766" y="5717"/>
                  <a:pt x="4766" y="5690"/>
                </a:cubicBezTo>
                <a:cubicBezTo>
                  <a:pt x="4766" y="5664"/>
                  <a:pt x="4787" y="5643"/>
                  <a:pt x="4814" y="5643"/>
                </a:cubicBezTo>
                <a:cubicBezTo>
                  <a:pt x="4840" y="5643"/>
                  <a:pt x="4862" y="5664"/>
                  <a:pt x="4862" y="5690"/>
                </a:cubicBezTo>
                <a:close/>
                <a:moveTo>
                  <a:pt x="9510" y="5123"/>
                </a:moveTo>
                <a:cubicBezTo>
                  <a:pt x="9510" y="5156"/>
                  <a:pt x="9484" y="5182"/>
                  <a:pt x="9451" y="5182"/>
                </a:cubicBezTo>
                <a:cubicBezTo>
                  <a:pt x="9419" y="5182"/>
                  <a:pt x="9393" y="5156"/>
                  <a:pt x="9393" y="5123"/>
                </a:cubicBezTo>
                <a:cubicBezTo>
                  <a:pt x="9393" y="5090"/>
                  <a:pt x="9419" y="5064"/>
                  <a:pt x="9451" y="5064"/>
                </a:cubicBezTo>
                <a:cubicBezTo>
                  <a:pt x="9484" y="5064"/>
                  <a:pt x="9510" y="5090"/>
                  <a:pt x="9510" y="5123"/>
                </a:cubicBezTo>
                <a:close/>
                <a:moveTo>
                  <a:pt x="6713" y="2526"/>
                </a:moveTo>
                <a:cubicBezTo>
                  <a:pt x="6713" y="2551"/>
                  <a:pt x="6692" y="2571"/>
                  <a:pt x="6667" y="2571"/>
                </a:cubicBezTo>
                <a:cubicBezTo>
                  <a:pt x="6642" y="2571"/>
                  <a:pt x="6622" y="2551"/>
                  <a:pt x="6622" y="2526"/>
                </a:cubicBezTo>
                <a:cubicBezTo>
                  <a:pt x="6622" y="2501"/>
                  <a:pt x="6642" y="2480"/>
                  <a:pt x="6667" y="2480"/>
                </a:cubicBezTo>
                <a:cubicBezTo>
                  <a:pt x="6692" y="2480"/>
                  <a:pt x="6713" y="2501"/>
                  <a:pt x="6713" y="2526"/>
                </a:cubicBezTo>
                <a:close/>
                <a:moveTo>
                  <a:pt x="3459" y="4270"/>
                </a:moveTo>
                <a:cubicBezTo>
                  <a:pt x="3459" y="4305"/>
                  <a:pt x="3430" y="4335"/>
                  <a:pt x="3394" y="4335"/>
                </a:cubicBezTo>
                <a:cubicBezTo>
                  <a:pt x="3358" y="4335"/>
                  <a:pt x="3329" y="4305"/>
                  <a:pt x="3329" y="4270"/>
                </a:cubicBezTo>
                <a:cubicBezTo>
                  <a:pt x="3329" y="4234"/>
                  <a:pt x="3358" y="4205"/>
                  <a:pt x="3394" y="4205"/>
                </a:cubicBezTo>
                <a:cubicBezTo>
                  <a:pt x="3430" y="4205"/>
                  <a:pt x="3459" y="4234"/>
                  <a:pt x="3459" y="4270"/>
                </a:cubicBezTo>
                <a:close/>
                <a:moveTo>
                  <a:pt x="2195" y="3094"/>
                </a:moveTo>
                <a:cubicBezTo>
                  <a:pt x="2195" y="3117"/>
                  <a:pt x="2177" y="3135"/>
                  <a:pt x="2153" y="3135"/>
                </a:cubicBezTo>
                <a:cubicBezTo>
                  <a:pt x="2130" y="3135"/>
                  <a:pt x="2112" y="3117"/>
                  <a:pt x="2112" y="3094"/>
                </a:cubicBezTo>
                <a:cubicBezTo>
                  <a:pt x="2112" y="3071"/>
                  <a:pt x="2130" y="3052"/>
                  <a:pt x="2153" y="3052"/>
                </a:cubicBezTo>
                <a:cubicBezTo>
                  <a:pt x="2177" y="3052"/>
                  <a:pt x="2195" y="3071"/>
                  <a:pt x="2195" y="3094"/>
                </a:cubicBezTo>
                <a:close/>
                <a:moveTo>
                  <a:pt x="3076" y="1319"/>
                </a:moveTo>
                <a:cubicBezTo>
                  <a:pt x="3076" y="1354"/>
                  <a:pt x="3047" y="1383"/>
                  <a:pt x="3012" y="1383"/>
                </a:cubicBezTo>
                <a:cubicBezTo>
                  <a:pt x="2976" y="1383"/>
                  <a:pt x="2947" y="1354"/>
                  <a:pt x="2947" y="1319"/>
                </a:cubicBezTo>
                <a:cubicBezTo>
                  <a:pt x="2947" y="1283"/>
                  <a:pt x="2976" y="1254"/>
                  <a:pt x="3012" y="1254"/>
                </a:cubicBezTo>
                <a:cubicBezTo>
                  <a:pt x="3047" y="1254"/>
                  <a:pt x="3076" y="1283"/>
                  <a:pt x="3076" y="1319"/>
                </a:cubicBezTo>
                <a:close/>
                <a:moveTo>
                  <a:pt x="4580" y="5013"/>
                </a:moveTo>
                <a:cubicBezTo>
                  <a:pt x="4580" y="5033"/>
                  <a:pt x="4563" y="5049"/>
                  <a:pt x="4543" y="5049"/>
                </a:cubicBezTo>
                <a:cubicBezTo>
                  <a:pt x="4523" y="5049"/>
                  <a:pt x="4506" y="5033"/>
                  <a:pt x="4506" y="5013"/>
                </a:cubicBezTo>
                <a:cubicBezTo>
                  <a:pt x="4506" y="4992"/>
                  <a:pt x="4523" y="4976"/>
                  <a:pt x="4543" y="4976"/>
                </a:cubicBezTo>
                <a:cubicBezTo>
                  <a:pt x="4563" y="4976"/>
                  <a:pt x="4580" y="4992"/>
                  <a:pt x="4580" y="5013"/>
                </a:cubicBezTo>
                <a:close/>
                <a:moveTo>
                  <a:pt x="7530" y="3564"/>
                </a:moveTo>
                <a:cubicBezTo>
                  <a:pt x="7530" y="3601"/>
                  <a:pt x="7500" y="3631"/>
                  <a:pt x="7462" y="3631"/>
                </a:cubicBezTo>
                <a:cubicBezTo>
                  <a:pt x="7425" y="3631"/>
                  <a:pt x="7395" y="3601"/>
                  <a:pt x="7395" y="3564"/>
                </a:cubicBezTo>
                <a:cubicBezTo>
                  <a:pt x="7395" y="3526"/>
                  <a:pt x="7425" y="3496"/>
                  <a:pt x="7462" y="3496"/>
                </a:cubicBezTo>
                <a:cubicBezTo>
                  <a:pt x="7500" y="3496"/>
                  <a:pt x="7530" y="3526"/>
                  <a:pt x="7530" y="3564"/>
                </a:cubicBezTo>
                <a:close/>
                <a:moveTo>
                  <a:pt x="4234" y="1958"/>
                </a:moveTo>
                <a:cubicBezTo>
                  <a:pt x="4234" y="1976"/>
                  <a:pt x="4220" y="1991"/>
                  <a:pt x="4202" y="1991"/>
                </a:cubicBezTo>
                <a:cubicBezTo>
                  <a:pt x="4183" y="1991"/>
                  <a:pt x="4169" y="1976"/>
                  <a:pt x="4169" y="1958"/>
                </a:cubicBezTo>
                <a:cubicBezTo>
                  <a:pt x="4169" y="1940"/>
                  <a:pt x="4183" y="1926"/>
                  <a:pt x="4202" y="1926"/>
                </a:cubicBezTo>
                <a:cubicBezTo>
                  <a:pt x="4220" y="1926"/>
                  <a:pt x="4234" y="1940"/>
                  <a:pt x="4234" y="1958"/>
                </a:cubicBezTo>
                <a:close/>
                <a:moveTo>
                  <a:pt x="7924" y="4848"/>
                </a:moveTo>
                <a:cubicBezTo>
                  <a:pt x="7924" y="4865"/>
                  <a:pt x="7910" y="4879"/>
                  <a:pt x="7893" y="4879"/>
                </a:cubicBezTo>
                <a:cubicBezTo>
                  <a:pt x="7876" y="4879"/>
                  <a:pt x="7862" y="4865"/>
                  <a:pt x="7862" y="4848"/>
                </a:cubicBezTo>
                <a:cubicBezTo>
                  <a:pt x="7862" y="4831"/>
                  <a:pt x="7876" y="4817"/>
                  <a:pt x="7893" y="4817"/>
                </a:cubicBezTo>
                <a:cubicBezTo>
                  <a:pt x="7910" y="4817"/>
                  <a:pt x="7924" y="4831"/>
                  <a:pt x="7924" y="4848"/>
                </a:cubicBezTo>
                <a:close/>
                <a:moveTo>
                  <a:pt x="5157" y="4363"/>
                </a:moveTo>
                <a:cubicBezTo>
                  <a:pt x="5157" y="4388"/>
                  <a:pt x="5138" y="4408"/>
                  <a:pt x="5113" y="4408"/>
                </a:cubicBezTo>
                <a:cubicBezTo>
                  <a:pt x="5089" y="4408"/>
                  <a:pt x="5069" y="4388"/>
                  <a:pt x="5069" y="4363"/>
                </a:cubicBezTo>
                <a:cubicBezTo>
                  <a:pt x="5069" y="4339"/>
                  <a:pt x="5089" y="4319"/>
                  <a:pt x="5113" y="4319"/>
                </a:cubicBezTo>
                <a:cubicBezTo>
                  <a:pt x="5138" y="4319"/>
                  <a:pt x="5157" y="4339"/>
                  <a:pt x="5157" y="4363"/>
                </a:cubicBezTo>
                <a:close/>
                <a:moveTo>
                  <a:pt x="1238" y="2361"/>
                </a:moveTo>
                <a:cubicBezTo>
                  <a:pt x="1238" y="2391"/>
                  <a:pt x="1214" y="2415"/>
                  <a:pt x="1185" y="2415"/>
                </a:cubicBezTo>
                <a:cubicBezTo>
                  <a:pt x="1155" y="2415"/>
                  <a:pt x="1131" y="2391"/>
                  <a:pt x="1131" y="2361"/>
                </a:cubicBezTo>
                <a:cubicBezTo>
                  <a:pt x="1131" y="2331"/>
                  <a:pt x="1155" y="2307"/>
                  <a:pt x="1185" y="2307"/>
                </a:cubicBezTo>
                <a:cubicBezTo>
                  <a:pt x="1214" y="2307"/>
                  <a:pt x="1238" y="2331"/>
                  <a:pt x="1238" y="2361"/>
                </a:cubicBezTo>
                <a:close/>
                <a:moveTo>
                  <a:pt x="4844" y="3954"/>
                </a:moveTo>
                <a:cubicBezTo>
                  <a:pt x="4844" y="3971"/>
                  <a:pt x="4831" y="3984"/>
                  <a:pt x="4814" y="3984"/>
                </a:cubicBezTo>
                <a:cubicBezTo>
                  <a:pt x="4798" y="3984"/>
                  <a:pt x="4784" y="3971"/>
                  <a:pt x="4784" y="3954"/>
                </a:cubicBezTo>
                <a:cubicBezTo>
                  <a:pt x="4784" y="3937"/>
                  <a:pt x="4798" y="3924"/>
                  <a:pt x="4814" y="3924"/>
                </a:cubicBezTo>
                <a:cubicBezTo>
                  <a:pt x="4831" y="3924"/>
                  <a:pt x="4844" y="3937"/>
                  <a:pt x="4844" y="3954"/>
                </a:cubicBezTo>
                <a:close/>
                <a:moveTo>
                  <a:pt x="4738" y="2505"/>
                </a:moveTo>
                <a:cubicBezTo>
                  <a:pt x="4738" y="2542"/>
                  <a:pt x="4708" y="2571"/>
                  <a:pt x="4672" y="2571"/>
                </a:cubicBezTo>
                <a:cubicBezTo>
                  <a:pt x="4635" y="2571"/>
                  <a:pt x="4606" y="2542"/>
                  <a:pt x="4606" y="2505"/>
                </a:cubicBezTo>
                <a:cubicBezTo>
                  <a:pt x="4606" y="2469"/>
                  <a:pt x="4635" y="2439"/>
                  <a:pt x="4672" y="2439"/>
                </a:cubicBezTo>
                <a:cubicBezTo>
                  <a:pt x="4708" y="2439"/>
                  <a:pt x="4738" y="2469"/>
                  <a:pt x="4738" y="2505"/>
                </a:cubicBezTo>
                <a:close/>
                <a:moveTo>
                  <a:pt x="8156" y="5577"/>
                </a:moveTo>
                <a:cubicBezTo>
                  <a:pt x="8156" y="5604"/>
                  <a:pt x="8134" y="5625"/>
                  <a:pt x="8108" y="5625"/>
                </a:cubicBezTo>
                <a:cubicBezTo>
                  <a:pt x="8081" y="5625"/>
                  <a:pt x="8059" y="5604"/>
                  <a:pt x="8059" y="5577"/>
                </a:cubicBezTo>
                <a:cubicBezTo>
                  <a:pt x="8059" y="5551"/>
                  <a:pt x="8081" y="5529"/>
                  <a:pt x="8108" y="5529"/>
                </a:cubicBezTo>
                <a:cubicBezTo>
                  <a:pt x="8134" y="5529"/>
                  <a:pt x="8156" y="5551"/>
                  <a:pt x="8156" y="5577"/>
                </a:cubicBezTo>
                <a:close/>
                <a:moveTo>
                  <a:pt x="7367" y="4172"/>
                </a:moveTo>
                <a:cubicBezTo>
                  <a:pt x="7367" y="4209"/>
                  <a:pt x="7337" y="4238"/>
                  <a:pt x="7301" y="4238"/>
                </a:cubicBezTo>
                <a:cubicBezTo>
                  <a:pt x="7265" y="4238"/>
                  <a:pt x="7236" y="4209"/>
                  <a:pt x="7236" y="4172"/>
                </a:cubicBezTo>
                <a:cubicBezTo>
                  <a:pt x="7236" y="4136"/>
                  <a:pt x="7265" y="4107"/>
                  <a:pt x="7301" y="4107"/>
                </a:cubicBezTo>
                <a:cubicBezTo>
                  <a:pt x="7337" y="4107"/>
                  <a:pt x="7367" y="4136"/>
                  <a:pt x="7367" y="4172"/>
                </a:cubicBezTo>
                <a:close/>
                <a:moveTo>
                  <a:pt x="3875" y="4396"/>
                </a:moveTo>
                <a:cubicBezTo>
                  <a:pt x="3875" y="4424"/>
                  <a:pt x="3853" y="4446"/>
                  <a:pt x="3826" y="4446"/>
                </a:cubicBezTo>
                <a:cubicBezTo>
                  <a:pt x="3798" y="4446"/>
                  <a:pt x="3776" y="4424"/>
                  <a:pt x="3776" y="4396"/>
                </a:cubicBezTo>
                <a:cubicBezTo>
                  <a:pt x="3776" y="4369"/>
                  <a:pt x="3798" y="4347"/>
                  <a:pt x="3826" y="4347"/>
                </a:cubicBezTo>
                <a:cubicBezTo>
                  <a:pt x="3853" y="4347"/>
                  <a:pt x="3875" y="4369"/>
                  <a:pt x="3875" y="4396"/>
                </a:cubicBezTo>
                <a:close/>
                <a:moveTo>
                  <a:pt x="4226" y="1736"/>
                </a:moveTo>
                <a:cubicBezTo>
                  <a:pt x="4226" y="1754"/>
                  <a:pt x="4211" y="1769"/>
                  <a:pt x="4193" y="1769"/>
                </a:cubicBezTo>
                <a:cubicBezTo>
                  <a:pt x="4174" y="1769"/>
                  <a:pt x="4160" y="1754"/>
                  <a:pt x="4160" y="1736"/>
                </a:cubicBezTo>
                <a:cubicBezTo>
                  <a:pt x="4160" y="1718"/>
                  <a:pt x="4174" y="1703"/>
                  <a:pt x="4193" y="1703"/>
                </a:cubicBezTo>
                <a:cubicBezTo>
                  <a:pt x="4211" y="1703"/>
                  <a:pt x="4226" y="1718"/>
                  <a:pt x="4226" y="1736"/>
                </a:cubicBezTo>
                <a:close/>
                <a:moveTo>
                  <a:pt x="3275" y="3552"/>
                </a:moveTo>
                <a:cubicBezTo>
                  <a:pt x="3275" y="3589"/>
                  <a:pt x="3245" y="3620"/>
                  <a:pt x="3207" y="3620"/>
                </a:cubicBezTo>
                <a:cubicBezTo>
                  <a:pt x="3170" y="3620"/>
                  <a:pt x="3139" y="3589"/>
                  <a:pt x="3139" y="3552"/>
                </a:cubicBezTo>
                <a:cubicBezTo>
                  <a:pt x="3139" y="3514"/>
                  <a:pt x="3170" y="3484"/>
                  <a:pt x="3207" y="3484"/>
                </a:cubicBezTo>
                <a:cubicBezTo>
                  <a:pt x="3245" y="3484"/>
                  <a:pt x="3275" y="3514"/>
                  <a:pt x="3275" y="3552"/>
                </a:cubicBezTo>
                <a:close/>
                <a:moveTo>
                  <a:pt x="1848" y="5552"/>
                </a:moveTo>
                <a:cubicBezTo>
                  <a:pt x="1848" y="5586"/>
                  <a:pt x="1821" y="5613"/>
                  <a:pt x="1787" y="5613"/>
                </a:cubicBezTo>
                <a:cubicBezTo>
                  <a:pt x="1753" y="5613"/>
                  <a:pt x="1725" y="5586"/>
                  <a:pt x="1725" y="5552"/>
                </a:cubicBezTo>
                <a:cubicBezTo>
                  <a:pt x="1725" y="5518"/>
                  <a:pt x="1753" y="5490"/>
                  <a:pt x="1787" y="5490"/>
                </a:cubicBezTo>
                <a:cubicBezTo>
                  <a:pt x="1821" y="5490"/>
                  <a:pt x="1848" y="5518"/>
                  <a:pt x="1848" y="5552"/>
                </a:cubicBezTo>
                <a:close/>
                <a:moveTo>
                  <a:pt x="7456" y="3016"/>
                </a:moveTo>
                <a:cubicBezTo>
                  <a:pt x="7456" y="3044"/>
                  <a:pt x="7434" y="3066"/>
                  <a:pt x="7406" y="3066"/>
                </a:cubicBezTo>
                <a:cubicBezTo>
                  <a:pt x="7379" y="3066"/>
                  <a:pt x="7357" y="3044"/>
                  <a:pt x="7357" y="3016"/>
                </a:cubicBezTo>
                <a:cubicBezTo>
                  <a:pt x="7357" y="2989"/>
                  <a:pt x="7379" y="2967"/>
                  <a:pt x="7406" y="2967"/>
                </a:cubicBezTo>
                <a:cubicBezTo>
                  <a:pt x="7434" y="2967"/>
                  <a:pt x="7456" y="2989"/>
                  <a:pt x="7456" y="3016"/>
                </a:cubicBezTo>
                <a:close/>
                <a:moveTo>
                  <a:pt x="5927" y="4813"/>
                </a:moveTo>
                <a:cubicBezTo>
                  <a:pt x="5927" y="4850"/>
                  <a:pt x="5898" y="4879"/>
                  <a:pt x="5862" y="4879"/>
                </a:cubicBezTo>
                <a:cubicBezTo>
                  <a:pt x="5826" y="4879"/>
                  <a:pt x="5796" y="4850"/>
                  <a:pt x="5796" y="4813"/>
                </a:cubicBezTo>
                <a:cubicBezTo>
                  <a:pt x="5796" y="4777"/>
                  <a:pt x="5826" y="4748"/>
                  <a:pt x="5862" y="4748"/>
                </a:cubicBezTo>
                <a:cubicBezTo>
                  <a:pt x="5898" y="4748"/>
                  <a:pt x="5927" y="4777"/>
                  <a:pt x="5927" y="4813"/>
                </a:cubicBezTo>
                <a:close/>
                <a:moveTo>
                  <a:pt x="216" y="5578"/>
                </a:moveTo>
                <a:cubicBezTo>
                  <a:pt x="216" y="5613"/>
                  <a:pt x="188" y="5641"/>
                  <a:pt x="153" y="5641"/>
                </a:cubicBezTo>
                <a:cubicBezTo>
                  <a:pt x="119" y="5641"/>
                  <a:pt x="91" y="5613"/>
                  <a:pt x="91" y="5578"/>
                </a:cubicBezTo>
                <a:cubicBezTo>
                  <a:pt x="91" y="5544"/>
                  <a:pt x="119" y="5516"/>
                  <a:pt x="153" y="5516"/>
                </a:cubicBezTo>
                <a:cubicBezTo>
                  <a:pt x="188" y="5516"/>
                  <a:pt x="216" y="5544"/>
                  <a:pt x="216" y="5578"/>
                </a:cubicBezTo>
                <a:close/>
                <a:moveTo>
                  <a:pt x="8778" y="1966"/>
                </a:moveTo>
                <a:cubicBezTo>
                  <a:pt x="8778" y="1989"/>
                  <a:pt x="8759" y="2008"/>
                  <a:pt x="8736" y="2008"/>
                </a:cubicBezTo>
                <a:cubicBezTo>
                  <a:pt x="8713" y="2008"/>
                  <a:pt x="8694" y="1989"/>
                  <a:pt x="8694" y="1966"/>
                </a:cubicBezTo>
                <a:cubicBezTo>
                  <a:pt x="8694" y="1942"/>
                  <a:pt x="8713" y="1923"/>
                  <a:pt x="8736" y="1923"/>
                </a:cubicBezTo>
                <a:cubicBezTo>
                  <a:pt x="8759" y="1923"/>
                  <a:pt x="8778" y="1942"/>
                  <a:pt x="8778" y="1966"/>
                </a:cubicBezTo>
                <a:close/>
                <a:moveTo>
                  <a:pt x="8492" y="5375"/>
                </a:moveTo>
                <a:cubicBezTo>
                  <a:pt x="8492" y="5401"/>
                  <a:pt x="8471" y="5422"/>
                  <a:pt x="8446" y="5422"/>
                </a:cubicBezTo>
                <a:cubicBezTo>
                  <a:pt x="8420" y="5422"/>
                  <a:pt x="8399" y="5401"/>
                  <a:pt x="8399" y="5375"/>
                </a:cubicBezTo>
                <a:cubicBezTo>
                  <a:pt x="8399" y="5350"/>
                  <a:pt x="8420" y="5329"/>
                  <a:pt x="8446" y="5329"/>
                </a:cubicBezTo>
                <a:cubicBezTo>
                  <a:pt x="8471" y="5329"/>
                  <a:pt x="8492" y="5350"/>
                  <a:pt x="8492" y="5375"/>
                </a:cubicBezTo>
                <a:close/>
                <a:moveTo>
                  <a:pt x="4260" y="1761"/>
                </a:moveTo>
                <a:cubicBezTo>
                  <a:pt x="4260" y="1781"/>
                  <a:pt x="4244" y="1798"/>
                  <a:pt x="4224" y="1798"/>
                </a:cubicBezTo>
                <a:cubicBezTo>
                  <a:pt x="4204" y="1798"/>
                  <a:pt x="4188" y="1781"/>
                  <a:pt x="4188" y="1761"/>
                </a:cubicBezTo>
                <a:cubicBezTo>
                  <a:pt x="4188" y="1741"/>
                  <a:pt x="4204" y="1725"/>
                  <a:pt x="4224" y="1725"/>
                </a:cubicBezTo>
                <a:cubicBezTo>
                  <a:pt x="4244" y="1725"/>
                  <a:pt x="4260" y="1741"/>
                  <a:pt x="4260" y="1761"/>
                </a:cubicBezTo>
                <a:close/>
                <a:moveTo>
                  <a:pt x="1742" y="1978"/>
                </a:moveTo>
                <a:cubicBezTo>
                  <a:pt x="1742" y="1998"/>
                  <a:pt x="1725" y="2015"/>
                  <a:pt x="1705" y="2015"/>
                </a:cubicBezTo>
                <a:cubicBezTo>
                  <a:pt x="1684" y="2015"/>
                  <a:pt x="1667" y="1998"/>
                  <a:pt x="1667" y="1978"/>
                </a:cubicBezTo>
                <a:cubicBezTo>
                  <a:pt x="1667" y="1957"/>
                  <a:pt x="1684" y="1940"/>
                  <a:pt x="1705" y="1940"/>
                </a:cubicBezTo>
                <a:cubicBezTo>
                  <a:pt x="1725" y="1940"/>
                  <a:pt x="1742" y="1957"/>
                  <a:pt x="1742" y="1978"/>
                </a:cubicBezTo>
                <a:close/>
                <a:moveTo>
                  <a:pt x="6032" y="4771"/>
                </a:moveTo>
                <a:cubicBezTo>
                  <a:pt x="6032" y="4799"/>
                  <a:pt x="6009" y="4822"/>
                  <a:pt x="5981" y="4822"/>
                </a:cubicBezTo>
                <a:cubicBezTo>
                  <a:pt x="5952" y="4822"/>
                  <a:pt x="5929" y="4799"/>
                  <a:pt x="5929" y="4771"/>
                </a:cubicBezTo>
                <a:cubicBezTo>
                  <a:pt x="5929" y="4743"/>
                  <a:pt x="5952" y="4720"/>
                  <a:pt x="5981" y="4720"/>
                </a:cubicBezTo>
                <a:cubicBezTo>
                  <a:pt x="6009" y="4720"/>
                  <a:pt x="6032" y="4743"/>
                  <a:pt x="6032" y="4771"/>
                </a:cubicBezTo>
                <a:close/>
                <a:moveTo>
                  <a:pt x="2940" y="1478"/>
                </a:moveTo>
                <a:cubicBezTo>
                  <a:pt x="2940" y="1505"/>
                  <a:pt x="2918" y="1526"/>
                  <a:pt x="2891" y="1526"/>
                </a:cubicBezTo>
                <a:cubicBezTo>
                  <a:pt x="2865" y="1526"/>
                  <a:pt x="2843" y="1505"/>
                  <a:pt x="2843" y="1478"/>
                </a:cubicBezTo>
                <a:cubicBezTo>
                  <a:pt x="2843" y="1451"/>
                  <a:pt x="2865" y="1430"/>
                  <a:pt x="2891" y="1430"/>
                </a:cubicBezTo>
                <a:cubicBezTo>
                  <a:pt x="2918" y="1430"/>
                  <a:pt x="2940" y="1451"/>
                  <a:pt x="2940" y="1478"/>
                </a:cubicBezTo>
                <a:close/>
                <a:moveTo>
                  <a:pt x="1729" y="2624"/>
                </a:moveTo>
                <a:cubicBezTo>
                  <a:pt x="1729" y="2644"/>
                  <a:pt x="1713" y="2660"/>
                  <a:pt x="1693" y="2660"/>
                </a:cubicBezTo>
                <a:cubicBezTo>
                  <a:pt x="1673" y="2660"/>
                  <a:pt x="1656" y="2644"/>
                  <a:pt x="1656" y="2624"/>
                </a:cubicBezTo>
                <a:cubicBezTo>
                  <a:pt x="1656" y="2604"/>
                  <a:pt x="1673" y="2588"/>
                  <a:pt x="1693" y="2588"/>
                </a:cubicBezTo>
                <a:cubicBezTo>
                  <a:pt x="1713" y="2588"/>
                  <a:pt x="1729" y="2604"/>
                  <a:pt x="1729" y="2624"/>
                </a:cubicBezTo>
                <a:close/>
                <a:moveTo>
                  <a:pt x="7113" y="4722"/>
                </a:moveTo>
                <a:cubicBezTo>
                  <a:pt x="7113" y="4741"/>
                  <a:pt x="7098" y="4756"/>
                  <a:pt x="7079" y="4756"/>
                </a:cubicBezTo>
                <a:cubicBezTo>
                  <a:pt x="7061" y="4756"/>
                  <a:pt x="7046" y="4741"/>
                  <a:pt x="7046" y="4722"/>
                </a:cubicBezTo>
                <a:cubicBezTo>
                  <a:pt x="7046" y="4704"/>
                  <a:pt x="7061" y="4688"/>
                  <a:pt x="7079" y="4688"/>
                </a:cubicBezTo>
                <a:cubicBezTo>
                  <a:pt x="7098" y="4688"/>
                  <a:pt x="7113" y="4704"/>
                  <a:pt x="7113" y="4722"/>
                </a:cubicBezTo>
                <a:close/>
                <a:moveTo>
                  <a:pt x="1661" y="2084"/>
                </a:moveTo>
                <a:cubicBezTo>
                  <a:pt x="1661" y="2105"/>
                  <a:pt x="1644" y="2122"/>
                  <a:pt x="1623" y="2122"/>
                </a:cubicBezTo>
                <a:cubicBezTo>
                  <a:pt x="1602" y="2122"/>
                  <a:pt x="1585" y="2105"/>
                  <a:pt x="1585" y="2084"/>
                </a:cubicBezTo>
                <a:cubicBezTo>
                  <a:pt x="1585" y="2063"/>
                  <a:pt x="1602" y="2046"/>
                  <a:pt x="1623" y="2046"/>
                </a:cubicBezTo>
                <a:cubicBezTo>
                  <a:pt x="1644" y="2046"/>
                  <a:pt x="1661" y="2063"/>
                  <a:pt x="1661" y="2084"/>
                </a:cubicBezTo>
                <a:close/>
                <a:moveTo>
                  <a:pt x="9040" y="2962"/>
                </a:moveTo>
                <a:cubicBezTo>
                  <a:pt x="9040" y="2979"/>
                  <a:pt x="9026" y="2993"/>
                  <a:pt x="9009" y="2993"/>
                </a:cubicBezTo>
                <a:cubicBezTo>
                  <a:pt x="8992" y="2993"/>
                  <a:pt x="8978" y="2979"/>
                  <a:pt x="8978" y="2962"/>
                </a:cubicBezTo>
                <a:cubicBezTo>
                  <a:pt x="8978" y="2945"/>
                  <a:pt x="8992" y="2931"/>
                  <a:pt x="9009" y="2931"/>
                </a:cubicBezTo>
                <a:cubicBezTo>
                  <a:pt x="9026" y="2931"/>
                  <a:pt x="9040" y="2945"/>
                  <a:pt x="9040" y="2962"/>
                </a:cubicBezTo>
                <a:close/>
                <a:moveTo>
                  <a:pt x="3606" y="4128"/>
                </a:moveTo>
                <a:cubicBezTo>
                  <a:pt x="3606" y="4165"/>
                  <a:pt x="3576" y="4195"/>
                  <a:pt x="3539" y="4195"/>
                </a:cubicBezTo>
                <a:cubicBezTo>
                  <a:pt x="3503" y="4195"/>
                  <a:pt x="3473" y="4165"/>
                  <a:pt x="3473" y="4128"/>
                </a:cubicBezTo>
                <a:cubicBezTo>
                  <a:pt x="3473" y="4092"/>
                  <a:pt x="3503" y="4062"/>
                  <a:pt x="3539" y="4062"/>
                </a:cubicBezTo>
                <a:cubicBezTo>
                  <a:pt x="3576" y="4062"/>
                  <a:pt x="3606" y="4092"/>
                  <a:pt x="3606" y="4128"/>
                </a:cubicBezTo>
                <a:close/>
                <a:moveTo>
                  <a:pt x="3486" y="5740"/>
                </a:moveTo>
                <a:cubicBezTo>
                  <a:pt x="3486" y="5760"/>
                  <a:pt x="3469" y="5777"/>
                  <a:pt x="3449" y="5777"/>
                </a:cubicBezTo>
                <a:cubicBezTo>
                  <a:pt x="3428" y="5777"/>
                  <a:pt x="3412" y="5760"/>
                  <a:pt x="3412" y="5740"/>
                </a:cubicBezTo>
                <a:cubicBezTo>
                  <a:pt x="3412" y="5719"/>
                  <a:pt x="3428" y="5703"/>
                  <a:pt x="3449" y="5703"/>
                </a:cubicBezTo>
                <a:cubicBezTo>
                  <a:pt x="3469" y="5703"/>
                  <a:pt x="3486" y="5719"/>
                  <a:pt x="3486" y="5740"/>
                </a:cubicBezTo>
                <a:close/>
                <a:moveTo>
                  <a:pt x="2544" y="4467"/>
                </a:moveTo>
                <a:cubicBezTo>
                  <a:pt x="2544" y="4497"/>
                  <a:pt x="2520" y="4521"/>
                  <a:pt x="2490" y="4521"/>
                </a:cubicBezTo>
                <a:cubicBezTo>
                  <a:pt x="2460" y="4521"/>
                  <a:pt x="2436" y="4497"/>
                  <a:pt x="2436" y="4467"/>
                </a:cubicBezTo>
                <a:cubicBezTo>
                  <a:pt x="2436" y="4437"/>
                  <a:pt x="2460" y="4413"/>
                  <a:pt x="2490" y="4413"/>
                </a:cubicBezTo>
                <a:cubicBezTo>
                  <a:pt x="2520" y="4413"/>
                  <a:pt x="2544" y="4437"/>
                  <a:pt x="2544" y="4467"/>
                </a:cubicBezTo>
                <a:close/>
                <a:moveTo>
                  <a:pt x="3965" y="877"/>
                </a:moveTo>
                <a:cubicBezTo>
                  <a:pt x="3965" y="905"/>
                  <a:pt x="3942" y="928"/>
                  <a:pt x="3914" y="928"/>
                </a:cubicBezTo>
                <a:cubicBezTo>
                  <a:pt x="3886" y="928"/>
                  <a:pt x="3863" y="905"/>
                  <a:pt x="3863" y="877"/>
                </a:cubicBezTo>
                <a:cubicBezTo>
                  <a:pt x="3863" y="849"/>
                  <a:pt x="3886" y="826"/>
                  <a:pt x="3914" y="826"/>
                </a:cubicBezTo>
                <a:cubicBezTo>
                  <a:pt x="3942" y="826"/>
                  <a:pt x="3965" y="849"/>
                  <a:pt x="3965" y="877"/>
                </a:cubicBezTo>
                <a:close/>
                <a:moveTo>
                  <a:pt x="2413" y="5593"/>
                </a:moveTo>
                <a:cubicBezTo>
                  <a:pt x="2413" y="5631"/>
                  <a:pt x="2382" y="5662"/>
                  <a:pt x="2344" y="5662"/>
                </a:cubicBezTo>
                <a:cubicBezTo>
                  <a:pt x="2306" y="5662"/>
                  <a:pt x="2275" y="5631"/>
                  <a:pt x="2275" y="5593"/>
                </a:cubicBezTo>
                <a:cubicBezTo>
                  <a:pt x="2275" y="5555"/>
                  <a:pt x="2306" y="5525"/>
                  <a:pt x="2344" y="5525"/>
                </a:cubicBezTo>
                <a:cubicBezTo>
                  <a:pt x="2382" y="5525"/>
                  <a:pt x="2413" y="5555"/>
                  <a:pt x="2413" y="5593"/>
                </a:cubicBezTo>
                <a:close/>
                <a:moveTo>
                  <a:pt x="6611" y="3892"/>
                </a:moveTo>
                <a:cubicBezTo>
                  <a:pt x="6611" y="3911"/>
                  <a:pt x="6596" y="3927"/>
                  <a:pt x="6577" y="3927"/>
                </a:cubicBezTo>
                <a:cubicBezTo>
                  <a:pt x="6558" y="3927"/>
                  <a:pt x="6543" y="3911"/>
                  <a:pt x="6543" y="3892"/>
                </a:cubicBezTo>
                <a:cubicBezTo>
                  <a:pt x="6543" y="3874"/>
                  <a:pt x="6558" y="3858"/>
                  <a:pt x="6577" y="3858"/>
                </a:cubicBezTo>
                <a:cubicBezTo>
                  <a:pt x="6596" y="3858"/>
                  <a:pt x="6611" y="3874"/>
                  <a:pt x="6611" y="3892"/>
                </a:cubicBezTo>
                <a:close/>
                <a:moveTo>
                  <a:pt x="990" y="2665"/>
                </a:moveTo>
                <a:cubicBezTo>
                  <a:pt x="990" y="2690"/>
                  <a:pt x="970" y="2710"/>
                  <a:pt x="945" y="2710"/>
                </a:cubicBezTo>
                <a:cubicBezTo>
                  <a:pt x="920" y="2710"/>
                  <a:pt x="900" y="2690"/>
                  <a:pt x="900" y="2665"/>
                </a:cubicBezTo>
                <a:cubicBezTo>
                  <a:pt x="900" y="2640"/>
                  <a:pt x="920" y="2620"/>
                  <a:pt x="945" y="2620"/>
                </a:cubicBezTo>
                <a:cubicBezTo>
                  <a:pt x="970" y="2620"/>
                  <a:pt x="990" y="2640"/>
                  <a:pt x="990" y="2665"/>
                </a:cubicBezTo>
                <a:close/>
                <a:moveTo>
                  <a:pt x="6993" y="5858"/>
                </a:moveTo>
                <a:cubicBezTo>
                  <a:pt x="6993" y="5885"/>
                  <a:pt x="6971" y="5907"/>
                  <a:pt x="6944" y="5907"/>
                </a:cubicBezTo>
                <a:cubicBezTo>
                  <a:pt x="6918" y="5907"/>
                  <a:pt x="6896" y="5885"/>
                  <a:pt x="6896" y="5858"/>
                </a:cubicBezTo>
                <a:cubicBezTo>
                  <a:pt x="6896" y="5832"/>
                  <a:pt x="6918" y="5810"/>
                  <a:pt x="6944" y="5810"/>
                </a:cubicBezTo>
                <a:cubicBezTo>
                  <a:pt x="6971" y="5810"/>
                  <a:pt x="6993" y="5832"/>
                  <a:pt x="6993" y="5858"/>
                </a:cubicBezTo>
                <a:close/>
                <a:moveTo>
                  <a:pt x="7130" y="6121"/>
                </a:moveTo>
                <a:cubicBezTo>
                  <a:pt x="7130" y="6143"/>
                  <a:pt x="7112" y="6160"/>
                  <a:pt x="7091" y="6160"/>
                </a:cubicBezTo>
                <a:cubicBezTo>
                  <a:pt x="7070" y="6160"/>
                  <a:pt x="7052" y="6143"/>
                  <a:pt x="7052" y="6121"/>
                </a:cubicBezTo>
                <a:cubicBezTo>
                  <a:pt x="7052" y="6100"/>
                  <a:pt x="7070" y="6083"/>
                  <a:pt x="7091" y="6083"/>
                </a:cubicBezTo>
                <a:cubicBezTo>
                  <a:pt x="7112" y="6083"/>
                  <a:pt x="7130" y="6100"/>
                  <a:pt x="7130" y="6121"/>
                </a:cubicBezTo>
                <a:close/>
                <a:moveTo>
                  <a:pt x="531" y="836"/>
                </a:moveTo>
                <a:cubicBezTo>
                  <a:pt x="531" y="870"/>
                  <a:pt x="503" y="897"/>
                  <a:pt x="470" y="897"/>
                </a:cubicBezTo>
                <a:cubicBezTo>
                  <a:pt x="436" y="897"/>
                  <a:pt x="409" y="870"/>
                  <a:pt x="409" y="836"/>
                </a:cubicBezTo>
                <a:cubicBezTo>
                  <a:pt x="409" y="802"/>
                  <a:pt x="436" y="775"/>
                  <a:pt x="470" y="775"/>
                </a:cubicBezTo>
                <a:cubicBezTo>
                  <a:pt x="503" y="775"/>
                  <a:pt x="531" y="802"/>
                  <a:pt x="531" y="836"/>
                </a:cubicBezTo>
                <a:close/>
                <a:moveTo>
                  <a:pt x="5662" y="4455"/>
                </a:moveTo>
                <a:cubicBezTo>
                  <a:pt x="5662" y="4493"/>
                  <a:pt x="5631" y="4524"/>
                  <a:pt x="5593" y="4524"/>
                </a:cubicBezTo>
                <a:cubicBezTo>
                  <a:pt x="5555" y="4524"/>
                  <a:pt x="5524" y="4493"/>
                  <a:pt x="5524" y="4455"/>
                </a:cubicBezTo>
                <a:cubicBezTo>
                  <a:pt x="5524" y="4417"/>
                  <a:pt x="5555" y="4386"/>
                  <a:pt x="5593" y="4386"/>
                </a:cubicBezTo>
                <a:cubicBezTo>
                  <a:pt x="5631" y="4386"/>
                  <a:pt x="5662" y="4417"/>
                  <a:pt x="5662" y="4455"/>
                </a:cubicBezTo>
                <a:close/>
                <a:moveTo>
                  <a:pt x="1354" y="3745"/>
                </a:moveTo>
                <a:cubicBezTo>
                  <a:pt x="1354" y="3772"/>
                  <a:pt x="1331" y="3795"/>
                  <a:pt x="1304" y="3795"/>
                </a:cubicBezTo>
                <a:cubicBezTo>
                  <a:pt x="1276" y="3795"/>
                  <a:pt x="1254" y="3772"/>
                  <a:pt x="1254" y="3745"/>
                </a:cubicBezTo>
                <a:cubicBezTo>
                  <a:pt x="1254" y="3717"/>
                  <a:pt x="1276" y="3695"/>
                  <a:pt x="1304" y="3695"/>
                </a:cubicBezTo>
                <a:cubicBezTo>
                  <a:pt x="1331" y="3695"/>
                  <a:pt x="1354" y="3717"/>
                  <a:pt x="1354" y="3745"/>
                </a:cubicBezTo>
                <a:close/>
                <a:moveTo>
                  <a:pt x="4708" y="3154"/>
                </a:moveTo>
                <a:cubicBezTo>
                  <a:pt x="4708" y="3182"/>
                  <a:pt x="4684" y="3205"/>
                  <a:pt x="4656" y="3205"/>
                </a:cubicBezTo>
                <a:cubicBezTo>
                  <a:pt x="4627" y="3205"/>
                  <a:pt x="4604" y="3182"/>
                  <a:pt x="4604" y="3154"/>
                </a:cubicBezTo>
                <a:cubicBezTo>
                  <a:pt x="4604" y="3125"/>
                  <a:pt x="4627" y="3102"/>
                  <a:pt x="4656" y="3102"/>
                </a:cubicBezTo>
                <a:cubicBezTo>
                  <a:pt x="4684" y="3102"/>
                  <a:pt x="4708" y="3125"/>
                  <a:pt x="4708" y="3154"/>
                </a:cubicBezTo>
                <a:close/>
                <a:moveTo>
                  <a:pt x="7812" y="3250"/>
                </a:moveTo>
                <a:cubicBezTo>
                  <a:pt x="7812" y="3284"/>
                  <a:pt x="7784" y="3312"/>
                  <a:pt x="7749" y="3312"/>
                </a:cubicBezTo>
                <a:cubicBezTo>
                  <a:pt x="7714" y="3312"/>
                  <a:pt x="7686" y="3284"/>
                  <a:pt x="7686" y="3250"/>
                </a:cubicBezTo>
                <a:cubicBezTo>
                  <a:pt x="7686" y="3215"/>
                  <a:pt x="7714" y="3187"/>
                  <a:pt x="7749" y="3187"/>
                </a:cubicBezTo>
                <a:cubicBezTo>
                  <a:pt x="7784" y="3187"/>
                  <a:pt x="7812" y="3215"/>
                  <a:pt x="7812" y="3250"/>
                </a:cubicBezTo>
                <a:close/>
                <a:moveTo>
                  <a:pt x="3583" y="5677"/>
                </a:moveTo>
                <a:cubicBezTo>
                  <a:pt x="3583" y="5707"/>
                  <a:pt x="3560" y="5730"/>
                  <a:pt x="3530" y="5730"/>
                </a:cubicBezTo>
                <a:cubicBezTo>
                  <a:pt x="3501" y="5730"/>
                  <a:pt x="3477" y="5707"/>
                  <a:pt x="3477" y="5677"/>
                </a:cubicBezTo>
                <a:cubicBezTo>
                  <a:pt x="3477" y="5648"/>
                  <a:pt x="3501" y="5624"/>
                  <a:pt x="3530" y="5624"/>
                </a:cubicBezTo>
                <a:cubicBezTo>
                  <a:pt x="3560" y="5624"/>
                  <a:pt x="3583" y="5648"/>
                  <a:pt x="3583" y="5677"/>
                </a:cubicBezTo>
                <a:close/>
                <a:moveTo>
                  <a:pt x="6962" y="3183"/>
                </a:moveTo>
                <a:cubicBezTo>
                  <a:pt x="6962" y="3215"/>
                  <a:pt x="6936" y="3241"/>
                  <a:pt x="6904" y="3241"/>
                </a:cubicBezTo>
                <a:cubicBezTo>
                  <a:pt x="6872" y="3241"/>
                  <a:pt x="6846" y="3215"/>
                  <a:pt x="6846" y="3183"/>
                </a:cubicBezTo>
                <a:cubicBezTo>
                  <a:pt x="6846" y="3151"/>
                  <a:pt x="6872" y="3125"/>
                  <a:pt x="6904" y="3125"/>
                </a:cubicBezTo>
                <a:cubicBezTo>
                  <a:pt x="6936" y="3125"/>
                  <a:pt x="6962" y="3151"/>
                  <a:pt x="6962" y="3183"/>
                </a:cubicBezTo>
                <a:close/>
                <a:moveTo>
                  <a:pt x="4590" y="4391"/>
                </a:moveTo>
                <a:cubicBezTo>
                  <a:pt x="4590" y="4425"/>
                  <a:pt x="4561" y="4454"/>
                  <a:pt x="4527" y="4454"/>
                </a:cubicBezTo>
                <a:cubicBezTo>
                  <a:pt x="4492" y="4454"/>
                  <a:pt x="4464" y="4425"/>
                  <a:pt x="4464" y="4391"/>
                </a:cubicBezTo>
                <a:cubicBezTo>
                  <a:pt x="4464" y="4356"/>
                  <a:pt x="4492" y="4328"/>
                  <a:pt x="4527" y="4328"/>
                </a:cubicBezTo>
                <a:cubicBezTo>
                  <a:pt x="4561" y="4328"/>
                  <a:pt x="4590" y="4356"/>
                  <a:pt x="4590" y="4391"/>
                </a:cubicBezTo>
                <a:close/>
                <a:moveTo>
                  <a:pt x="210" y="2951"/>
                </a:moveTo>
                <a:cubicBezTo>
                  <a:pt x="210" y="2975"/>
                  <a:pt x="191" y="2994"/>
                  <a:pt x="167" y="2994"/>
                </a:cubicBezTo>
                <a:cubicBezTo>
                  <a:pt x="143" y="2994"/>
                  <a:pt x="124" y="2975"/>
                  <a:pt x="124" y="2951"/>
                </a:cubicBezTo>
                <a:cubicBezTo>
                  <a:pt x="124" y="2928"/>
                  <a:pt x="143" y="2908"/>
                  <a:pt x="167" y="2908"/>
                </a:cubicBezTo>
                <a:cubicBezTo>
                  <a:pt x="191" y="2908"/>
                  <a:pt x="210" y="2928"/>
                  <a:pt x="210" y="2951"/>
                </a:cubicBezTo>
                <a:close/>
                <a:moveTo>
                  <a:pt x="856" y="411"/>
                </a:moveTo>
                <a:cubicBezTo>
                  <a:pt x="856" y="444"/>
                  <a:pt x="829" y="471"/>
                  <a:pt x="796" y="471"/>
                </a:cubicBezTo>
                <a:cubicBezTo>
                  <a:pt x="763" y="471"/>
                  <a:pt x="737" y="444"/>
                  <a:pt x="737" y="411"/>
                </a:cubicBezTo>
                <a:cubicBezTo>
                  <a:pt x="737" y="378"/>
                  <a:pt x="763" y="351"/>
                  <a:pt x="796" y="351"/>
                </a:cubicBezTo>
                <a:cubicBezTo>
                  <a:pt x="829" y="351"/>
                  <a:pt x="856" y="378"/>
                  <a:pt x="856" y="411"/>
                </a:cubicBezTo>
                <a:close/>
                <a:moveTo>
                  <a:pt x="440" y="4146"/>
                </a:moveTo>
                <a:cubicBezTo>
                  <a:pt x="440" y="4164"/>
                  <a:pt x="425" y="4178"/>
                  <a:pt x="407" y="4178"/>
                </a:cubicBezTo>
                <a:cubicBezTo>
                  <a:pt x="389" y="4178"/>
                  <a:pt x="375" y="4164"/>
                  <a:pt x="375" y="4146"/>
                </a:cubicBezTo>
                <a:cubicBezTo>
                  <a:pt x="375" y="4128"/>
                  <a:pt x="389" y="4113"/>
                  <a:pt x="407" y="4113"/>
                </a:cubicBezTo>
                <a:cubicBezTo>
                  <a:pt x="425" y="4113"/>
                  <a:pt x="440" y="4128"/>
                  <a:pt x="440" y="4146"/>
                </a:cubicBezTo>
                <a:close/>
                <a:moveTo>
                  <a:pt x="1759" y="2828"/>
                </a:moveTo>
                <a:cubicBezTo>
                  <a:pt x="1759" y="2860"/>
                  <a:pt x="1732" y="2886"/>
                  <a:pt x="1700" y="2886"/>
                </a:cubicBezTo>
                <a:cubicBezTo>
                  <a:pt x="1667" y="2886"/>
                  <a:pt x="1641" y="2860"/>
                  <a:pt x="1641" y="2828"/>
                </a:cubicBezTo>
                <a:cubicBezTo>
                  <a:pt x="1641" y="2795"/>
                  <a:pt x="1667" y="2769"/>
                  <a:pt x="1700" y="2769"/>
                </a:cubicBezTo>
                <a:cubicBezTo>
                  <a:pt x="1732" y="2769"/>
                  <a:pt x="1759" y="2795"/>
                  <a:pt x="1759" y="2828"/>
                </a:cubicBezTo>
                <a:close/>
                <a:moveTo>
                  <a:pt x="7093" y="2698"/>
                </a:moveTo>
                <a:cubicBezTo>
                  <a:pt x="7093" y="2726"/>
                  <a:pt x="7071" y="2749"/>
                  <a:pt x="7043" y="2749"/>
                </a:cubicBezTo>
                <a:cubicBezTo>
                  <a:pt x="7015" y="2749"/>
                  <a:pt x="6993" y="2726"/>
                  <a:pt x="6993" y="2698"/>
                </a:cubicBezTo>
                <a:cubicBezTo>
                  <a:pt x="6993" y="2670"/>
                  <a:pt x="7015" y="2648"/>
                  <a:pt x="7043" y="2648"/>
                </a:cubicBezTo>
                <a:cubicBezTo>
                  <a:pt x="7071" y="2648"/>
                  <a:pt x="7093" y="2670"/>
                  <a:pt x="7093" y="2698"/>
                </a:cubicBezTo>
                <a:close/>
                <a:moveTo>
                  <a:pt x="6352" y="360"/>
                </a:moveTo>
                <a:cubicBezTo>
                  <a:pt x="6352" y="385"/>
                  <a:pt x="6331" y="406"/>
                  <a:pt x="6306" y="406"/>
                </a:cubicBezTo>
                <a:cubicBezTo>
                  <a:pt x="6280" y="406"/>
                  <a:pt x="6259" y="385"/>
                  <a:pt x="6259" y="360"/>
                </a:cubicBezTo>
                <a:cubicBezTo>
                  <a:pt x="6259" y="334"/>
                  <a:pt x="6280" y="313"/>
                  <a:pt x="6306" y="313"/>
                </a:cubicBezTo>
                <a:cubicBezTo>
                  <a:pt x="6331" y="313"/>
                  <a:pt x="6352" y="334"/>
                  <a:pt x="6352" y="360"/>
                </a:cubicBezTo>
                <a:close/>
                <a:moveTo>
                  <a:pt x="4891" y="128"/>
                </a:moveTo>
                <a:cubicBezTo>
                  <a:pt x="4891" y="156"/>
                  <a:pt x="4868" y="179"/>
                  <a:pt x="4840" y="179"/>
                </a:cubicBezTo>
                <a:cubicBezTo>
                  <a:pt x="4812" y="179"/>
                  <a:pt x="4789" y="156"/>
                  <a:pt x="4789" y="128"/>
                </a:cubicBezTo>
                <a:cubicBezTo>
                  <a:pt x="4789" y="100"/>
                  <a:pt x="4812" y="77"/>
                  <a:pt x="4840" y="77"/>
                </a:cubicBezTo>
                <a:cubicBezTo>
                  <a:pt x="4868" y="77"/>
                  <a:pt x="4891" y="100"/>
                  <a:pt x="4891" y="128"/>
                </a:cubicBezTo>
                <a:close/>
                <a:moveTo>
                  <a:pt x="5088" y="4426"/>
                </a:moveTo>
                <a:cubicBezTo>
                  <a:pt x="5088" y="4446"/>
                  <a:pt x="5072" y="4461"/>
                  <a:pt x="5053" y="4461"/>
                </a:cubicBezTo>
                <a:cubicBezTo>
                  <a:pt x="5033" y="4461"/>
                  <a:pt x="5018" y="4446"/>
                  <a:pt x="5018" y="4426"/>
                </a:cubicBezTo>
                <a:cubicBezTo>
                  <a:pt x="5018" y="4407"/>
                  <a:pt x="5033" y="4391"/>
                  <a:pt x="5053" y="4391"/>
                </a:cubicBezTo>
                <a:cubicBezTo>
                  <a:pt x="5072" y="4391"/>
                  <a:pt x="5088" y="4407"/>
                  <a:pt x="5088" y="4426"/>
                </a:cubicBezTo>
                <a:close/>
                <a:moveTo>
                  <a:pt x="8193" y="4055"/>
                </a:moveTo>
                <a:cubicBezTo>
                  <a:pt x="8193" y="4079"/>
                  <a:pt x="8174" y="4098"/>
                  <a:pt x="8150" y="4098"/>
                </a:cubicBezTo>
                <a:cubicBezTo>
                  <a:pt x="8125" y="4098"/>
                  <a:pt x="8106" y="4079"/>
                  <a:pt x="8106" y="4055"/>
                </a:cubicBezTo>
                <a:cubicBezTo>
                  <a:pt x="8106" y="4030"/>
                  <a:pt x="8125" y="4011"/>
                  <a:pt x="8150" y="4011"/>
                </a:cubicBezTo>
                <a:cubicBezTo>
                  <a:pt x="8174" y="4011"/>
                  <a:pt x="8193" y="4030"/>
                  <a:pt x="8193" y="4055"/>
                </a:cubicBezTo>
                <a:close/>
                <a:moveTo>
                  <a:pt x="405" y="5214"/>
                </a:moveTo>
                <a:cubicBezTo>
                  <a:pt x="405" y="5245"/>
                  <a:pt x="380" y="5270"/>
                  <a:pt x="349" y="5270"/>
                </a:cubicBezTo>
                <a:cubicBezTo>
                  <a:pt x="318" y="5270"/>
                  <a:pt x="293" y="5245"/>
                  <a:pt x="293" y="5214"/>
                </a:cubicBezTo>
                <a:cubicBezTo>
                  <a:pt x="293" y="5184"/>
                  <a:pt x="318" y="5158"/>
                  <a:pt x="349" y="5158"/>
                </a:cubicBezTo>
                <a:cubicBezTo>
                  <a:pt x="380" y="5158"/>
                  <a:pt x="405" y="5184"/>
                  <a:pt x="405" y="5214"/>
                </a:cubicBezTo>
                <a:close/>
                <a:moveTo>
                  <a:pt x="9940" y="6104"/>
                </a:moveTo>
                <a:cubicBezTo>
                  <a:pt x="9940" y="6126"/>
                  <a:pt x="9922" y="6144"/>
                  <a:pt x="9900" y="6144"/>
                </a:cubicBezTo>
                <a:cubicBezTo>
                  <a:pt x="9878" y="6144"/>
                  <a:pt x="9860" y="6126"/>
                  <a:pt x="9860" y="6104"/>
                </a:cubicBezTo>
                <a:cubicBezTo>
                  <a:pt x="9860" y="6082"/>
                  <a:pt x="9878" y="6064"/>
                  <a:pt x="9900" y="6064"/>
                </a:cubicBezTo>
                <a:cubicBezTo>
                  <a:pt x="9922" y="6064"/>
                  <a:pt x="9940" y="6082"/>
                  <a:pt x="9940" y="6104"/>
                </a:cubicBezTo>
                <a:close/>
                <a:moveTo>
                  <a:pt x="6268" y="3095"/>
                </a:moveTo>
                <a:cubicBezTo>
                  <a:pt x="6268" y="3128"/>
                  <a:pt x="6240" y="3156"/>
                  <a:pt x="6207" y="3156"/>
                </a:cubicBezTo>
                <a:cubicBezTo>
                  <a:pt x="6173" y="3156"/>
                  <a:pt x="6145" y="3128"/>
                  <a:pt x="6145" y="3095"/>
                </a:cubicBezTo>
                <a:cubicBezTo>
                  <a:pt x="6145" y="3061"/>
                  <a:pt x="6173" y="3033"/>
                  <a:pt x="6207" y="3033"/>
                </a:cubicBezTo>
                <a:cubicBezTo>
                  <a:pt x="6240" y="3033"/>
                  <a:pt x="6268" y="3061"/>
                  <a:pt x="6268" y="3095"/>
                </a:cubicBezTo>
                <a:close/>
                <a:moveTo>
                  <a:pt x="4252" y="3519"/>
                </a:moveTo>
                <a:cubicBezTo>
                  <a:pt x="4252" y="3537"/>
                  <a:pt x="4238" y="3552"/>
                  <a:pt x="4220" y="3552"/>
                </a:cubicBezTo>
                <a:cubicBezTo>
                  <a:pt x="4202" y="3552"/>
                  <a:pt x="4188" y="3537"/>
                  <a:pt x="4188" y="3519"/>
                </a:cubicBezTo>
                <a:cubicBezTo>
                  <a:pt x="4188" y="3502"/>
                  <a:pt x="4202" y="3487"/>
                  <a:pt x="4220" y="3487"/>
                </a:cubicBezTo>
                <a:cubicBezTo>
                  <a:pt x="4238" y="3487"/>
                  <a:pt x="4252" y="3502"/>
                  <a:pt x="4252" y="3519"/>
                </a:cubicBezTo>
                <a:close/>
                <a:moveTo>
                  <a:pt x="9254" y="389"/>
                </a:moveTo>
                <a:cubicBezTo>
                  <a:pt x="9254" y="416"/>
                  <a:pt x="9232" y="438"/>
                  <a:pt x="9205" y="438"/>
                </a:cubicBezTo>
                <a:cubicBezTo>
                  <a:pt x="9178" y="438"/>
                  <a:pt x="9157" y="416"/>
                  <a:pt x="9157" y="389"/>
                </a:cubicBezTo>
                <a:cubicBezTo>
                  <a:pt x="9157" y="362"/>
                  <a:pt x="9178" y="340"/>
                  <a:pt x="9205" y="340"/>
                </a:cubicBezTo>
                <a:cubicBezTo>
                  <a:pt x="9232" y="340"/>
                  <a:pt x="9254" y="362"/>
                  <a:pt x="9254" y="389"/>
                </a:cubicBezTo>
                <a:close/>
                <a:moveTo>
                  <a:pt x="8132" y="1407"/>
                </a:moveTo>
                <a:cubicBezTo>
                  <a:pt x="8132" y="1430"/>
                  <a:pt x="8114" y="1448"/>
                  <a:pt x="8091" y="1448"/>
                </a:cubicBezTo>
                <a:cubicBezTo>
                  <a:pt x="8068" y="1448"/>
                  <a:pt x="8049" y="1430"/>
                  <a:pt x="8049" y="1407"/>
                </a:cubicBezTo>
                <a:cubicBezTo>
                  <a:pt x="8049" y="1384"/>
                  <a:pt x="8068" y="1366"/>
                  <a:pt x="8091" y="1366"/>
                </a:cubicBezTo>
                <a:cubicBezTo>
                  <a:pt x="8114" y="1366"/>
                  <a:pt x="8132" y="1384"/>
                  <a:pt x="8132" y="1407"/>
                </a:cubicBezTo>
                <a:close/>
                <a:moveTo>
                  <a:pt x="6573" y="595"/>
                </a:moveTo>
                <a:cubicBezTo>
                  <a:pt x="6573" y="623"/>
                  <a:pt x="6550" y="645"/>
                  <a:pt x="6523" y="645"/>
                </a:cubicBezTo>
                <a:cubicBezTo>
                  <a:pt x="6495" y="645"/>
                  <a:pt x="6473" y="623"/>
                  <a:pt x="6473" y="595"/>
                </a:cubicBezTo>
                <a:cubicBezTo>
                  <a:pt x="6473" y="567"/>
                  <a:pt x="6495" y="545"/>
                  <a:pt x="6523" y="545"/>
                </a:cubicBezTo>
                <a:cubicBezTo>
                  <a:pt x="6550" y="545"/>
                  <a:pt x="6573" y="567"/>
                  <a:pt x="6573" y="595"/>
                </a:cubicBezTo>
                <a:close/>
                <a:moveTo>
                  <a:pt x="9877" y="1728"/>
                </a:moveTo>
                <a:cubicBezTo>
                  <a:pt x="9877" y="1761"/>
                  <a:pt x="9850" y="1787"/>
                  <a:pt x="9817" y="1787"/>
                </a:cubicBezTo>
                <a:cubicBezTo>
                  <a:pt x="9785" y="1787"/>
                  <a:pt x="9758" y="1761"/>
                  <a:pt x="9758" y="1728"/>
                </a:cubicBezTo>
                <a:cubicBezTo>
                  <a:pt x="9758" y="1695"/>
                  <a:pt x="9785" y="1669"/>
                  <a:pt x="9817" y="1669"/>
                </a:cubicBezTo>
                <a:cubicBezTo>
                  <a:pt x="9850" y="1669"/>
                  <a:pt x="9877" y="1695"/>
                  <a:pt x="9877" y="1728"/>
                </a:cubicBezTo>
                <a:close/>
                <a:moveTo>
                  <a:pt x="5153" y="2647"/>
                </a:moveTo>
                <a:cubicBezTo>
                  <a:pt x="5153" y="2674"/>
                  <a:pt x="5130" y="2696"/>
                  <a:pt x="5103" y="2696"/>
                </a:cubicBezTo>
                <a:cubicBezTo>
                  <a:pt x="5075" y="2696"/>
                  <a:pt x="5053" y="2674"/>
                  <a:pt x="5053" y="2647"/>
                </a:cubicBezTo>
                <a:cubicBezTo>
                  <a:pt x="5053" y="2619"/>
                  <a:pt x="5075" y="2597"/>
                  <a:pt x="5103" y="2597"/>
                </a:cubicBezTo>
                <a:cubicBezTo>
                  <a:pt x="5130" y="2597"/>
                  <a:pt x="5153" y="2619"/>
                  <a:pt x="5153" y="2647"/>
                </a:cubicBezTo>
                <a:close/>
                <a:moveTo>
                  <a:pt x="9831" y="875"/>
                </a:moveTo>
                <a:cubicBezTo>
                  <a:pt x="9831" y="905"/>
                  <a:pt x="9807" y="929"/>
                  <a:pt x="9778" y="929"/>
                </a:cubicBezTo>
                <a:cubicBezTo>
                  <a:pt x="9748" y="929"/>
                  <a:pt x="9725" y="905"/>
                  <a:pt x="9725" y="875"/>
                </a:cubicBezTo>
                <a:cubicBezTo>
                  <a:pt x="9725" y="846"/>
                  <a:pt x="9748" y="822"/>
                  <a:pt x="9778" y="822"/>
                </a:cubicBezTo>
                <a:cubicBezTo>
                  <a:pt x="9807" y="822"/>
                  <a:pt x="9831" y="846"/>
                  <a:pt x="9831" y="875"/>
                </a:cubicBezTo>
                <a:close/>
                <a:moveTo>
                  <a:pt x="3606" y="898"/>
                </a:moveTo>
                <a:cubicBezTo>
                  <a:pt x="3606" y="921"/>
                  <a:pt x="3587" y="940"/>
                  <a:pt x="3564" y="940"/>
                </a:cubicBezTo>
                <a:cubicBezTo>
                  <a:pt x="3540" y="940"/>
                  <a:pt x="3521" y="921"/>
                  <a:pt x="3521" y="898"/>
                </a:cubicBezTo>
                <a:cubicBezTo>
                  <a:pt x="3521" y="874"/>
                  <a:pt x="3540" y="855"/>
                  <a:pt x="3564" y="855"/>
                </a:cubicBezTo>
                <a:cubicBezTo>
                  <a:pt x="3587" y="855"/>
                  <a:pt x="3606" y="874"/>
                  <a:pt x="3606" y="898"/>
                </a:cubicBezTo>
                <a:close/>
                <a:moveTo>
                  <a:pt x="8898" y="2922"/>
                </a:moveTo>
                <a:cubicBezTo>
                  <a:pt x="8898" y="2948"/>
                  <a:pt x="8876" y="2970"/>
                  <a:pt x="8850" y="2970"/>
                </a:cubicBezTo>
                <a:cubicBezTo>
                  <a:pt x="8823" y="2970"/>
                  <a:pt x="8802" y="2948"/>
                  <a:pt x="8802" y="2922"/>
                </a:cubicBezTo>
                <a:cubicBezTo>
                  <a:pt x="8802" y="2895"/>
                  <a:pt x="8823" y="2874"/>
                  <a:pt x="8850" y="2874"/>
                </a:cubicBezTo>
                <a:cubicBezTo>
                  <a:pt x="8876" y="2874"/>
                  <a:pt x="8898" y="2895"/>
                  <a:pt x="8898" y="2922"/>
                </a:cubicBezTo>
                <a:close/>
                <a:moveTo>
                  <a:pt x="9569" y="284"/>
                </a:moveTo>
                <a:cubicBezTo>
                  <a:pt x="9569" y="314"/>
                  <a:pt x="9545" y="338"/>
                  <a:pt x="9516" y="338"/>
                </a:cubicBezTo>
                <a:cubicBezTo>
                  <a:pt x="9486" y="338"/>
                  <a:pt x="9463" y="314"/>
                  <a:pt x="9463" y="284"/>
                </a:cubicBezTo>
                <a:cubicBezTo>
                  <a:pt x="9463" y="255"/>
                  <a:pt x="9486" y="231"/>
                  <a:pt x="9516" y="231"/>
                </a:cubicBezTo>
                <a:cubicBezTo>
                  <a:pt x="9545" y="231"/>
                  <a:pt x="9569" y="255"/>
                  <a:pt x="9569" y="284"/>
                </a:cubicBezTo>
                <a:close/>
                <a:moveTo>
                  <a:pt x="9132" y="6229"/>
                </a:moveTo>
                <a:cubicBezTo>
                  <a:pt x="9132" y="6252"/>
                  <a:pt x="9113" y="6272"/>
                  <a:pt x="9089" y="6272"/>
                </a:cubicBezTo>
                <a:cubicBezTo>
                  <a:pt x="9066" y="6272"/>
                  <a:pt x="9047" y="6252"/>
                  <a:pt x="9047" y="6229"/>
                </a:cubicBezTo>
                <a:cubicBezTo>
                  <a:pt x="9047" y="6205"/>
                  <a:pt x="9066" y="6186"/>
                  <a:pt x="9089" y="6186"/>
                </a:cubicBezTo>
                <a:cubicBezTo>
                  <a:pt x="9113" y="6186"/>
                  <a:pt x="9132" y="6205"/>
                  <a:pt x="9132" y="6229"/>
                </a:cubicBezTo>
                <a:close/>
                <a:moveTo>
                  <a:pt x="3147" y="4589"/>
                </a:moveTo>
                <a:cubicBezTo>
                  <a:pt x="3147" y="4616"/>
                  <a:pt x="3126" y="4638"/>
                  <a:pt x="3099" y="4638"/>
                </a:cubicBezTo>
                <a:cubicBezTo>
                  <a:pt x="3072" y="4638"/>
                  <a:pt x="3050" y="4616"/>
                  <a:pt x="3050" y="4589"/>
                </a:cubicBezTo>
                <a:cubicBezTo>
                  <a:pt x="3050" y="4562"/>
                  <a:pt x="3072" y="4541"/>
                  <a:pt x="3099" y="4541"/>
                </a:cubicBezTo>
                <a:cubicBezTo>
                  <a:pt x="3126" y="4541"/>
                  <a:pt x="3147" y="4562"/>
                  <a:pt x="3147" y="4589"/>
                </a:cubicBezTo>
                <a:close/>
                <a:moveTo>
                  <a:pt x="661" y="933"/>
                </a:moveTo>
                <a:cubicBezTo>
                  <a:pt x="661" y="968"/>
                  <a:pt x="633" y="997"/>
                  <a:pt x="597" y="997"/>
                </a:cubicBezTo>
                <a:cubicBezTo>
                  <a:pt x="561" y="997"/>
                  <a:pt x="532" y="968"/>
                  <a:pt x="532" y="933"/>
                </a:cubicBezTo>
                <a:cubicBezTo>
                  <a:pt x="532" y="897"/>
                  <a:pt x="561" y="868"/>
                  <a:pt x="597" y="868"/>
                </a:cubicBezTo>
                <a:cubicBezTo>
                  <a:pt x="633" y="868"/>
                  <a:pt x="661" y="897"/>
                  <a:pt x="661" y="933"/>
                </a:cubicBezTo>
                <a:close/>
                <a:moveTo>
                  <a:pt x="5647" y="5465"/>
                </a:moveTo>
                <a:cubicBezTo>
                  <a:pt x="5647" y="5499"/>
                  <a:pt x="5620" y="5527"/>
                  <a:pt x="5585" y="5527"/>
                </a:cubicBezTo>
                <a:cubicBezTo>
                  <a:pt x="5551" y="5527"/>
                  <a:pt x="5523" y="5499"/>
                  <a:pt x="5523" y="5465"/>
                </a:cubicBezTo>
                <a:cubicBezTo>
                  <a:pt x="5523" y="5430"/>
                  <a:pt x="5551" y="5403"/>
                  <a:pt x="5585" y="5403"/>
                </a:cubicBezTo>
                <a:cubicBezTo>
                  <a:pt x="5620" y="5403"/>
                  <a:pt x="5647" y="5430"/>
                  <a:pt x="5647" y="5465"/>
                </a:cubicBezTo>
                <a:close/>
                <a:moveTo>
                  <a:pt x="3109" y="2597"/>
                </a:moveTo>
                <a:cubicBezTo>
                  <a:pt x="3109" y="2622"/>
                  <a:pt x="3088" y="2643"/>
                  <a:pt x="3062" y="2643"/>
                </a:cubicBezTo>
                <a:cubicBezTo>
                  <a:pt x="3037" y="2643"/>
                  <a:pt x="3016" y="2622"/>
                  <a:pt x="3016" y="2597"/>
                </a:cubicBezTo>
                <a:cubicBezTo>
                  <a:pt x="3016" y="2571"/>
                  <a:pt x="3037" y="2550"/>
                  <a:pt x="3062" y="2550"/>
                </a:cubicBezTo>
                <a:cubicBezTo>
                  <a:pt x="3088" y="2550"/>
                  <a:pt x="3109" y="2571"/>
                  <a:pt x="3109" y="2597"/>
                </a:cubicBezTo>
                <a:close/>
                <a:moveTo>
                  <a:pt x="4847" y="1657"/>
                </a:moveTo>
                <a:cubicBezTo>
                  <a:pt x="4847" y="1682"/>
                  <a:pt x="4827" y="1702"/>
                  <a:pt x="4803" y="1702"/>
                </a:cubicBezTo>
                <a:cubicBezTo>
                  <a:pt x="4778" y="1702"/>
                  <a:pt x="4758" y="1682"/>
                  <a:pt x="4758" y="1657"/>
                </a:cubicBezTo>
                <a:cubicBezTo>
                  <a:pt x="4758" y="1632"/>
                  <a:pt x="4778" y="1612"/>
                  <a:pt x="4803" y="1612"/>
                </a:cubicBezTo>
                <a:cubicBezTo>
                  <a:pt x="4827" y="1612"/>
                  <a:pt x="4847" y="1632"/>
                  <a:pt x="4847" y="1657"/>
                </a:cubicBezTo>
                <a:close/>
                <a:moveTo>
                  <a:pt x="2569" y="2237"/>
                </a:moveTo>
                <a:cubicBezTo>
                  <a:pt x="2569" y="2268"/>
                  <a:pt x="2543" y="2293"/>
                  <a:pt x="2512" y="2293"/>
                </a:cubicBezTo>
                <a:cubicBezTo>
                  <a:pt x="2481" y="2293"/>
                  <a:pt x="2456" y="2268"/>
                  <a:pt x="2456" y="2237"/>
                </a:cubicBezTo>
                <a:cubicBezTo>
                  <a:pt x="2456" y="2206"/>
                  <a:pt x="2481" y="2181"/>
                  <a:pt x="2512" y="2181"/>
                </a:cubicBezTo>
                <a:cubicBezTo>
                  <a:pt x="2543" y="2181"/>
                  <a:pt x="2569" y="2206"/>
                  <a:pt x="2569" y="2237"/>
                </a:cubicBezTo>
                <a:close/>
                <a:moveTo>
                  <a:pt x="4672" y="409"/>
                </a:moveTo>
                <a:cubicBezTo>
                  <a:pt x="4672" y="439"/>
                  <a:pt x="4648" y="463"/>
                  <a:pt x="4618" y="463"/>
                </a:cubicBezTo>
                <a:cubicBezTo>
                  <a:pt x="4588" y="463"/>
                  <a:pt x="4564" y="439"/>
                  <a:pt x="4564" y="409"/>
                </a:cubicBezTo>
                <a:cubicBezTo>
                  <a:pt x="4564" y="379"/>
                  <a:pt x="4588" y="355"/>
                  <a:pt x="4618" y="355"/>
                </a:cubicBezTo>
                <a:cubicBezTo>
                  <a:pt x="4648" y="355"/>
                  <a:pt x="4672" y="379"/>
                  <a:pt x="4672" y="409"/>
                </a:cubicBezTo>
                <a:close/>
                <a:moveTo>
                  <a:pt x="9287" y="5923"/>
                </a:moveTo>
                <a:cubicBezTo>
                  <a:pt x="9287" y="5957"/>
                  <a:pt x="9259" y="5985"/>
                  <a:pt x="9225" y="5985"/>
                </a:cubicBezTo>
                <a:cubicBezTo>
                  <a:pt x="9190" y="5985"/>
                  <a:pt x="9163" y="5957"/>
                  <a:pt x="9163" y="5923"/>
                </a:cubicBezTo>
                <a:cubicBezTo>
                  <a:pt x="9163" y="5888"/>
                  <a:pt x="9190" y="5860"/>
                  <a:pt x="9225" y="5860"/>
                </a:cubicBezTo>
                <a:cubicBezTo>
                  <a:pt x="9259" y="5860"/>
                  <a:pt x="9287" y="5888"/>
                  <a:pt x="9287" y="5923"/>
                </a:cubicBezTo>
                <a:close/>
                <a:moveTo>
                  <a:pt x="8718" y="1181"/>
                </a:moveTo>
                <a:cubicBezTo>
                  <a:pt x="8718" y="1215"/>
                  <a:pt x="8690" y="1243"/>
                  <a:pt x="8656" y="1243"/>
                </a:cubicBezTo>
                <a:cubicBezTo>
                  <a:pt x="8621" y="1243"/>
                  <a:pt x="8593" y="1215"/>
                  <a:pt x="8593" y="1181"/>
                </a:cubicBezTo>
                <a:cubicBezTo>
                  <a:pt x="8593" y="1146"/>
                  <a:pt x="8621" y="1119"/>
                  <a:pt x="8656" y="1119"/>
                </a:cubicBezTo>
                <a:cubicBezTo>
                  <a:pt x="8690" y="1119"/>
                  <a:pt x="8718" y="1146"/>
                  <a:pt x="8718" y="1181"/>
                </a:cubicBezTo>
                <a:close/>
                <a:moveTo>
                  <a:pt x="3614" y="1954"/>
                </a:moveTo>
                <a:cubicBezTo>
                  <a:pt x="3614" y="1980"/>
                  <a:pt x="3593" y="2000"/>
                  <a:pt x="3568" y="2000"/>
                </a:cubicBezTo>
                <a:cubicBezTo>
                  <a:pt x="3543" y="2000"/>
                  <a:pt x="3522" y="1980"/>
                  <a:pt x="3522" y="1954"/>
                </a:cubicBezTo>
                <a:cubicBezTo>
                  <a:pt x="3522" y="1929"/>
                  <a:pt x="3543" y="1908"/>
                  <a:pt x="3568" y="1908"/>
                </a:cubicBezTo>
                <a:cubicBezTo>
                  <a:pt x="3593" y="1908"/>
                  <a:pt x="3614" y="1929"/>
                  <a:pt x="3614" y="1954"/>
                </a:cubicBezTo>
                <a:close/>
                <a:moveTo>
                  <a:pt x="9316" y="4456"/>
                </a:moveTo>
                <a:cubicBezTo>
                  <a:pt x="9316" y="4487"/>
                  <a:pt x="9290" y="4513"/>
                  <a:pt x="9259" y="4513"/>
                </a:cubicBezTo>
                <a:cubicBezTo>
                  <a:pt x="9227" y="4513"/>
                  <a:pt x="9201" y="4487"/>
                  <a:pt x="9201" y="4456"/>
                </a:cubicBezTo>
                <a:cubicBezTo>
                  <a:pt x="9201" y="4424"/>
                  <a:pt x="9227" y="4398"/>
                  <a:pt x="9259" y="4398"/>
                </a:cubicBezTo>
                <a:cubicBezTo>
                  <a:pt x="9290" y="4398"/>
                  <a:pt x="9316" y="4424"/>
                  <a:pt x="9316" y="4456"/>
                </a:cubicBezTo>
                <a:close/>
                <a:moveTo>
                  <a:pt x="3230" y="4478"/>
                </a:moveTo>
                <a:cubicBezTo>
                  <a:pt x="3230" y="4499"/>
                  <a:pt x="3213" y="4516"/>
                  <a:pt x="3191" y="4516"/>
                </a:cubicBezTo>
                <a:cubicBezTo>
                  <a:pt x="3170" y="4516"/>
                  <a:pt x="3153" y="4499"/>
                  <a:pt x="3153" y="4478"/>
                </a:cubicBezTo>
                <a:cubicBezTo>
                  <a:pt x="3153" y="4456"/>
                  <a:pt x="3170" y="4439"/>
                  <a:pt x="3191" y="4439"/>
                </a:cubicBezTo>
                <a:cubicBezTo>
                  <a:pt x="3213" y="4439"/>
                  <a:pt x="3230" y="4456"/>
                  <a:pt x="3230" y="4478"/>
                </a:cubicBezTo>
                <a:close/>
                <a:moveTo>
                  <a:pt x="4571" y="5068"/>
                </a:moveTo>
                <a:cubicBezTo>
                  <a:pt x="4571" y="5107"/>
                  <a:pt x="4540" y="5138"/>
                  <a:pt x="4502" y="5138"/>
                </a:cubicBezTo>
                <a:cubicBezTo>
                  <a:pt x="4463" y="5138"/>
                  <a:pt x="4432" y="5107"/>
                  <a:pt x="4432" y="5068"/>
                </a:cubicBezTo>
                <a:cubicBezTo>
                  <a:pt x="4432" y="5030"/>
                  <a:pt x="4463" y="4999"/>
                  <a:pt x="4502" y="4999"/>
                </a:cubicBezTo>
                <a:cubicBezTo>
                  <a:pt x="4540" y="4999"/>
                  <a:pt x="4571" y="5030"/>
                  <a:pt x="4571" y="5068"/>
                </a:cubicBezTo>
                <a:close/>
                <a:moveTo>
                  <a:pt x="5879" y="3490"/>
                </a:moveTo>
                <a:cubicBezTo>
                  <a:pt x="5879" y="3516"/>
                  <a:pt x="5858" y="3537"/>
                  <a:pt x="5832" y="3537"/>
                </a:cubicBezTo>
                <a:cubicBezTo>
                  <a:pt x="5806" y="3537"/>
                  <a:pt x="5785" y="3516"/>
                  <a:pt x="5785" y="3490"/>
                </a:cubicBezTo>
                <a:cubicBezTo>
                  <a:pt x="5785" y="3464"/>
                  <a:pt x="5806" y="3443"/>
                  <a:pt x="5832" y="3443"/>
                </a:cubicBezTo>
                <a:cubicBezTo>
                  <a:pt x="5858" y="3443"/>
                  <a:pt x="5879" y="3464"/>
                  <a:pt x="5879" y="3490"/>
                </a:cubicBezTo>
                <a:close/>
                <a:moveTo>
                  <a:pt x="1278" y="3958"/>
                </a:moveTo>
                <a:cubicBezTo>
                  <a:pt x="1278" y="3989"/>
                  <a:pt x="1254" y="4013"/>
                  <a:pt x="1223" y="4013"/>
                </a:cubicBezTo>
                <a:cubicBezTo>
                  <a:pt x="1193" y="4013"/>
                  <a:pt x="1169" y="3989"/>
                  <a:pt x="1169" y="3958"/>
                </a:cubicBezTo>
                <a:cubicBezTo>
                  <a:pt x="1169" y="3928"/>
                  <a:pt x="1193" y="3904"/>
                  <a:pt x="1223" y="3904"/>
                </a:cubicBezTo>
                <a:cubicBezTo>
                  <a:pt x="1254" y="3904"/>
                  <a:pt x="1278" y="3928"/>
                  <a:pt x="1278" y="3958"/>
                </a:cubicBezTo>
                <a:close/>
                <a:moveTo>
                  <a:pt x="622" y="2185"/>
                </a:moveTo>
                <a:cubicBezTo>
                  <a:pt x="622" y="2208"/>
                  <a:pt x="603" y="2227"/>
                  <a:pt x="580" y="2227"/>
                </a:cubicBezTo>
                <a:cubicBezTo>
                  <a:pt x="556" y="2227"/>
                  <a:pt x="537" y="2208"/>
                  <a:pt x="537" y="2185"/>
                </a:cubicBezTo>
                <a:cubicBezTo>
                  <a:pt x="537" y="2161"/>
                  <a:pt x="556" y="2142"/>
                  <a:pt x="580" y="2142"/>
                </a:cubicBezTo>
                <a:cubicBezTo>
                  <a:pt x="603" y="2142"/>
                  <a:pt x="622" y="2161"/>
                  <a:pt x="622" y="2185"/>
                </a:cubicBezTo>
                <a:close/>
                <a:moveTo>
                  <a:pt x="8974" y="4993"/>
                </a:moveTo>
                <a:cubicBezTo>
                  <a:pt x="8974" y="5016"/>
                  <a:pt x="8956" y="5035"/>
                  <a:pt x="8933" y="5035"/>
                </a:cubicBezTo>
                <a:cubicBezTo>
                  <a:pt x="8910" y="5035"/>
                  <a:pt x="8891" y="5016"/>
                  <a:pt x="8891" y="4993"/>
                </a:cubicBezTo>
                <a:cubicBezTo>
                  <a:pt x="8891" y="4970"/>
                  <a:pt x="8910" y="4951"/>
                  <a:pt x="8933" y="4951"/>
                </a:cubicBezTo>
                <a:cubicBezTo>
                  <a:pt x="8956" y="4951"/>
                  <a:pt x="8974" y="4970"/>
                  <a:pt x="8974" y="4993"/>
                </a:cubicBezTo>
                <a:close/>
                <a:moveTo>
                  <a:pt x="3098" y="2229"/>
                </a:moveTo>
                <a:cubicBezTo>
                  <a:pt x="3098" y="2248"/>
                  <a:pt x="3083" y="2263"/>
                  <a:pt x="3063" y="2263"/>
                </a:cubicBezTo>
                <a:cubicBezTo>
                  <a:pt x="3044" y="2263"/>
                  <a:pt x="3029" y="2248"/>
                  <a:pt x="3029" y="2229"/>
                </a:cubicBezTo>
                <a:cubicBezTo>
                  <a:pt x="3029" y="2209"/>
                  <a:pt x="3044" y="2194"/>
                  <a:pt x="3063" y="2194"/>
                </a:cubicBezTo>
                <a:cubicBezTo>
                  <a:pt x="3083" y="2194"/>
                  <a:pt x="3098" y="2209"/>
                  <a:pt x="3098" y="2229"/>
                </a:cubicBezTo>
                <a:close/>
                <a:moveTo>
                  <a:pt x="2514" y="1712"/>
                </a:moveTo>
                <a:cubicBezTo>
                  <a:pt x="2514" y="1733"/>
                  <a:pt x="2497" y="1749"/>
                  <a:pt x="2476" y="1749"/>
                </a:cubicBezTo>
                <a:cubicBezTo>
                  <a:pt x="2456" y="1749"/>
                  <a:pt x="2439" y="1733"/>
                  <a:pt x="2439" y="1712"/>
                </a:cubicBezTo>
                <a:cubicBezTo>
                  <a:pt x="2439" y="1691"/>
                  <a:pt x="2456" y="1674"/>
                  <a:pt x="2476" y="1674"/>
                </a:cubicBezTo>
                <a:cubicBezTo>
                  <a:pt x="2497" y="1674"/>
                  <a:pt x="2514" y="1691"/>
                  <a:pt x="2514" y="1712"/>
                </a:cubicBezTo>
                <a:close/>
                <a:moveTo>
                  <a:pt x="6682" y="416"/>
                </a:moveTo>
                <a:cubicBezTo>
                  <a:pt x="6682" y="450"/>
                  <a:pt x="6654" y="477"/>
                  <a:pt x="6620" y="477"/>
                </a:cubicBezTo>
                <a:cubicBezTo>
                  <a:pt x="6586" y="477"/>
                  <a:pt x="6559" y="450"/>
                  <a:pt x="6559" y="416"/>
                </a:cubicBezTo>
                <a:cubicBezTo>
                  <a:pt x="6559" y="382"/>
                  <a:pt x="6586" y="354"/>
                  <a:pt x="6620" y="354"/>
                </a:cubicBezTo>
                <a:cubicBezTo>
                  <a:pt x="6654" y="354"/>
                  <a:pt x="6682" y="382"/>
                  <a:pt x="6682" y="416"/>
                </a:cubicBezTo>
                <a:close/>
                <a:moveTo>
                  <a:pt x="7425" y="1585"/>
                </a:moveTo>
                <a:cubicBezTo>
                  <a:pt x="7425" y="1609"/>
                  <a:pt x="7405" y="1629"/>
                  <a:pt x="7381" y="1629"/>
                </a:cubicBezTo>
                <a:cubicBezTo>
                  <a:pt x="7356" y="1629"/>
                  <a:pt x="7337" y="1609"/>
                  <a:pt x="7337" y="1585"/>
                </a:cubicBezTo>
                <a:cubicBezTo>
                  <a:pt x="7337" y="1561"/>
                  <a:pt x="7356" y="1541"/>
                  <a:pt x="7381" y="1541"/>
                </a:cubicBezTo>
                <a:cubicBezTo>
                  <a:pt x="7405" y="1541"/>
                  <a:pt x="7425" y="1561"/>
                  <a:pt x="7425" y="1585"/>
                </a:cubicBezTo>
                <a:close/>
                <a:moveTo>
                  <a:pt x="6200" y="5995"/>
                </a:moveTo>
                <a:cubicBezTo>
                  <a:pt x="6200" y="6015"/>
                  <a:pt x="6184" y="6030"/>
                  <a:pt x="6165" y="6030"/>
                </a:cubicBezTo>
                <a:cubicBezTo>
                  <a:pt x="6146" y="6030"/>
                  <a:pt x="6130" y="6015"/>
                  <a:pt x="6130" y="5995"/>
                </a:cubicBezTo>
                <a:cubicBezTo>
                  <a:pt x="6130" y="5976"/>
                  <a:pt x="6146" y="5960"/>
                  <a:pt x="6165" y="5960"/>
                </a:cubicBezTo>
                <a:cubicBezTo>
                  <a:pt x="6184" y="5960"/>
                  <a:pt x="6200" y="5976"/>
                  <a:pt x="6200" y="5995"/>
                </a:cubicBezTo>
                <a:close/>
                <a:moveTo>
                  <a:pt x="7703" y="1831"/>
                </a:moveTo>
                <a:cubicBezTo>
                  <a:pt x="7703" y="1865"/>
                  <a:pt x="7676" y="1892"/>
                  <a:pt x="7642" y="1892"/>
                </a:cubicBezTo>
                <a:cubicBezTo>
                  <a:pt x="7608" y="1892"/>
                  <a:pt x="7581" y="1865"/>
                  <a:pt x="7581" y="1831"/>
                </a:cubicBezTo>
                <a:cubicBezTo>
                  <a:pt x="7581" y="1797"/>
                  <a:pt x="7608" y="1770"/>
                  <a:pt x="7642" y="1770"/>
                </a:cubicBezTo>
                <a:cubicBezTo>
                  <a:pt x="7676" y="1770"/>
                  <a:pt x="7703" y="1797"/>
                  <a:pt x="7703" y="1831"/>
                </a:cubicBezTo>
                <a:close/>
                <a:moveTo>
                  <a:pt x="7299" y="2319"/>
                </a:moveTo>
                <a:cubicBezTo>
                  <a:pt x="7299" y="2339"/>
                  <a:pt x="7282" y="2356"/>
                  <a:pt x="7262" y="2356"/>
                </a:cubicBezTo>
                <a:cubicBezTo>
                  <a:pt x="7242" y="2356"/>
                  <a:pt x="7225" y="2339"/>
                  <a:pt x="7225" y="2319"/>
                </a:cubicBezTo>
                <a:cubicBezTo>
                  <a:pt x="7225" y="2298"/>
                  <a:pt x="7242" y="2282"/>
                  <a:pt x="7262" y="2282"/>
                </a:cubicBezTo>
                <a:cubicBezTo>
                  <a:pt x="7282" y="2282"/>
                  <a:pt x="7299" y="2298"/>
                  <a:pt x="7299" y="2319"/>
                </a:cubicBezTo>
                <a:close/>
                <a:moveTo>
                  <a:pt x="3521" y="4256"/>
                </a:moveTo>
                <a:cubicBezTo>
                  <a:pt x="3521" y="4286"/>
                  <a:pt x="3496" y="4311"/>
                  <a:pt x="3466" y="4311"/>
                </a:cubicBezTo>
                <a:cubicBezTo>
                  <a:pt x="3436" y="4311"/>
                  <a:pt x="3411" y="4286"/>
                  <a:pt x="3411" y="4256"/>
                </a:cubicBezTo>
                <a:cubicBezTo>
                  <a:pt x="3411" y="4225"/>
                  <a:pt x="3436" y="4201"/>
                  <a:pt x="3466" y="4201"/>
                </a:cubicBezTo>
                <a:cubicBezTo>
                  <a:pt x="3496" y="4201"/>
                  <a:pt x="3521" y="4225"/>
                  <a:pt x="3521" y="4256"/>
                </a:cubicBezTo>
                <a:close/>
                <a:moveTo>
                  <a:pt x="2140" y="1633"/>
                </a:moveTo>
                <a:cubicBezTo>
                  <a:pt x="2140" y="1658"/>
                  <a:pt x="2120" y="1678"/>
                  <a:pt x="2095" y="1678"/>
                </a:cubicBezTo>
                <a:cubicBezTo>
                  <a:pt x="2069" y="1678"/>
                  <a:pt x="2049" y="1658"/>
                  <a:pt x="2049" y="1633"/>
                </a:cubicBezTo>
                <a:cubicBezTo>
                  <a:pt x="2049" y="1608"/>
                  <a:pt x="2069" y="1587"/>
                  <a:pt x="2095" y="1587"/>
                </a:cubicBezTo>
                <a:cubicBezTo>
                  <a:pt x="2120" y="1587"/>
                  <a:pt x="2140" y="1608"/>
                  <a:pt x="2140" y="1633"/>
                </a:cubicBezTo>
                <a:close/>
                <a:moveTo>
                  <a:pt x="243" y="3591"/>
                </a:moveTo>
                <a:cubicBezTo>
                  <a:pt x="243" y="3627"/>
                  <a:pt x="214" y="3656"/>
                  <a:pt x="178" y="3656"/>
                </a:cubicBezTo>
                <a:cubicBezTo>
                  <a:pt x="143" y="3656"/>
                  <a:pt x="114" y="3627"/>
                  <a:pt x="114" y="3591"/>
                </a:cubicBezTo>
                <a:cubicBezTo>
                  <a:pt x="114" y="3555"/>
                  <a:pt x="143" y="3526"/>
                  <a:pt x="178" y="3526"/>
                </a:cubicBezTo>
                <a:cubicBezTo>
                  <a:pt x="214" y="3526"/>
                  <a:pt x="243" y="3555"/>
                  <a:pt x="243" y="3591"/>
                </a:cubicBezTo>
                <a:close/>
                <a:moveTo>
                  <a:pt x="972" y="471"/>
                </a:moveTo>
                <a:cubicBezTo>
                  <a:pt x="972" y="504"/>
                  <a:pt x="945" y="530"/>
                  <a:pt x="912" y="530"/>
                </a:cubicBezTo>
                <a:cubicBezTo>
                  <a:pt x="879" y="530"/>
                  <a:pt x="853" y="504"/>
                  <a:pt x="853" y="471"/>
                </a:cubicBezTo>
                <a:cubicBezTo>
                  <a:pt x="853" y="438"/>
                  <a:pt x="879" y="411"/>
                  <a:pt x="912" y="411"/>
                </a:cubicBezTo>
                <a:cubicBezTo>
                  <a:pt x="945" y="411"/>
                  <a:pt x="972" y="438"/>
                  <a:pt x="972" y="471"/>
                </a:cubicBezTo>
                <a:close/>
                <a:moveTo>
                  <a:pt x="7122" y="5401"/>
                </a:moveTo>
                <a:cubicBezTo>
                  <a:pt x="7122" y="5428"/>
                  <a:pt x="7100" y="5450"/>
                  <a:pt x="7073" y="5450"/>
                </a:cubicBezTo>
                <a:cubicBezTo>
                  <a:pt x="7046" y="5450"/>
                  <a:pt x="7024" y="5428"/>
                  <a:pt x="7024" y="5401"/>
                </a:cubicBezTo>
                <a:cubicBezTo>
                  <a:pt x="7024" y="5373"/>
                  <a:pt x="7046" y="5351"/>
                  <a:pt x="7073" y="5351"/>
                </a:cubicBezTo>
                <a:cubicBezTo>
                  <a:pt x="7100" y="5351"/>
                  <a:pt x="7122" y="5373"/>
                  <a:pt x="7122" y="5401"/>
                </a:cubicBezTo>
                <a:close/>
                <a:moveTo>
                  <a:pt x="9635" y="5316"/>
                </a:moveTo>
                <a:cubicBezTo>
                  <a:pt x="9635" y="5339"/>
                  <a:pt x="9616" y="5358"/>
                  <a:pt x="9593" y="5358"/>
                </a:cubicBezTo>
                <a:cubicBezTo>
                  <a:pt x="9570" y="5358"/>
                  <a:pt x="9551" y="5339"/>
                  <a:pt x="9551" y="5316"/>
                </a:cubicBezTo>
                <a:cubicBezTo>
                  <a:pt x="9551" y="5293"/>
                  <a:pt x="9570" y="5274"/>
                  <a:pt x="9593" y="5274"/>
                </a:cubicBezTo>
                <a:cubicBezTo>
                  <a:pt x="9616" y="5274"/>
                  <a:pt x="9635" y="5293"/>
                  <a:pt x="9635" y="5316"/>
                </a:cubicBezTo>
                <a:close/>
                <a:moveTo>
                  <a:pt x="3663" y="359"/>
                </a:moveTo>
                <a:cubicBezTo>
                  <a:pt x="3663" y="387"/>
                  <a:pt x="3640" y="410"/>
                  <a:pt x="3612" y="410"/>
                </a:cubicBezTo>
                <a:cubicBezTo>
                  <a:pt x="3584" y="410"/>
                  <a:pt x="3561" y="387"/>
                  <a:pt x="3561" y="359"/>
                </a:cubicBezTo>
                <a:cubicBezTo>
                  <a:pt x="3561" y="331"/>
                  <a:pt x="3584" y="308"/>
                  <a:pt x="3612" y="308"/>
                </a:cubicBezTo>
                <a:cubicBezTo>
                  <a:pt x="3640" y="308"/>
                  <a:pt x="3663" y="331"/>
                  <a:pt x="3663" y="359"/>
                </a:cubicBezTo>
                <a:close/>
                <a:moveTo>
                  <a:pt x="6381" y="3524"/>
                </a:moveTo>
                <a:cubicBezTo>
                  <a:pt x="6381" y="3553"/>
                  <a:pt x="6357" y="3576"/>
                  <a:pt x="6328" y="3576"/>
                </a:cubicBezTo>
                <a:cubicBezTo>
                  <a:pt x="6299" y="3576"/>
                  <a:pt x="6276" y="3553"/>
                  <a:pt x="6276" y="3524"/>
                </a:cubicBezTo>
                <a:cubicBezTo>
                  <a:pt x="6276" y="3495"/>
                  <a:pt x="6299" y="3472"/>
                  <a:pt x="6328" y="3472"/>
                </a:cubicBezTo>
                <a:cubicBezTo>
                  <a:pt x="6357" y="3472"/>
                  <a:pt x="6381" y="3495"/>
                  <a:pt x="6381" y="3524"/>
                </a:cubicBezTo>
                <a:close/>
                <a:moveTo>
                  <a:pt x="9183" y="5605"/>
                </a:moveTo>
                <a:cubicBezTo>
                  <a:pt x="9183" y="5628"/>
                  <a:pt x="9164" y="5646"/>
                  <a:pt x="9141" y="5646"/>
                </a:cubicBezTo>
                <a:cubicBezTo>
                  <a:pt x="9118" y="5646"/>
                  <a:pt x="9100" y="5628"/>
                  <a:pt x="9100" y="5605"/>
                </a:cubicBezTo>
                <a:cubicBezTo>
                  <a:pt x="9100" y="5582"/>
                  <a:pt x="9118" y="5563"/>
                  <a:pt x="9141" y="5563"/>
                </a:cubicBezTo>
                <a:cubicBezTo>
                  <a:pt x="9164" y="5563"/>
                  <a:pt x="9183" y="5582"/>
                  <a:pt x="9183" y="5605"/>
                </a:cubicBezTo>
                <a:close/>
                <a:moveTo>
                  <a:pt x="456" y="770"/>
                </a:moveTo>
                <a:cubicBezTo>
                  <a:pt x="456" y="808"/>
                  <a:pt x="426" y="838"/>
                  <a:pt x="388" y="838"/>
                </a:cubicBezTo>
                <a:cubicBezTo>
                  <a:pt x="351" y="838"/>
                  <a:pt x="320" y="808"/>
                  <a:pt x="320" y="770"/>
                </a:cubicBezTo>
                <a:cubicBezTo>
                  <a:pt x="320" y="732"/>
                  <a:pt x="351" y="702"/>
                  <a:pt x="388" y="702"/>
                </a:cubicBezTo>
                <a:cubicBezTo>
                  <a:pt x="426" y="702"/>
                  <a:pt x="456" y="732"/>
                  <a:pt x="456" y="770"/>
                </a:cubicBezTo>
                <a:close/>
                <a:moveTo>
                  <a:pt x="2583" y="6053"/>
                </a:moveTo>
                <a:cubicBezTo>
                  <a:pt x="2583" y="6083"/>
                  <a:pt x="2558" y="6108"/>
                  <a:pt x="2528" y="6108"/>
                </a:cubicBezTo>
                <a:cubicBezTo>
                  <a:pt x="2497" y="6108"/>
                  <a:pt x="2473" y="6083"/>
                  <a:pt x="2473" y="6053"/>
                </a:cubicBezTo>
                <a:cubicBezTo>
                  <a:pt x="2473" y="6022"/>
                  <a:pt x="2497" y="5998"/>
                  <a:pt x="2528" y="5998"/>
                </a:cubicBezTo>
                <a:cubicBezTo>
                  <a:pt x="2558" y="5998"/>
                  <a:pt x="2583" y="6022"/>
                  <a:pt x="2583" y="6053"/>
                </a:cubicBezTo>
                <a:close/>
                <a:moveTo>
                  <a:pt x="141" y="3053"/>
                </a:moveTo>
                <a:cubicBezTo>
                  <a:pt x="141" y="3074"/>
                  <a:pt x="124" y="3091"/>
                  <a:pt x="103" y="3091"/>
                </a:cubicBezTo>
                <a:cubicBezTo>
                  <a:pt x="83" y="3091"/>
                  <a:pt x="66" y="3074"/>
                  <a:pt x="66" y="3053"/>
                </a:cubicBezTo>
                <a:cubicBezTo>
                  <a:pt x="66" y="3032"/>
                  <a:pt x="83" y="3015"/>
                  <a:pt x="103" y="3015"/>
                </a:cubicBezTo>
                <a:cubicBezTo>
                  <a:pt x="124" y="3015"/>
                  <a:pt x="141" y="3032"/>
                  <a:pt x="141" y="3053"/>
                </a:cubicBezTo>
                <a:close/>
                <a:moveTo>
                  <a:pt x="3342" y="2248"/>
                </a:moveTo>
                <a:cubicBezTo>
                  <a:pt x="3342" y="2269"/>
                  <a:pt x="3325" y="2286"/>
                  <a:pt x="3305" y="2286"/>
                </a:cubicBezTo>
                <a:cubicBezTo>
                  <a:pt x="3284" y="2286"/>
                  <a:pt x="3267" y="2269"/>
                  <a:pt x="3267" y="2248"/>
                </a:cubicBezTo>
                <a:cubicBezTo>
                  <a:pt x="3267" y="2227"/>
                  <a:pt x="3284" y="2210"/>
                  <a:pt x="3305" y="2210"/>
                </a:cubicBezTo>
                <a:cubicBezTo>
                  <a:pt x="3325" y="2210"/>
                  <a:pt x="3342" y="2227"/>
                  <a:pt x="3342" y="2248"/>
                </a:cubicBezTo>
                <a:close/>
                <a:moveTo>
                  <a:pt x="218" y="381"/>
                </a:moveTo>
                <a:cubicBezTo>
                  <a:pt x="218" y="419"/>
                  <a:pt x="187" y="449"/>
                  <a:pt x="150" y="449"/>
                </a:cubicBezTo>
                <a:cubicBezTo>
                  <a:pt x="112" y="449"/>
                  <a:pt x="81" y="419"/>
                  <a:pt x="81" y="381"/>
                </a:cubicBezTo>
                <a:cubicBezTo>
                  <a:pt x="81" y="343"/>
                  <a:pt x="112" y="313"/>
                  <a:pt x="150" y="313"/>
                </a:cubicBezTo>
                <a:cubicBezTo>
                  <a:pt x="187" y="313"/>
                  <a:pt x="218" y="343"/>
                  <a:pt x="218" y="381"/>
                </a:cubicBezTo>
                <a:close/>
                <a:moveTo>
                  <a:pt x="4042" y="3269"/>
                </a:moveTo>
                <a:cubicBezTo>
                  <a:pt x="4042" y="3288"/>
                  <a:pt x="4026" y="3303"/>
                  <a:pt x="4008" y="3303"/>
                </a:cubicBezTo>
                <a:cubicBezTo>
                  <a:pt x="3989" y="3303"/>
                  <a:pt x="3974" y="3288"/>
                  <a:pt x="3974" y="3269"/>
                </a:cubicBezTo>
                <a:cubicBezTo>
                  <a:pt x="3974" y="3250"/>
                  <a:pt x="3989" y="3235"/>
                  <a:pt x="4008" y="3235"/>
                </a:cubicBezTo>
                <a:cubicBezTo>
                  <a:pt x="4026" y="3235"/>
                  <a:pt x="4042" y="3250"/>
                  <a:pt x="4042" y="3269"/>
                </a:cubicBezTo>
                <a:close/>
                <a:moveTo>
                  <a:pt x="4883" y="4880"/>
                </a:moveTo>
                <a:cubicBezTo>
                  <a:pt x="4883" y="4916"/>
                  <a:pt x="4853" y="4946"/>
                  <a:pt x="4817" y="4946"/>
                </a:cubicBezTo>
                <a:cubicBezTo>
                  <a:pt x="4781" y="4946"/>
                  <a:pt x="4751" y="4916"/>
                  <a:pt x="4751" y="4880"/>
                </a:cubicBezTo>
                <a:cubicBezTo>
                  <a:pt x="4751" y="4843"/>
                  <a:pt x="4781" y="4814"/>
                  <a:pt x="4817" y="4814"/>
                </a:cubicBezTo>
                <a:cubicBezTo>
                  <a:pt x="4853" y="4814"/>
                  <a:pt x="4883" y="4843"/>
                  <a:pt x="4883" y="4880"/>
                </a:cubicBezTo>
                <a:close/>
                <a:moveTo>
                  <a:pt x="2561" y="6117"/>
                </a:moveTo>
                <a:cubicBezTo>
                  <a:pt x="2561" y="6150"/>
                  <a:pt x="2534" y="6177"/>
                  <a:pt x="2501" y="6177"/>
                </a:cubicBezTo>
                <a:cubicBezTo>
                  <a:pt x="2468" y="6177"/>
                  <a:pt x="2442" y="6150"/>
                  <a:pt x="2442" y="6117"/>
                </a:cubicBezTo>
                <a:cubicBezTo>
                  <a:pt x="2442" y="6084"/>
                  <a:pt x="2468" y="6058"/>
                  <a:pt x="2501" y="6058"/>
                </a:cubicBezTo>
                <a:cubicBezTo>
                  <a:pt x="2534" y="6058"/>
                  <a:pt x="2561" y="6084"/>
                  <a:pt x="2561" y="6117"/>
                </a:cubicBezTo>
                <a:close/>
                <a:moveTo>
                  <a:pt x="3064" y="838"/>
                </a:moveTo>
                <a:cubicBezTo>
                  <a:pt x="3064" y="860"/>
                  <a:pt x="3047" y="878"/>
                  <a:pt x="3025" y="878"/>
                </a:cubicBezTo>
                <a:cubicBezTo>
                  <a:pt x="3003" y="878"/>
                  <a:pt x="2985" y="860"/>
                  <a:pt x="2985" y="838"/>
                </a:cubicBezTo>
                <a:cubicBezTo>
                  <a:pt x="2985" y="816"/>
                  <a:pt x="3003" y="798"/>
                  <a:pt x="3025" y="798"/>
                </a:cubicBezTo>
                <a:cubicBezTo>
                  <a:pt x="3047" y="798"/>
                  <a:pt x="3064" y="816"/>
                  <a:pt x="3064" y="838"/>
                </a:cubicBezTo>
                <a:close/>
                <a:moveTo>
                  <a:pt x="2246" y="881"/>
                </a:moveTo>
                <a:cubicBezTo>
                  <a:pt x="2246" y="911"/>
                  <a:pt x="2221" y="935"/>
                  <a:pt x="2191" y="935"/>
                </a:cubicBezTo>
                <a:cubicBezTo>
                  <a:pt x="2161" y="935"/>
                  <a:pt x="2137" y="911"/>
                  <a:pt x="2137" y="881"/>
                </a:cubicBezTo>
                <a:cubicBezTo>
                  <a:pt x="2137" y="851"/>
                  <a:pt x="2161" y="826"/>
                  <a:pt x="2191" y="826"/>
                </a:cubicBezTo>
                <a:cubicBezTo>
                  <a:pt x="2221" y="826"/>
                  <a:pt x="2246" y="851"/>
                  <a:pt x="2246" y="881"/>
                </a:cubicBezTo>
                <a:close/>
                <a:moveTo>
                  <a:pt x="8804" y="3094"/>
                </a:moveTo>
                <a:cubicBezTo>
                  <a:pt x="8804" y="3128"/>
                  <a:pt x="8776" y="3155"/>
                  <a:pt x="8743" y="3155"/>
                </a:cubicBezTo>
                <a:cubicBezTo>
                  <a:pt x="8709" y="3155"/>
                  <a:pt x="8682" y="3128"/>
                  <a:pt x="8682" y="3094"/>
                </a:cubicBezTo>
                <a:cubicBezTo>
                  <a:pt x="8682" y="3061"/>
                  <a:pt x="8709" y="3034"/>
                  <a:pt x="8743" y="3034"/>
                </a:cubicBezTo>
                <a:cubicBezTo>
                  <a:pt x="8776" y="3034"/>
                  <a:pt x="8804" y="3061"/>
                  <a:pt x="8804" y="3094"/>
                </a:cubicBezTo>
                <a:close/>
                <a:moveTo>
                  <a:pt x="8759" y="6179"/>
                </a:moveTo>
                <a:cubicBezTo>
                  <a:pt x="8759" y="6208"/>
                  <a:pt x="8736" y="6230"/>
                  <a:pt x="8708" y="6230"/>
                </a:cubicBezTo>
                <a:cubicBezTo>
                  <a:pt x="8680" y="6230"/>
                  <a:pt x="8657" y="6208"/>
                  <a:pt x="8657" y="6179"/>
                </a:cubicBezTo>
                <a:cubicBezTo>
                  <a:pt x="8657" y="6151"/>
                  <a:pt x="8680" y="6129"/>
                  <a:pt x="8708" y="6129"/>
                </a:cubicBezTo>
                <a:cubicBezTo>
                  <a:pt x="8736" y="6129"/>
                  <a:pt x="8759" y="6151"/>
                  <a:pt x="8759" y="6179"/>
                </a:cubicBezTo>
                <a:close/>
                <a:moveTo>
                  <a:pt x="6354" y="4271"/>
                </a:moveTo>
                <a:cubicBezTo>
                  <a:pt x="6354" y="4308"/>
                  <a:pt x="6324" y="4337"/>
                  <a:pt x="6287" y="4337"/>
                </a:cubicBezTo>
                <a:cubicBezTo>
                  <a:pt x="6250" y="4337"/>
                  <a:pt x="6221" y="4308"/>
                  <a:pt x="6221" y="4271"/>
                </a:cubicBezTo>
                <a:cubicBezTo>
                  <a:pt x="6221" y="4234"/>
                  <a:pt x="6250" y="4204"/>
                  <a:pt x="6287" y="4204"/>
                </a:cubicBezTo>
                <a:cubicBezTo>
                  <a:pt x="6324" y="4204"/>
                  <a:pt x="6354" y="4234"/>
                  <a:pt x="6354" y="4271"/>
                </a:cubicBezTo>
                <a:close/>
                <a:moveTo>
                  <a:pt x="6535" y="4688"/>
                </a:moveTo>
                <a:cubicBezTo>
                  <a:pt x="6535" y="4717"/>
                  <a:pt x="6511" y="4741"/>
                  <a:pt x="6482" y="4741"/>
                </a:cubicBezTo>
                <a:cubicBezTo>
                  <a:pt x="6453" y="4741"/>
                  <a:pt x="6430" y="4717"/>
                  <a:pt x="6430" y="4688"/>
                </a:cubicBezTo>
                <a:cubicBezTo>
                  <a:pt x="6430" y="4659"/>
                  <a:pt x="6453" y="4635"/>
                  <a:pt x="6482" y="4635"/>
                </a:cubicBezTo>
                <a:cubicBezTo>
                  <a:pt x="6511" y="4635"/>
                  <a:pt x="6535" y="4659"/>
                  <a:pt x="6535" y="4688"/>
                </a:cubicBezTo>
                <a:close/>
                <a:moveTo>
                  <a:pt x="8003" y="5193"/>
                </a:moveTo>
                <a:cubicBezTo>
                  <a:pt x="8003" y="5212"/>
                  <a:pt x="7987" y="5228"/>
                  <a:pt x="7968" y="5228"/>
                </a:cubicBezTo>
                <a:cubicBezTo>
                  <a:pt x="7949" y="5228"/>
                  <a:pt x="7933" y="5212"/>
                  <a:pt x="7933" y="5193"/>
                </a:cubicBezTo>
                <a:cubicBezTo>
                  <a:pt x="7933" y="5174"/>
                  <a:pt x="7949" y="5159"/>
                  <a:pt x="7968" y="5159"/>
                </a:cubicBezTo>
                <a:cubicBezTo>
                  <a:pt x="7987" y="5159"/>
                  <a:pt x="8003" y="5174"/>
                  <a:pt x="8003" y="5193"/>
                </a:cubicBezTo>
                <a:close/>
                <a:moveTo>
                  <a:pt x="9299" y="2516"/>
                </a:moveTo>
                <a:cubicBezTo>
                  <a:pt x="9299" y="2547"/>
                  <a:pt x="9274" y="2572"/>
                  <a:pt x="9243" y="2572"/>
                </a:cubicBezTo>
                <a:cubicBezTo>
                  <a:pt x="9212" y="2572"/>
                  <a:pt x="9187" y="2547"/>
                  <a:pt x="9187" y="2516"/>
                </a:cubicBezTo>
                <a:cubicBezTo>
                  <a:pt x="9187" y="2485"/>
                  <a:pt x="9212" y="2460"/>
                  <a:pt x="9243" y="2460"/>
                </a:cubicBezTo>
                <a:cubicBezTo>
                  <a:pt x="9274" y="2460"/>
                  <a:pt x="9299" y="2485"/>
                  <a:pt x="9299" y="2516"/>
                </a:cubicBezTo>
                <a:close/>
                <a:moveTo>
                  <a:pt x="8098" y="451"/>
                </a:moveTo>
                <a:cubicBezTo>
                  <a:pt x="8098" y="481"/>
                  <a:pt x="8073" y="506"/>
                  <a:pt x="8043" y="506"/>
                </a:cubicBezTo>
                <a:cubicBezTo>
                  <a:pt x="8013" y="506"/>
                  <a:pt x="7988" y="481"/>
                  <a:pt x="7988" y="451"/>
                </a:cubicBezTo>
                <a:cubicBezTo>
                  <a:pt x="7988" y="421"/>
                  <a:pt x="8013" y="396"/>
                  <a:pt x="8043" y="396"/>
                </a:cubicBezTo>
                <a:cubicBezTo>
                  <a:pt x="8073" y="396"/>
                  <a:pt x="8098" y="421"/>
                  <a:pt x="8098" y="451"/>
                </a:cubicBezTo>
                <a:close/>
                <a:moveTo>
                  <a:pt x="6683" y="3564"/>
                </a:moveTo>
                <a:cubicBezTo>
                  <a:pt x="6683" y="3592"/>
                  <a:pt x="6660" y="3615"/>
                  <a:pt x="6632" y="3615"/>
                </a:cubicBezTo>
                <a:cubicBezTo>
                  <a:pt x="6604" y="3615"/>
                  <a:pt x="6581" y="3592"/>
                  <a:pt x="6581" y="3564"/>
                </a:cubicBezTo>
                <a:cubicBezTo>
                  <a:pt x="6581" y="3536"/>
                  <a:pt x="6604" y="3513"/>
                  <a:pt x="6632" y="3513"/>
                </a:cubicBezTo>
                <a:cubicBezTo>
                  <a:pt x="6660" y="3513"/>
                  <a:pt x="6683" y="3536"/>
                  <a:pt x="6683" y="3564"/>
                </a:cubicBezTo>
                <a:close/>
                <a:moveTo>
                  <a:pt x="6844" y="2752"/>
                </a:moveTo>
                <a:cubicBezTo>
                  <a:pt x="6844" y="2780"/>
                  <a:pt x="6821" y="2803"/>
                  <a:pt x="6793" y="2803"/>
                </a:cubicBezTo>
                <a:cubicBezTo>
                  <a:pt x="6765" y="2803"/>
                  <a:pt x="6742" y="2780"/>
                  <a:pt x="6742" y="2752"/>
                </a:cubicBezTo>
                <a:cubicBezTo>
                  <a:pt x="6742" y="2724"/>
                  <a:pt x="6765" y="2701"/>
                  <a:pt x="6793" y="2701"/>
                </a:cubicBezTo>
                <a:cubicBezTo>
                  <a:pt x="6821" y="2701"/>
                  <a:pt x="6844" y="2724"/>
                  <a:pt x="6844" y="2752"/>
                </a:cubicBezTo>
                <a:close/>
                <a:moveTo>
                  <a:pt x="8451" y="4864"/>
                </a:moveTo>
                <a:cubicBezTo>
                  <a:pt x="8451" y="4895"/>
                  <a:pt x="8426" y="4920"/>
                  <a:pt x="8395" y="4920"/>
                </a:cubicBezTo>
                <a:cubicBezTo>
                  <a:pt x="8365" y="4920"/>
                  <a:pt x="8340" y="4895"/>
                  <a:pt x="8340" y="4864"/>
                </a:cubicBezTo>
                <a:cubicBezTo>
                  <a:pt x="8340" y="4834"/>
                  <a:pt x="8365" y="4809"/>
                  <a:pt x="8395" y="4809"/>
                </a:cubicBezTo>
                <a:cubicBezTo>
                  <a:pt x="8426" y="4809"/>
                  <a:pt x="8451" y="4834"/>
                  <a:pt x="8451" y="4864"/>
                </a:cubicBezTo>
                <a:close/>
                <a:moveTo>
                  <a:pt x="9589" y="4182"/>
                </a:moveTo>
                <a:cubicBezTo>
                  <a:pt x="9589" y="4215"/>
                  <a:pt x="9563" y="4242"/>
                  <a:pt x="9530" y="4242"/>
                </a:cubicBezTo>
                <a:cubicBezTo>
                  <a:pt x="9497" y="4242"/>
                  <a:pt x="9470" y="4215"/>
                  <a:pt x="9470" y="4182"/>
                </a:cubicBezTo>
                <a:cubicBezTo>
                  <a:pt x="9470" y="4149"/>
                  <a:pt x="9497" y="4123"/>
                  <a:pt x="9530" y="4123"/>
                </a:cubicBezTo>
                <a:cubicBezTo>
                  <a:pt x="9563" y="4123"/>
                  <a:pt x="9589" y="4149"/>
                  <a:pt x="9589" y="4182"/>
                </a:cubicBezTo>
                <a:close/>
                <a:moveTo>
                  <a:pt x="6033" y="3656"/>
                </a:moveTo>
                <a:cubicBezTo>
                  <a:pt x="6033" y="3689"/>
                  <a:pt x="6006" y="3716"/>
                  <a:pt x="5973" y="3716"/>
                </a:cubicBezTo>
                <a:cubicBezTo>
                  <a:pt x="5940" y="3716"/>
                  <a:pt x="5913" y="3689"/>
                  <a:pt x="5913" y="3656"/>
                </a:cubicBezTo>
                <a:cubicBezTo>
                  <a:pt x="5913" y="3622"/>
                  <a:pt x="5940" y="3595"/>
                  <a:pt x="5973" y="3595"/>
                </a:cubicBezTo>
                <a:cubicBezTo>
                  <a:pt x="6006" y="3595"/>
                  <a:pt x="6033" y="3622"/>
                  <a:pt x="6033" y="3656"/>
                </a:cubicBezTo>
                <a:close/>
                <a:moveTo>
                  <a:pt x="8575" y="3213"/>
                </a:moveTo>
                <a:cubicBezTo>
                  <a:pt x="8575" y="3231"/>
                  <a:pt x="8561" y="3245"/>
                  <a:pt x="8543" y="3245"/>
                </a:cubicBezTo>
                <a:cubicBezTo>
                  <a:pt x="8526" y="3245"/>
                  <a:pt x="8511" y="3231"/>
                  <a:pt x="8511" y="3213"/>
                </a:cubicBezTo>
                <a:cubicBezTo>
                  <a:pt x="8511" y="3196"/>
                  <a:pt x="8526" y="3181"/>
                  <a:pt x="8543" y="3181"/>
                </a:cubicBezTo>
                <a:cubicBezTo>
                  <a:pt x="8561" y="3181"/>
                  <a:pt x="8575" y="3196"/>
                  <a:pt x="8575" y="3213"/>
                </a:cubicBezTo>
                <a:close/>
                <a:moveTo>
                  <a:pt x="4023" y="2053"/>
                </a:moveTo>
                <a:cubicBezTo>
                  <a:pt x="4023" y="2088"/>
                  <a:pt x="3995" y="2117"/>
                  <a:pt x="3960" y="2117"/>
                </a:cubicBezTo>
                <a:cubicBezTo>
                  <a:pt x="3925" y="2117"/>
                  <a:pt x="3896" y="2088"/>
                  <a:pt x="3896" y="2053"/>
                </a:cubicBezTo>
                <a:cubicBezTo>
                  <a:pt x="3896" y="2018"/>
                  <a:pt x="3925" y="1990"/>
                  <a:pt x="3960" y="1990"/>
                </a:cubicBezTo>
                <a:cubicBezTo>
                  <a:pt x="3995" y="1990"/>
                  <a:pt x="4023" y="2018"/>
                  <a:pt x="4023" y="2053"/>
                </a:cubicBezTo>
                <a:close/>
                <a:moveTo>
                  <a:pt x="7469" y="4314"/>
                </a:moveTo>
                <a:cubicBezTo>
                  <a:pt x="7469" y="4348"/>
                  <a:pt x="7441" y="4376"/>
                  <a:pt x="7407" y="4376"/>
                </a:cubicBezTo>
                <a:cubicBezTo>
                  <a:pt x="7372" y="4376"/>
                  <a:pt x="7344" y="4348"/>
                  <a:pt x="7344" y="4314"/>
                </a:cubicBezTo>
                <a:cubicBezTo>
                  <a:pt x="7344" y="4279"/>
                  <a:pt x="7372" y="4251"/>
                  <a:pt x="7407" y="4251"/>
                </a:cubicBezTo>
                <a:cubicBezTo>
                  <a:pt x="7441" y="4251"/>
                  <a:pt x="7469" y="4279"/>
                  <a:pt x="7469" y="4314"/>
                </a:cubicBezTo>
                <a:close/>
                <a:moveTo>
                  <a:pt x="5348" y="3026"/>
                </a:moveTo>
                <a:cubicBezTo>
                  <a:pt x="5348" y="3043"/>
                  <a:pt x="5333" y="3057"/>
                  <a:pt x="5316" y="3057"/>
                </a:cubicBezTo>
                <a:cubicBezTo>
                  <a:pt x="5299" y="3057"/>
                  <a:pt x="5285" y="3043"/>
                  <a:pt x="5285" y="3026"/>
                </a:cubicBezTo>
                <a:cubicBezTo>
                  <a:pt x="5285" y="3008"/>
                  <a:pt x="5299" y="2994"/>
                  <a:pt x="5316" y="2994"/>
                </a:cubicBezTo>
                <a:cubicBezTo>
                  <a:pt x="5333" y="2994"/>
                  <a:pt x="5348" y="3008"/>
                  <a:pt x="5348" y="3026"/>
                </a:cubicBezTo>
                <a:close/>
                <a:moveTo>
                  <a:pt x="4150" y="4866"/>
                </a:moveTo>
                <a:cubicBezTo>
                  <a:pt x="4150" y="4886"/>
                  <a:pt x="4133" y="4903"/>
                  <a:pt x="4113" y="4903"/>
                </a:cubicBezTo>
                <a:cubicBezTo>
                  <a:pt x="4093" y="4903"/>
                  <a:pt x="4076" y="4886"/>
                  <a:pt x="4076" y="4866"/>
                </a:cubicBezTo>
                <a:cubicBezTo>
                  <a:pt x="4076" y="4846"/>
                  <a:pt x="4093" y="4829"/>
                  <a:pt x="4113" y="4829"/>
                </a:cubicBezTo>
                <a:cubicBezTo>
                  <a:pt x="4133" y="4829"/>
                  <a:pt x="4150" y="4846"/>
                  <a:pt x="4150" y="4866"/>
                </a:cubicBezTo>
                <a:close/>
                <a:moveTo>
                  <a:pt x="5205" y="1831"/>
                </a:moveTo>
                <a:cubicBezTo>
                  <a:pt x="5205" y="1852"/>
                  <a:pt x="5187" y="1870"/>
                  <a:pt x="5166" y="1870"/>
                </a:cubicBezTo>
                <a:cubicBezTo>
                  <a:pt x="5144" y="1870"/>
                  <a:pt x="5126" y="1852"/>
                  <a:pt x="5126" y="1831"/>
                </a:cubicBezTo>
                <a:cubicBezTo>
                  <a:pt x="5126" y="1809"/>
                  <a:pt x="5144" y="1791"/>
                  <a:pt x="5166" y="1791"/>
                </a:cubicBezTo>
                <a:cubicBezTo>
                  <a:pt x="5187" y="1791"/>
                  <a:pt x="5205" y="1809"/>
                  <a:pt x="5205" y="1831"/>
                </a:cubicBezTo>
                <a:close/>
                <a:moveTo>
                  <a:pt x="2592" y="1582"/>
                </a:moveTo>
                <a:cubicBezTo>
                  <a:pt x="2592" y="1615"/>
                  <a:pt x="2565" y="1641"/>
                  <a:pt x="2533" y="1641"/>
                </a:cubicBezTo>
                <a:cubicBezTo>
                  <a:pt x="2500" y="1641"/>
                  <a:pt x="2474" y="1615"/>
                  <a:pt x="2474" y="1582"/>
                </a:cubicBezTo>
                <a:cubicBezTo>
                  <a:pt x="2474" y="1550"/>
                  <a:pt x="2500" y="1523"/>
                  <a:pt x="2533" y="1523"/>
                </a:cubicBezTo>
                <a:cubicBezTo>
                  <a:pt x="2565" y="1523"/>
                  <a:pt x="2592" y="1550"/>
                  <a:pt x="2592" y="1582"/>
                </a:cubicBezTo>
                <a:close/>
                <a:moveTo>
                  <a:pt x="2546" y="5741"/>
                </a:moveTo>
                <a:cubicBezTo>
                  <a:pt x="2546" y="5759"/>
                  <a:pt x="2532" y="5773"/>
                  <a:pt x="2514" y="5773"/>
                </a:cubicBezTo>
                <a:cubicBezTo>
                  <a:pt x="2496" y="5773"/>
                  <a:pt x="2482" y="5759"/>
                  <a:pt x="2482" y="5741"/>
                </a:cubicBezTo>
                <a:cubicBezTo>
                  <a:pt x="2482" y="5723"/>
                  <a:pt x="2496" y="5709"/>
                  <a:pt x="2514" y="5709"/>
                </a:cubicBezTo>
                <a:cubicBezTo>
                  <a:pt x="2532" y="5709"/>
                  <a:pt x="2546" y="5723"/>
                  <a:pt x="2546" y="5741"/>
                </a:cubicBezTo>
                <a:close/>
                <a:moveTo>
                  <a:pt x="9813" y="5175"/>
                </a:moveTo>
                <a:cubicBezTo>
                  <a:pt x="9813" y="5212"/>
                  <a:pt x="9784" y="5241"/>
                  <a:pt x="9747" y="5241"/>
                </a:cubicBezTo>
                <a:cubicBezTo>
                  <a:pt x="9711" y="5241"/>
                  <a:pt x="9681" y="5212"/>
                  <a:pt x="9681" y="5175"/>
                </a:cubicBezTo>
                <a:cubicBezTo>
                  <a:pt x="9681" y="5139"/>
                  <a:pt x="9711" y="5109"/>
                  <a:pt x="9747" y="5109"/>
                </a:cubicBezTo>
                <a:cubicBezTo>
                  <a:pt x="9784" y="5109"/>
                  <a:pt x="9813" y="5139"/>
                  <a:pt x="9813" y="5175"/>
                </a:cubicBezTo>
                <a:close/>
                <a:moveTo>
                  <a:pt x="2728" y="60"/>
                </a:moveTo>
                <a:cubicBezTo>
                  <a:pt x="2728" y="94"/>
                  <a:pt x="2701" y="121"/>
                  <a:pt x="2667" y="121"/>
                </a:cubicBezTo>
                <a:cubicBezTo>
                  <a:pt x="2634" y="121"/>
                  <a:pt x="2607" y="94"/>
                  <a:pt x="2607" y="60"/>
                </a:cubicBezTo>
                <a:cubicBezTo>
                  <a:pt x="2607" y="27"/>
                  <a:pt x="2634" y="0"/>
                  <a:pt x="2667" y="0"/>
                </a:cubicBezTo>
                <a:cubicBezTo>
                  <a:pt x="2701" y="0"/>
                  <a:pt x="2728" y="27"/>
                  <a:pt x="2728" y="60"/>
                </a:cubicBezTo>
                <a:close/>
                <a:moveTo>
                  <a:pt x="5387" y="1109"/>
                </a:moveTo>
                <a:cubicBezTo>
                  <a:pt x="5387" y="1145"/>
                  <a:pt x="5358" y="1174"/>
                  <a:pt x="5321" y="1174"/>
                </a:cubicBezTo>
                <a:cubicBezTo>
                  <a:pt x="5285" y="1174"/>
                  <a:pt x="5256" y="1145"/>
                  <a:pt x="5256" y="1109"/>
                </a:cubicBezTo>
                <a:cubicBezTo>
                  <a:pt x="5256" y="1073"/>
                  <a:pt x="5285" y="1043"/>
                  <a:pt x="5321" y="1043"/>
                </a:cubicBezTo>
                <a:cubicBezTo>
                  <a:pt x="5358" y="1043"/>
                  <a:pt x="5387" y="1073"/>
                  <a:pt x="5387" y="1109"/>
                </a:cubicBezTo>
                <a:close/>
                <a:moveTo>
                  <a:pt x="3119" y="1066"/>
                </a:moveTo>
                <a:cubicBezTo>
                  <a:pt x="3119" y="1100"/>
                  <a:pt x="3092" y="1128"/>
                  <a:pt x="3058" y="1128"/>
                </a:cubicBezTo>
                <a:cubicBezTo>
                  <a:pt x="3024" y="1128"/>
                  <a:pt x="2996" y="1100"/>
                  <a:pt x="2996" y="1066"/>
                </a:cubicBezTo>
                <a:cubicBezTo>
                  <a:pt x="2996" y="1032"/>
                  <a:pt x="3024" y="1005"/>
                  <a:pt x="3058" y="1005"/>
                </a:cubicBezTo>
                <a:cubicBezTo>
                  <a:pt x="3092" y="1005"/>
                  <a:pt x="3119" y="1032"/>
                  <a:pt x="3119" y="1066"/>
                </a:cubicBezTo>
                <a:close/>
                <a:moveTo>
                  <a:pt x="7236" y="1064"/>
                </a:moveTo>
                <a:cubicBezTo>
                  <a:pt x="7236" y="1087"/>
                  <a:pt x="7217" y="1106"/>
                  <a:pt x="7194" y="1106"/>
                </a:cubicBezTo>
                <a:cubicBezTo>
                  <a:pt x="7171" y="1106"/>
                  <a:pt x="7152" y="1087"/>
                  <a:pt x="7152" y="1064"/>
                </a:cubicBezTo>
                <a:cubicBezTo>
                  <a:pt x="7152" y="1041"/>
                  <a:pt x="7171" y="1022"/>
                  <a:pt x="7194" y="1022"/>
                </a:cubicBezTo>
                <a:cubicBezTo>
                  <a:pt x="7217" y="1022"/>
                  <a:pt x="7236" y="1041"/>
                  <a:pt x="7236" y="1064"/>
                </a:cubicBezTo>
                <a:close/>
                <a:moveTo>
                  <a:pt x="5995" y="4083"/>
                </a:moveTo>
                <a:cubicBezTo>
                  <a:pt x="5995" y="4118"/>
                  <a:pt x="5967" y="4146"/>
                  <a:pt x="5932" y="4146"/>
                </a:cubicBezTo>
                <a:cubicBezTo>
                  <a:pt x="5897" y="4146"/>
                  <a:pt x="5868" y="4118"/>
                  <a:pt x="5868" y="4083"/>
                </a:cubicBezTo>
                <a:cubicBezTo>
                  <a:pt x="5868" y="4048"/>
                  <a:pt x="5897" y="4019"/>
                  <a:pt x="5932" y="4019"/>
                </a:cubicBezTo>
                <a:cubicBezTo>
                  <a:pt x="5967" y="4019"/>
                  <a:pt x="5995" y="4048"/>
                  <a:pt x="5995" y="4083"/>
                </a:cubicBezTo>
                <a:close/>
                <a:moveTo>
                  <a:pt x="1879" y="5891"/>
                </a:moveTo>
                <a:cubicBezTo>
                  <a:pt x="1879" y="5915"/>
                  <a:pt x="1860" y="5934"/>
                  <a:pt x="1837" y="5934"/>
                </a:cubicBezTo>
                <a:cubicBezTo>
                  <a:pt x="1813" y="5934"/>
                  <a:pt x="1795" y="5915"/>
                  <a:pt x="1795" y="5891"/>
                </a:cubicBezTo>
                <a:cubicBezTo>
                  <a:pt x="1795" y="5868"/>
                  <a:pt x="1813" y="5849"/>
                  <a:pt x="1837" y="5849"/>
                </a:cubicBezTo>
                <a:cubicBezTo>
                  <a:pt x="1860" y="5849"/>
                  <a:pt x="1879" y="5868"/>
                  <a:pt x="1879" y="5891"/>
                </a:cubicBezTo>
                <a:close/>
                <a:moveTo>
                  <a:pt x="1721" y="4416"/>
                </a:moveTo>
                <a:cubicBezTo>
                  <a:pt x="1721" y="4446"/>
                  <a:pt x="1697" y="4469"/>
                  <a:pt x="1667" y="4469"/>
                </a:cubicBezTo>
                <a:cubicBezTo>
                  <a:pt x="1638" y="4469"/>
                  <a:pt x="1614" y="4446"/>
                  <a:pt x="1614" y="4416"/>
                </a:cubicBezTo>
                <a:cubicBezTo>
                  <a:pt x="1614" y="4387"/>
                  <a:pt x="1638" y="4363"/>
                  <a:pt x="1667" y="4363"/>
                </a:cubicBezTo>
                <a:cubicBezTo>
                  <a:pt x="1697" y="4363"/>
                  <a:pt x="1721" y="4387"/>
                  <a:pt x="1721" y="4416"/>
                </a:cubicBezTo>
                <a:close/>
                <a:moveTo>
                  <a:pt x="5383" y="3471"/>
                </a:moveTo>
                <a:cubicBezTo>
                  <a:pt x="5383" y="3503"/>
                  <a:pt x="5357" y="3529"/>
                  <a:pt x="5326" y="3529"/>
                </a:cubicBezTo>
                <a:cubicBezTo>
                  <a:pt x="5294" y="3529"/>
                  <a:pt x="5268" y="3503"/>
                  <a:pt x="5268" y="3471"/>
                </a:cubicBezTo>
                <a:cubicBezTo>
                  <a:pt x="5268" y="3439"/>
                  <a:pt x="5294" y="3414"/>
                  <a:pt x="5326" y="3414"/>
                </a:cubicBezTo>
                <a:cubicBezTo>
                  <a:pt x="5357" y="3414"/>
                  <a:pt x="5383" y="3439"/>
                  <a:pt x="5383" y="3471"/>
                </a:cubicBezTo>
                <a:close/>
              </a:path>
            </a:pathLst>
          </a:custGeom>
          <a:solidFill>
            <a:srgbClr val="9C9C9C"/>
          </a:solidFill>
          <a:ln>
            <a:noFill/>
          </a:ln>
        </p:spPr>
      </p:sp>
      <p:grpSp>
        <p:nvGrpSpPr>
          <p:cNvPr id="60" name="Recuadro Modo B"/>
          <p:cNvGrpSpPr/>
          <p:nvPr/>
        </p:nvGrpSpPr>
        <p:grpSpPr>
          <a:xfrm>
            <a:off x="8229600" y="868680"/>
            <a:ext cx="3657600" cy="2660904"/>
            <a:chOff x="8229600" y="868680"/>
            <a:chExt cx="3657600" cy="2660904"/>
          </a:xfrm>
        </p:grpSpPr>
        <p:sp>
          <p:nvSpPr>
            <p:cNvPr id="61" name="Forma 60"/>
            <p:cNvSpPr/>
            <p:nvPr/>
          </p:nvSpPr>
          <p:spPr>
            <a:xfrm>
              <a:off x="8229600" y="1234440"/>
              <a:ext cx="3657600" cy="2295144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 brillante entre costillas;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horizontales.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8229600" y="86868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B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3" name="Recuadro Modo M"/>
          <p:cNvGrpSpPr/>
          <p:nvPr/>
        </p:nvGrpSpPr>
        <p:grpSpPr>
          <a:xfrm>
            <a:off x="8229600" y="3694176"/>
            <a:ext cx="3657600" cy="2660904"/>
            <a:chOff x="8229600" y="3694176"/>
            <a:chExt cx="3657600" cy="2660904"/>
          </a:xfrm>
        </p:grpSpPr>
        <p:sp>
          <p:nvSpPr>
            <p:cNvPr id="64" name="Forma 63"/>
            <p:cNvSpPr/>
            <p:nvPr/>
          </p:nvSpPr>
          <p:spPr>
            <a:xfrm>
              <a:off x="8229600" y="4059936"/>
              <a:ext cx="3657600" cy="2295144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Signo de la playa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«olas» arriba (pared quieta) y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«arena»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abajo (pulmón que se desliza).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5" name="Forma 64"/>
            <p:cNvSpPr/>
            <p:nvPr/>
          </p:nvSpPr>
          <p:spPr>
            <a:xfrm>
              <a:off x="8229600" y="3694176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M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476299" y="91440"/>
            <a:ext cx="755080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REPRESENTACIÓN ECOGRÁFICA NORMAL</a:t>
            </a:r>
            <a:endParaRPr lang="es-AR" sz="2400" dirty="0">
              <a:latin typeface="Mali"/>
            </a:endParaRPr>
          </a:p>
        </p:txBody>
      </p: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sp>
        <p:nvSpPr>
          <p:cNvPr id="6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AirePleural"/>
          <p:cNvSpPr/>
          <p:nvPr/>
        </p:nvSpPr>
        <p:spPr>
          <a:xfrm>
            <a:off x="274320" y="3640958"/>
            <a:ext cx="3657600" cy="641223"/>
          </a:xfrm>
          <a:prstGeom prst="rect">
            <a:avLst/>
          </a:prstGeom>
          <a:solidFill>
            <a:srgbClr val="F7FCFF">
              <a:alpha val="96000"/>
            </a:srgbClr>
          </a:solidFill>
          <a:ln w="12700" cap="rnd">
            <a:solidFill>
              <a:srgbClr val="7FB3D5"/>
            </a:solidFill>
            <a:prstDash val="dash"/>
            <a:round/>
          </a:ln>
        </p:spPr>
      </p:sp>
      <p:sp>
        <p:nvSpPr>
          <p:cNvPr id="34" name="!!BurbujasAire"/>
          <p:cNvSpPr/>
          <p:nvPr/>
        </p:nvSpPr>
        <p:spPr>
          <a:xfrm>
            <a:off x="651053" y="3678265"/>
            <a:ext cx="2966314" cy="559613"/>
          </a:xfrm>
          <a:custGeom>
            <a:avLst/>
            <a:gdLst/>
            <a:ahLst/>
            <a:cxnLst/>
            <a:rect l="0" t="0" r="r" b="b"/>
            <a:pathLst>
              <a:path w="8110" h="1200" fill="none">
                <a:moveTo>
                  <a:pt x="3010" y="210"/>
                </a:moveTo>
                <a:cubicBezTo>
                  <a:pt x="3010" y="281"/>
                  <a:pt x="2951" y="340"/>
                  <a:pt x="2880" y="340"/>
                </a:cubicBezTo>
                <a:cubicBezTo>
                  <a:pt x="2808" y="340"/>
                  <a:pt x="2750" y="281"/>
                  <a:pt x="2750" y="210"/>
                </a:cubicBezTo>
                <a:cubicBezTo>
                  <a:pt x="2750" y="138"/>
                  <a:pt x="2808" y="80"/>
                  <a:pt x="2880" y="80"/>
                </a:cubicBezTo>
                <a:cubicBezTo>
                  <a:pt x="2951" y="80"/>
                  <a:pt x="3010" y="138"/>
                  <a:pt x="3010" y="210"/>
                </a:cubicBezTo>
                <a:close/>
                <a:moveTo>
                  <a:pt x="6310" y="80"/>
                </a:moveTo>
                <a:cubicBezTo>
                  <a:pt x="6310" y="124"/>
                  <a:pt x="6274" y="160"/>
                  <a:pt x="6230" y="160"/>
                </a:cubicBezTo>
                <a:cubicBezTo>
                  <a:pt x="6185" y="160"/>
                  <a:pt x="6150" y="124"/>
                  <a:pt x="6150" y="80"/>
                </a:cubicBezTo>
                <a:cubicBezTo>
                  <a:pt x="6150" y="35"/>
                  <a:pt x="6185" y="0"/>
                  <a:pt x="6230" y="0"/>
                </a:cubicBezTo>
                <a:cubicBezTo>
                  <a:pt x="6274" y="0"/>
                  <a:pt x="6310" y="35"/>
                  <a:pt x="6310" y="80"/>
                </a:cubicBezTo>
                <a:close/>
                <a:moveTo>
                  <a:pt x="8050" y="700"/>
                </a:moveTo>
                <a:cubicBezTo>
                  <a:pt x="8050" y="744"/>
                  <a:pt x="8014" y="780"/>
                  <a:pt x="7970" y="780"/>
                </a:cubicBezTo>
                <a:cubicBezTo>
                  <a:pt x="7925" y="780"/>
                  <a:pt x="7890" y="744"/>
                  <a:pt x="7890" y="700"/>
                </a:cubicBezTo>
                <a:cubicBezTo>
                  <a:pt x="7890" y="655"/>
                  <a:pt x="7925" y="620"/>
                  <a:pt x="7970" y="620"/>
                </a:cubicBezTo>
                <a:cubicBezTo>
                  <a:pt x="8014" y="620"/>
                  <a:pt x="8050" y="655"/>
                  <a:pt x="8050" y="700"/>
                </a:cubicBezTo>
                <a:close/>
                <a:moveTo>
                  <a:pt x="3380" y="760"/>
                </a:moveTo>
                <a:cubicBezTo>
                  <a:pt x="3380" y="798"/>
                  <a:pt x="3348" y="830"/>
                  <a:pt x="3310" y="830"/>
                </a:cubicBezTo>
                <a:cubicBezTo>
                  <a:pt x="3271" y="830"/>
                  <a:pt x="3240" y="798"/>
                  <a:pt x="3240" y="760"/>
                </a:cubicBezTo>
                <a:cubicBezTo>
                  <a:pt x="3240" y="721"/>
                  <a:pt x="3271" y="690"/>
                  <a:pt x="3310" y="690"/>
                </a:cubicBezTo>
                <a:cubicBezTo>
                  <a:pt x="3348" y="690"/>
                  <a:pt x="3380" y="721"/>
                  <a:pt x="3380" y="760"/>
                </a:cubicBezTo>
                <a:close/>
                <a:moveTo>
                  <a:pt x="4830" y="290"/>
                </a:moveTo>
                <a:cubicBezTo>
                  <a:pt x="4830" y="328"/>
                  <a:pt x="4798" y="360"/>
                  <a:pt x="4760" y="360"/>
                </a:cubicBezTo>
                <a:cubicBezTo>
                  <a:pt x="4721" y="360"/>
                  <a:pt x="4690" y="328"/>
                  <a:pt x="4690" y="290"/>
                </a:cubicBezTo>
                <a:cubicBezTo>
                  <a:pt x="4690" y="251"/>
                  <a:pt x="4721" y="220"/>
                  <a:pt x="4760" y="220"/>
                </a:cubicBezTo>
                <a:cubicBezTo>
                  <a:pt x="4798" y="220"/>
                  <a:pt x="4830" y="251"/>
                  <a:pt x="4830" y="290"/>
                </a:cubicBezTo>
                <a:close/>
                <a:moveTo>
                  <a:pt x="580" y="570"/>
                </a:moveTo>
                <a:cubicBezTo>
                  <a:pt x="580" y="641"/>
                  <a:pt x="521" y="700"/>
                  <a:pt x="450" y="700"/>
                </a:cubicBezTo>
                <a:cubicBezTo>
                  <a:pt x="378" y="700"/>
                  <a:pt x="320" y="641"/>
                  <a:pt x="320" y="570"/>
                </a:cubicBezTo>
                <a:cubicBezTo>
                  <a:pt x="320" y="498"/>
                  <a:pt x="378" y="440"/>
                  <a:pt x="450" y="440"/>
                </a:cubicBezTo>
                <a:cubicBezTo>
                  <a:pt x="521" y="440"/>
                  <a:pt x="580" y="498"/>
                  <a:pt x="580" y="570"/>
                </a:cubicBezTo>
                <a:close/>
                <a:moveTo>
                  <a:pt x="360" y="320"/>
                </a:moveTo>
                <a:cubicBezTo>
                  <a:pt x="360" y="364"/>
                  <a:pt x="324" y="400"/>
                  <a:pt x="280" y="400"/>
                </a:cubicBezTo>
                <a:cubicBezTo>
                  <a:pt x="235" y="400"/>
                  <a:pt x="200" y="364"/>
                  <a:pt x="200" y="320"/>
                </a:cubicBezTo>
                <a:cubicBezTo>
                  <a:pt x="200" y="275"/>
                  <a:pt x="235" y="240"/>
                  <a:pt x="280" y="240"/>
                </a:cubicBezTo>
                <a:cubicBezTo>
                  <a:pt x="324" y="240"/>
                  <a:pt x="360" y="275"/>
                  <a:pt x="360" y="320"/>
                </a:cubicBezTo>
                <a:close/>
                <a:moveTo>
                  <a:pt x="5280" y="560"/>
                </a:moveTo>
                <a:cubicBezTo>
                  <a:pt x="5280" y="598"/>
                  <a:pt x="5248" y="630"/>
                  <a:pt x="5210" y="630"/>
                </a:cubicBezTo>
                <a:cubicBezTo>
                  <a:pt x="5171" y="630"/>
                  <a:pt x="5140" y="598"/>
                  <a:pt x="5140" y="560"/>
                </a:cubicBezTo>
                <a:cubicBezTo>
                  <a:pt x="5140" y="521"/>
                  <a:pt x="5171" y="490"/>
                  <a:pt x="5210" y="490"/>
                </a:cubicBezTo>
                <a:cubicBezTo>
                  <a:pt x="5248" y="490"/>
                  <a:pt x="5280" y="521"/>
                  <a:pt x="5280" y="560"/>
                </a:cubicBezTo>
                <a:close/>
                <a:moveTo>
                  <a:pt x="8110" y="740"/>
                </a:moveTo>
                <a:cubicBezTo>
                  <a:pt x="8110" y="784"/>
                  <a:pt x="8074" y="820"/>
                  <a:pt x="8030" y="820"/>
                </a:cubicBezTo>
                <a:cubicBezTo>
                  <a:pt x="7985" y="820"/>
                  <a:pt x="7950" y="784"/>
                  <a:pt x="7950" y="740"/>
                </a:cubicBezTo>
                <a:cubicBezTo>
                  <a:pt x="7950" y="695"/>
                  <a:pt x="7985" y="660"/>
                  <a:pt x="8030" y="660"/>
                </a:cubicBezTo>
                <a:cubicBezTo>
                  <a:pt x="8074" y="660"/>
                  <a:pt x="8110" y="695"/>
                  <a:pt x="8110" y="740"/>
                </a:cubicBezTo>
                <a:close/>
                <a:moveTo>
                  <a:pt x="1920" y="820"/>
                </a:moveTo>
                <a:cubicBezTo>
                  <a:pt x="1920" y="858"/>
                  <a:pt x="1888" y="890"/>
                  <a:pt x="1850" y="890"/>
                </a:cubicBezTo>
                <a:cubicBezTo>
                  <a:pt x="1811" y="890"/>
                  <a:pt x="1780" y="858"/>
                  <a:pt x="1780" y="820"/>
                </a:cubicBezTo>
                <a:cubicBezTo>
                  <a:pt x="1780" y="781"/>
                  <a:pt x="1811" y="750"/>
                  <a:pt x="1850" y="750"/>
                </a:cubicBezTo>
                <a:cubicBezTo>
                  <a:pt x="1888" y="750"/>
                  <a:pt x="1920" y="781"/>
                  <a:pt x="1920" y="820"/>
                </a:cubicBezTo>
                <a:close/>
                <a:moveTo>
                  <a:pt x="5600" y="760"/>
                </a:moveTo>
                <a:cubicBezTo>
                  <a:pt x="5600" y="831"/>
                  <a:pt x="5541" y="890"/>
                  <a:pt x="5470" y="890"/>
                </a:cubicBezTo>
                <a:cubicBezTo>
                  <a:pt x="5398" y="890"/>
                  <a:pt x="5340" y="831"/>
                  <a:pt x="5340" y="760"/>
                </a:cubicBezTo>
                <a:cubicBezTo>
                  <a:pt x="5340" y="688"/>
                  <a:pt x="5398" y="630"/>
                  <a:pt x="5470" y="630"/>
                </a:cubicBezTo>
                <a:cubicBezTo>
                  <a:pt x="5541" y="630"/>
                  <a:pt x="5600" y="688"/>
                  <a:pt x="5600" y="760"/>
                </a:cubicBezTo>
                <a:close/>
                <a:moveTo>
                  <a:pt x="140" y="300"/>
                </a:moveTo>
                <a:cubicBezTo>
                  <a:pt x="140" y="338"/>
                  <a:pt x="108" y="370"/>
                  <a:pt x="70" y="370"/>
                </a:cubicBezTo>
                <a:cubicBezTo>
                  <a:pt x="31" y="370"/>
                  <a:pt x="0" y="338"/>
                  <a:pt x="0" y="300"/>
                </a:cubicBezTo>
                <a:cubicBezTo>
                  <a:pt x="0" y="261"/>
                  <a:pt x="31" y="230"/>
                  <a:pt x="70" y="230"/>
                </a:cubicBezTo>
                <a:cubicBezTo>
                  <a:pt x="108" y="230"/>
                  <a:pt x="140" y="261"/>
                  <a:pt x="140" y="300"/>
                </a:cubicBezTo>
                <a:close/>
                <a:moveTo>
                  <a:pt x="5360" y="1110"/>
                </a:moveTo>
                <a:cubicBezTo>
                  <a:pt x="5360" y="1159"/>
                  <a:pt x="5319" y="1200"/>
                  <a:pt x="5270" y="1200"/>
                </a:cubicBezTo>
                <a:cubicBezTo>
                  <a:pt x="5220" y="1200"/>
                  <a:pt x="5180" y="1159"/>
                  <a:pt x="5180" y="1110"/>
                </a:cubicBezTo>
                <a:cubicBezTo>
                  <a:pt x="5180" y="1060"/>
                  <a:pt x="5220" y="1020"/>
                  <a:pt x="5270" y="1020"/>
                </a:cubicBezTo>
                <a:cubicBezTo>
                  <a:pt x="5319" y="1020"/>
                  <a:pt x="5360" y="1060"/>
                  <a:pt x="5360" y="1110"/>
                </a:cubicBezTo>
                <a:close/>
                <a:moveTo>
                  <a:pt x="2620" y="550"/>
                </a:moveTo>
                <a:cubicBezTo>
                  <a:pt x="2620" y="599"/>
                  <a:pt x="2579" y="640"/>
                  <a:pt x="2530" y="640"/>
                </a:cubicBezTo>
                <a:cubicBezTo>
                  <a:pt x="2480" y="640"/>
                  <a:pt x="2440" y="599"/>
                  <a:pt x="2440" y="550"/>
                </a:cubicBezTo>
                <a:cubicBezTo>
                  <a:pt x="2440" y="500"/>
                  <a:pt x="2480" y="460"/>
                  <a:pt x="2530" y="460"/>
                </a:cubicBezTo>
                <a:cubicBezTo>
                  <a:pt x="2579" y="460"/>
                  <a:pt x="2620" y="500"/>
                  <a:pt x="2620" y="550"/>
                </a:cubicBezTo>
                <a:close/>
                <a:moveTo>
                  <a:pt x="5210" y="170"/>
                </a:moveTo>
                <a:cubicBezTo>
                  <a:pt x="5210" y="230"/>
                  <a:pt x="5160" y="280"/>
                  <a:pt x="5100" y="280"/>
                </a:cubicBezTo>
                <a:cubicBezTo>
                  <a:pt x="5039" y="280"/>
                  <a:pt x="4990" y="230"/>
                  <a:pt x="4990" y="170"/>
                </a:cubicBezTo>
                <a:cubicBezTo>
                  <a:pt x="4990" y="109"/>
                  <a:pt x="5039" y="60"/>
                  <a:pt x="5100" y="60"/>
                </a:cubicBezTo>
                <a:cubicBezTo>
                  <a:pt x="5160" y="60"/>
                  <a:pt x="5210" y="109"/>
                  <a:pt x="5210" y="170"/>
                </a:cubicBezTo>
                <a:close/>
              </a:path>
            </a:pathLst>
          </a:custGeom>
          <a:noFill/>
          <a:ln w="15875" cap="rnd">
            <a:solidFill>
              <a:srgbClr val="5DADE2"/>
            </a:solidFill>
            <a:round/>
          </a:ln>
        </p:spPr>
      </p:sp>
      <p:grpSp>
        <p:nvGrpSpPr>
          <p:cNvPr id="35" name="!!PleuraVisceral"/>
          <p:cNvGrpSpPr/>
          <p:nvPr/>
        </p:nvGrpSpPr>
        <p:grpSpPr>
          <a:xfrm>
            <a:off x="54864" y="4277517"/>
            <a:ext cx="4096512" cy="247162"/>
            <a:chOff x="54864" y="4277517"/>
            <a:chExt cx="4096512" cy="247162"/>
          </a:xfrm>
        </p:grpSpPr>
        <p:sp>
          <p:nvSpPr>
            <p:cNvPr id="36" name="Forma 35"/>
            <p:cNvSpPr/>
            <p:nvPr/>
          </p:nvSpPr>
          <p:spPr>
            <a:xfrm>
              <a:off x="54864" y="4282181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7782" y="427751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57277" y="4300835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54864" y="441275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54864" y="4561987"/>
            <a:ext cx="4129430" cy="1793093"/>
            <a:chOff x="54864" y="4561987"/>
            <a:chExt cx="4129430" cy="1793093"/>
          </a:xfrm>
        </p:grpSpPr>
        <p:sp>
          <p:nvSpPr>
            <p:cNvPr id="41" name="Forma 40"/>
            <p:cNvSpPr/>
            <p:nvPr/>
          </p:nvSpPr>
          <p:spPr>
            <a:xfrm>
              <a:off x="54864" y="4561987"/>
              <a:ext cx="4096512" cy="179309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97510" y="4613285"/>
              <a:ext cx="3986784" cy="1343071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4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5" name="Forma 44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8" name="Aire interpuesto"/>
          <p:cNvSpPr/>
          <p:nvPr/>
        </p:nvSpPr>
        <p:spPr>
          <a:xfrm>
            <a:off x="4206240" y="868680"/>
            <a:ext cx="7680960" cy="22860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 interpone entre las hojas: el haz ultrasónico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refleja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interfaz y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llega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la hoja visceral.</a:t>
            </a:r>
            <a:endParaRPr lang="es-AR" sz="2100" dirty="0">
              <a:latin typeface="Mali"/>
            </a:endParaRPr>
          </a:p>
        </p:txBody>
      </p:sp>
      <p:sp>
        <p:nvSpPr>
          <p:cNvPr id="49" name="Sin contacto"/>
          <p:cNvSpPr/>
          <p:nvPr/>
        </p:nvSpPr>
        <p:spPr>
          <a:xfrm>
            <a:off x="4206240" y="3337560"/>
            <a:ext cx="7680960" cy="3017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Debajo del transductor ya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hay pulmón en contacto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la pared: lo que se mueve no se ve.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51441" y="91440"/>
            <a:ext cx="857566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SITUACIÓN CON AIRE EN EL ESPACIO PLEURAL</a:t>
            </a:r>
            <a:endParaRPr lang="es-AR" sz="2400" dirty="0">
              <a:latin typeface="Mali"/>
            </a:endParaRPr>
          </a:p>
        </p:txBody>
      </p: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AirePleural"/>
          <p:cNvSpPr/>
          <p:nvPr/>
        </p:nvSpPr>
        <p:spPr>
          <a:xfrm>
            <a:off x="274320" y="3640958"/>
            <a:ext cx="3657600" cy="641223"/>
          </a:xfrm>
          <a:prstGeom prst="rect">
            <a:avLst/>
          </a:prstGeom>
          <a:solidFill>
            <a:srgbClr val="F7FCFF">
              <a:alpha val="96000"/>
            </a:srgbClr>
          </a:solidFill>
          <a:ln w="12700" cap="rnd">
            <a:solidFill>
              <a:srgbClr val="7FB3D5"/>
            </a:solidFill>
            <a:prstDash val="dash"/>
            <a:round/>
          </a:ln>
        </p:spPr>
      </p:sp>
      <p:sp>
        <p:nvSpPr>
          <p:cNvPr id="34" name="!!BurbujasAire"/>
          <p:cNvSpPr/>
          <p:nvPr/>
        </p:nvSpPr>
        <p:spPr>
          <a:xfrm>
            <a:off x="651053" y="3678265"/>
            <a:ext cx="2966314" cy="559613"/>
          </a:xfrm>
          <a:custGeom>
            <a:avLst/>
            <a:gdLst/>
            <a:ahLst/>
            <a:cxnLst/>
            <a:rect l="0" t="0" r="r" b="b"/>
            <a:pathLst>
              <a:path w="8110" h="1200" fill="none">
                <a:moveTo>
                  <a:pt x="3010" y="210"/>
                </a:moveTo>
                <a:cubicBezTo>
                  <a:pt x="3010" y="281"/>
                  <a:pt x="2951" y="340"/>
                  <a:pt x="2880" y="340"/>
                </a:cubicBezTo>
                <a:cubicBezTo>
                  <a:pt x="2808" y="340"/>
                  <a:pt x="2750" y="281"/>
                  <a:pt x="2750" y="210"/>
                </a:cubicBezTo>
                <a:cubicBezTo>
                  <a:pt x="2750" y="138"/>
                  <a:pt x="2808" y="80"/>
                  <a:pt x="2880" y="80"/>
                </a:cubicBezTo>
                <a:cubicBezTo>
                  <a:pt x="2951" y="80"/>
                  <a:pt x="3010" y="138"/>
                  <a:pt x="3010" y="210"/>
                </a:cubicBezTo>
                <a:close/>
                <a:moveTo>
                  <a:pt x="6310" y="80"/>
                </a:moveTo>
                <a:cubicBezTo>
                  <a:pt x="6310" y="124"/>
                  <a:pt x="6274" y="160"/>
                  <a:pt x="6230" y="160"/>
                </a:cubicBezTo>
                <a:cubicBezTo>
                  <a:pt x="6185" y="160"/>
                  <a:pt x="6150" y="124"/>
                  <a:pt x="6150" y="80"/>
                </a:cubicBezTo>
                <a:cubicBezTo>
                  <a:pt x="6150" y="35"/>
                  <a:pt x="6185" y="0"/>
                  <a:pt x="6230" y="0"/>
                </a:cubicBezTo>
                <a:cubicBezTo>
                  <a:pt x="6274" y="0"/>
                  <a:pt x="6310" y="35"/>
                  <a:pt x="6310" y="80"/>
                </a:cubicBezTo>
                <a:close/>
                <a:moveTo>
                  <a:pt x="8050" y="700"/>
                </a:moveTo>
                <a:cubicBezTo>
                  <a:pt x="8050" y="744"/>
                  <a:pt x="8014" y="780"/>
                  <a:pt x="7970" y="780"/>
                </a:cubicBezTo>
                <a:cubicBezTo>
                  <a:pt x="7925" y="780"/>
                  <a:pt x="7890" y="744"/>
                  <a:pt x="7890" y="700"/>
                </a:cubicBezTo>
                <a:cubicBezTo>
                  <a:pt x="7890" y="655"/>
                  <a:pt x="7925" y="620"/>
                  <a:pt x="7970" y="620"/>
                </a:cubicBezTo>
                <a:cubicBezTo>
                  <a:pt x="8014" y="620"/>
                  <a:pt x="8050" y="655"/>
                  <a:pt x="8050" y="700"/>
                </a:cubicBezTo>
                <a:close/>
                <a:moveTo>
                  <a:pt x="3380" y="760"/>
                </a:moveTo>
                <a:cubicBezTo>
                  <a:pt x="3380" y="798"/>
                  <a:pt x="3348" y="830"/>
                  <a:pt x="3310" y="830"/>
                </a:cubicBezTo>
                <a:cubicBezTo>
                  <a:pt x="3271" y="830"/>
                  <a:pt x="3240" y="798"/>
                  <a:pt x="3240" y="760"/>
                </a:cubicBezTo>
                <a:cubicBezTo>
                  <a:pt x="3240" y="721"/>
                  <a:pt x="3271" y="690"/>
                  <a:pt x="3310" y="690"/>
                </a:cubicBezTo>
                <a:cubicBezTo>
                  <a:pt x="3348" y="690"/>
                  <a:pt x="3380" y="721"/>
                  <a:pt x="3380" y="760"/>
                </a:cubicBezTo>
                <a:close/>
                <a:moveTo>
                  <a:pt x="4830" y="290"/>
                </a:moveTo>
                <a:cubicBezTo>
                  <a:pt x="4830" y="328"/>
                  <a:pt x="4798" y="360"/>
                  <a:pt x="4760" y="360"/>
                </a:cubicBezTo>
                <a:cubicBezTo>
                  <a:pt x="4721" y="360"/>
                  <a:pt x="4690" y="328"/>
                  <a:pt x="4690" y="290"/>
                </a:cubicBezTo>
                <a:cubicBezTo>
                  <a:pt x="4690" y="251"/>
                  <a:pt x="4721" y="220"/>
                  <a:pt x="4760" y="220"/>
                </a:cubicBezTo>
                <a:cubicBezTo>
                  <a:pt x="4798" y="220"/>
                  <a:pt x="4830" y="251"/>
                  <a:pt x="4830" y="290"/>
                </a:cubicBezTo>
                <a:close/>
                <a:moveTo>
                  <a:pt x="580" y="570"/>
                </a:moveTo>
                <a:cubicBezTo>
                  <a:pt x="580" y="641"/>
                  <a:pt x="521" y="700"/>
                  <a:pt x="450" y="700"/>
                </a:cubicBezTo>
                <a:cubicBezTo>
                  <a:pt x="378" y="700"/>
                  <a:pt x="320" y="641"/>
                  <a:pt x="320" y="570"/>
                </a:cubicBezTo>
                <a:cubicBezTo>
                  <a:pt x="320" y="498"/>
                  <a:pt x="378" y="440"/>
                  <a:pt x="450" y="440"/>
                </a:cubicBezTo>
                <a:cubicBezTo>
                  <a:pt x="521" y="440"/>
                  <a:pt x="580" y="498"/>
                  <a:pt x="580" y="570"/>
                </a:cubicBezTo>
                <a:close/>
                <a:moveTo>
                  <a:pt x="360" y="320"/>
                </a:moveTo>
                <a:cubicBezTo>
                  <a:pt x="360" y="364"/>
                  <a:pt x="324" y="400"/>
                  <a:pt x="280" y="400"/>
                </a:cubicBezTo>
                <a:cubicBezTo>
                  <a:pt x="235" y="400"/>
                  <a:pt x="200" y="364"/>
                  <a:pt x="200" y="320"/>
                </a:cubicBezTo>
                <a:cubicBezTo>
                  <a:pt x="200" y="275"/>
                  <a:pt x="235" y="240"/>
                  <a:pt x="280" y="240"/>
                </a:cubicBezTo>
                <a:cubicBezTo>
                  <a:pt x="324" y="240"/>
                  <a:pt x="360" y="275"/>
                  <a:pt x="360" y="320"/>
                </a:cubicBezTo>
                <a:close/>
                <a:moveTo>
                  <a:pt x="5280" y="560"/>
                </a:moveTo>
                <a:cubicBezTo>
                  <a:pt x="5280" y="598"/>
                  <a:pt x="5248" y="630"/>
                  <a:pt x="5210" y="630"/>
                </a:cubicBezTo>
                <a:cubicBezTo>
                  <a:pt x="5171" y="630"/>
                  <a:pt x="5140" y="598"/>
                  <a:pt x="5140" y="560"/>
                </a:cubicBezTo>
                <a:cubicBezTo>
                  <a:pt x="5140" y="521"/>
                  <a:pt x="5171" y="490"/>
                  <a:pt x="5210" y="490"/>
                </a:cubicBezTo>
                <a:cubicBezTo>
                  <a:pt x="5248" y="490"/>
                  <a:pt x="5280" y="521"/>
                  <a:pt x="5280" y="560"/>
                </a:cubicBezTo>
                <a:close/>
                <a:moveTo>
                  <a:pt x="8110" y="740"/>
                </a:moveTo>
                <a:cubicBezTo>
                  <a:pt x="8110" y="784"/>
                  <a:pt x="8074" y="820"/>
                  <a:pt x="8030" y="820"/>
                </a:cubicBezTo>
                <a:cubicBezTo>
                  <a:pt x="7985" y="820"/>
                  <a:pt x="7950" y="784"/>
                  <a:pt x="7950" y="740"/>
                </a:cubicBezTo>
                <a:cubicBezTo>
                  <a:pt x="7950" y="695"/>
                  <a:pt x="7985" y="660"/>
                  <a:pt x="8030" y="660"/>
                </a:cubicBezTo>
                <a:cubicBezTo>
                  <a:pt x="8074" y="660"/>
                  <a:pt x="8110" y="695"/>
                  <a:pt x="8110" y="740"/>
                </a:cubicBezTo>
                <a:close/>
                <a:moveTo>
                  <a:pt x="1920" y="820"/>
                </a:moveTo>
                <a:cubicBezTo>
                  <a:pt x="1920" y="858"/>
                  <a:pt x="1888" y="890"/>
                  <a:pt x="1850" y="890"/>
                </a:cubicBezTo>
                <a:cubicBezTo>
                  <a:pt x="1811" y="890"/>
                  <a:pt x="1780" y="858"/>
                  <a:pt x="1780" y="820"/>
                </a:cubicBezTo>
                <a:cubicBezTo>
                  <a:pt x="1780" y="781"/>
                  <a:pt x="1811" y="750"/>
                  <a:pt x="1850" y="750"/>
                </a:cubicBezTo>
                <a:cubicBezTo>
                  <a:pt x="1888" y="750"/>
                  <a:pt x="1920" y="781"/>
                  <a:pt x="1920" y="820"/>
                </a:cubicBezTo>
                <a:close/>
                <a:moveTo>
                  <a:pt x="5600" y="760"/>
                </a:moveTo>
                <a:cubicBezTo>
                  <a:pt x="5600" y="831"/>
                  <a:pt x="5541" y="890"/>
                  <a:pt x="5470" y="890"/>
                </a:cubicBezTo>
                <a:cubicBezTo>
                  <a:pt x="5398" y="890"/>
                  <a:pt x="5340" y="831"/>
                  <a:pt x="5340" y="760"/>
                </a:cubicBezTo>
                <a:cubicBezTo>
                  <a:pt x="5340" y="688"/>
                  <a:pt x="5398" y="630"/>
                  <a:pt x="5470" y="630"/>
                </a:cubicBezTo>
                <a:cubicBezTo>
                  <a:pt x="5541" y="630"/>
                  <a:pt x="5600" y="688"/>
                  <a:pt x="5600" y="760"/>
                </a:cubicBezTo>
                <a:close/>
                <a:moveTo>
                  <a:pt x="140" y="300"/>
                </a:moveTo>
                <a:cubicBezTo>
                  <a:pt x="140" y="338"/>
                  <a:pt x="108" y="370"/>
                  <a:pt x="70" y="370"/>
                </a:cubicBezTo>
                <a:cubicBezTo>
                  <a:pt x="31" y="370"/>
                  <a:pt x="0" y="338"/>
                  <a:pt x="0" y="300"/>
                </a:cubicBezTo>
                <a:cubicBezTo>
                  <a:pt x="0" y="261"/>
                  <a:pt x="31" y="230"/>
                  <a:pt x="70" y="230"/>
                </a:cubicBezTo>
                <a:cubicBezTo>
                  <a:pt x="108" y="230"/>
                  <a:pt x="140" y="261"/>
                  <a:pt x="140" y="300"/>
                </a:cubicBezTo>
                <a:close/>
                <a:moveTo>
                  <a:pt x="5360" y="1110"/>
                </a:moveTo>
                <a:cubicBezTo>
                  <a:pt x="5360" y="1159"/>
                  <a:pt x="5319" y="1200"/>
                  <a:pt x="5270" y="1200"/>
                </a:cubicBezTo>
                <a:cubicBezTo>
                  <a:pt x="5220" y="1200"/>
                  <a:pt x="5180" y="1159"/>
                  <a:pt x="5180" y="1110"/>
                </a:cubicBezTo>
                <a:cubicBezTo>
                  <a:pt x="5180" y="1060"/>
                  <a:pt x="5220" y="1020"/>
                  <a:pt x="5270" y="1020"/>
                </a:cubicBezTo>
                <a:cubicBezTo>
                  <a:pt x="5319" y="1020"/>
                  <a:pt x="5360" y="1060"/>
                  <a:pt x="5360" y="1110"/>
                </a:cubicBezTo>
                <a:close/>
                <a:moveTo>
                  <a:pt x="2620" y="550"/>
                </a:moveTo>
                <a:cubicBezTo>
                  <a:pt x="2620" y="599"/>
                  <a:pt x="2579" y="640"/>
                  <a:pt x="2530" y="640"/>
                </a:cubicBezTo>
                <a:cubicBezTo>
                  <a:pt x="2480" y="640"/>
                  <a:pt x="2440" y="599"/>
                  <a:pt x="2440" y="550"/>
                </a:cubicBezTo>
                <a:cubicBezTo>
                  <a:pt x="2440" y="500"/>
                  <a:pt x="2480" y="460"/>
                  <a:pt x="2530" y="460"/>
                </a:cubicBezTo>
                <a:cubicBezTo>
                  <a:pt x="2579" y="460"/>
                  <a:pt x="2620" y="500"/>
                  <a:pt x="2620" y="550"/>
                </a:cubicBezTo>
                <a:close/>
                <a:moveTo>
                  <a:pt x="5210" y="170"/>
                </a:moveTo>
                <a:cubicBezTo>
                  <a:pt x="5210" y="230"/>
                  <a:pt x="5160" y="280"/>
                  <a:pt x="5100" y="280"/>
                </a:cubicBezTo>
                <a:cubicBezTo>
                  <a:pt x="5039" y="280"/>
                  <a:pt x="4990" y="230"/>
                  <a:pt x="4990" y="170"/>
                </a:cubicBezTo>
                <a:cubicBezTo>
                  <a:pt x="4990" y="109"/>
                  <a:pt x="5039" y="60"/>
                  <a:pt x="5100" y="60"/>
                </a:cubicBezTo>
                <a:cubicBezTo>
                  <a:pt x="5160" y="60"/>
                  <a:pt x="5210" y="109"/>
                  <a:pt x="5210" y="170"/>
                </a:cubicBezTo>
                <a:close/>
              </a:path>
            </a:pathLst>
          </a:custGeom>
          <a:noFill/>
          <a:ln w="15875" cap="rnd">
            <a:solidFill>
              <a:srgbClr val="5DADE2"/>
            </a:solidFill>
            <a:round/>
          </a:ln>
        </p:spPr>
      </p:sp>
      <p:grpSp>
        <p:nvGrpSpPr>
          <p:cNvPr id="35" name="!!PleuraVisceral"/>
          <p:cNvGrpSpPr/>
          <p:nvPr/>
        </p:nvGrpSpPr>
        <p:grpSpPr>
          <a:xfrm>
            <a:off x="54864" y="4277517"/>
            <a:ext cx="4096512" cy="247162"/>
            <a:chOff x="54864" y="4277517"/>
            <a:chExt cx="4096512" cy="247162"/>
          </a:xfrm>
        </p:grpSpPr>
        <p:sp>
          <p:nvSpPr>
            <p:cNvPr id="36" name="Forma 35"/>
            <p:cNvSpPr/>
            <p:nvPr/>
          </p:nvSpPr>
          <p:spPr>
            <a:xfrm>
              <a:off x="54864" y="4282181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7782" y="427751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57277" y="4300835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54864" y="441275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54864" y="4561987"/>
            <a:ext cx="4129430" cy="1793093"/>
            <a:chOff x="54864" y="4561987"/>
            <a:chExt cx="4129430" cy="1793093"/>
          </a:xfrm>
        </p:grpSpPr>
        <p:sp>
          <p:nvSpPr>
            <p:cNvPr id="41" name="Forma 40"/>
            <p:cNvSpPr/>
            <p:nvPr/>
          </p:nvSpPr>
          <p:spPr>
            <a:xfrm>
              <a:off x="54864" y="4561987"/>
              <a:ext cx="4096512" cy="179309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97510" y="4613285"/>
              <a:ext cx="3986784" cy="1343071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4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5" name="Forma 44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8" name="!!SinDeslizamiento"/>
          <p:cNvSpPr/>
          <p:nvPr/>
        </p:nvSpPr>
        <p:spPr>
          <a:xfrm>
            <a:off x="1737360" y="3017520"/>
            <a:ext cx="731520" cy="731520"/>
          </a:xfrm>
          <a:prstGeom prst="mathMultiply">
            <a:avLst/>
          </a:prstGeom>
          <a:solidFill>
            <a:srgbClr val="FF0000"/>
          </a:solidFill>
          <a:ln w="19050" cap="rnd">
            <a:solidFill>
              <a:srgbClr val="000000"/>
            </a:solidFill>
            <a:round/>
          </a:ln>
        </p:spPr>
      </p:sp>
      <p:sp>
        <p:nvSpPr>
          <p:cNvPr id="49" name="Ausencia sliding"/>
          <p:cNvSpPr/>
          <p:nvPr/>
        </p:nvSpPr>
        <p:spPr>
          <a:xfrm>
            <a:off x="4206240" y="868680"/>
            <a:ext cx="7680960" cy="22860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666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Ausencia de deslizamiento</a:t>
            </a:r>
            <a:r>
              <a:rPr lang="es-AR" sz="23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la línea pleural queda </a:t>
            </a:r>
            <a:r>
              <a:rPr lang="es-AR" sz="23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estática</a:t>
            </a:r>
            <a:r>
              <a:rPr lang="es-AR" sz="23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300" dirty="0">
              <a:latin typeface="Mali"/>
            </a:endParaRPr>
          </a:p>
        </p:txBody>
      </p:sp>
      <p:sp>
        <p:nvSpPr>
          <p:cNvPr id="50" name="No aislado"/>
          <p:cNvSpPr/>
          <p:nvPr/>
        </p:nvSpPr>
        <p:spPr>
          <a:xfrm>
            <a:off x="4206240" y="3337560"/>
            <a:ext cx="7680960" cy="30175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Hallazgo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compatible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aire pleural, pero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por sí solo no es diagnóstico definitivo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debe integrarse con los demás signos (trilogía y punto pulmonar).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91116" y="91440"/>
            <a:ext cx="643598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DESLIZAMIENTO</a:t>
            </a:r>
            <a:endParaRPr lang="es-AR" sz="2400" dirty="0">
              <a:latin typeface="Mali"/>
            </a:endParaRPr>
          </a:p>
        </p:txBody>
      </p: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50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AirePleural"/>
          <p:cNvSpPr/>
          <p:nvPr/>
        </p:nvSpPr>
        <p:spPr>
          <a:xfrm>
            <a:off x="274320" y="3640958"/>
            <a:ext cx="3657600" cy="641223"/>
          </a:xfrm>
          <a:prstGeom prst="rect">
            <a:avLst/>
          </a:prstGeom>
          <a:solidFill>
            <a:srgbClr val="F7FCFF">
              <a:alpha val="96000"/>
            </a:srgbClr>
          </a:solidFill>
          <a:ln w="12700" cap="rnd">
            <a:solidFill>
              <a:srgbClr val="7FB3D5"/>
            </a:solidFill>
            <a:prstDash val="dash"/>
            <a:round/>
          </a:ln>
        </p:spPr>
      </p:sp>
      <p:sp>
        <p:nvSpPr>
          <p:cNvPr id="34" name="!!BurbujasAire"/>
          <p:cNvSpPr/>
          <p:nvPr/>
        </p:nvSpPr>
        <p:spPr>
          <a:xfrm>
            <a:off x="651053" y="3678265"/>
            <a:ext cx="2966314" cy="559613"/>
          </a:xfrm>
          <a:custGeom>
            <a:avLst/>
            <a:gdLst/>
            <a:ahLst/>
            <a:cxnLst/>
            <a:rect l="0" t="0" r="r" b="b"/>
            <a:pathLst>
              <a:path w="8110" h="1200" fill="none">
                <a:moveTo>
                  <a:pt x="3010" y="210"/>
                </a:moveTo>
                <a:cubicBezTo>
                  <a:pt x="3010" y="281"/>
                  <a:pt x="2951" y="340"/>
                  <a:pt x="2880" y="340"/>
                </a:cubicBezTo>
                <a:cubicBezTo>
                  <a:pt x="2808" y="340"/>
                  <a:pt x="2750" y="281"/>
                  <a:pt x="2750" y="210"/>
                </a:cubicBezTo>
                <a:cubicBezTo>
                  <a:pt x="2750" y="138"/>
                  <a:pt x="2808" y="80"/>
                  <a:pt x="2880" y="80"/>
                </a:cubicBezTo>
                <a:cubicBezTo>
                  <a:pt x="2951" y="80"/>
                  <a:pt x="3010" y="138"/>
                  <a:pt x="3010" y="210"/>
                </a:cubicBezTo>
                <a:close/>
                <a:moveTo>
                  <a:pt x="6310" y="80"/>
                </a:moveTo>
                <a:cubicBezTo>
                  <a:pt x="6310" y="124"/>
                  <a:pt x="6274" y="160"/>
                  <a:pt x="6230" y="160"/>
                </a:cubicBezTo>
                <a:cubicBezTo>
                  <a:pt x="6185" y="160"/>
                  <a:pt x="6150" y="124"/>
                  <a:pt x="6150" y="80"/>
                </a:cubicBezTo>
                <a:cubicBezTo>
                  <a:pt x="6150" y="35"/>
                  <a:pt x="6185" y="0"/>
                  <a:pt x="6230" y="0"/>
                </a:cubicBezTo>
                <a:cubicBezTo>
                  <a:pt x="6274" y="0"/>
                  <a:pt x="6310" y="35"/>
                  <a:pt x="6310" y="80"/>
                </a:cubicBezTo>
                <a:close/>
                <a:moveTo>
                  <a:pt x="8050" y="700"/>
                </a:moveTo>
                <a:cubicBezTo>
                  <a:pt x="8050" y="744"/>
                  <a:pt x="8014" y="780"/>
                  <a:pt x="7970" y="780"/>
                </a:cubicBezTo>
                <a:cubicBezTo>
                  <a:pt x="7925" y="780"/>
                  <a:pt x="7890" y="744"/>
                  <a:pt x="7890" y="700"/>
                </a:cubicBezTo>
                <a:cubicBezTo>
                  <a:pt x="7890" y="655"/>
                  <a:pt x="7925" y="620"/>
                  <a:pt x="7970" y="620"/>
                </a:cubicBezTo>
                <a:cubicBezTo>
                  <a:pt x="8014" y="620"/>
                  <a:pt x="8050" y="655"/>
                  <a:pt x="8050" y="700"/>
                </a:cubicBezTo>
                <a:close/>
                <a:moveTo>
                  <a:pt x="3380" y="760"/>
                </a:moveTo>
                <a:cubicBezTo>
                  <a:pt x="3380" y="798"/>
                  <a:pt x="3348" y="830"/>
                  <a:pt x="3310" y="830"/>
                </a:cubicBezTo>
                <a:cubicBezTo>
                  <a:pt x="3271" y="830"/>
                  <a:pt x="3240" y="798"/>
                  <a:pt x="3240" y="760"/>
                </a:cubicBezTo>
                <a:cubicBezTo>
                  <a:pt x="3240" y="721"/>
                  <a:pt x="3271" y="690"/>
                  <a:pt x="3310" y="690"/>
                </a:cubicBezTo>
                <a:cubicBezTo>
                  <a:pt x="3348" y="690"/>
                  <a:pt x="3380" y="721"/>
                  <a:pt x="3380" y="760"/>
                </a:cubicBezTo>
                <a:close/>
                <a:moveTo>
                  <a:pt x="4830" y="290"/>
                </a:moveTo>
                <a:cubicBezTo>
                  <a:pt x="4830" y="328"/>
                  <a:pt x="4798" y="360"/>
                  <a:pt x="4760" y="360"/>
                </a:cubicBezTo>
                <a:cubicBezTo>
                  <a:pt x="4721" y="360"/>
                  <a:pt x="4690" y="328"/>
                  <a:pt x="4690" y="290"/>
                </a:cubicBezTo>
                <a:cubicBezTo>
                  <a:pt x="4690" y="251"/>
                  <a:pt x="4721" y="220"/>
                  <a:pt x="4760" y="220"/>
                </a:cubicBezTo>
                <a:cubicBezTo>
                  <a:pt x="4798" y="220"/>
                  <a:pt x="4830" y="251"/>
                  <a:pt x="4830" y="290"/>
                </a:cubicBezTo>
                <a:close/>
                <a:moveTo>
                  <a:pt x="580" y="570"/>
                </a:moveTo>
                <a:cubicBezTo>
                  <a:pt x="580" y="641"/>
                  <a:pt x="521" y="700"/>
                  <a:pt x="450" y="700"/>
                </a:cubicBezTo>
                <a:cubicBezTo>
                  <a:pt x="378" y="700"/>
                  <a:pt x="320" y="641"/>
                  <a:pt x="320" y="570"/>
                </a:cubicBezTo>
                <a:cubicBezTo>
                  <a:pt x="320" y="498"/>
                  <a:pt x="378" y="440"/>
                  <a:pt x="450" y="440"/>
                </a:cubicBezTo>
                <a:cubicBezTo>
                  <a:pt x="521" y="440"/>
                  <a:pt x="580" y="498"/>
                  <a:pt x="580" y="570"/>
                </a:cubicBezTo>
                <a:close/>
                <a:moveTo>
                  <a:pt x="360" y="320"/>
                </a:moveTo>
                <a:cubicBezTo>
                  <a:pt x="360" y="364"/>
                  <a:pt x="324" y="400"/>
                  <a:pt x="280" y="400"/>
                </a:cubicBezTo>
                <a:cubicBezTo>
                  <a:pt x="235" y="400"/>
                  <a:pt x="200" y="364"/>
                  <a:pt x="200" y="320"/>
                </a:cubicBezTo>
                <a:cubicBezTo>
                  <a:pt x="200" y="275"/>
                  <a:pt x="235" y="240"/>
                  <a:pt x="280" y="240"/>
                </a:cubicBezTo>
                <a:cubicBezTo>
                  <a:pt x="324" y="240"/>
                  <a:pt x="360" y="275"/>
                  <a:pt x="360" y="320"/>
                </a:cubicBezTo>
                <a:close/>
                <a:moveTo>
                  <a:pt x="5280" y="560"/>
                </a:moveTo>
                <a:cubicBezTo>
                  <a:pt x="5280" y="598"/>
                  <a:pt x="5248" y="630"/>
                  <a:pt x="5210" y="630"/>
                </a:cubicBezTo>
                <a:cubicBezTo>
                  <a:pt x="5171" y="630"/>
                  <a:pt x="5140" y="598"/>
                  <a:pt x="5140" y="560"/>
                </a:cubicBezTo>
                <a:cubicBezTo>
                  <a:pt x="5140" y="521"/>
                  <a:pt x="5171" y="490"/>
                  <a:pt x="5210" y="490"/>
                </a:cubicBezTo>
                <a:cubicBezTo>
                  <a:pt x="5248" y="490"/>
                  <a:pt x="5280" y="521"/>
                  <a:pt x="5280" y="560"/>
                </a:cubicBezTo>
                <a:close/>
                <a:moveTo>
                  <a:pt x="8110" y="740"/>
                </a:moveTo>
                <a:cubicBezTo>
                  <a:pt x="8110" y="784"/>
                  <a:pt x="8074" y="820"/>
                  <a:pt x="8030" y="820"/>
                </a:cubicBezTo>
                <a:cubicBezTo>
                  <a:pt x="7985" y="820"/>
                  <a:pt x="7950" y="784"/>
                  <a:pt x="7950" y="740"/>
                </a:cubicBezTo>
                <a:cubicBezTo>
                  <a:pt x="7950" y="695"/>
                  <a:pt x="7985" y="660"/>
                  <a:pt x="8030" y="660"/>
                </a:cubicBezTo>
                <a:cubicBezTo>
                  <a:pt x="8074" y="660"/>
                  <a:pt x="8110" y="695"/>
                  <a:pt x="8110" y="740"/>
                </a:cubicBezTo>
                <a:close/>
                <a:moveTo>
                  <a:pt x="1920" y="820"/>
                </a:moveTo>
                <a:cubicBezTo>
                  <a:pt x="1920" y="858"/>
                  <a:pt x="1888" y="890"/>
                  <a:pt x="1850" y="890"/>
                </a:cubicBezTo>
                <a:cubicBezTo>
                  <a:pt x="1811" y="890"/>
                  <a:pt x="1780" y="858"/>
                  <a:pt x="1780" y="820"/>
                </a:cubicBezTo>
                <a:cubicBezTo>
                  <a:pt x="1780" y="781"/>
                  <a:pt x="1811" y="750"/>
                  <a:pt x="1850" y="750"/>
                </a:cubicBezTo>
                <a:cubicBezTo>
                  <a:pt x="1888" y="750"/>
                  <a:pt x="1920" y="781"/>
                  <a:pt x="1920" y="820"/>
                </a:cubicBezTo>
                <a:close/>
                <a:moveTo>
                  <a:pt x="5600" y="760"/>
                </a:moveTo>
                <a:cubicBezTo>
                  <a:pt x="5600" y="831"/>
                  <a:pt x="5541" y="890"/>
                  <a:pt x="5470" y="890"/>
                </a:cubicBezTo>
                <a:cubicBezTo>
                  <a:pt x="5398" y="890"/>
                  <a:pt x="5340" y="831"/>
                  <a:pt x="5340" y="760"/>
                </a:cubicBezTo>
                <a:cubicBezTo>
                  <a:pt x="5340" y="688"/>
                  <a:pt x="5398" y="630"/>
                  <a:pt x="5470" y="630"/>
                </a:cubicBezTo>
                <a:cubicBezTo>
                  <a:pt x="5541" y="630"/>
                  <a:pt x="5600" y="688"/>
                  <a:pt x="5600" y="760"/>
                </a:cubicBezTo>
                <a:close/>
                <a:moveTo>
                  <a:pt x="140" y="300"/>
                </a:moveTo>
                <a:cubicBezTo>
                  <a:pt x="140" y="338"/>
                  <a:pt x="108" y="370"/>
                  <a:pt x="70" y="370"/>
                </a:cubicBezTo>
                <a:cubicBezTo>
                  <a:pt x="31" y="370"/>
                  <a:pt x="0" y="338"/>
                  <a:pt x="0" y="300"/>
                </a:cubicBezTo>
                <a:cubicBezTo>
                  <a:pt x="0" y="261"/>
                  <a:pt x="31" y="230"/>
                  <a:pt x="70" y="230"/>
                </a:cubicBezTo>
                <a:cubicBezTo>
                  <a:pt x="108" y="230"/>
                  <a:pt x="140" y="261"/>
                  <a:pt x="140" y="300"/>
                </a:cubicBezTo>
                <a:close/>
                <a:moveTo>
                  <a:pt x="5360" y="1110"/>
                </a:moveTo>
                <a:cubicBezTo>
                  <a:pt x="5360" y="1159"/>
                  <a:pt x="5319" y="1200"/>
                  <a:pt x="5270" y="1200"/>
                </a:cubicBezTo>
                <a:cubicBezTo>
                  <a:pt x="5220" y="1200"/>
                  <a:pt x="5180" y="1159"/>
                  <a:pt x="5180" y="1110"/>
                </a:cubicBezTo>
                <a:cubicBezTo>
                  <a:pt x="5180" y="1060"/>
                  <a:pt x="5220" y="1020"/>
                  <a:pt x="5270" y="1020"/>
                </a:cubicBezTo>
                <a:cubicBezTo>
                  <a:pt x="5319" y="1020"/>
                  <a:pt x="5360" y="1060"/>
                  <a:pt x="5360" y="1110"/>
                </a:cubicBezTo>
                <a:close/>
                <a:moveTo>
                  <a:pt x="2620" y="550"/>
                </a:moveTo>
                <a:cubicBezTo>
                  <a:pt x="2620" y="599"/>
                  <a:pt x="2579" y="640"/>
                  <a:pt x="2530" y="640"/>
                </a:cubicBezTo>
                <a:cubicBezTo>
                  <a:pt x="2480" y="640"/>
                  <a:pt x="2440" y="599"/>
                  <a:pt x="2440" y="550"/>
                </a:cubicBezTo>
                <a:cubicBezTo>
                  <a:pt x="2440" y="500"/>
                  <a:pt x="2480" y="460"/>
                  <a:pt x="2530" y="460"/>
                </a:cubicBezTo>
                <a:cubicBezTo>
                  <a:pt x="2579" y="460"/>
                  <a:pt x="2620" y="500"/>
                  <a:pt x="2620" y="550"/>
                </a:cubicBezTo>
                <a:close/>
                <a:moveTo>
                  <a:pt x="5210" y="170"/>
                </a:moveTo>
                <a:cubicBezTo>
                  <a:pt x="5210" y="230"/>
                  <a:pt x="5160" y="280"/>
                  <a:pt x="5100" y="280"/>
                </a:cubicBezTo>
                <a:cubicBezTo>
                  <a:pt x="5039" y="280"/>
                  <a:pt x="4990" y="230"/>
                  <a:pt x="4990" y="170"/>
                </a:cubicBezTo>
                <a:cubicBezTo>
                  <a:pt x="4990" y="109"/>
                  <a:pt x="5039" y="60"/>
                  <a:pt x="5100" y="60"/>
                </a:cubicBezTo>
                <a:cubicBezTo>
                  <a:pt x="5160" y="60"/>
                  <a:pt x="5210" y="109"/>
                  <a:pt x="5210" y="170"/>
                </a:cubicBezTo>
                <a:close/>
              </a:path>
            </a:pathLst>
          </a:custGeom>
          <a:noFill/>
          <a:ln w="15875" cap="rnd">
            <a:solidFill>
              <a:srgbClr val="5DADE2"/>
            </a:solidFill>
            <a:round/>
          </a:ln>
        </p:spPr>
      </p:sp>
      <p:grpSp>
        <p:nvGrpSpPr>
          <p:cNvPr id="35" name="!!PleuraVisceral"/>
          <p:cNvGrpSpPr/>
          <p:nvPr/>
        </p:nvGrpSpPr>
        <p:grpSpPr>
          <a:xfrm>
            <a:off x="54864" y="4277517"/>
            <a:ext cx="4096512" cy="247162"/>
            <a:chOff x="54864" y="4277517"/>
            <a:chExt cx="4096512" cy="247162"/>
          </a:xfrm>
        </p:grpSpPr>
        <p:sp>
          <p:nvSpPr>
            <p:cNvPr id="36" name="Forma 35"/>
            <p:cNvSpPr/>
            <p:nvPr/>
          </p:nvSpPr>
          <p:spPr>
            <a:xfrm>
              <a:off x="54864" y="4282181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7782" y="427751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57277" y="4300835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54864" y="441275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54864" y="4561987"/>
            <a:ext cx="4129430" cy="1793093"/>
            <a:chOff x="54864" y="4561987"/>
            <a:chExt cx="4129430" cy="1793093"/>
          </a:xfrm>
        </p:grpSpPr>
        <p:sp>
          <p:nvSpPr>
            <p:cNvPr id="41" name="Forma 40"/>
            <p:cNvSpPr/>
            <p:nvPr/>
          </p:nvSpPr>
          <p:spPr>
            <a:xfrm>
              <a:off x="54864" y="4561987"/>
              <a:ext cx="4096512" cy="179309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97510" y="4613285"/>
              <a:ext cx="3986784" cy="1343071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4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5" name="Forma 44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8" name="!!EcoPantalla"/>
          <p:cNvSpPr/>
          <p:nvPr/>
        </p:nvSpPr>
        <p:spPr>
          <a:xfrm>
            <a:off x="4206240" y="868680"/>
            <a:ext cx="3840480" cy="274320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4223176" y="873303"/>
            <a:ext cx="3800804" cy="91141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4359859" y="1691640"/>
            <a:ext cx="3533242" cy="1920240"/>
            <a:chOff x="4359859" y="1691640"/>
            <a:chExt cx="3533242" cy="1920240"/>
          </a:xfrm>
        </p:grpSpPr>
        <p:sp>
          <p:nvSpPr>
            <p:cNvPr id="51" name="Forma 50"/>
            <p:cNvSpPr/>
            <p:nvPr/>
          </p:nvSpPr>
          <p:spPr>
            <a:xfrm>
              <a:off x="4359859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4359859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971386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6971386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5281574" y="1834286"/>
            <a:ext cx="1689811" cy="4389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6" name="!!EcoLineasA"/>
          <p:cNvSpPr/>
          <p:nvPr/>
        </p:nvSpPr>
        <p:spPr>
          <a:xfrm>
            <a:off x="5319979" y="2295144"/>
            <a:ext cx="1613002" cy="932688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!!ModoMPantalla"/>
          <p:cNvSpPr/>
          <p:nvPr/>
        </p:nvSpPr>
        <p:spPr>
          <a:xfrm>
            <a:off x="4206240" y="3749040"/>
            <a:ext cx="384048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8" name="!!ModoMSuperficie"/>
          <p:cNvSpPr/>
          <p:nvPr/>
        </p:nvSpPr>
        <p:spPr>
          <a:xfrm>
            <a:off x="4206240" y="3853282"/>
            <a:ext cx="3840480" cy="693207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59" name="!!ModoMLineaPleural"/>
          <p:cNvSpPr/>
          <p:nvPr/>
        </p:nvSpPr>
        <p:spPr>
          <a:xfrm>
            <a:off x="4206240" y="4661154"/>
            <a:ext cx="3840480" cy="2606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60" name="!!ModoMBarras"/>
          <p:cNvSpPr/>
          <p:nvPr/>
        </p:nvSpPr>
        <p:spPr>
          <a:xfrm>
            <a:off x="4206240" y="4752365"/>
            <a:ext cx="3840480" cy="1563624"/>
          </a:xfrm>
          <a:custGeom>
            <a:avLst/>
            <a:gdLst/>
            <a:ahLst/>
            <a:cxnLst/>
            <a:rect l="0" t="0" r="r" b="b"/>
            <a:pathLst>
              <a:path w="10000" h="6000" fill="none">
                <a:moveTo>
                  <a:pt x="0" y="0"/>
                </a:moveTo>
                <a:lnTo>
                  <a:pt x="10000" y="0"/>
                </a:lnTo>
              </a:path>
              <a:path w="10000" h="6000" fill="none">
                <a:moveTo>
                  <a:pt x="0" y="300"/>
                </a:moveTo>
                <a:lnTo>
                  <a:pt x="10000" y="300"/>
                </a:lnTo>
              </a:path>
              <a:path w="10000" h="6000" fill="none">
                <a:moveTo>
                  <a:pt x="0" y="600"/>
                </a:moveTo>
                <a:lnTo>
                  <a:pt x="10000" y="600"/>
                </a:lnTo>
              </a:path>
              <a:path w="10000" h="6000" fill="none">
                <a:moveTo>
                  <a:pt x="0" y="900"/>
                </a:moveTo>
                <a:lnTo>
                  <a:pt x="10000" y="900"/>
                </a:lnTo>
              </a:path>
              <a:path w="10000" h="6000" fill="none">
                <a:moveTo>
                  <a:pt x="0" y="1200"/>
                </a:moveTo>
                <a:lnTo>
                  <a:pt x="10000" y="1200"/>
                </a:lnTo>
              </a:path>
              <a:path w="10000" h="6000" fill="none">
                <a:moveTo>
                  <a:pt x="0" y="1500"/>
                </a:moveTo>
                <a:lnTo>
                  <a:pt x="10000" y="1500"/>
                </a:lnTo>
              </a:path>
              <a:path w="10000" h="6000" fill="none">
                <a:moveTo>
                  <a:pt x="0" y="1800"/>
                </a:moveTo>
                <a:lnTo>
                  <a:pt x="10000" y="1800"/>
                </a:lnTo>
              </a:path>
              <a:path w="10000" h="6000" fill="none">
                <a:moveTo>
                  <a:pt x="0" y="2100"/>
                </a:moveTo>
                <a:lnTo>
                  <a:pt x="10000" y="2100"/>
                </a:lnTo>
              </a:path>
              <a:path w="10000" h="6000" fill="none">
                <a:moveTo>
                  <a:pt x="0" y="2400"/>
                </a:moveTo>
                <a:lnTo>
                  <a:pt x="10000" y="2400"/>
                </a:lnTo>
              </a:path>
              <a:path w="10000" h="6000" fill="none">
                <a:moveTo>
                  <a:pt x="0" y="2700"/>
                </a:moveTo>
                <a:lnTo>
                  <a:pt x="10000" y="2700"/>
                </a:lnTo>
              </a:path>
              <a:path w="10000" h="6000" fill="none">
                <a:moveTo>
                  <a:pt x="0" y="3000"/>
                </a:moveTo>
                <a:lnTo>
                  <a:pt x="10000" y="3000"/>
                </a:lnTo>
              </a:path>
              <a:path w="10000" h="6000" fill="none">
                <a:moveTo>
                  <a:pt x="0" y="3300"/>
                </a:moveTo>
                <a:lnTo>
                  <a:pt x="10000" y="3300"/>
                </a:lnTo>
              </a:path>
              <a:path w="10000" h="6000" fill="none">
                <a:moveTo>
                  <a:pt x="0" y="3600"/>
                </a:moveTo>
                <a:lnTo>
                  <a:pt x="10000" y="3600"/>
                </a:lnTo>
              </a:path>
              <a:path w="10000" h="6000" fill="none">
                <a:moveTo>
                  <a:pt x="0" y="3900"/>
                </a:moveTo>
                <a:lnTo>
                  <a:pt x="10000" y="3900"/>
                </a:lnTo>
              </a:path>
              <a:path w="10000" h="6000" fill="none">
                <a:moveTo>
                  <a:pt x="0" y="4200"/>
                </a:moveTo>
                <a:lnTo>
                  <a:pt x="10000" y="4200"/>
                </a:lnTo>
              </a:path>
              <a:path w="10000" h="6000" fill="none">
                <a:moveTo>
                  <a:pt x="0" y="4500"/>
                </a:moveTo>
                <a:lnTo>
                  <a:pt x="10000" y="4500"/>
                </a:lnTo>
              </a:path>
              <a:path w="10000" h="6000" fill="none">
                <a:moveTo>
                  <a:pt x="0" y="4800"/>
                </a:moveTo>
                <a:lnTo>
                  <a:pt x="10000" y="4800"/>
                </a:lnTo>
              </a:path>
              <a:path w="10000" h="6000" fill="none">
                <a:moveTo>
                  <a:pt x="0" y="5100"/>
                </a:moveTo>
                <a:lnTo>
                  <a:pt x="10000" y="5100"/>
                </a:lnTo>
              </a:path>
              <a:path w="10000" h="6000" fill="none">
                <a:moveTo>
                  <a:pt x="0" y="5400"/>
                </a:moveTo>
                <a:lnTo>
                  <a:pt x="10000" y="5400"/>
                </a:lnTo>
              </a:path>
              <a:path w="10000" h="6000" fill="none">
                <a:moveTo>
                  <a:pt x="0" y="5700"/>
                </a:moveTo>
                <a:lnTo>
                  <a:pt x="10000" y="5700"/>
                </a:lnTo>
              </a:path>
              <a:path w="10000" h="6000" fill="none">
                <a:moveTo>
                  <a:pt x="0" y="6000"/>
                </a:moveTo>
                <a:lnTo>
                  <a:pt x="10000" y="6000"/>
                </a:lnTo>
              </a:path>
            </a:pathLst>
          </a:custGeom>
          <a:noFill/>
          <a:ln w="25400" cap="rnd">
            <a:solidFill>
              <a:srgbClr val="9C9C9C"/>
            </a:solidFill>
            <a:round/>
          </a:ln>
        </p:spPr>
      </p:sp>
      <p:grpSp>
        <p:nvGrpSpPr>
          <p:cNvPr id="61" name="Recuadro Modo B"/>
          <p:cNvGrpSpPr/>
          <p:nvPr/>
        </p:nvGrpSpPr>
        <p:grpSpPr>
          <a:xfrm>
            <a:off x="8229600" y="868680"/>
            <a:ext cx="3657600" cy="2660904"/>
            <a:chOff x="8229600" y="868680"/>
            <a:chExt cx="3657600" cy="2660904"/>
          </a:xfrm>
        </p:grpSpPr>
        <p:sp>
          <p:nvSpPr>
            <p:cNvPr id="62" name="Forma 61"/>
            <p:cNvSpPr/>
            <p:nvPr/>
          </p:nvSpPr>
          <p:spPr>
            <a:xfrm>
              <a:off x="8229600" y="1234440"/>
              <a:ext cx="3657600" cy="2295144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centelleo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presentes;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líneas B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3" name="Forma 62"/>
            <p:cNvSpPr/>
            <p:nvPr/>
          </p:nvSpPr>
          <p:spPr>
            <a:xfrm>
              <a:off x="8229600" y="86868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B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4" name="Recuadro Modo M"/>
          <p:cNvGrpSpPr/>
          <p:nvPr/>
        </p:nvGrpSpPr>
        <p:grpSpPr>
          <a:xfrm>
            <a:off x="8229600" y="3694176"/>
            <a:ext cx="3657600" cy="2660904"/>
            <a:chOff x="8229600" y="3694176"/>
            <a:chExt cx="3657600" cy="2660904"/>
          </a:xfrm>
        </p:grpSpPr>
        <p:sp>
          <p:nvSpPr>
            <p:cNvPr id="65" name="Forma 64"/>
            <p:cNvSpPr/>
            <p:nvPr/>
          </p:nvSpPr>
          <p:spPr>
            <a:xfrm>
              <a:off x="8229600" y="4059936"/>
              <a:ext cx="3657600" cy="2295144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Código de barras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(signo de la estratósfera): líneas horizontales en toda la profundidad.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6" name="Forma 65"/>
            <p:cNvSpPr/>
            <p:nvPr/>
          </p:nvSpPr>
          <p:spPr>
            <a:xfrm>
              <a:off x="8229600" y="3694176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M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638055" y="91440"/>
            <a:ext cx="93890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REPRESENTACIÓN ECOGRÁFICA CON AIRE PLEURAL</a:t>
            </a:r>
            <a:endParaRPr lang="es-AR" sz="2400" dirty="0">
              <a:latin typeface="Mali"/>
            </a:endParaRPr>
          </a:p>
        </p:txBody>
      </p: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6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680960" cy="895541"/>
            <a:chOff x="365760" y="914400"/>
            <a:chExt cx="7680960" cy="895541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1536192" cy="895541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901952" y="914400"/>
              <a:ext cx="3072384" cy="895541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DESCRIPCIÓN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4974336" y="914400"/>
              <a:ext cx="3072384" cy="895541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SIGNIFICADO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809940"/>
            <a:ext cx="7680960" cy="1235640"/>
            <a:chOff x="365760" y="1809940"/>
            <a:chExt cx="7680960" cy="1235640"/>
          </a:xfrm>
        </p:grpSpPr>
        <p:sp>
          <p:nvSpPr>
            <p:cNvPr id="9" name="Forma 8"/>
            <p:cNvSpPr/>
            <p:nvPr/>
          </p:nvSpPr>
          <p:spPr>
            <a:xfrm>
              <a:off x="365760" y="1809940"/>
              <a:ext cx="1536192" cy="123564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B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1901952" y="1809940"/>
              <a:ext cx="3072384" cy="123564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Artefactos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verticales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hiperecoicos, en cola de cometa, que nacen de la pleura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4974336" y="1809940"/>
              <a:ext cx="3072384" cy="123564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presencia descarta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neumotórax en ese punto (pulmón en contacto)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3045581"/>
            <a:ext cx="7680960" cy="1235640"/>
            <a:chOff x="365760" y="3045581"/>
            <a:chExt cx="7680960" cy="1235640"/>
          </a:xfrm>
        </p:grpSpPr>
        <p:sp>
          <p:nvSpPr>
            <p:cNvPr id="13" name="Forma 12"/>
            <p:cNvSpPr/>
            <p:nvPr/>
          </p:nvSpPr>
          <p:spPr>
            <a:xfrm>
              <a:off x="365760" y="3045581"/>
              <a:ext cx="1536192" cy="123564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1901952" y="3045581"/>
              <a:ext cx="3072384" cy="123564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Artefactos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horizontales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4974336" y="3045581"/>
              <a:ext cx="3072384" cy="123564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 ausencia de deslizamiento →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patrón 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compatible con neumotórax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4281221"/>
            <a:ext cx="7680960" cy="1036930"/>
            <a:chOff x="365760" y="4281221"/>
            <a:chExt cx="7680960" cy="1036930"/>
          </a:xfrm>
        </p:grpSpPr>
        <p:sp>
          <p:nvSpPr>
            <p:cNvPr id="17" name="Forma 16"/>
            <p:cNvSpPr/>
            <p:nvPr/>
          </p:nvSpPr>
          <p:spPr>
            <a:xfrm>
              <a:off x="365760" y="4281221"/>
              <a:ext cx="1536192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Deslizamiento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1901952" y="4281221"/>
              <a:ext cx="3072384" cy="103693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Movimiento de la visceral sobre la parietal con la respiración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4974336" y="4281221"/>
              <a:ext cx="3072384" cy="103693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forma parte de la trilogía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5318150"/>
            <a:ext cx="7680960" cy="1036930"/>
            <a:chOff x="365760" y="5318150"/>
            <a:chExt cx="7680960" cy="1036930"/>
          </a:xfrm>
        </p:grpSpPr>
        <p:sp>
          <p:nvSpPr>
            <p:cNvPr id="21" name="Forma 20"/>
            <p:cNvSpPr/>
            <p:nvPr/>
          </p:nvSpPr>
          <p:spPr>
            <a:xfrm>
              <a:off x="365760" y="5318150"/>
              <a:ext cx="1536192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Pulso pulmonar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1901952" y="5318150"/>
              <a:ext cx="3072384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Vibración de la visceral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sincrónica con el latido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4974336" y="5318150"/>
              <a:ext cx="3072384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completa la trilogía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24" name="SigB Pantalla"/>
          <p:cNvSpPr/>
          <p:nvPr/>
        </p:nvSpPr>
        <p:spPr>
          <a:xfrm>
            <a:off x="8321040" y="914400"/>
            <a:ext cx="356616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25" name="SigB PartesBlandas"/>
          <p:cNvSpPr/>
          <p:nvPr/>
        </p:nvSpPr>
        <p:spPr>
          <a:xfrm>
            <a:off x="8336767" y="918792"/>
            <a:ext cx="3529318" cy="86584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26" name="SigB Costillas"/>
          <p:cNvGrpSpPr/>
          <p:nvPr/>
        </p:nvGrpSpPr>
        <p:grpSpPr>
          <a:xfrm>
            <a:off x="8463686" y="1696212"/>
            <a:ext cx="3280867" cy="1824228"/>
            <a:chOff x="8463686" y="1696212"/>
            <a:chExt cx="3280867" cy="1824228"/>
          </a:xfrm>
        </p:grpSpPr>
        <p:sp>
          <p:nvSpPr>
            <p:cNvPr id="27" name="Forma 26"/>
            <p:cNvSpPr/>
            <p:nvPr/>
          </p:nvSpPr>
          <p:spPr>
            <a:xfrm>
              <a:off x="8463686" y="177439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8463686" y="169621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10888675" y="177439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10888675" y="169621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31" name="SigB LineaPleural"/>
          <p:cNvSpPr/>
          <p:nvPr/>
        </p:nvSpPr>
        <p:spPr>
          <a:xfrm>
            <a:off x="9319565" y="1831726"/>
            <a:ext cx="1569110" cy="4169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grpSp>
        <p:nvGrpSpPr>
          <p:cNvPr id="32" name="SigB LineasB"/>
          <p:cNvGrpSpPr/>
          <p:nvPr/>
        </p:nvGrpSpPr>
        <p:grpSpPr>
          <a:xfrm>
            <a:off x="9626255" y="1852574"/>
            <a:ext cx="1027054" cy="1667866"/>
            <a:chOff x="9626255" y="1852574"/>
            <a:chExt cx="1027054" cy="1667866"/>
          </a:xfrm>
        </p:grpSpPr>
        <p:sp>
          <p:nvSpPr>
            <p:cNvPr id="33" name="Forma 32"/>
            <p:cNvSpPr/>
            <p:nvPr/>
          </p:nvSpPr>
          <p:spPr>
            <a:xfrm>
              <a:off x="9626255" y="1852574"/>
              <a:ext cx="99852" cy="166786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lnTo>
                    <a:pt x="7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BFBFBF">
                    <a:alpha val="40000"/>
                  </a:srgbClr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125517" y="1852574"/>
              <a:ext cx="99852" cy="166786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lnTo>
                    <a:pt x="7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BFBFBF">
                    <a:alpha val="40000"/>
                  </a:srgbClr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553456" y="1852574"/>
              <a:ext cx="99852" cy="166786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lnTo>
                    <a:pt x="7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BFBFBF">
                    <a:alpha val="40000"/>
                  </a:srgbClr>
                </a:gs>
              </a:gsLst>
              <a:lin ang="5400000" scaled="0"/>
            </a:gradFill>
            <a:ln>
              <a:noFill/>
            </a:ln>
          </p:spPr>
        </p:sp>
      </p:grpSp>
      <p:sp>
        <p:nvSpPr>
          <p:cNvPr id="36" name="SigA Pantalla"/>
          <p:cNvSpPr/>
          <p:nvPr/>
        </p:nvSpPr>
        <p:spPr>
          <a:xfrm>
            <a:off x="8321040" y="3749040"/>
            <a:ext cx="356616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37" name="SigA PartesBlandas"/>
          <p:cNvSpPr/>
          <p:nvPr/>
        </p:nvSpPr>
        <p:spPr>
          <a:xfrm>
            <a:off x="8336767" y="3753432"/>
            <a:ext cx="3529318" cy="86584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38" name="SigA Costillas"/>
          <p:cNvGrpSpPr/>
          <p:nvPr/>
        </p:nvGrpSpPr>
        <p:grpSpPr>
          <a:xfrm>
            <a:off x="8463686" y="4530852"/>
            <a:ext cx="3280867" cy="1824228"/>
            <a:chOff x="8463686" y="4530852"/>
            <a:chExt cx="3280867" cy="1824228"/>
          </a:xfrm>
        </p:grpSpPr>
        <p:sp>
          <p:nvSpPr>
            <p:cNvPr id="39" name="Forma 38"/>
            <p:cNvSpPr/>
            <p:nvPr/>
          </p:nvSpPr>
          <p:spPr>
            <a:xfrm>
              <a:off x="8463686" y="460903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8463686" y="453085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0888675" y="460903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0888675" y="453085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43" name="SigA LineaPleural"/>
          <p:cNvSpPr/>
          <p:nvPr/>
        </p:nvSpPr>
        <p:spPr>
          <a:xfrm>
            <a:off x="9319565" y="4666366"/>
            <a:ext cx="1569110" cy="4169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4" name="SigA LineasA"/>
          <p:cNvSpPr/>
          <p:nvPr/>
        </p:nvSpPr>
        <p:spPr>
          <a:xfrm>
            <a:off x="9355226" y="5104181"/>
            <a:ext cx="1497787" cy="886054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64628" y="91440"/>
            <a:ext cx="546247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ECOGRÁFICOS (1/2)</a:t>
            </a:r>
            <a:endParaRPr lang="es-AR" sz="24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M1 Pantalla"/>
          <p:cNvSpPr/>
          <p:nvPr/>
        </p:nvSpPr>
        <p:spPr>
          <a:xfrm>
            <a:off x="365760" y="914400"/>
            <a:ext cx="365760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M1 Superficie"/>
          <p:cNvSpPr/>
          <p:nvPr/>
        </p:nvSpPr>
        <p:spPr>
          <a:xfrm>
            <a:off x="365760" y="1013155"/>
            <a:ext cx="365760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6" name="M1 LineaPleural"/>
          <p:cNvSpPr/>
          <p:nvPr/>
        </p:nvSpPr>
        <p:spPr>
          <a:xfrm>
            <a:off x="365760" y="1778508"/>
            <a:ext cx="365760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7" name="M1 Arena"/>
          <p:cNvSpPr/>
          <p:nvPr/>
        </p:nvSpPr>
        <p:spPr>
          <a:xfrm>
            <a:off x="365428" y="1825984"/>
            <a:ext cx="3657390" cy="1555345"/>
          </a:xfrm>
          <a:custGeom>
            <a:avLst/>
            <a:gdLst/>
            <a:ahLst/>
            <a:cxnLst/>
            <a:rect l="0" t="0" r="r" b="b"/>
            <a:pathLst>
              <a:path w="9999" h="6299">
                <a:moveTo>
                  <a:pt x="4670" y="2372"/>
                </a:moveTo>
                <a:cubicBezTo>
                  <a:pt x="4670" y="2391"/>
                  <a:pt x="4654" y="2407"/>
                  <a:pt x="4634" y="2407"/>
                </a:cubicBezTo>
                <a:cubicBezTo>
                  <a:pt x="4615" y="2407"/>
                  <a:pt x="4599" y="2391"/>
                  <a:pt x="4599" y="2372"/>
                </a:cubicBezTo>
                <a:cubicBezTo>
                  <a:pt x="4599" y="2352"/>
                  <a:pt x="4615" y="2336"/>
                  <a:pt x="4634" y="2336"/>
                </a:cubicBezTo>
                <a:cubicBezTo>
                  <a:pt x="4654" y="2336"/>
                  <a:pt x="4670" y="2352"/>
                  <a:pt x="4670" y="2372"/>
                </a:cubicBezTo>
                <a:close/>
                <a:moveTo>
                  <a:pt x="8679" y="97"/>
                </a:moveTo>
                <a:cubicBezTo>
                  <a:pt x="8679" y="125"/>
                  <a:pt x="8657" y="147"/>
                  <a:pt x="8629" y="147"/>
                </a:cubicBezTo>
                <a:cubicBezTo>
                  <a:pt x="8602" y="147"/>
                  <a:pt x="8579" y="125"/>
                  <a:pt x="8579" y="97"/>
                </a:cubicBezTo>
                <a:cubicBezTo>
                  <a:pt x="8579" y="69"/>
                  <a:pt x="8602" y="47"/>
                  <a:pt x="8629" y="47"/>
                </a:cubicBezTo>
                <a:cubicBezTo>
                  <a:pt x="8657" y="47"/>
                  <a:pt x="8679" y="69"/>
                  <a:pt x="8679" y="97"/>
                </a:cubicBezTo>
                <a:close/>
                <a:moveTo>
                  <a:pt x="8996" y="558"/>
                </a:moveTo>
                <a:cubicBezTo>
                  <a:pt x="8996" y="587"/>
                  <a:pt x="8972" y="610"/>
                  <a:pt x="8944" y="610"/>
                </a:cubicBezTo>
                <a:cubicBezTo>
                  <a:pt x="8915" y="610"/>
                  <a:pt x="8891" y="587"/>
                  <a:pt x="8891" y="558"/>
                </a:cubicBezTo>
                <a:cubicBezTo>
                  <a:pt x="8891" y="529"/>
                  <a:pt x="8915" y="506"/>
                  <a:pt x="8944" y="506"/>
                </a:cubicBezTo>
                <a:cubicBezTo>
                  <a:pt x="8972" y="506"/>
                  <a:pt x="8996" y="529"/>
                  <a:pt x="8996" y="558"/>
                </a:cubicBezTo>
                <a:close/>
                <a:moveTo>
                  <a:pt x="6200" y="311"/>
                </a:moveTo>
                <a:cubicBezTo>
                  <a:pt x="6200" y="336"/>
                  <a:pt x="6180" y="356"/>
                  <a:pt x="6155" y="356"/>
                </a:cubicBezTo>
                <a:cubicBezTo>
                  <a:pt x="6130" y="356"/>
                  <a:pt x="6110" y="336"/>
                  <a:pt x="6110" y="311"/>
                </a:cubicBezTo>
                <a:cubicBezTo>
                  <a:pt x="6110" y="286"/>
                  <a:pt x="6130" y="266"/>
                  <a:pt x="6155" y="266"/>
                </a:cubicBezTo>
                <a:cubicBezTo>
                  <a:pt x="6180" y="266"/>
                  <a:pt x="6200" y="286"/>
                  <a:pt x="6200" y="311"/>
                </a:cubicBezTo>
                <a:close/>
                <a:moveTo>
                  <a:pt x="7074" y="2860"/>
                </a:moveTo>
                <a:cubicBezTo>
                  <a:pt x="7074" y="2892"/>
                  <a:pt x="7047" y="2919"/>
                  <a:pt x="7015" y="2919"/>
                </a:cubicBezTo>
                <a:cubicBezTo>
                  <a:pt x="6982" y="2919"/>
                  <a:pt x="6956" y="2892"/>
                  <a:pt x="6956" y="2860"/>
                </a:cubicBezTo>
                <a:cubicBezTo>
                  <a:pt x="6956" y="2827"/>
                  <a:pt x="6982" y="2801"/>
                  <a:pt x="7015" y="2801"/>
                </a:cubicBezTo>
                <a:cubicBezTo>
                  <a:pt x="7047" y="2801"/>
                  <a:pt x="7074" y="2827"/>
                  <a:pt x="7074" y="2860"/>
                </a:cubicBezTo>
                <a:close/>
                <a:moveTo>
                  <a:pt x="1641" y="1533"/>
                </a:moveTo>
                <a:cubicBezTo>
                  <a:pt x="1641" y="1552"/>
                  <a:pt x="1625" y="1567"/>
                  <a:pt x="1606" y="1567"/>
                </a:cubicBezTo>
                <a:cubicBezTo>
                  <a:pt x="1587" y="1567"/>
                  <a:pt x="1572" y="1552"/>
                  <a:pt x="1572" y="1533"/>
                </a:cubicBezTo>
                <a:cubicBezTo>
                  <a:pt x="1572" y="1514"/>
                  <a:pt x="1587" y="1498"/>
                  <a:pt x="1606" y="1498"/>
                </a:cubicBezTo>
                <a:cubicBezTo>
                  <a:pt x="1625" y="1498"/>
                  <a:pt x="1641" y="1514"/>
                  <a:pt x="1641" y="1533"/>
                </a:cubicBezTo>
                <a:close/>
                <a:moveTo>
                  <a:pt x="5116" y="5785"/>
                </a:moveTo>
                <a:cubicBezTo>
                  <a:pt x="5116" y="5815"/>
                  <a:pt x="5092" y="5839"/>
                  <a:pt x="5062" y="5839"/>
                </a:cubicBezTo>
                <a:cubicBezTo>
                  <a:pt x="5033" y="5839"/>
                  <a:pt x="5009" y="5815"/>
                  <a:pt x="5009" y="5785"/>
                </a:cubicBezTo>
                <a:cubicBezTo>
                  <a:pt x="5009" y="5755"/>
                  <a:pt x="5033" y="5731"/>
                  <a:pt x="5062" y="5731"/>
                </a:cubicBezTo>
                <a:cubicBezTo>
                  <a:pt x="5092" y="5731"/>
                  <a:pt x="5116" y="5755"/>
                  <a:pt x="5116" y="5785"/>
                </a:cubicBezTo>
                <a:close/>
                <a:moveTo>
                  <a:pt x="7775" y="2436"/>
                </a:moveTo>
                <a:cubicBezTo>
                  <a:pt x="7775" y="2469"/>
                  <a:pt x="7748" y="2496"/>
                  <a:pt x="7715" y="2496"/>
                </a:cubicBezTo>
                <a:cubicBezTo>
                  <a:pt x="7682" y="2496"/>
                  <a:pt x="7655" y="2469"/>
                  <a:pt x="7655" y="2436"/>
                </a:cubicBezTo>
                <a:cubicBezTo>
                  <a:pt x="7655" y="2403"/>
                  <a:pt x="7682" y="2376"/>
                  <a:pt x="7715" y="2376"/>
                </a:cubicBezTo>
                <a:cubicBezTo>
                  <a:pt x="7748" y="2376"/>
                  <a:pt x="7775" y="2403"/>
                  <a:pt x="7775" y="2436"/>
                </a:cubicBezTo>
                <a:close/>
                <a:moveTo>
                  <a:pt x="1114" y="1863"/>
                </a:moveTo>
                <a:cubicBezTo>
                  <a:pt x="1114" y="1894"/>
                  <a:pt x="1088" y="1919"/>
                  <a:pt x="1057" y="1919"/>
                </a:cubicBezTo>
                <a:cubicBezTo>
                  <a:pt x="1025" y="1919"/>
                  <a:pt x="1000" y="1894"/>
                  <a:pt x="1000" y="1863"/>
                </a:cubicBezTo>
                <a:cubicBezTo>
                  <a:pt x="1000" y="1831"/>
                  <a:pt x="1025" y="1806"/>
                  <a:pt x="1057" y="1806"/>
                </a:cubicBezTo>
                <a:cubicBezTo>
                  <a:pt x="1088" y="1806"/>
                  <a:pt x="1114" y="1831"/>
                  <a:pt x="1114" y="1863"/>
                </a:cubicBezTo>
                <a:close/>
                <a:moveTo>
                  <a:pt x="7268" y="2672"/>
                </a:moveTo>
                <a:cubicBezTo>
                  <a:pt x="7268" y="2691"/>
                  <a:pt x="7253" y="2706"/>
                  <a:pt x="7235" y="2706"/>
                </a:cubicBezTo>
                <a:cubicBezTo>
                  <a:pt x="7216" y="2706"/>
                  <a:pt x="7201" y="2691"/>
                  <a:pt x="7201" y="2672"/>
                </a:cubicBezTo>
                <a:cubicBezTo>
                  <a:pt x="7201" y="2654"/>
                  <a:pt x="7216" y="2639"/>
                  <a:pt x="7235" y="2639"/>
                </a:cubicBezTo>
                <a:cubicBezTo>
                  <a:pt x="7253" y="2639"/>
                  <a:pt x="7268" y="2654"/>
                  <a:pt x="7268" y="2672"/>
                </a:cubicBezTo>
                <a:close/>
                <a:moveTo>
                  <a:pt x="2732" y="1359"/>
                </a:moveTo>
                <a:cubicBezTo>
                  <a:pt x="2732" y="1381"/>
                  <a:pt x="2714" y="1400"/>
                  <a:pt x="2691" y="1400"/>
                </a:cubicBezTo>
                <a:cubicBezTo>
                  <a:pt x="2668" y="1400"/>
                  <a:pt x="2650" y="1381"/>
                  <a:pt x="2650" y="1359"/>
                </a:cubicBezTo>
                <a:cubicBezTo>
                  <a:pt x="2650" y="1336"/>
                  <a:pt x="2668" y="1317"/>
                  <a:pt x="2691" y="1317"/>
                </a:cubicBezTo>
                <a:cubicBezTo>
                  <a:pt x="2714" y="1317"/>
                  <a:pt x="2732" y="1336"/>
                  <a:pt x="2732" y="1359"/>
                </a:cubicBezTo>
                <a:close/>
                <a:moveTo>
                  <a:pt x="8130" y="1294"/>
                </a:moveTo>
                <a:cubicBezTo>
                  <a:pt x="8130" y="1330"/>
                  <a:pt x="8101" y="1359"/>
                  <a:pt x="8065" y="1359"/>
                </a:cubicBezTo>
                <a:cubicBezTo>
                  <a:pt x="8028" y="1359"/>
                  <a:pt x="7999" y="1330"/>
                  <a:pt x="7999" y="1294"/>
                </a:cubicBezTo>
                <a:cubicBezTo>
                  <a:pt x="7999" y="1258"/>
                  <a:pt x="8028" y="1229"/>
                  <a:pt x="8065" y="1229"/>
                </a:cubicBezTo>
                <a:cubicBezTo>
                  <a:pt x="8101" y="1229"/>
                  <a:pt x="8130" y="1258"/>
                  <a:pt x="8130" y="1294"/>
                </a:cubicBezTo>
                <a:close/>
                <a:moveTo>
                  <a:pt x="8801" y="397"/>
                </a:moveTo>
                <a:cubicBezTo>
                  <a:pt x="8801" y="422"/>
                  <a:pt x="8781" y="442"/>
                  <a:pt x="8756" y="442"/>
                </a:cubicBezTo>
                <a:cubicBezTo>
                  <a:pt x="8731" y="442"/>
                  <a:pt x="8711" y="422"/>
                  <a:pt x="8711" y="397"/>
                </a:cubicBezTo>
                <a:cubicBezTo>
                  <a:pt x="8711" y="372"/>
                  <a:pt x="8731" y="352"/>
                  <a:pt x="8756" y="352"/>
                </a:cubicBezTo>
                <a:cubicBezTo>
                  <a:pt x="8781" y="352"/>
                  <a:pt x="8801" y="372"/>
                  <a:pt x="8801" y="397"/>
                </a:cubicBezTo>
                <a:close/>
                <a:moveTo>
                  <a:pt x="4965" y="203"/>
                </a:moveTo>
                <a:cubicBezTo>
                  <a:pt x="4965" y="229"/>
                  <a:pt x="4944" y="250"/>
                  <a:pt x="4918" y="250"/>
                </a:cubicBezTo>
                <a:cubicBezTo>
                  <a:pt x="4892" y="250"/>
                  <a:pt x="4871" y="229"/>
                  <a:pt x="4871" y="203"/>
                </a:cubicBezTo>
                <a:cubicBezTo>
                  <a:pt x="4871" y="177"/>
                  <a:pt x="4892" y="156"/>
                  <a:pt x="4918" y="156"/>
                </a:cubicBezTo>
                <a:cubicBezTo>
                  <a:pt x="4944" y="156"/>
                  <a:pt x="4965" y="177"/>
                  <a:pt x="4965" y="203"/>
                </a:cubicBezTo>
                <a:close/>
                <a:moveTo>
                  <a:pt x="9078" y="752"/>
                </a:moveTo>
                <a:cubicBezTo>
                  <a:pt x="9078" y="782"/>
                  <a:pt x="9054" y="806"/>
                  <a:pt x="9024" y="806"/>
                </a:cubicBezTo>
                <a:cubicBezTo>
                  <a:pt x="8994" y="806"/>
                  <a:pt x="8970" y="782"/>
                  <a:pt x="8970" y="752"/>
                </a:cubicBezTo>
                <a:cubicBezTo>
                  <a:pt x="8970" y="722"/>
                  <a:pt x="8994" y="698"/>
                  <a:pt x="9024" y="698"/>
                </a:cubicBezTo>
                <a:cubicBezTo>
                  <a:pt x="9054" y="698"/>
                  <a:pt x="9078" y="722"/>
                  <a:pt x="9078" y="752"/>
                </a:cubicBezTo>
                <a:close/>
                <a:moveTo>
                  <a:pt x="1316" y="3645"/>
                </a:moveTo>
                <a:cubicBezTo>
                  <a:pt x="1316" y="3681"/>
                  <a:pt x="1287" y="3711"/>
                  <a:pt x="1251" y="3711"/>
                </a:cubicBezTo>
                <a:cubicBezTo>
                  <a:pt x="1214" y="3711"/>
                  <a:pt x="1185" y="3681"/>
                  <a:pt x="1185" y="3645"/>
                </a:cubicBezTo>
                <a:cubicBezTo>
                  <a:pt x="1185" y="3609"/>
                  <a:pt x="1214" y="3579"/>
                  <a:pt x="1251" y="3579"/>
                </a:cubicBezTo>
                <a:cubicBezTo>
                  <a:pt x="1287" y="3579"/>
                  <a:pt x="1316" y="3609"/>
                  <a:pt x="1316" y="3645"/>
                </a:cubicBezTo>
                <a:close/>
                <a:moveTo>
                  <a:pt x="2094" y="108"/>
                </a:moveTo>
                <a:cubicBezTo>
                  <a:pt x="2094" y="127"/>
                  <a:pt x="2079" y="142"/>
                  <a:pt x="2061" y="142"/>
                </a:cubicBezTo>
                <a:cubicBezTo>
                  <a:pt x="2042" y="142"/>
                  <a:pt x="2027" y="127"/>
                  <a:pt x="2027" y="108"/>
                </a:cubicBezTo>
                <a:cubicBezTo>
                  <a:pt x="2027" y="90"/>
                  <a:pt x="2042" y="75"/>
                  <a:pt x="2061" y="75"/>
                </a:cubicBezTo>
                <a:cubicBezTo>
                  <a:pt x="2079" y="75"/>
                  <a:pt x="2094" y="90"/>
                  <a:pt x="2094" y="108"/>
                </a:cubicBezTo>
                <a:close/>
                <a:moveTo>
                  <a:pt x="5428" y="165"/>
                </a:moveTo>
                <a:cubicBezTo>
                  <a:pt x="5428" y="184"/>
                  <a:pt x="5413" y="199"/>
                  <a:pt x="5394" y="199"/>
                </a:cubicBezTo>
                <a:cubicBezTo>
                  <a:pt x="5376" y="199"/>
                  <a:pt x="5361" y="184"/>
                  <a:pt x="5361" y="165"/>
                </a:cubicBezTo>
                <a:cubicBezTo>
                  <a:pt x="5361" y="147"/>
                  <a:pt x="5376" y="132"/>
                  <a:pt x="5394" y="132"/>
                </a:cubicBezTo>
                <a:cubicBezTo>
                  <a:pt x="5413" y="132"/>
                  <a:pt x="5428" y="147"/>
                  <a:pt x="5428" y="165"/>
                </a:cubicBezTo>
                <a:close/>
                <a:moveTo>
                  <a:pt x="5015" y="5767"/>
                </a:moveTo>
                <a:cubicBezTo>
                  <a:pt x="5015" y="5793"/>
                  <a:pt x="4994" y="5814"/>
                  <a:pt x="4968" y="5814"/>
                </a:cubicBezTo>
                <a:cubicBezTo>
                  <a:pt x="4942" y="5814"/>
                  <a:pt x="4921" y="5793"/>
                  <a:pt x="4921" y="5767"/>
                </a:cubicBezTo>
                <a:cubicBezTo>
                  <a:pt x="4921" y="5741"/>
                  <a:pt x="4942" y="5720"/>
                  <a:pt x="4968" y="5720"/>
                </a:cubicBezTo>
                <a:cubicBezTo>
                  <a:pt x="4994" y="5720"/>
                  <a:pt x="5015" y="5741"/>
                  <a:pt x="5015" y="5767"/>
                </a:cubicBezTo>
                <a:close/>
                <a:moveTo>
                  <a:pt x="4026" y="4017"/>
                </a:moveTo>
                <a:cubicBezTo>
                  <a:pt x="4026" y="4036"/>
                  <a:pt x="4011" y="4051"/>
                  <a:pt x="3992" y="4051"/>
                </a:cubicBezTo>
                <a:cubicBezTo>
                  <a:pt x="3973" y="4051"/>
                  <a:pt x="3958" y="4036"/>
                  <a:pt x="3958" y="4017"/>
                </a:cubicBezTo>
                <a:cubicBezTo>
                  <a:pt x="3958" y="3999"/>
                  <a:pt x="3973" y="3984"/>
                  <a:pt x="3992" y="3984"/>
                </a:cubicBezTo>
                <a:cubicBezTo>
                  <a:pt x="4011" y="3984"/>
                  <a:pt x="4026" y="3999"/>
                  <a:pt x="4026" y="4017"/>
                </a:cubicBezTo>
                <a:close/>
                <a:moveTo>
                  <a:pt x="5845" y="1127"/>
                </a:moveTo>
                <a:cubicBezTo>
                  <a:pt x="5845" y="1157"/>
                  <a:pt x="5820" y="1181"/>
                  <a:pt x="5790" y="1181"/>
                </a:cubicBezTo>
                <a:cubicBezTo>
                  <a:pt x="5760" y="1181"/>
                  <a:pt x="5736" y="1157"/>
                  <a:pt x="5736" y="1127"/>
                </a:cubicBezTo>
                <a:cubicBezTo>
                  <a:pt x="5736" y="1097"/>
                  <a:pt x="5760" y="1073"/>
                  <a:pt x="5790" y="1073"/>
                </a:cubicBezTo>
                <a:cubicBezTo>
                  <a:pt x="5820" y="1073"/>
                  <a:pt x="5845" y="1097"/>
                  <a:pt x="5845" y="1127"/>
                </a:cubicBezTo>
                <a:close/>
                <a:moveTo>
                  <a:pt x="9590" y="393"/>
                </a:moveTo>
                <a:cubicBezTo>
                  <a:pt x="9590" y="422"/>
                  <a:pt x="9567" y="445"/>
                  <a:pt x="9538" y="445"/>
                </a:cubicBezTo>
                <a:cubicBezTo>
                  <a:pt x="9509" y="445"/>
                  <a:pt x="9486" y="422"/>
                  <a:pt x="9486" y="393"/>
                </a:cubicBezTo>
                <a:cubicBezTo>
                  <a:pt x="9486" y="364"/>
                  <a:pt x="9509" y="341"/>
                  <a:pt x="9538" y="341"/>
                </a:cubicBezTo>
                <a:cubicBezTo>
                  <a:pt x="9567" y="341"/>
                  <a:pt x="9590" y="364"/>
                  <a:pt x="9590" y="393"/>
                </a:cubicBezTo>
                <a:close/>
                <a:moveTo>
                  <a:pt x="6094" y="983"/>
                </a:moveTo>
                <a:cubicBezTo>
                  <a:pt x="6094" y="1005"/>
                  <a:pt x="6076" y="1024"/>
                  <a:pt x="6054" y="1024"/>
                </a:cubicBezTo>
                <a:cubicBezTo>
                  <a:pt x="6031" y="1024"/>
                  <a:pt x="6013" y="1005"/>
                  <a:pt x="6013" y="983"/>
                </a:cubicBezTo>
                <a:cubicBezTo>
                  <a:pt x="6013" y="960"/>
                  <a:pt x="6031" y="942"/>
                  <a:pt x="6054" y="942"/>
                </a:cubicBezTo>
                <a:cubicBezTo>
                  <a:pt x="6076" y="942"/>
                  <a:pt x="6094" y="960"/>
                  <a:pt x="6094" y="983"/>
                </a:cubicBezTo>
                <a:close/>
                <a:moveTo>
                  <a:pt x="9935" y="6245"/>
                </a:moveTo>
                <a:cubicBezTo>
                  <a:pt x="9935" y="6264"/>
                  <a:pt x="9919" y="6279"/>
                  <a:pt x="9900" y="6279"/>
                </a:cubicBezTo>
                <a:cubicBezTo>
                  <a:pt x="9881" y="6279"/>
                  <a:pt x="9865" y="6264"/>
                  <a:pt x="9865" y="6245"/>
                </a:cubicBezTo>
                <a:cubicBezTo>
                  <a:pt x="9865" y="6225"/>
                  <a:pt x="9881" y="6210"/>
                  <a:pt x="9900" y="6210"/>
                </a:cubicBezTo>
                <a:cubicBezTo>
                  <a:pt x="9919" y="6210"/>
                  <a:pt x="9935" y="6225"/>
                  <a:pt x="9935" y="6245"/>
                </a:cubicBezTo>
                <a:close/>
                <a:moveTo>
                  <a:pt x="7074" y="5953"/>
                </a:moveTo>
                <a:cubicBezTo>
                  <a:pt x="7074" y="5975"/>
                  <a:pt x="7056" y="5992"/>
                  <a:pt x="7035" y="5992"/>
                </a:cubicBezTo>
                <a:cubicBezTo>
                  <a:pt x="7013" y="5992"/>
                  <a:pt x="6995" y="5975"/>
                  <a:pt x="6995" y="5953"/>
                </a:cubicBezTo>
                <a:cubicBezTo>
                  <a:pt x="6995" y="5931"/>
                  <a:pt x="7013" y="5913"/>
                  <a:pt x="7035" y="5913"/>
                </a:cubicBezTo>
                <a:cubicBezTo>
                  <a:pt x="7056" y="5913"/>
                  <a:pt x="7074" y="5931"/>
                  <a:pt x="7074" y="5953"/>
                </a:cubicBezTo>
                <a:close/>
                <a:moveTo>
                  <a:pt x="6145" y="324"/>
                </a:moveTo>
                <a:cubicBezTo>
                  <a:pt x="6145" y="349"/>
                  <a:pt x="6125" y="369"/>
                  <a:pt x="6101" y="369"/>
                </a:cubicBezTo>
                <a:cubicBezTo>
                  <a:pt x="6076" y="369"/>
                  <a:pt x="6056" y="349"/>
                  <a:pt x="6056" y="324"/>
                </a:cubicBezTo>
                <a:cubicBezTo>
                  <a:pt x="6056" y="299"/>
                  <a:pt x="6076" y="279"/>
                  <a:pt x="6101" y="279"/>
                </a:cubicBezTo>
                <a:cubicBezTo>
                  <a:pt x="6125" y="279"/>
                  <a:pt x="6145" y="299"/>
                  <a:pt x="6145" y="324"/>
                </a:cubicBezTo>
                <a:close/>
                <a:moveTo>
                  <a:pt x="6785" y="3717"/>
                </a:moveTo>
                <a:cubicBezTo>
                  <a:pt x="6785" y="3750"/>
                  <a:pt x="6758" y="3778"/>
                  <a:pt x="6724" y="3778"/>
                </a:cubicBezTo>
                <a:cubicBezTo>
                  <a:pt x="6691" y="3778"/>
                  <a:pt x="6663" y="3750"/>
                  <a:pt x="6663" y="3717"/>
                </a:cubicBezTo>
                <a:cubicBezTo>
                  <a:pt x="6663" y="3683"/>
                  <a:pt x="6691" y="3656"/>
                  <a:pt x="6724" y="3656"/>
                </a:cubicBezTo>
                <a:cubicBezTo>
                  <a:pt x="6758" y="3656"/>
                  <a:pt x="6785" y="3683"/>
                  <a:pt x="6785" y="3717"/>
                </a:cubicBezTo>
                <a:close/>
                <a:moveTo>
                  <a:pt x="974" y="2210"/>
                </a:moveTo>
                <a:cubicBezTo>
                  <a:pt x="974" y="2245"/>
                  <a:pt x="945" y="2274"/>
                  <a:pt x="909" y="2274"/>
                </a:cubicBezTo>
                <a:cubicBezTo>
                  <a:pt x="873" y="2274"/>
                  <a:pt x="845" y="2245"/>
                  <a:pt x="845" y="2210"/>
                </a:cubicBezTo>
                <a:cubicBezTo>
                  <a:pt x="845" y="2174"/>
                  <a:pt x="873" y="2145"/>
                  <a:pt x="909" y="2145"/>
                </a:cubicBezTo>
                <a:cubicBezTo>
                  <a:pt x="945" y="2145"/>
                  <a:pt x="974" y="2174"/>
                  <a:pt x="974" y="2210"/>
                </a:cubicBezTo>
                <a:close/>
                <a:moveTo>
                  <a:pt x="5879" y="2855"/>
                </a:moveTo>
                <a:cubicBezTo>
                  <a:pt x="5879" y="2881"/>
                  <a:pt x="5859" y="2901"/>
                  <a:pt x="5833" y="2901"/>
                </a:cubicBezTo>
                <a:cubicBezTo>
                  <a:pt x="5808" y="2901"/>
                  <a:pt x="5787" y="2881"/>
                  <a:pt x="5787" y="2855"/>
                </a:cubicBezTo>
                <a:cubicBezTo>
                  <a:pt x="5787" y="2830"/>
                  <a:pt x="5808" y="2809"/>
                  <a:pt x="5833" y="2809"/>
                </a:cubicBezTo>
                <a:cubicBezTo>
                  <a:pt x="5859" y="2809"/>
                  <a:pt x="5879" y="2830"/>
                  <a:pt x="5879" y="2855"/>
                </a:cubicBezTo>
                <a:close/>
                <a:moveTo>
                  <a:pt x="9843" y="3619"/>
                </a:moveTo>
                <a:cubicBezTo>
                  <a:pt x="9843" y="3636"/>
                  <a:pt x="9829" y="3649"/>
                  <a:pt x="9813" y="3649"/>
                </a:cubicBezTo>
                <a:cubicBezTo>
                  <a:pt x="9796" y="3649"/>
                  <a:pt x="9782" y="3636"/>
                  <a:pt x="9782" y="3619"/>
                </a:cubicBezTo>
                <a:cubicBezTo>
                  <a:pt x="9782" y="3602"/>
                  <a:pt x="9796" y="3588"/>
                  <a:pt x="9813" y="3588"/>
                </a:cubicBezTo>
                <a:cubicBezTo>
                  <a:pt x="9829" y="3588"/>
                  <a:pt x="9843" y="3602"/>
                  <a:pt x="9843" y="3619"/>
                </a:cubicBezTo>
                <a:close/>
                <a:moveTo>
                  <a:pt x="8012" y="2095"/>
                </a:moveTo>
                <a:cubicBezTo>
                  <a:pt x="8012" y="2121"/>
                  <a:pt x="7990" y="2143"/>
                  <a:pt x="7964" y="2143"/>
                </a:cubicBezTo>
                <a:cubicBezTo>
                  <a:pt x="7938" y="2143"/>
                  <a:pt x="7917" y="2121"/>
                  <a:pt x="7917" y="2095"/>
                </a:cubicBezTo>
                <a:cubicBezTo>
                  <a:pt x="7917" y="2069"/>
                  <a:pt x="7938" y="2048"/>
                  <a:pt x="7964" y="2048"/>
                </a:cubicBezTo>
                <a:cubicBezTo>
                  <a:pt x="7990" y="2048"/>
                  <a:pt x="8012" y="2069"/>
                  <a:pt x="8012" y="2095"/>
                </a:cubicBezTo>
                <a:close/>
                <a:moveTo>
                  <a:pt x="2206" y="2810"/>
                </a:moveTo>
                <a:cubicBezTo>
                  <a:pt x="2206" y="2834"/>
                  <a:pt x="2187" y="2853"/>
                  <a:pt x="2163" y="2853"/>
                </a:cubicBezTo>
                <a:cubicBezTo>
                  <a:pt x="2140" y="2853"/>
                  <a:pt x="2120" y="2834"/>
                  <a:pt x="2120" y="2810"/>
                </a:cubicBezTo>
                <a:cubicBezTo>
                  <a:pt x="2120" y="2786"/>
                  <a:pt x="2140" y="2767"/>
                  <a:pt x="2163" y="2767"/>
                </a:cubicBezTo>
                <a:cubicBezTo>
                  <a:pt x="2187" y="2767"/>
                  <a:pt x="2206" y="2786"/>
                  <a:pt x="2206" y="2810"/>
                </a:cubicBezTo>
                <a:close/>
                <a:moveTo>
                  <a:pt x="964" y="3960"/>
                </a:moveTo>
                <a:cubicBezTo>
                  <a:pt x="964" y="3979"/>
                  <a:pt x="949" y="3994"/>
                  <a:pt x="930" y="3994"/>
                </a:cubicBezTo>
                <a:cubicBezTo>
                  <a:pt x="911" y="3994"/>
                  <a:pt x="896" y="3979"/>
                  <a:pt x="896" y="3960"/>
                </a:cubicBezTo>
                <a:cubicBezTo>
                  <a:pt x="896" y="3941"/>
                  <a:pt x="911" y="3926"/>
                  <a:pt x="930" y="3926"/>
                </a:cubicBezTo>
                <a:cubicBezTo>
                  <a:pt x="949" y="3926"/>
                  <a:pt x="964" y="3941"/>
                  <a:pt x="964" y="3960"/>
                </a:cubicBezTo>
                <a:close/>
                <a:moveTo>
                  <a:pt x="7874" y="215"/>
                </a:moveTo>
                <a:cubicBezTo>
                  <a:pt x="7874" y="248"/>
                  <a:pt x="7847" y="276"/>
                  <a:pt x="7813" y="276"/>
                </a:cubicBezTo>
                <a:cubicBezTo>
                  <a:pt x="7779" y="276"/>
                  <a:pt x="7752" y="248"/>
                  <a:pt x="7752" y="215"/>
                </a:cubicBezTo>
                <a:cubicBezTo>
                  <a:pt x="7752" y="181"/>
                  <a:pt x="7779" y="153"/>
                  <a:pt x="7813" y="153"/>
                </a:cubicBezTo>
                <a:cubicBezTo>
                  <a:pt x="7847" y="153"/>
                  <a:pt x="7874" y="181"/>
                  <a:pt x="7874" y="215"/>
                </a:cubicBezTo>
                <a:close/>
                <a:moveTo>
                  <a:pt x="8104" y="3141"/>
                </a:moveTo>
                <a:cubicBezTo>
                  <a:pt x="8104" y="3173"/>
                  <a:pt x="8077" y="3199"/>
                  <a:pt x="8045" y="3199"/>
                </a:cubicBezTo>
                <a:cubicBezTo>
                  <a:pt x="8013" y="3199"/>
                  <a:pt x="7987" y="3173"/>
                  <a:pt x="7987" y="3141"/>
                </a:cubicBezTo>
                <a:cubicBezTo>
                  <a:pt x="7987" y="3108"/>
                  <a:pt x="8013" y="3082"/>
                  <a:pt x="8045" y="3082"/>
                </a:cubicBezTo>
                <a:cubicBezTo>
                  <a:pt x="8077" y="3082"/>
                  <a:pt x="8104" y="3108"/>
                  <a:pt x="8104" y="3141"/>
                </a:cubicBezTo>
                <a:close/>
                <a:moveTo>
                  <a:pt x="2555" y="4630"/>
                </a:moveTo>
                <a:cubicBezTo>
                  <a:pt x="2555" y="4656"/>
                  <a:pt x="2534" y="4677"/>
                  <a:pt x="2508" y="4677"/>
                </a:cubicBezTo>
                <a:cubicBezTo>
                  <a:pt x="2482" y="4677"/>
                  <a:pt x="2461" y="4656"/>
                  <a:pt x="2461" y="4630"/>
                </a:cubicBezTo>
                <a:cubicBezTo>
                  <a:pt x="2461" y="4604"/>
                  <a:pt x="2482" y="4583"/>
                  <a:pt x="2508" y="4583"/>
                </a:cubicBezTo>
                <a:cubicBezTo>
                  <a:pt x="2534" y="4583"/>
                  <a:pt x="2555" y="4604"/>
                  <a:pt x="2555" y="4630"/>
                </a:cubicBezTo>
                <a:close/>
                <a:moveTo>
                  <a:pt x="2383" y="6034"/>
                </a:moveTo>
                <a:cubicBezTo>
                  <a:pt x="2383" y="6060"/>
                  <a:pt x="2362" y="6081"/>
                  <a:pt x="2337" y="6081"/>
                </a:cubicBezTo>
                <a:cubicBezTo>
                  <a:pt x="2311" y="6081"/>
                  <a:pt x="2291" y="6060"/>
                  <a:pt x="2291" y="6034"/>
                </a:cubicBezTo>
                <a:cubicBezTo>
                  <a:pt x="2291" y="6009"/>
                  <a:pt x="2311" y="5988"/>
                  <a:pt x="2337" y="5988"/>
                </a:cubicBezTo>
                <a:cubicBezTo>
                  <a:pt x="2362" y="5988"/>
                  <a:pt x="2383" y="6009"/>
                  <a:pt x="2383" y="6034"/>
                </a:cubicBezTo>
                <a:close/>
                <a:moveTo>
                  <a:pt x="3788" y="5389"/>
                </a:moveTo>
                <a:cubicBezTo>
                  <a:pt x="3788" y="5413"/>
                  <a:pt x="3768" y="5433"/>
                  <a:pt x="3743" y="5433"/>
                </a:cubicBezTo>
                <a:cubicBezTo>
                  <a:pt x="3718" y="5433"/>
                  <a:pt x="3698" y="5413"/>
                  <a:pt x="3698" y="5389"/>
                </a:cubicBezTo>
                <a:cubicBezTo>
                  <a:pt x="3698" y="5364"/>
                  <a:pt x="3718" y="5344"/>
                  <a:pt x="3743" y="5344"/>
                </a:cubicBezTo>
                <a:cubicBezTo>
                  <a:pt x="3768" y="5344"/>
                  <a:pt x="3788" y="5364"/>
                  <a:pt x="3788" y="5389"/>
                </a:cubicBezTo>
                <a:close/>
                <a:moveTo>
                  <a:pt x="6722" y="1118"/>
                </a:moveTo>
                <a:cubicBezTo>
                  <a:pt x="6722" y="1153"/>
                  <a:pt x="6694" y="1182"/>
                  <a:pt x="6659" y="1182"/>
                </a:cubicBezTo>
                <a:cubicBezTo>
                  <a:pt x="6624" y="1182"/>
                  <a:pt x="6595" y="1153"/>
                  <a:pt x="6595" y="1118"/>
                </a:cubicBezTo>
                <a:cubicBezTo>
                  <a:pt x="6595" y="1083"/>
                  <a:pt x="6624" y="1054"/>
                  <a:pt x="6659" y="1054"/>
                </a:cubicBezTo>
                <a:cubicBezTo>
                  <a:pt x="6694" y="1054"/>
                  <a:pt x="6722" y="1083"/>
                  <a:pt x="6722" y="1118"/>
                </a:cubicBezTo>
                <a:close/>
                <a:moveTo>
                  <a:pt x="2683" y="370"/>
                </a:moveTo>
                <a:cubicBezTo>
                  <a:pt x="2683" y="408"/>
                  <a:pt x="2652" y="439"/>
                  <a:pt x="2614" y="439"/>
                </a:cubicBezTo>
                <a:cubicBezTo>
                  <a:pt x="2576" y="439"/>
                  <a:pt x="2545" y="408"/>
                  <a:pt x="2545" y="370"/>
                </a:cubicBezTo>
                <a:cubicBezTo>
                  <a:pt x="2545" y="332"/>
                  <a:pt x="2576" y="301"/>
                  <a:pt x="2614" y="301"/>
                </a:cubicBezTo>
                <a:cubicBezTo>
                  <a:pt x="2652" y="301"/>
                  <a:pt x="2683" y="332"/>
                  <a:pt x="2683" y="370"/>
                </a:cubicBezTo>
                <a:close/>
                <a:moveTo>
                  <a:pt x="1830" y="5926"/>
                </a:moveTo>
                <a:cubicBezTo>
                  <a:pt x="1830" y="5964"/>
                  <a:pt x="1799" y="5995"/>
                  <a:pt x="1761" y="5995"/>
                </a:cubicBezTo>
                <a:cubicBezTo>
                  <a:pt x="1722" y="5995"/>
                  <a:pt x="1691" y="5964"/>
                  <a:pt x="1691" y="5926"/>
                </a:cubicBezTo>
                <a:cubicBezTo>
                  <a:pt x="1691" y="5887"/>
                  <a:pt x="1722" y="5856"/>
                  <a:pt x="1761" y="5856"/>
                </a:cubicBezTo>
                <a:cubicBezTo>
                  <a:pt x="1799" y="5856"/>
                  <a:pt x="1830" y="5887"/>
                  <a:pt x="1830" y="5926"/>
                </a:cubicBezTo>
                <a:close/>
                <a:moveTo>
                  <a:pt x="6088" y="131"/>
                </a:moveTo>
                <a:cubicBezTo>
                  <a:pt x="6088" y="149"/>
                  <a:pt x="6073" y="163"/>
                  <a:pt x="6055" y="163"/>
                </a:cubicBezTo>
                <a:cubicBezTo>
                  <a:pt x="6037" y="163"/>
                  <a:pt x="6023" y="149"/>
                  <a:pt x="6023" y="131"/>
                </a:cubicBezTo>
                <a:cubicBezTo>
                  <a:pt x="6023" y="113"/>
                  <a:pt x="6037" y="98"/>
                  <a:pt x="6055" y="98"/>
                </a:cubicBezTo>
                <a:cubicBezTo>
                  <a:pt x="6073" y="98"/>
                  <a:pt x="6088" y="113"/>
                  <a:pt x="6088" y="131"/>
                </a:cubicBezTo>
                <a:close/>
                <a:moveTo>
                  <a:pt x="2170" y="2468"/>
                </a:moveTo>
                <a:cubicBezTo>
                  <a:pt x="2170" y="2498"/>
                  <a:pt x="2146" y="2523"/>
                  <a:pt x="2116" y="2523"/>
                </a:cubicBezTo>
                <a:cubicBezTo>
                  <a:pt x="2085" y="2523"/>
                  <a:pt x="2061" y="2498"/>
                  <a:pt x="2061" y="2468"/>
                </a:cubicBezTo>
                <a:cubicBezTo>
                  <a:pt x="2061" y="2438"/>
                  <a:pt x="2085" y="2414"/>
                  <a:pt x="2116" y="2414"/>
                </a:cubicBezTo>
                <a:cubicBezTo>
                  <a:pt x="2146" y="2414"/>
                  <a:pt x="2170" y="2438"/>
                  <a:pt x="2170" y="2468"/>
                </a:cubicBezTo>
                <a:close/>
                <a:moveTo>
                  <a:pt x="9654" y="2255"/>
                </a:moveTo>
                <a:cubicBezTo>
                  <a:pt x="9654" y="2275"/>
                  <a:pt x="9638" y="2291"/>
                  <a:pt x="9618" y="2291"/>
                </a:cubicBezTo>
                <a:cubicBezTo>
                  <a:pt x="9598" y="2291"/>
                  <a:pt x="9582" y="2275"/>
                  <a:pt x="9582" y="2255"/>
                </a:cubicBezTo>
                <a:cubicBezTo>
                  <a:pt x="9582" y="2236"/>
                  <a:pt x="9598" y="2220"/>
                  <a:pt x="9618" y="2220"/>
                </a:cubicBezTo>
                <a:cubicBezTo>
                  <a:pt x="9638" y="2220"/>
                  <a:pt x="9654" y="2236"/>
                  <a:pt x="9654" y="2255"/>
                </a:cubicBezTo>
                <a:close/>
                <a:moveTo>
                  <a:pt x="5647" y="908"/>
                </a:moveTo>
                <a:cubicBezTo>
                  <a:pt x="5647" y="927"/>
                  <a:pt x="5632" y="942"/>
                  <a:pt x="5614" y="942"/>
                </a:cubicBezTo>
                <a:cubicBezTo>
                  <a:pt x="5595" y="942"/>
                  <a:pt x="5580" y="927"/>
                  <a:pt x="5580" y="908"/>
                </a:cubicBezTo>
                <a:cubicBezTo>
                  <a:pt x="5580" y="890"/>
                  <a:pt x="5595" y="875"/>
                  <a:pt x="5614" y="875"/>
                </a:cubicBezTo>
                <a:cubicBezTo>
                  <a:pt x="5632" y="875"/>
                  <a:pt x="5647" y="890"/>
                  <a:pt x="5647" y="908"/>
                </a:cubicBezTo>
                <a:close/>
                <a:moveTo>
                  <a:pt x="5587" y="4372"/>
                </a:moveTo>
                <a:cubicBezTo>
                  <a:pt x="5587" y="4390"/>
                  <a:pt x="5572" y="4405"/>
                  <a:pt x="5554" y="4405"/>
                </a:cubicBezTo>
                <a:cubicBezTo>
                  <a:pt x="5536" y="4405"/>
                  <a:pt x="5522" y="4390"/>
                  <a:pt x="5522" y="4372"/>
                </a:cubicBezTo>
                <a:cubicBezTo>
                  <a:pt x="5522" y="4354"/>
                  <a:pt x="5536" y="4340"/>
                  <a:pt x="5554" y="4340"/>
                </a:cubicBezTo>
                <a:cubicBezTo>
                  <a:pt x="5572" y="4340"/>
                  <a:pt x="5587" y="4354"/>
                  <a:pt x="5587" y="4372"/>
                </a:cubicBezTo>
                <a:close/>
                <a:moveTo>
                  <a:pt x="4580" y="4421"/>
                </a:moveTo>
                <a:cubicBezTo>
                  <a:pt x="4580" y="4454"/>
                  <a:pt x="4553" y="4482"/>
                  <a:pt x="4519" y="4482"/>
                </a:cubicBezTo>
                <a:cubicBezTo>
                  <a:pt x="4486" y="4482"/>
                  <a:pt x="4459" y="4454"/>
                  <a:pt x="4459" y="4421"/>
                </a:cubicBezTo>
                <a:cubicBezTo>
                  <a:pt x="4459" y="4388"/>
                  <a:pt x="4486" y="4360"/>
                  <a:pt x="4519" y="4360"/>
                </a:cubicBezTo>
                <a:cubicBezTo>
                  <a:pt x="4553" y="4360"/>
                  <a:pt x="4580" y="4388"/>
                  <a:pt x="4580" y="4421"/>
                </a:cubicBezTo>
                <a:close/>
                <a:moveTo>
                  <a:pt x="3879" y="5558"/>
                </a:moveTo>
                <a:cubicBezTo>
                  <a:pt x="3879" y="5578"/>
                  <a:pt x="3862" y="5594"/>
                  <a:pt x="3842" y="5594"/>
                </a:cubicBezTo>
                <a:cubicBezTo>
                  <a:pt x="3822" y="5594"/>
                  <a:pt x="3805" y="5578"/>
                  <a:pt x="3805" y="5558"/>
                </a:cubicBezTo>
                <a:cubicBezTo>
                  <a:pt x="3805" y="5537"/>
                  <a:pt x="3822" y="5521"/>
                  <a:pt x="3842" y="5521"/>
                </a:cubicBezTo>
                <a:cubicBezTo>
                  <a:pt x="3862" y="5521"/>
                  <a:pt x="3879" y="5537"/>
                  <a:pt x="3879" y="5558"/>
                </a:cubicBezTo>
                <a:close/>
                <a:moveTo>
                  <a:pt x="7199" y="4842"/>
                </a:moveTo>
                <a:cubicBezTo>
                  <a:pt x="7199" y="4878"/>
                  <a:pt x="7170" y="4907"/>
                  <a:pt x="7134" y="4907"/>
                </a:cubicBezTo>
                <a:cubicBezTo>
                  <a:pt x="7098" y="4907"/>
                  <a:pt x="7068" y="4878"/>
                  <a:pt x="7068" y="4842"/>
                </a:cubicBezTo>
                <a:cubicBezTo>
                  <a:pt x="7068" y="4806"/>
                  <a:pt x="7098" y="4777"/>
                  <a:pt x="7134" y="4777"/>
                </a:cubicBezTo>
                <a:cubicBezTo>
                  <a:pt x="7170" y="4777"/>
                  <a:pt x="7199" y="4806"/>
                  <a:pt x="7199" y="4842"/>
                </a:cubicBezTo>
                <a:close/>
                <a:moveTo>
                  <a:pt x="4977" y="672"/>
                </a:moveTo>
                <a:cubicBezTo>
                  <a:pt x="4977" y="690"/>
                  <a:pt x="4963" y="704"/>
                  <a:pt x="4945" y="704"/>
                </a:cubicBezTo>
                <a:cubicBezTo>
                  <a:pt x="4928" y="704"/>
                  <a:pt x="4913" y="690"/>
                  <a:pt x="4913" y="672"/>
                </a:cubicBezTo>
                <a:cubicBezTo>
                  <a:pt x="4913" y="655"/>
                  <a:pt x="4928" y="640"/>
                  <a:pt x="4945" y="640"/>
                </a:cubicBezTo>
                <a:cubicBezTo>
                  <a:pt x="4963" y="640"/>
                  <a:pt x="4977" y="655"/>
                  <a:pt x="4977" y="672"/>
                </a:cubicBezTo>
                <a:close/>
                <a:moveTo>
                  <a:pt x="5341" y="1132"/>
                </a:moveTo>
                <a:cubicBezTo>
                  <a:pt x="5341" y="1162"/>
                  <a:pt x="5316" y="1187"/>
                  <a:pt x="5286" y="1187"/>
                </a:cubicBezTo>
                <a:cubicBezTo>
                  <a:pt x="5255" y="1187"/>
                  <a:pt x="5231" y="1162"/>
                  <a:pt x="5231" y="1132"/>
                </a:cubicBezTo>
                <a:cubicBezTo>
                  <a:pt x="5231" y="1101"/>
                  <a:pt x="5255" y="1077"/>
                  <a:pt x="5286" y="1077"/>
                </a:cubicBezTo>
                <a:cubicBezTo>
                  <a:pt x="5316" y="1077"/>
                  <a:pt x="5341" y="1101"/>
                  <a:pt x="5341" y="1132"/>
                </a:cubicBezTo>
                <a:close/>
                <a:moveTo>
                  <a:pt x="924" y="4894"/>
                </a:moveTo>
                <a:cubicBezTo>
                  <a:pt x="924" y="4916"/>
                  <a:pt x="906" y="4933"/>
                  <a:pt x="885" y="4933"/>
                </a:cubicBezTo>
                <a:cubicBezTo>
                  <a:pt x="863" y="4933"/>
                  <a:pt x="846" y="4916"/>
                  <a:pt x="846" y="4894"/>
                </a:cubicBezTo>
                <a:cubicBezTo>
                  <a:pt x="846" y="4873"/>
                  <a:pt x="863" y="4855"/>
                  <a:pt x="885" y="4855"/>
                </a:cubicBezTo>
                <a:cubicBezTo>
                  <a:pt x="906" y="4855"/>
                  <a:pt x="924" y="4873"/>
                  <a:pt x="924" y="4894"/>
                </a:cubicBezTo>
                <a:close/>
                <a:moveTo>
                  <a:pt x="228" y="1147"/>
                </a:moveTo>
                <a:cubicBezTo>
                  <a:pt x="228" y="1174"/>
                  <a:pt x="206" y="1196"/>
                  <a:pt x="179" y="1196"/>
                </a:cubicBezTo>
                <a:cubicBezTo>
                  <a:pt x="153" y="1196"/>
                  <a:pt x="131" y="1174"/>
                  <a:pt x="131" y="1147"/>
                </a:cubicBezTo>
                <a:cubicBezTo>
                  <a:pt x="131" y="1121"/>
                  <a:pt x="153" y="1099"/>
                  <a:pt x="179" y="1099"/>
                </a:cubicBezTo>
                <a:cubicBezTo>
                  <a:pt x="206" y="1099"/>
                  <a:pt x="228" y="1121"/>
                  <a:pt x="228" y="1147"/>
                </a:cubicBezTo>
                <a:close/>
                <a:moveTo>
                  <a:pt x="5624" y="2465"/>
                </a:moveTo>
                <a:cubicBezTo>
                  <a:pt x="5624" y="2485"/>
                  <a:pt x="5607" y="2501"/>
                  <a:pt x="5587" y="2501"/>
                </a:cubicBezTo>
                <a:cubicBezTo>
                  <a:pt x="5567" y="2501"/>
                  <a:pt x="5550" y="2485"/>
                  <a:pt x="5550" y="2465"/>
                </a:cubicBezTo>
                <a:cubicBezTo>
                  <a:pt x="5550" y="2444"/>
                  <a:pt x="5567" y="2428"/>
                  <a:pt x="5587" y="2428"/>
                </a:cubicBezTo>
                <a:cubicBezTo>
                  <a:pt x="5607" y="2428"/>
                  <a:pt x="5624" y="2444"/>
                  <a:pt x="5624" y="2465"/>
                </a:cubicBezTo>
                <a:close/>
                <a:moveTo>
                  <a:pt x="4874" y="5925"/>
                </a:moveTo>
                <a:cubicBezTo>
                  <a:pt x="4874" y="5954"/>
                  <a:pt x="4851" y="5977"/>
                  <a:pt x="4823" y="5977"/>
                </a:cubicBezTo>
                <a:cubicBezTo>
                  <a:pt x="4794" y="5977"/>
                  <a:pt x="4771" y="5954"/>
                  <a:pt x="4771" y="5925"/>
                </a:cubicBezTo>
                <a:cubicBezTo>
                  <a:pt x="4771" y="5897"/>
                  <a:pt x="4794" y="5874"/>
                  <a:pt x="4823" y="5874"/>
                </a:cubicBezTo>
                <a:cubicBezTo>
                  <a:pt x="4851" y="5874"/>
                  <a:pt x="4874" y="5897"/>
                  <a:pt x="4874" y="5925"/>
                </a:cubicBezTo>
                <a:close/>
                <a:moveTo>
                  <a:pt x="9439" y="236"/>
                </a:moveTo>
                <a:cubicBezTo>
                  <a:pt x="9439" y="274"/>
                  <a:pt x="9408" y="305"/>
                  <a:pt x="9369" y="305"/>
                </a:cubicBezTo>
                <a:cubicBezTo>
                  <a:pt x="9331" y="305"/>
                  <a:pt x="9299" y="274"/>
                  <a:pt x="9299" y="236"/>
                </a:cubicBezTo>
                <a:cubicBezTo>
                  <a:pt x="9299" y="197"/>
                  <a:pt x="9331" y="166"/>
                  <a:pt x="9369" y="166"/>
                </a:cubicBezTo>
                <a:cubicBezTo>
                  <a:pt x="9408" y="166"/>
                  <a:pt x="9439" y="197"/>
                  <a:pt x="9439" y="236"/>
                </a:cubicBezTo>
                <a:close/>
                <a:moveTo>
                  <a:pt x="8902" y="3432"/>
                </a:moveTo>
                <a:cubicBezTo>
                  <a:pt x="8902" y="3460"/>
                  <a:pt x="8880" y="3483"/>
                  <a:pt x="8851" y="3483"/>
                </a:cubicBezTo>
                <a:cubicBezTo>
                  <a:pt x="8823" y="3483"/>
                  <a:pt x="8801" y="3460"/>
                  <a:pt x="8801" y="3432"/>
                </a:cubicBezTo>
                <a:cubicBezTo>
                  <a:pt x="8801" y="3404"/>
                  <a:pt x="8823" y="3381"/>
                  <a:pt x="8851" y="3381"/>
                </a:cubicBezTo>
                <a:cubicBezTo>
                  <a:pt x="8880" y="3381"/>
                  <a:pt x="8902" y="3404"/>
                  <a:pt x="8902" y="3432"/>
                </a:cubicBezTo>
                <a:close/>
                <a:moveTo>
                  <a:pt x="5401" y="5696"/>
                </a:moveTo>
                <a:cubicBezTo>
                  <a:pt x="5401" y="5714"/>
                  <a:pt x="5386" y="5729"/>
                  <a:pt x="5368" y="5729"/>
                </a:cubicBezTo>
                <a:cubicBezTo>
                  <a:pt x="5350" y="5729"/>
                  <a:pt x="5335" y="5714"/>
                  <a:pt x="5335" y="5696"/>
                </a:cubicBezTo>
                <a:cubicBezTo>
                  <a:pt x="5335" y="5678"/>
                  <a:pt x="5350" y="5664"/>
                  <a:pt x="5368" y="5664"/>
                </a:cubicBezTo>
                <a:cubicBezTo>
                  <a:pt x="5386" y="5664"/>
                  <a:pt x="5401" y="5678"/>
                  <a:pt x="5401" y="5696"/>
                </a:cubicBezTo>
                <a:close/>
                <a:moveTo>
                  <a:pt x="6456" y="3419"/>
                </a:moveTo>
                <a:cubicBezTo>
                  <a:pt x="6456" y="3442"/>
                  <a:pt x="6437" y="3461"/>
                  <a:pt x="6414" y="3461"/>
                </a:cubicBezTo>
                <a:cubicBezTo>
                  <a:pt x="6391" y="3461"/>
                  <a:pt x="6372" y="3442"/>
                  <a:pt x="6372" y="3419"/>
                </a:cubicBezTo>
                <a:cubicBezTo>
                  <a:pt x="6372" y="3395"/>
                  <a:pt x="6391" y="3377"/>
                  <a:pt x="6414" y="3377"/>
                </a:cubicBezTo>
                <a:cubicBezTo>
                  <a:pt x="6437" y="3377"/>
                  <a:pt x="6456" y="3395"/>
                  <a:pt x="6456" y="3419"/>
                </a:cubicBezTo>
                <a:close/>
                <a:moveTo>
                  <a:pt x="7261" y="4525"/>
                </a:moveTo>
                <a:cubicBezTo>
                  <a:pt x="7261" y="4544"/>
                  <a:pt x="7246" y="4560"/>
                  <a:pt x="7227" y="4560"/>
                </a:cubicBezTo>
                <a:cubicBezTo>
                  <a:pt x="7208" y="4560"/>
                  <a:pt x="7193" y="4544"/>
                  <a:pt x="7193" y="4525"/>
                </a:cubicBezTo>
                <a:cubicBezTo>
                  <a:pt x="7193" y="4507"/>
                  <a:pt x="7208" y="4491"/>
                  <a:pt x="7227" y="4491"/>
                </a:cubicBezTo>
                <a:cubicBezTo>
                  <a:pt x="7246" y="4491"/>
                  <a:pt x="7261" y="4507"/>
                  <a:pt x="7261" y="4525"/>
                </a:cubicBezTo>
                <a:close/>
                <a:moveTo>
                  <a:pt x="7025" y="2869"/>
                </a:moveTo>
                <a:cubicBezTo>
                  <a:pt x="7025" y="2896"/>
                  <a:pt x="7003" y="2919"/>
                  <a:pt x="6976" y="2919"/>
                </a:cubicBezTo>
                <a:cubicBezTo>
                  <a:pt x="6948" y="2919"/>
                  <a:pt x="6926" y="2896"/>
                  <a:pt x="6926" y="2869"/>
                </a:cubicBezTo>
                <a:cubicBezTo>
                  <a:pt x="6926" y="2842"/>
                  <a:pt x="6948" y="2819"/>
                  <a:pt x="6976" y="2819"/>
                </a:cubicBezTo>
                <a:cubicBezTo>
                  <a:pt x="7003" y="2819"/>
                  <a:pt x="7025" y="2842"/>
                  <a:pt x="7025" y="2869"/>
                </a:cubicBezTo>
                <a:close/>
                <a:moveTo>
                  <a:pt x="6408" y="385"/>
                </a:moveTo>
                <a:cubicBezTo>
                  <a:pt x="6408" y="415"/>
                  <a:pt x="6384" y="440"/>
                  <a:pt x="6354" y="440"/>
                </a:cubicBezTo>
                <a:cubicBezTo>
                  <a:pt x="6324" y="440"/>
                  <a:pt x="6300" y="415"/>
                  <a:pt x="6300" y="385"/>
                </a:cubicBezTo>
                <a:cubicBezTo>
                  <a:pt x="6300" y="356"/>
                  <a:pt x="6324" y="331"/>
                  <a:pt x="6354" y="331"/>
                </a:cubicBezTo>
                <a:cubicBezTo>
                  <a:pt x="6384" y="331"/>
                  <a:pt x="6408" y="356"/>
                  <a:pt x="6408" y="385"/>
                </a:cubicBezTo>
                <a:close/>
                <a:moveTo>
                  <a:pt x="3784" y="5505"/>
                </a:moveTo>
                <a:cubicBezTo>
                  <a:pt x="3784" y="5527"/>
                  <a:pt x="3766" y="5545"/>
                  <a:pt x="3745" y="5545"/>
                </a:cubicBezTo>
                <a:cubicBezTo>
                  <a:pt x="3723" y="5545"/>
                  <a:pt x="3705" y="5527"/>
                  <a:pt x="3705" y="5505"/>
                </a:cubicBezTo>
                <a:cubicBezTo>
                  <a:pt x="3705" y="5484"/>
                  <a:pt x="3723" y="5466"/>
                  <a:pt x="3745" y="5466"/>
                </a:cubicBezTo>
                <a:cubicBezTo>
                  <a:pt x="3766" y="5466"/>
                  <a:pt x="3784" y="5484"/>
                  <a:pt x="3784" y="5505"/>
                </a:cubicBezTo>
                <a:close/>
                <a:moveTo>
                  <a:pt x="8254" y="4581"/>
                </a:moveTo>
                <a:cubicBezTo>
                  <a:pt x="8254" y="4611"/>
                  <a:pt x="8230" y="4636"/>
                  <a:pt x="8199" y="4636"/>
                </a:cubicBezTo>
                <a:cubicBezTo>
                  <a:pt x="8169" y="4636"/>
                  <a:pt x="8144" y="4611"/>
                  <a:pt x="8144" y="4581"/>
                </a:cubicBezTo>
                <a:cubicBezTo>
                  <a:pt x="8144" y="4550"/>
                  <a:pt x="8169" y="4526"/>
                  <a:pt x="8199" y="4526"/>
                </a:cubicBezTo>
                <a:cubicBezTo>
                  <a:pt x="8230" y="4526"/>
                  <a:pt x="8254" y="4550"/>
                  <a:pt x="8254" y="4581"/>
                </a:cubicBezTo>
                <a:close/>
                <a:moveTo>
                  <a:pt x="8775" y="280"/>
                </a:moveTo>
                <a:cubicBezTo>
                  <a:pt x="8775" y="310"/>
                  <a:pt x="8751" y="334"/>
                  <a:pt x="8721" y="334"/>
                </a:cubicBezTo>
                <a:cubicBezTo>
                  <a:pt x="8692" y="334"/>
                  <a:pt x="8667" y="310"/>
                  <a:pt x="8667" y="280"/>
                </a:cubicBezTo>
                <a:cubicBezTo>
                  <a:pt x="8667" y="251"/>
                  <a:pt x="8692" y="227"/>
                  <a:pt x="8721" y="227"/>
                </a:cubicBezTo>
                <a:cubicBezTo>
                  <a:pt x="8751" y="227"/>
                  <a:pt x="8775" y="251"/>
                  <a:pt x="8775" y="280"/>
                </a:cubicBezTo>
                <a:close/>
                <a:moveTo>
                  <a:pt x="6168" y="4261"/>
                </a:moveTo>
                <a:cubicBezTo>
                  <a:pt x="6168" y="4287"/>
                  <a:pt x="6147" y="4307"/>
                  <a:pt x="6122" y="4307"/>
                </a:cubicBezTo>
                <a:cubicBezTo>
                  <a:pt x="6096" y="4307"/>
                  <a:pt x="6076" y="4287"/>
                  <a:pt x="6076" y="4261"/>
                </a:cubicBezTo>
                <a:cubicBezTo>
                  <a:pt x="6076" y="4236"/>
                  <a:pt x="6096" y="4215"/>
                  <a:pt x="6122" y="4215"/>
                </a:cubicBezTo>
                <a:cubicBezTo>
                  <a:pt x="6147" y="4215"/>
                  <a:pt x="6168" y="4236"/>
                  <a:pt x="6168" y="4261"/>
                </a:cubicBezTo>
                <a:close/>
                <a:moveTo>
                  <a:pt x="787" y="1230"/>
                </a:moveTo>
                <a:cubicBezTo>
                  <a:pt x="787" y="1260"/>
                  <a:pt x="763" y="1284"/>
                  <a:pt x="733" y="1284"/>
                </a:cubicBezTo>
                <a:cubicBezTo>
                  <a:pt x="703" y="1284"/>
                  <a:pt x="679" y="1260"/>
                  <a:pt x="679" y="1230"/>
                </a:cubicBezTo>
                <a:cubicBezTo>
                  <a:pt x="679" y="1200"/>
                  <a:pt x="703" y="1175"/>
                  <a:pt x="733" y="1175"/>
                </a:cubicBezTo>
                <a:cubicBezTo>
                  <a:pt x="763" y="1175"/>
                  <a:pt x="787" y="1200"/>
                  <a:pt x="787" y="1230"/>
                </a:cubicBezTo>
                <a:close/>
                <a:moveTo>
                  <a:pt x="1890" y="459"/>
                </a:moveTo>
                <a:cubicBezTo>
                  <a:pt x="1890" y="484"/>
                  <a:pt x="1870" y="504"/>
                  <a:pt x="1845" y="504"/>
                </a:cubicBezTo>
                <a:cubicBezTo>
                  <a:pt x="1821" y="504"/>
                  <a:pt x="1801" y="484"/>
                  <a:pt x="1801" y="459"/>
                </a:cubicBezTo>
                <a:cubicBezTo>
                  <a:pt x="1801" y="435"/>
                  <a:pt x="1821" y="415"/>
                  <a:pt x="1845" y="415"/>
                </a:cubicBezTo>
                <a:cubicBezTo>
                  <a:pt x="1870" y="415"/>
                  <a:pt x="1890" y="435"/>
                  <a:pt x="1890" y="459"/>
                </a:cubicBezTo>
                <a:close/>
                <a:moveTo>
                  <a:pt x="4737" y="3378"/>
                </a:moveTo>
                <a:cubicBezTo>
                  <a:pt x="4737" y="3395"/>
                  <a:pt x="4723" y="3409"/>
                  <a:pt x="4706" y="3409"/>
                </a:cubicBezTo>
                <a:cubicBezTo>
                  <a:pt x="4689" y="3409"/>
                  <a:pt x="4675" y="3395"/>
                  <a:pt x="4675" y="3378"/>
                </a:cubicBezTo>
                <a:cubicBezTo>
                  <a:pt x="4675" y="3361"/>
                  <a:pt x="4689" y="3347"/>
                  <a:pt x="4706" y="3347"/>
                </a:cubicBezTo>
                <a:cubicBezTo>
                  <a:pt x="4723" y="3347"/>
                  <a:pt x="4737" y="3361"/>
                  <a:pt x="4737" y="3378"/>
                </a:cubicBezTo>
                <a:close/>
                <a:moveTo>
                  <a:pt x="7790" y="2127"/>
                </a:moveTo>
                <a:cubicBezTo>
                  <a:pt x="7790" y="2161"/>
                  <a:pt x="7762" y="2188"/>
                  <a:pt x="7729" y="2188"/>
                </a:cubicBezTo>
                <a:cubicBezTo>
                  <a:pt x="7695" y="2188"/>
                  <a:pt x="7667" y="2161"/>
                  <a:pt x="7667" y="2127"/>
                </a:cubicBezTo>
                <a:cubicBezTo>
                  <a:pt x="7667" y="2093"/>
                  <a:pt x="7695" y="2066"/>
                  <a:pt x="7729" y="2066"/>
                </a:cubicBezTo>
                <a:cubicBezTo>
                  <a:pt x="7762" y="2066"/>
                  <a:pt x="7790" y="2093"/>
                  <a:pt x="7790" y="2127"/>
                </a:cubicBezTo>
                <a:close/>
                <a:moveTo>
                  <a:pt x="189" y="5972"/>
                </a:moveTo>
                <a:cubicBezTo>
                  <a:pt x="189" y="6002"/>
                  <a:pt x="165" y="6026"/>
                  <a:pt x="135" y="6026"/>
                </a:cubicBezTo>
                <a:cubicBezTo>
                  <a:pt x="106" y="6026"/>
                  <a:pt x="82" y="6002"/>
                  <a:pt x="82" y="5972"/>
                </a:cubicBezTo>
                <a:cubicBezTo>
                  <a:pt x="82" y="5943"/>
                  <a:pt x="106" y="5919"/>
                  <a:pt x="135" y="5919"/>
                </a:cubicBezTo>
                <a:cubicBezTo>
                  <a:pt x="165" y="5919"/>
                  <a:pt x="189" y="5943"/>
                  <a:pt x="189" y="5972"/>
                </a:cubicBezTo>
                <a:close/>
                <a:moveTo>
                  <a:pt x="9780" y="6172"/>
                </a:moveTo>
                <a:cubicBezTo>
                  <a:pt x="9780" y="6207"/>
                  <a:pt x="9751" y="6236"/>
                  <a:pt x="9716" y="6236"/>
                </a:cubicBezTo>
                <a:cubicBezTo>
                  <a:pt x="9681" y="6236"/>
                  <a:pt x="9653" y="6207"/>
                  <a:pt x="9653" y="6172"/>
                </a:cubicBezTo>
                <a:cubicBezTo>
                  <a:pt x="9653" y="6137"/>
                  <a:pt x="9681" y="6109"/>
                  <a:pt x="9716" y="6109"/>
                </a:cubicBezTo>
                <a:cubicBezTo>
                  <a:pt x="9751" y="6109"/>
                  <a:pt x="9780" y="6137"/>
                  <a:pt x="9780" y="6172"/>
                </a:cubicBezTo>
                <a:close/>
                <a:moveTo>
                  <a:pt x="1141" y="2220"/>
                </a:moveTo>
                <a:cubicBezTo>
                  <a:pt x="1141" y="2241"/>
                  <a:pt x="1124" y="2259"/>
                  <a:pt x="1102" y="2259"/>
                </a:cubicBezTo>
                <a:cubicBezTo>
                  <a:pt x="1080" y="2259"/>
                  <a:pt x="1063" y="2241"/>
                  <a:pt x="1063" y="2220"/>
                </a:cubicBezTo>
                <a:cubicBezTo>
                  <a:pt x="1063" y="2198"/>
                  <a:pt x="1080" y="2180"/>
                  <a:pt x="1102" y="2180"/>
                </a:cubicBezTo>
                <a:cubicBezTo>
                  <a:pt x="1124" y="2180"/>
                  <a:pt x="1141" y="2198"/>
                  <a:pt x="1141" y="2220"/>
                </a:cubicBezTo>
                <a:close/>
                <a:moveTo>
                  <a:pt x="7811" y="1249"/>
                </a:moveTo>
                <a:cubicBezTo>
                  <a:pt x="7811" y="1270"/>
                  <a:pt x="7794" y="1287"/>
                  <a:pt x="7772" y="1287"/>
                </a:cubicBezTo>
                <a:cubicBezTo>
                  <a:pt x="7751" y="1287"/>
                  <a:pt x="7733" y="1270"/>
                  <a:pt x="7733" y="1249"/>
                </a:cubicBezTo>
                <a:cubicBezTo>
                  <a:pt x="7733" y="1227"/>
                  <a:pt x="7751" y="1210"/>
                  <a:pt x="7772" y="1210"/>
                </a:cubicBezTo>
                <a:cubicBezTo>
                  <a:pt x="7794" y="1210"/>
                  <a:pt x="7811" y="1227"/>
                  <a:pt x="7811" y="1249"/>
                </a:cubicBezTo>
                <a:close/>
                <a:moveTo>
                  <a:pt x="1213" y="802"/>
                </a:moveTo>
                <a:cubicBezTo>
                  <a:pt x="1213" y="839"/>
                  <a:pt x="1183" y="869"/>
                  <a:pt x="1145" y="869"/>
                </a:cubicBezTo>
                <a:cubicBezTo>
                  <a:pt x="1108" y="869"/>
                  <a:pt x="1078" y="839"/>
                  <a:pt x="1078" y="802"/>
                </a:cubicBezTo>
                <a:cubicBezTo>
                  <a:pt x="1078" y="764"/>
                  <a:pt x="1108" y="734"/>
                  <a:pt x="1145" y="734"/>
                </a:cubicBezTo>
                <a:cubicBezTo>
                  <a:pt x="1183" y="734"/>
                  <a:pt x="1213" y="764"/>
                  <a:pt x="1213" y="802"/>
                </a:cubicBezTo>
                <a:close/>
                <a:moveTo>
                  <a:pt x="9774" y="2366"/>
                </a:moveTo>
                <a:cubicBezTo>
                  <a:pt x="9774" y="2399"/>
                  <a:pt x="9748" y="2426"/>
                  <a:pt x="9715" y="2426"/>
                </a:cubicBezTo>
                <a:cubicBezTo>
                  <a:pt x="9682" y="2426"/>
                  <a:pt x="9655" y="2399"/>
                  <a:pt x="9655" y="2366"/>
                </a:cubicBezTo>
                <a:cubicBezTo>
                  <a:pt x="9655" y="2333"/>
                  <a:pt x="9682" y="2307"/>
                  <a:pt x="9715" y="2307"/>
                </a:cubicBezTo>
                <a:cubicBezTo>
                  <a:pt x="9748" y="2307"/>
                  <a:pt x="9774" y="2333"/>
                  <a:pt x="9774" y="2366"/>
                </a:cubicBezTo>
                <a:close/>
                <a:moveTo>
                  <a:pt x="4724" y="3294"/>
                </a:moveTo>
                <a:cubicBezTo>
                  <a:pt x="4724" y="3318"/>
                  <a:pt x="4703" y="3338"/>
                  <a:pt x="4679" y="3338"/>
                </a:cubicBezTo>
                <a:cubicBezTo>
                  <a:pt x="4654" y="3338"/>
                  <a:pt x="4634" y="3318"/>
                  <a:pt x="4634" y="3294"/>
                </a:cubicBezTo>
                <a:cubicBezTo>
                  <a:pt x="4634" y="3269"/>
                  <a:pt x="4654" y="3249"/>
                  <a:pt x="4679" y="3249"/>
                </a:cubicBezTo>
                <a:cubicBezTo>
                  <a:pt x="4703" y="3249"/>
                  <a:pt x="4724" y="3269"/>
                  <a:pt x="4724" y="3294"/>
                </a:cubicBezTo>
                <a:close/>
                <a:moveTo>
                  <a:pt x="6374" y="1521"/>
                </a:moveTo>
                <a:cubicBezTo>
                  <a:pt x="6374" y="1544"/>
                  <a:pt x="6356" y="1562"/>
                  <a:pt x="6334" y="1562"/>
                </a:cubicBezTo>
                <a:cubicBezTo>
                  <a:pt x="6312" y="1562"/>
                  <a:pt x="6294" y="1544"/>
                  <a:pt x="6294" y="1521"/>
                </a:cubicBezTo>
                <a:cubicBezTo>
                  <a:pt x="6294" y="1499"/>
                  <a:pt x="6312" y="1481"/>
                  <a:pt x="6334" y="1481"/>
                </a:cubicBezTo>
                <a:cubicBezTo>
                  <a:pt x="6356" y="1481"/>
                  <a:pt x="6374" y="1499"/>
                  <a:pt x="6374" y="1521"/>
                </a:cubicBezTo>
                <a:close/>
                <a:moveTo>
                  <a:pt x="5224" y="1281"/>
                </a:moveTo>
                <a:cubicBezTo>
                  <a:pt x="5224" y="1307"/>
                  <a:pt x="5203" y="1328"/>
                  <a:pt x="5177" y="1328"/>
                </a:cubicBezTo>
                <a:cubicBezTo>
                  <a:pt x="5151" y="1328"/>
                  <a:pt x="5129" y="1307"/>
                  <a:pt x="5129" y="1281"/>
                </a:cubicBezTo>
                <a:cubicBezTo>
                  <a:pt x="5129" y="1255"/>
                  <a:pt x="5151" y="1233"/>
                  <a:pt x="5177" y="1233"/>
                </a:cubicBezTo>
                <a:cubicBezTo>
                  <a:pt x="5203" y="1233"/>
                  <a:pt x="5224" y="1255"/>
                  <a:pt x="5224" y="1281"/>
                </a:cubicBezTo>
                <a:close/>
                <a:moveTo>
                  <a:pt x="9429" y="195"/>
                </a:moveTo>
                <a:cubicBezTo>
                  <a:pt x="9429" y="214"/>
                  <a:pt x="9414" y="229"/>
                  <a:pt x="9395" y="229"/>
                </a:cubicBezTo>
                <a:cubicBezTo>
                  <a:pt x="9376" y="229"/>
                  <a:pt x="9361" y="214"/>
                  <a:pt x="9361" y="195"/>
                </a:cubicBezTo>
                <a:cubicBezTo>
                  <a:pt x="9361" y="176"/>
                  <a:pt x="9376" y="161"/>
                  <a:pt x="9395" y="161"/>
                </a:cubicBezTo>
                <a:cubicBezTo>
                  <a:pt x="9414" y="161"/>
                  <a:pt x="9429" y="176"/>
                  <a:pt x="9429" y="195"/>
                </a:cubicBezTo>
                <a:close/>
                <a:moveTo>
                  <a:pt x="8010" y="416"/>
                </a:moveTo>
                <a:cubicBezTo>
                  <a:pt x="8010" y="438"/>
                  <a:pt x="7992" y="456"/>
                  <a:pt x="7970" y="456"/>
                </a:cubicBezTo>
                <a:cubicBezTo>
                  <a:pt x="7948" y="456"/>
                  <a:pt x="7930" y="438"/>
                  <a:pt x="7930" y="416"/>
                </a:cubicBezTo>
                <a:cubicBezTo>
                  <a:pt x="7930" y="393"/>
                  <a:pt x="7948" y="376"/>
                  <a:pt x="7970" y="376"/>
                </a:cubicBezTo>
                <a:cubicBezTo>
                  <a:pt x="7992" y="376"/>
                  <a:pt x="8010" y="393"/>
                  <a:pt x="8010" y="416"/>
                </a:cubicBezTo>
                <a:close/>
                <a:moveTo>
                  <a:pt x="8520" y="3810"/>
                </a:moveTo>
                <a:cubicBezTo>
                  <a:pt x="8520" y="3831"/>
                  <a:pt x="8503" y="3849"/>
                  <a:pt x="8482" y="3849"/>
                </a:cubicBezTo>
                <a:cubicBezTo>
                  <a:pt x="8460" y="3849"/>
                  <a:pt x="8443" y="3831"/>
                  <a:pt x="8443" y="3810"/>
                </a:cubicBezTo>
                <a:cubicBezTo>
                  <a:pt x="8443" y="3788"/>
                  <a:pt x="8460" y="3771"/>
                  <a:pt x="8482" y="3771"/>
                </a:cubicBezTo>
                <a:cubicBezTo>
                  <a:pt x="8503" y="3771"/>
                  <a:pt x="8520" y="3788"/>
                  <a:pt x="8520" y="3810"/>
                </a:cubicBezTo>
                <a:close/>
                <a:moveTo>
                  <a:pt x="673" y="1763"/>
                </a:moveTo>
                <a:cubicBezTo>
                  <a:pt x="673" y="1787"/>
                  <a:pt x="654" y="1805"/>
                  <a:pt x="631" y="1805"/>
                </a:cubicBezTo>
                <a:cubicBezTo>
                  <a:pt x="607" y="1805"/>
                  <a:pt x="589" y="1787"/>
                  <a:pt x="589" y="1763"/>
                </a:cubicBezTo>
                <a:cubicBezTo>
                  <a:pt x="589" y="1740"/>
                  <a:pt x="607" y="1721"/>
                  <a:pt x="631" y="1721"/>
                </a:cubicBezTo>
                <a:cubicBezTo>
                  <a:pt x="654" y="1721"/>
                  <a:pt x="673" y="1740"/>
                  <a:pt x="673" y="1763"/>
                </a:cubicBezTo>
                <a:close/>
                <a:moveTo>
                  <a:pt x="8035" y="6106"/>
                </a:moveTo>
                <a:cubicBezTo>
                  <a:pt x="8035" y="6140"/>
                  <a:pt x="8007" y="6167"/>
                  <a:pt x="7973" y="6167"/>
                </a:cubicBezTo>
                <a:cubicBezTo>
                  <a:pt x="7939" y="6167"/>
                  <a:pt x="7912" y="6140"/>
                  <a:pt x="7912" y="6106"/>
                </a:cubicBezTo>
                <a:cubicBezTo>
                  <a:pt x="7912" y="6072"/>
                  <a:pt x="7939" y="6044"/>
                  <a:pt x="7973" y="6044"/>
                </a:cubicBezTo>
                <a:cubicBezTo>
                  <a:pt x="8007" y="6044"/>
                  <a:pt x="8035" y="6072"/>
                  <a:pt x="8035" y="6106"/>
                </a:cubicBezTo>
                <a:close/>
                <a:moveTo>
                  <a:pt x="9043" y="5827"/>
                </a:moveTo>
                <a:cubicBezTo>
                  <a:pt x="9043" y="5863"/>
                  <a:pt x="9014" y="5892"/>
                  <a:pt x="8978" y="5892"/>
                </a:cubicBezTo>
                <a:cubicBezTo>
                  <a:pt x="8942" y="5892"/>
                  <a:pt x="8913" y="5863"/>
                  <a:pt x="8913" y="5827"/>
                </a:cubicBezTo>
                <a:cubicBezTo>
                  <a:pt x="8913" y="5791"/>
                  <a:pt x="8942" y="5762"/>
                  <a:pt x="8978" y="5762"/>
                </a:cubicBezTo>
                <a:cubicBezTo>
                  <a:pt x="9014" y="5762"/>
                  <a:pt x="9043" y="5791"/>
                  <a:pt x="9043" y="5827"/>
                </a:cubicBezTo>
                <a:close/>
                <a:moveTo>
                  <a:pt x="9192" y="6056"/>
                </a:moveTo>
                <a:cubicBezTo>
                  <a:pt x="9192" y="6075"/>
                  <a:pt x="9177" y="6090"/>
                  <a:pt x="9158" y="6090"/>
                </a:cubicBezTo>
                <a:cubicBezTo>
                  <a:pt x="9140" y="6090"/>
                  <a:pt x="9124" y="6075"/>
                  <a:pt x="9124" y="6056"/>
                </a:cubicBezTo>
                <a:cubicBezTo>
                  <a:pt x="9124" y="6037"/>
                  <a:pt x="9140" y="6022"/>
                  <a:pt x="9158" y="6022"/>
                </a:cubicBezTo>
                <a:cubicBezTo>
                  <a:pt x="9177" y="6022"/>
                  <a:pt x="9192" y="6037"/>
                  <a:pt x="9192" y="6056"/>
                </a:cubicBezTo>
                <a:close/>
                <a:moveTo>
                  <a:pt x="3250" y="1590"/>
                </a:moveTo>
                <a:cubicBezTo>
                  <a:pt x="3250" y="1620"/>
                  <a:pt x="3225" y="1644"/>
                  <a:pt x="3195" y="1644"/>
                </a:cubicBezTo>
                <a:cubicBezTo>
                  <a:pt x="3166" y="1644"/>
                  <a:pt x="3141" y="1620"/>
                  <a:pt x="3141" y="1590"/>
                </a:cubicBezTo>
                <a:cubicBezTo>
                  <a:pt x="3141" y="1560"/>
                  <a:pt x="3166" y="1536"/>
                  <a:pt x="3195" y="1536"/>
                </a:cubicBezTo>
                <a:cubicBezTo>
                  <a:pt x="3225" y="1536"/>
                  <a:pt x="3250" y="1560"/>
                  <a:pt x="3250" y="1590"/>
                </a:cubicBezTo>
                <a:close/>
                <a:moveTo>
                  <a:pt x="4982" y="2208"/>
                </a:moveTo>
                <a:cubicBezTo>
                  <a:pt x="4982" y="2243"/>
                  <a:pt x="4953" y="2272"/>
                  <a:pt x="4918" y="2272"/>
                </a:cubicBezTo>
                <a:cubicBezTo>
                  <a:pt x="4883" y="2272"/>
                  <a:pt x="4855" y="2243"/>
                  <a:pt x="4855" y="2208"/>
                </a:cubicBezTo>
                <a:cubicBezTo>
                  <a:pt x="4855" y="2173"/>
                  <a:pt x="4883" y="2145"/>
                  <a:pt x="4918" y="2145"/>
                </a:cubicBezTo>
                <a:cubicBezTo>
                  <a:pt x="4953" y="2145"/>
                  <a:pt x="4982" y="2173"/>
                  <a:pt x="4982" y="2208"/>
                </a:cubicBezTo>
                <a:close/>
                <a:moveTo>
                  <a:pt x="4042" y="1353"/>
                </a:moveTo>
                <a:cubicBezTo>
                  <a:pt x="4042" y="1375"/>
                  <a:pt x="4024" y="1394"/>
                  <a:pt x="4001" y="1394"/>
                </a:cubicBezTo>
                <a:cubicBezTo>
                  <a:pt x="3979" y="1394"/>
                  <a:pt x="3960" y="1375"/>
                  <a:pt x="3960" y="1353"/>
                </a:cubicBezTo>
                <a:cubicBezTo>
                  <a:pt x="3960" y="1330"/>
                  <a:pt x="3979" y="1312"/>
                  <a:pt x="4001" y="1312"/>
                </a:cubicBezTo>
                <a:cubicBezTo>
                  <a:pt x="4024" y="1312"/>
                  <a:pt x="4042" y="1330"/>
                  <a:pt x="4042" y="1353"/>
                </a:cubicBezTo>
                <a:close/>
                <a:moveTo>
                  <a:pt x="4674" y="3842"/>
                </a:moveTo>
                <a:cubicBezTo>
                  <a:pt x="4674" y="3871"/>
                  <a:pt x="4651" y="3895"/>
                  <a:pt x="4622" y="3895"/>
                </a:cubicBezTo>
                <a:cubicBezTo>
                  <a:pt x="4593" y="3895"/>
                  <a:pt x="4569" y="3871"/>
                  <a:pt x="4569" y="3842"/>
                </a:cubicBezTo>
                <a:cubicBezTo>
                  <a:pt x="4569" y="3813"/>
                  <a:pt x="4593" y="3789"/>
                  <a:pt x="4622" y="3789"/>
                </a:cubicBezTo>
                <a:cubicBezTo>
                  <a:pt x="4651" y="3789"/>
                  <a:pt x="4674" y="3813"/>
                  <a:pt x="4674" y="3842"/>
                </a:cubicBezTo>
                <a:close/>
                <a:moveTo>
                  <a:pt x="4452" y="1212"/>
                </a:moveTo>
                <a:cubicBezTo>
                  <a:pt x="4452" y="1238"/>
                  <a:pt x="4431" y="1259"/>
                  <a:pt x="4406" y="1259"/>
                </a:cubicBezTo>
                <a:cubicBezTo>
                  <a:pt x="4380" y="1259"/>
                  <a:pt x="4360" y="1238"/>
                  <a:pt x="4360" y="1212"/>
                </a:cubicBezTo>
                <a:cubicBezTo>
                  <a:pt x="4360" y="1187"/>
                  <a:pt x="4380" y="1166"/>
                  <a:pt x="4406" y="1166"/>
                </a:cubicBezTo>
                <a:cubicBezTo>
                  <a:pt x="4431" y="1166"/>
                  <a:pt x="4452" y="1187"/>
                  <a:pt x="4452" y="1212"/>
                </a:cubicBezTo>
                <a:close/>
                <a:moveTo>
                  <a:pt x="3320" y="1115"/>
                </a:moveTo>
                <a:cubicBezTo>
                  <a:pt x="3320" y="1143"/>
                  <a:pt x="3297" y="1166"/>
                  <a:pt x="3268" y="1166"/>
                </a:cubicBezTo>
                <a:cubicBezTo>
                  <a:pt x="3240" y="1166"/>
                  <a:pt x="3216" y="1143"/>
                  <a:pt x="3216" y="1115"/>
                </a:cubicBezTo>
                <a:cubicBezTo>
                  <a:pt x="3216" y="1086"/>
                  <a:pt x="3240" y="1063"/>
                  <a:pt x="3268" y="1063"/>
                </a:cubicBezTo>
                <a:cubicBezTo>
                  <a:pt x="3297" y="1063"/>
                  <a:pt x="3320" y="1086"/>
                  <a:pt x="3320" y="1115"/>
                </a:cubicBezTo>
                <a:close/>
                <a:moveTo>
                  <a:pt x="1974" y="4469"/>
                </a:moveTo>
                <a:cubicBezTo>
                  <a:pt x="1974" y="4500"/>
                  <a:pt x="1948" y="4525"/>
                  <a:pt x="1917" y="4525"/>
                </a:cubicBezTo>
                <a:cubicBezTo>
                  <a:pt x="1886" y="4525"/>
                  <a:pt x="1861" y="4500"/>
                  <a:pt x="1861" y="4469"/>
                </a:cubicBezTo>
                <a:cubicBezTo>
                  <a:pt x="1861" y="4438"/>
                  <a:pt x="1886" y="4413"/>
                  <a:pt x="1917" y="4413"/>
                </a:cubicBezTo>
                <a:cubicBezTo>
                  <a:pt x="1948" y="4413"/>
                  <a:pt x="1974" y="4438"/>
                  <a:pt x="1974" y="4469"/>
                </a:cubicBezTo>
                <a:close/>
                <a:moveTo>
                  <a:pt x="1457" y="3935"/>
                </a:moveTo>
                <a:cubicBezTo>
                  <a:pt x="1457" y="3959"/>
                  <a:pt x="1438" y="3978"/>
                  <a:pt x="1414" y="3978"/>
                </a:cubicBezTo>
                <a:cubicBezTo>
                  <a:pt x="1390" y="3978"/>
                  <a:pt x="1370" y="3959"/>
                  <a:pt x="1370" y="3935"/>
                </a:cubicBezTo>
                <a:cubicBezTo>
                  <a:pt x="1370" y="3910"/>
                  <a:pt x="1390" y="3891"/>
                  <a:pt x="1414" y="3891"/>
                </a:cubicBezTo>
                <a:cubicBezTo>
                  <a:pt x="1438" y="3891"/>
                  <a:pt x="1457" y="3910"/>
                  <a:pt x="1457" y="3935"/>
                </a:cubicBezTo>
                <a:close/>
                <a:moveTo>
                  <a:pt x="4537" y="3818"/>
                </a:moveTo>
                <a:cubicBezTo>
                  <a:pt x="4537" y="3851"/>
                  <a:pt x="4510" y="3878"/>
                  <a:pt x="4476" y="3878"/>
                </a:cubicBezTo>
                <a:cubicBezTo>
                  <a:pt x="4443" y="3878"/>
                  <a:pt x="4416" y="3851"/>
                  <a:pt x="4416" y="3818"/>
                </a:cubicBezTo>
                <a:cubicBezTo>
                  <a:pt x="4416" y="3784"/>
                  <a:pt x="4443" y="3757"/>
                  <a:pt x="4476" y="3757"/>
                </a:cubicBezTo>
                <a:cubicBezTo>
                  <a:pt x="4510" y="3757"/>
                  <a:pt x="4537" y="3784"/>
                  <a:pt x="4537" y="3818"/>
                </a:cubicBezTo>
                <a:close/>
                <a:moveTo>
                  <a:pt x="8836" y="4605"/>
                </a:moveTo>
                <a:cubicBezTo>
                  <a:pt x="8836" y="4626"/>
                  <a:pt x="8819" y="4644"/>
                  <a:pt x="8798" y="4644"/>
                </a:cubicBezTo>
                <a:cubicBezTo>
                  <a:pt x="8777" y="4644"/>
                  <a:pt x="8759" y="4626"/>
                  <a:pt x="8759" y="4605"/>
                </a:cubicBezTo>
                <a:cubicBezTo>
                  <a:pt x="8759" y="4584"/>
                  <a:pt x="8777" y="4567"/>
                  <a:pt x="8798" y="4567"/>
                </a:cubicBezTo>
                <a:cubicBezTo>
                  <a:pt x="8819" y="4567"/>
                  <a:pt x="8836" y="4584"/>
                  <a:pt x="8836" y="4605"/>
                </a:cubicBezTo>
                <a:close/>
                <a:moveTo>
                  <a:pt x="5446" y="2136"/>
                </a:moveTo>
                <a:cubicBezTo>
                  <a:pt x="5446" y="2153"/>
                  <a:pt x="5433" y="2167"/>
                  <a:pt x="5416" y="2167"/>
                </a:cubicBezTo>
                <a:cubicBezTo>
                  <a:pt x="5399" y="2167"/>
                  <a:pt x="5385" y="2153"/>
                  <a:pt x="5385" y="2136"/>
                </a:cubicBezTo>
                <a:cubicBezTo>
                  <a:pt x="5385" y="2120"/>
                  <a:pt x="5399" y="2106"/>
                  <a:pt x="5416" y="2106"/>
                </a:cubicBezTo>
                <a:cubicBezTo>
                  <a:pt x="5433" y="2106"/>
                  <a:pt x="5446" y="2120"/>
                  <a:pt x="5446" y="2136"/>
                </a:cubicBezTo>
                <a:close/>
                <a:moveTo>
                  <a:pt x="5584" y="2975"/>
                </a:moveTo>
                <a:cubicBezTo>
                  <a:pt x="5584" y="3011"/>
                  <a:pt x="5555" y="3040"/>
                  <a:pt x="5520" y="3040"/>
                </a:cubicBezTo>
                <a:cubicBezTo>
                  <a:pt x="5484" y="3040"/>
                  <a:pt x="5455" y="3011"/>
                  <a:pt x="5455" y="2975"/>
                </a:cubicBezTo>
                <a:cubicBezTo>
                  <a:pt x="5455" y="2939"/>
                  <a:pt x="5484" y="2910"/>
                  <a:pt x="5520" y="2910"/>
                </a:cubicBezTo>
                <a:cubicBezTo>
                  <a:pt x="5555" y="2910"/>
                  <a:pt x="5584" y="2939"/>
                  <a:pt x="5584" y="2975"/>
                </a:cubicBezTo>
                <a:close/>
                <a:moveTo>
                  <a:pt x="3305" y="5225"/>
                </a:moveTo>
                <a:cubicBezTo>
                  <a:pt x="3305" y="5253"/>
                  <a:pt x="3283" y="5276"/>
                  <a:pt x="3255" y="5276"/>
                </a:cubicBezTo>
                <a:cubicBezTo>
                  <a:pt x="3227" y="5276"/>
                  <a:pt x="3204" y="5253"/>
                  <a:pt x="3204" y="5225"/>
                </a:cubicBezTo>
                <a:cubicBezTo>
                  <a:pt x="3204" y="5197"/>
                  <a:pt x="3227" y="5175"/>
                  <a:pt x="3255" y="5175"/>
                </a:cubicBezTo>
                <a:cubicBezTo>
                  <a:pt x="3283" y="5175"/>
                  <a:pt x="3305" y="5197"/>
                  <a:pt x="3305" y="5225"/>
                </a:cubicBezTo>
                <a:close/>
                <a:moveTo>
                  <a:pt x="1073" y="4502"/>
                </a:moveTo>
                <a:cubicBezTo>
                  <a:pt x="1073" y="4525"/>
                  <a:pt x="1054" y="4543"/>
                  <a:pt x="1031" y="4543"/>
                </a:cubicBezTo>
                <a:cubicBezTo>
                  <a:pt x="1009" y="4543"/>
                  <a:pt x="990" y="4525"/>
                  <a:pt x="990" y="4502"/>
                </a:cubicBezTo>
                <a:cubicBezTo>
                  <a:pt x="990" y="4479"/>
                  <a:pt x="1009" y="4461"/>
                  <a:pt x="1031" y="4461"/>
                </a:cubicBezTo>
                <a:cubicBezTo>
                  <a:pt x="1054" y="4461"/>
                  <a:pt x="1073" y="4479"/>
                  <a:pt x="1073" y="4502"/>
                </a:cubicBezTo>
                <a:close/>
                <a:moveTo>
                  <a:pt x="5363" y="500"/>
                </a:moveTo>
                <a:cubicBezTo>
                  <a:pt x="5363" y="517"/>
                  <a:pt x="5349" y="530"/>
                  <a:pt x="5332" y="530"/>
                </a:cubicBezTo>
                <a:cubicBezTo>
                  <a:pt x="5315" y="530"/>
                  <a:pt x="5302" y="517"/>
                  <a:pt x="5302" y="500"/>
                </a:cubicBezTo>
                <a:cubicBezTo>
                  <a:pt x="5302" y="483"/>
                  <a:pt x="5315" y="470"/>
                  <a:pt x="5332" y="470"/>
                </a:cubicBezTo>
                <a:cubicBezTo>
                  <a:pt x="5349" y="470"/>
                  <a:pt x="5363" y="483"/>
                  <a:pt x="5363" y="500"/>
                </a:cubicBezTo>
                <a:close/>
                <a:moveTo>
                  <a:pt x="9204" y="318"/>
                </a:moveTo>
                <a:cubicBezTo>
                  <a:pt x="9204" y="338"/>
                  <a:pt x="9188" y="354"/>
                  <a:pt x="9168" y="354"/>
                </a:cubicBezTo>
                <a:cubicBezTo>
                  <a:pt x="9148" y="354"/>
                  <a:pt x="9132" y="338"/>
                  <a:pt x="9132" y="318"/>
                </a:cubicBezTo>
                <a:cubicBezTo>
                  <a:pt x="9132" y="298"/>
                  <a:pt x="9148" y="282"/>
                  <a:pt x="9168" y="282"/>
                </a:cubicBezTo>
                <a:cubicBezTo>
                  <a:pt x="9188" y="282"/>
                  <a:pt x="9204" y="298"/>
                  <a:pt x="9204" y="318"/>
                </a:cubicBezTo>
                <a:close/>
                <a:moveTo>
                  <a:pt x="1730" y="653"/>
                </a:moveTo>
                <a:cubicBezTo>
                  <a:pt x="1730" y="687"/>
                  <a:pt x="1702" y="716"/>
                  <a:pt x="1667" y="716"/>
                </a:cubicBezTo>
                <a:cubicBezTo>
                  <a:pt x="1632" y="716"/>
                  <a:pt x="1604" y="687"/>
                  <a:pt x="1604" y="653"/>
                </a:cubicBezTo>
                <a:cubicBezTo>
                  <a:pt x="1604" y="618"/>
                  <a:pt x="1632" y="590"/>
                  <a:pt x="1667" y="590"/>
                </a:cubicBezTo>
                <a:cubicBezTo>
                  <a:pt x="1702" y="590"/>
                  <a:pt x="1730" y="618"/>
                  <a:pt x="1730" y="653"/>
                </a:cubicBezTo>
                <a:close/>
                <a:moveTo>
                  <a:pt x="9949" y="4082"/>
                </a:moveTo>
                <a:cubicBezTo>
                  <a:pt x="9949" y="4107"/>
                  <a:pt x="9929" y="4128"/>
                  <a:pt x="9903" y="4128"/>
                </a:cubicBezTo>
                <a:cubicBezTo>
                  <a:pt x="9878" y="4128"/>
                  <a:pt x="9857" y="4107"/>
                  <a:pt x="9857" y="4082"/>
                </a:cubicBezTo>
                <a:cubicBezTo>
                  <a:pt x="9857" y="4057"/>
                  <a:pt x="9878" y="4036"/>
                  <a:pt x="9903" y="4036"/>
                </a:cubicBezTo>
                <a:cubicBezTo>
                  <a:pt x="9929" y="4036"/>
                  <a:pt x="9949" y="4057"/>
                  <a:pt x="9949" y="4082"/>
                </a:cubicBezTo>
                <a:close/>
                <a:moveTo>
                  <a:pt x="8881" y="3196"/>
                </a:moveTo>
                <a:cubicBezTo>
                  <a:pt x="8881" y="3215"/>
                  <a:pt x="8865" y="3231"/>
                  <a:pt x="8846" y="3231"/>
                </a:cubicBezTo>
                <a:cubicBezTo>
                  <a:pt x="8826" y="3231"/>
                  <a:pt x="8811" y="3215"/>
                  <a:pt x="8811" y="3196"/>
                </a:cubicBezTo>
                <a:cubicBezTo>
                  <a:pt x="8811" y="3176"/>
                  <a:pt x="8826" y="3160"/>
                  <a:pt x="8846" y="3160"/>
                </a:cubicBezTo>
                <a:cubicBezTo>
                  <a:pt x="8865" y="3160"/>
                  <a:pt x="8881" y="3176"/>
                  <a:pt x="8881" y="3196"/>
                </a:cubicBezTo>
                <a:close/>
                <a:moveTo>
                  <a:pt x="6924" y="2283"/>
                </a:moveTo>
                <a:cubicBezTo>
                  <a:pt x="6924" y="2305"/>
                  <a:pt x="6906" y="2324"/>
                  <a:pt x="6884" y="2324"/>
                </a:cubicBezTo>
                <a:cubicBezTo>
                  <a:pt x="6861" y="2324"/>
                  <a:pt x="6843" y="2305"/>
                  <a:pt x="6843" y="2283"/>
                </a:cubicBezTo>
                <a:cubicBezTo>
                  <a:pt x="6843" y="2260"/>
                  <a:pt x="6861" y="2242"/>
                  <a:pt x="6884" y="2242"/>
                </a:cubicBezTo>
                <a:cubicBezTo>
                  <a:pt x="6906" y="2242"/>
                  <a:pt x="6924" y="2260"/>
                  <a:pt x="6924" y="2283"/>
                </a:cubicBezTo>
                <a:close/>
                <a:moveTo>
                  <a:pt x="3260" y="2444"/>
                </a:moveTo>
                <a:cubicBezTo>
                  <a:pt x="3260" y="2465"/>
                  <a:pt x="3243" y="2482"/>
                  <a:pt x="3223" y="2482"/>
                </a:cubicBezTo>
                <a:cubicBezTo>
                  <a:pt x="3202" y="2482"/>
                  <a:pt x="3186" y="2465"/>
                  <a:pt x="3186" y="2444"/>
                </a:cubicBezTo>
                <a:cubicBezTo>
                  <a:pt x="3186" y="2424"/>
                  <a:pt x="3202" y="2407"/>
                  <a:pt x="3223" y="2407"/>
                </a:cubicBezTo>
                <a:cubicBezTo>
                  <a:pt x="3243" y="2407"/>
                  <a:pt x="3260" y="2424"/>
                  <a:pt x="3260" y="2444"/>
                </a:cubicBezTo>
                <a:close/>
                <a:moveTo>
                  <a:pt x="6167" y="5441"/>
                </a:moveTo>
                <a:cubicBezTo>
                  <a:pt x="6167" y="5471"/>
                  <a:pt x="6143" y="5494"/>
                  <a:pt x="6114" y="5494"/>
                </a:cubicBezTo>
                <a:cubicBezTo>
                  <a:pt x="6085" y="5494"/>
                  <a:pt x="6061" y="5471"/>
                  <a:pt x="6061" y="5441"/>
                </a:cubicBezTo>
                <a:cubicBezTo>
                  <a:pt x="6061" y="5412"/>
                  <a:pt x="6085" y="5389"/>
                  <a:pt x="6114" y="5389"/>
                </a:cubicBezTo>
                <a:cubicBezTo>
                  <a:pt x="6143" y="5389"/>
                  <a:pt x="6167" y="5412"/>
                  <a:pt x="6167" y="5441"/>
                </a:cubicBezTo>
                <a:close/>
                <a:moveTo>
                  <a:pt x="175" y="4299"/>
                </a:moveTo>
                <a:cubicBezTo>
                  <a:pt x="175" y="4316"/>
                  <a:pt x="161" y="4330"/>
                  <a:pt x="144" y="4330"/>
                </a:cubicBezTo>
                <a:cubicBezTo>
                  <a:pt x="127" y="4330"/>
                  <a:pt x="113" y="4316"/>
                  <a:pt x="113" y="4299"/>
                </a:cubicBezTo>
                <a:cubicBezTo>
                  <a:pt x="113" y="4282"/>
                  <a:pt x="127" y="4268"/>
                  <a:pt x="144" y="4268"/>
                </a:cubicBezTo>
                <a:cubicBezTo>
                  <a:pt x="161" y="4268"/>
                  <a:pt x="175" y="4282"/>
                  <a:pt x="175" y="4299"/>
                </a:cubicBezTo>
                <a:close/>
                <a:moveTo>
                  <a:pt x="4847" y="5425"/>
                </a:moveTo>
                <a:cubicBezTo>
                  <a:pt x="4847" y="5456"/>
                  <a:pt x="4822" y="5482"/>
                  <a:pt x="4790" y="5482"/>
                </a:cubicBezTo>
                <a:cubicBezTo>
                  <a:pt x="4759" y="5482"/>
                  <a:pt x="4733" y="5456"/>
                  <a:pt x="4733" y="5425"/>
                </a:cubicBezTo>
                <a:cubicBezTo>
                  <a:pt x="4733" y="5393"/>
                  <a:pt x="4759" y="5368"/>
                  <a:pt x="4790" y="5368"/>
                </a:cubicBezTo>
                <a:cubicBezTo>
                  <a:pt x="4822" y="5368"/>
                  <a:pt x="4847" y="5393"/>
                  <a:pt x="4847" y="5425"/>
                </a:cubicBezTo>
                <a:close/>
                <a:moveTo>
                  <a:pt x="9083" y="4736"/>
                </a:moveTo>
                <a:cubicBezTo>
                  <a:pt x="9083" y="4759"/>
                  <a:pt x="9064" y="4777"/>
                  <a:pt x="9042" y="4777"/>
                </a:cubicBezTo>
                <a:cubicBezTo>
                  <a:pt x="9019" y="4777"/>
                  <a:pt x="9001" y="4759"/>
                  <a:pt x="9001" y="4736"/>
                </a:cubicBezTo>
                <a:cubicBezTo>
                  <a:pt x="9001" y="4713"/>
                  <a:pt x="9019" y="4695"/>
                  <a:pt x="9042" y="4695"/>
                </a:cubicBezTo>
                <a:cubicBezTo>
                  <a:pt x="9064" y="4695"/>
                  <a:pt x="9083" y="4713"/>
                  <a:pt x="9083" y="4736"/>
                </a:cubicBezTo>
                <a:close/>
                <a:moveTo>
                  <a:pt x="1530" y="2856"/>
                </a:moveTo>
                <a:cubicBezTo>
                  <a:pt x="1530" y="2888"/>
                  <a:pt x="1505" y="2914"/>
                  <a:pt x="1473" y="2914"/>
                </a:cubicBezTo>
                <a:cubicBezTo>
                  <a:pt x="1442" y="2914"/>
                  <a:pt x="1416" y="2888"/>
                  <a:pt x="1416" y="2856"/>
                </a:cubicBezTo>
                <a:cubicBezTo>
                  <a:pt x="1416" y="2825"/>
                  <a:pt x="1442" y="2799"/>
                  <a:pt x="1473" y="2799"/>
                </a:cubicBezTo>
                <a:cubicBezTo>
                  <a:pt x="1505" y="2799"/>
                  <a:pt x="1530" y="2825"/>
                  <a:pt x="1530" y="2856"/>
                </a:cubicBezTo>
                <a:close/>
                <a:moveTo>
                  <a:pt x="2408" y="2110"/>
                </a:moveTo>
                <a:cubicBezTo>
                  <a:pt x="2408" y="2143"/>
                  <a:pt x="2381" y="2170"/>
                  <a:pt x="2348" y="2170"/>
                </a:cubicBezTo>
                <a:cubicBezTo>
                  <a:pt x="2315" y="2170"/>
                  <a:pt x="2288" y="2143"/>
                  <a:pt x="2288" y="2110"/>
                </a:cubicBezTo>
                <a:cubicBezTo>
                  <a:pt x="2288" y="2077"/>
                  <a:pt x="2315" y="2050"/>
                  <a:pt x="2348" y="2050"/>
                </a:cubicBezTo>
                <a:cubicBezTo>
                  <a:pt x="2381" y="2050"/>
                  <a:pt x="2408" y="2077"/>
                  <a:pt x="2408" y="2110"/>
                </a:cubicBezTo>
                <a:close/>
                <a:moveTo>
                  <a:pt x="3544" y="3783"/>
                </a:moveTo>
                <a:cubicBezTo>
                  <a:pt x="3544" y="3811"/>
                  <a:pt x="3521" y="3835"/>
                  <a:pt x="3492" y="3835"/>
                </a:cubicBezTo>
                <a:cubicBezTo>
                  <a:pt x="3464" y="3835"/>
                  <a:pt x="3440" y="3811"/>
                  <a:pt x="3440" y="3783"/>
                </a:cubicBezTo>
                <a:cubicBezTo>
                  <a:pt x="3440" y="3754"/>
                  <a:pt x="3464" y="3731"/>
                  <a:pt x="3492" y="3731"/>
                </a:cubicBezTo>
                <a:cubicBezTo>
                  <a:pt x="3521" y="3731"/>
                  <a:pt x="3544" y="3754"/>
                  <a:pt x="3544" y="3783"/>
                </a:cubicBezTo>
                <a:close/>
                <a:moveTo>
                  <a:pt x="9284" y="220"/>
                </a:moveTo>
                <a:cubicBezTo>
                  <a:pt x="9284" y="241"/>
                  <a:pt x="9267" y="257"/>
                  <a:pt x="9246" y="257"/>
                </a:cubicBezTo>
                <a:cubicBezTo>
                  <a:pt x="9226" y="257"/>
                  <a:pt x="9209" y="241"/>
                  <a:pt x="9209" y="220"/>
                </a:cubicBezTo>
                <a:cubicBezTo>
                  <a:pt x="9209" y="199"/>
                  <a:pt x="9226" y="182"/>
                  <a:pt x="9246" y="182"/>
                </a:cubicBezTo>
                <a:cubicBezTo>
                  <a:pt x="9267" y="182"/>
                  <a:pt x="9284" y="199"/>
                  <a:pt x="9284" y="220"/>
                </a:cubicBezTo>
                <a:close/>
                <a:moveTo>
                  <a:pt x="7792" y="4206"/>
                </a:moveTo>
                <a:cubicBezTo>
                  <a:pt x="7792" y="4224"/>
                  <a:pt x="7777" y="4239"/>
                  <a:pt x="7758" y="4239"/>
                </a:cubicBezTo>
                <a:cubicBezTo>
                  <a:pt x="7739" y="4239"/>
                  <a:pt x="7724" y="4224"/>
                  <a:pt x="7724" y="4206"/>
                </a:cubicBezTo>
                <a:cubicBezTo>
                  <a:pt x="7724" y="4187"/>
                  <a:pt x="7739" y="4172"/>
                  <a:pt x="7758" y="4172"/>
                </a:cubicBezTo>
                <a:cubicBezTo>
                  <a:pt x="7777" y="4172"/>
                  <a:pt x="7792" y="4187"/>
                  <a:pt x="7792" y="4206"/>
                </a:cubicBezTo>
                <a:close/>
                <a:moveTo>
                  <a:pt x="1434" y="1364"/>
                </a:moveTo>
                <a:cubicBezTo>
                  <a:pt x="1434" y="1393"/>
                  <a:pt x="1411" y="1416"/>
                  <a:pt x="1382" y="1416"/>
                </a:cubicBezTo>
                <a:cubicBezTo>
                  <a:pt x="1354" y="1416"/>
                  <a:pt x="1331" y="1393"/>
                  <a:pt x="1331" y="1364"/>
                </a:cubicBezTo>
                <a:cubicBezTo>
                  <a:pt x="1331" y="1336"/>
                  <a:pt x="1354" y="1312"/>
                  <a:pt x="1382" y="1312"/>
                </a:cubicBezTo>
                <a:cubicBezTo>
                  <a:pt x="1411" y="1312"/>
                  <a:pt x="1434" y="1336"/>
                  <a:pt x="1434" y="1364"/>
                </a:cubicBezTo>
                <a:close/>
                <a:moveTo>
                  <a:pt x="9022" y="1400"/>
                </a:moveTo>
                <a:cubicBezTo>
                  <a:pt x="9022" y="1421"/>
                  <a:pt x="9005" y="1438"/>
                  <a:pt x="8984" y="1438"/>
                </a:cubicBezTo>
                <a:cubicBezTo>
                  <a:pt x="8963" y="1438"/>
                  <a:pt x="8946" y="1421"/>
                  <a:pt x="8946" y="1400"/>
                </a:cubicBezTo>
                <a:cubicBezTo>
                  <a:pt x="8946" y="1379"/>
                  <a:pt x="8963" y="1362"/>
                  <a:pt x="8984" y="1362"/>
                </a:cubicBezTo>
                <a:cubicBezTo>
                  <a:pt x="9005" y="1362"/>
                  <a:pt x="9022" y="1379"/>
                  <a:pt x="9022" y="1400"/>
                </a:cubicBezTo>
                <a:close/>
                <a:moveTo>
                  <a:pt x="6904" y="2680"/>
                </a:moveTo>
                <a:cubicBezTo>
                  <a:pt x="6904" y="2716"/>
                  <a:pt x="6875" y="2744"/>
                  <a:pt x="6840" y="2744"/>
                </a:cubicBezTo>
                <a:cubicBezTo>
                  <a:pt x="6804" y="2744"/>
                  <a:pt x="6776" y="2716"/>
                  <a:pt x="6776" y="2680"/>
                </a:cubicBezTo>
                <a:cubicBezTo>
                  <a:pt x="6776" y="2645"/>
                  <a:pt x="6804" y="2617"/>
                  <a:pt x="6840" y="2617"/>
                </a:cubicBezTo>
                <a:cubicBezTo>
                  <a:pt x="6875" y="2617"/>
                  <a:pt x="6904" y="2645"/>
                  <a:pt x="6904" y="2680"/>
                </a:cubicBezTo>
                <a:close/>
                <a:moveTo>
                  <a:pt x="9999" y="5861"/>
                </a:moveTo>
                <a:cubicBezTo>
                  <a:pt x="9999" y="5894"/>
                  <a:pt x="9973" y="5920"/>
                  <a:pt x="9940" y="5920"/>
                </a:cubicBezTo>
                <a:cubicBezTo>
                  <a:pt x="9908" y="5920"/>
                  <a:pt x="9882" y="5894"/>
                  <a:pt x="9882" y="5861"/>
                </a:cubicBezTo>
                <a:cubicBezTo>
                  <a:pt x="9882" y="5829"/>
                  <a:pt x="9908" y="5803"/>
                  <a:pt x="9940" y="5803"/>
                </a:cubicBezTo>
                <a:cubicBezTo>
                  <a:pt x="9973" y="5803"/>
                  <a:pt x="9999" y="5829"/>
                  <a:pt x="9999" y="5861"/>
                </a:cubicBezTo>
                <a:close/>
                <a:moveTo>
                  <a:pt x="5025" y="435"/>
                </a:moveTo>
                <a:cubicBezTo>
                  <a:pt x="5025" y="469"/>
                  <a:pt x="4997" y="497"/>
                  <a:pt x="4963" y="497"/>
                </a:cubicBezTo>
                <a:cubicBezTo>
                  <a:pt x="4928" y="497"/>
                  <a:pt x="4901" y="469"/>
                  <a:pt x="4901" y="435"/>
                </a:cubicBezTo>
                <a:cubicBezTo>
                  <a:pt x="4901" y="400"/>
                  <a:pt x="4928" y="372"/>
                  <a:pt x="4963" y="372"/>
                </a:cubicBezTo>
                <a:cubicBezTo>
                  <a:pt x="4997" y="372"/>
                  <a:pt x="5025" y="400"/>
                  <a:pt x="5025" y="435"/>
                </a:cubicBezTo>
                <a:close/>
                <a:moveTo>
                  <a:pt x="4051" y="2932"/>
                </a:moveTo>
                <a:cubicBezTo>
                  <a:pt x="4051" y="2962"/>
                  <a:pt x="4027" y="2987"/>
                  <a:pt x="3996" y="2987"/>
                </a:cubicBezTo>
                <a:cubicBezTo>
                  <a:pt x="3965" y="2987"/>
                  <a:pt x="3941" y="2962"/>
                  <a:pt x="3941" y="2932"/>
                </a:cubicBezTo>
                <a:cubicBezTo>
                  <a:pt x="3941" y="2901"/>
                  <a:pt x="3965" y="2876"/>
                  <a:pt x="3996" y="2876"/>
                </a:cubicBezTo>
                <a:cubicBezTo>
                  <a:pt x="4027" y="2876"/>
                  <a:pt x="4051" y="2901"/>
                  <a:pt x="4051" y="2932"/>
                </a:cubicBezTo>
                <a:close/>
                <a:moveTo>
                  <a:pt x="9661" y="3504"/>
                </a:moveTo>
                <a:cubicBezTo>
                  <a:pt x="9661" y="3541"/>
                  <a:pt x="9632" y="3571"/>
                  <a:pt x="9595" y="3571"/>
                </a:cubicBezTo>
                <a:cubicBezTo>
                  <a:pt x="9558" y="3571"/>
                  <a:pt x="9528" y="3541"/>
                  <a:pt x="9528" y="3504"/>
                </a:cubicBezTo>
                <a:cubicBezTo>
                  <a:pt x="9528" y="3467"/>
                  <a:pt x="9558" y="3438"/>
                  <a:pt x="9595" y="3438"/>
                </a:cubicBezTo>
                <a:cubicBezTo>
                  <a:pt x="9632" y="3438"/>
                  <a:pt x="9661" y="3467"/>
                  <a:pt x="9661" y="3504"/>
                </a:cubicBezTo>
                <a:close/>
                <a:moveTo>
                  <a:pt x="9639" y="583"/>
                </a:moveTo>
                <a:cubicBezTo>
                  <a:pt x="9639" y="608"/>
                  <a:pt x="9620" y="628"/>
                  <a:pt x="9595" y="628"/>
                </a:cubicBezTo>
                <a:cubicBezTo>
                  <a:pt x="9571" y="628"/>
                  <a:pt x="9551" y="608"/>
                  <a:pt x="9551" y="583"/>
                </a:cubicBezTo>
                <a:cubicBezTo>
                  <a:pt x="9551" y="559"/>
                  <a:pt x="9571" y="539"/>
                  <a:pt x="9595" y="539"/>
                </a:cubicBezTo>
                <a:cubicBezTo>
                  <a:pt x="9620" y="539"/>
                  <a:pt x="9639" y="559"/>
                  <a:pt x="9639" y="583"/>
                </a:cubicBezTo>
                <a:close/>
                <a:moveTo>
                  <a:pt x="8916" y="4815"/>
                </a:moveTo>
                <a:cubicBezTo>
                  <a:pt x="8916" y="4853"/>
                  <a:pt x="8885" y="4884"/>
                  <a:pt x="8847" y="4884"/>
                </a:cubicBezTo>
                <a:cubicBezTo>
                  <a:pt x="8809" y="4884"/>
                  <a:pt x="8778" y="4853"/>
                  <a:pt x="8778" y="4815"/>
                </a:cubicBezTo>
                <a:cubicBezTo>
                  <a:pt x="8778" y="4777"/>
                  <a:pt x="8809" y="4746"/>
                  <a:pt x="8847" y="4746"/>
                </a:cubicBezTo>
                <a:cubicBezTo>
                  <a:pt x="8885" y="4746"/>
                  <a:pt x="8916" y="4777"/>
                  <a:pt x="8916" y="4815"/>
                </a:cubicBezTo>
                <a:close/>
                <a:moveTo>
                  <a:pt x="1962" y="3350"/>
                </a:moveTo>
                <a:cubicBezTo>
                  <a:pt x="1962" y="3388"/>
                  <a:pt x="1932" y="3418"/>
                  <a:pt x="1895" y="3418"/>
                </a:cubicBezTo>
                <a:cubicBezTo>
                  <a:pt x="1858" y="3418"/>
                  <a:pt x="1828" y="3388"/>
                  <a:pt x="1828" y="3350"/>
                </a:cubicBezTo>
                <a:cubicBezTo>
                  <a:pt x="1828" y="3313"/>
                  <a:pt x="1858" y="3283"/>
                  <a:pt x="1895" y="3283"/>
                </a:cubicBezTo>
                <a:cubicBezTo>
                  <a:pt x="1932" y="3283"/>
                  <a:pt x="1962" y="3313"/>
                  <a:pt x="1962" y="3350"/>
                </a:cubicBezTo>
                <a:close/>
                <a:moveTo>
                  <a:pt x="5464" y="4214"/>
                </a:moveTo>
                <a:cubicBezTo>
                  <a:pt x="5464" y="4252"/>
                  <a:pt x="5433" y="4283"/>
                  <a:pt x="5395" y="4283"/>
                </a:cubicBezTo>
                <a:cubicBezTo>
                  <a:pt x="5357" y="4283"/>
                  <a:pt x="5326" y="4252"/>
                  <a:pt x="5326" y="4214"/>
                </a:cubicBezTo>
                <a:cubicBezTo>
                  <a:pt x="5326" y="4176"/>
                  <a:pt x="5357" y="4145"/>
                  <a:pt x="5395" y="4145"/>
                </a:cubicBezTo>
                <a:cubicBezTo>
                  <a:pt x="5433" y="4145"/>
                  <a:pt x="5464" y="4176"/>
                  <a:pt x="5464" y="4214"/>
                </a:cubicBezTo>
                <a:close/>
                <a:moveTo>
                  <a:pt x="1830" y="407"/>
                </a:moveTo>
                <a:cubicBezTo>
                  <a:pt x="1830" y="443"/>
                  <a:pt x="1802" y="472"/>
                  <a:pt x="1766" y="472"/>
                </a:cubicBezTo>
                <a:cubicBezTo>
                  <a:pt x="1731" y="472"/>
                  <a:pt x="1702" y="443"/>
                  <a:pt x="1702" y="407"/>
                </a:cubicBezTo>
                <a:cubicBezTo>
                  <a:pt x="1702" y="372"/>
                  <a:pt x="1731" y="343"/>
                  <a:pt x="1766" y="343"/>
                </a:cubicBezTo>
                <a:cubicBezTo>
                  <a:pt x="1802" y="343"/>
                  <a:pt x="1830" y="372"/>
                  <a:pt x="1830" y="407"/>
                </a:cubicBezTo>
                <a:close/>
                <a:moveTo>
                  <a:pt x="5866" y="1299"/>
                </a:moveTo>
                <a:cubicBezTo>
                  <a:pt x="5866" y="1334"/>
                  <a:pt x="5838" y="1363"/>
                  <a:pt x="5803" y="1363"/>
                </a:cubicBezTo>
                <a:cubicBezTo>
                  <a:pt x="5768" y="1363"/>
                  <a:pt x="5740" y="1334"/>
                  <a:pt x="5740" y="1299"/>
                </a:cubicBezTo>
                <a:cubicBezTo>
                  <a:pt x="5740" y="1264"/>
                  <a:pt x="5768" y="1236"/>
                  <a:pt x="5803" y="1236"/>
                </a:cubicBezTo>
                <a:cubicBezTo>
                  <a:pt x="5838" y="1236"/>
                  <a:pt x="5866" y="1264"/>
                  <a:pt x="5866" y="1299"/>
                </a:cubicBezTo>
                <a:close/>
                <a:moveTo>
                  <a:pt x="2899" y="862"/>
                </a:moveTo>
                <a:cubicBezTo>
                  <a:pt x="2899" y="885"/>
                  <a:pt x="2880" y="904"/>
                  <a:pt x="2857" y="904"/>
                </a:cubicBezTo>
                <a:cubicBezTo>
                  <a:pt x="2834" y="904"/>
                  <a:pt x="2815" y="885"/>
                  <a:pt x="2815" y="862"/>
                </a:cubicBezTo>
                <a:cubicBezTo>
                  <a:pt x="2815" y="839"/>
                  <a:pt x="2834" y="820"/>
                  <a:pt x="2857" y="820"/>
                </a:cubicBezTo>
                <a:cubicBezTo>
                  <a:pt x="2880" y="820"/>
                  <a:pt x="2899" y="839"/>
                  <a:pt x="2899" y="862"/>
                </a:cubicBezTo>
                <a:close/>
                <a:moveTo>
                  <a:pt x="469" y="2573"/>
                </a:moveTo>
                <a:cubicBezTo>
                  <a:pt x="469" y="2607"/>
                  <a:pt x="441" y="2634"/>
                  <a:pt x="407" y="2634"/>
                </a:cubicBezTo>
                <a:cubicBezTo>
                  <a:pt x="374" y="2634"/>
                  <a:pt x="346" y="2607"/>
                  <a:pt x="346" y="2573"/>
                </a:cubicBezTo>
                <a:cubicBezTo>
                  <a:pt x="346" y="2539"/>
                  <a:pt x="374" y="2512"/>
                  <a:pt x="407" y="2512"/>
                </a:cubicBezTo>
                <a:cubicBezTo>
                  <a:pt x="441" y="2512"/>
                  <a:pt x="469" y="2539"/>
                  <a:pt x="469" y="2573"/>
                </a:cubicBezTo>
                <a:close/>
                <a:moveTo>
                  <a:pt x="4577" y="6038"/>
                </a:moveTo>
                <a:cubicBezTo>
                  <a:pt x="4577" y="6055"/>
                  <a:pt x="4563" y="6069"/>
                  <a:pt x="4545" y="6069"/>
                </a:cubicBezTo>
                <a:cubicBezTo>
                  <a:pt x="4528" y="6069"/>
                  <a:pt x="4514" y="6055"/>
                  <a:pt x="4514" y="6038"/>
                </a:cubicBezTo>
                <a:cubicBezTo>
                  <a:pt x="4514" y="6020"/>
                  <a:pt x="4528" y="6006"/>
                  <a:pt x="4545" y="6006"/>
                </a:cubicBezTo>
                <a:cubicBezTo>
                  <a:pt x="4563" y="6006"/>
                  <a:pt x="4577" y="6020"/>
                  <a:pt x="4577" y="6038"/>
                </a:cubicBezTo>
                <a:close/>
                <a:moveTo>
                  <a:pt x="1817" y="949"/>
                </a:moveTo>
                <a:cubicBezTo>
                  <a:pt x="1817" y="978"/>
                  <a:pt x="1793" y="1002"/>
                  <a:pt x="1764" y="1002"/>
                </a:cubicBezTo>
                <a:cubicBezTo>
                  <a:pt x="1735" y="1002"/>
                  <a:pt x="1711" y="978"/>
                  <a:pt x="1711" y="949"/>
                </a:cubicBezTo>
                <a:cubicBezTo>
                  <a:pt x="1711" y="920"/>
                  <a:pt x="1735" y="896"/>
                  <a:pt x="1764" y="896"/>
                </a:cubicBezTo>
                <a:cubicBezTo>
                  <a:pt x="1793" y="896"/>
                  <a:pt x="1817" y="920"/>
                  <a:pt x="1817" y="949"/>
                </a:cubicBezTo>
                <a:close/>
                <a:moveTo>
                  <a:pt x="2078" y="4194"/>
                </a:moveTo>
                <a:cubicBezTo>
                  <a:pt x="2078" y="4222"/>
                  <a:pt x="2055" y="4245"/>
                  <a:pt x="2027" y="4245"/>
                </a:cubicBezTo>
                <a:cubicBezTo>
                  <a:pt x="1999" y="4245"/>
                  <a:pt x="1976" y="4222"/>
                  <a:pt x="1976" y="4194"/>
                </a:cubicBezTo>
                <a:cubicBezTo>
                  <a:pt x="1976" y="4166"/>
                  <a:pt x="1999" y="4143"/>
                  <a:pt x="2027" y="4143"/>
                </a:cubicBezTo>
                <a:cubicBezTo>
                  <a:pt x="2055" y="4143"/>
                  <a:pt x="2078" y="4166"/>
                  <a:pt x="2078" y="4194"/>
                </a:cubicBezTo>
                <a:close/>
                <a:moveTo>
                  <a:pt x="5862" y="5296"/>
                </a:moveTo>
                <a:cubicBezTo>
                  <a:pt x="5862" y="5330"/>
                  <a:pt x="5835" y="5358"/>
                  <a:pt x="5801" y="5358"/>
                </a:cubicBezTo>
                <a:cubicBezTo>
                  <a:pt x="5767" y="5358"/>
                  <a:pt x="5739" y="5330"/>
                  <a:pt x="5739" y="5296"/>
                </a:cubicBezTo>
                <a:cubicBezTo>
                  <a:pt x="5739" y="5262"/>
                  <a:pt x="5767" y="5235"/>
                  <a:pt x="5801" y="5235"/>
                </a:cubicBezTo>
                <a:cubicBezTo>
                  <a:pt x="5835" y="5235"/>
                  <a:pt x="5862" y="5262"/>
                  <a:pt x="5862" y="5296"/>
                </a:cubicBezTo>
                <a:close/>
                <a:moveTo>
                  <a:pt x="9227" y="1000"/>
                </a:moveTo>
                <a:cubicBezTo>
                  <a:pt x="9227" y="1025"/>
                  <a:pt x="9206" y="1045"/>
                  <a:pt x="9181" y="1045"/>
                </a:cubicBezTo>
                <a:cubicBezTo>
                  <a:pt x="9157" y="1045"/>
                  <a:pt x="9136" y="1025"/>
                  <a:pt x="9136" y="1000"/>
                </a:cubicBezTo>
                <a:cubicBezTo>
                  <a:pt x="9136" y="975"/>
                  <a:pt x="9157" y="955"/>
                  <a:pt x="9181" y="955"/>
                </a:cubicBezTo>
                <a:cubicBezTo>
                  <a:pt x="9206" y="955"/>
                  <a:pt x="9227" y="975"/>
                  <a:pt x="9227" y="1000"/>
                </a:cubicBezTo>
                <a:close/>
                <a:moveTo>
                  <a:pt x="9600" y="2517"/>
                </a:moveTo>
                <a:cubicBezTo>
                  <a:pt x="9600" y="2540"/>
                  <a:pt x="9581" y="2559"/>
                  <a:pt x="9558" y="2559"/>
                </a:cubicBezTo>
                <a:cubicBezTo>
                  <a:pt x="9535" y="2559"/>
                  <a:pt x="9517" y="2540"/>
                  <a:pt x="9517" y="2517"/>
                </a:cubicBezTo>
                <a:cubicBezTo>
                  <a:pt x="9517" y="2495"/>
                  <a:pt x="9535" y="2476"/>
                  <a:pt x="9558" y="2476"/>
                </a:cubicBezTo>
                <a:cubicBezTo>
                  <a:pt x="9581" y="2476"/>
                  <a:pt x="9600" y="2495"/>
                  <a:pt x="9600" y="2517"/>
                </a:cubicBezTo>
                <a:close/>
                <a:moveTo>
                  <a:pt x="4884" y="1179"/>
                </a:moveTo>
                <a:cubicBezTo>
                  <a:pt x="4884" y="1214"/>
                  <a:pt x="4856" y="1243"/>
                  <a:pt x="4820" y="1243"/>
                </a:cubicBezTo>
                <a:cubicBezTo>
                  <a:pt x="4785" y="1243"/>
                  <a:pt x="4756" y="1214"/>
                  <a:pt x="4756" y="1179"/>
                </a:cubicBezTo>
                <a:cubicBezTo>
                  <a:pt x="4756" y="1143"/>
                  <a:pt x="4785" y="1115"/>
                  <a:pt x="4820" y="1115"/>
                </a:cubicBezTo>
                <a:cubicBezTo>
                  <a:pt x="4856" y="1115"/>
                  <a:pt x="4884" y="1143"/>
                  <a:pt x="4884" y="1179"/>
                </a:cubicBezTo>
                <a:close/>
                <a:moveTo>
                  <a:pt x="6416" y="644"/>
                </a:moveTo>
                <a:cubicBezTo>
                  <a:pt x="6416" y="681"/>
                  <a:pt x="6385" y="712"/>
                  <a:pt x="6347" y="712"/>
                </a:cubicBezTo>
                <a:cubicBezTo>
                  <a:pt x="6309" y="712"/>
                  <a:pt x="6278" y="681"/>
                  <a:pt x="6278" y="644"/>
                </a:cubicBezTo>
                <a:cubicBezTo>
                  <a:pt x="6278" y="606"/>
                  <a:pt x="6309" y="575"/>
                  <a:pt x="6347" y="575"/>
                </a:cubicBezTo>
                <a:cubicBezTo>
                  <a:pt x="6385" y="575"/>
                  <a:pt x="6416" y="606"/>
                  <a:pt x="6416" y="644"/>
                </a:cubicBezTo>
                <a:close/>
                <a:moveTo>
                  <a:pt x="5257" y="1630"/>
                </a:moveTo>
                <a:cubicBezTo>
                  <a:pt x="5257" y="1660"/>
                  <a:pt x="5233" y="1685"/>
                  <a:pt x="5202" y="1685"/>
                </a:cubicBezTo>
                <a:cubicBezTo>
                  <a:pt x="5172" y="1685"/>
                  <a:pt x="5148" y="1660"/>
                  <a:pt x="5148" y="1630"/>
                </a:cubicBezTo>
                <a:cubicBezTo>
                  <a:pt x="5148" y="1600"/>
                  <a:pt x="5172" y="1576"/>
                  <a:pt x="5202" y="1576"/>
                </a:cubicBezTo>
                <a:cubicBezTo>
                  <a:pt x="5233" y="1576"/>
                  <a:pt x="5257" y="1600"/>
                  <a:pt x="5257" y="1630"/>
                </a:cubicBezTo>
                <a:close/>
                <a:moveTo>
                  <a:pt x="9482" y="2208"/>
                </a:moveTo>
                <a:cubicBezTo>
                  <a:pt x="9482" y="2225"/>
                  <a:pt x="9468" y="2238"/>
                  <a:pt x="9451" y="2238"/>
                </a:cubicBezTo>
                <a:cubicBezTo>
                  <a:pt x="9434" y="2238"/>
                  <a:pt x="9421" y="2225"/>
                  <a:pt x="9421" y="2208"/>
                </a:cubicBezTo>
                <a:cubicBezTo>
                  <a:pt x="9421" y="2191"/>
                  <a:pt x="9434" y="2177"/>
                  <a:pt x="9451" y="2177"/>
                </a:cubicBezTo>
                <a:cubicBezTo>
                  <a:pt x="9468" y="2177"/>
                  <a:pt x="9482" y="2191"/>
                  <a:pt x="9482" y="2208"/>
                </a:cubicBezTo>
                <a:close/>
                <a:moveTo>
                  <a:pt x="2059" y="421"/>
                </a:moveTo>
                <a:cubicBezTo>
                  <a:pt x="2059" y="449"/>
                  <a:pt x="2036" y="472"/>
                  <a:pt x="2007" y="472"/>
                </a:cubicBezTo>
                <a:cubicBezTo>
                  <a:pt x="1979" y="472"/>
                  <a:pt x="1956" y="449"/>
                  <a:pt x="1956" y="421"/>
                </a:cubicBezTo>
                <a:cubicBezTo>
                  <a:pt x="1956" y="393"/>
                  <a:pt x="1979" y="370"/>
                  <a:pt x="2007" y="370"/>
                </a:cubicBezTo>
                <a:cubicBezTo>
                  <a:pt x="2036" y="370"/>
                  <a:pt x="2059" y="393"/>
                  <a:pt x="2059" y="421"/>
                </a:cubicBezTo>
                <a:close/>
                <a:moveTo>
                  <a:pt x="3172" y="5337"/>
                </a:moveTo>
                <a:cubicBezTo>
                  <a:pt x="3172" y="5358"/>
                  <a:pt x="3155" y="5375"/>
                  <a:pt x="3134" y="5375"/>
                </a:cubicBezTo>
                <a:cubicBezTo>
                  <a:pt x="3113" y="5375"/>
                  <a:pt x="3096" y="5358"/>
                  <a:pt x="3096" y="5337"/>
                </a:cubicBezTo>
                <a:cubicBezTo>
                  <a:pt x="3096" y="5316"/>
                  <a:pt x="3113" y="5299"/>
                  <a:pt x="3134" y="5299"/>
                </a:cubicBezTo>
                <a:cubicBezTo>
                  <a:pt x="3155" y="5299"/>
                  <a:pt x="3172" y="5316"/>
                  <a:pt x="3172" y="5337"/>
                </a:cubicBezTo>
                <a:close/>
                <a:moveTo>
                  <a:pt x="235" y="2938"/>
                </a:moveTo>
                <a:cubicBezTo>
                  <a:pt x="235" y="2957"/>
                  <a:pt x="219" y="2973"/>
                  <a:pt x="200" y="2973"/>
                </a:cubicBezTo>
                <a:cubicBezTo>
                  <a:pt x="180" y="2973"/>
                  <a:pt x="165" y="2957"/>
                  <a:pt x="165" y="2938"/>
                </a:cubicBezTo>
                <a:cubicBezTo>
                  <a:pt x="165" y="2919"/>
                  <a:pt x="180" y="2903"/>
                  <a:pt x="200" y="2903"/>
                </a:cubicBezTo>
                <a:cubicBezTo>
                  <a:pt x="219" y="2903"/>
                  <a:pt x="235" y="2919"/>
                  <a:pt x="235" y="2938"/>
                </a:cubicBezTo>
                <a:close/>
                <a:moveTo>
                  <a:pt x="3161" y="1455"/>
                </a:moveTo>
                <a:cubicBezTo>
                  <a:pt x="3161" y="1476"/>
                  <a:pt x="3144" y="1492"/>
                  <a:pt x="3124" y="1492"/>
                </a:cubicBezTo>
                <a:cubicBezTo>
                  <a:pt x="3103" y="1492"/>
                  <a:pt x="3087" y="1476"/>
                  <a:pt x="3087" y="1455"/>
                </a:cubicBezTo>
                <a:cubicBezTo>
                  <a:pt x="3087" y="1435"/>
                  <a:pt x="3103" y="1418"/>
                  <a:pt x="3124" y="1418"/>
                </a:cubicBezTo>
                <a:cubicBezTo>
                  <a:pt x="3144" y="1418"/>
                  <a:pt x="3161" y="1435"/>
                  <a:pt x="3161" y="1455"/>
                </a:cubicBezTo>
                <a:close/>
                <a:moveTo>
                  <a:pt x="6394" y="5862"/>
                </a:moveTo>
                <a:cubicBezTo>
                  <a:pt x="6394" y="5886"/>
                  <a:pt x="6374" y="5907"/>
                  <a:pt x="6349" y="5907"/>
                </a:cubicBezTo>
                <a:cubicBezTo>
                  <a:pt x="6324" y="5907"/>
                  <a:pt x="6304" y="5886"/>
                  <a:pt x="6304" y="5862"/>
                </a:cubicBezTo>
                <a:cubicBezTo>
                  <a:pt x="6304" y="5837"/>
                  <a:pt x="6324" y="5817"/>
                  <a:pt x="6349" y="5817"/>
                </a:cubicBezTo>
                <a:cubicBezTo>
                  <a:pt x="6374" y="5817"/>
                  <a:pt x="6394" y="5837"/>
                  <a:pt x="6394" y="5862"/>
                </a:cubicBezTo>
                <a:close/>
                <a:moveTo>
                  <a:pt x="6439" y="2061"/>
                </a:moveTo>
                <a:cubicBezTo>
                  <a:pt x="6439" y="2097"/>
                  <a:pt x="6409" y="2127"/>
                  <a:pt x="6372" y="2127"/>
                </a:cubicBezTo>
                <a:cubicBezTo>
                  <a:pt x="6335" y="2127"/>
                  <a:pt x="6306" y="2097"/>
                  <a:pt x="6306" y="2061"/>
                </a:cubicBezTo>
                <a:cubicBezTo>
                  <a:pt x="6306" y="2024"/>
                  <a:pt x="6335" y="1994"/>
                  <a:pt x="6372" y="1994"/>
                </a:cubicBezTo>
                <a:cubicBezTo>
                  <a:pt x="6409" y="1994"/>
                  <a:pt x="6439" y="2024"/>
                  <a:pt x="6439" y="2061"/>
                </a:cubicBezTo>
                <a:close/>
                <a:moveTo>
                  <a:pt x="5584" y="239"/>
                </a:moveTo>
                <a:cubicBezTo>
                  <a:pt x="5584" y="272"/>
                  <a:pt x="5557" y="298"/>
                  <a:pt x="5524" y="298"/>
                </a:cubicBezTo>
                <a:cubicBezTo>
                  <a:pt x="5491" y="298"/>
                  <a:pt x="5464" y="272"/>
                  <a:pt x="5464" y="239"/>
                </a:cubicBezTo>
                <a:cubicBezTo>
                  <a:pt x="5464" y="206"/>
                  <a:pt x="5491" y="179"/>
                  <a:pt x="5524" y="179"/>
                </a:cubicBezTo>
                <a:cubicBezTo>
                  <a:pt x="5557" y="179"/>
                  <a:pt x="5584" y="206"/>
                  <a:pt x="5584" y="239"/>
                </a:cubicBezTo>
                <a:close/>
                <a:moveTo>
                  <a:pt x="2159" y="348"/>
                </a:moveTo>
                <a:cubicBezTo>
                  <a:pt x="2159" y="365"/>
                  <a:pt x="2145" y="379"/>
                  <a:pt x="2128" y="379"/>
                </a:cubicBezTo>
                <a:cubicBezTo>
                  <a:pt x="2111" y="379"/>
                  <a:pt x="2098" y="365"/>
                  <a:pt x="2098" y="348"/>
                </a:cubicBezTo>
                <a:cubicBezTo>
                  <a:pt x="2098" y="331"/>
                  <a:pt x="2111" y="317"/>
                  <a:pt x="2128" y="317"/>
                </a:cubicBezTo>
                <a:cubicBezTo>
                  <a:pt x="2145" y="317"/>
                  <a:pt x="2159" y="331"/>
                  <a:pt x="2159" y="348"/>
                </a:cubicBezTo>
                <a:close/>
                <a:moveTo>
                  <a:pt x="8413" y="4458"/>
                </a:moveTo>
                <a:cubicBezTo>
                  <a:pt x="8413" y="4483"/>
                  <a:pt x="8393" y="4503"/>
                  <a:pt x="8369" y="4503"/>
                </a:cubicBezTo>
                <a:cubicBezTo>
                  <a:pt x="8344" y="4503"/>
                  <a:pt x="8325" y="4483"/>
                  <a:pt x="8325" y="4458"/>
                </a:cubicBezTo>
                <a:cubicBezTo>
                  <a:pt x="8325" y="4434"/>
                  <a:pt x="8344" y="4414"/>
                  <a:pt x="8369" y="4414"/>
                </a:cubicBezTo>
                <a:cubicBezTo>
                  <a:pt x="8393" y="4414"/>
                  <a:pt x="8413" y="4434"/>
                  <a:pt x="8413" y="4458"/>
                </a:cubicBezTo>
                <a:close/>
                <a:moveTo>
                  <a:pt x="5604" y="4431"/>
                </a:moveTo>
                <a:cubicBezTo>
                  <a:pt x="5604" y="4449"/>
                  <a:pt x="5589" y="4464"/>
                  <a:pt x="5571" y="4464"/>
                </a:cubicBezTo>
                <a:cubicBezTo>
                  <a:pt x="5553" y="4464"/>
                  <a:pt x="5538" y="4449"/>
                  <a:pt x="5538" y="4431"/>
                </a:cubicBezTo>
                <a:cubicBezTo>
                  <a:pt x="5538" y="4413"/>
                  <a:pt x="5553" y="4398"/>
                  <a:pt x="5571" y="4398"/>
                </a:cubicBezTo>
                <a:cubicBezTo>
                  <a:pt x="5589" y="4398"/>
                  <a:pt x="5604" y="4413"/>
                  <a:pt x="5604" y="4431"/>
                </a:cubicBezTo>
                <a:close/>
                <a:moveTo>
                  <a:pt x="7106" y="4452"/>
                </a:moveTo>
                <a:cubicBezTo>
                  <a:pt x="7106" y="4489"/>
                  <a:pt x="7075" y="4519"/>
                  <a:pt x="7038" y="4519"/>
                </a:cubicBezTo>
                <a:cubicBezTo>
                  <a:pt x="7001" y="4519"/>
                  <a:pt x="6970" y="4489"/>
                  <a:pt x="6970" y="4452"/>
                </a:cubicBezTo>
                <a:cubicBezTo>
                  <a:pt x="6970" y="4414"/>
                  <a:pt x="7001" y="4384"/>
                  <a:pt x="7038" y="4384"/>
                </a:cubicBezTo>
                <a:cubicBezTo>
                  <a:pt x="7075" y="4384"/>
                  <a:pt x="7106" y="4414"/>
                  <a:pt x="7106" y="4452"/>
                </a:cubicBezTo>
                <a:close/>
                <a:moveTo>
                  <a:pt x="686" y="3606"/>
                </a:moveTo>
                <a:cubicBezTo>
                  <a:pt x="686" y="3634"/>
                  <a:pt x="664" y="3657"/>
                  <a:pt x="636" y="3657"/>
                </a:cubicBezTo>
                <a:cubicBezTo>
                  <a:pt x="608" y="3657"/>
                  <a:pt x="585" y="3634"/>
                  <a:pt x="585" y="3606"/>
                </a:cubicBezTo>
                <a:cubicBezTo>
                  <a:pt x="585" y="3578"/>
                  <a:pt x="608" y="3556"/>
                  <a:pt x="636" y="3556"/>
                </a:cubicBezTo>
                <a:cubicBezTo>
                  <a:pt x="664" y="3556"/>
                  <a:pt x="686" y="3578"/>
                  <a:pt x="686" y="3606"/>
                </a:cubicBezTo>
                <a:close/>
                <a:moveTo>
                  <a:pt x="8484" y="2315"/>
                </a:moveTo>
                <a:cubicBezTo>
                  <a:pt x="8484" y="2346"/>
                  <a:pt x="8458" y="2371"/>
                  <a:pt x="8427" y="2371"/>
                </a:cubicBezTo>
                <a:cubicBezTo>
                  <a:pt x="8396" y="2371"/>
                  <a:pt x="8371" y="2346"/>
                  <a:pt x="8371" y="2315"/>
                </a:cubicBezTo>
                <a:cubicBezTo>
                  <a:pt x="8371" y="2283"/>
                  <a:pt x="8396" y="2258"/>
                  <a:pt x="8427" y="2258"/>
                </a:cubicBezTo>
                <a:cubicBezTo>
                  <a:pt x="8458" y="2258"/>
                  <a:pt x="8484" y="2283"/>
                  <a:pt x="8484" y="2315"/>
                </a:cubicBezTo>
                <a:close/>
                <a:moveTo>
                  <a:pt x="8982" y="2220"/>
                </a:moveTo>
                <a:cubicBezTo>
                  <a:pt x="8982" y="2248"/>
                  <a:pt x="8959" y="2270"/>
                  <a:pt x="8931" y="2270"/>
                </a:cubicBezTo>
                <a:cubicBezTo>
                  <a:pt x="8903" y="2270"/>
                  <a:pt x="8880" y="2248"/>
                  <a:pt x="8880" y="2220"/>
                </a:cubicBezTo>
                <a:cubicBezTo>
                  <a:pt x="8880" y="2192"/>
                  <a:pt x="8903" y="2169"/>
                  <a:pt x="8931" y="2169"/>
                </a:cubicBezTo>
                <a:cubicBezTo>
                  <a:pt x="8959" y="2169"/>
                  <a:pt x="8982" y="2192"/>
                  <a:pt x="8982" y="2220"/>
                </a:cubicBezTo>
                <a:close/>
                <a:moveTo>
                  <a:pt x="8966" y="269"/>
                </a:moveTo>
                <a:cubicBezTo>
                  <a:pt x="8966" y="307"/>
                  <a:pt x="8935" y="338"/>
                  <a:pt x="8897" y="338"/>
                </a:cubicBezTo>
                <a:cubicBezTo>
                  <a:pt x="8859" y="338"/>
                  <a:pt x="8828" y="307"/>
                  <a:pt x="8828" y="269"/>
                </a:cubicBezTo>
                <a:cubicBezTo>
                  <a:pt x="8828" y="231"/>
                  <a:pt x="8859" y="200"/>
                  <a:pt x="8897" y="200"/>
                </a:cubicBezTo>
                <a:cubicBezTo>
                  <a:pt x="8935" y="200"/>
                  <a:pt x="8966" y="231"/>
                  <a:pt x="8966" y="269"/>
                </a:cubicBezTo>
                <a:close/>
                <a:moveTo>
                  <a:pt x="3191" y="2893"/>
                </a:moveTo>
                <a:cubicBezTo>
                  <a:pt x="3191" y="2916"/>
                  <a:pt x="3172" y="2934"/>
                  <a:pt x="3149" y="2934"/>
                </a:cubicBezTo>
                <a:cubicBezTo>
                  <a:pt x="3126" y="2934"/>
                  <a:pt x="3108" y="2916"/>
                  <a:pt x="3108" y="2893"/>
                </a:cubicBezTo>
                <a:cubicBezTo>
                  <a:pt x="3108" y="2870"/>
                  <a:pt x="3126" y="2851"/>
                  <a:pt x="3149" y="2851"/>
                </a:cubicBezTo>
                <a:cubicBezTo>
                  <a:pt x="3172" y="2851"/>
                  <a:pt x="3191" y="2870"/>
                  <a:pt x="3191" y="2893"/>
                </a:cubicBezTo>
                <a:close/>
                <a:moveTo>
                  <a:pt x="8007" y="3360"/>
                </a:moveTo>
                <a:cubicBezTo>
                  <a:pt x="8007" y="3393"/>
                  <a:pt x="7981" y="3420"/>
                  <a:pt x="7948" y="3420"/>
                </a:cubicBezTo>
                <a:cubicBezTo>
                  <a:pt x="7914" y="3420"/>
                  <a:pt x="7888" y="3393"/>
                  <a:pt x="7888" y="3360"/>
                </a:cubicBezTo>
                <a:cubicBezTo>
                  <a:pt x="7888" y="3327"/>
                  <a:pt x="7914" y="3300"/>
                  <a:pt x="7948" y="3300"/>
                </a:cubicBezTo>
                <a:cubicBezTo>
                  <a:pt x="7981" y="3300"/>
                  <a:pt x="8007" y="3327"/>
                  <a:pt x="8007" y="3360"/>
                </a:cubicBezTo>
                <a:close/>
                <a:moveTo>
                  <a:pt x="1141" y="5516"/>
                </a:moveTo>
                <a:cubicBezTo>
                  <a:pt x="1141" y="5550"/>
                  <a:pt x="1113" y="5579"/>
                  <a:pt x="1078" y="5579"/>
                </a:cubicBezTo>
                <a:cubicBezTo>
                  <a:pt x="1044" y="5579"/>
                  <a:pt x="1016" y="5550"/>
                  <a:pt x="1016" y="5516"/>
                </a:cubicBezTo>
                <a:cubicBezTo>
                  <a:pt x="1016" y="5481"/>
                  <a:pt x="1044" y="5453"/>
                  <a:pt x="1078" y="5453"/>
                </a:cubicBezTo>
                <a:cubicBezTo>
                  <a:pt x="1113" y="5453"/>
                  <a:pt x="1141" y="5481"/>
                  <a:pt x="1141" y="5516"/>
                </a:cubicBezTo>
                <a:close/>
                <a:moveTo>
                  <a:pt x="6826" y="1438"/>
                </a:moveTo>
                <a:cubicBezTo>
                  <a:pt x="6826" y="1461"/>
                  <a:pt x="6808" y="1479"/>
                  <a:pt x="6786" y="1479"/>
                </a:cubicBezTo>
                <a:cubicBezTo>
                  <a:pt x="6763" y="1479"/>
                  <a:pt x="6745" y="1461"/>
                  <a:pt x="6745" y="1438"/>
                </a:cubicBezTo>
                <a:cubicBezTo>
                  <a:pt x="6745" y="1416"/>
                  <a:pt x="6763" y="1398"/>
                  <a:pt x="6786" y="1398"/>
                </a:cubicBezTo>
                <a:cubicBezTo>
                  <a:pt x="6808" y="1398"/>
                  <a:pt x="6826" y="1416"/>
                  <a:pt x="6826" y="1438"/>
                </a:cubicBezTo>
                <a:close/>
                <a:moveTo>
                  <a:pt x="4594" y="461"/>
                </a:moveTo>
                <a:cubicBezTo>
                  <a:pt x="4594" y="498"/>
                  <a:pt x="4563" y="529"/>
                  <a:pt x="4526" y="529"/>
                </a:cubicBezTo>
                <a:cubicBezTo>
                  <a:pt x="4488" y="529"/>
                  <a:pt x="4458" y="498"/>
                  <a:pt x="4458" y="461"/>
                </a:cubicBezTo>
                <a:cubicBezTo>
                  <a:pt x="4458" y="423"/>
                  <a:pt x="4488" y="393"/>
                  <a:pt x="4526" y="393"/>
                </a:cubicBezTo>
                <a:cubicBezTo>
                  <a:pt x="4563" y="393"/>
                  <a:pt x="4594" y="423"/>
                  <a:pt x="4594" y="461"/>
                </a:cubicBezTo>
                <a:close/>
                <a:moveTo>
                  <a:pt x="4125" y="5968"/>
                </a:moveTo>
                <a:cubicBezTo>
                  <a:pt x="4125" y="5989"/>
                  <a:pt x="4108" y="6005"/>
                  <a:pt x="4088" y="6005"/>
                </a:cubicBezTo>
                <a:cubicBezTo>
                  <a:pt x="4067" y="6005"/>
                  <a:pt x="4051" y="5989"/>
                  <a:pt x="4051" y="5968"/>
                </a:cubicBezTo>
                <a:cubicBezTo>
                  <a:pt x="4051" y="5947"/>
                  <a:pt x="4067" y="5931"/>
                  <a:pt x="4088" y="5931"/>
                </a:cubicBezTo>
                <a:cubicBezTo>
                  <a:pt x="4108" y="5931"/>
                  <a:pt x="4125" y="5947"/>
                  <a:pt x="4125" y="5968"/>
                </a:cubicBezTo>
                <a:close/>
                <a:moveTo>
                  <a:pt x="6522" y="5010"/>
                </a:moveTo>
                <a:cubicBezTo>
                  <a:pt x="6522" y="5040"/>
                  <a:pt x="6497" y="5065"/>
                  <a:pt x="6466" y="5065"/>
                </a:cubicBezTo>
                <a:cubicBezTo>
                  <a:pt x="6435" y="5065"/>
                  <a:pt x="6410" y="5040"/>
                  <a:pt x="6410" y="5010"/>
                </a:cubicBezTo>
                <a:cubicBezTo>
                  <a:pt x="6410" y="4979"/>
                  <a:pt x="6435" y="4954"/>
                  <a:pt x="6466" y="4954"/>
                </a:cubicBezTo>
                <a:cubicBezTo>
                  <a:pt x="6497" y="4954"/>
                  <a:pt x="6522" y="4979"/>
                  <a:pt x="6522" y="5010"/>
                </a:cubicBezTo>
                <a:close/>
                <a:moveTo>
                  <a:pt x="4287" y="176"/>
                </a:moveTo>
                <a:cubicBezTo>
                  <a:pt x="4287" y="202"/>
                  <a:pt x="4265" y="223"/>
                  <a:pt x="4239" y="223"/>
                </a:cubicBezTo>
                <a:cubicBezTo>
                  <a:pt x="4213" y="223"/>
                  <a:pt x="4192" y="202"/>
                  <a:pt x="4192" y="176"/>
                </a:cubicBezTo>
                <a:cubicBezTo>
                  <a:pt x="4192" y="150"/>
                  <a:pt x="4213" y="128"/>
                  <a:pt x="4239" y="128"/>
                </a:cubicBezTo>
                <a:cubicBezTo>
                  <a:pt x="4265" y="128"/>
                  <a:pt x="4287" y="150"/>
                  <a:pt x="4287" y="176"/>
                </a:cubicBezTo>
                <a:close/>
                <a:moveTo>
                  <a:pt x="3981" y="5916"/>
                </a:moveTo>
                <a:cubicBezTo>
                  <a:pt x="3981" y="5954"/>
                  <a:pt x="3951" y="5985"/>
                  <a:pt x="3913" y="5985"/>
                </a:cubicBezTo>
                <a:cubicBezTo>
                  <a:pt x="3874" y="5985"/>
                  <a:pt x="3844" y="5954"/>
                  <a:pt x="3844" y="5916"/>
                </a:cubicBezTo>
                <a:cubicBezTo>
                  <a:pt x="3844" y="5878"/>
                  <a:pt x="3874" y="5847"/>
                  <a:pt x="3913" y="5847"/>
                </a:cubicBezTo>
                <a:cubicBezTo>
                  <a:pt x="3951" y="5847"/>
                  <a:pt x="3981" y="5878"/>
                  <a:pt x="3981" y="5916"/>
                </a:cubicBezTo>
                <a:close/>
                <a:moveTo>
                  <a:pt x="9560" y="6134"/>
                </a:moveTo>
                <a:cubicBezTo>
                  <a:pt x="9560" y="6155"/>
                  <a:pt x="9544" y="6171"/>
                  <a:pt x="9523" y="6171"/>
                </a:cubicBezTo>
                <a:cubicBezTo>
                  <a:pt x="9503" y="6171"/>
                  <a:pt x="9487" y="6155"/>
                  <a:pt x="9487" y="6134"/>
                </a:cubicBezTo>
                <a:cubicBezTo>
                  <a:pt x="9487" y="6114"/>
                  <a:pt x="9503" y="6098"/>
                  <a:pt x="9523" y="6098"/>
                </a:cubicBezTo>
                <a:cubicBezTo>
                  <a:pt x="9544" y="6098"/>
                  <a:pt x="9560" y="6114"/>
                  <a:pt x="9560" y="6134"/>
                </a:cubicBezTo>
                <a:close/>
                <a:moveTo>
                  <a:pt x="374" y="1868"/>
                </a:moveTo>
                <a:cubicBezTo>
                  <a:pt x="374" y="1885"/>
                  <a:pt x="361" y="1898"/>
                  <a:pt x="344" y="1898"/>
                </a:cubicBezTo>
                <a:cubicBezTo>
                  <a:pt x="327" y="1898"/>
                  <a:pt x="314" y="1885"/>
                  <a:pt x="314" y="1868"/>
                </a:cubicBezTo>
                <a:cubicBezTo>
                  <a:pt x="314" y="1851"/>
                  <a:pt x="327" y="1838"/>
                  <a:pt x="344" y="1838"/>
                </a:cubicBezTo>
                <a:cubicBezTo>
                  <a:pt x="361" y="1838"/>
                  <a:pt x="374" y="1851"/>
                  <a:pt x="374" y="1868"/>
                </a:cubicBezTo>
                <a:close/>
                <a:moveTo>
                  <a:pt x="1265" y="3636"/>
                </a:moveTo>
                <a:cubicBezTo>
                  <a:pt x="1265" y="3657"/>
                  <a:pt x="1248" y="3674"/>
                  <a:pt x="1227" y="3674"/>
                </a:cubicBezTo>
                <a:cubicBezTo>
                  <a:pt x="1206" y="3674"/>
                  <a:pt x="1189" y="3657"/>
                  <a:pt x="1189" y="3636"/>
                </a:cubicBezTo>
                <a:cubicBezTo>
                  <a:pt x="1189" y="3615"/>
                  <a:pt x="1206" y="3598"/>
                  <a:pt x="1227" y="3598"/>
                </a:cubicBezTo>
                <a:cubicBezTo>
                  <a:pt x="1248" y="3598"/>
                  <a:pt x="1265" y="3615"/>
                  <a:pt x="1265" y="3636"/>
                </a:cubicBezTo>
                <a:close/>
                <a:moveTo>
                  <a:pt x="6138" y="2417"/>
                </a:moveTo>
                <a:cubicBezTo>
                  <a:pt x="6138" y="2440"/>
                  <a:pt x="6119" y="2458"/>
                  <a:pt x="6097" y="2458"/>
                </a:cubicBezTo>
                <a:cubicBezTo>
                  <a:pt x="6074" y="2458"/>
                  <a:pt x="6056" y="2440"/>
                  <a:pt x="6056" y="2417"/>
                </a:cubicBezTo>
                <a:cubicBezTo>
                  <a:pt x="6056" y="2395"/>
                  <a:pt x="6074" y="2376"/>
                  <a:pt x="6097" y="2376"/>
                </a:cubicBezTo>
                <a:cubicBezTo>
                  <a:pt x="6119" y="2376"/>
                  <a:pt x="6138" y="2395"/>
                  <a:pt x="6138" y="2417"/>
                </a:cubicBezTo>
                <a:close/>
                <a:moveTo>
                  <a:pt x="9712" y="1212"/>
                </a:moveTo>
                <a:cubicBezTo>
                  <a:pt x="9712" y="1248"/>
                  <a:pt x="9683" y="1277"/>
                  <a:pt x="9647" y="1277"/>
                </a:cubicBezTo>
                <a:cubicBezTo>
                  <a:pt x="9610" y="1277"/>
                  <a:pt x="9581" y="1248"/>
                  <a:pt x="9581" y="1212"/>
                </a:cubicBezTo>
                <a:cubicBezTo>
                  <a:pt x="9581" y="1176"/>
                  <a:pt x="9610" y="1147"/>
                  <a:pt x="9647" y="1147"/>
                </a:cubicBezTo>
                <a:cubicBezTo>
                  <a:pt x="9683" y="1147"/>
                  <a:pt x="9712" y="1176"/>
                  <a:pt x="9712" y="1212"/>
                </a:cubicBezTo>
                <a:close/>
                <a:moveTo>
                  <a:pt x="5302" y="4168"/>
                </a:moveTo>
                <a:cubicBezTo>
                  <a:pt x="5302" y="4187"/>
                  <a:pt x="5286" y="4203"/>
                  <a:pt x="5266" y="4203"/>
                </a:cubicBezTo>
                <a:cubicBezTo>
                  <a:pt x="5246" y="4203"/>
                  <a:pt x="5230" y="4187"/>
                  <a:pt x="5230" y="4168"/>
                </a:cubicBezTo>
                <a:cubicBezTo>
                  <a:pt x="5230" y="4148"/>
                  <a:pt x="5246" y="4132"/>
                  <a:pt x="5266" y="4132"/>
                </a:cubicBezTo>
                <a:cubicBezTo>
                  <a:pt x="5286" y="4132"/>
                  <a:pt x="5302" y="4148"/>
                  <a:pt x="5302" y="4168"/>
                </a:cubicBezTo>
                <a:close/>
                <a:moveTo>
                  <a:pt x="7463" y="5573"/>
                </a:moveTo>
                <a:cubicBezTo>
                  <a:pt x="7463" y="5593"/>
                  <a:pt x="7446" y="5610"/>
                  <a:pt x="7425" y="5610"/>
                </a:cubicBezTo>
                <a:cubicBezTo>
                  <a:pt x="7405" y="5610"/>
                  <a:pt x="7388" y="5593"/>
                  <a:pt x="7388" y="5573"/>
                </a:cubicBezTo>
                <a:cubicBezTo>
                  <a:pt x="7388" y="5552"/>
                  <a:pt x="7405" y="5535"/>
                  <a:pt x="7425" y="5535"/>
                </a:cubicBezTo>
                <a:cubicBezTo>
                  <a:pt x="7446" y="5535"/>
                  <a:pt x="7463" y="5552"/>
                  <a:pt x="7463" y="5573"/>
                </a:cubicBezTo>
                <a:close/>
                <a:moveTo>
                  <a:pt x="4780" y="4108"/>
                </a:moveTo>
                <a:cubicBezTo>
                  <a:pt x="4780" y="4135"/>
                  <a:pt x="4758" y="4157"/>
                  <a:pt x="4731" y="4157"/>
                </a:cubicBezTo>
                <a:cubicBezTo>
                  <a:pt x="4704" y="4157"/>
                  <a:pt x="4682" y="4135"/>
                  <a:pt x="4682" y="4108"/>
                </a:cubicBezTo>
                <a:cubicBezTo>
                  <a:pt x="4682" y="4081"/>
                  <a:pt x="4704" y="4059"/>
                  <a:pt x="4731" y="4059"/>
                </a:cubicBezTo>
                <a:cubicBezTo>
                  <a:pt x="4758" y="4059"/>
                  <a:pt x="4780" y="4081"/>
                  <a:pt x="4780" y="4108"/>
                </a:cubicBezTo>
                <a:close/>
                <a:moveTo>
                  <a:pt x="7538" y="4052"/>
                </a:moveTo>
                <a:cubicBezTo>
                  <a:pt x="7538" y="4075"/>
                  <a:pt x="7519" y="4094"/>
                  <a:pt x="7495" y="4094"/>
                </a:cubicBezTo>
                <a:cubicBezTo>
                  <a:pt x="7472" y="4094"/>
                  <a:pt x="7453" y="4075"/>
                  <a:pt x="7453" y="4052"/>
                </a:cubicBezTo>
                <a:cubicBezTo>
                  <a:pt x="7453" y="4028"/>
                  <a:pt x="7472" y="4009"/>
                  <a:pt x="7495" y="4009"/>
                </a:cubicBezTo>
                <a:cubicBezTo>
                  <a:pt x="7519" y="4009"/>
                  <a:pt x="7538" y="4028"/>
                  <a:pt x="7538" y="4052"/>
                </a:cubicBezTo>
                <a:close/>
                <a:moveTo>
                  <a:pt x="6842" y="4850"/>
                </a:moveTo>
                <a:cubicBezTo>
                  <a:pt x="6842" y="4877"/>
                  <a:pt x="6820" y="4899"/>
                  <a:pt x="6793" y="4899"/>
                </a:cubicBezTo>
                <a:cubicBezTo>
                  <a:pt x="6766" y="4899"/>
                  <a:pt x="6744" y="4877"/>
                  <a:pt x="6744" y="4850"/>
                </a:cubicBezTo>
                <a:cubicBezTo>
                  <a:pt x="6744" y="4824"/>
                  <a:pt x="6766" y="4802"/>
                  <a:pt x="6793" y="4802"/>
                </a:cubicBezTo>
                <a:cubicBezTo>
                  <a:pt x="6820" y="4802"/>
                  <a:pt x="6842" y="4824"/>
                  <a:pt x="6842" y="4850"/>
                </a:cubicBezTo>
                <a:close/>
                <a:moveTo>
                  <a:pt x="5944" y="3992"/>
                </a:moveTo>
                <a:cubicBezTo>
                  <a:pt x="5944" y="4019"/>
                  <a:pt x="5922" y="4041"/>
                  <a:pt x="5895" y="4041"/>
                </a:cubicBezTo>
                <a:cubicBezTo>
                  <a:pt x="5868" y="4041"/>
                  <a:pt x="5846" y="4019"/>
                  <a:pt x="5846" y="3992"/>
                </a:cubicBezTo>
                <a:cubicBezTo>
                  <a:pt x="5846" y="3965"/>
                  <a:pt x="5868" y="3943"/>
                  <a:pt x="5895" y="3943"/>
                </a:cubicBezTo>
                <a:cubicBezTo>
                  <a:pt x="5922" y="3943"/>
                  <a:pt x="5944" y="3965"/>
                  <a:pt x="5944" y="3992"/>
                </a:cubicBezTo>
                <a:close/>
                <a:moveTo>
                  <a:pt x="991" y="2585"/>
                </a:moveTo>
                <a:cubicBezTo>
                  <a:pt x="991" y="2619"/>
                  <a:pt x="963" y="2646"/>
                  <a:pt x="930" y="2646"/>
                </a:cubicBezTo>
                <a:cubicBezTo>
                  <a:pt x="896" y="2646"/>
                  <a:pt x="869" y="2619"/>
                  <a:pt x="869" y="2585"/>
                </a:cubicBezTo>
                <a:cubicBezTo>
                  <a:pt x="869" y="2551"/>
                  <a:pt x="896" y="2524"/>
                  <a:pt x="930" y="2524"/>
                </a:cubicBezTo>
                <a:cubicBezTo>
                  <a:pt x="963" y="2524"/>
                  <a:pt x="991" y="2551"/>
                  <a:pt x="991" y="2585"/>
                </a:cubicBezTo>
                <a:close/>
                <a:moveTo>
                  <a:pt x="7266" y="517"/>
                </a:moveTo>
                <a:cubicBezTo>
                  <a:pt x="7266" y="544"/>
                  <a:pt x="7244" y="566"/>
                  <a:pt x="7217" y="566"/>
                </a:cubicBezTo>
                <a:cubicBezTo>
                  <a:pt x="7190" y="566"/>
                  <a:pt x="7168" y="544"/>
                  <a:pt x="7168" y="517"/>
                </a:cubicBezTo>
                <a:cubicBezTo>
                  <a:pt x="7168" y="490"/>
                  <a:pt x="7190" y="468"/>
                  <a:pt x="7217" y="468"/>
                </a:cubicBezTo>
                <a:cubicBezTo>
                  <a:pt x="7244" y="468"/>
                  <a:pt x="7266" y="490"/>
                  <a:pt x="7266" y="517"/>
                </a:cubicBezTo>
                <a:close/>
                <a:moveTo>
                  <a:pt x="5905" y="3361"/>
                </a:moveTo>
                <a:cubicBezTo>
                  <a:pt x="5905" y="3381"/>
                  <a:pt x="5889" y="3397"/>
                  <a:pt x="5869" y="3397"/>
                </a:cubicBezTo>
                <a:cubicBezTo>
                  <a:pt x="5849" y="3397"/>
                  <a:pt x="5833" y="3381"/>
                  <a:pt x="5833" y="3361"/>
                </a:cubicBezTo>
                <a:cubicBezTo>
                  <a:pt x="5833" y="3341"/>
                  <a:pt x="5849" y="3325"/>
                  <a:pt x="5869" y="3325"/>
                </a:cubicBezTo>
                <a:cubicBezTo>
                  <a:pt x="5889" y="3325"/>
                  <a:pt x="5905" y="3341"/>
                  <a:pt x="5905" y="3361"/>
                </a:cubicBezTo>
                <a:close/>
                <a:moveTo>
                  <a:pt x="6504" y="4381"/>
                </a:moveTo>
                <a:cubicBezTo>
                  <a:pt x="6504" y="4409"/>
                  <a:pt x="6481" y="4432"/>
                  <a:pt x="6453" y="4432"/>
                </a:cubicBezTo>
                <a:cubicBezTo>
                  <a:pt x="6424" y="4432"/>
                  <a:pt x="6401" y="4409"/>
                  <a:pt x="6401" y="4381"/>
                </a:cubicBezTo>
                <a:cubicBezTo>
                  <a:pt x="6401" y="4352"/>
                  <a:pt x="6424" y="4329"/>
                  <a:pt x="6453" y="4329"/>
                </a:cubicBezTo>
                <a:cubicBezTo>
                  <a:pt x="6481" y="4329"/>
                  <a:pt x="6504" y="4352"/>
                  <a:pt x="6504" y="4381"/>
                </a:cubicBezTo>
                <a:close/>
                <a:moveTo>
                  <a:pt x="9383" y="3638"/>
                </a:moveTo>
                <a:cubicBezTo>
                  <a:pt x="9383" y="3655"/>
                  <a:pt x="9369" y="3669"/>
                  <a:pt x="9353" y="3669"/>
                </a:cubicBezTo>
                <a:cubicBezTo>
                  <a:pt x="9336" y="3669"/>
                  <a:pt x="9322" y="3655"/>
                  <a:pt x="9322" y="3638"/>
                </a:cubicBezTo>
                <a:cubicBezTo>
                  <a:pt x="9322" y="3622"/>
                  <a:pt x="9336" y="3608"/>
                  <a:pt x="9353" y="3608"/>
                </a:cubicBezTo>
                <a:cubicBezTo>
                  <a:pt x="9369" y="3608"/>
                  <a:pt x="9383" y="3622"/>
                  <a:pt x="9383" y="3638"/>
                </a:cubicBezTo>
                <a:close/>
                <a:moveTo>
                  <a:pt x="2904" y="4410"/>
                </a:moveTo>
                <a:cubicBezTo>
                  <a:pt x="2904" y="4428"/>
                  <a:pt x="2889" y="4443"/>
                  <a:pt x="2871" y="4443"/>
                </a:cubicBezTo>
                <a:cubicBezTo>
                  <a:pt x="2852" y="4443"/>
                  <a:pt x="2837" y="4428"/>
                  <a:pt x="2837" y="4410"/>
                </a:cubicBezTo>
                <a:cubicBezTo>
                  <a:pt x="2837" y="4392"/>
                  <a:pt x="2852" y="4377"/>
                  <a:pt x="2871" y="4377"/>
                </a:cubicBezTo>
                <a:cubicBezTo>
                  <a:pt x="2889" y="4377"/>
                  <a:pt x="2904" y="4392"/>
                  <a:pt x="2904" y="4410"/>
                </a:cubicBezTo>
                <a:close/>
                <a:moveTo>
                  <a:pt x="9665" y="4391"/>
                </a:moveTo>
                <a:cubicBezTo>
                  <a:pt x="9665" y="4425"/>
                  <a:pt x="9638" y="4452"/>
                  <a:pt x="9604" y="4452"/>
                </a:cubicBezTo>
                <a:cubicBezTo>
                  <a:pt x="9571" y="4452"/>
                  <a:pt x="9543" y="4425"/>
                  <a:pt x="9543" y="4391"/>
                </a:cubicBezTo>
                <a:cubicBezTo>
                  <a:pt x="9543" y="4358"/>
                  <a:pt x="9571" y="4331"/>
                  <a:pt x="9604" y="4331"/>
                </a:cubicBezTo>
                <a:cubicBezTo>
                  <a:pt x="9638" y="4331"/>
                  <a:pt x="9665" y="4358"/>
                  <a:pt x="9665" y="4391"/>
                </a:cubicBezTo>
                <a:close/>
                <a:moveTo>
                  <a:pt x="1798" y="99"/>
                </a:moveTo>
                <a:cubicBezTo>
                  <a:pt x="1798" y="135"/>
                  <a:pt x="1768" y="164"/>
                  <a:pt x="1733" y="164"/>
                </a:cubicBezTo>
                <a:cubicBezTo>
                  <a:pt x="1697" y="164"/>
                  <a:pt x="1668" y="135"/>
                  <a:pt x="1668" y="99"/>
                </a:cubicBezTo>
                <a:cubicBezTo>
                  <a:pt x="1668" y="63"/>
                  <a:pt x="1697" y="34"/>
                  <a:pt x="1733" y="34"/>
                </a:cubicBezTo>
                <a:cubicBezTo>
                  <a:pt x="1768" y="34"/>
                  <a:pt x="1798" y="63"/>
                  <a:pt x="1798" y="99"/>
                </a:cubicBezTo>
                <a:close/>
                <a:moveTo>
                  <a:pt x="5160" y="2798"/>
                </a:moveTo>
                <a:cubicBezTo>
                  <a:pt x="5160" y="2826"/>
                  <a:pt x="5137" y="2849"/>
                  <a:pt x="5109" y="2849"/>
                </a:cubicBezTo>
                <a:cubicBezTo>
                  <a:pt x="5081" y="2849"/>
                  <a:pt x="5058" y="2826"/>
                  <a:pt x="5058" y="2798"/>
                </a:cubicBezTo>
                <a:cubicBezTo>
                  <a:pt x="5058" y="2770"/>
                  <a:pt x="5081" y="2747"/>
                  <a:pt x="5109" y="2747"/>
                </a:cubicBezTo>
                <a:cubicBezTo>
                  <a:pt x="5137" y="2747"/>
                  <a:pt x="5160" y="2770"/>
                  <a:pt x="5160" y="2798"/>
                </a:cubicBezTo>
                <a:close/>
                <a:moveTo>
                  <a:pt x="7716" y="2367"/>
                </a:moveTo>
                <a:cubicBezTo>
                  <a:pt x="7716" y="2400"/>
                  <a:pt x="7689" y="2428"/>
                  <a:pt x="7656" y="2428"/>
                </a:cubicBezTo>
                <a:cubicBezTo>
                  <a:pt x="7622" y="2428"/>
                  <a:pt x="7595" y="2400"/>
                  <a:pt x="7595" y="2367"/>
                </a:cubicBezTo>
                <a:cubicBezTo>
                  <a:pt x="7595" y="2333"/>
                  <a:pt x="7622" y="2306"/>
                  <a:pt x="7656" y="2306"/>
                </a:cubicBezTo>
                <a:cubicBezTo>
                  <a:pt x="7689" y="2306"/>
                  <a:pt x="7716" y="2333"/>
                  <a:pt x="7716" y="2367"/>
                </a:cubicBezTo>
                <a:close/>
                <a:moveTo>
                  <a:pt x="1711" y="6135"/>
                </a:moveTo>
                <a:cubicBezTo>
                  <a:pt x="1711" y="6167"/>
                  <a:pt x="1685" y="6193"/>
                  <a:pt x="1653" y="6193"/>
                </a:cubicBezTo>
                <a:cubicBezTo>
                  <a:pt x="1621" y="6193"/>
                  <a:pt x="1596" y="6167"/>
                  <a:pt x="1596" y="6135"/>
                </a:cubicBezTo>
                <a:cubicBezTo>
                  <a:pt x="1596" y="6103"/>
                  <a:pt x="1621" y="6077"/>
                  <a:pt x="1653" y="6077"/>
                </a:cubicBezTo>
                <a:cubicBezTo>
                  <a:pt x="1685" y="6077"/>
                  <a:pt x="1711" y="6103"/>
                  <a:pt x="1711" y="6135"/>
                </a:cubicBezTo>
                <a:close/>
                <a:moveTo>
                  <a:pt x="3270" y="3015"/>
                </a:moveTo>
                <a:cubicBezTo>
                  <a:pt x="3270" y="3051"/>
                  <a:pt x="3240" y="3080"/>
                  <a:pt x="3204" y="3080"/>
                </a:cubicBezTo>
                <a:cubicBezTo>
                  <a:pt x="3168" y="3080"/>
                  <a:pt x="3139" y="3051"/>
                  <a:pt x="3139" y="3015"/>
                </a:cubicBezTo>
                <a:cubicBezTo>
                  <a:pt x="3139" y="2979"/>
                  <a:pt x="3168" y="2950"/>
                  <a:pt x="3204" y="2950"/>
                </a:cubicBezTo>
                <a:cubicBezTo>
                  <a:pt x="3240" y="2950"/>
                  <a:pt x="3270" y="2979"/>
                  <a:pt x="3270" y="3015"/>
                </a:cubicBezTo>
                <a:close/>
                <a:moveTo>
                  <a:pt x="3340" y="4391"/>
                </a:moveTo>
                <a:cubicBezTo>
                  <a:pt x="3340" y="4428"/>
                  <a:pt x="3310" y="4458"/>
                  <a:pt x="3274" y="4458"/>
                </a:cubicBezTo>
                <a:cubicBezTo>
                  <a:pt x="3237" y="4458"/>
                  <a:pt x="3207" y="4428"/>
                  <a:pt x="3207" y="4391"/>
                </a:cubicBezTo>
                <a:cubicBezTo>
                  <a:pt x="3207" y="4355"/>
                  <a:pt x="3237" y="4325"/>
                  <a:pt x="3274" y="4325"/>
                </a:cubicBezTo>
                <a:cubicBezTo>
                  <a:pt x="3310" y="4325"/>
                  <a:pt x="3340" y="4355"/>
                  <a:pt x="3340" y="4391"/>
                </a:cubicBezTo>
                <a:close/>
                <a:moveTo>
                  <a:pt x="9623" y="1643"/>
                </a:moveTo>
                <a:cubicBezTo>
                  <a:pt x="9623" y="1677"/>
                  <a:pt x="9595" y="1705"/>
                  <a:pt x="9561" y="1705"/>
                </a:cubicBezTo>
                <a:cubicBezTo>
                  <a:pt x="9527" y="1705"/>
                  <a:pt x="9499" y="1677"/>
                  <a:pt x="9499" y="1643"/>
                </a:cubicBezTo>
                <a:cubicBezTo>
                  <a:pt x="9499" y="1609"/>
                  <a:pt x="9527" y="1581"/>
                  <a:pt x="9561" y="1581"/>
                </a:cubicBezTo>
                <a:cubicBezTo>
                  <a:pt x="9595" y="1581"/>
                  <a:pt x="9623" y="1609"/>
                  <a:pt x="9623" y="1643"/>
                </a:cubicBezTo>
                <a:close/>
                <a:moveTo>
                  <a:pt x="6109" y="5070"/>
                </a:moveTo>
                <a:cubicBezTo>
                  <a:pt x="6109" y="5088"/>
                  <a:pt x="6094" y="5103"/>
                  <a:pt x="6076" y="5103"/>
                </a:cubicBezTo>
                <a:cubicBezTo>
                  <a:pt x="6058" y="5103"/>
                  <a:pt x="6043" y="5088"/>
                  <a:pt x="6043" y="5070"/>
                </a:cubicBezTo>
                <a:cubicBezTo>
                  <a:pt x="6043" y="5052"/>
                  <a:pt x="6058" y="5038"/>
                  <a:pt x="6076" y="5038"/>
                </a:cubicBezTo>
                <a:cubicBezTo>
                  <a:pt x="6094" y="5038"/>
                  <a:pt x="6109" y="5052"/>
                  <a:pt x="6109" y="5070"/>
                </a:cubicBezTo>
                <a:close/>
                <a:moveTo>
                  <a:pt x="4202" y="2857"/>
                </a:moveTo>
                <a:cubicBezTo>
                  <a:pt x="4202" y="2891"/>
                  <a:pt x="4174" y="2919"/>
                  <a:pt x="4139" y="2919"/>
                </a:cubicBezTo>
                <a:cubicBezTo>
                  <a:pt x="4105" y="2919"/>
                  <a:pt x="4077" y="2891"/>
                  <a:pt x="4077" y="2857"/>
                </a:cubicBezTo>
                <a:cubicBezTo>
                  <a:pt x="4077" y="2822"/>
                  <a:pt x="4105" y="2794"/>
                  <a:pt x="4139" y="2794"/>
                </a:cubicBezTo>
                <a:cubicBezTo>
                  <a:pt x="4174" y="2794"/>
                  <a:pt x="4202" y="2822"/>
                  <a:pt x="4202" y="2857"/>
                </a:cubicBezTo>
                <a:close/>
                <a:moveTo>
                  <a:pt x="4564" y="318"/>
                </a:moveTo>
                <a:cubicBezTo>
                  <a:pt x="4564" y="339"/>
                  <a:pt x="4547" y="356"/>
                  <a:pt x="4526" y="356"/>
                </a:cubicBezTo>
                <a:cubicBezTo>
                  <a:pt x="4505" y="356"/>
                  <a:pt x="4487" y="339"/>
                  <a:pt x="4487" y="318"/>
                </a:cubicBezTo>
                <a:cubicBezTo>
                  <a:pt x="4487" y="297"/>
                  <a:pt x="4505" y="279"/>
                  <a:pt x="4526" y="279"/>
                </a:cubicBezTo>
                <a:cubicBezTo>
                  <a:pt x="4547" y="279"/>
                  <a:pt x="4564" y="297"/>
                  <a:pt x="4564" y="318"/>
                </a:cubicBezTo>
                <a:close/>
                <a:moveTo>
                  <a:pt x="8336" y="5531"/>
                </a:moveTo>
                <a:cubicBezTo>
                  <a:pt x="8336" y="5560"/>
                  <a:pt x="8312" y="5584"/>
                  <a:pt x="8283" y="5584"/>
                </a:cubicBezTo>
                <a:cubicBezTo>
                  <a:pt x="8253" y="5584"/>
                  <a:pt x="8230" y="5560"/>
                  <a:pt x="8230" y="5531"/>
                </a:cubicBezTo>
                <a:cubicBezTo>
                  <a:pt x="8230" y="5502"/>
                  <a:pt x="8253" y="5478"/>
                  <a:pt x="8283" y="5478"/>
                </a:cubicBezTo>
                <a:cubicBezTo>
                  <a:pt x="8312" y="5478"/>
                  <a:pt x="8336" y="5502"/>
                  <a:pt x="8336" y="5531"/>
                </a:cubicBezTo>
                <a:close/>
                <a:moveTo>
                  <a:pt x="905" y="4851"/>
                </a:moveTo>
                <a:cubicBezTo>
                  <a:pt x="905" y="4886"/>
                  <a:pt x="876" y="4915"/>
                  <a:pt x="840" y="4915"/>
                </a:cubicBezTo>
                <a:cubicBezTo>
                  <a:pt x="805" y="4915"/>
                  <a:pt x="776" y="4886"/>
                  <a:pt x="776" y="4851"/>
                </a:cubicBezTo>
                <a:cubicBezTo>
                  <a:pt x="776" y="4815"/>
                  <a:pt x="805" y="4786"/>
                  <a:pt x="840" y="4786"/>
                </a:cubicBezTo>
                <a:cubicBezTo>
                  <a:pt x="876" y="4786"/>
                  <a:pt x="905" y="4815"/>
                  <a:pt x="905" y="4851"/>
                </a:cubicBezTo>
                <a:close/>
                <a:moveTo>
                  <a:pt x="2935" y="3045"/>
                </a:moveTo>
                <a:cubicBezTo>
                  <a:pt x="2935" y="3068"/>
                  <a:pt x="2916" y="3086"/>
                  <a:pt x="2893" y="3086"/>
                </a:cubicBezTo>
                <a:cubicBezTo>
                  <a:pt x="2870" y="3086"/>
                  <a:pt x="2852" y="3068"/>
                  <a:pt x="2852" y="3045"/>
                </a:cubicBezTo>
                <a:cubicBezTo>
                  <a:pt x="2852" y="3022"/>
                  <a:pt x="2870" y="3003"/>
                  <a:pt x="2893" y="3003"/>
                </a:cubicBezTo>
                <a:cubicBezTo>
                  <a:pt x="2916" y="3003"/>
                  <a:pt x="2935" y="3022"/>
                  <a:pt x="2935" y="3045"/>
                </a:cubicBezTo>
                <a:close/>
                <a:moveTo>
                  <a:pt x="616" y="4607"/>
                </a:moveTo>
                <a:cubicBezTo>
                  <a:pt x="616" y="4627"/>
                  <a:pt x="600" y="4644"/>
                  <a:pt x="580" y="4644"/>
                </a:cubicBezTo>
                <a:cubicBezTo>
                  <a:pt x="560" y="4644"/>
                  <a:pt x="543" y="4627"/>
                  <a:pt x="543" y="4607"/>
                </a:cubicBezTo>
                <a:cubicBezTo>
                  <a:pt x="543" y="4587"/>
                  <a:pt x="560" y="4571"/>
                  <a:pt x="580" y="4571"/>
                </a:cubicBezTo>
                <a:cubicBezTo>
                  <a:pt x="600" y="4571"/>
                  <a:pt x="616" y="4587"/>
                  <a:pt x="616" y="4607"/>
                </a:cubicBezTo>
                <a:close/>
                <a:moveTo>
                  <a:pt x="946" y="5695"/>
                </a:moveTo>
                <a:cubicBezTo>
                  <a:pt x="946" y="5714"/>
                  <a:pt x="931" y="5729"/>
                  <a:pt x="912" y="5729"/>
                </a:cubicBezTo>
                <a:cubicBezTo>
                  <a:pt x="894" y="5729"/>
                  <a:pt x="878" y="5714"/>
                  <a:pt x="878" y="5695"/>
                </a:cubicBezTo>
                <a:cubicBezTo>
                  <a:pt x="878" y="5677"/>
                  <a:pt x="894" y="5662"/>
                  <a:pt x="912" y="5662"/>
                </a:cubicBezTo>
                <a:cubicBezTo>
                  <a:pt x="931" y="5662"/>
                  <a:pt x="946" y="5677"/>
                  <a:pt x="946" y="5695"/>
                </a:cubicBezTo>
                <a:close/>
                <a:moveTo>
                  <a:pt x="7612" y="5111"/>
                </a:moveTo>
                <a:cubicBezTo>
                  <a:pt x="7612" y="5133"/>
                  <a:pt x="7594" y="5151"/>
                  <a:pt x="7572" y="5151"/>
                </a:cubicBezTo>
                <a:cubicBezTo>
                  <a:pt x="7550" y="5151"/>
                  <a:pt x="7532" y="5133"/>
                  <a:pt x="7532" y="5111"/>
                </a:cubicBezTo>
                <a:cubicBezTo>
                  <a:pt x="7532" y="5088"/>
                  <a:pt x="7550" y="5070"/>
                  <a:pt x="7572" y="5070"/>
                </a:cubicBezTo>
                <a:cubicBezTo>
                  <a:pt x="7594" y="5070"/>
                  <a:pt x="7612" y="5088"/>
                  <a:pt x="7612" y="5111"/>
                </a:cubicBezTo>
                <a:close/>
                <a:moveTo>
                  <a:pt x="3793" y="1439"/>
                </a:moveTo>
                <a:cubicBezTo>
                  <a:pt x="3793" y="1472"/>
                  <a:pt x="3767" y="1498"/>
                  <a:pt x="3735" y="1498"/>
                </a:cubicBezTo>
                <a:cubicBezTo>
                  <a:pt x="3703" y="1498"/>
                  <a:pt x="3677" y="1472"/>
                  <a:pt x="3677" y="1439"/>
                </a:cubicBezTo>
                <a:cubicBezTo>
                  <a:pt x="3677" y="1407"/>
                  <a:pt x="3703" y="1381"/>
                  <a:pt x="3735" y="1381"/>
                </a:cubicBezTo>
                <a:cubicBezTo>
                  <a:pt x="3767" y="1381"/>
                  <a:pt x="3793" y="1407"/>
                  <a:pt x="3793" y="1439"/>
                </a:cubicBezTo>
                <a:close/>
                <a:moveTo>
                  <a:pt x="9739" y="4670"/>
                </a:moveTo>
                <a:cubicBezTo>
                  <a:pt x="9739" y="4697"/>
                  <a:pt x="9716" y="4720"/>
                  <a:pt x="9689" y="4720"/>
                </a:cubicBezTo>
                <a:cubicBezTo>
                  <a:pt x="9662" y="4720"/>
                  <a:pt x="9639" y="4697"/>
                  <a:pt x="9639" y="4670"/>
                </a:cubicBezTo>
                <a:cubicBezTo>
                  <a:pt x="9639" y="4642"/>
                  <a:pt x="9662" y="4620"/>
                  <a:pt x="9689" y="4620"/>
                </a:cubicBezTo>
                <a:cubicBezTo>
                  <a:pt x="9716" y="4620"/>
                  <a:pt x="9739" y="4642"/>
                  <a:pt x="9739" y="4670"/>
                </a:cubicBezTo>
                <a:close/>
                <a:moveTo>
                  <a:pt x="5429" y="2587"/>
                </a:moveTo>
                <a:cubicBezTo>
                  <a:pt x="5429" y="2619"/>
                  <a:pt x="5403" y="2645"/>
                  <a:pt x="5371" y="2645"/>
                </a:cubicBezTo>
                <a:cubicBezTo>
                  <a:pt x="5338" y="2645"/>
                  <a:pt x="5312" y="2619"/>
                  <a:pt x="5312" y="2587"/>
                </a:cubicBezTo>
                <a:cubicBezTo>
                  <a:pt x="5312" y="2555"/>
                  <a:pt x="5338" y="2528"/>
                  <a:pt x="5371" y="2528"/>
                </a:cubicBezTo>
                <a:cubicBezTo>
                  <a:pt x="5403" y="2528"/>
                  <a:pt x="5429" y="2555"/>
                  <a:pt x="5429" y="2587"/>
                </a:cubicBezTo>
                <a:close/>
                <a:moveTo>
                  <a:pt x="2775" y="1579"/>
                </a:moveTo>
                <a:cubicBezTo>
                  <a:pt x="2775" y="1611"/>
                  <a:pt x="2749" y="1637"/>
                  <a:pt x="2717" y="1637"/>
                </a:cubicBezTo>
                <a:cubicBezTo>
                  <a:pt x="2685" y="1637"/>
                  <a:pt x="2659" y="1611"/>
                  <a:pt x="2659" y="1579"/>
                </a:cubicBezTo>
                <a:cubicBezTo>
                  <a:pt x="2659" y="1547"/>
                  <a:pt x="2685" y="1521"/>
                  <a:pt x="2717" y="1521"/>
                </a:cubicBezTo>
                <a:cubicBezTo>
                  <a:pt x="2749" y="1521"/>
                  <a:pt x="2775" y="1547"/>
                  <a:pt x="2775" y="1579"/>
                </a:cubicBezTo>
                <a:close/>
                <a:moveTo>
                  <a:pt x="2633" y="6185"/>
                </a:moveTo>
                <a:cubicBezTo>
                  <a:pt x="2633" y="6218"/>
                  <a:pt x="2607" y="6244"/>
                  <a:pt x="2574" y="6244"/>
                </a:cubicBezTo>
                <a:cubicBezTo>
                  <a:pt x="2542" y="6244"/>
                  <a:pt x="2515" y="6218"/>
                  <a:pt x="2515" y="6185"/>
                </a:cubicBezTo>
                <a:cubicBezTo>
                  <a:pt x="2515" y="6152"/>
                  <a:pt x="2542" y="6126"/>
                  <a:pt x="2574" y="6126"/>
                </a:cubicBezTo>
                <a:cubicBezTo>
                  <a:pt x="2607" y="6126"/>
                  <a:pt x="2633" y="6152"/>
                  <a:pt x="2633" y="6185"/>
                </a:cubicBezTo>
                <a:close/>
                <a:moveTo>
                  <a:pt x="1925" y="190"/>
                </a:moveTo>
                <a:cubicBezTo>
                  <a:pt x="1925" y="219"/>
                  <a:pt x="1901" y="243"/>
                  <a:pt x="1871" y="243"/>
                </a:cubicBezTo>
                <a:cubicBezTo>
                  <a:pt x="1841" y="243"/>
                  <a:pt x="1817" y="219"/>
                  <a:pt x="1817" y="190"/>
                </a:cubicBezTo>
                <a:cubicBezTo>
                  <a:pt x="1817" y="160"/>
                  <a:pt x="1841" y="136"/>
                  <a:pt x="1871" y="136"/>
                </a:cubicBezTo>
                <a:cubicBezTo>
                  <a:pt x="1901" y="136"/>
                  <a:pt x="1925" y="160"/>
                  <a:pt x="1925" y="190"/>
                </a:cubicBezTo>
                <a:close/>
                <a:moveTo>
                  <a:pt x="1431" y="3157"/>
                </a:moveTo>
                <a:cubicBezTo>
                  <a:pt x="1431" y="3187"/>
                  <a:pt x="1407" y="3211"/>
                  <a:pt x="1377" y="3211"/>
                </a:cubicBezTo>
                <a:cubicBezTo>
                  <a:pt x="1347" y="3211"/>
                  <a:pt x="1323" y="3187"/>
                  <a:pt x="1323" y="3157"/>
                </a:cubicBezTo>
                <a:cubicBezTo>
                  <a:pt x="1323" y="3127"/>
                  <a:pt x="1347" y="3103"/>
                  <a:pt x="1377" y="3103"/>
                </a:cubicBezTo>
                <a:cubicBezTo>
                  <a:pt x="1407" y="3103"/>
                  <a:pt x="1431" y="3127"/>
                  <a:pt x="1431" y="3157"/>
                </a:cubicBezTo>
                <a:close/>
                <a:moveTo>
                  <a:pt x="8106" y="2463"/>
                </a:moveTo>
                <a:cubicBezTo>
                  <a:pt x="8106" y="2492"/>
                  <a:pt x="8083" y="2515"/>
                  <a:pt x="8054" y="2515"/>
                </a:cubicBezTo>
                <a:cubicBezTo>
                  <a:pt x="8026" y="2515"/>
                  <a:pt x="8003" y="2492"/>
                  <a:pt x="8003" y="2463"/>
                </a:cubicBezTo>
                <a:cubicBezTo>
                  <a:pt x="8003" y="2435"/>
                  <a:pt x="8026" y="2411"/>
                  <a:pt x="8054" y="2411"/>
                </a:cubicBezTo>
                <a:cubicBezTo>
                  <a:pt x="8083" y="2411"/>
                  <a:pt x="8106" y="2435"/>
                  <a:pt x="8106" y="2463"/>
                </a:cubicBezTo>
                <a:close/>
                <a:moveTo>
                  <a:pt x="8158" y="892"/>
                </a:moveTo>
                <a:cubicBezTo>
                  <a:pt x="8158" y="916"/>
                  <a:pt x="8138" y="936"/>
                  <a:pt x="8114" y="936"/>
                </a:cubicBezTo>
                <a:cubicBezTo>
                  <a:pt x="8090" y="936"/>
                  <a:pt x="8071" y="916"/>
                  <a:pt x="8071" y="892"/>
                </a:cubicBezTo>
                <a:cubicBezTo>
                  <a:pt x="8071" y="868"/>
                  <a:pt x="8090" y="849"/>
                  <a:pt x="8114" y="849"/>
                </a:cubicBezTo>
                <a:cubicBezTo>
                  <a:pt x="8138" y="849"/>
                  <a:pt x="8158" y="868"/>
                  <a:pt x="8158" y="892"/>
                </a:cubicBezTo>
                <a:close/>
                <a:moveTo>
                  <a:pt x="8124" y="2277"/>
                </a:moveTo>
                <a:cubicBezTo>
                  <a:pt x="8124" y="2315"/>
                  <a:pt x="8094" y="2345"/>
                  <a:pt x="8056" y="2345"/>
                </a:cubicBezTo>
                <a:cubicBezTo>
                  <a:pt x="8019" y="2345"/>
                  <a:pt x="7989" y="2315"/>
                  <a:pt x="7989" y="2277"/>
                </a:cubicBezTo>
                <a:cubicBezTo>
                  <a:pt x="7989" y="2240"/>
                  <a:pt x="8019" y="2210"/>
                  <a:pt x="8056" y="2210"/>
                </a:cubicBezTo>
                <a:cubicBezTo>
                  <a:pt x="8094" y="2210"/>
                  <a:pt x="8124" y="2240"/>
                  <a:pt x="8124" y="2277"/>
                </a:cubicBezTo>
                <a:close/>
                <a:moveTo>
                  <a:pt x="926" y="584"/>
                </a:moveTo>
                <a:cubicBezTo>
                  <a:pt x="926" y="609"/>
                  <a:pt x="906" y="628"/>
                  <a:pt x="882" y="628"/>
                </a:cubicBezTo>
                <a:cubicBezTo>
                  <a:pt x="857" y="628"/>
                  <a:pt x="837" y="609"/>
                  <a:pt x="837" y="584"/>
                </a:cubicBezTo>
                <a:cubicBezTo>
                  <a:pt x="837" y="559"/>
                  <a:pt x="857" y="539"/>
                  <a:pt x="882" y="539"/>
                </a:cubicBezTo>
                <a:cubicBezTo>
                  <a:pt x="906" y="539"/>
                  <a:pt x="926" y="559"/>
                  <a:pt x="926" y="584"/>
                </a:cubicBezTo>
                <a:close/>
                <a:moveTo>
                  <a:pt x="4683" y="2336"/>
                </a:moveTo>
                <a:cubicBezTo>
                  <a:pt x="4683" y="2358"/>
                  <a:pt x="4666" y="2375"/>
                  <a:pt x="4645" y="2375"/>
                </a:cubicBezTo>
                <a:cubicBezTo>
                  <a:pt x="4623" y="2375"/>
                  <a:pt x="4606" y="2358"/>
                  <a:pt x="4606" y="2336"/>
                </a:cubicBezTo>
                <a:cubicBezTo>
                  <a:pt x="4606" y="2315"/>
                  <a:pt x="4623" y="2297"/>
                  <a:pt x="4645" y="2297"/>
                </a:cubicBezTo>
                <a:cubicBezTo>
                  <a:pt x="4666" y="2297"/>
                  <a:pt x="4683" y="2315"/>
                  <a:pt x="4683" y="2336"/>
                </a:cubicBezTo>
                <a:close/>
                <a:moveTo>
                  <a:pt x="4551" y="5600"/>
                </a:moveTo>
                <a:cubicBezTo>
                  <a:pt x="4551" y="5638"/>
                  <a:pt x="4521" y="5668"/>
                  <a:pt x="4484" y="5668"/>
                </a:cubicBezTo>
                <a:cubicBezTo>
                  <a:pt x="4447" y="5668"/>
                  <a:pt x="4416" y="5638"/>
                  <a:pt x="4416" y="5600"/>
                </a:cubicBezTo>
                <a:cubicBezTo>
                  <a:pt x="4416" y="5563"/>
                  <a:pt x="4447" y="5533"/>
                  <a:pt x="4484" y="5533"/>
                </a:cubicBezTo>
                <a:cubicBezTo>
                  <a:pt x="4521" y="5533"/>
                  <a:pt x="4551" y="5563"/>
                  <a:pt x="4551" y="5600"/>
                </a:cubicBezTo>
                <a:close/>
                <a:moveTo>
                  <a:pt x="6302" y="1648"/>
                </a:moveTo>
                <a:cubicBezTo>
                  <a:pt x="6302" y="1678"/>
                  <a:pt x="6278" y="1701"/>
                  <a:pt x="6249" y="1701"/>
                </a:cubicBezTo>
                <a:cubicBezTo>
                  <a:pt x="6220" y="1701"/>
                  <a:pt x="6196" y="1678"/>
                  <a:pt x="6196" y="1648"/>
                </a:cubicBezTo>
                <a:cubicBezTo>
                  <a:pt x="6196" y="1619"/>
                  <a:pt x="6220" y="1595"/>
                  <a:pt x="6249" y="1595"/>
                </a:cubicBezTo>
                <a:cubicBezTo>
                  <a:pt x="6278" y="1595"/>
                  <a:pt x="6302" y="1619"/>
                  <a:pt x="6302" y="1648"/>
                </a:cubicBezTo>
                <a:close/>
                <a:moveTo>
                  <a:pt x="1671" y="447"/>
                </a:moveTo>
                <a:cubicBezTo>
                  <a:pt x="1671" y="481"/>
                  <a:pt x="1644" y="508"/>
                  <a:pt x="1610" y="508"/>
                </a:cubicBezTo>
                <a:cubicBezTo>
                  <a:pt x="1575" y="508"/>
                  <a:pt x="1548" y="481"/>
                  <a:pt x="1548" y="447"/>
                </a:cubicBezTo>
                <a:cubicBezTo>
                  <a:pt x="1548" y="413"/>
                  <a:pt x="1575" y="385"/>
                  <a:pt x="1610" y="385"/>
                </a:cubicBezTo>
                <a:cubicBezTo>
                  <a:pt x="1644" y="385"/>
                  <a:pt x="1671" y="413"/>
                  <a:pt x="1671" y="447"/>
                </a:cubicBezTo>
                <a:close/>
                <a:moveTo>
                  <a:pt x="2757" y="1054"/>
                </a:moveTo>
                <a:cubicBezTo>
                  <a:pt x="2757" y="1088"/>
                  <a:pt x="2729" y="1116"/>
                  <a:pt x="2694" y="1116"/>
                </a:cubicBezTo>
                <a:cubicBezTo>
                  <a:pt x="2659" y="1116"/>
                  <a:pt x="2631" y="1088"/>
                  <a:pt x="2631" y="1054"/>
                </a:cubicBezTo>
                <a:cubicBezTo>
                  <a:pt x="2631" y="1019"/>
                  <a:pt x="2659" y="991"/>
                  <a:pt x="2694" y="991"/>
                </a:cubicBezTo>
                <a:cubicBezTo>
                  <a:pt x="2729" y="991"/>
                  <a:pt x="2757" y="1019"/>
                  <a:pt x="2757" y="1054"/>
                </a:cubicBezTo>
                <a:close/>
                <a:moveTo>
                  <a:pt x="1298" y="1524"/>
                </a:moveTo>
                <a:cubicBezTo>
                  <a:pt x="1298" y="1544"/>
                  <a:pt x="1282" y="1560"/>
                  <a:pt x="1262" y="1560"/>
                </a:cubicBezTo>
                <a:cubicBezTo>
                  <a:pt x="1242" y="1560"/>
                  <a:pt x="1226" y="1544"/>
                  <a:pt x="1226" y="1524"/>
                </a:cubicBezTo>
                <a:cubicBezTo>
                  <a:pt x="1226" y="1504"/>
                  <a:pt x="1242" y="1488"/>
                  <a:pt x="1262" y="1488"/>
                </a:cubicBezTo>
                <a:cubicBezTo>
                  <a:pt x="1282" y="1488"/>
                  <a:pt x="1298" y="1504"/>
                  <a:pt x="1298" y="1524"/>
                </a:cubicBezTo>
                <a:close/>
                <a:moveTo>
                  <a:pt x="8922" y="4283"/>
                </a:moveTo>
                <a:cubicBezTo>
                  <a:pt x="8922" y="4304"/>
                  <a:pt x="8906" y="4320"/>
                  <a:pt x="8885" y="4320"/>
                </a:cubicBezTo>
                <a:cubicBezTo>
                  <a:pt x="8864" y="4320"/>
                  <a:pt x="8848" y="4304"/>
                  <a:pt x="8848" y="4283"/>
                </a:cubicBezTo>
                <a:cubicBezTo>
                  <a:pt x="8848" y="4263"/>
                  <a:pt x="8864" y="4246"/>
                  <a:pt x="8885" y="4246"/>
                </a:cubicBezTo>
                <a:cubicBezTo>
                  <a:pt x="8906" y="4246"/>
                  <a:pt x="8922" y="4263"/>
                  <a:pt x="8922" y="4283"/>
                </a:cubicBezTo>
                <a:close/>
                <a:moveTo>
                  <a:pt x="798" y="5680"/>
                </a:moveTo>
                <a:cubicBezTo>
                  <a:pt x="798" y="5699"/>
                  <a:pt x="782" y="5715"/>
                  <a:pt x="763" y="5715"/>
                </a:cubicBezTo>
                <a:cubicBezTo>
                  <a:pt x="743" y="5715"/>
                  <a:pt x="728" y="5699"/>
                  <a:pt x="728" y="5680"/>
                </a:cubicBezTo>
                <a:cubicBezTo>
                  <a:pt x="728" y="5660"/>
                  <a:pt x="743" y="5645"/>
                  <a:pt x="763" y="5645"/>
                </a:cubicBezTo>
                <a:cubicBezTo>
                  <a:pt x="782" y="5645"/>
                  <a:pt x="798" y="5660"/>
                  <a:pt x="798" y="5680"/>
                </a:cubicBezTo>
                <a:close/>
                <a:moveTo>
                  <a:pt x="7179" y="4336"/>
                </a:moveTo>
                <a:cubicBezTo>
                  <a:pt x="7179" y="4365"/>
                  <a:pt x="7155" y="4389"/>
                  <a:pt x="7125" y="4389"/>
                </a:cubicBezTo>
                <a:cubicBezTo>
                  <a:pt x="7096" y="4389"/>
                  <a:pt x="7072" y="4365"/>
                  <a:pt x="7072" y="4336"/>
                </a:cubicBezTo>
                <a:cubicBezTo>
                  <a:pt x="7072" y="4306"/>
                  <a:pt x="7096" y="4282"/>
                  <a:pt x="7125" y="4282"/>
                </a:cubicBezTo>
                <a:cubicBezTo>
                  <a:pt x="7155" y="4282"/>
                  <a:pt x="7179" y="4306"/>
                  <a:pt x="7179" y="4336"/>
                </a:cubicBezTo>
                <a:close/>
                <a:moveTo>
                  <a:pt x="4833" y="2635"/>
                </a:moveTo>
                <a:cubicBezTo>
                  <a:pt x="4833" y="2657"/>
                  <a:pt x="4815" y="2676"/>
                  <a:pt x="4792" y="2676"/>
                </a:cubicBezTo>
                <a:cubicBezTo>
                  <a:pt x="4769" y="2676"/>
                  <a:pt x="4751" y="2657"/>
                  <a:pt x="4751" y="2635"/>
                </a:cubicBezTo>
                <a:cubicBezTo>
                  <a:pt x="4751" y="2612"/>
                  <a:pt x="4769" y="2593"/>
                  <a:pt x="4792" y="2593"/>
                </a:cubicBezTo>
                <a:cubicBezTo>
                  <a:pt x="4815" y="2593"/>
                  <a:pt x="4833" y="2612"/>
                  <a:pt x="4833" y="2635"/>
                </a:cubicBezTo>
                <a:close/>
                <a:moveTo>
                  <a:pt x="6500" y="991"/>
                </a:moveTo>
                <a:cubicBezTo>
                  <a:pt x="6500" y="1019"/>
                  <a:pt x="6478" y="1041"/>
                  <a:pt x="6451" y="1041"/>
                </a:cubicBezTo>
                <a:cubicBezTo>
                  <a:pt x="6424" y="1041"/>
                  <a:pt x="6402" y="1019"/>
                  <a:pt x="6402" y="991"/>
                </a:cubicBezTo>
                <a:cubicBezTo>
                  <a:pt x="6402" y="964"/>
                  <a:pt x="6424" y="942"/>
                  <a:pt x="6451" y="942"/>
                </a:cubicBezTo>
                <a:cubicBezTo>
                  <a:pt x="6478" y="942"/>
                  <a:pt x="6500" y="964"/>
                  <a:pt x="6500" y="991"/>
                </a:cubicBezTo>
                <a:close/>
                <a:moveTo>
                  <a:pt x="2692" y="2337"/>
                </a:moveTo>
                <a:cubicBezTo>
                  <a:pt x="2692" y="2373"/>
                  <a:pt x="2663" y="2403"/>
                  <a:pt x="2627" y="2403"/>
                </a:cubicBezTo>
                <a:cubicBezTo>
                  <a:pt x="2590" y="2403"/>
                  <a:pt x="2561" y="2373"/>
                  <a:pt x="2561" y="2337"/>
                </a:cubicBezTo>
                <a:cubicBezTo>
                  <a:pt x="2561" y="2301"/>
                  <a:pt x="2590" y="2272"/>
                  <a:pt x="2627" y="2272"/>
                </a:cubicBezTo>
                <a:cubicBezTo>
                  <a:pt x="2663" y="2272"/>
                  <a:pt x="2692" y="2301"/>
                  <a:pt x="2692" y="2337"/>
                </a:cubicBezTo>
                <a:close/>
                <a:moveTo>
                  <a:pt x="5723" y="4058"/>
                </a:moveTo>
                <a:cubicBezTo>
                  <a:pt x="5723" y="4089"/>
                  <a:pt x="5698" y="4114"/>
                  <a:pt x="5667" y="4114"/>
                </a:cubicBezTo>
                <a:cubicBezTo>
                  <a:pt x="5636" y="4114"/>
                  <a:pt x="5611" y="4089"/>
                  <a:pt x="5611" y="4058"/>
                </a:cubicBezTo>
                <a:cubicBezTo>
                  <a:pt x="5611" y="4028"/>
                  <a:pt x="5636" y="4003"/>
                  <a:pt x="5667" y="4003"/>
                </a:cubicBezTo>
                <a:cubicBezTo>
                  <a:pt x="5698" y="4003"/>
                  <a:pt x="5723" y="4028"/>
                  <a:pt x="5723" y="4058"/>
                </a:cubicBezTo>
                <a:close/>
                <a:moveTo>
                  <a:pt x="129" y="4912"/>
                </a:moveTo>
                <a:cubicBezTo>
                  <a:pt x="129" y="4948"/>
                  <a:pt x="100" y="4977"/>
                  <a:pt x="64" y="4977"/>
                </a:cubicBezTo>
                <a:cubicBezTo>
                  <a:pt x="29" y="4977"/>
                  <a:pt x="0" y="4948"/>
                  <a:pt x="0" y="4912"/>
                </a:cubicBezTo>
                <a:cubicBezTo>
                  <a:pt x="0" y="4876"/>
                  <a:pt x="29" y="4847"/>
                  <a:pt x="64" y="4847"/>
                </a:cubicBezTo>
                <a:cubicBezTo>
                  <a:pt x="100" y="4847"/>
                  <a:pt x="129" y="4876"/>
                  <a:pt x="129" y="4912"/>
                </a:cubicBezTo>
                <a:close/>
                <a:moveTo>
                  <a:pt x="7501" y="3296"/>
                </a:moveTo>
                <a:cubicBezTo>
                  <a:pt x="7501" y="3331"/>
                  <a:pt x="7473" y="3360"/>
                  <a:pt x="7438" y="3360"/>
                </a:cubicBezTo>
                <a:cubicBezTo>
                  <a:pt x="7402" y="3360"/>
                  <a:pt x="7374" y="3331"/>
                  <a:pt x="7374" y="3296"/>
                </a:cubicBezTo>
                <a:cubicBezTo>
                  <a:pt x="7374" y="3260"/>
                  <a:pt x="7402" y="3232"/>
                  <a:pt x="7438" y="3232"/>
                </a:cubicBezTo>
                <a:cubicBezTo>
                  <a:pt x="7473" y="3232"/>
                  <a:pt x="7501" y="3260"/>
                  <a:pt x="7501" y="3296"/>
                </a:cubicBezTo>
                <a:close/>
                <a:moveTo>
                  <a:pt x="9434" y="1773"/>
                </a:moveTo>
                <a:cubicBezTo>
                  <a:pt x="9434" y="1793"/>
                  <a:pt x="9418" y="1810"/>
                  <a:pt x="9397" y="1810"/>
                </a:cubicBezTo>
                <a:cubicBezTo>
                  <a:pt x="9377" y="1810"/>
                  <a:pt x="9361" y="1793"/>
                  <a:pt x="9361" y="1773"/>
                </a:cubicBezTo>
                <a:cubicBezTo>
                  <a:pt x="9361" y="1753"/>
                  <a:pt x="9377" y="1737"/>
                  <a:pt x="9397" y="1737"/>
                </a:cubicBezTo>
                <a:cubicBezTo>
                  <a:pt x="9418" y="1737"/>
                  <a:pt x="9434" y="1753"/>
                  <a:pt x="9434" y="1773"/>
                </a:cubicBezTo>
                <a:close/>
                <a:moveTo>
                  <a:pt x="3432" y="170"/>
                </a:moveTo>
                <a:cubicBezTo>
                  <a:pt x="3432" y="192"/>
                  <a:pt x="3414" y="209"/>
                  <a:pt x="3392" y="209"/>
                </a:cubicBezTo>
                <a:cubicBezTo>
                  <a:pt x="3370" y="209"/>
                  <a:pt x="3353" y="192"/>
                  <a:pt x="3353" y="170"/>
                </a:cubicBezTo>
                <a:cubicBezTo>
                  <a:pt x="3353" y="148"/>
                  <a:pt x="3370" y="131"/>
                  <a:pt x="3392" y="131"/>
                </a:cubicBezTo>
                <a:cubicBezTo>
                  <a:pt x="3414" y="131"/>
                  <a:pt x="3432" y="148"/>
                  <a:pt x="3432" y="170"/>
                </a:cubicBezTo>
                <a:close/>
                <a:moveTo>
                  <a:pt x="914" y="111"/>
                </a:moveTo>
                <a:cubicBezTo>
                  <a:pt x="914" y="136"/>
                  <a:pt x="893" y="157"/>
                  <a:pt x="868" y="157"/>
                </a:cubicBezTo>
                <a:cubicBezTo>
                  <a:pt x="843" y="157"/>
                  <a:pt x="822" y="136"/>
                  <a:pt x="822" y="111"/>
                </a:cubicBezTo>
                <a:cubicBezTo>
                  <a:pt x="822" y="86"/>
                  <a:pt x="843" y="65"/>
                  <a:pt x="868" y="65"/>
                </a:cubicBezTo>
                <a:cubicBezTo>
                  <a:pt x="893" y="65"/>
                  <a:pt x="914" y="86"/>
                  <a:pt x="914" y="111"/>
                </a:cubicBezTo>
                <a:close/>
                <a:moveTo>
                  <a:pt x="175" y="3038"/>
                </a:moveTo>
                <a:cubicBezTo>
                  <a:pt x="175" y="3073"/>
                  <a:pt x="147" y="3102"/>
                  <a:pt x="111" y="3102"/>
                </a:cubicBezTo>
                <a:cubicBezTo>
                  <a:pt x="76" y="3102"/>
                  <a:pt x="47" y="3073"/>
                  <a:pt x="47" y="3038"/>
                </a:cubicBezTo>
                <a:cubicBezTo>
                  <a:pt x="47" y="3002"/>
                  <a:pt x="76" y="2974"/>
                  <a:pt x="111" y="2974"/>
                </a:cubicBezTo>
                <a:cubicBezTo>
                  <a:pt x="147" y="2974"/>
                  <a:pt x="175" y="3002"/>
                  <a:pt x="175" y="3038"/>
                </a:cubicBezTo>
                <a:close/>
                <a:moveTo>
                  <a:pt x="7169" y="381"/>
                </a:moveTo>
                <a:cubicBezTo>
                  <a:pt x="7169" y="413"/>
                  <a:pt x="7142" y="440"/>
                  <a:pt x="7110" y="440"/>
                </a:cubicBezTo>
                <a:cubicBezTo>
                  <a:pt x="7077" y="440"/>
                  <a:pt x="7050" y="413"/>
                  <a:pt x="7050" y="381"/>
                </a:cubicBezTo>
                <a:cubicBezTo>
                  <a:pt x="7050" y="348"/>
                  <a:pt x="7077" y="322"/>
                  <a:pt x="7110" y="322"/>
                </a:cubicBezTo>
                <a:cubicBezTo>
                  <a:pt x="7142" y="322"/>
                  <a:pt x="7169" y="348"/>
                  <a:pt x="7169" y="381"/>
                </a:cubicBezTo>
                <a:close/>
                <a:moveTo>
                  <a:pt x="1989" y="5053"/>
                </a:moveTo>
                <a:cubicBezTo>
                  <a:pt x="1989" y="5084"/>
                  <a:pt x="1964" y="5109"/>
                  <a:pt x="1933" y="5109"/>
                </a:cubicBezTo>
                <a:cubicBezTo>
                  <a:pt x="1902" y="5109"/>
                  <a:pt x="1877" y="5084"/>
                  <a:pt x="1877" y="5053"/>
                </a:cubicBezTo>
                <a:cubicBezTo>
                  <a:pt x="1877" y="5023"/>
                  <a:pt x="1902" y="4998"/>
                  <a:pt x="1933" y="4998"/>
                </a:cubicBezTo>
                <a:cubicBezTo>
                  <a:pt x="1964" y="4998"/>
                  <a:pt x="1989" y="5023"/>
                  <a:pt x="1989" y="5053"/>
                </a:cubicBezTo>
                <a:close/>
                <a:moveTo>
                  <a:pt x="5507" y="2760"/>
                </a:moveTo>
                <a:cubicBezTo>
                  <a:pt x="5507" y="2799"/>
                  <a:pt x="5476" y="2830"/>
                  <a:pt x="5438" y="2830"/>
                </a:cubicBezTo>
                <a:cubicBezTo>
                  <a:pt x="5400" y="2830"/>
                  <a:pt x="5369" y="2799"/>
                  <a:pt x="5369" y="2760"/>
                </a:cubicBezTo>
                <a:cubicBezTo>
                  <a:pt x="5369" y="2722"/>
                  <a:pt x="5400" y="2691"/>
                  <a:pt x="5438" y="2691"/>
                </a:cubicBezTo>
                <a:cubicBezTo>
                  <a:pt x="5476" y="2691"/>
                  <a:pt x="5507" y="2722"/>
                  <a:pt x="5507" y="2760"/>
                </a:cubicBezTo>
                <a:close/>
                <a:moveTo>
                  <a:pt x="2167" y="5628"/>
                </a:moveTo>
                <a:cubicBezTo>
                  <a:pt x="2167" y="5649"/>
                  <a:pt x="2150" y="5666"/>
                  <a:pt x="2129" y="5666"/>
                </a:cubicBezTo>
                <a:cubicBezTo>
                  <a:pt x="2108" y="5666"/>
                  <a:pt x="2091" y="5649"/>
                  <a:pt x="2091" y="5628"/>
                </a:cubicBezTo>
                <a:cubicBezTo>
                  <a:pt x="2091" y="5607"/>
                  <a:pt x="2108" y="5590"/>
                  <a:pt x="2129" y="5590"/>
                </a:cubicBezTo>
                <a:cubicBezTo>
                  <a:pt x="2150" y="5590"/>
                  <a:pt x="2167" y="5607"/>
                  <a:pt x="2167" y="5628"/>
                </a:cubicBezTo>
                <a:close/>
                <a:moveTo>
                  <a:pt x="1013" y="1395"/>
                </a:moveTo>
                <a:cubicBezTo>
                  <a:pt x="1013" y="1412"/>
                  <a:pt x="998" y="1426"/>
                  <a:pt x="981" y="1426"/>
                </a:cubicBezTo>
                <a:cubicBezTo>
                  <a:pt x="964" y="1426"/>
                  <a:pt x="950" y="1412"/>
                  <a:pt x="950" y="1395"/>
                </a:cubicBezTo>
                <a:cubicBezTo>
                  <a:pt x="950" y="1378"/>
                  <a:pt x="964" y="1363"/>
                  <a:pt x="981" y="1363"/>
                </a:cubicBezTo>
                <a:cubicBezTo>
                  <a:pt x="998" y="1363"/>
                  <a:pt x="1013" y="1378"/>
                  <a:pt x="1013" y="1395"/>
                </a:cubicBezTo>
                <a:close/>
                <a:moveTo>
                  <a:pt x="8328" y="1203"/>
                </a:moveTo>
                <a:cubicBezTo>
                  <a:pt x="8328" y="1232"/>
                  <a:pt x="8304" y="1256"/>
                  <a:pt x="8275" y="1256"/>
                </a:cubicBezTo>
                <a:cubicBezTo>
                  <a:pt x="8245" y="1256"/>
                  <a:pt x="8222" y="1232"/>
                  <a:pt x="8222" y="1203"/>
                </a:cubicBezTo>
                <a:cubicBezTo>
                  <a:pt x="8222" y="1174"/>
                  <a:pt x="8245" y="1150"/>
                  <a:pt x="8275" y="1150"/>
                </a:cubicBezTo>
                <a:cubicBezTo>
                  <a:pt x="8304" y="1150"/>
                  <a:pt x="8328" y="1174"/>
                  <a:pt x="8328" y="1203"/>
                </a:cubicBezTo>
                <a:close/>
                <a:moveTo>
                  <a:pt x="2828" y="2280"/>
                </a:moveTo>
                <a:cubicBezTo>
                  <a:pt x="2828" y="2314"/>
                  <a:pt x="2800" y="2341"/>
                  <a:pt x="2766" y="2341"/>
                </a:cubicBezTo>
                <a:cubicBezTo>
                  <a:pt x="2732" y="2341"/>
                  <a:pt x="2705" y="2314"/>
                  <a:pt x="2705" y="2280"/>
                </a:cubicBezTo>
                <a:cubicBezTo>
                  <a:pt x="2705" y="2246"/>
                  <a:pt x="2732" y="2218"/>
                  <a:pt x="2766" y="2218"/>
                </a:cubicBezTo>
                <a:cubicBezTo>
                  <a:pt x="2800" y="2218"/>
                  <a:pt x="2828" y="2246"/>
                  <a:pt x="2828" y="2280"/>
                </a:cubicBezTo>
                <a:close/>
                <a:moveTo>
                  <a:pt x="5549" y="1714"/>
                </a:moveTo>
                <a:cubicBezTo>
                  <a:pt x="5549" y="1747"/>
                  <a:pt x="5522" y="1773"/>
                  <a:pt x="5489" y="1773"/>
                </a:cubicBezTo>
                <a:cubicBezTo>
                  <a:pt x="5456" y="1773"/>
                  <a:pt x="5429" y="1747"/>
                  <a:pt x="5429" y="1714"/>
                </a:cubicBezTo>
                <a:cubicBezTo>
                  <a:pt x="5429" y="1681"/>
                  <a:pt x="5456" y="1654"/>
                  <a:pt x="5489" y="1654"/>
                </a:cubicBezTo>
                <a:cubicBezTo>
                  <a:pt x="5522" y="1654"/>
                  <a:pt x="5549" y="1681"/>
                  <a:pt x="5549" y="1714"/>
                </a:cubicBezTo>
                <a:close/>
                <a:moveTo>
                  <a:pt x="1530" y="310"/>
                </a:moveTo>
                <a:cubicBezTo>
                  <a:pt x="1530" y="342"/>
                  <a:pt x="1504" y="368"/>
                  <a:pt x="1472" y="368"/>
                </a:cubicBezTo>
                <a:cubicBezTo>
                  <a:pt x="1440" y="368"/>
                  <a:pt x="1414" y="342"/>
                  <a:pt x="1414" y="310"/>
                </a:cubicBezTo>
                <a:cubicBezTo>
                  <a:pt x="1414" y="278"/>
                  <a:pt x="1440" y="252"/>
                  <a:pt x="1472" y="252"/>
                </a:cubicBezTo>
                <a:cubicBezTo>
                  <a:pt x="1504" y="252"/>
                  <a:pt x="1530" y="278"/>
                  <a:pt x="1530" y="310"/>
                </a:cubicBezTo>
                <a:close/>
                <a:moveTo>
                  <a:pt x="8547" y="4801"/>
                </a:moveTo>
                <a:cubicBezTo>
                  <a:pt x="8547" y="4833"/>
                  <a:pt x="8521" y="4859"/>
                  <a:pt x="8489" y="4859"/>
                </a:cubicBezTo>
                <a:cubicBezTo>
                  <a:pt x="8457" y="4859"/>
                  <a:pt x="8431" y="4833"/>
                  <a:pt x="8431" y="4801"/>
                </a:cubicBezTo>
                <a:cubicBezTo>
                  <a:pt x="8431" y="4769"/>
                  <a:pt x="8457" y="4743"/>
                  <a:pt x="8489" y="4743"/>
                </a:cubicBezTo>
                <a:cubicBezTo>
                  <a:pt x="8521" y="4743"/>
                  <a:pt x="8547" y="4769"/>
                  <a:pt x="8547" y="4801"/>
                </a:cubicBezTo>
                <a:close/>
                <a:moveTo>
                  <a:pt x="9318" y="5800"/>
                </a:moveTo>
                <a:cubicBezTo>
                  <a:pt x="9318" y="5829"/>
                  <a:pt x="9294" y="5852"/>
                  <a:pt x="9265" y="5852"/>
                </a:cubicBezTo>
                <a:cubicBezTo>
                  <a:pt x="9236" y="5852"/>
                  <a:pt x="9212" y="5829"/>
                  <a:pt x="9212" y="5800"/>
                </a:cubicBezTo>
                <a:cubicBezTo>
                  <a:pt x="9212" y="5771"/>
                  <a:pt x="9236" y="5747"/>
                  <a:pt x="9265" y="5747"/>
                </a:cubicBezTo>
                <a:cubicBezTo>
                  <a:pt x="9294" y="5747"/>
                  <a:pt x="9318" y="5771"/>
                  <a:pt x="9318" y="5800"/>
                </a:cubicBezTo>
                <a:close/>
                <a:moveTo>
                  <a:pt x="1852" y="3649"/>
                </a:moveTo>
                <a:cubicBezTo>
                  <a:pt x="1852" y="3675"/>
                  <a:pt x="1831" y="3696"/>
                  <a:pt x="1805" y="3696"/>
                </a:cubicBezTo>
                <a:cubicBezTo>
                  <a:pt x="1779" y="3696"/>
                  <a:pt x="1758" y="3675"/>
                  <a:pt x="1758" y="3649"/>
                </a:cubicBezTo>
                <a:cubicBezTo>
                  <a:pt x="1758" y="3623"/>
                  <a:pt x="1779" y="3602"/>
                  <a:pt x="1805" y="3602"/>
                </a:cubicBezTo>
                <a:cubicBezTo>
                  <a:pt x="1831" y="3602"/>
                  <a:pt x="1852" y="3623"/>
                  <a:pt x="1852" y="3649"/>
                </a:cubicBezTo>
                <a:close/>
                <a:moveTo>
                  <a:pt x="7096" y="2220"/>
                </a:moveTo>
                <a:cubicBezTo>
                  <a:pt x="7096" y="2238"/>
                  <a:pt x="7081" y="2253"/>
                  <a:pt x="7063" y="2253"/>
                </a:cubicBezTo>
                <a:cubicBezTo>
                  <a:pt x="7045" y="2253"/>
                  <a:pt x="7030" y="2238"/>
                  <a:pt x="7030" y="2220"/>
                </a:cubicBezTo>
                <a:cubicBezTo>
                  <a:pt x="7030" y="2202"/>
                  <a:pt x="7045" y="2187"/>
                  <a:pt x="7063" y="2187"/>
                </a:cubicBezTo>
                <a:cubicBezTo>
                  <a:pt x="7081" y="2187"/>
                  <a:pt x="7096" y="2202"/>
                  <a:pt x="7096" y="2220"/>
                </a:cubicBezTo>
                <a:close/>
                <a:moveTo>
                  <a:pt x="2025" y="940"/>
                </a:moveTo>
                <a:cubicBezTo>
                  <a:pt x="2025" y="973"/>
                  <a:pt x="1998" y="999"/>
                  <a:pt x="1966" y="999"/>
                </a:cubicBezTo>
                <a:cubicBezTo>
                  <a:pt x="1933" y="999"/>
                  <a:pt x="1906" y="973"/>
                  <a:pt x="1906" y="940"/>
                </a:cubicBezTo>
                <a:cubicBezTo>
                  <a:pt x="1906" y="907"/>
                  <a:pt x="1933" y="881"/>
                  <a:pt x="1966" y="881"/>
                </a:cubicBezTo>
                <a:cubicBezTo>
                  <a:pt x="1998" y="881"/>
                  <a:pt x="2025" y="907"/>
                  <a:pt x="2025" y="940"/>
                </a:cubicBezTo>
                <a:close/>
                <a:moveTo>
                  <a:pt x="6908" y="3361"/>
                </a:moveTo>
                <a:cubicBezTo>
                  <a:pt x="6908" y="3385"/>
                  <a:pt x="6889" y="3404"/>
                  <a:pt x="6865" y="3404"/>
                </a:cubicBezTo>
                <a:cubicBezTo>
                  <a:pt x="6841" y="3404"/>
                  <a:pt x="6822" y="3385"/>
                  <a:pt x="6822" y="3361"/>
                </a:cubicBezTo>
                <a:cubicBezTo>
                  <a:pt x="6822" y="3338"/>
                  <a:pt x="6841" y="3319"/>
                  <a:pt x="6865" y="3319"/>
                </a:cubicBezTo>
                <a:cubicBezTo>
                  <a:pt x="6889" y="3319"/>
                  <a:pt x="6908" y="3338"/>
                  <a:pt x="6908" y="3361"/>
                </a:cubicBezTo>
                <a:close/>
                <a:moveTo>
                  <a:pt x="7316" y="2832"/>
                </a:moveTo>
                <a:cubicBezTo>
                  <a:pt x="7316" y="2859"/>
                  <a:pt x="7294" y="2882"/>
                  <a:pt x="7266" y="2882"/>
                </a:cubicBezTo>
                <a:cubicBezTo>
                  <a:pt x="7239" y="2882"/>
                  <a:pt x="7217" y="2859"/>
                  <a:pt x="7217" y="2832"/>
                </a:cubicBezTo>
                <a:cubicBezTo>
                  <a:pt x="7217" y="2804"/>
                  <a:pt x="7239" y="2782"/>
                  <a:pt x="7266" y="2782"/>
                </a:cubicBezTo>
                <a:cubicBezTo>
                  <a:pt x="7294" y="2782"/>
                  <a:pt x="7316" y="2804"/>
                  <a:pt x="7316" y="2832"/>
                </a:cubicBezTo>
                <a:close/>
                <a:moveTo>
                  <a:pt x="2044" y="6238"/>
                </a:moveTo>
                <a:cubicBezTo>
                  <a:pt x="2044" y="6265"/>
                  <a:pt x="2023" y="6286"/>
                  <a:pt x="1997" y="6286"/>
                </a:cubicBezTo>
                <a:cubicBezTo>
                  <a:pt x="1970" y="6286"/>
                  <a:pt x="1949" y="6265"/>
                  <a:pt x="1949" y="6238"/>
                </a:cubicBezTo>
                <a:cubicBezTo>
                  <a:pt x="1949" y="6212"/>
                  <a:pt x="1970" y="6191"/>
                  <a:pt x="1997" y="6191"/>
                </a:cubicBezTo>
                <a:cubicBezTo>
                  <a:pt x="2023" y="6191"/>
                  <a:pt x="2044" y="6212"/>
                  <a:pt x="2044" y="6238"/>
                </a:cubicBezTo>
                <a:close/>
                <a:moveTo>
                  <a:pt x="4763" y="1346"/>
                </a:moveTo>
                <a:cubicBezTo>
                  <a:pt x="4763" y="1372"/>
                  <a:pt x="4742" y="1394"/>
                  <a:pt x="4715" y="1394"/>
                </a:cubicBezTo>
                <a:cubicBezTo>
                  <a:pt x="4689" y="1394"/>
                  <a:pt x="4667" y="1372"/>
                  <a:pt x="4667" y="1346"/>
                </a:cubicBezTo>
                <a:cubicBezTo>
                  <a:pt x="4667" y="1319"/>
                  <a:pt x="4689" y="1298"/>
                  <a:pt x="4715" y="1298"/>
                </a:cubicBezTo>
                <a:cubicBezTo>
                  <a:pt x="4742" y="1298"/>
                  <a:pt x="4763" y="1319"/>
                  <a:pt x="4763" y="1346"/>
                </a:cubicBezTo>
                <a:close/>
                <a:moveTo>
                  <a:pt x="4771" y="2693"/>
                </a:moveTo>
                <a:cubicBezTo>
                  <a:pt x="4771" y="2726"/>
                  <a:pt x="4744" y="2753"/>
                  <a:pt x="4711" y="2753"/>
                </a:cubicBezTo>
                <a:cubicBezTo>
                  <a:pt x="4678" y="2753"/>
                  <a:pt x="4651" y="2726"/>
                  <a:pt x="4651" y="2693"/>
                </a:cubicBezTo>
                <a:cubicBezTo>
                  <a:pt x="4651" y="2660"/>
                  <a:pt x="4678" y="2633"/>
                  <a:pt x="4711" y="2633"/>
                </a:cubicBezTo>
                <a:cubicBezTo>
                  <a:pt x="4744" y="2633"/>
                  <a:pt x="4771" y="2660"/>
                  <a:pt x="4771" y="2693"/>
                </a:cubicBezTo>
                <a:close/>
                <a:moveTo>
                  <a:pt x="3423" y="3919"/>
                </a:moveTo>
                <a:cubicBezTo>
                  <a:pt x="3423" y="3950"/>
                  <a:pt x="3398" y="3976"/>
                  <a:pt x="3367" y="3976"/>
                </a:cubicBezTo>
                <a:cubicBezTo>
                  <a:pt x="3335" y="3976"/>
                  <a:pt x="3310" y="3950"/>
                  <a:pt x="3310" y="3919"/>
                </a:cubicBezTo>
                <a:cubicBezTo>
                  <a:pt x="3310" y="3888"/>
                  <a:pt x="3335" y="3862"/>
                  <a:pt x="3367" y="3862"/>
                </a:cubicBezTo>
                <a:cubicBezTo>
                  <a:pt x="3398" y="3862"/>
                  <a:pt x="3423" y="3888"/>
                  <a:pt x="3423" y="3919"/>
                </a:cubicBezTo>
                <a:close/>
                <a:moveTo>
                  <a:pt x="1422" y="5159"/>
                </a:moveTo>
                <a:cubicBezTo>
                  <a:pt x="1422" y="5178"/>
                  <a:pt x="1407" y="5192"/>
                  <a:pt x="1389" y="5192"/>
                </a:cubicBezTo>
                <a:cubicBezTo>
                  <a:pt x="1371" y="5192"/>
                  <a:pt x="1356" y="5178"/>
                  <a:pt x="1356" y="5159"/>
                </a:cubicBezTo>
                <a:cubicBezTo>
                  <a:pt x="1356" y="5141"/>
                  <a:pt x="1371" y="5127"/>
                  <a:pt x="1389" y="5127"/>
                </a:cubicBezTo>
                <a:cubicBezTo>
                  <a:pt x="1407" y="5127"/>
                  <a:pt x="1422" y="5141"/>
                  <a:pt x="1422" y="5159"/>
                </a:cubicBezTo>
                <a:close/>
                <a:moveTo>
                  <a:pt x="2636" y="5211"/>
                </a:moveTo>
                <a:cubicBezTo>
                  <a:pt x="2636" y="5230"/>
                  <a:pt x="2620" y="5245"/>
                  <a:pt x="2601" y="5245"/>
                </a:cubicBezTo>
                <a:cubicBezTo>
                  <a:pt x="2582" y="5245"/>
                  <a:pt x="2566" y="5230"/>
                  <a:pt x="2566" y="5211"/>
                </a:cubicBezTo>
                <a:cubicBezTo>
                  <a:pt x="2566" y="5191"/>
                  <a:pt x="2582" y="5176"/>
                  <a:pt x="2601" y="5176"/>
                </a:cubicBezTo>
                <a:cubicBezTo>
                  <a:pt x="2620" y="5176"/>
                  <a:pt x="2636" y="5191"/>
                  <a:pt x="2636" y="5211"/>
                </a:cubicBezTo>
                <a:close/>
                <a:moveTo>
                  <a:pt x="2849" y="2617"/>
                </a:moveTo>
                <a:cubicBezTo>
                  <a:pt x="2849" y="2654"/>
                  <a:pt x="2819" y="2685"/>
                  <a:pt x="2781" y="2685"/>
                </a:cubicBezTo>
                <a:cubicBezTo>
                  <a:pt x="2744" y="2685"/>
                  <a:pt x="2714" y="2654"/>
                  <a:pt x="2714" y="2617"/>
                </a:cubicBezTo>
                <a:cubicBezTo>
                  <a:pt x="2714" y="2579"/>
                  <a:pt x="2744" y="2549"/>
                  <a:pt x="2781" y="2549"/>
                </a:cubicBezTo>
                <a:cubicBezTo>
                  <a:pt x="2819" y="2549"/>
                  <a:pt x="2849" y="2579"/>
                  <a:pt x="2849" y="2617"/>
                </a:cubicBezTo>
                <a:close/>
                <a:moveTo>
                  <a:pt x="9697" y="1407"/>
                </a:moveTo>
                <a:cubicBezTo>
                  <a:pt x="9697" y="1438"/>
                  <a:pt x="9673" y="1463"/>
                  <a:pt x="9642" y="1463"/>
                </a:cubicBezTo>
                <a:cubicBezTo>
                  <a:pt x="9611" y="1463"/>
                  <a:pt x="9586" y="1438"/>
                  <a:pt x="9586" y="1407"/>
                </a:cubicBezTo>
                <a:cubicBezTo>
                  <a:pt x="9586" y="1377"/>
                  <a:pt x="9611" y="1352"/>
                  <a:pt x="9642" y="1352"/>
                </a:cubicBezTo>
                <a:cubicBezTo>
                  <a:pt x="9673" y="1352"/>
                  <a:pt x="9697" y="1377"/>
                  <a:pt x="9697" y="1407"/>
                </a:cubicBezTo>
                <a:close/>
                <a:moveTo>
                  <a:pt x="8306" y="3244"/>
                </a:moveTo>
                <a:cubicBezTo>
                  <a:pt x="8306" y="3268"/>
                  <a:pt x="8287" y="3287"/>
                  <a:pt x="8263" y="3287"/>
                </a:cubicBezTo>
                <a:cubicBezTo>
                  <a:pt x="8240" y="3287"/>
                  <a:pt x="8221" y="3268"/>
                  <a:pt x="8221" y="3244"/>
                </a:cubicBezTo>
                <a:cubicBezTo>
                  <a:pt x="8221" y="3221"/>
                  <a:pt x="8240" y="3201"/>
                  <a:pt x="8263" y="3201"/>
                </a:cubicBezTo>
                <a:cubicBezTo>
                  <a:pt x="8287" y="3201"/>
                  <a:pt x="8306" y="3221"/>
                  <a:pt x="8306" y="3244"/>
                </a:cubicBezTo>
                <a:close/>
                <a:moveTo>
                  <a:pt x="1591" y="490"/>
                </a:moveTo>
                <a:cubicBezTo>
                  <a:pt x="1591" y="508"/>
                  <a:pt x="1576" y="522"/>
                  <a:pt x="1559" y="522"/>
                </a:cubicBezTo>
                <a:cubicBezTo>
                  <a:pt x="1541" y="522"/>
                  <a:pt x="1527" y="508"/>
                  <a:pt x="1527" y="490"/>
                </a:cubicBezTo>
                <a:cubicBezTo>
                  <a:pt x="1527" y="472"/>
                  <a:pt x="1541" y="458"/>
                  <a:pt x="1559" y="458"/>
                </a:cubicBezTo>
                <a:cubicBezTo>
                  <a:pt x="1576" y="458"/>
                  <a:pt x="1591" y="472"/>
                  <a:pt x="1591" y="490"/>
                </a:cubicBezTo>
                <a:close/>
                <a:moveTo>
                  <a:pt x="579" y="4547"/>
                </a:moveTo>
                <a:cubicBezTo>
                  <a:pt x="579" y="4576"/>
                  <a:pt x="555" y="4600"/>
                  <a:pt x="525" y="4600"/>
                </a:cubicBezTo>
                <a:cubicBezTo>
                  <a:pt x="495" y="4600"/>
                  <a:pt x="471" y="4576"/>
                  <a:pt x="471" y="4547"/>
                </a:cubicBezTo>
                <a:cubicBezTo>
                  <a:pt x="471" y="4517"/>
                  <a:pt x="495" y="4493"/>
                  <a:pt x="525" y="4493"/>
                </a:cubicBezTo>
                <a:cubicBezTo>
                  <a:pt x="555" y="4493"/>
                  <a:pt x="579" y="4517"/>
                  <a:pt x="579" y="4547"/>
                </a:cubicBezTo>
                <a:close/>
                <a:moveTo>
                  <a:pt x="786" y="5864"/>
                </a:moveTo>
                <a:cubicBezTo>
                  <a:pt x="786" y="5902"/>
                  <a:pt x="755" y="5933"/>
                  <a:pt x="716" y="5933"/>
                </a:cubicBezTo>
                <a:cubicBezTo>
                  <a:pt x="678" y="5933"/>
                  <a:pt x="647" y="5902"/>
                  <a:pt x="647" y="5864"/>
                </a:cubicBezTo>
                <a:cubicBezTo>
                  <a:pt x="647" y="5825"/>
                  <a:pt x="678" y="5794"/>
                  <a:pt x="716" y="5794"/>
                </a:cubicBezTo>
                <a:cubicBezTo>
                  <a:pt x="755" y="5794"/>
                  <a:pt x="786" y="5825"/>
                  <a:pt x="786" y="5864"/>
                </a:cubicBezTo>
                <a:close/>
                <a:moveTo>
                  <a:pt x="4221" y="2303"/>
                </a:moveTo>
                <a:cubicBezTo>
                  <a:pt x="4221" y="2339"/>
                  <a:pt x="4192" y="2368"/>
                  <a:pt x="4156" y="2368"/>
                </a:cubicBezTo>
                <a:cubicBezTo>
                  <a:pt x="4120" y="2368"/>
                  <a:pt x="4091" y="2339"/>
                  <a:pt x="4091" y="2303"/>
                </a:cubicBezTo>
                <a:cubicBezTo>
                  <a:pt x="4091" y="2267"/>
                  <a:pt x="4120" y="2238"/>
                  <a:pt x="4156" y="2238"/>
                </a:cubicBezTo>
                <a:cubicBezTo>
                  <a:pt x="4192" y="2238"/>
                  <a:pt x="4221" y="2267"/>
                  <a:pt x="4221" y="2303"/>
                </a:cubicBezTo>
                <a:close/>
                <a:moveTo>
                  <a:pt x="6675" y="4677"/>
                </a:moveTo>
                <a:cubicBezTo>
                  <a:pt x="6675" y="4698"/>
                  <a:pt x="6658" y="4714"/>
                  <a:pt x="6638" y="4714"/>
                </a:cubicBezTo>
                <a:cubicBezTo>
                  <a:pt x="6617" y="4714"/>
                  <a:pt x="6600" y="4698"/>
                  <a:pt x="6600" y="4677"/>
                </a:cubicBezTo>
                <a:cubicBezTo>
                  <a:pt x="6600" y="4656"/>
                  <a:pt x="6617" y="4640"/>
                  <a:pt x="6638" y="4640"/>
                </a:cubicBezTo>
                <a:cubicBezTo>
                  <a:pt x="6658" y="4640"/>
                  <a:pt x="6675" y="4656"/>
                  <a:pt x="6675" y="4677"/>
                </a:cubicBezTo>
                <a:close/>
                <a:moveTo>
                  <a:pt x="7296" y="2800"/>
                </a:moveTo>
                <a:cubicBezTo>
                  <a:pt x="7296" y="2818"/>
                  <a:pt x="7282" y="2832"/>
                  <a:pt x="7264" y="2832"/>
                </a:cubicBezTo>
                <a:cubicBezTo>
                  <a:pt x="7246" y="2832"/>
                  <a:pt x="7232" y="2818"/>
                  <a:pt x="7232" y="2800"/>
                </a:cubicBezTo>
                <a:cubicBezTo>
                  <a:pt x="7232" y="2782"/>
                  <a:pt x="7246" y="2768"/>
                  <a:pt x="7264" y="2768"/>
                </a:cubicBezTo>
                <a:cubicBezTo>
                  <a:pt x="7282" y="2768"/>
                  <a:pt x="7296" y="2782"/>
                  <a:pt x="7296" y="2800"/>
                </a:cubicBezTo>
                <a:close/>
                <a:moveTo>
                  <a:pt x="565" y="1696"/>
                </a:moveTo>
                <a:cubicBezTo>
                  <a:pt x="565" y="1718"/>
                  <a:pt x="547" y="1735"/>
                  <a:pt x="526" y="1735"/>
                </a:cubicBezTo>
                <a:cubicBezTo>
                  <a:pt x="504" y="1735"/>
                  <a:pt x="486" y="1718"/>
                  <a:pt x="486" y="1696"/>
                </a:cubicBezTo>
                <a:cubicBezTo>
                  <a:pt x="486" y="1674"/>
                  <a:pt x="504" y="1657"/>
                  <a:pt x="526" y="1657"/>
                </a:cubicBezTo>
                <a:cubicBezTo>
                  <a:pt x="547" y="1657"/>
                  <a:pt x="565" y="1674"/>
                  <a:pt x="565" y="1696"/>
                </a:cubicBezTo>
                <a:close/>
                <a:moveTo>
                  <a:pt x="2754" y="5709"/>
                </a:moveTo>
                <a:cubicBezTo>
                  <a:pt x="2754" y="5734"/>
                  <a:pt x="2734" y="5755"/>
                  <a:pt x="2708" y="5755"/>
                </a:cubicBezTo>
                <a:cubicBezTo>
                  <a:pt x="2683" y="5755"/>
                  <a:pt x="2662" y="5734"/>
                  <a:pt x="2662" y="5709"/>
                </a:cubicBezTo>
                <a:cubicBezTo>
                  <a:pt x="2662" y="5684"/>
                  <a:pt x="2683" y="5663"/>
                  <a:pt x="2708" y="5663"/>
                </a:cubicBezTo>
                <a:cubicBezTo>
                  <a:pt x="2734" y="5663"/>
                  <a:pt x="2754" y="5684"/>
                  <a:pt x="2754" y="5709"/>
                </a:cubicBezTo>
                <a:close/>
                <a:moveTo>
                  <a:pt x="2141" y="707"/>
                </a:moveTo>
                <a:cubicBezTo>
                  <a:pt x="2141" y="725"/>
                  <a:pt x="2127" y="739"/>
                  <a:pt x="2109" y="739"/>
                </a:cubicBezTo>
                <a:cubicBezTo>
                  <a:pt x="2091" y="739"/>
                  <a:pt x="2077" y="725"/>
                  <a:pt x="2077" y="707"/>
                </a:cubicBezTo>
                <a:cubicBezTo>
                  <a:pt x="2077" y="689"/>
                  <a:pt x="2091" y="675"/>
                  <a:pt x="2109" y="675"/>
                </a:cubicBezTo>
                <a:cubicBezTo>
                  <a:pt x="2127" y="675"/>
                  <a:pt x="2141" y="689"/>
                  <a:pt x="2141" y="707"/>
                </a:cubicBezTo>
                <a:close/>
                <a:moveTo>
                  <a:pt x="4100" y="2664"/>
                </a:moveTo>
                <a:cubicBezTo>
                  <a:pt x="4100" y="2682"/>
                  <a:pt x="4085" y="2697"/>
                  <a:pt x="4067" y="2697"/>
                </a:cubicBezTo>
                <a:cubicBezTo>
                  <a:pt x="4049" y="2697"/>
                  <a:pt x="4034" y="2682"/>
                  <a:pt x="4034" y="2664"/>
                </a:cubicBezTo>
                <a:cubicBezTo>
                  <a:pt x="4034" y="2646"/>
                  <a:pt x="4049" y="2631"/>
                  <a:pt x="4067" y="2631"/>
                </a:cubicBezTo>
                <a:cubicBezTo>
                  <a:pt x="4085" y="2631"/>
                  <a:pt x="4100" y="2646"/>
                  <a:pt x="4100" y="2664"/>
                </a:cubicBezTo>
                <a:close/>
                <a:moveTo>
                  <a:pt x="5195" y="2193"/>
                </a:moveTo>
                <a:cubicBezTo>
                  <a:pt x="5195" y="2210"/>
                  <a:pt x="5181" y="2224"/>
                  <a:pt x="5164" y="2224"/>
                </a:cubicBezTo>
                <a:cubicBezTo>
                  <a:pt x="5147" y="2224"/>
                  <a:pt x="5134" y="2210"/>
                  <a:pt x="5134" y="2193"/>
                </a:cubicBezTo>
                <a:cubicBezTo>
                  <a:pt x="5134" y="2176"/>
                  <a:pt x="5147" y="2162"/>
                  <a:pt x="5164" y="2162"/>
                </a:cubicBezTo>
                <a:cubicBezTo>
                  <a:pt x="5181" y="2162"/>
                  <a:pt x="5195" y="2176"/>
                  <a:pt x="5195" y="2193"/>
                </a:cubicBezTo>
                <a:close/>
                <a:moveTo>
                  <a:pt x="4779" y="1034"/>
                </a:moveTo>
                <a:cubicBezTo>
                  <a:pt x="4779" y="1054"/>
                  <a:pt x="4762" y="1071"/>
                  <a:pt x="4742" y="1071"/>
                </a:cubicBezTo>
                <a:cubicBezTo>
                  <a:pt x="4721" y="1071"/>
                  <a:pt x="4705" y="1054"/>
                  <a:pt x="4705" y="1034"/>
                </a:cubicBezTo>
                <a:cubicBezTo>
                  <a:pt x="4705" y="1013"/>
                  <a:pt x="4721" y="997"/>
                  <a:pt x="4742" y="997"/>
                </a:cubicBezTo>
                <a:cubicBezTo>
                  <a:pt x="4762" y="997"/>
                  <a:pt x="4779" y="1013"/>
                  <a:pt x="4779" y="1034"/>
                </a:cubicBezTo>
                <a:close/>
                <a:moveTo>
                  <a:pt x="7540" y="2715"/>
                </a:moveTo>
                <a:cubicBezTo>
                  <a:pt x="7540" y="2739"/>
                  <a:pt x="7520" y="2759"/>
                  <a:pt x="7496" y="2759"/>
                </a:cubicBezTo>
                <a:cubicBezTo>
                  <a:pt x="7471" y="2759"/>
                  <a:pt x="7452" y="2739"/>
                  <a:pt x="7452" y="2715"/>
                </a:cubicBezTo>
                <a:cubicBezTo>
                  <a:pt x="7452" y="2690"/>
                  <a:pt x="7471" y="2670"/>
                  <a:pt x="7496" y="2670"/>
                </a:cubicBezTo>
                <a:cubicBezTo>
                  <a:pt x="7520" y="2670"/>
                  <a:pt x="7540" y="2690"/>
                  <a:pt x="7540" y="2715"/>
                </a:cubicBezTo>
                <a:close/>
                <a:moveTo>
                  <a:pt x="5596" y="4607"/>
                </a:moveTo>
                <a:cubicBezTo>
                  <a:pt x="5596" y="4638"/>
                  <a:pt x="5571" y="4662"/>
                  <a:pt x="5541" y="4662"/>
                </a:cubicBezTo>
                <a:cubicBezTo>
                  <a:pt x="5511" y="4662"/>
                  <a:pt x="5486" y="4638"/>
                  <a:pt x="5486" y="4607"/>
                </a:cubicBezTo>
                <a:cubicBezTo>
                  <a:pt x="5486" y="4577"/>
                  <a:pt x="5511" y="4552"/>
                  <a:pt x="5541" y="4552"/>
                </a:cubicBezTo>
                <a:cubicBezTo>
                  <a:pt x="5571" y="4552"/>
                  <a:pt x="5596" y="4577"/>
                  <a:pt x="5596" y="4607"/>
                </a:cubicBezTo>
                <a:close/>
                <a:moveTo>
                  <a:pt x="9493" y="4494"/>
                </a:moveTo>
                <a:cubicBezTo>
                  <a:pt x="9493" y="4518"/>
                  <a:pt x="9474" y="4538"/>
                  <a:pt x="9450" y="4538"/>
                </a:cubicBezTo>
                <a:cubicBezTo>
                  <a:pt x="9426" y="4538"/>
                  <a:pt x="9406" y="4518"/>
                  <a:pt x="9406" y="4494"/>
                </a:cubicBezTo>
                <a:cubicBezTo>
                  <a:pt x="9406" y="4470"/>
                  <a:pt x="9426" y="4450"/>
                  <a:pt x="9450" y="4450"/>
                </a:cubicBezTo>
                <a:cubicBezTo>
                  <a:pt x="9474" y="4450"/>
                  <a:pt x="9493" y="4470"/>
                  <a:pt x="9493" y="4494"/>
                </a:cubicBezTo>
                <a:close/>
                <a:moveTo>
                  <a:pt x="9526" y="154"/>
                </a:moveTo>
                <a:cubicBezTo>
                  <a:pt x="9526" y="175"/>
                  <a:pt x="9509" y="192"/>
                  <a:pt x="9488" y="192"/>
                </a:cubicBezTo>
                <a:cubicBezTo>
                  <a:pt x="9467" y="192"/>
                  <a:pt x="9451" y="175"/>
                  <a:pt x="9451" y="154"/>
                </a:cubicBezTo>
                <a:cubicBezTo>
                  <a:pt x="9451" y="134"/>
                  <a:pt x="9467" y="117"/>
                  <a:pt x="9488" y="117"/>
                </a:cubicBezTo>
                <a:cubicBezTo>
                  <a:pt x="9509" y="117"/>
                  <a:pt x="9526" y="134"/>
                  <a:pt x="9526" y="154"/>
                </a:cubicBezTo>
                <a:close/>
                <a:moveTo>
                  <a:pt x="1299" y="2423"/>
                </a:moveTo>
                <a:cubicBezTo>
                  <a:pt x="1299" y="2448"/>
                  <a:pt x="1279" y="2467"/>
                  <a:pt x="1254" y="2467"/>
                </a:cubicBezTo>
                <a:cubicBezTo>
                  <a:pt x="1230" y="2467"/>
                  <a:pt x="1210" y="2448"/>
                  <a:pt x="1210" y="2423"/>
                </a:cubicBezTo>
                <a:cubicBezTo>
                  <a:pt x="1210" y="2399"/>
                  <a:pt x="1230" y="2379"/>
                  <a:pt x="1254" y="2379"/>
                </a:cubicBezTo>
                <a:cubicBezTo>
                  <a:pt x="1279" y="2379"/>
                  <a:pt x="1299" y="2399"/>
                  <a:pt x="1299" y="2423"/>
                </a:cubicBezTo>
                <a:close/>
                <a:moveTo>
                  <a:pt x="3947" y="3981"/>
                </a:moveTo>
                <a:cubicBezTo>
                  <a:pt x="3947" y="4005"/>
                  <a:pt x="3927" y="4024"/>
                  <a:pt x="3903" y="4024"/>
                </a:cubicBezTo>
                <a:cubicBezTo>
                  <a:pt x="3879" y="4024"/>
                  <a:pt x="3859" y="4005"/>
                  <a:pt x="3859" y="3981"/>
                </a:cubicBezTo>
                <a:cubicBezTo>
                  <a:pt x="3859" y="3956"/>
                  <a:pt x="3879" y="3937"/>
                  <a:pt x="3903" y="3937"/>
                </a:cubicBezTo>
                <a:cubicBezTo>
                  <a:pt x="3927" y="3937"/>
                  <a:pt x="3947" y="3956"/>
                  <a:pt x="3947" y="3981"/>
                </a:cubicBezTo>
                <a:close/>
                <a:moveTo>
                  <a:pt x="4897" y="4256"/>
                </a:moveTo>
                <a:cubicBezTo>
                  <a:pt x="4897" y="4293"/>
                  <a:pt x="4867" y="4323"/>
                  <a:pt x="4830" y="4323"/>
                </a:cubicBezTo>
                <a:cubicBezTo>
                  <a:pt x="4793" y="4323"/>
                  <a:pt x="4763" y="4293"/>
                  <a:pt x="4763" y="4256"/>
                </a:cubicBezTo>
                <a:cubicBezTo>
                  <a:pt x="4763" y="4219"/>
                  <a:pt x="4793" y="4189"/>
                  <a:pt x="4830" y="4189"/>
                </a:cubicBezTo>
                <a:cubicBezTo>
                  <a:pt x="4867" y="4189"/>
                  <a:pt x="4897" y="4219"/>
                  <a:pt x="4897" y="4256"/>
                </a:cubicBezTo>
                <a:close/>
                <a:moveTo>
                  <a:pt x="9573" y="2342"/>
                </a:moveTo>
                <a:cubicBezTo>
                  <a:pt x="9573" y="2367"/>
                  <a:pt x="9552" y="2387"/>
                  <a:pt x="9527" y="2387"/>
                </a:cubicBezTo>
                <a:cubicBezTo>
                  <a:pt x="9502" y="2387"/>
                  <a:pt x="9482" y="2367"/>
                  <a:pt x="9482" y="2342"/>
                </a:cubicBezTo>
                <a:cubicBezTo>
                  <a:pt x="9482" y="2317"/>
                  <a:pt x="9502" y="2297"/>
                  <a:pt x="9527" y="2297"/>
                </a:cubicBezTo>
                <a:cubicBezTo>
                  <a:pt x="9552" y="2297"/>
                  <a:pt x="9573" y="2317"/>
                  <a:pt x="9573" y="2342"/>
                </a:cubicBezTo>
                <a:close/>
                <a:moveTo>
                  <a:pt x="9929" y="5264"/>
                </a:moveTo>
                <a:cubicBezTo>
                  <a:pt x="9929" y="5300"/>
                  <a:pt x="9900" y="5329"/>
                  <a:pt x="9864" y="5329"/>
                </a:cubicBezTo>
                <a:cubicBezTo>
                  <a:pt x="9828" y="5329"/>
                  <a:pt x="9799" y="5300"/>
                  <a:pt x="9799" y="5264"/>
                </a:cubicBezTo>
                <a:cubicBezTo>
                  <a:pt x="9799" y="5228"/>
                  <a:pt x="9828" y="5199"/>
                  <a:pt x="9864" y="5199"/>
                </a:cubicBezTo>
                <a:cubicBezTo>
                  <a:pt x="9900" y="5199"/>
                  <a:pt x="9929" y="5228"/>
                  <a:pt x="9929" y="5264"/>
                </a:cubicBezTo>
                <a:close/>
                <a:moveTo>
                  <a:pt x="1231" y="1852"/>
                </a:moveTo>
                <a:cubicBezTo>
                  <a:pt x="1231" y="1878"/>
                  <a:pt x="1210" y="1899"/>
                  <a:pt x="1184" y="1899"/>
                </a:cubicBezTo>
                <a:cubicBezTo>
                  <a:pt x="1158" y="1899"/>
                  <a:pt x="1137" y="1878"/>
                  <a:pt x="1137" y="1852"/>
                </a:cubicBezTo>
                <a:cubicBezTo>
                  <a:pt x="1137" y="1826"/>
                  <a:pt x="1158" y="1805"/>
                  <a:pt x="1184" y="1805"/>
                </a:cubicBezTo>
                <a:cubicBezTo>
                  <a:pt x="1210" y="1805"/>
                  <a:pt x="1231" y="1826"/>
                  <a:pt x="1231" y="1852"/>
                </a:cubicBezTo>
                <a:close/>
                <a:moveTo>
                  <a:pt x="3178" y="2931"/>
                </a:moveTo>
                <a:cubicBezTo>
                  <a:pt x="3178" y="2969"/>
                  <a:pt x="3147" y="2999"/>
                  <a:pt x="3110" y="2999"/>
                </a:cubicBezTo>
                <a:cubicBezTo>
                  <a:pt x="3072" y="2999"/>
                  <a:pt x="3042" y="2969"/>
                  <a:pt x="3042" y="2931"/>
                </a:cubicBezTo>
                <a:cubicBezTo>
                  <a:pt x="3042" y="2894"/>
                  <a:pt x="3072" y="2864"/>
                  <a:pt x="3110" y="2864"/>
                </a:cubicBezTo>
                <a:cubicBezTo>
                  <a:pt x="3147" y="2864"/>
                  <a:pt x="3178" y="2894"/>
                  <a:pt x="3178" y="2931"/>
                </a:cubicBezTo>
                <a:close/>
                <a:moveTo>
                  <a:pt x="3932" y="3194"/>
                </a:moveTo>
                <a:cubicBezTo>
                  <a:pt x="3932" y="3218"/>
                  <a:pt x="3913" y="3237"/>
                  <a:pt x="3889" y="3237"/>
                </a:cubicBezTo>
                <a:cubicBezTo>
                  <a:pt x="3865" y="3237"/>
                  <a:pt x="3846" y="3218"/>
                  <a:pt x="3846" y="3194"/>
                </a:cubicBezTo>
                <a:cubicBezTo>
                  <a:pt x="3846" y="3170"/>
                  <a:pt x="3865" y="3151"/>
                  <a:pt x="3889" y="3151"/>
                </a:cubicBezTo>
                <a:cubicBezTo>
                  <a:pt x="3913" y="3151"/>
                  <a:pt x="3932" y="3170"/>
                  <a:pt x="3932" y="3194"/>
                </a:cubicBezTo>
                <a:close/>
                <a:moveTo>
                  <a:pt x="5917" y="3438"/>
                </a:moveTo>
                <a:cubicBezTo>
                  <a:pt x="5917" y="3459"/>
                  <a:pt x="5900" y="3476"/>
                  <a:pt x="5879" y="3476"/>
                </a:cubicBezTo>
                <a:cubicBezTo>
                  <a:pt x="5859" y="3476"/>
                  <a:pt x="5842" y="3459"/>
                  <a:pt x="5842" y="3438"/>
                </a:cubicBezTo>
                <a:cubicBezTo>
                  <a:pt x="5842" y="3418"/>
                  <a:pt x="5859" y="3401"/>
                  <a:pt x="5879" y="3401"/>
                </a:cubicBezTo>
                <a:cubicBezTo>
                  <a:pt x="5900" y="3401"/>
                  <a:pt x="5917" y="3418"/>
                  <a:pt x="5917" y="3438"/>
                </a:cubicBezTo>
                <a:close/>
                <a:moveTo>
                  <a:pt x="703" y="4722"/>
                </a:moveTo>
                <a:cubicBezTo>
                  <a:pt x="703" y="4756"/>
                  <a:pt x="674" y="4785"/>
                  <a:pt x="639" y="4785"/>
                </a:cubicBezTo>
                <a:cubicBezTo>
                  <a:pt x="604" y="4785"/>
                  <a:pt x="576" y="4756"/>
                  <a:pt x="576" y="4722"/>
                </a:cubicBezTo>
                <a:cubicBezTo>
                  <a:pt x="576" y="4687"/>
                  <a:pt x="604" y="4658"/>
                  <a:pt x="639" y="4658"/>
                </a:cubicBezTo>
                <a:cubicBezTo>
                  <a:pt x="674" y="4658"/>
                  <a:pt x="703" y="4687"/>
                  <a:pt x="703" y="4722"/>
                </a:cubicBezTo>
                <a:close/>
                <a:moveTo>
                  <a:pt x="3434" y="1294"/>
                </a:moveTo>
                <a:cubicBezTo>
                  <a:pt x="3434" y="1313"/>
                  <a:pt x="3419" y="1328"/>
                  <a:pt x="3400" y="1328"/>
                </a:cubicBezTo>
                <a:cubicBezTo>
                  <a:pt x="3381" y="1328"/>
                  <a:pt x="3366" y="1313"/>
                  <a:pt x="3366" y="1294"/>
                </a:cubicBezTo>
                <a:cubicBezTo>
                  <a:pt x="3366" y="1275"/>
                  <a:pt x="3381" y="1260"/>
                  <a:pt x="3400" y="1260"/>
                </a:cubicBezTo>
                <a:cubicBezTo>
                  <a:pt x="3419" y="1260"/>
                  <a:pt x="3434" y="1275"/>
                  <a:pt x="3434" y="1294"/>
                </a:cubicBezTo>
                <a:close/>
                <a:moveTo>
                  <a:pt x="6286" y="3645"/>
                </a:moveTo>
                <a:cubicBezTo>
                  <a:pt x="6286" y="3682"/>
                  <a:pt x="6256" y="3712"/>
                  <a:pt x="6219" y="3712"/>
                </a:cubicBezTo>
                <a:cubicBezTo>
                  <a:pt x="6181" y="3712"/>
                  <a:pt x="6151" y="3682"/>
                  <a:pt x="6151" y="3645"/>
                </a:cubicBezTo>
                <a:cubicBezTo>
                  <a:pt x="6151" y="3608"/>
                  <a:pt x="6181" y="3578"/>
                  <a:pt x="6219" y="3578"/>
                </a:cubicBezTo>
                <a:cubicBezTo>
                  <a:pt x="6256" y="3578"/>
                  <a:pt x="6286" y="3608"/>
                  <a:pt x="6286" y="3645"/>
                </a:cubicBezTo>
                <a:close/>
                <a:moveTo>
                  <a:pt x="6815" y="3612"/>
                </a:moveTo>
                <a:cubicBezTo>
                  <a:pt x="6815" y="3642"/>
                  <a:pt x="6791" y="3666"/>
                  <a:pt x="6762" y="3666"/>
                </a:cubicBezTo>
                <a:cubicBezTo>
                  <a:pt x="6732" y="3666"/>
                  <a:pt x="6708" y="3642"/>
                  <a:pt x="6708" y="3612"/>
                </a:cubicBezTo>
                <a:cubicBezTo>
                  <a:pt x="6708" y="3582"/>
                  <a:pt x="6732" y="3558"/>
                  <a:pt x="6762" y="3558"/>
                </a:cubicBezTo>
                <a:cubicBezTo>
                  <a:pt x="6791" y="3558"/>
                  <a:pt x="6815" y="3582"/>
                  <a:pt x="6815" y="3612"/>
                </a:cubicBezTo>
                <a:close/>
                <a:moveTo>
                  <a:pt x="9088" y="5764"/>
                </a:moveTo>
                <a:cubicBezTo>
                  <a:pt x="9088" y="5784"/>
                  <a:pt x="9072" y="5801"/>
                  <a:pt x="9051" y="5801"/>
                </a:cubicBezTo>
                <a:cubicBezTo>
                  <a:pt x="9031" y="5801"/>
                  <a:pt x="9015" y="5784"/>
                  <a:pt x="9015" y="5764"/>
                </a:cubicBezTo>
                <a:cubicBezTo>
                  <a:pt x="9015" y="5744"/>
                  <a:pt x="9031" y="5727"/>
                  <a:pt x="9051" y="5727"/>
                </a:cubicBezTo>
                <a:cubicBezTo>
                  <a:pt x="9072" y="5727"/>
                  <a:pt x="9088" y="5744"/>
                  <a:pt x="9088" y="5764"/>
                </a:cubicBezTo>
                <a:close/>
                <a:moveTo>
                  <a:pt x="1291" y="852"/>
                </a:moveTo>
                <a:cubicBezTo>
                  <a:pt x="1291" y="869"/>
                  <a:pt x="1277" y="883"/>
                  <a:pt x="1261" y="883"/>
                </a:cubicBezTo>
                <a:cubicBezTo>
                  <a:pt x="1244" y="883"/>
                  <a:pt x="1230" y="869"/>
                  <a:pt x="1230" y="852"/>
                </a:cubicBezTo>
                <a:cubicBezTo>
                  <a:pt x="1230" y="835"/>
                  <a:pt x="1244" y="822"/>
                  <a:pt x="1261" y="822"/>
                </a:cubicBezTo>
                <a:cubicBezTo>
                  <a:pt x="1277" y="822"/>
                  <a:pt x="1291" y="835"/>
                  <a:pt x="1291" y="852"/>
                </a:cubicBezTo>
                <a:close/>
                <a:moveTo>
                  <a:pt x="8529" y="6029"/>
                </a:moveTo>
                <a:cubicBezTo>
                  <a:pt x="8529" y="6056"/>
                  <a:pt x="8507" y="6079"/>
                  <a:pt x="8479" y="6079"/>
                </a:cubicBezTo>
                <a:cubicBezTo>
                  <a:pt x="8452" y="6079"/>
                  <a:pt x="8429" y="6056"/>
                  <a:pt x="8429" y="6029"/>
                </a:cubicBezTo>
                <a:cubicBezTo>
                  <a:pt x="8429" y="6001"/>
                  <a:pt x="8452" y="5979"/>
                  <a:pt x="8479" y="5979"/>
                </a:cubicBezTo>
                <a:cubicBezTo>
                  <a:pt x="8507" y="5979"/>
                  <a:pt x="8529" y="6001"/>
                  <a:pt x="8529" y="6029"/>
                </a:cubicBezTo>
                <a:close/>
                <a:moveTo>
                  <a:pt x="7633" y="4164"/>
                </a:moveTo>
                <a:cubicBezTo>
                  <a:pt x="7633" y="4195"/>
                  <a:pt x="7608" y="4220"/>
                  <a:pt x="7577" y="4220"/>
                </a:cubicBezTo>
                <a:cubicBezTo>
                  <a:pt x="7546" y="4220"/>
                  <a:pt x="7520" y="4195"/>
                  <a:pt x="7520" y="4164"/>
                </a:cubicBezTo>
                <a:cubicBezTo>
                  <a:pt x="7520" y="4132"/>
                  <a:pt x="7546" y="4107"/>
                  <a:pt x="7577" y="4107"/>
                </a:cubicBezTo>
                <a:cubicBezTo>
                  <a:pt x="7608" y="4107"/>
                  <a:pt x="7633" y="4132"/>
                  <a:pt x="7633" y="4164"/>
                </a:cubicBezTo>
                <a:close/>
                <a:moveTo>
                  <a:pt x="3980" y="5992"/>
                </a:moveTo>
                <a:cubicBezTo>
                  <a:pt x="3980" y="6015"/>
                  <a:pt x="3961" y="6034"/>
                  <a:pt x="3938" y="6034"/>
                </a:cubicBezTo>
                <a:cubicBezTo>
                  <a:pt x="3915" y="6034"/>
                  <a:pt x="3896" y="6015"/>
                  <a:pt x="3896" y="5992"/>
                </a:cubicBezTo>
                <a:cubicBezTo>
                  <a:pt x="3896" y="5969"/>
                  <a:pt x="3915" y="5950"/>
                  <a:pt x="3938" y="5950"/>
                </a:cubicBezTo>
                <a:cubicBezTo>
                  <a:pt x="3961" y="5950"/>
                  <a:pt x="3980" y="5969"/>
                  <a:pt x="3980" y="5992"/>
                </a:cubicBezTo>
                <a:close/>
                <a:moveTo>
                  <a:pt x="1103" y="385"/>
                </a:moveTo>
                <a:cubicBezTo>
                  <a:pt x="1103" y="419"/>
                  <a:pt x="1076" y="446"/>
                  <a:pt x="1042" y="446"/>
                </a:cubicBezTo>
                <a:cubicBezTo>
                  <a:pt x="1008" y="446"/>
                  <a:pt x="980" y="419"/>
                  <a:pt x="980" y="385"/>
                </a:cubicBezTo>
                <a:cubicBezTo>
                  <a:pt x="980" y="351"/>
                  <a:pt x="1008" y="323"/>
                  <a:pt x="1042" y="323"/>
                </a:cubicBezTo>
                <a:cubicBezTo>
                  <a:pt x="1076" y="323"/>
                  <a:pt x="1103" y="351"/>
                  <a:pt x="1103" y="385"/>
                </a:cubicBezTo>
                <a:close/>
                <a:moveTo>
                  <a:pt x="7836" y="5345"/>
                </a:moveTo>
                <a:cubicBezTo>
                  <a:pt x="7836" y="5379"/>
                  <a:pt x="7809" y="5407"/>
                  <a:pt x="7774" y="5407"/>
                </a:cubicBezTo>
                <a:cubicBezTo>
                  <a:pt x="7740" y="5407"/>
                  <a:pt x="7712" y="5379"/>
                  <a:pt x="7712" y="5345"/>
                </a:cubicBezTo>
                <a:cubicBezTo>
                  <a:pt x="7712" y="5310"/>
                  <a:pt x="7740" y="5283"/>
                  <a:pt x="7774" y="5283"/>
                </a:cubicBezTo>
                <a:cubicBezTo>
                  <a:pt x="7809" y="5283"/>
                  <a:pt x="7836" y="5310"/>
                  <a:pt x="7836" y="5345"/>
                </a:cubicBezTo>
                <a:close/>
                <a:moveTo>
                  <a:pt x="2332" y="2310"/>
                </a:moveTo>
                <a:cubicBezTo>
                  <a:pt x="2332" y="2332"/>
                  <a:pt x="2313" y="2351"/>
                  <a:pt x="2290" y="2351"/>
                </a:cubicBezTo>
                <a:cubicBezTo>
                  <a:pt x="2268" y="2351"/>
                  <a:pt x="2249" y="2332"/>
                  <a:pt x="2249" y="2310"/>
                </a:cubicBezTo>
                <a:cubicBezTo>
                  <a:pt x="2249" y="2287"/>
                  <a:pt x="2268" y="2268"/>
                  <a:pt x="2290" y="2268"/>
                </a:cubicBezTo>
                <a:cubicBezTo>
                  <a:pt x="2313" y="2268"/>
                  <a:pt x="2332" y="2287"/>
                  <a:pt x="2332" y="2310"/>
                </a:cubicBezTo>
                <a:close/>
                <a:moveTo>
                  <a:pt x="8652" y="69"/>
                </a:moveTo>
                <a:cubicBezTo>
                  <a:pt x="8652" y="93"/>
                  <a:pt x="8634" y="111"/>
                  <a:pt x="8610" y="111"/>
                </a:cubicBezTo>
                <a:cubicBezTo>
                  <a:pt x="8587" y="111"/>
                  <a:pt x="8568" y="93"/>
                  <a:pt x="8568" y="69"/>
                </a:cubicBezTo>
                <a:cubicBezTo>
                  <a:pt x="8568" y="46"/>
                  <a:pt x="8587" y="27"/>
                  <a:pt x="8610" y="27"/>
                </a:cubicBezTo>
                <a:cubicBezTo>
                  <a:pt x="8634" y="27"/>
                  <a:pt x="8652" y="46"/>
                  <a:pt x="8652" y="69"/>
                </a:cubicBezTo>
                <a:close/>
                <a:moveTo>
                  <a:pt x="6548" y="4007"/>
                </a:moveTo>
                <a:cubicBezTo>
                  <a:pt x="6548" y="4024"/>
                  <a:pt x="6534" y="4037"/>
                  <a:pt x="6518" y="4037"/>
                </a:cubicBezTo>
                <a:cubicBezTo>
                  <a:pt x="6501" y="4037"/>
                  <a:pt x="6488" y="4024"/>
                  <a:pt x="6488" y="4007"/>
                </a:cubicBezTo>
                <a:cubicBezTo>
                  <a:pt x="6488" y="3990"/>
                  <a:pt x="6501" y="3977"/>
                  <a:pt x="6518" y="3977"/>
                </a:cubicBezTo>
                <a:cubicBezTo>
                  <a:pt x="6534" y="3977"/>
                  <a:pt x="6548" y="3990"/>
                  <a:pt x="6548" y="4007"/>
                </a:cubicBezTo>
                <a:close/>
                <a:moveTo>
                  <a:pt x="1204" y="1103"/>
                </a:moveTo>
                <a:cubicBezTo>
                  <a:pt x="1204" y="1125"/>
                  <a:pt x="1187" y="1142"/>
                  <a:pt x="1165" y="1142"/>
                </a:cubicBezTo>
                <a:cubicBezTo>
                  <a:pt x="1144" y="1142"/>
                  <a:pt x="1127" y="1125"/>
                  <a:pt x="1127" y="1103"/>
                </a:cubicBezTo>
                <a:cubicBezTo>
                  <a:pt x="1127" y="1082"/>
                  <a:pt x="1144" y="1064"/>
                  <a:pt x="1165" y="1064"/>
                </a:cubicBezTo>
                <a:cubicBezTo>
                  <a:pt x="1187" y="1064"/>
                  <a:pt x="1204" y="1082"/>
                  <a:pt x="1204" y="1103"/>
                </a:cubicBezTo>
                <a:close/>
                <a:moveTo>
                  <a:pt x="5179" y="248"/>
                </a:moveTo>
                <a:cubicBezTo>
                  <a:pt x="5179" y="282"/>
                  <a:pt x="5151" y="311"/>
                  <a:pt x="5116" y="311"/>
                </a:cubicBezTo>
                <a:cubicBezTo>
                  <a:pt x="5081" y="311"/>
                  <a:pt x="5053" y="282"/>
                  <a:pt x="5053" y="248"/>
                </a:cubicBezTo>
                <a:cubicBezTo>
                  <a:pt x="5053" y="213"/>
                  <a:pt x="5081" y="185"/>
                  <a:pt x="5116" y="185"/>
                </a:cubicBezTo>
                <a:cubicBezTo>
                  <a:pt x="5151" y="185"/>
                  <a:pt x="5179" y="213"/>
                  <a:pt x="5179" y="248"/>
                </a:cubicBezTo>
                <a:close/>
                <a:moveTo>
                  <a:pt x="4705" y="4101"/>
                </a:moveTo>
                <a:cubicBezTo>
                  <a:pt x="4705" y="4125"/>
                  <a:pt x="4685" y="4145"/>
                  <a:pt x="4660" y="4145"/>
                </a:cubicBezTo>
                <a:cubicBezTo>
                  <a:pt x="4636" y="4145"/>
                  <a:pt x="4616" y="4125"/>
                  <a:pt x="4616" y="4101"/>
                </a:cubicBezTo>
                <a:cubicBezTo>
                  <a:pt x="4616" y="4076"/>
                  <a:pt x="4636" y="4056"/>
                  <a:pt x="4660" y="4056"/>
                </a:cubicBezTo>
                <a:cubicBezTo>
                  <a:pt x="4685" y="4056"/>
                  <a:pt x="4705" y="4076"/>
                  <a:pt x="4705" y="4101"/>
                </a:cubicBezTo>
                <a:close/>
                <a:moveTo>
                  <a:pt x="8512" y="702"/>
                </a:moveTo>
                <a:cubicBezTo>
                  <a:pt x="8512" y="737"/>
                  <a:pt x="8483" y="766"/>
                  <a:pt x="8447" y="766"/>
                </a:cubicBezTo>
                <a:cubicBezTo>
                  <a:pt x="8411" y="766"/>
                  <a:pt x="8382" y="737"/>
                  <a:pt x="8382" y="702"/>
                </a:cubicBezTo>
                <a:cubicBezTo>
                  <a:pt x="8382" y="666"/>
                  <a:pt x="8411" y="637"/>
                  <a:pt x="8447" y="637"/>
                </a:cubicBezTo>
                <a:cubicBezTo>
                  <a:pt x="8483" y="637"/>
                  <a:pt x="8512" y="666"/>
                  <a:pt x="8512" y="702"/>
                </a:cubicBezTo>
                <a:close/>
                <a:moveTo>
                  <a:pt x="2545" y="3245"/>
                </a:moveTo>
                <a:cubicBezTo>
                  <a:pt x="2545" y="3274"/>
                  <a:pt x="2522" y="3298"/>
                  <a:pt x="2493" y="3298"/>
                </a:cubicBezTo>
                <a:cubicBezTo>
                  <a:pt x="2464" y="3298"/>
                  <a:pt x="2440" y="3274"/>
                  <a:pt x="2440" y="3245"/>
                </a:cubicBezTo>
                <a:cubicBezTo>
                  <a:pt x="2440" y="3216"/>
                  <a:pt x="2464" y="3193"/>
                  <a:pt x="2493" y="3193"/>
                </a:cubicBezTo>
                <a:cubicBezTo>
                  <a:pt x="2522" y="3193"/>
                  <a:pt x="2545" y="3216"/>
                  <a:pt x="2545" y="3245"/>
                </a:cubicBezTo>
                <a:close/>
                <a:moveTo>
                  <a:pt x="6764" y="3421"/>
                </a:moveTo>
                <a:cubicBezTo>
                  <a:pt x="6764" y="3453"/>
                  <a:pt x="6738" y="3479"/>
                  <a:pt x="6705" y="3479"/>
                </a:cubicBezTo>
                <a:cubicBezTo>
                  <a:pt x="6673" y="3479"/>
                  <a:pt x="6647" y="3453"/>
                  <a:pt x="6647" y="3421"/>
                </a:cubicBezTo>
                <a:cubicBezTo>
                  <a:pt x="6647" y="3388"/>
                  <a:pt x="6673" y="3362"/>
                  <a:pt x="6705" y="3362"/>
                </a:cubicBezTo>
                <a:cubicBezTo>
                  <a:pt x="6738" y="3362"/>
                  <a:pt x="6764" y="3388"/>
                  <a:pt x="6764" y="3421"/>
                </a:cubicBezTo>
                <a:close/>
                <a:moveTo>
                  <a:pt x="605" y="3372"/>
                </a:moveTo>
                <a:cubicBezTo>
                  <a:pt x="605" y="3400"/>
                  <a:pt x="583" y="3422"/>
                  <a:pt x="555" y="3422"/>
                </a:cubicBezTo>
                <a:cubicBezTo>
                  <a:pt x="527" y="3422"/>
                  <a:pt x="505" y="3400"/>
                  <a:pt x="505" y="3372"/>
                </a:cubicBezTo>
                <a:cubicBezTo>
                  <a:pt x="505" y="3344"/>
                  <a:pt x="527" y="3322"/>
                  <a:pt x="555" y="3322"/>
                </a:cubicBezTo>
                <a:cubicBezTo>
                  <a:pt x="583" y="3322"/>
                  <a:pt x="605" y="3344"/>
                  <a:pt x="605" y="3372"/>
                </a:cubicBezTo>
                <a:close/>
                <a:moveTo>
                  <a:pt x="6243" y="720"/>
                </a:moveTo>
                <a:cubicBezTo>
                  <a:pt x="6243" y="752"/>
                  <a:pt x="6217" y="778"/>
                  <a:pt x="6185" y="778"/>
                </a:cubicBezTo>
                <a:cubicBezTo>
                  <a:pt x="6152" y="778"/>
                  <a:pt x="6126" y="752"/>
                  <a:pt x="6126" y="720"/>
                </a:cubicBezTo>
                <a:cubicBezTo>
                  <a:pt x="6126" y="687"/>
                  <a:pt x="6152" y="661"/>
                  <a:pt x="6185" y="661"/>
                </a:cubicBezTo>
                <a:cubicBezTo>
                  <a:pt x="6217" y="661"/>
                  <a:pt x="6243" y="687"/>
                  <a:pt x="6243" y="720"/>
                </a:cubicBezTo>
                <a:close/>
                <a:moveTo>
                  <a:pt x="891" y="346"/>
                </a:moveTo>
                <a:cubicBezTo>
                  <a:pt x="891" y="364"/>
                  <a:pt x="876" y="378"/>
                  <a:pt x="859" y="378"/>
                </a:cubicBezTo>
                <a:cubicBezTo>
                  <a:pt x="841" y="378"/>
                  <a:pt x="827" y="364"/>
                  <a:pt x="827" y="346"/>
                </a:cubicBezTo>
                <a:cubicBezTo>
                  <a:pt x="827" y="328"/>
                  <a:pt x="841" y="314"/>
                  <a:pt x="859" y="314"/>
                </a:cubicBezTo>
                <a:cubicBezTo>
                  <a:pt x="876" y="314"/>
                  <a:pt x="891" y="328"/>
                  <a:pt x="891" y="346"/>
                </a:cubicBezTo>
                <a:close/>
                <a:moveTo>
                  <a:pt x="9798" y="1062"/>
                </a:moveTo>
                <a:cubicBezTo>
                  <a:pt x="9798" y="1093"/>
                  <a:pt x="9772" y="1119"/>
                  <a:pt x="9741" y="1119"/>
                </a:cubicBezTo>
                <a:cubicBezTo>
                  <a:pt x="9709" y="1119"/>
                  <a:pt x="9683" y="1093"/>
                  <a:pt x="9683" y="1062"/>
                </a:cubicBezTo>
                <a:cubicBezTo>
                  <a:pt x="9683" y="1030"/>
                  <a:pt x="9709" y="1004"/>
                  <a:pt x="9741" y="1004"/>
                </a:cubicBezTo>
                <a:cubicBezTo>
                  <a:pt x="9772" y="1004"/>
                  <a:pt x="9798" y="1030"/>
                  <a:pt x="9798" y="1062"/>
                </a:cubicBezTo>
                <a:close/>
                <a:moveTo>
                  <a:pt x="643" y="3811"/>
                </a:moveTo>
                <a:cubicBezTo>
                  <a:pt x="643" y="3832"/>
                  <a:pt x="626" y="3849"/>
                  <a:pt x="605" y="3849"/>
                </a:cubicBezTo>
                <a:cubicBezTo>
                  <a:pt x="583" y="3849"/>
                  <a:pt x="566" y="3832"/>
                  <a:pt x="566" y="3811"/>
                </a:cubicBezTo>
                <a:cubicBezTo>
                  <a:pt x="566" y="3789"/>
                  <a:pt x="583" y="3772"/>
                  <a:pt x="605" y="3772"/>
                </a:cubicBezTo>
                <a:cubicBezTo>
                  <a:pt x="626" y="3772"/>
                  <a:pt x="643" y="3789"/>
                  <a:pt x="643" y="3811"/>
                </a:cubicBezTo>
                <a:close/>
                <a:moveTo>
                  <a:pt x="6039" y="4636"/>
                </a:moveTo>
                <a:cubicBezTo>
                  <a:pt x="6039" y="4667"/>
                  <a:pt x="6014" y="4693"/>
                  <a:pt x="5982" y="4693"/>
                </a:cubicBezTo>
                <a:cubicBezTo>
                  <a:pt x="5951" y="4693"/>
                  <a:pt x="5925" y="4667"/>
                  <a:pt x="5925" y="4636"/>
                </a:cubicBezTo>
                <a:cubicBezTo>
                  <a:pt x="5925" y="4604"/>
                  <a:pt x="5951" y="4579"/>
                  <a:pt x="5982" y="4579"/>
                </a:cubicBezTo>
                <a:cubicBezTo>
                  <a:pt x="6014" y="4579"/>
                  <a:pt x="6039" y="4604"/>
                  <a:pt x="6039" y="4636"/>
                </a:cubicBezTo>
                <a:close/>
                <a:moveTo>
                  <a:pt x="5433" y="4506"/>
                </a:moveTo>
                <a:cubicBezTo>
                  <a:pt x="5433" y="4522"/>
                  <a:pt x="5420" y="4536"/>
                  <a:pt x="5403" y="4536"/>
                </a:cubicBezTo>
                <a:cubicBezTo>
                  <a:pt x="5386" y="4536"/>
                  <a:pt x="5373" y="4522"/>
                  <a:pt x="5373" y="4506"/>
                </a:cubicBezTo>
                <a:cubicBezTo>
                  <a:pt x="5373" y="4489"/>
                  <a:pt x="5386" y="4476"/>
                  <a:pt x="5403" y="4476"/>
                </a:cubicBezTo>
                <a:cubicBezTo>
                  <a:pt x="5420" y="4476"/>
                  <a:pt x="5433" y="4489"/>
                  <a:pt x="5433" y="4506"/>
                </a:cubicBezTo>
                <a:close/>
                <a:moveTo>
                  <a:pt x="637" y="1527"/>
                </a:moveTo>
                <a:cubicBezTo>
                  <a:pt x="637" y="1553"/>
                  <a:pt x="616" y="1575"/>
                  <a:pt x="589" y="1575"/>
                </a:cubicBezTo>
                <a:cubicBezTo>
                  <a:pt x="562" y="1575"/>
                  <a:pt x="541" y="1553"/>
                  <a:pt x="541" y="1527"/>
                </a:cubicBezTo>
                <a:cubicBezTo>
                  <a:pt x="541" y="1500"/>
                  <a:pt x="562" y="1479"/>
                  <a:pt x="589" y="1479"/>
                </a:cubicBezTo>
                <a:cubicBezTo>
                  <a:pt x="616" y="1479"/>
                  <a:pt x="637" y="1500"/>
                  <a:pt x="637" y="1527"/>
                </a:cubicBezTo>
                <a:close/>
                <a:moveTo>
                  <a:pt x="7649" y="220"/>
                </a:moveTo>
                <a:cubicBezTo>
                  <a:pt x="7649" y="241"/>
                  <a:pt x="7632" y="259"/>
                  <a:pt x="7611" y="259"/>
                </a:cubicBezTo>
                <a:cubicBezTo>
                  <a:pt x="7589" y="259"/>
                  <a:pt x="7572" y="241"/>
                  <a:pt x="7572" y="220"/>
                </a:cubicBezTo>
                <a:cubicBezTo>
                  <a:pt x="7572" y="199"/>
                  <a:pt x="7589" y="182"/>
                  <a:pt x="7611" y="182"/>
                </a:cubicBezTo>
                <a:cubicBezTo>
                  <a:pt x="7632" y="182"/>
                  <a:pt x="7649" y="199"/>
                  <a:pt x="7649" y="220"/>
                </a:cubicBezTo>
                <a:close/>
                <a:moveTo>
                  <a:pt x="5277" y="2070"/>
                </a:moveTo>
                <a:cubicBezTo>
                  <a:pt x="5277" y="2089"/>
                  <a:pt x="5262" y="2104"/>
                  <a:pt x="5244" y="2104"/>
                </a:cubicBezTo>
                <a:cubicBezTo>
                  <a:pt x="5225" y="2104"/>
                  <a:pt x="5210" y="2089"/>
                  <a:pt x="5210" y="2070"/>
                </a:cubicBezTo>
                <a:cubicBezTo>
                  <a:pt x="5210" y="2052"/>
                  <a:pt x="5225" y="2037"/>
                  <a:pt x="5244" y="2037"/>
                </a:cubicBezTo>
                <a:cubicBezTo>
                  <a:pt x="5262" y="2037"/>
                  <a:pt x="5277" y="2052"/>
                  <a:pt x="5277" y="2070"/>
                </a:cubicBezTo>
                <a:close/>
                <a:moveTo>
                  <a:pt x="2886" y="219"/>
                </a:moveTo>
                <a:cubicBezTo>
                  <a:pt x="2886" y="236"/>
                  <a:pt x="2872" y="249"/>
                  <a:pt x="2855" y="249"/>
                </a:cubicBezTo>
                <a:cubicBezTo>
                  <a:pt x="2838" y="249"/>
                  <a:pt x="2825" y="236"/>
                  <a:pt x="2825" y="219"/>
                </a:cubicBezTo>
                <a:cubicBezTo>
                  <a:pt x="2825" y="202"/>
                  <a:pt x="2838" y="188"/>
                  <a:pt x="2855" y="188"/>
                </a:cubicBezTo>
                <a:cubicBezTo>
                  <a:pt x="2872" y="188"/>
                  <a:pt x="2886" y="202"/>
                  <a:pt x="2886" y="219"/>
                </a:cubicBezTo>
                <a:close/>
                <a:moveTo>
                  <a:pt x="8424" y="2015"/>
                </a:moveTo>
                <a:cubicBezTo>
                  <a:pt x="8424" y="2047"/>
                  <a:pt x="8398" y="2073"/>
                  <a:pt x="8365" y="2073"/>
                </a:cubicBezTo>
                <a:cubicBezTo>
                  <a:pt x="8333" y="2073"/>
                  <a:pt x="8307" y="2047"/>
                  <a:pt x="8307" y="2015"/>
                </a:cubicBezTo>
                <a:cubicBezTo>
                  <a:pt x="8307" y="1982"/>
                  <a:pt x="8333" y="1956"/>
                  <a:pt x="8365" y="1956"/>
                </a:cubicBezTo>
                <a:cubicBezTo>
                  <a:pt x="8398" y="1956"/>
                  <a:pt x="8424" y="1982"/>
                  <a:pt x="8424" y="2015"/>
                </a:cubicBezTo>
                <a:close/>
                <a:moveTo>
                  <a:pt x="2551" y="4642"/>
                </a:moveTo>
                <a:cubicBezTo>
                  <a:pt x="2551" y="4679"/>
                  <a:pt x="2522" y="4708"/>
                  <a:pt x="2486" y="4708"/>
                </a:cubicBezTo>
                <a:cubicBezTo>
                  <a:pt x="2450" y="4708"/>
                  <a:pt x="2421" y="4679"/>
                  <a:pt x="2421" y="4642"/>
                </a:cubicBezTo>
                <a:cubicBezTo>
                  <a:pt x="2421" y="4606"/>
                  <a:pt x="2450" y="4577"/>
                  <a:pt x="2486" y="4577"/>
                </a:cubicBezTo>
                <a:cubicBezTo>
                  <a:pt x="2522" y="4577"/>
                  <a:pt x="2551" y="4606"/>
                  <a:pt x="2551" y="4642"/>
                </a:cubicBezTo>
                <a:close/>
                <a:moveTo>
                  <a:pt x="291" y="3794"/>
                </a:moveTo>
                <a:cubicBezTo>
                  <a:pt x="291" y="3830"/>
                  <a:pt x="262" y="3860"/>
                  <a:pt x="225" y="3860"/>
                </a:cubicBezTo>
                <a:cubicBezTo>
                  <a:pt x="188" y="3860"/>
                  <a:pt x="159" y="3830"/>
                  <a:pt x="159" y="3794"/>
                </a:cubicBezTo>
                <a:cubicBezTo>
                  <a:pt x="159" y="3757"/>
                  <a:pt x="188" y="3727"/>
                  <a:pt x="225" y="3727"/>
                </a:cubicBezTo>
                <a:cubicBezTo>
                  <a:pt x="262" y="3727"/>
                  <a:pt x="291" y="3757"/>
                  <a:pt x="291" y="3794"/>
                </a:cubicBezTo>
                <a:close/>
                <a:moveTo>
                  <a:pt x="7725" y="810"/>
                </a:moveTo>
                <a:cubicBezTo>
                  <a:pt x="7725" y="842"/>
                  <a:pt x="7699" y="869"/>
                  <a:pt x="7666" y="869"/>
                </a:cubicBezTo>
                <a:cubicBezTo>
                  <a:pt x="7633" y="869"/>
                  <a:pt x="7607" y="842"/>
                  <a:pt x="7607" y="810"/>
                </a:cubicBezTo>
                <a:cubicBezTo>
                  <a:pt x="7607" y="777"/>
                  <a:pt x="7633" y="750"/>
                  <a:pt x="7666" y="750"/>
                </a:cubicBezTo>
                <a:cubicBezTo>
                  <a:pt x="7699" y="750"/>
                  <a:pt x="7725" y="777"/>
                  <a:pt x="7725" y="810"/>
                </a:cubicBezTo>
                <a:close/>
                <a:moveTo>
                  <a:pt x="7579" y="1050"/>
                </a:moveTo>
                <a:cubicBezTo>
                  <a:pt x="7579" y="1081"/>
                  <a:pt x="7554" y="1106"/>
                  <a:pt x="7523" y="1106"/>
                </a:cubicBezTo>
                <a:cubicBezTo>
                  <a:pt x="7492" y="1106"/>
                  <a:pt x="7467" y="1081"/>
                  <a:pt x="7467" y="1050"/>
                </a:cubicBezTo>
                <a:cubicBezTo>
                  <a:pt x="7467" y="1019"/>
                  <a:pt x="7492" y="994"/>
                  <a:pt x="7523" y="994"/>
                </a:cubicBezTo>
                <a:cubicBezTo>
                  <a:pt x="7554" y="994"/>
                  <a:pt x="7579" y="1019"/>
                  <a:pt x="7579" y="1050"/>
                </a:cubicBezTo>
                <a:close/>
                <a:moveTo>
                  <a:pt x="6286" y="1294"/>
                </a:moveTo>
                <a:cubicBezTo>
                  <a:pt x="6286" y="1329"/>
                  <a:pt x="6257" y="1357"/>
                  <a:pt x="6223" y="1357"/>
                </a:cubicBezTo>
                <a:cubicBezTo>
                  <a:pt x="6188" y="1357"/>
                  <a:pt x="6160" y="1329"/>
                  <a:pt x="6160" y="1294"/>
                </a:cubicBezTo>
                <a:cubicBezTo>
                  <a:pt x="6160" y="1259"/>
                  <a:pt x="6188" y="1231"/>
                  <a:pt x="6223" y="1231"/>
                </a:cubicBezTo>
                <a:cubicBezTo>
                  <a:pt x="6257" y="1231"/>
                  <a:pt x="6286" y="1259"/>
                  <a:pt x="6286" y="1294"/>
                </a:cubicBezTo>
                <a:close/>
                <a:moveTo>
                  <a:pt x="8583" y="519"/>
                </a:moveTo>
                <a:cubicBezTo>
                  <a:pt x="8583" y="546"/>
                  <a:pt x="8562" y="568"/>
                  <a:pt x="8535" y="568"/>
                </a:cubicBezTo>
                <a:cubicBezTo>
                  <a:pt x="8508" y="568"/>
                  <a:pt x="8486" y="546"/>
                  <a:pt x="8486" y="519"/>
                </a:cubicBezTo>
                <a:cubicBezTo>
                  <a:pt x="8486" y="492"/>
                  <a:pt x="8508" y="471"/>
                  <a:pt x="8535" y="471"/>
                </a:cubicBezTo>
                <a:cubicBezTo>
                  <a:pt x="8562" y="471"/>
                  <a:pt x="8583" y="492"/>
                  <a:pt x="8583" y="519"/>
                </a:cubicBezTo>
                <a:close/>
                <a:moveTo>
                  <a:pt x="5927" y="107"/>
                </a:moveTo>
                <a:cubicBezTo>
                  <a:pt x="5927" y="135"/>
                  <a:pt x="5904" y="158"/>
                  <a:pt x="5876" y="158"/>
                </a:cubicBezTo>
                <a:cubicBezTo>
                  <a:pt x="5848" y="158"/>
                  <a:pt x="5825" y="135"/>
                  <a:pt x="5825" y="107"/>
                </a:cubicBezTo>
                <a:cubicBezTo>
                  <a:pt x="5825" y="79"/>
                  <a:pt x="5848" y="56"/>
                  <a:pt x="5876" y="56"/>
                </a:cubicBezTo>
                <a:cubicBezTo>
                  <a:pt x="5904" y="56"/>
                  <a:pt x="5927" y="79"/>
                  <a:pt x="5927" y="107"/>
                </a:cubicBezTo>
                <a:close/>
                <a:moveTo>
                  <a:pt x="9385" y="2119"/>
                </a:moveTo>
                <a:cubicBezTo>
                  <a:pt x="9385" y="2147"/>
                  <a:pt x="9362" y="2169"/>
                  <a:pt x="9335" y="2169"/>
                </a:cubicBezTo>
                <a:cubicBezTo>
                  <a:pt x="9307" y="2169"/>
                  <a:pt x="9285" y="2147"/>
                  <a:pt x="9285" y="2119"/>
                </a:cubicBezTo>
                <a:cubicBezTo>
                  <a:pt x="9285" y="2092"/>
                  <a:pt x="9307" y="2070"/>
                  <a:pt x="9335" y="2070"/>
                </a:cubicBezTo>
                <a:cubicBezTo>
                  <a:pt x="9362" y="2070"/>
                  <a:pt x="9385" y="2092"/>
                  <a:pt x="9385" y="2119"/>
                </a:cubicBezTo>
                <a:close/>
                <a:moveTo>
                  <a:pt x="9399" y="5475"/>
                </a:moveTo>
                <a:cubicBezTo>
                  <a:pt x="9399" y="5512"/>
                  <a:pt x="9368" y="5543"/>
                  <a:pt x="9331" y="5543"/>
                </a:cubicBezTo>
                <a:cubicBezTo>
                  <a:pt x="9293" y="5543"/>
                  <a:pt x="9263" y="5512"/>
                  <a:pt x="9263" y="5475"/>
                </a:cubicBezTo>
                <a:cubicBezTo>
                  <a:pt x="9263" y="5437"/>
                  <a:pt x="9293" y="5407"/>
                  <a:pt x="9331" y="5407"/>
                </a:cubicBezTo>
                <a:cubicBezTo>
                  <a:pt x="9368" y="5407"/>
                  <a:pt x="9399" y="5437"/>
                  <a:pt x="9399" y="5475"/>
                </a:cubicBezTo>
                <a:close/>
                <a:moveTo>
                  <a:pt x="992" y="6256"/>
                </a:moveTo>
                <a:cubicBezTo>
                  <a:pt x="992" y="6280"/>
                  <a:pt x="973" y="6299"/>
                  <a:pt x="949" y="6299"/>
                </a:cubicBezTo>
                <a:cubicBezTo>
                  <a:pt x="925" y="6299"/>
                  <a:pt x="906" y="6280"/>
                  <a:pt x="906" y="6256"/>
                </a:cubicBezTo>
                <a:cubicBezTo>
                  <a:pt x="906" y="6232"/>
                  <a:pt x="925" y="6213"/>
                  <a:pt x="949" y="6213"/>
                </a:cubicBezTo>
                <a:cubicBezTo>
                  <a:pt x="973" y="6213"/>
                  <a:pt x="992" y="6232"/>
                  <a:pt x="992" y="6256"/>
                </a:cubicBezTo>
                <a:close/>
                <a:moveTo>
                  <a:pt x="3675" y="1203"/>
                </a:moveTo>
                <a:cubicBezTo>
                  <a:pt x="3675" y="1238"/>
                  <a:pt x="3647" y="1265"/>
                  <a:pt x="3613" y="1265"/>
                </a:cubicBezTo>
                <a:cubicBezTo>
                  <a:pt x="3578" y="1265"/>
                  <a:pt x="3550" y="1238"/>
                  <a:pt x="3550" y="1203"/>
                </a:cubicBezTo>
                <a:cubicBezTo>
                  <a:pt x="3550" y="1169"/>
                  <a:pt x="3578" y="1141"/>
                  <a:pt x="3613" y="1141"/>
                </a:cubicBezTo>
                <a:cubicBezTo>
                  <a:pt x="3647" y="1141"/>
                  <a:pt x="3675" y="1169"/>
                  <a:pt x="3675" y="1203"/>
                </a:cubicBezTo>
                <a:close/>
                <a:moveTo>
                  <a:pt x="5929" y="2899"/>
                </a:moveTo>
                <a:cubicBezTo>
                  <a:pt x="5929" y="2927"/>
                  <a:pt x="5907" y="2949"/>
                  <a:pt x="5880" y="2949"/>
                </a:cubicBezTo>
                <a:cubicBezTo>
                  <a:pt x="5852" y="2949"/>
                  <a:pt x="5830" y="2927"/>
                  <a:pt x="5830" y="2899"/>
                </a:cubicBezTo>
                <a:cubicBezTo>
                  <a:pt x="5830" y="2872"/>
                  <a:pt x="5852" y="2849"/>
                  <a:pt x="5880" y="2849"/>
                </a:cubicBezTo>
                <a:cubicBezTo>
                  <a:pt x="5907" y="2849"/>
                  <a:pt x="5929" y="2872"/>
                  <a:pt x="5929" y="2899"/>
                </a:cubicBezTo>
                <a:close/>
                <a:moveTo>
                  <a:pt x="5166" y="3670"/>
                </a:moveTo>
                <a:cubicBezTo>
                  <a:pt x="5166" y="3689"/>
                  <a:pt x="5149" y="3706"/>
                  <a:pt x="5129" y="3706"/>
                </a:cubicBezTo>
                <a:cubicBezTo>
                  <a:pt x="5110" y="3706"/>
                  <a:pt x="5093" y="3689"/>
                  <a:pt x="5093" y="3670"/>
                </a:cubicBezTo>
                <a:cubicBezTo>
                  <a:pt x="5093" y="3650"/>
                  <a:pt x="5110" y="3633"/>
                  <a:pt x="5129" y="3633"/>
                </a:cubicBezTo>
                <a:cubicBezTo>
                  <a:pt x="5149" y="3633"/>
                  <a:pt x="5166" y="3650"/>
                  <a:pt x="5166" y="3670"/>
                </a:cubicBezTo>
                <a:close/>
                <a:moveTo>
                  <a:pt x="7203" y="1684"/>
                </a:moveTo>
                <a:cubicBezTo>
                  <a:pt x="7203" y="1701"/>
                  <a:pt x="7189" y="1715"/>
                  <a:pt x="7172" y="1715"/>
                </a:cubicBezTo>
                <a:cubicBezTo>
                  <a:pt x="7155" y="1715"/>
                  <a:pt x="7141" y="1701"/>
                  <a:pt x="7141" y="1684"/>
                </a:cubicBezTo>
                <a:cubicBezTo>
                  <a:pt x="7141" y="1667"/>
                  <a:pt x="7155" y="1653"/>
                  <a:pt x="7172" y="1653"/>
                </a:cubicBezTo>
                <a:cubicBezTo>
                  <a:pt x="7189" y="1653"/>
                  <a:pt x="7203" y="1667"/>
                  <a:pt x="7203" y="1684"/>
                </a:cubicBezTo>
                <a:close/>
                <a:moveTo>
                  <a:pt x="9591" y="665"/>
                </a:moveTo>
                <a:cubicBezTo>
                  <a:pt x="9591" y="699"/>
                  <a:pt x="9563" y="727"/>
                  <a:pt x="9529" y="727"/>
                </a:cubicBezTo>
                <a:cubicBezTo>
                  <a:pt x="9495" y="727"/>
                  <a:pt x="9467" y="699"/>
                  <a:pt x="9467" y="665"/>
                </a:cubicBezTo>
                <a:cubicBezTo>
                  <a:pt x="9467" y="631"/>
                  <a:pt x="9495" y="603"/>
                  <a:pt x="9529" y="603"/>
                </a:cubicBezTo>
                <a:cubicBezTo>
                  <a:pt x="9563" y="603"/>
                  <a:pt x="9591" y="631"/>
                  <a:pt x="9591" y="665"/>
                </a:cubicBezTo>
                <a:close/>
                <a:moveTo>
                  <a:pt x="7699" y="2713"/>
                </a:moveTo>
                <a:cubicBezTo>
                  <a:pt x="7699" y="2743"/>
                  <a:pt x="7675" y="2768"/>
                  <a:pt x="7645" y="2768"/>
                </a:cubicBezTo>
                <a:cubicBezTo>
                  <a:pt x="7614" y="2768"/>
                  <a:pt x="7590" y="2743"/>
                  <a:pt x="7590" y="2713"/>
                </a:cubicBezTo>
                <a:cubicBezTo>
                  <a:pt x="7590" y="2683"/>
                  <a:pt x="7614" y="2659"/>
                  <a:pt x="7645" y="2659"/>
                </a:cubicBezTo>
                <a:cubicBezTo>
                  <a:pt x="7675" y="2659"/>
                  <a:pt x="7699" y="2683"/>
                  <a:pt x="7699" y="2713"/>
                </a:cubicBezTo>
                <a:close/>
                <a:moveTo>
                  <a:pt x="2507" y="1396"/>
                </a:moveTo>
                <a:cubicBezTo>
                  <a:pt x="2507" y="1432"/>
                  <a:pt x="2477" y="1461"/>
                  <a:pt x="2441" y="1461"/>
                </a:cubicBezTo>
                <a:cubicBezTo>
                  <a:pt x="2405" y="1461"/>
                  <a:pt x="2376" y="1432"/>
                  <a:pt x="2376" y="1396"/>
                </a:cubicBezTo>
                <a:cubicBezTo>
                  <a:pt x="2376" y="1360"/>
                  <a:pt x="2405" y="1330"/>
                  <a:pt x="2441" y="1330"/>
                </a:cubicBezTo>
                <a:cubicBezTo>
                  <a:pt x="2477" y="1330"/>
                  <a:pt x="2507" y="1360"/>
                  <a:pt x="2507" y="1396"/>
                </a:cubicBezTo>
                <a:close/>
                <a:moveTo>
                  <a:pt x="7518" y="4820"/>
                </a:moveTo>
                <a:cubicBezTo>
                  <a:pt x="7518" y="4846"/>
                  <a:pt x="7496" y="4868"/>
                  <a:pt x="7470" y="4868"/>
                </a:cubicBezTo>
                <a:cubicBezTo>
                  <a:pt x="7443" y="4868"/>
                  <a:pt x="7421" y="4846"/>
                  <a:pt x="7421" y="4820"/>
                </a:cubicBezTo>
                <a:cubicBezTo>
                  <a:pt x="7421" y="4793"/>
                  <a:pt x="7443" y="4771"/>
                  <a:pt x="7470" y="4771"/>
                </a:cubicBezTo>
                <a:cubicBezTo>
                  <a:pt x="7496" y="4771"/>
                  <a:pt x="7518" y="4793"/>
                  <a:pt x="7518" y="4820"/>
                </a:cubicBezTo>
                <a:close/>
                <a:moveTo>
                  <a:pt x="467" y="4852"/>
                </a:moveTo>
                <a:cubicBezTo>
                  <a:pt x="467" y="4890"/>
                  <a:pt x="436" y="4921"/>
                  <a:pt x="398" y="4921"/>
                </a:cubicBezTo>
                <a:cubicBezTo>
                  <a:pt x="360" y="4921"/>
                  <a:pt x="330" y="4890"/>
                  <a:pt x="330" y="4852"/>
                </a:cubicBezTo>
                <a:cubicBezTo>
                  <a:pt x="330" y="4815"/>
                  <a:pt x="360" y="4784"/>
                  <a:pt x="398" y="4784"/>
                </a:cubicBezTo>
                <a:cubicBezTo>
                  <a:pt x="436" y="4784"/>
                  <a:pt x="467" y="4815"/>
                  <a:pt x="467" y="4852"/>
                </a:cubicBezTo>
                <a:close/>
                <a:moveTo>
                  <a:pt x="3232" y="3935"/>
                </a:moveTo>
                <a:cubicBezTo>
                  <a:pt x="3232" y="3955"/>
                  <a:pt x="3215" y="3971"/>
                  <a:pt x="3196" y="3971"/>
                </a:cubicBezTo>
                <a:cubicBezTo>
                  <a:pt x="3176" y="3971"/>
                  <a:pt x="3160" y="3955"/>
                  <a:pt x="3160" y="3935"/>
                </a:cubicBezTo>
                <a:cubicBezTo>
                  <a:pt x="3160" y="3916"/>
                  <a:pt x="3176" y="3899"/>
                  <a:pt x="3196" y="3899"/>
                </a:cubicBezTo>
                <a:cubicBezTo>
                  <a:pt x="3215" y="3899"/>
                  <a:pt x="3232" y="3916"/>
                  <a:pt x="3232" y="3935"/>
                </a:cubicBezTo>
                <a:close/>
                <a:moveTo>
                  <a:pt x="9603" y="4459"/>
                </a:moveTo>
                <a:cubicBezTo>
                  <a:pt x="9603" y="4476"/>
                  <a:pt x="9588" y="4491"/>
                  <a:pt x="9571" y="4491"/>
                </a:cubicBezTo>
                <a:cubicBezTo>
                  <a:pt x="9553" y="4491"/>
                  <a:pt x="9538" y="4476"/>
                  <a:pt x="9538" y="4459"/>
                </a:cubicBezTo>
                <a:cubicBezTo>
                  <a:pt x="9538" y="4441"/>
                  <a:pt x="9553" y="4426"/>
                  <a:pt x="9571" y="4426"/>
                </a:cubicBezTo>
                <a:cubicBezTo>
                  <a:pt x="9588" y="4426"/>
                  <a:pt x="9603" y="4441"/>
                  <a:pt x="9603" y="4459"/>
                </a:cubicBezTo>
                <a:close/>
                <a:moveTo>
                  <a:pt x="7034" y="4248"/>
                </a:moveTo>
                <a:cubicBezTo>
                  <a:pt x="7034" y="4274"/>
                  <a:pt x="7013" y="4296"/>
                  <a:pt x="6987" y="4296"/>
                </a:cubicBezTo>
                <a:cubicBezTo>
                  <a:pt x="6961" y="4296"/>
                  <a:pt x="6940" y="4274"/>
                  <a:pt x="6940" y="4248"/>
                </a:cubicBezTo>
                <a:cubicBezTo>
                  <a:pt x="6940" y="4222"/>
                  <a:pt x="6961" y="4201"/>
                  <a:pt x="6987" y="4201"/>
                </a:cubicBezTo>
                <a:cubicBezTo>
                  <a:pt x="7013" y="4201"/>
                  <a:pt x="7034" y="4222"/>
                  <a:pt x="7034" y="4248"/>
                </a:cubicBezTo>
                <a:close/>
                <a:moveTo>
                  <a:pt x="5899" y="5834"/>
                </a:moveTo>
                <a:cubicBezTo>
                  <a:pt x="5899" y="5866"/>
                  <a:pt x="5874" y="5892"/>
                  <a:pt x="5842" y="5892"/>
                </a:cubicBezTo>
                <a:cubicBezTo>
                  <a:pt x="5810" y="5892"/>
                  <a:pt x="5785" y="5866"/>
                  <a:pt x="5785" y="5834"/>
                </a:cubicBezTo>
                <a:cubicBezTo>
                  <a:pt x="5785" y="5803"/>
                  <a:pt x="5810" y="5777"/>
                  <a:pt x="5842" y="5777"/>
                </a:cubicBezTo>
                <a:cubicBezTo>
                  <a:pt x="5874" y="5777"/>
                  <a:pt x="5899" y="5803"/>
                  <a:pt x="5899" y="5834"/>
                </a:cubicBezTo>
                <a:close/>
                <a:moveTo>
                  <a:pt x="4791" y="6060"/>
                </a:moveTo>
                <a:cubicBezTo>
                  <a:pt x="4791" y="6091"/>
                  <a:pt x="4766" y="6116"/>
                  <a:pt x="4735" y="6116"/>
                </a:cubicBezTo>
                <a:cubicBezTo>
                  <a:pt x="4704" y="6116"/>
                  <a:pt x="4680" y="6091"/>
                  <a:pt x="4680" y="6060"/>
                </a:cubicBezTo>
                <a:cubicBezTo>
                  <a:pt x="4680" y="6030"/>
                  <a:pt x="4704" y="6005"/>
                  <a:pt x="4735" y="6005"/>
                </a:cubicBezTo>
                <a:cubicBezTo>
                  <a:pt x="4766" y="6005"/>
                  <a:pt x="4791" y="6030"/>
                  <a:pt x="4791" y="6060"/>
                </a:cubicBezTo>
                <a:close/>
                <a:moveTo>
                  <a:pt x="7794" y="3503"/>
                </a:moveTo>
                <a:cubicBezTo>
                  <a:pt x="7794" y="3536"/>
                  <a:pt x="7767" y="3563"/>
                  <a:pt x="7733" y="3563"/>
                </a:cubicBezTo>
                <a:cubicBezTo>
                  <a:pt x="7700" y="3563"/>
                  <a:pt x="7673" y="3536"/>
                  <a:pt x="7673" y="3503"/>
                </a:cubicBezTo>
                <a:cubicBezTo>
                  <a:pt x="7673" y="3470"/>
                  <a:pt x="7700" y="3443"/>
                  <a:pt x="7733" y="3443"/>
                </a:cubicBezTo>
                <a:cubicBezTo>
                  <a:pt x="7767" y="3443"/>
                  <a:pt x="7794" y="3470"/>
                  <a:pt x="7794" y="3503"/>
                </a:cubicBezTo>
                <a:close/>
                <a:moveTo>
                  <a:pt x="7759" y="3153"/>
                </a:moveTo>
                <a:cubicBezTo>
                  <a:pt x="7759" y="3180"/>
                  <a:pt x="7737" y="3202"/>
                  <a:pt x="7710" y="3202"/>
                </a:cubicBezTo>
                <a:cubicBezTo>
                  <a:pt x="7683" y="3202"/>
                  <a:pt x="7662" y="3180"/>
                  <a:pt x="7662" y="3153"/>
                </a:cubicBezTo>
                <a:cubicBezTo>
                  <a:pt x="7662" y="3126"/>
                  <a:pt x="7683" y="3105"/>
                  <a:pt x="7710" y="3105"/>
                </a:cubicBezTo>
                <a:cubicBezTo>
                  <a:pt x="7737" y="3105"/>
                  <a:pt x="7759" y="3126"/>
                  <a:pt x="7759" y="3153"/>
                </a:cubicBezTo>
                <a:close/>
                <a:moveTo>
                  <a:pt x="2071" y="4103"/>
                </a:moveTo>
                <a:cubicBezTo>
                  <a:pt x="2071" y="4136"/>
                  <a:pt x="2045" y="4163"/>
                  <a:pt x="2012" y="4163"/>
                </a:cubicBezTo>
                <a:cubicBezTo>
                  <a:pt x="1980" y="4163"/>
                  <a:pt x="1953" y="4136"/>
                  <a:pt x="1953" y="4103"/>
                </a:cubicBezTo>
                <a:cubicBezTo>
                  <a:pt x="1953" y="4071"/>
                  <a:pt x="1980" y="4044"/>
                  <a:pt x="2012" y="4044"/>
                </a:cubicBezTo>
                <a:cubicBezTo>
                  <a:pt x="2045" y="4044"/>
                  <a:pt x="2071" y="4071"/>
                  <a:pt x="2071" y="4103"/>
                </a:cubicBezTo>
                <a:close/>
                <a:moveTo>
                  <a:pt x="4175" y="468"/>
                </a:moveTo>
                <a:cubicBezTo>
                  <a:pt x="4175" y="501"/>
                  <a:pt x="4149" y="527"/>
                  <a:pt x="4117" y="527"/>
                </a:cubicBezTo>
                <a:cubicBezTo>
                  <a:pt x="4085" y="527"/>
                  <a:pt x="4059" y="501"/>
                  <a:pt x="4059" y="468"/>
                </a:cubicBezTo>
                <a:cubicBezTo>
                  <a:pt x="4059" y="436"/>
                  <a:pt x="4085" y="410"/>
                  <a:pt x="4117" y="410"/>
                </a:cubicBezTo>
                <a:cubicBezTo>
                  <a:pt x="4149" y="410"/>
                  <a:pt x="4175" y="436"/>
                  <a:pt x="4175" y="468"/>
                </a:cubicBezTo>
                <a:close/>
                <a:moveTo>
                  <a:pt x="6498" y="4072"/>
                </a:moveTo>
                <a:cubicBezTo>
                  <a:pt x="6498" y="4091"/>
                  <a:pt x="6482" y="4108"/>
                  <a:pt x="6462" y="4108"/>
                </a:cubicBezTo>
                <a:cubicBezTo>
                  <a:pt x="6442" y="4108"/>
                  <a:pt x="6426" y="4091"/>
                  <a:pt x="6426" y="4072"/>
                </a:cubicBezTo>
                <a:cubicBezTo>
                  <a:pt x="6426" y="4052"/>
                  <a:pt x="6442" y="4035"/>
                  <a:pt x="6462" y="4035"/>
                </a:cubicBezTo>
                <a:cubicBezTo>
                  <a:pt x="6482" y="4035"/>
                  <a:pt x="6498" y="4052"/>
                  <a:pt x="6498" y="4072"/>
                </a:cubicBezTo>
                <a:close/>
                <a:moveTo>
                  <a:pt x="8882" y="4573"/>
                </a:moveTo>
                <a:cubicBezTo>
                  <a:pt x="8882" y="4607"/>
                  <a:pt x="8855" y="4635"/>
                  <a:pt x="8820" y="4635"/>
                </a:cubicBezTo>
                <a:cubicBezTo>
                  <a:pt x="8786" y="4635"/>
                  <a:pt x="8758" y="4607"/>
                  <a:pt x="8758" y="4573"/>
                </a:cubicBezTo>
                <a:cubicBezTo>
                  <a:pt x="8758" y="4538"/>
                  <a:pt x="8786" y="4511"/>
                  <a:pt x="8820" y="4511"/>
                </a:cubicBezTo>
                <a:cubicBezTo>
                  <a:pt x="8855" y="4511"/>
                  <a:pt x="8882" y="4538"/>
                  <a:pt x="8882" y="4573"/>
                </a:cubicBezTo>
                <a:close/>
                <a:moveTo>
                  <a:pt x="1565" y="1740"/>
                </a:moveTo>
                <a:cubicBezTo>
                  <a:pt x="1565" y="1768"/>
                  <a:pt x="1542" y="1791"/>
                  <a:pt x="1513" y="1791"/>
                </a:cubicBezTo>
                <a:cubicBezTo>
                  <a:pt x="1485" y="1791"/>
                  <a:pt x="1462" y="1768"/>
                  <a:pt x="1462" y="1740"/>
                </a:cubicBezTo>
                <a:cubicBezTo>
                  <a:pt x="1462" y="1712"/>
                  <a:pt x="1485" y="1689"/>
                  <a:pt x="1513" y="1689"/>
                </a:cubicBezTo>
                <a:cubicBezTo>
                  <a:pt x="1542" y="1689"/>
                  <a:pt x="1565" y="1712"/>
                  <a:pt x="1565" y="1740"/>
                </a:cubicBezTo>
                <a:close/>
                <a:moveTo>
                  <a:pt x="143" y="6092"/>
                </a:moveTo>
                <a:cubicBezTo>
                  <a:pt x="143" y="6112"/>
                  <a:pt x="126" y="6129"/>
                  <a:pt x="106" y="6129"/>
                </a:cubicBezTo>
                <a:cubicBezTo>
                  <a:pt x="85" y="6129"/>
                  <a:pt x="69" y="6112"/>
                  <a:pt x="69" y="6092"/>
                </a:cubicBezTo>
                <a:cubicBezTo>
                  <a:pt x="69" y="6071"/>
                  <a:pt x="85" y="6055"/>
                  <a:pt x="106" y="6055"/>
                </a:cubicBezTo>
                <a:cubicBezTo>
                  <a:pt x="126" y="6055"/>
                  <a:pt x="143" y="6071"/>
                  <a:pt x="143" y="6092"/>
                </a:cubicBezTo>
                <a:close/>
                <a:moveTo>
                  <a:pt x="1587" y="4987"/>
                </a:moveTo>
                <a:cubicBezTo>
                  <a:pt x="1587" y="5009"/>
                  <a:pt x="1570" y="5026"/>
                  <a:pt x="1548" y="5026"/>
                </a:cubicBezTo>
                <a:cubicBezTo>
                  <a:pt x="1526" y="5026"/>
                  <a:pt x="1508" y="5009"/>
                  <a:pt x="1508" y="4987"/>
                </a:cubicBezTo>
                <a:cubicBezTo>
                  <a:pt x="1508" y="4965"/>
                  <a:pt x="1526" y="4947"/>
                  <a:pt x="1548" y="4947"/>
                </a:cubicBezTo>
                <a:cubicBezTo>
                  <a:pt x="1570" y="4947"/>
                  <a:pt x="1587" y="4965"/>
                  <a:pt x="1587" y="4987"/>
                </a:cubicBezTo>
                <a:close/>
                <a:moveTo>
                  <a:pt x="5779" y="4095"/>
                </a:moveTo>
                <a:cubicBezTo>
                  <a:pt x="5779" y="4116"/>
                  <a:pt x="5762" y="4134"/>
                  <a:pt x="5741" y="4134"/>
                </a:cubicBezTo>
                <a:cubicBezTo>
                  <a:pt x="5720" y="4134"/>
                  <a:pt x="5703" y="4116"/>
                  <a:pt x="5703" y="4095"/>
                </a:cubicBezTo>
                <a:cubicBezTo>
                  <a:pt x="5703" y="4074"/>
                  <a:pt x="5720" y="4057"/>
                  <a:pt x="5741" y="4057"/>
                </a:cubicBezTo>
                <a:cubicBezTo>
                  <a:pt x="5762" y="4057"/>
                  <a:pt x="5779" y="4074"/>
                  <a:pt x="5779" y="4095"/>
                </a:cubicBezTo>
                <a:close/>
                <a:moveTo>
                  <a:pt x="609" y="4417"/>
                </a:moveTo>
                <a:cubicBezTo>
                  <a:pt x="609" y="4453"/>
                  <a:pt x="580" y="4482"/>
                  <a:pt x="544" y="4482"/>
                </a:cubicBezTo>
                <a:cubicBezTo>
                  <a:pt x="508" y="4482"/>
                  <a:pt x="479" y="4453"/>
                  <a:pt x="479" y="4417"/>
                </a:cubicBezTo>
                <a:cubicBezTo>
                  <a:pt x="479" y="4381"/>
                  <a:pt x="508" y="4352"/>
                  <a:pt x="544" y="4352"/>
                </a:cubicBezTo>
                <a:cubicBezTo>
                  <a:pt x="580" y="4352"/>
                  <a:pt x="609" y="4381"/>
                  <a:pt x="609" y="4417"/>
                </a:cubicBezTo>
                <a:close/>
                <a:moveTo>
                  <a:pt x="8095" y="698"/>
                </a:moveTo>
                <a:cubicBezTo>
                  <a:pt x="8095" y="722"/>
                  <a:pt x="8076" y="741"/>
                  <a:pt x="8052" y="741"/>
                </a:cubicBezTo>
                <a:cubicBezTo>
                  <a:pt x="8028" y="741"/>
                  <a:pt x="8009" y="722"/>
                  <a:pt x="8009" y="698"/>
                </a:cubicBezTo>
                <a:cubicBezTo>
                  <a:pt x="8009" y="674"/>
                  <a:pt x="8028" y="654"/>
                  <a:pt x="8052" y="654"/>
                </a:cubicBezTo>
                <a:cubicBezTo>
                  <a:pt x="8076" y="654"/>
                  <a:pt x="8095" y="674"/>
                  <a:pt x="8095" y="698"/>
                </a:cubicBezTo>
                <a:close/>
                <a:moveTo>
                  <a:pt x="4596" y="261"/>
                </a:moveTo>
                <a:cubicBezTo>
                  <a:pt x="4596" y="297"/>
                  <a:pt x="4567" y="326"/>
                  <a:pt x="4531" y="326"/>
                </a:cubicBezTo>
                <a:cubicBezTo>
                  <a:pt x="4495" y="326"/>
                  <a:pt x="4466" y="297"/>
                  <a:pt x="4466" y="261"/>
                </a:cubicBezTo>
                <a:cubicBezTo>
                  <a:pt x="4466" y="225"/>
                  <a:pt x="4495" y="196"/>
                  <a:pt x="4531" y="196"/>
                </a:cubicBezTo>
                <a:cubicBezTo>
                  <a:pt x="4567" y="196"/>
                  <a:pt x="4596" y="225"/>
                  <a:pt x="4596" y="261"/>
                </a:cubicBezTo>
                <a:close/>
                <a:moveTo>
                  <a:pt x="8316" y="6066"/>
                </a:moveTo>
                <a:cubicBezTo>
                  <a:pt x="8316" y="6103"/>
                  <a:pt x="8286" y="6133"/>
                  <a:pt x="8250" y="6133"/>
                </a:cubicBezTo>
                <a:cubicBezTo>
                  <a:pt x="8213" y="6133"/>
                  <a:pt x="8183" y="6103"/>
                  <a:pt x="8183" y="6066"/>
                </a:cubicBezTo>
                <a:cubicBezTo>
                  <a:pt x="8183" y="6029"/>
                  <a:pt x="8213" y="5999"/>
                  <a:pt x="8250" y="5999"/>
                </a:cubicBezTo>
                <a:cubicBezTo>
                  <a:pt x="8286" y="5999"/>
                  <a:pt x="8316" y="6029"/>
                  <a:pt x="8316" y="6066"/>
                </a:cubicBezTo>
                <a:close/>
                <a:moveTo>
                  <a:pt x="8397" y="1902"/>
                </a:moveTo>
                <a:cubicBezTo>
                  <a:pt x="8397" y="1933"/>
                  <a:pt x="8372" y="1958"/>
                  <a:pt x="8341" y="1958"/>
                </a:cubicBezTo>
                <a:cubicBezTo>
                  <a:pt x="8310" y="1958"/>
                  <a:pt x="8285" y="1933"/>
                  <a:pt x="8285" y="1902"/>
                </a:cubicBezTo>
                <a:cubicBezTo>
                  <a:pt x="8285" y="1871"/>
                  <a:pt x="8310" y="1846"/>
                  <a:pt x="8341" y="1846"/>
                </a:cubicBezTo>
                <a:cubicBezTo>
                  <a:pt x="8372" y="1846"/>
                  <a:pt x="8397" y="1871"/>
                  <a:pt x="8397" y="1902"/>
                </a:cubicBezTo>
                <a:close/>
                <a:moveTo>
                  <a:pt x="8728" y="107"/>
                </a:moveTo>
                <a:cubicBezTo>
                  <a:pt x="8728" y="125"/>
                  <a:pt x="8713" y="140"/>
                  <a:pt x="8695" y="140"/>
                </a:cubicBezTo>
                <a:cubicBezTo>
                  <a:pt x="8677" y="140"/>
                  <a:pt x="8662" y="125"/>
                  <a:pt x="8662" y="107"/>
                </a:cubicBezTo>
                <a:cubicBezTo>
                  <a:pt x="8662" y="89"/>
                  <a:pt x="8677" y="74"/>
                  <a:pt x="8695" y="74"/>
                </a:cubicBezTo>
                <a:cubicBezTo>
                  <a:pt x="8713" y="74"/>
                  <a:pt x="8728" y="89"/>
                  <a:pt x="8728" y="107"/>
                </a:cubicBezTo>
                <a:close/>
                <a:moveTo>
                  <a:pt x="9887" y="623"/>
                </a:moveTo>
                <a:cubicBezTo>
                  <a:pt x="9887" y="659"/>
                  <a:pt x="9857" y="689"/>
                  <a:pt x="9821" y="689"/>
                </a:cubicBezTo>
                <a:cubicBezTo>
                  <a:pt x="9784" y="689"/>
                  <a:pt x="9755" y="659"/>
                  <a:pt x="9755" y="623"/>
                </a:cubicBezTo>
                <a:cubicBezTo>
                  <a:pt x="9755" y="586"/>
                  <a:pt x="9784" y="557"/>
                  <a:pt x="9821" y="557"/>
                </a:cubicBezTo>
                <a:cubicBezTo>
                  <a:pt x="9857" y="557"/>
                  <a:pt x="9887" y="586"/>
                  <a:pt x="9887" y="623"/>
                </a:cubicBezTo>
                <a:close/>
                <a:moveTo>
                  <a:pt x="3855" y="1571"/>
                </a:moveTo>
                <a:cubicBezTo>
                  <a:pt x="3855" y="1596"/>
                  <a:pt x="3835" y="1617"/>
                  <a:pt x="3810" y="1617"/>
                </a:cubicBezTo>
                <a:cubicBezTo>
                  <a:pt x="3785" y="1617"/>
                  <a:pt x="3765" y="1596"/>
                  <a:pt x="3765" y="1571"/>
                </a:cubicBezTo>
                <a:cubicBezTo>
                  <a:pt x="3765" y="1547"/>
                  <a:pt x="3785" y="1526"/>
                  <a:pt x="3810" y="1526"/>
                </a:cubicBezTo>
                <a:cubicBezTo>
                  <a:pt x="3835" y="1526"/>
                  <a:pt x="3855" y="1547"/>
                  <a:pt x="3855" y="1571"/>
                </a:cubicBezTo>
                <a:close/>
                <a:moveTo>
                  <a:pt x="8820" y="4073"/>
                </a:moveTo>
                <a:cubicBezTo>
                  <a:pt x="8820" y="4092"/>
                  <a:pt x="8804" y="4108"/>
                  <a:pt x="8785" y="4108"/>
                </a:cubicBezTo>
                <a:cubicBezTo>
                  <a:pt x="8765" y="4108"/>
                  <a:pt x="8750" y="4092"/>
                  <a:pt x="8750" y="4073"/>
                </a:cubicBezTo>
                <a:cubicBezTo>
                  <a:pt x="8750" y="4054"/>
                  <a:pt x="8765" y="4038"/>
                  <a:pt x="8785" y="4038"/>
                </a:cubicBezTo>
                <a:cubicBezTo>
                  <a:pt x="8804" y="4038"/>
                  <a:pt x="8820" y="4054"/>
                  <a:pt x="8820" y="4073"/>
                </a:cubicBezTo>
                <a:close/>
                <a:moveTo>
                  <a:pt x="8246" y="2205"/>
                </a:moveTo>
                <a:cubicBezTo>
                  <a:pt x="8246" y="2240"/>
                  <a:pt x="8218" y="2268"/>
                  <a:pt x="8183" y="2268"/>
                </a:cubicBezTo>
                <a:cubicBezTo>
                  <a:pt x="8148" y="2268"/>
                  <a:pt x="8120" y="2240"/>
                  <a:pt x="8120" y="2205"/>
                </a:cubicBezTo>
                <a:cubicBezTo>
                  <a:pt x="8120" y="2171"/>
                  <a:pt x="8148" y="2142"/>
                  <a:pt x="8183" y="2142"/>
                </a:cubicBezTo>
                <a:cubicBezTo>
                  <a:pt x="8218" y="2142"/>
                  <a:pt x="8246" y="2171"/>
                  <a:pt x="8246" y="2205"/>
                </a:cubicBezTo>
                <a:close/>
                <a:moveTo>
                  <a:pt x="5071" y="5399"/>
                </a:moveTo>
                <a:cubicBezTo>
                  <a:pt x="5071" y="5428"/>
                  <a:pt x="5048" y="5451"/>
                  <a:pt x="5019" y="5451"/>
                </a:cubicBezTo>
                <a:cubicBezTo>
                  <a:pt x="4991" y="5451"/>
                  <a:pt x="4967" y="5428"/>
                  <a:pt x="4967" y="5399"/>
                </a:cubicBezTo>
                <a:cubicBezTo>
                  <a:pt x="4967" y="5370"/>
                  <a:pt x="4991" y="5347"/>
                  <a:pt x="5019" y="5347"/>
                </a:cubicBezTo>
                <a:cubicBezTo>
                  <a:pt x="5048" y="5347"/>
                  <a:pt x="5071" y="5370"/>
                  <a:pt x="5071" y="5399"/>
                </a:cubicBezTo>
                <a:close/>
                <a:moveTo>
                  <a:pt x="3616" y="6202"/>
                </a:moveTo>
                <a:cubicBezTo>
                  <a:pt x="3616" y="6240"/>
                  <a:pt x="3585" y="6271"/>
                  <a:pt x="3547" y="6271"/>
                </a:cubicBezTo>
                <a:cubicBezTo>
                  <a:pt x="3509" y="6271"/>
                  <a:pt x="3478" y="6240"/>
                  <a:pt x="3478" y="6202"/>
                </a:cubicBezTo>
                <a:cubicBezTo>
                  <a:pt x="3478" y="6164"/>
                  <a:pt x="3509" y="6133"/>
                  <a:pt x="3547" y="6133"/>
                </a:cubicBezTo>
                <a:cubicBezTo>
                  <a:pt x="3585" y="6133"/>
                  <a:pt x="3616" y="6164"/>
                  <a:pt x="3616" y="6202"/>
                </a:cubicBezTo>
                <a:close/>
                <a:moveTo>
                  <a:pt x="5521" y="3297"/>
                </a:moveTo>
                <a:cubicBezTo>
                  <a:pt x="5521" y="3327"/>
                  <a:pt x="5496" y="3351"/>
                  <a:pt x="5467" y="3351"/>
                </a:cubicBezTo>
                <a:cubicBezTo>
                  <a:pt x="5437" y="3351"/>
                  <a:pt x="5412" y="3327"/>
                  <a:pt x="5412" y="3297"/>
                </a:cubicBezTo>
                <a:cubicBezTo>
                  <a:pt x="5412" y="3267"/>
                  <a:pt x="5437" y="3243"/>
                  <a:pt x="5467" y="3243"/>
                </a:cubicBezTo>
                <a:cubicBezTo>
                  <a:pt x="5496" y="3243"/>
                  <a:pt x="5521" y="3267"/>
                  <a:pt x="5521" y="3297"/>
                </a:cubicBezTo>
                <a:close/>
                <a:moveTo>
                  <a:pt x="6804" y="1740"/>
                </a:moveTo>
                <a:cubicBezTo>
                  <a:pt x="6804" y="1777"/>
                  <a:pt x="6774" y="1807"/>
                  <a:pt x="6737" y="1807"/>
                </a:cubicBezTo>
                <a:cubicBezTo>
                  <a:pt x="6699" y="1807"/>
                  <a:pt x="6669" y="1777"/>
                  <a:pt x="6669" y="1740"/>
                </a:cubicBezTo>
                <a:cubicBezTo>
                  <a:pt x="6669" y="1702"/>
                  <a:pt x="6699" y="1672"/>
                  <a:pt x="6737" y="1672"/>
                </a:cubicBezTo>
                <a:cubicBezTo>
                  <a:pt x="6774" y="1672"/>
                  <a:pt x="6804" y="1702"/>
                  <a:pt x="6804" y="1740"/>
                </a:cubicBezTo>
                <a:close/>
                <a:moveTo>
                  <a:pt x="4269" y="6238"/>
                </a:moveTo>
                <a:cubicBezTo>
                  <a:pt x="4269" y="6267"/>
                  <a:pt x="4245" y="6290"/>
                  <a:pt x="4216" y="6290"/>
                </a:cubicBezTo>
                <a:cubicBezTo>
                  <a:pt x="4187" y="6290"/>
                  <a:pt x="4163" y="6267"/>
                  <a:pt x="4163" y="6238"/>
                </a:cubicBezTo>
                <a:cubicBezTo>
                  <a:pt x="4163" y="6208"/>
                  <a:pt x="4187" y="6185"/>
                  <a:pt x="4216" y="6185"/>
                </a:cubicBezTo>
                <a:cubicBezTo>
                  <a:pt x="4245" y="6185"/>
                  <a:pt x="4269" y="6208"/>
                  <a:pt x="4269" y="6238"/>
                </a:cubicBezTo>
                <a:close/>
                <a:moveTo>
                  <a:pt x="9170" y="5770"/>
                </a:moveTo>
                <a:cubicBezTo>
                  <a:pt x="9170" y="5793"/>
                  <a:pt x="9152" y="5811"/>
                  <a:pt x="9129" y="5811"/>
                </a:cubicBezTo>
                <a:cubicBezTo>
                  <a:pt x="9106" y="5811"/>
                  <a:pt x="9088" y="5793"/>
                  <a:pt x="9088" y="5770"/>
                </a:cubicBezTo>
                <a:cubicBezTo>
                  <a:pt x="9088" y="5747"/>
                  <a:pt x="9106" y="5729"/>
                  <a:pt x="9129" y="5729"/>
                </a:cubicBezTo>
                <a:cubicBezTo>
                  <a:pt x="9152" y="5729"/>
                  <a:pt x="9170" y="5747"/>
                  <a:pt x="9170" y="5770"/>
                </a:cubicBezTo>
                <a:close/>
                <a:moveTo>
                  <a:pt x="445" y="3655"/>
                </a:moveTo>
                <a:cubicBezTo>
                  <a:pt x="445" y="3685"/>
                  <a:pt x="421" y="3708"/>
                  <a:pt x="392" y="3708"/>
                </a:cubicBezTo>
                <a:cubicBezTo>
                  <a:pt x="363" y="3708"/>
                  <a:pt x="339" y="3685"/>
                  <a:pt x="339" y="3655"/>
                </a:cubicBezTo>
                <a:cubicBezTo>
                  <a:pt x="339" y="3626"/>
                  <a:pt x="363" y="3602"/>
                  <a:pt x="392" y="3602"/>
                </a:cubicBezTo>
                <a:cubicBezTo>
                  <a:pt x="421" y="3602"/>
                  <a:pt x="445" y="3626"/>
                  <a:pt x="445" y="3655"/>
                </a:cubicBezTo>
                <a:close/>
                <a:moveTo>
                  <a:pt x="3427" y="2250"/>
                </a:moveTo>
                <a:cubicBezTo>
                  <a:pt x="3427" y="2272"/>
                  <a:pt x="3408" y="2291"/>
                  <a:pt x="3386" y="2291"/>
                </a:cubicBezTo>
                <a:cubicBezTo>
                  <a:pt x="3363" y="2291"/>
                  <a:pt x="3345" y="2272"/>
                  <a:pt x="3345" y="2250"/>
                </a:cubicBezTo>
                <a:cubicBezTo>
                  <a:pt x="3345" y="2227"/>
                  <a:pt x="3363" y="2209"/>
                  <a:pt x="3386" y="2209"/>
                </a:cubicBezTo>
                <a:cubicBezTo>
                  <a:pt x="3408" y="2209"/>
                  <a:pt x="3427" y="2227"/>
                  <a:pt x="3427" y="2250"/>
                </a:cubicBezTo>
                <a:close/>
                <a:moveTo>
                  <a:pt x="1021" y="2902"/>
                </a:moveTo>
                <a:cubicBezTo>
                  <a:pt x="1021" y="2930"/>
                  <a:pt x="998" y="2953"/>
                  <a:pt x="970" y="2953"/>
                </a:cubicBezTo>
                <a:cubicBezTo>
                  <a:pt x="942" y="2953"/>
                  <a:pt x="919" y="2930"/>
                  <a:pt x="919" y="2902"/>
                </a:cubicBezTo>
                <a:cubicBezTo>
                  <a:pt x="919" y="2874"/>
                  <a:pt x="942" y="2851"/>
                  <a:pt x="970" y="2851"/>
                </a:cubicBezTo>
                <a:cubicBezTo>
                  <a:pt x="998" y="2851"/>
                  <a:pt x="1021" y="2874"/>
                  <a:pt x="1021" y="2902"/>
                </a:cubicBezTo>
                <a:close/>
                <a:moveTo>
                  <a:pt x="4429" y="5297"/>
                </a:moveTo>
                <a:cubicBezTo>
                  <a:pt x="4429" y="5323"/>
                  <a:pt x="4408" y="5345"/>
                  <a:pt x="4381" y="5345"/>
                </a:cubicBezTo>
                <a:cubicBezTo>
                  <a:pt x="4355" y="5345"/>
                  <a:pt x="4334" y="5323"/>
                  <a:pt x="4334" y="5297"/>
                </a:cubicBezTo>
                <a:cubicBezTo>
                  <a:pt x="4334" y="5271"/>
                  <a:pt x="4355" y="5250"/>
                  <a:pt x="4381" y="5250"/>
                </a:cubicBezTo>
                <a:cubicBezTo>
                  <a:pt x="4408" y="5250"/>
                  <a:pt x="4429" y="5271"/>
                  <a:pt x="4429" y="5297"/>
                </a:cubicBezTo>
                <a:close/>
                <a:moveTo>
                  <a:pt x="7562" y="4735"/>
                </a:moveTo>
                <a:cubicBezTo>
                  <a:pt x="7562" y="4763"/>
                  <a:pt x="7539" y="4786"/>
                  <a:pt x="7512" y="4786"/>
                </a:cubicBezTo>
                <a:cubicBezTo>
                  <a:pt x="7484" y="4786"/>
                  <a:pt x="7461" y="4763"/>
                  <a:pt x="7461" y="4735"/>
                </a:cubicBezTo>
                <a:cubicBezTo>
                  <a:pt x="7461" y="4708"/>
                  <a:pt x="7484" y="4685"/>
                  <a:pt x="7512" y="4685"/>
                </a:cubicBezTo>
                <a:cubicBezTo>
                  <a:pt x="7539" y="4685"/>
                  <a:pt x="7562" y="4708"/>
                  <a:pt x="7562" y="4735"/>
                </a:cubicBezTo>
                <a:close/>
                <a:moveTo>
                  <a:pt x="4712" y="1510"/>
                </a:moveTo>
                <a:cubicBezTo>
                  <a:pt x="4712" y="1541"/>
                  <a:pt x="4686" y="1567"/>
                  <a:pt x="4654" y="1567"/>
                </a:cubicBezTo>
                <a:cubicBezTo>
                  <a:pt x="4622" y="1567"/>
                  <a:pt x="4597" y="1541"/>
                  <a:pt x="4597" y="1510"/>
                </a:cubicBezTo>
                <a:cubicBezTo>
                  <a:pt x="4597" y="1478"/>
                  <a:pt x="4622" y="1452"/>
                  <a:pt x="4654" y="1452"/>
                </a:cubicBezTo>
                <a:cubicBezTo>
                  <a:pt x="4686" y="1452"/>
                  <a:pt x="4712" y="1478"/>
                  <a:pt x="4712" y="1510"/>
                </a:cubicBezTo>
                <a:close/>
                <a:moveTo>
                  <a:pt x="8696" y="6077"/>
                </a:moveTo>
                <a:cubicBezTo>
                  <a:pt x="8696" y="6112"/>
                  <a:pt x="8669" y="6139"/>
                  <a:pt x="8634" y="6139"/>
                </a:cubicBezTo>
                <a:cubicBezTo>
                  <a:pt x="8600" y="6139"/>
                  <a:pt x="8572" y="6112"/>
                  <a:pt x="8572" y="6077"/>
                </a:cubicBezTo>
                <a:cubicBezTo>
                  <a:pt x="8572" y="6043"/>
                  <a:pt x="8600" y="6015"/>
                  <a:pt x="8634" y="6015"/>
                </a:cubicBezTo>
                <a:cubicBezTo>
                  <a:pt x="8669" y="6015"/>
                  <a:pt x="8696" y="6043"/>
                  <a:pt x="8696" y="6077"/>
                </a:cubicBezTo>
                <a:close/>
                <a:moveTo>
                  <a:pt x="9688" y="3676"/>
                </a:moveTo>
                <a:cubicBezTo>
                  <a:pt x="9688" y="3702"/>
                  <a:pt x="9667" y="3724"/>
                  <a:pt x="9640" y="3724"/>
                </a:cubicBezTo>
                <a:cubicBezTo>
                  <a:pt x="9613" y="3724"/>
                  <a:pt x="9592" y="3702"/>
                  <a:pt x="9592" y="3676"/>
                </a:cubicBezTo>
                <a:cubicBezTo>
                  <a:pt x="9592" y="3649"/>
                  <a:pt x="9613" y="3628"/>
                  <a:pt x="9640" y="3628"/>
                </a:cubicBezTo>
                <a:cubicBezTo>
                  <a:pt x="9667" y="3628"/>
                  <a:pt x="9688" y="3649"/>
                  <a:pt x="9688" y="3676"/>
                </a:cubicBezTo>
                <a:close/>
                <a:moveTo>
                  <a:pt x="9805" y="4222"/>
                </a:moveTo>
                <a:cubicBezTo>
                  <a:pt x="9805" y="4240"/>
                  <a:pt x="9790" y="4254"/>
                  <a:pt x="9772" y="4254"/>
                </a:cubicBezTo>
                <a:cubicBezTo>
                  <a:pt x="9754" y="4254"/>
                  <a:pt x="9739" y="4240"/>
                  <a:pt x="9739" y="4222"/>
                </a:cubicBezTo>
                <a:cubicBezTo>
                  <a:pt x="9739" y="4203"/>
                  <a:pt x="9754" y="4189"/>
                  <a:pt x="9772" y="4189"/>
                </a:cubicBezTo>
                <a:cubicBezTo>
                  <a:pt x="9790" y="4189"/>
                  <a:pt x="9805" y="4203"/>
                  <a:pt x="9805" y="4222"/>
                </a:cubicBezTo>
                <a:close/>
                <a:moveTo>
                  <a:pt x="8569" y="3747"/>
                </a:moveTo>
                <a:cubicBezTo>
                  <a:pt x="8569" y="3783"/>
                  <a:pt x="8541" y="3811"/>
                  <a:pt x="8505" y="3811"/>
                </a:cubicBezTo>
                <a:cubicBezTo>
                  <a:pt x="8470" y="3811"/>
                  <a:pt x="8441" y="3783"/>
                  <a:pt x="8441" y="3747"/>
                </a:cubicBezTo>
                <a:cubicBezTo>
                  <a:pt x="8441" y="3712"/>
                  <a:pt x="8470" y="3683"/>
                  <a:pt x="8505" y="3683"/>
                </a:cubicBezTo>
                <a:cubicBezTo>
                  <a:pt x="8541" y="3683"/>
                  <a:pt x="8569" y="3712"/>
                  <a:pt x="8569" y="3747"/>
                </a:cubicBezTo>
                <a:close/>
                <a:moveTo>
                  <a:pt x="4125" y="3975"/>
                </a:moveTo>
                <a:cubicBezTo>
                  <a:pt x="4125" y="4005"/>
                  <a:pt x="4100" y="4029"/>
                  <a:pt x="4071" y="4029"/>
                </a:cubicBezTo>
                <a:cubicBezTo>
                  <a:pt x="4041" y="4029"/>
                  <a:pt x="4017" y="4005"/>
                  <a:pt x="4017" y="3975"/>
                </a:cubicBezTo>
                <a:cubicBezTo>
                  <a:pt x="4017" y="3945"/>
                  <a:pt x="4041" y="3921"/>
                  <a:pt x="4071" y="3921"/>
                </a:cubicBezTo>
                <a:cubicBezTo>
                  <a:pt x="4100" y="3921"/>
                  <a:pt x="4125" y="3945"/>
                  <a:pt x="4125" y="3975"/>
                </a:cubicBezTo>
                <a:close/>
                <a:moveTo>
                  <a:pt x="6179" y="5524"/>
                </a:moveTo>
                <a:cubicBezTo>
                  <a:pt x="6179" y="5549"/>
                  <a:pt x="6158" y="5569"/>
                  <a:pt x="6133" y="5569"/>
                </a:cubicBezTo>
                <a:cubicBezTo>
                  <a:pt x="6108" y="5569"/>
                  <a:pt x="6087" y="5549"/>
                  <a:pt x="6087" y="5524"/>
                </a:cubicBezTo>
                <a:cubicBezTo>
                  <a:pt x="6087" y="5498"/>
                  <a:pt x="6108" y="5478"/>
                  <a:pt x="6133" y="5478"/>
                </a:cubicBezTo>
                <a:cubicBezTo>
                  <a:pt x="6158" y="5478"/>
                  <a:pt x="6179" y="5498"/>
                  <a:pt x="6179" y="5524"/>
                </a:cubicBezTo>
                <a:close/>
                <a:moveTo>
                  <a:pt x="6751" y="5885"/>
                </a:moveTo>
                <a:cubicBezTo>
                  <a:pt x="6751" y="5903"/>
                  <a:pt x="6736" y="5918"/>
                  <a:pt x="6717" y="5918"/>
                </a:cubicBezTo>
                <a:cubicBezTo>
                  <a:pt x="6699" y="5918"/>
                  <a:pt x="6684" y="5903"/>
                  <a:pt x="6684" y="5885"/>
                </a:cubicBezTo>
                <a:cubicBezTo>
                  <a:pt x="6684" y="5866"/>
                  <a:pt x="6699" y="5851"/>
                  <a:pt x="6717" y="5851"/>
                </a:cubicBezTo>
                <a:cubicBezTo>
                  <a:pt x="6736" y="5851"/>
                  <a:pt x="6751" y="5866"/>
                  <a:pt x="6751" y="5885"/>
                </a:cubicBezTo>
                <a:close/>
                <a:moveTo>
                  <a:pt x="8575" y="4340"/>
                </a:moveTo>
                <a:cubicBezTo>
                  <a:pt x="8575" y="4366"/>
                  <a:pt x="8554" y="4388"/>
                  <a:pt x="8528" y="4388"/>
                </a:cubicBezTo>
                <a:cubicBezTo>
                  <a:pt x="8501" y="4388"/>
                  <a:pt x="8480" y="4366"/>
                  <a:pt x="8480" y="4340"/>
                </a:cubicBezTo>
                <a:cubicBezTo>
                  <a:pt x="8480" y="4314"/>
                  <a:pt x="8501" y="4292"/>
                  <a:pt x="8528" y="4292"/>
                </a:cubicBezTo>
                <a:cubicBezTo>
                  <a:pt x="8554" y="4292"/>
                  <a:pt x="8575" y="4314"/>
                  <a:pt x="8575" y="4340"/>
                </a:cubicBezTo>
                <a:close/>
                <a:moveTo>
                  <a:pt x="467" y="3122"/>
                </a:moveTo>
                <a:cubicBezTo>
                  <a:pt x="467" y="3142"/>
                  <a:pt x="451" y="3158"/>
                  <a:pt x="430" y="3158"/>
                </a:cubicBezTo>
                <a:cubicBezTo>
                  <a:pt x="410" y="3158"/>
                  <a:pt x="394" y="3142"/>
                  <a:pt x="394" y="3122"/>
                </a:cubicBezTo>
                <a:cubicBezTo>
                  <a:pt x="394" y="3101"/>
                  <a:pt x="410" y="3085"/>
                  <a:pt x="430" y="3085"/>
                </a:cubicBezTo>
                <a:cubicBezTo>
                  <a:pt x="451" y="3085"/>
                  <a:pt x="467" y="3101"/>
                  <a:pt x="467" y="3122"/>
                </a:cubicBezTo>
                <a:close/>
                <a:moveTo>
                  <a:pt x="2034" y="3188"/>
                </a:moveTo>
                <a:cubicBezTo>
                  <a:pt x="2034" y="3218"/>
                  <a:pt x="2009" y="3243"/>
                  <a:pt x="1979" y="3243"/>
                </a:cubicBezTo>
                <a:cubicBezTo>
                  <a:pt x="1948" y="3243"/>
                  <a:pt x="1924" y="3218"/>
                  <a:pt x="1924" y="3188"/>
                </a:cubicBezTo>
                <a:cubicBezTo>
                  <a:pt x="1924" y="3157"/>
                  <a:pt x="1948" y="3133"/>
                  <a:pt x="1979" y="3133"/>
                </a:cubicBezTo>
                <a:cubicBezTo>
                  <a:pt x="2009" y="3133"/>
                  <a:pt x="2034" y="3157"/>
                  <a:pt x="2034" y="3188"/>
                </a:cubicBezTo>
                <a:close/>
                <a:moveTo>
                  <a:pt x="9338" y="3967"/>
                </a:moveTo>
                <a:cubicBezTo>
                  <a:pt x="9338" y="4000"/>
                  <a:pt x="9311" y="4027"/>
                  <a:pt x="9277" y="4027"/>
                </a:cubicBezTo>
                <a:cubicBezTo>
                  <a:pt x="9244" y="4027"/>
                  <a:pt x="9216" y="4000"/>
                  <a:pt x="9216" y="3967"/>
                </a:cubicBezTo>
                <a:cubicBezTo>
                  <a:pt x="9216" y="3933"/>
                  <a:pt x="9244" y="3906"/>
                  <a:pt x="9277" y="3906"/>
                </a:cubicBezTo>
                <a:cubicBezTo>
                  <a:pt x="9311" y="3906"/>
                  <a:pt x="9338" y="3933"/>
                  <a:pt x="9338" y="3967"/>
                </a:cubicBezTo>
                <a:close/>
                <a:moveTo>
                  <a:pt x="5499" y="215"/>
                </a:moveTo>
                <a:cubicBezTo>
                  <a:pt x="5499" y="239"/>
                  <a:pt x="5480" y="258"/>
                  <a:pt x="5456" y="258"/>
                </a:cubicBezTo>
                <a:cubicBezTo>
                  <a:pt x="5432" y="258"/>
                  <a:pt x="5413" y="239"/>
                  <a:pt x="5413" y="215"/>
                </a:cubicBezTo>
                <a:cubicBezTo>
                  <a:pt x="5413" y="191"/>
                  <a:pt x="5432" y="172"/>
                  <a:pt x="5456" y="172"/>
                </a:cubicBezTo>
                <a:cubicBezTo>
                  <a:pt x="5480" y="172"/>
                  <a:pt x="5499" y="191"/>
                  <a:pt x="5499" y="215"/>
                </a:cubicBezTo>
                <a:close/>
                <a:moveTo>
                  <a:pt x="1263" y="3811"/>
                </a:moveTo>
                <a:cubicBezTo>
                  <a:pt x="1263" y="3834"/>
                  <a:pt x="1244" y="3853"/>
                  <a:pt x="1221" y="3853"/>
                </a:cubicBezTo>
                <a:cubicBezTo>
                  <a:pt x="1197" y="3853"/>
                  <a:pt x="1179" y="3834"/>
                  <a:pt x="1179" y="3811"/>
                </a:cubicBezTo>
                <a:cubicBezTo>
                  <a:pt x="1179" y="3787"/>
                  <a:pt x="1197" y="3769"/>
                  <a:pt x="1221" y="3769"/>
                </a:cubicBezTo>
                <a:cubicBezTo>
                  <a:pt x="1244" y="3769"/>
                  <a:pt x="1263" y="3787"/>
                  <a:pt x="1263" y="3811"/>
                </a:cubicBezTo>
                <a:close/>
                <a:moveTo>
                  <a:pt x="6129" y="2146"/>
                </a:moveTo>
                <a:cubicBezTo>
                  <a:pt x="6129" y="2164"/>
                  <a:pt x="6115" y="2178"/>
                  <a:pt x="6097" y="2178"/>
                </a:cubicBezTo>
                <a:cubicBezTo>
                  <a:pt x="6080" y="2178"/>
                  <a:pt x="6065" y="2164"/>
                  <a:pt x="6065" y="2146"/>
                </a:cubicBezTo>
                <a:cubicBezTo>
                  <a:pt x="6065" y="2128"/>
                  <a:pt x="6080" y="2114"/>
                  <a:pt x="6097" y="2114"/>
                </a:cubicBezTo>
                <a:cubicBezTo>
                  <a:pt x="6115" y="2114"/>
                  <a:pt x="6129" y="2128"/>
                  <a:pt x="6129" y="2146"/>
                </a:cubicBezTo>
                <a:close/>
                <a:moveTo>
                  <a:pt x="2348" y="5841"/>
                </a:moveTo>
                <a:cubicBezTo>
                  <a:pt x="2348" y="5868"/>
                  <a:pt x="2327" y="5889"/>
                  <a:pt x="2300" y="5889"/>
                </a:cubicBezTo>
                <a:cubicBezTo>
                  <a:pt x="2274" y="5889"/>
                  <a:pt x="2252" y="5868"/>
                  <a:pt x="2252" y="5841"/>
                </a:cubicBezTo>
                <a:cubicBezTo>
                  <a:pt x="2252" y="5815"/>
                  <a:pt x="2274" y="5793"/>
                  <a:pt x="2300" y="5793"/>
                </a:cubicBezTo>
                <a:cubicBezTo>
                  <a:pt x="2327" y="5793"/>
                  <a:pt x="2348" y="5815"/>
                  <a:pt x="2348" y="5841"/>
                </a:cubicBezTo>
                <a:close/>
                <a:moveTo>
                  <a:pt x="6664" y="3404"/>
                </a:moveTo>
                <a:cubicBezTo>
                  <a:pt x="6664" y="3431"/>
                  <a:pt x="6642" y="3453"/>
                  <a:pt x="6615" y="3453"/>
                </a:cubicBezTo>
                <a:cubicBezTo>
                  <a:pt x="6589" y="3453"/>
                  <a:pt x="6567" y="3431"/>
                  <a:pt x="6567" y="3404"/>
                </a:cubicBezTo>
                <a:cubicBezTo>
                  <a:pt x="6567" y="3378"/>
                  <a:pt x="6589" y="3356"/>
                  <a:pt x="6615" y="3356"/>
                </a:cubicBezTo>
                <a:cubicBezTo>
                  <a:pt x="6642" y="3356"/>
                  <a:pt x="6664" y="3378"/>
                  <a:pt x="6664" y="3404"/>
                </a:cubicBezTo>
                <a:close/>
                <a:moveTo>
                  <a:pt x="6867" y="5672"/>
                </a:moveTo>
                <a:cubicBezTo>
                  <a:pt x="6867" y="5702"/>
                  <a:pt x="6842" y="5727"/>
                  <a:pt x="6812" y="5727"/>
                </a:cubicBezTo>
                <a:cubicBezTo>
                  <a:pt x="6781" y="5727"/>
                  <a:pt x="6756" y="5702"/>
                  <a:pt x="6756" y="5672"/>
                </a:cubicBezTo>
                <a:cubicBezTo>
                  <a:pt x="6756" y="5641"/>
                  <a:pt x="6781" y="5617"/>
                  <a:pt x="6812" y="5617"/>
                </a:cubicBezTo>
                <a:cubicBezTo>
                  <a:pt x="6842" y="5617"/>
                  <a:pt x="6867" y="5641"/>
                  <a:pt x="6867" y="5672"/>
                </a:cubicBezTo>
                <a:close/>
                <a:moveTo>
                  <a:pt x="7898" y="2222"/>
                </a:moveTo>
                <a:cubicBezTo>
                  <a:pt x="7898" y="2245"/>
                  <a:pt x="7880" y="2264"/>
                  <a:pt x="7857" y="2264"/>
                </a:cubicBezTo>
                <a:cubicBezTo>
                  <a:pt x="7835" y="2264"/>
                  <a:pt x="7816" y="2245"/>
                  <a:pt x="7816" y="2222"/>
                </a:cubicBezTo>
                <a:cubicBezTo>
                  <a:pt x="7816" y="2200"/>
                  <a:pt x="7835" y="2181"/>
                  <a:pt x="7857" y="2181"/>
                </a:cubicBezTo>
                <a:cubicBezTo>
                  <a:pt x="7880" y="2181"/>
                  <a:pt x="7898" y="2200"/>
                  <a:pt x="7898" y="2222"/>
                </a:cubicBezTo>
                <a:close/>
                <a:moveTo>
                  <a:pt x="187" y="3368"/>
                </a:moveTo>
                <a:cubicBezTo>
                  <a:pt x="187" y="3386"/>
                  <a:pt x="172" y="3401"/>
                  <a:pt x="154" y="3401"/>
                </a:cubicBezTo>
                <a:cubicBezTo>
                  <a:pt x="136" y="3401"/>
                  <a:pt x="122" y="3386"/>
                  <a:pt x="122" y="3368"/>
                </a:cubicBezTo>
                <a:cubicBezTo>
                  <a:pt x="122" y="3350"/>
                  <a:pt x="136" y="3336"/>
                  <a:pt x="154" y="3336"/>
                </a:cubicBezTo>
                <a:cubicBezTo>
                  <a:pt x="172" y="3336"/>
                  <a:pt x="187" y="3350"/>
                  <a:pt x="187" y="3368"/>
                </a:cubicBezTo>
                <a:close/>
                <a:moveTo>
                  <a:pt x="2753" y="2923"/>
                </a:moveTo>
                <a:cubicBezTo>
                  <a:pt x="2753" y="2948"/>
                  <a:pt x="2733" y="2968"/>
                  <a:pt x="2708" y="2968"/>
                </a:cubicBezTo>
                <a:cubicBezTo>
                  <a:pt x="2683" y="2968"/>
                  <a:pt x="2663" y="2948"/>
                  <a:pt x="2663" y="2923"/>
                </a:cubicBezTo>
                <a:cubicBezTo>
                  <a:pt x="2663" y="2899"/>
                  <a:pt x="2683" y="2878"/>
                  <a:pt x="2708" y="2878"/>
                </a:cubicBezTo>
                <a:cubicBezTo>
                  <a:pt x="2733" y="2878"/>
                  <a:pt x="2753" y="2899"/>
                  <a:pt x="2753" y="2923"/>
                </a:cubicBezTo>
                <a:close/>
                <a:moveTo>
                  <a:pt x="2176" y="2663"/>
                </a:moveTo>
                <a:cubicBezTo>
                  <a:pt x="2176" y="2699"/>
                  <a:pt x="2146" y="2729"/>
                  <a:pt x="2109" y="2729"/>
                </a:cubicBezTo>
                <a:cubicBezTo>
                  <a:pt x="2072" y="2729"/>
                  <a:pt x="2043" y="2699"/>
                  <a:pt x="2043" y="2663"/>
                </a:cubicBezTo>
                <a:cubicBezTo>
                  <a:pt x="2043" y="2626"/>
                  <a:pt x="2072" y="2596"/>
                  <a:pt x="2109" y="2596"/>
                </a:cubicBezTo>
                <a:cubicBezTo>
                  <a:pt x="2146" y="2596"/>
                  <a:pt x="2176" y="2626"/>
                  <a:pt x="2176" y="2663"/>
                </a:cubicBezTo>
                <a:close/>
                <a:moveTo>
                  <a:pt x="5685" y="4163"/>
                </a:moveTo>
                <a:cubicBezTo>
                  <a:pt x="5685" y="4202"/>
                  <a:pt x="5654" y="4233"/>
                  <a:pt x="5615" y="4233"/>
                </a:cubicBezTo>
                <a:cubicBezTo>
                  <a:pt x="5576" y="4233"/>
                  <a:pt x="5545" y="4202"/>
                  <a:pt x="5545" y="4163"/>
                </a:cubicBezTo>
                <a:cubicBezTo>
                  <a:pt x="5545" y="4124"/>
                  <a:pt x="5576" y="4093"/>
                  <a:pt x="5615" y="4093"/>
                </a:cubicBezTo>
                <a:cubicBezTo>
                  <a:pt x="5654" y="4093"/>
                  <a:pt x="5685" y="4124"/>
                  <a:pt x="5685" y="4163"/>
                </a:cubicBezTo>
                <a:close/>
                <a:moveTo>
                  <a:pt x="6448" y="5956"/>
                </a:moveTo>
                <a:cubicBezTo>
                  <a:pt x="6448" y="5988"/>
                  <a:pt x="6422" y="6014"/>
                  <a:pt x="6390" y="6014"/>
                </a:cubicBezTo>
                <a:cubicBezTo>
                  <a:pt x="6358" y="6014"/>
                  <a:pt x="6333" y="5988"/>
                  <a:pt x="6333" y="5956"/>
                </a:cubicBezTo>
                <a:cubicBezTo>
                  <a:pt x="6333" y="5924"/>
                  <a:pt x="6358" y="5898"/>
                  <a:pt x="6390" y="5898"/>
                </a:cubicBezTo>
                <a:cubicBezTo>
                  <a:pt x="6422" y="5898"/>
                  <a:pt x="6448" y="5924"/>
                  <a:pt x="6448" y="5956"/>
                </a:cubicBezTo>
                <a:close/>
                <a:moveTo>
                  <a:pt x="8131" y="3827"/>
                </a:moveTo>
                <a:cubicBezTo>
                  <a:pt x="8131" y="3866"/>
                  <a:pt x="8099" y="3897"/>
                  <a:pt x="8061" y="3897"/>
                </a:cubicBezTo>
                <a:cubicBezTo>
                  <a:pt x="8022" y="3897"/>
                  <a:pt x="7991" y="3866"/>
                  <a:pt x="7991" y="3827"/>
                </a:cubicBezTo>
                <a:cubicBezTo>
                  <a:pt x="7991" y="3788"/>
                  <a:pt x="8022" y="3757"/>
                  <a:pt x="8061" y="3757"/>
                </a:cubicBezTo>
                <a:cubicBezTo>
                  <a:pt x="8099" y="3757"/>
                  <a:pt x="8131" y="3788"/>
                  <a:pt x="8131" y="3827"/>
                </a:cubicBezTo>
                <a:close/>
                <a:moveTo>
                  <a:pt x="5546" y="2145"/>
                </a:moveTo>
                <a:cubicBezTo>
                  <a:pt x="5546" y="2176"/>
                  <a:pt x="5521" y="2201"/>
                  <a:pt x="5490" y="2201"/>
                </a:cubicBezTo>
                <a:cubicBezTo>
                  <a:pt x="5459" y="2201"/>
                  <a:pt x="5434" y="2176"/>
                  <a:pt x="5434" y="2145"/>
                </a:cubicBezTo>
                <a:cubicBezTo>
                  <a:pt x="5434" y="2114"/>
                  <a:pt x="5459" y="2089"/>
                  <a:pt x="5490" y="2089"/>
                </a:cubicBezTo>
                <a:cubicBezTo>
                  <a:pt x="5521" y="2089"/>
                  <a:pt x="5546" y="2114"/>
                  <a:pt x="5546" y="2145"/>
                </a:cubicBezTo>
                <a:close/>
                <a:moveTo>
                  <a:pt x="1043" y="2691"/>
                </a:moveTo>
                <a:cubicBezTo>
                  <a:pt x="1043" y="2728"/>
                  <a:pt x="1012" y="2759"/>
                  <a:pt x="975" y="2759"/>
                </a:cubicBezTo>
                <a:cubicBezTo>
                  <a:pt x="938" y="2759"/>
                  <a:pt x="907" y="2728"/>
                  <a:pt x="907" y="2691"/>
                </a:cubicBezTo>
                <a:cubicBezTo>
                  <a:pt x="907" y="2653"/>
                  <a:pt x="938" y="2623"/>
                  <a:pt x="975" y="2623"/>
                </a:cubicBezTo>
                <a:cubicBezTo>
                  <a:pt x="1012" y="2623"/>
                  <a:pt x="1043" y="2653"/>
                  <a:pt x="1043" y="2691"/>
                </a:cubicBezTo>
                <a:close/>
                <a:moveTo>
                  <a:pt x="1530" y="2591"/>
                </a:moveTo>
                <a:cubicBezTo>
                  <a:pt x="1530" y="2615"/>
                  <a:pt x="1512" y="2633"/>
                  <a:pt x="1488" y="2633"/>
                </a:cubicBezTo>
                <a:cubicBezTo>
                  <a:pt x="1465" y="2633"/>
                  <a:pt x="1446" y="2615"/>
                  <a:pt x="1446" y="2591"/>
                </a:cubicBezTo>
                <a:cubicBezTo>
                  <a:pt x="1446" y="2568"/>
                  <a:pt x="1465" y="2549"/>
                  <a:pt x="1488" y="2549"/>
                </a:cubicBezTo>
                <a:cubicBezTo>
                  <a:pt x="1512" y="2549"/>
                  <a:pt x="1530" y="2568"/>
                  <a:pt x="1530" y="2591"/>
                </a:cubicBezTo>
                <a:close/>
                <a:moveTo>
                  <a:pt x="6210" y="5354"/>
                </a:moveTo>
                <a:cubicBezTo>
                  <a:pt x="6210" y="5377"/>
                  <a:pt x="6190" y="5396"/>
                  <a:pt x="6167" y="5396"/>
                </a:cubicBezTo>
                <a:cubicBezTo>
                  <a:pt x="6143" y="5396"/>
                  <a:pt x="6124" y="5377"/>
                  <a:pt x="6124" y="5354"/>
                </a:cubicBezTo>
                <a:cubicBezTo>
                  <a:pt x="6124" y="5330"/>
                  <a:pt x="6143" y="5311"/>
                  <a:pt x="6167" y="5311"/>
                </a:cubicBezTo>
                <a:cubicBezTo>
                  <a:pt x="6190" y="5311"/>
                  <a:pt x="6210" y="5330"/>
                  <a:pt x="6210" y="5354"/>
                </a:cubicBezTo>
                <a:close/>
                <a:moveTo>
                  <a:pt x="5720" y="249"/>
                </a:moveTo>
                <a:cubicBezTo>
                  <a:pt x="5720" y="271"/>
                  <a:pt x="5703" y="289"/>
                  <a:pt x="5681" y="289"/>
                </a:cubicBezTo>
                <a:cubicBezTo>
                  <a:pt x="5659" y="289"/>
                  <a:pt x="5641" y="271"/>
                  <a:pt x="5641" y="249"/>
                </a:cubicBezTo>
                <a:cubicBezTo>
                  <a:pt x="5641" y="227"/>
                  <a:pt x="5659" y="210"/>
                  <a:pt x="5681" y="210"/>
                </a:cubicBezTo>
                <a:cubicBezTo>
                  <a:pt x="5703" y="210"/>
                  <a:pt x="5720" y="227"/>
                  <a:pt x="5720" y="249"/>
                </a:cubicBezTo>
                <a:close/>
                <a:moveTo>
                  <a:pt x="4269" y="4024"/>
                </a:moveTo>
                <a:cubicBezTo>
                  <a:pt x="4269" y="4060"/>
                  <a:pt x="4240" y="4089"/>
                  <a:pt x="4204" y="4089"/>
                </a:cubicBezTo>
                <a:cubicBezTo>
                  <a:pt x="4168" y="4089"/>
                  <a:pt x="4139" y="4060"/>
                  <a:pt x="4139" y="4024"/>
                </a:cubicBezTo>
                <a:cubicBezTo>
                  <a:pt x="4139" y="3988"/>
                  <a:pt x="4168" y="3958"/>
                  <a:pt x="4204" y="3958"/>
                </a:cubicBezTo>
                <a:cubicBezTo>
                  <a:pt x="4240" y="3958"/>
                  <a:pt x="4269" y="3988"/>
                  <a:pt x="4269" y="4024"/>
                </a:cubicBezTo>
                <a:close/>
                <a:moveTo>
                  <a:pt x="8876" y="3213"/>
                </a:moveTo>
                <a:cubicBezTo>
                  <a:pt x="8876" y="3235"/>
                  <a:pt x="8858" y="3253"/>
                  <a:pt x="8836" y="3253"/>
                </a:cubicBezTo>
                <a:cubicBezTo>
                  <a:pt x="8814" y="3253"/>
                  <a:pt x="8796" y="3235"/>
                  <a:pt x="8796" y="3213"/>
                </a:cubicBezTo>
                <a:cubicBezTo>
                  <a:pt x="8796" y="3190"/>
                  <a:pt x="8814" y="3172"/>
                  <a:pt x="8836" y="3172"/>
                </a:cubicBezTo>
                <a:cubicBezTo>
                  <a:pt x="8858" y="3172"/>
                  <a:pt x="8876" y="3190"/>
                  <a:pt x="8876" y="3213"/>
                </a:cubicBezTo>
                <a:close/>
                <a:moveTo>
                  <a:pt x="8252" y="5304"/>
                </a:moveTo>
                <a:cubicBezTo>
                  <a:pt x="8252" y="5338"/>
                  <a:pt x="8225" y="5366"/>
                  <a:pt x="8191" y="5366"/>
                </a:cubicBezTo>
                <a:cubicBezTo>
                  <a:pt x="8156" y="5366"/>
                  <a:pt x="8129" y="5338"/>
                  <a:pt x="8129" y="5304"/>
                </a:cubicBezTo>
                <a:cubicBezTo>
                  <a:pt x="8129" y="5270"/>
                  <a:pt x="8156" y="5242"/>
                  <a:pt x="8191" y="5242"/>
                </a:cubicBezTo>
                <a:cubicBezTo>
                  <a:pt x="8225" y="5242"/>
                  <a:pt x="8252" y="5270"/>
                  <a:pt x="8252" y="5304"/>
                </a:cubicBezTo>
                <a:close/>
                <a:moveTo>
                  <a:pt x="6704" y="3968"/>
                </a:moveTo>
                <a:cubicBezTo>
                  <a:pt x="6704" y="3993"/>
                  <a:pt x="6684" y="4014"/>
                  <a:pt x="6658" y="4014"/>
                </a:cubicBezTo>
                <a:cubicBezTo>
                  <a:pt x="6633" y="4014"/>
                  <a:pt x="6613" y="3993"/>
                  <a:pt x="6613" y="3968"/>
                </a:cubicBezTo>
                <a:cubicBezTo>
                  <a:pt x="6613" y="3943"/>
                  <a:pt x="6633" y="3922"/>
                  <a:pt x="6658" y="3922"/>
                </a:cubicBezTo>
                <a:cubicBezTo>
                  <a:pt x="6684" y="3922"/>
                  <a:pt x="6704" y="3943"/>
                  <a:pt x="6704" y="3968"/>
                </a:cubicBezTo>
                <a:close/>
                <a:moveTo>
                  <a:pt x="5764" y="2337"/>
                </a:moveTo>
                <a:cubicBezTo>
                  <a:pt x="5764" y="2369"/>
                  <a:pt x="5738" y="2395"/>
                  <a:pt x="5706" y="2395"/>
                </a:cubicBezTo>
                <a:cubicBezTo>
                  <a:pt x="5674" y="2395"/>
                  <a:pt x="5648" y="2369"/>
                  <a:pt x="5648" y="2337"/>
                </a:cubicBezTo>
                <a:cubicBezTo>
                  <a:pt x="5648" y="2305"/>
                  <a:pt x="5674" y="2279"/>
                  <a:pt x="5706" y="2279"/>
                </a:cubicBezTo>
                <a:cubicBezTo>
                  <a:pt x="5738" y="2279"/>
                  <a:pt x="5764" y="2305"/>
                  <a:pt x="5764" y="2337"/>
                </a:cubicBezTo>
                <a:close/>
                <a:moveTo>
                  <a:pt x="8806" y="1934"/>
                </a:moveTo>
                <a:cubicBezTo>
                  <a:pt x="8806" y="1966"/>
                  <a:pt x="8779" y="1993"/>
                  <a:pt x="8746" y="1993"/>
                </a:cubicBezTo>
                <a:cubicBezTo>
                  <a:pt x="8714" y="1993"/>
                  <a:pt x="8687" y="1966"/>
                  <a:pt x="8687" y="1934"/>
                </a:cubicBezTo>
                <a:cubicBezTo>
                  <a:pt x="8687" y="1901"/>
                  <a:pt x="8714" y="1874"/>
                  <a:pt x="8746" y="1874"/>
                </a:cubicBezTo>
                <a:cubicBezTo>
                  <a:pt x="8779" y="1874"/>
                  <a:pt x="8806" y="1901"/>
                  <a:pt x="8806" y="1934"/>
                </a:cubicBezTo>
                <a:close/>
                <a:moveTo>
                  <a:pt x="1096" y="605"/>
                </a:moveTo>
                <a:cubicBezTo>
                  <a:pt x="1096" y="626"/>
                  <a:pt x="1079" y="643"/>
                  <a:pt x="1058" y="643"/>
                </a:cubicBezTo>
                <a:cubicBezTo>
                  <a:pt x="1037" y="643"/>
                  <a:pt x="1021" y="626"/>
                  <a:pt x="1021" y="605"/>
                </a:cubicBezTo>
                <a:cubicBezTo>
                  <a:pt x="1021" y="584"/>
                  <a:pt x="1037" y="568"/>
                  <a:pt x="1058" y="568"/>
                </a:cubicBezTo>
                <a:cubicBezTo>
                  <a:pt x="1079" y="568"/>
                  <a:pt x="1096" y="584"/>
                  <a:pt x="1096" y="605"/>
                </a:cubicBezTo>
                <a:close/>
                <a:moveTo>
                  <a:pt x="2967" y="2748"/>
                </a:moveTo>
                <a:cubicBezTo>
                  <a:pt x="2967" y="2773"/>
                  <a:pt x="2947" y="2793"/>
                  <a:pt x="2922" y="2793"/>
                </a:cubicBezTo>
                <a:cubicBezTo>
                  <a:pt x="2897" y="2793"/>
                  <a:pt x="2876" y="2773"/>
                  <a:pt x="2876" y="2748"/>
                </a:cubicBezTo>
                <a:cubicBezTo>
                  <a:pt x="2876" y="2723"/>
                  <a:pt x="2897" y="2702"/>
                  <a:pt x="2922" y="2702"/>
                </a:cubicBezTo>
                <a:cubicBezTo>
                  <a:pt x="2947" y="2702"/>
                  <a:pt x="2967" y="2723"/>
                  <a:pt x="2967" y="2748"/>
                </a:cubicBezTo>
                <a:close/>
                <a:moveTo>
                  <a:pt x="9082" y="392"/>
                </a:moveTo>
                <a:cubicBezTo>
                  <a:pt x="9082" y="428"/>
                  <a:pt x="9053" y="457"/>
                  <a:pt x="9017" y="457"/>
                </a:cubicBezTo>
                <a:cubicBezTo>
                  <a:pt x="8981" y="457"/>
                  <a:pt x="8952" y="428"/>
                  <a:pt x="8952" y="392"/>
                </a:cubicBezTo>
                <a:cubicBezTo>
                  <a:pt x="8952" y="357"/>
                  <a:pt x="8981" y="328"/>
                  <a:pt x="9017" y="328"/>
                </a:cubicBezTo>
                <a:cubicBezTo>
                  <a:pt x="9053" y="328"/>
                  <a:pt x="9082" y="357"/>
                  <a:pt x="9082" y="392"/>
                </a:cubicBezTo>
                <a:close/>
                <a:moveTo>
                  <a:pt x="2477" y="1926"/>
                </a:moveTo>
                <a:cubicBezTo>
                  <a:pt x="2477" y="1952"/>
                  <a:pt x="2456" y="1974"/>
                  <a:pt x="2429" y="1974"/>
                </a:cubicBezTo>
                <a:cubicBezTo>
                  <a:pt x="2402" y="1974"/>
                  <a:pt x="2380" y="1952"/>
                  <a:pt x="2380" y="1926"/>
                </a:cubicBezTo>
                <a:cubicBezTo>
                  <a:pt x="2380" y="1899"/>
                  <a:pt x="2402" y="1877"/>
                  <a:pt x="2429" y="1877"/>
                </a:cubicBezTo>
                <a:cubicBezTo>
                  <a:pt x="2456" y="1877"/>
                  <a:pt x="2477" y="1899"/>
                  <a:pt x="2477" y="1926"/>
                </a:cubicBezTo>
                <a:close/>
                <a:moveTo>
                  <a:pt x="4488" y="3594"/>
                </a:moveTo>
                <a:cubicBezTo>
                  <a:pt x="4488" y="3611"/>
                  <a:pt x="4473" y="3626"/>
                  <a:pt x="4456" y="3626"/>
                </a:cubicBezTo>
                <a:cubicBezTo>
                  <a:pt x="4439" y="3626"/>
                  <a:pt x="4425" y="3611"/>
                  <a:pt x="4425" y="3594"/>
                </a:cubicBezTo>
                <a:cubicBezTo>
                  <a:pt x="4425" y="3577"/>
                  <a:pt x="4439" y="3563"/>
                  <a:pt x="4456" y="3563"/>
                </a:cubicBezTo>
                <a:cubicBezTo>
                  <a:pt x="4473" y="3563"/>
                  <a:pt x="4488" y="3577"/>
                  <a:pt x="4488" y="3594"/>
                </a:cubicBezTo>
                <a:close/>
                <a:moveTo>
                  <a:pt x="5973" y="318"/>
                </a:moveTo>
                <a:cubicBezTo>
                  <a:pt x="5973" y="338"/>
                  <a:pt x="5957" y="355"/>
                  <a:pt x="5937" y="355"/>
                </a:cubicBezTo>
                <a:cubicBezTo>
                  <a:pt x="5917" y="355"/>
                  <a:pt x="5900" y="338"/>
                  <a:pt x="5900" y="318"/>
                </a:cubicBezTo>
                <a:cubicBezTo>
                  <a:pt x="5900" y="298"/>
                  <a:pt x="5917" y="282"/>
                  <a:pt x="5937" y="282"/>
                </a:cubicBezTo>
                <a:cubicBezTo>
                  <a:pt x="5957" y="282"/>
                  <a:pt x="5973" y="298"/>
                  <a:pt x="5973" y="318"/>
                </a:cubicBezTo>
                <a:close/>
                <a:moveTo>
                  <a:pt x="2898" y="3232"/>
                </a:moveTo>
                <a:cubicBezTo>
                  <a:pt x="2898" y="3265"/>
                  <a:pt x="2872" y="3292"/>
                  <a:pt x="2839" y="3292"/>
                </a:cubicBezTo>
                <a:cubicBezTo>
                  <a:pt x="2806" y="3292"/>
                  <a:pt x="2780" y="3265"/>
                  <a:pt x="2780" y="3232"/>
                </a:cubicBezTo>
                <a:cubicBezTo>
                  <a:pt x="2780" y="3200"/>
                  <a:pt x="2806" y="3173"/>
                  <a:pt x="2839" y="3173"/>
                </a:cubicBezTo>
                <a:cubicBezTo>
                  <a:pt x="2872" y="3173"/>
                  <a:pt x="2898" y="3200"/>
                  <a:pt x="2898" y="3232"/>
                </a:cubicBezTo>
                <a:close/>
                <a:moveTo>
                  <a:pt x="428" y="245"/>
                </a:moveTo>
                <a:cubicBezTo>
                  <a:pt x="428" y="270"/>
                  <a:pt x="408" y="291"/>
                  <a:pt x="382" y="291"/>
                </a:cubicBezTo>
                <a:cubicBezTo>
                  <a:pt x="356" y="291"/>
                  <a:pt x="335" y="270"/>
                  <a:pt x="335" y="245"/>
                </a:cubicBezTo>
                <a:cubicBezTo>
                  <a:pt x="335" y="219"/>
                  <a:pt x="356" y="198"/>
                  <a:pt x="382" y="198"/>
                </a:cubicBezTo>
                <a:cubicBezTo>
                  <a:pt x="408" y="198"/>
                  <a:pt x="428" y="219"/>
                  <a:pt x="428" y="245"/>
                </a:cubicBezTo>
                <a:close/>
                <a:moveTo>
                  <a:pt x="2384" y="4497"/>
                </a:moveTo>
                <a:cubicBezTo>
                  <a:pt x="2384" y="4532"/>
                  <a:pt x="2356" y="4560"/>
                  <a:pt x="2321" y="4560"/>
                </a:cubicBezTo>
                <a:cubicBezTo>
                  <a:pt x="2287" y="4560"/>
                  <a:pt x="2259" y="4532"/>
                  <a:pt x="2259" y="4497"/>
                </a:cubicBezTo>
                <a:cubicBezTo>
                  <a:pt x="2259" y="4463"/>
                  <a:pt x="2287" y="4435"/>
                  <a:pt x="2321" y="4435"/>
                </a:cubicBezTo>
                <a:cubicBezTo>
                  <a:pt x="2356" y="4435"/>
                  <a:pt x="2384" y="4463"/>
                  <a:pt x="2384" y="4497"/>
                </a:cubicBezTo>
                <a:close/>
                <a:moveTo>
                  <a:pt x="9076" y="6175"/>
                </a:moveTo>
                <a:cubicBezTo>
                  <a:pt x="9076" y="6213"/>
                  <a:pt x="9046" y="6243"/>
                  <a:pt x="9008" y="6243"/>
                </a:cubicBezTo>
                <a:cubicBezTo>
                  <a:pt x="8970" y="6243"/>
                  <a:pt x="8939" y="6213"/>
                  <a:pt x="8939" y="6175"/>
                </a:cubicBezTo>
                <a:cubicBezTo>
                  <a:pt x="8939" y="6137"/>
                  <a:pt x="8970" y="6106"/>
                  <a:pt x="9008" y="6106"/>
                </a:cubicBezTo>
                <a:cubicBezTo>
                  <a:pt x="9046" y="6106"/>
                  <a:pt x="9076" y="6137"/>
                  <a:pt x="9076" y="6175"/>
                </a:cubicBezTo>
                <a:close/>
                <a:moveTo>
                  <a:pt x="2458" y="3571"/>
                </a:moveTo>
                <a:cubicBezTo>
                  <a:pt x="2458" y="3591"/>
                  <a:pt x="2442" y="3607"/>
                  <a:pt x="2423" y="3607"/>
                </a:cubicBezTo>
                <a:cubicBezTo>
                  <a:pt x="2403" y="3607"/>
                  <a:pt x="2387" y="3591"/>
                  <a:pt x="2387" y="3571"/>
                </a:cubicBezTo>
                <a:cubicBezTo>
                  <a:pt x="2387" y="3552"/>
                  <a:pt x="2403" y="3536"/>
                  <a:pt x="2423" y="3536"/>
                </a:cubicBezTo>
                <a:cubicBezTo>
                  <a:pt x="2442" y="3536"/>
                  <a:pt x="2458" y="3552"/>
                  <a:pt x="2458" y="3571"/>
                </a:cubicBezTo>
                <a:close/>
                <a:moveTo>
                  <a:pt x="5495" y="4398"/>
                </a:moveTo>
                <a:cubicBezTo>
                  <a:pt x="5495" y="4429"/>
                  <a:pt x="5471" y="4454"/>
                  <a:pt x="5440" y="4454"/>
                </a:cubicBezTo>
                <a:cubicBezTo>
                  <a:pt x="5410" y="4454"/>
                  <a:pt x="5385" y="4429"/>
                  <a:pt x="5385" y="4398"/>
                </a:cubicBezTo>
                <a:cubicBezTo>
                  <a:pt x="5385" y="4368"/>
                  <a:pt x="5410" y="4343"/>
                  <a:pt x="5440" y="4343"/>
                </a:cubicBezTo>
                <a:cubicBezTo>
                  <a:pt x="5471" y="4343"/>
                  <a:pt x="5495" y="4368"/>
                  <a:pt x="5495" y="4398"/>
                </a:cubicBezTo>
                <a:close/>
                <a:moveTo>
                  <a:pt x="9818" y="2386"/>
                </a:moveTo>
                <a:cubicBezTo>
                  <a:pt x="9818" y="2412"/>
                  <a:pt x="9797" y="2433"/>
                  <a:pt x="9771" y="2433"/>
                </a:cubicBezTo>
                <a:cubicBezTo>
                  <a:pt x="9745" y="2433"/>
                  <a:pt x="9724" y="2412"/>
                  <a:pt x="9724" y="2386"/>
                </a:cubicBezTo>
                <a:cubicBezTo>
                  <a:pt x="9724" y="2360"/>
                  <a:pt x="9745" y="2339"/>
                  <a:pt x="9771" y="2339"/>
                </a:cubicBezTo>
                <a:cubicBezTo>
                  <a:pt x="9797" y="2339"/>
                  <a:pt x="9818" y="2360"/>
                  <a:pt x="9818" y="2386"/>
                </a:cubicBezTo>
                <a:close/>
                <a:moveTo>
                  <a:pt x="9011" y="5009"/>
                </a:moveTo>
                <a:cubicBezTo>
                  <a:pt x="9011" y="5029"/>
                  <a:pt x="8994" y="5046"/>
                  <a:pt x="8973" y="5046"/>
                </a:cubicBezTo>
                <a:cubicBezTo>
                  <a:pt x="8953" y="5046"/>
                  <a:pt x="8936" y="5029"/>
                  <a:pt x="8936" y="5009"/>
                </a:cubicBezTo>
                <a:cubicBezTo>
                  <a:pt x="8936" y="4988"/>
                  <a:pt x="8953" y="4971"/>
                  <a:pt x="8973" y="4971"/>
                </a:cubicBezTo>
                <a:cubicBezTo>
                  <a:pt x="8994" y="4971"/>
                  <a:pt x="9011" y="4988"/>
                  <a:pt x="9011" y="5009"/>
                </a:cubicBezTo>
                <a:close/>
                <a:moveTo>
                  <a:pt x="3994" y="4859"/>
                </a:moveTo>
                <a:cubicBezTo>
                  <a:pt x="3994" y="4877"/>
                  <a:pt x="3980" y="4892"/>
                  <a:pt x="3962" y="4892"/>
                </a:cubicBezTo>
                <a:cubicBezTo>
                  <a:pt x="3944" y="4892"/>
                  <a:pt x="3929" y="4877"/>
                  <a:pt x="3929" y="4859"/>
                </a:cubicBezTo>
                <a:cubicBezTo>
                  <a:pt x="3929" y="4842"/>
                  <a:pt x="3944" y="4827"/>
                  <a:pt x="3962" y="4827"/>
                </a:cubicBezTo>
                <a:cubicBezTo>
                  <a:pt x="3980" y="4827"/>
                  <a:pt x="3994" y="4842"/>
                  <a:pt x="3994" y="4859"/>
                </a:cubicBezTo>
                <a:close/>
                <a:moveTo>
                  <a:pt x="8182" y="5604"/>
                </a:moveTo>
                <a:cubicBezTo>
                  <a:pt x="8182" y="5635"/>
                  <a:pt x="8157" y="5660"/>
                  <a:pt x="8126" y="5660"/>
                </a:cubicBezTo>
                <a:cubicBezTo>
                  <a:pt x="8095" y="5660"/>
                  <a:pt x="8070" y="5635"/>
                  <a:pt x="8070" y="5604"/>
                </a:cubicBezTo>
                <a:cubicBezTo>
                  <a:pt x="8070" y="5573"/>
                  <a:pt x="8095" y="5548"/>
                  <a:pt x="8126" y="5548"/>
                </a:cubicBezTo>
                <a:cubicBezTo>
                  <a:pt x="8157" y="5548"/>
                  <a:pt x="8182" y="5573"/>
                  <a:pt x="8182" y="5604"/>
                </a:cubicBezTo>
                <a:close/>
                <a:moveTo>
                  <a:pt x="1262" y="3480"/>
                </a:moveTo>
                <a:cubicBezTo>
                  <a:pt x="1262" y="3500"/>
                  <a:pt x="1246" y="3516"/>
                  <a:pt x="1226" y="3516"/>
                </a:cubicBezTo>
                <a:cubicBezTo>
                  <a:pt x="1206" y="3516"/>
                  <a:pt x="1190" y="3500"/>
                  <a:pt x="1190" y="3480"/>
                </a:cubicBezTo>
                <a:cubicBezTo>
                  <a:pt x="1190" y="3460"/>
                  <a:pt x="1206" y="3444"/>
                  <a:pt x="1226" y="3444"/>
                </a:cubicBezTo>
                <a:cubicBezTo>
                  <a:pt x="1246" y="3444"/>
                  <a:pt x="1262" y="3460"/>
                  <a:pt x="1262" y="3480"/>
                </a:cubicBezTo>
                <a:close/>
                <a:moveTo>
                  <a:pt x="8881" y="1607"/>
                </a:moveTo>
                <a:cubicBezTo>
                  <a:pt x="8881" y="1625"/>
                  <a:pt x="8867" y="1639"/>
                  <a:pt x="8849" y="1639"/>
                </a:cubicBezTo>
                <a:cubicBezTo>
                  <a:pt x="8831" y="1639"/>
                  <a:pt x="8817" y="1625"/>
                  <a:pt x="8817" y="1607"/>
                </a:cubicBezTo>
                <a:cubicBezTo>
                  <a:pt x="8817" y="1589"/>
                  <a:pt x="8831" y="1575"/>
                  <a:pt x="8849" y="1575"/>
                </a:cubicBezTo>
                <a:cubicBezTo>
                  <a:pt x="8867" y="1575"/>
                  <a:pt x="8881" y="1589"/>
                  <a:pt x="8881" y="1607"/>
                </a:cubicBezTo>
                <a:close/>
                <a:moveTo>
                  <a:pt x="4579" y="1529"/>
                </a:moveTo>
                <a:cubicBezTo>
                  <a:pt x="4579" y="1565"/>
                  <a:pt x="4550" y="1594"/>
                  <a:pt x="4515" y="1594"/>
                </a:cubicBezTo>
                <a:cubicBezTo>
                  <a:pt x="4479" y="1594"/>
                  <a:pt x="4450" y="1565"/>
                  <a:pt x="4450" y="1529"/>
                </a:cubicBezTo>
                <a:cubicBezTo>
                  <a:pt x="4450" y="1493"/>
                  <a:pt x="4479" y="1465"/>
                  <a:pt x="4515" y="1465"/>
                </a:cubicBezTo>
                <a:cubicBezTo>
                  <a:pt x="4550" y="1465"/>
                  <a:pt x="4579" y="1493"/>
                  <a:pt x="4579" y="1529"/>
                </a:cubicBezTo>
                <a:close/>
                <a:moveTo>
                  <a:pt x="1863" y="798"/>
                </a:moveTo>
                <a:cubicBezTo>
                  <a:pt x="1863" y="823"/>
                  <a:pt x="1843" y="843"/>
                  <a:pt x="1818" y="843"/>
                </a:cubicBezTo>
                <a:cubicBezTo>
                  <a:pt x="1794" y="843"/>
                  <a:pt x="1773" y="823"/>
                  <a:pt x="1773" y="798"/>
                </a:cubicBezTo>
                <a:cubicBezTo>
                  <a:pt x="1773" y="774"/>
                  <a:pt x="1794" y="753"/>
                  <a:pt x="1818" y="753"/>
                </a:cubicBezTo>
                <a:cubicBezTo>
                  <a:pt x="1843" y="753"/>
                  <a:pt x="1863" y="774"/>
                  <a:pt x="1863" y="798"/>
                </a:cubicBezTo>
                <a:close/>
                <a:moveTo>
                  <a:pt x="4478" y="3406"/>
                </a:moveTo>
                <a:cubicBezTo>
                  <a:pt x="4478" y="3444"/>
                  <a:pt x="4447" y="3474"/>
                  <a:pt x="4409" y="3474"/>
                </a:cubicBezTo>
                <a:cubicBezTo>
                  <a:pt x="4372" y="3474"/>
                  <a:pt x="4341" y="3444"/>
                  <a:pt x="4341" y="3406"/>
                </a:cubicBezTo>
                <a:cubicBezTo>
                  <a:pt x="4341" y="3368"/>
                  <a:pt x="4372" y="3337"/>
                  <a:pt x="4409" y="3337"/>
                </a:cubicBezTo>
                <a:cubicBezTo>
                  <a:pt x="4447" y="3337"/>
                  <a:pt x="4478" y="3368"/>
                  <a:pt x="4478" y="3406"/>
                </a:cubicBezTo>
                <a:close/>
                <a:moveTo>
                  <a:pt x="4027" y="5482"/>
                </a:moveTo>
                <a:cubicBezTo>
                  <a:pt x="4027" y="5502"/>
                  <a:pt x="4011" y="5517"/>
                  <a:pt x="3992" y="5517"/>
                </a:cubicBezTo>
                <a:cubicBezTo>
                  <a:pt x="3972" y="5517"/>
                  <a:pt x="3957" y="5502"/>
                  <a:pt x="3957" y="5482"/>
                </a:cubicBezTo>
                <a:cubicBezTo>
                  <a:pt x="3957" y="5463"/>
                  <a:pt x="3972" y="5447"/>
                  <a:pt x="3992" y="5447"/>
                </a:cubicBezTo>
                <a:cubicBezTo>
                  <a:pt x="4011" y="5447"/>
                  <a:pt x="4027" y="5463"/>
                  <a:pt x="4027" y="5482"/>
                </a:cubicBezTo>
                <a:close/>
                <a:moveTo>
                  <a:pt x="4881" y="5577"/>
                </a:moveTo>
                <a:cubicBezTo>
                  <a:pt x="4881" y="5612"/>
                  <a:pt x="4853" y="5640"/>
                  <a:pt x="4818" y="5640"/>
                </a:cubicBezTo>
                <a:cubicBezTo>
                  <a:pt x="4783" y="5640"/>
                  <a:pt x="4754" y="5612"/>
                  <a:pt x="4754" y="5577"/>
                </a:cubicBezTo>
                <a:cubicBezTo>
                  <a:pt x="4754" y="5542"/>
                  <a:pt x="4783" y="5513"/>
                  <a:pt x="4818" y="5513"/>
                </a:cubicBezTo>
                <a:cubicBezTo>
                  <a:pt x="4853" y="5513"/>
                  <a:pt x="4881" y="5542"/>
                  <a:pt x="4881" y="5577"/>
                </a:cubicBezTo>
                <a:close/>
                <a:moveTo>
                  <a:pt x="6474" y="602"/>
                </a:moveTo>
                <a:cubicBezTo>
                  <a:pt x="6474" y="641"/>
                  <a:pt x="6443" y="672"/>
                  <a:pt x="6404" y="672"/>
                </a:cubicBezTo>
                <a:cubicBezTo>
                  <a:pt x="6365" y="672"/>
                  <a:pt x="6334" y="641"/>
                  <a:pt x="6334" y="602"/>
                </a:cubicBezTo>
                <a:cubicBezTo>
                  <a:pt x="6334" y="564"/>
                  <a:pt x="6365" y="532"/>
                  <a:pt x="6404" y="532"/>
                </a:cubicBezTo>
                <a:cubicBezTo>
                  <a:pt x="6443" y="532"/>
                  <a:pt x="6474" y="564"/>
                  <a:pt x="6474" y="602"/>
                </a:cubicBezTo>
                <a:close/>
                <a:moveTo>
                  <a:pt x="3647" y="4177"/>
                </a:moveTo>
                <a:cubicBezTo>
                  <a:pt x="3647" y="4196"/>
                  <a:pt x="3632" y="4211"/>
                  <a:pt x="3613" y="4211"/>
                </a:cubicBezTo>
                <a:cubicBezTo>
                  <a:pt x="3594" y="4211"/>
                  <a:pt x="3579" y="4196"/>
                  <a:pt x="3579" y="4177"/>
                </a:cubicBezTo>
                <a:cubicBezTo>
                  <a:pt x="3579" y="4158"/>
                  <a:pt x="3594" y="4143"/>
                  <a:pt x="3613" y="4143"/>
                </a:cubicBezTo>
                <a:cubicBezTo>
                  <a:pt x="3632" y="4143"/>
                  <a:pt x="3647" y="4158"/>
                  <a:pt x="3647" y="4177"/>
                </a:cubicBezTo>
                <a:close/>
                <a:moveTo>
                  <a:pt x="1087" y="2626"/>
                </a:moveTo>
                <a:cubicBezTo>
                  <a:pt x="1087" y="2660"/>
                  <a:pt x="1060" y="2688"/>
                  <a:pt x="1026" y="2688"/>
                </a:cubicBezTo>
                <a:cubicBezTo>
                  <a:pt x="992" y="2688"/>
                  <a:pt x="964" y="2660"/>
                  <a:pt x="964" y="2626"/>
                </a:cubicBezTo>
                <a:cubicBezTo>
                  <a:pt x="964" y="2592"/>
                  <a:pt x="992" y="2564"/>
                  <a:pt x="1026" y="2564"/>
                </a:cubicBezTo>
                <a:cubicBezTo>
                  <a:pt x="1060" y="2564"/>
                  <a:pt x="1087" y="2592"/>
                  <a:pt x="1087" y="2626"/>
                </a:cubicBezTo>
                <a:close/>
                <a:moveTo>
                  <a:pt x="7569" y="2453"/>
                </a:moveTo>
                <a:cubicBezTo>
                  <a:pt x="7569" y="2475"/>
                  <a:pt x="7551" y="2493"/>
                  <a:pt x="7529" y="2493"/>
                </a:cubicBezTo>
                <a:cubicBezTo>
                  <a:pt x="7507" y="2493"/>
                  <a:pt x="7489" y="2475"/>
                  <a:pt x="7489" y="2453"/>
                </a:cubicBezTo>
                <a:cubicBezTo>
                  <a:pt x="7489" y="2431"/>
                  <a:pt x="7507" y="2413"/>
                  <a:pt x="7529" y="2413"/>
                </a:cubicBezTo>
                <a:cubicBezTo>
                  <a:pt x="7551" y="2413"/>
                  <a:pt x="7569" y="2431"/>
                  <a:pt x="7569" y="2453"/>
                </a:cubicBezTo>
                <a:close/>
                <a:moveTo>
                  <a:pt x="5789" y="2811"/>
                </a:moveTo>
                <a:cubicBezTo>
                  <a:pt x="5789" y="2833"/>
                  <a:pt x="5771" y="2851"/>
                  <a:pt x="5749" y="2851"/>
                </a:cubicBezTo>
                <a:cubicBezTo>
                  <a:pt x="5727" y="2851"/>
                  <a:pt x="5709" y="2833"/>
                  <a:pt x="5709" y="2811"/>
                </a:cubicBezTo>
                <a:cubicBezTo>
                  <a:pt x="5709" y="2789"/>
                  <a:pt x="5727" y="2771"/>
                  <a:pt x="5749" y="2771"/>
                </a:cubicBezTo>
                <a:cubicBezTo>
                  <a:pt x="5771" y="2771"/>
                  <a:pt x="5789" y="2789"/>
                  <a:pt x="5789" y="2811"/>
                </a:cubicBezTo>
                <a:close/>
                <a:moveTo>
                  <a:pt x="1340" y="400"/>
                </a:moveTo>
                <a:cubicBezTo>
                  <a:pt x="1340" y="418"/>
                  <a:pt x="1325" y="433"/>
                  <a:pt x="1307" y="433"/>
                </a:cubicBezTo>
                <a:cubicBezTo>
                  <a:pt x="1288" y="433"/>
                  <a:pt x="1273" y="418"/>
                  <a:pt x="1273" y="400"/>
                </a:cubicBezTo>
                <a:cubicBezTo>
                  <a:pt x="1273" y="381"/>
                  <a:pt x="1288" y="366"/>
                  <a:pt x="1307" y="366"/>
                </a:cubicBezTo>
                <a:cubicBezTo>
                  <a:pt x="1325" y="366"/>
                  <a:pt x="1340" y="381"/>
                  <a:pt x="1340" y="400"/>
                </a:cubicBezTo>
                <a:close/>
                <a:moveTo>
                  <a:pt x="7806" y="5980"/>
                </a:moveTo>
                <a:cubicBezTo>
                  <a:pt x="7806" y="6014"/>
                  <a:pt x="7779" y="6042"/>
                  <a:pt x="7744" y="6042"/>
                </a:cubicBezTo>
                <a:cubicBezTo>
                  <a:pt x="7710" y="6042"/>
                  <a:pt x="7682" y="6014"/>
                  <a:pt x="7682" y="5980"/>
                </a:cubicBezTo>
                <a:cubicBezTo>
                  <a:pt x="7682" y="5945"/>
                  <a:pt x="7710" y="5918"/>
                  <a:pt x="7744" y="5918"/>
                </a:cubicBezTo>
                <a:cubicBezTo>
                  <a:pt x="7779" y="5918"/>
                  <a:pt x="7806" y="5945"/>
                  <a:pt x="7806" y="5980"/>
                </a:cubicBezTo>
                <a:close/>
                <a:moveTo>
                  <a:pt x="6728" y="2827"/>
                </a:moveTo>
                <a:cubicBezTo>
                  <a:pt x="6728" y="2850"/>
                  <a:pt x="6710" y="2868"/>
                  <a:pt x="6687" y="2868"/>
                </a:cubicBezTo>
                <a:cubicBezTo>
                  <a:pt x="6665" y="2868"/>
                  <a:pt x="6646" y="2850"/>
                  <a:pt x="6646" y="2827"/>
                </a:cubicBezTo>
                <a:cubicBezTo>
                  <a:pt x="6646" y="2804"/>
                  <a:pt x="6665" y="2786"/>
                  <a:pt x="6687" y="2786"/>
                </a:cubicBezTo>
                <a:cubicBezTo>
                  <a:pt x="6710" y="2786"/>
                  <a:pt x="6728" y="2804"/>
                  <a:pt x="6728" y="2827"/>
                </a:cubicBezTo>
                <a:close/>
                <a:moveTo>
                  <a:pt x="4851" y="2549"/>
                </a:moveTo>
                <a:cubicBezTo>
                  <a:pt x="4851" y="2584"/>
                  <a:pt x="4822" y="2612"/>
                  <a:pt x="4787" y="2612"/>
                </a:cubicBezTo>
                <a:cubicBezTo>
                  <a:pt x="4752" y="2612"/>
                  <a:pt x="4724" y="2584"/>
                  <a:pt x="4724" y="2549"/>
                </a:cubicBezTo>
                <a:cubicBezTo>
                  <a:pt x="4724" y="2514"/>
                  <a:pt x="4752" y="2486"/>
                  <a:pt x="4787" y="2486"/>
                </a:cubicBezTo>
                <a:cubicBezTo>
                  <a:pt x="4822" y="2486"/>
                  <a:pt x="4851" y="2514"/>
                  <a:pt x="4851" y="2549"/>
                </a:cubicBezTo>
                <a:close/>
                <a:moveTo>
                  <a:pt x="9609" y="2555"/>
                </a:moveTo>
                <a:cubicBezTo>
                  <a:pt x="9609" y="2577"/>
                  <a:pt x="9591" y="2596"/>
                  <a:pt x="9568" y="2596"/>
                </a:cubicBezTo>
                <a:cubicBezTo>
                  <a:pt x="9546" y="2596"/>
                  <a:pt x="9527" y="2577"/>
                  <a:pt x="9527" y="2555"/>
                </a:cubicBezTo>
                <a:cubicBezTo>
                  <a:pt x="9527" y="2532"/>
                  <a:pt x="9546" y="2514"/>
                  <a:pt x="9568" y="2514"/>
                </a:cubicBezTo>
                <a:cubicBezTo>
                  <a:pt x="9591" y="2514"/>
                  <a:pt x="9609" y="2532"/>
                  <a:pt x="9609" y="2555"/>
                </a:cubicBezTo>
                <a:close/>
                <a:moveTo>
                  <a:pt x="7344" y="5774"/>
                </a:moveTo>
                <a:cubicBezTo>
                  <a:pt x="7344" y="5812"/>
                  <a:pt x="7313" y="5843"/>
                  <a:pt x="7275" y="5843"/>
                </a:cubicBezTo>
                <a:cubicBezTo>
                  <a:pt x="7237" y="5843"/>
                  <a:pt x="7206" y="5812"/>
                  <a:pt x="7206" y="5774"/>
                </a:cubicBezTo>
                <a:cubicBezTo>
                  <a:pt x="7206" y="5736"/>
                  <a:pt x="7237" y="5706"/>
                  <a:pt x="7275" y="5706"/>
                </a:cubicBezTo>
                <a:cubicBezTo>
                  <a:pt x="7313" y="5706"/>
                  <a:pt x="7344" y="5736"/>
                  <a:pt x="7344" y="5774"/>
                </a:cubicBezTo>
                <a:close/>
                <a:moveTo>
                  <a:pt x="9813" y="4982"/>
                </a:moveTo>
                <a:cubicBezTo>
                  <a:pt x="9813" y="5017"/>
                  <a:pt x="9785" y="5045"/>
                  <a:pt x="9750" y="5045"/>
                </a:cubicBezTo>
                <a:cubicBezTo>
                  <a:pt x="9715" y="5045"/>
                  <a:pt x="9687" y="5017"/>
                  <a:pt x="9687" y="4982"/>
                </a:cubicBezTo>
                <a:cubicBezTo>
                  <a:pt x="9687" y="4947"/>
                  <a:pt x="9715" y="4919"/>
                  <a:pt x="9750" y="4919"/>
                </a:cubicBezTo>
                <a:cubicBezTo>
                  <a:pt x="9785" y="4919"/>
                  <a:pt x="9813" y="4947"/>
                  <a:pt x="9813" y="4982"/>
                </a:cubicBezTo>
                <a:close/>
                <a:moveTo>
                  <a:pt x="4760" y="4359"/>
                </a:moveTo>
                <a:cubicBezTo>
                  <a:pt x="4760" y="4380"/>
                  <a:pt x="4743" y="4397"/>
                  <a:pt x="4722" y="4397"/>
                </a:cubicBezTo>
                <a:cubicBezTo>
                  <a:pt x="4701" y="4397"/>
                  <a:pt x="4683" y="4380"/>
                  <a:pt x="4683" y="4359"/>
                </a:cubicBezTo>
                <a:cubicBezTo>
                  <a:pt x="4683" y="4338"/>
                  <a:pt x="4701" y="4320"/>
                  <a:pt x="4722" y="4320"/>
                </a:cubicBezTo>
                <a:cubicBezTo>
                  <a:pt x="4743" y="4320"/>
                  <a:pt x="4760" y="4338"/>
                  <a:pt x="4760" y="4359"/>
                </a:cubicBezTo>
                <a:close/>
                <a:moveTo>
                  <a:pt x="9969" y="1515"/>
                </a:moveTo>
                <a:cubicBezTo>
                  <a:pt x="9969" y="1549"/>
                  <a:pt x="9942" y="1576"/>
                  <a:pt x="9909" y="1576"/>
                </a:cubicBezTo>
                <a:cubicBezTo>
                  <a:pt x="9875" y="1576"/>
                  <a:pt x="9848" y="1549"/>
                  <a:pt x="9848" y="1515"/>
                </a:cubicBezTo>
                <a:cubicBezTo>
                  <a:pt x="9848" y="1482"/>
                  <a:pt x="9875" y="1455"/>
                  <a:pt x="9909" y="1455"/>
                </a:cubicBezTo>
                <a:cubicBezTo>
                  <a:pt x="9942" y="1455"/>
                  <a:pt x="9969" y="1482"/>
                  <a:pt x="9969" y="1515"/>
                </a:cubicBezTo>
                <a:close/>
                <a:moveTo>
                  <a:pt x="7882" y="5502"/>
                </a:moveTo>
                <a:cubicBezTo>
                  <a:pt x="7882" y="5527"/>
                  <a:pt x="7862" y="5547"/>
                  <a:pt x="7838" y="5547"/>
                </a:cubicBezTo>
                <a:cubicBezTo>
                  <a:pt x="7813" y="5547"/>
                  <a:pt x="7793" y="5527"/>
                  <a:pt x="7793" y="5502"/>
                </a:cubicBezTo>
                <a:cubicBezTo>
                  <a:pt x="7793" y="5477"/>
                  <a:pt x="7813" y="5457"/>
                  <a:pt x="7838" y="5457"/>
                </a:cubicBezTo>
                <a:cubicBezTo>
                  <a:pt x="7862" y="5457"/>
                  <a:pt x="7882" y="5477"/>
                  <a:pt x="7882" y="5502"/>
                </a:cubicBezTo>
                <a:close/>
                <a:moveTo>
                  <a:pt x="4936" y="160"/>
                </a:moveTo>
                <a:cubicBezTo>
                  <a:pt x="4936" y="196"/>
                  <a:pt x="4906" y="226"/>
                  <a:pt x="4871" y="226"/>
                </a:cubicBezTo>
                <a:cubicBezTo>
                  <a:pt x="4835" y="226"/>
                  <a:pt x="4805" y="196"/>
                  <a:pt x="4805" y="160"/>
                </a:cubicBezTo>
                <a:cubicBezTo>
                  <a:pt x="4805" y="124"/>
                  <a:pt x="4835" y="95"/>
                  <a:pt x="4871" y="95"/>
                </a:cubicBezTo>
                <a:cubicBezTo>
                  <a:pt x="4906" y="95"/>
                  <a:pt x="4936" y="124"/>
                  <a:pt x="4936" y="160"/>
                </a:cubicBezTo>
                <a:close/>
                <a:moveTo>
                  <a:pt x="5822" y="934"/>
                </a:moveTo>
                <a:cubicBezTo>
                  <a:pt x="5822" y="958"/>
                  <a:pt x="5803" y="977"/>
                  <a:pt x="5779" y="977"/>
                </a:cubicBezTo>
                <a:cubicBezTo>
                  <a:pt x="5755" y="977"/>
                  <a:pt x="5735" y="958"/>
                  <a:pt x="5735" y="934"/>
                </a:cubicBezTo>
                <a:cubicBezTo>
                  <a:pt x="5735" y="910"/>
                  <a:pt x="5755" y="890"/>
                  <a:pt x="5779" y="890"/>
                </a:cubicBezTo>
                <a:cubicBezTo>
                  <a:pt x="5803" y="890"/>
                  <a:pt x="5822" y="910"/>
                  <a:pt x="5822" y="934"/>
                </a:cubicBezTo>
                <a:close/>
                <a:moveTo>
                  <a:pt x="3921" y="3003"/>
                </a:moveTo>
                <a:cubicBezTo>
                  <a:pt x="3921" y="3026"/>
                  <a:pt x="3902" y="3045"/>
                  <a:pt x="3879" y="3045"/>
                </a:cubicBezTo>
                <a:cubicBezTo>
                  <a:pt x="3855" y="3045"/>
                  <a:pt x="3836" y="3026"/>
                  <a:pt x="3836" y="3003"/>
                </a:cubicBezTo>
                <a:cubicBezTo>
                  <a:pt x="3836" y="2980"/>
                  <a:pt x="3855" y="2961"/>
                  <a:pt x="3879" y="2961"/>
                </a:cubicBezTo>
                <a:cubicBezTo>
                  <a:pt x="3902" y="2961"/>
                  <a:pt x="3921" y="2980"/>
                  <a:pt x="3921" y="3003"/>
                </a:cubicBezTo>
                <a:close/>
                <a:moveTo>
                  <a:pt x="2741" y="3298"/>
                </a:moveTo>
                <a:cubicBezTo>
                  <a:pt x="2741" y="3331"/>
                  <a:pt x="2714" y="3358"/>
                  <a:pt x="2680" y="3358"/>
                </a:cubicBezTo>
                <a:cubicBezTo>
                  <a:pt x="2647" y="3358"/>
                  <a:pt x="2620" y="3331"/>
                  <a:pt x="2620" y="3298"/>
                </a:cubicBezTo>
                <a:cubicBezTo>
                  <a:pt x="2620" y="3264"/>
                  <a:pt x="2647" y="3237"/>
                  <a:pt x="2680" y="3237"/>
                </a:cubicBezTo>
                <a:cubicBezTo>
                  <a:pt x="2714" y="3237"/>
                  <a:pt x="2741" y="3264"/>
                  <a:pt x="2741" y="3298"/>
                </a:cubicBezTo>
                <a:close/>
                <a:moveTo>
                  <a:pt x="4751" y="2819"/>
                </a:moveTo>
                <a:cubicBezTo>
                  <a:pt x="4751" y="2844"/>
                  <a:pt x="4731" y="2864"/>
                  <a:pt x="4705" y="2864"/>
                </a:cubicBezTo>
                <a:cubicBezTo>
                  <a:pt x="4680" y="2864"/>
                  <a:pt x="4660" y="2844"/>
                  <a:pt x="4660" y="2819"/>
                </a:cubicBezTo>
                <a:cubicBezTo>
                  <a:pt x="4660" y="2794"/>
                  <a:pt x="4680" y="2774"/>
                  <a:pt x="4705" y="2774"/>
                </a:cubicBezTo>
                <a:cubicBezTo>
                  <a:pt x="4731" y="2774"/>
                  <a:pt x="4751" y="2794"/>
                  <a:pt x="4751" y="2819"/>
                </a:cubicBezTo>
                <a:close/>
                <a:moveTo>
                  <a:pt x="9395" y="4774"/>
                </a:moveTo>
                <a:cubicBezTo>
                  <a:pt x="9395" y="4806"/>
                  <a:pt x="9369" y="4831"/>
                  <a:pt x="9337" y="4831"/>
                </a:cubicBezTo>
                <a:cubicBezTo>
                  <a:pt x="9306" y="4831"/>
                  <a:pt x="9280" y="4806"/>
                  <a:pt x="9280" y="4774"/>
                </a:cubicBezTo>
                <a:cubicBezTo>
                  <a:pt x="9280" y="4742"/>
                  <a:pt x="9306" y="4716"/>
                  <a:pt x="9337" y="4716"/>
                </a:cubicBezTo>
                <a:cubicBezTo>
                  <a:pt x="9369" y="4716"/>
                  <a:pt x="9395" y="4742"/>
                  <a:pt x="9395" y="4774"/>
                </a:cubicBezTo>
                <a:close/>
                <a:moveTo>
                  <a:pt x="676" y="4782"/>
                </a:moveTo>
                <a:cubicBezTo>
                  <a:pt x="676" y="4808"/>
                  <a:pt x="655" y="4829"/>
                  <a:pt x="629" y="4829"/>
                </a:cubicBezTo>
                <a:cubicBezTo>
                  <a:pt x="602" y="4829"/>
                  <a:pt x="581" y="4808"/>
                  <a:pt x="581" y="4782"/>
                </a:cubicBezTo>
                <a:cubicBezTo>
                  <a:pt x="581" y="4755"/>
                  <a:pt x="602" y="4734"/>
                  <a:pt x="629" y="4734"/>
                </a:cubicBezTo>
                <a:cubicBezTo>
                  <a:pt x="655" y="4734"/>
                  <a:pt x="676" y="4755"/>
                  <a:pt x="676" y="4782"/>
                </a:cubicBezTo>
                <a:close/>
                <a:moveTo>
                  <a:pt x="6955" y="2967"/>
                </a:moveTo>
                <a:cubicBezTo>
                  <a:pt x="6955" y="2985"/>
                  <a:pt x="6941" y="3000"/>
                  <a:pt x="6922" y="3000"/>
                </a:cubicBezTo>
                <a:cubicBezTo>
                  <a:pt x="6904" y="3000"/>
                  <a:pt x="6889" y="2985"/>
                  <a:pt x="6889" y="2967"/>
                </a:cubicBezTo>
                <a:cubicBezTo>
                  <a:pt x="6889" y="2949"/>
                  <a:pt x="6904" y="2934"/>
                  <a:pt x="6922" y="2934"/>
                </a:cubicBezTo>
                <a:cubicBezTo>
                  <a:pt x="6941" y="2934"/>
                  <a:pt x="6955" y="2949"/>
                  <a:pt x="6955" y="2967"/>
                </a:cubicBezTo>
                <a:close/>
                <a:moveTo>
                  <a:pt x="5498" y="4565"/>
                </a:moveTo>
                <a:cubicBezTo>
                  <a:pt x="5498" y="4586"/>
                  <a:pt x="5481" y="4602"/>
                  <a:pt x="5461" y="4602"/>
                </a:cubicBezTo>
                <a:cubicBezTo>
                  <a:pt x="5441" y="4602"/>
                  <a:pt x="5424" y="4586"/>
                  <a:pt x="5424" y="4565"/>
                </a:cubicBezTo>
                <a:cubicBezTo>
                  <a:pt x="5424" y="4545"/>
                  <a:pt x="5441" y="4528"/>
                  <a:pt x="5461" y="4528"/>
                </a:cubicBezTo>
                <a:cubicBezTo>
                  <a:pt x="5481" y="4528"/>
                  <a:pt x="5498" y="4545"/>
                  <a:pt x="5498" y="4565"/>
                </a:cubicBezTo>
                <a:close/>
                <a:moveTo>
                  <a:pt x="6159" y="1728"/>
                </a:moveTo>
                <a:cubicBezTo>
                  <a:pt x="6159" y="1745"/>
                  <a:pt x="6145" y="1759"/>
                  <a:pt x="6128" y="1759"/>
                </a:cubicBezTo>
                <a:cubicBezTo>
                  <a:pt x="6111" y="1759"/>
                  <a:pt x="6098" y="1745"/>
                  <a:pt x="6098" y="1728"/>
                </a:cubicBezTo>
                <a:cubicBezTo>
                  <a:pt x="6098" y="1711"/>
                  <a:pt x="6111" y="1698"/>
                  <a:pt x="6128" y="1698"/>
                </a:cubicBezTo>
                <a:cubicBezTo>
                  <a:pt x="6145" y="1698"/>
                  <a:pt x="6159" y="1711"/>
                  <a:pt x="6159" y="1728"/>
                </a:cubicBezTo>
                <a:close/>
                <a:moveTo>
                  <a:pt x="563" y="2477"/>
                </a:moveTo>
                <a:cubicBezTo>
                  <a:pt x="563" y="2499"/>
                  <a:pt x="545" y="2517"/>
                  <a:pt x="523" y="2517"/>
                </a:cubicBezTo>
                <a:cubicBezTo>
                  <a:pt x="501" y="2517"/>
                  <a:pt x="483" y="2499"/>
                  <a:pt x="483" y="2477"/>
                </a:cubicBezTo>
                <a:cubicBezTo>
                  <a:pt x="483" y="2455"/>
                  <a:pt x="501" y="2437"/>
                  <a:pt x="523" y="2437"/>
                </a:cubicBezTo>
                <a:cubicBezTo>
                  <a:pt x="545" y="2437"/>
                  <a:pt x="563" y="2455"/>
                  <a:pt x="563" y="2477"/>
                </a:cubicBezTo>
                <a:close/>
                <a:moveTo>
                  <a:pt x="1867" y="2098"/>
                </a:moveTo>
                <a:cubicBezTo>
                  <a:pt x="1867" y="2132"/>
                  <a:pt x="1839" y="2159"/>
                  <a:pt x="1805" y="2159"/>
                </a:cubicBezTo>
                <a:cubicBezTo>
                  <a:pt x="1772" y="2159"/>
                  <a:pt x="1744" y="2132"/>
                  <a:pt x="1744" y="2098"/>
                </a:cubicBezTo>
                <a:cubicBezTo>
                  <a:pt x="1744" y="2064"/>
                  <a:pt x="1772" y="2037"/>
                  <a:pt x="1805" y="2037"/>
                </a:cubicBezTo>
                <a:cubicBezTo>
                  <a:pt x="1839" y="2037"/>
                  <a:pt x="1867" y="2064"/>
                  <a:pt x="1867" y="2098"/>
                </a:cubicBezTo>
                <a:close/>
                <a:moveTo>
                  <a:pt x="5200" y="3612"/>
                </a:moveTo>
                <a:cubicBezTo>
                  <a:pt x="5200" y="3648"/>
                  <a:pt x="5170" y="3678"/>
                  <a:pt x="5134" y="3678"/>
                </a:cubicBezTo>
                <a:cubicBezTo>
                  <a:pt x="5097" y="3678"/>
                  <a:pt x="5068" y="3648"/>
                  <a:pt x="5068" y="3612"/>
                </a:cubicBezTo>
                <a:cubicBezTo>
                  <a:pt x="5068" y="3575"/>
                  <a:pt x="5097" y="3546"/>
                  <a:pt x="5134" y="3546"/>
                </a:cubicBezTo>
                <a:cubicBezTo>
                  <a:pt x="5170" y="3546"/>
                  <a:pt x="5200" y="3575"/>
                  <a:pt x="5200" y="3612"/>
                </a:cubicBezTo>
                <a:close/>
                <a:moveTo>
                  <a:pt x="2467" y="5597"/>
                </a:moveTo>
                <a:cubicBezTo>
                  <a:pt x="2467" y="5629"/>
                  <a:pt x="2441" y="5654"/>
                  <a:pt x="2410" y="5654"/>
                </a:cubicBezTo>
                <a:cubicBezTo>
                  <a:pt x="2378" y="5654"/>
                  <a:pt x="2353" y="5629"/>
                  <a:pt x="2353" y="5597"/>
                </a:cubicBezTo>
                <a:cubicBezTo>
                  <a:pt x="2353" y="5566"/>
                  <a:pt x="2378" y="5540"/>
                  <a:pt x="2410" y="5540"/>
                </a:cubicBezTo>
                <a:cubicBezTo>
                  <a:pt x="2441" y="5540"/>
                  <a:pt x="2467" y="5566"/>
                  <a:pt x="2467" y="5597"/>
                </a:cubicBezTo>
                <a:close/>
                <a:moveTo>
                  <a:pt x="7223" y="5760"/>
                </a:moveTo>
                <a:cubicBezTo>
                  <a:pt x="7223" y="5780"/>
                  <a:pt x="7206" y="5796"/>
                  <a:pt x="7186" y="5796"/>
                </a:cubicBezTo>
                <a:cubicBezTo>
                  <a:pt x="7166" y="5796"/>
                  <a:pt x="7150" y="5780"/>
                  <a:pt x="7150" y="5760"/>
                </a:cubicBezTo>
                <a:cubicBezTo>
                  <a:pt x="7150" y="5740"/>
                  <a:pt x="7166" y="5724"/>
                  <a:pt x="7186" y="5724"/>
                </a:cubicBezTo>
                <a:cubicBezTo>
                  <a:pt x="7206" y="5724"/>
                  <a:pt x="7223" y="5740"/>
                  <a:pt x="7223" y="5760"/>
                </a:cubicBezTo>
                <a:close/>
                <a:moveTo>
                  <a:pt x="4078" y="3394"/>
                </a:moveTo>
                <a:cubicBezTo>
                  <a:pt x="4078" y="3423"/>
                  <a:pt x="4055" y="3446"/>
                  <a:pt x="4027" y="3446"/>
                </a:cubicBezTo>
                <a:cubicBezTo>
                  <a:pt x="3999" y="3446"/>
                  <a:pt x="3976" y="3423"/>
                  <a:pt x="3976" y="3394"/>
                </a:cubicBezTo>
                <a:cubicBezTo>
                  <a:pt x="3976" y="3366"/>
                  <a:pt x="3999" y="3343"/>
                  <a:pt x="4027" y="3343"/>
                </a:cubicBezTo>
                <a:cubicBezTo>
                  <a:pt x="4055" y="3343"/>
                  <a:pt x="4078" y="3366"/>
                  <a:pt x="4078" y="3394"/>
                </a:cubicBezTo>
                <a:close/>
                <a:moveTo>
                  <a:pt x="9853" y="1522"/>
                </a:moveTo>
                <a:cubicBezTo>
                  <a:pt x="9853" y="1544"/>
                  <a:pt x="9835" y="1563"/>
                  <a:pt x="9813" y="1563"/>
                </a:cubicBezTo>
                <a:cubicBezTo>
                  <a:pt x="9790" y="1563"/>
                  <a:pt x="9772" y="1544"/>
                  <a:pt x="9772" y="1522"/>
                </a:cubicBezTo>
                <a:cubicBezTo>
                  <a:pt x="9772" y="1499"/>
                  <a:pt x="9790" y="1481"/>
                  <a:pt x="9813" y="1481"/>
                </a:cubicBezTo>
                <a:cubicBezTo>
                  <a:pt x="9835" y="1481"/>
                  <a:pt x="9853" y="1499"/>
                  <a:pt x="9853" y="1522"/>
                </a:cubicBezTo>
                <a:close/>
                <a:moveTo>
                  <a:pt x="7786" y="4976"/>
                </a:moveTo>
                <a:cubicBezTo>
                  <a:pt x="7786" y="5000"/>
                  <a:pt x="7767" y="5019"/>
                  <a:pt x="7744" y="5019"/>
                </a:cubicBezTo>
                <a:cubicBezTo>
                  <a:pt x="7720" y="5019"/>
                  <a:pt x="7701" y="5000"/>
                  <a:pt x="7701" y="4976"/>
                </a:cubicBezTo>
                <a:cubicBezTo>
                  <a:pt x="7701" y="4952"/>
                  <a:pt x="7720" y="4933"/>
                  <a:pt x="7744" y="4933"/>
                </a:cubicBezTo>
                <a:cubicBezTo>
                  <a:pt x="7767" y="4933"/>
                  <a:pt x="7786" y="4952"/>
                  <a:pt x="7786" y="4976"/>
                </a:cubicBezTo>
                <a:close/>
                <a:moveTo>
                  <a:pt x="629" y="3143"/>
                </a:moveTo>
                <a:cubicBezTo>
                  <a:pt x="629" y="3172"/>
                  <a:pt x="606" y="3195"/>
                  <a:pt x="577" y="3195"/>
                </a:cubicBezTo>
                <a:cubicBezTo>
                  <a:pt x="548" y="3195"/>
                  <a:pt x="524" y="3172"/>
                  <a:pt x="524" y="3143"/>
                </a:cubicBezTo>
                <a:cubicBezTo>
                  <a:pt x="524" y="3114"/>
                  <a:pt x="548" y="3090"/>
                  <a:pt x="577" y="3090"/>
                </a:cubicBezTo>
                <a:cubicBezTo>
                  <a:pt x="606" y="3090"/>
                  <a:pt x="629" y="3114"/>
                  <a:pt x="629" y="3143"/>
                </a:cubicBezTo>
                <a:close/>
                <a:moveTo>
                  <a:pt x="8594" y="3614"/>
                </a:moveTo>
                <a:cubicBezTo>
                  <a:pt x="8594" y="3642"/>
                  <a:pt x="8571" y="3665"/>
                  <a:pt x="8542" y="3665"/>
                </a:cubicBezTo>
                <a:cubicBezTo>
                  <a:pt x="8513" y="3665"/>
                  <a:pt x="8490" y="3642"/>
                  <a:pt x="8490" y="3614"/>
                </a:cubicBezTo>
                <a:cubicBezTo>
                  <a:pt x="8490" y="3585"/>
                  <a:pt x="8513" y="3562"/>
                  <a:pt x="8542" y="3562"/>
                </a:cubicBezTo>
                <a:cubicBezTo>
                  <a:pt x="8571" y="3562"/>
                  <a:pt x="8594" y="3585"/>
                  <a:pt x="8594" y="3614"/>
                </a:cubicBezTo>
                <a:close/>
                <a:moveTo>
                  <a:pt x="7835" y="4170"/>
                </a:moveTo>
                <a:cubicBezTo>
                  <a:pt x="7835" y="4200"/>
                  <a:pt x="7811" y="4225"/>
                  <a:pt x="7780" y="4225"/>
                </a:cubicBezTo>
                <a:cubicBezTo>
                  <a:pt x="7750" y="4225"/>
                  <a:pt x="7725" y="4200"/>
                  <a:pt x="7725" y="4170"/>
                </a:cubicBezTo>
                <a:cubicBezTo>
                  <a:pt x="7725" y="4139"/>
                  <a:pt x="7750" y="4115"/>
                  <a:pt x="7780" y="4115"/>
                </a:cubicBezTo>
                <a:cubicBezTo>
                  <a:pt x="7811" y="4115"/>
                  <a:pt x="7835" y="4139"/>
                  <a:pt x="7835" y="4170"/>
                </a:cubicBezTo>
                <a:close/>
                <a:moveTo>
                  <a:pt x="273" y="4441"/>
                </a:moveTo>
                <a:cubicBezTo>
                  <a:pt x="273" y="4468"/>
                  <a:pt x="251" y="4489"/>
                  <a:pt x="225" y="4489"/>
                </a:cubicBezTo>
                <a:cubicBezTo>
                  <a:pt x="199" y="4489"/>
                  <a:pt x="177" y="4468"/>
                  <a:pt x="177" y="4441"/>
                </a:cubicBezTo>
                <a:cubicBezTo>
                  <a:pt x="177" y="4415"/>
                  <a:pt x="199" y="4394"/>
                  <a:pt x="225" y="4394"/>
                </a:cubicBezTo>
                <a:cubicBezTo>
                  <a:pt x="251" y="4394"/>
                  <a:pt x="273" y="4415"/>
                  <a:pt x="273" y="4441"/>
                </a:cubicBezTo>
                <a:close/>
                <a:moveTo>
                  <a:pt x="5479" y="3412"/>
                </a:moveTo>
                <a:cubicBezTo>
                  <a:pt x="5479" y="3446"/>
                  <a:pt x="5452" y="3473"/>
                  <a:pt x="5418" y="3473"/>
                </a:cubicBezTo>
                <a:cubicBezTo>
                  <a:pt x="5384" y="3473"/>
                  <a:pt x="5357" y="3446"/>
                  <a:pt x="5357" y="3412"/>
                </a:cubicBezTo>
                <a:cubicBezTo>
                  <a:pt x="5357" y="3378"/>
                  <a:pt x="5384" y="3350"/>
                  <a:pt x="5418" y="3350"/>
                </a:cubicBezTo>
                <a:cubicBezTo>
                  <a:pt x="5452" y="3350"/>
                  <a:pt x="5479" y="3378"/>
                  <a:pt x="5479" y="3412"/>
                </a:cubicBezTo>
                <a:close/>
                <a:moveTo>
                  <a:pt x="1702" y="5480"/>
                </a:moveTo>
                <a:cubicBezTo>
                  <a:pt x="1702" y="5500"/>
                  <a:pt x="1686" y="5516"/>
                  <a:pt x="1666" y="5516"/>
                </a:cubicBezTo>
                <a:cubicBezTo>
                  <a:pt x="1646" y="5516"/>
                  <a:pt x="1630" y="5500"/>
                  <a:pt x="1630" y="5480"/>
                </a:cubicBezTo>
                <a:cubicBezTo>
                  <a:pt x="1630" y="5461"/>
                  <a:pt x="1646" y="5445"/>
                  <a:pt x="1666" y="5445"/>
                </a:cubicBezTo>
                <a:cubicBezTo>
                  <a:pt x="1686" y="5445"/>
                  <a:pt x="1702" y="5461"/>
                  <a:pt x="1702" y="5480"/>
                </a:cubicBezTo>
                <a:close/>
                <a:moveTo>
                  <a:pt x="8205" y="5298"/>
                </a:moveTo>
                <a:cubicBezTo>
                  <a:pt x="8205" y="5316"/>
                  <a:pt x="8191" y="5330"/>
                  <a:pt x="8174" y="5330"/>
                </a:cubicBezTo>
                <a:cubicBezTo>
                  <a:pt x="8156" y="5330"/>
                  <a:pt x="8142" y="5316"/>
                  <a:pt x="8142" y="5298"/>
                </a:cubicBezTo>
                <a:cubicBezTo>
                  <a:pt x="8142" y="5281"/>
                  <a:pt x="8156" y="5267"/>
                  <a:pt x="8174" y="5267"/>
                </a:cubicBezTo>
                <a:cubicBezTo>
                  <a:pt x="8191" y="5267"/>
                  <a:pt x="8205" y="5281"/>
                  <a:pt x="8205" y="5298"/>
                </a:cubicBezTo>
                <a:close/>
                <a:moveTo>
                  <a:pt x="5546" y="5152"/>
                </a:moveTo>
                <a:cubicBezTo>
                  <a:pt x="5546" y="5175"/>
                  <a:pt x="5527" y="5195"/>
                  <a:pt x="5503" y="5195"/>
                </a:cubicBezTo>
                <a:cubicBezTo>
                  <a:pt x="5480" y="5195"/>
                  <a:pt x="5460" y="5175"/>
                  <a:pt x="5460" y="5152"/>
                </a:cubicBezTo>
                <a:cubicBezTo>
                  <a:pt x="5460" y="5128"/>
                  <a:pt x="5480" y="5109"/>
                  <a:pt x="5503" y="5109"/>
                </a:cubicBezTo>
                <a:cubicBezTo>
                  <a:pt x="5527" y="5109"/>
                  <a:pt x="5546" y="5128"/>
                  <a:pt x="5546" y="5152"/>
                </a:cubicBezTo>
                <a:close/>
                <a:moveTo>
                  <a:pt x="1609" y="5895"/>
                </a:moveTo>
                <a:cubicBezTo>
                  <a:pt x="1609" y="5916"/>
                  <a:pt x="1592" y="5933"/>
                  <a:pt x="1570" y="5933"/>
                </a:cubicBezTo>
                <a:cubicBezTo>
                  <a:pt x="1549" y="5933"/>
                  <a:pt x="1532" y="5916"/>
                  <a:pt x="1532" y="5895"/>
                </a:cubicBezTo>
                <a:cubicBezTo>
                  <a:pt x="1532" y="5873"/>
                  <a:pt x="1549" y="5856"/>
                  <a:pt x="1570" y="5856"/>
                </a:cubicBezTo>
                <a:cubicBezTo>
                  <a:pt x="1592" y="5856"/>
                  <a:pt x="1609" y="5873"/>
                  <a:pt x="1609" y="5895"/>
                </a:cubicBezTo>
                <a:close/>
                <a:moveTo>
                  <a:pt x="9958" y="2173"/>
                </a:moveTo>
                <a:cubicBezTo>
                  <a:pt x="9958" y="2211"/>
                  <a:pt x="9928" y="2241"/>
                  <a:pt x="9890" y="2241"/>
                </a:cubicBezTo>
                <a:cubicBezTo>
                  <a:pt x="9853" y="2241"/>
                  <a:pt x="9823" y="2211"/>
                  <a:pt x="9823" y="2173"/>
                </a:cubicBezTo>
                <a:cubicBezTo>
                  <a:pt x="9823" y="2136"/>
                  <a:pt x="9853" y="2105"/>
                  <a:pt x="9890" y="2105"/>
                </a:cubicBezTo>
                <a:cubicBezTo>
                  <a:pt x="9928" y="2105"/>
                  <a:pt x="9958" y="2136"/>
                  <a:pt x="9958" y="2173"/>
                </a:cubicBezTo>
                <a:close/>
                <a:moveTo>
                  <a:pt x="5594" y="535"/>
                </a:moveTo>
                <a:cubicBezTo>
                  <a:pt x="5594" y="557"/>
                  <a:pt x="5577" y="575"/>
                  <a:pt x="5555" y="575"/>
                </a:cubicBezTo>
                <a:cubicBezTo>
                  <a:pt x="5533" y="575"/>
                  <a:pt x="5516" y="557"/>
                  <a:pt x="5516" y="535"/>
                </a:cubicBezTo>
                <a:cubicBezTo>
                  <a:pt x="5516" y="514"/>
                  <a:pt x="5533" y="496"/>
                  <a:pt x="5555" y="496"/>
                </a:cubicBezTo>
                <a:cubicBezTo>
                  <a:pt x="5577" y="496"/>
                  <a:pt x="5594" y="514"/>
                  <a:pt x="5594" y="535"/>
                </a:cubicBezTo>
                <a:close/>
                <a:moveTo>
                  <a:pt x="6130" y="126"/>
                </a:moveTo>
                <a:cubicBezTo>
                  <a:pt x="6130" y="147"/>
                  <a:pt x="6113" y="165"/>
                  <a:pt x="6091" y="165"/>
                </a:cubicBezTo>
                <a:cubicBezTo>
                  <a:pt x="6069" y="165"/>
                  <a:pt x="6052" y="147"/>
                  <a:pt x="6052" y="126"/>
                </a:cubicBezTo>
                <a:cubicBezTo>
                  <a:pt x="6052" y="104"/>
                  <a:pt x="6069" y="87"/>
                  <a:pt x="6091" y="87"/>
                </a:cubicBezTo>
                <a:cubicBezTo>
                  <a:pt x="6113" y="87"/>
                  <a:pt x="6130" y="104"/>
                  <a:pt x="6130" y="126"/>
                </a:cubicBezTo>
                <a:close/>
                <a:moveTo>
                  <a:pt x="3764" y="710"/>
                </a:moveTo>
                <a:cubicBezTo>
                  <a:pt x="3764" y="747"/>
                  <a:pt x="3734" y="777"/>
                  <a:pt x="3696" y="777"/>
                </a:cubicBezTo>
                <a:cubicBezTo>
                  <a:pt x="3659" y="777"/>
                  <a:pt x="3629" y="747"/>
                  <a:pt x="3629" y="710"/>
                </a:cubicBezTo>
                <a:cubicBezTo>
                  <a:pt x="3629" y="672"/>
                  <a:pt x="3659" y="642"/>
                  <a:pt x="3696" y="642"/>
                </a:cubicBezTo>
                <a:cubicBezTo>
                  <a:pt x="3734" y="642"/>
                  <a:pt x="3764" y="672"/>
                  <a:pt x="3764" y="710"/>
                </a:cubicBezTo>
                <a:close/>
                <a:moveTo>
                  <a:pt x="5233" y="2311"/>
                </a:moveTo>
                <a:cubicBezTo>
                  <a:pt x="5233" y="2335"/>
                  <a:pt x="5213" y="2355"/>
                  <a:pt x="5188" y="2355"/>
                </a:cubicBezTo>
                <a:cubicBezTo>
                  <a:pt x="5163" y="2355"/>
                  <a:pt x="5143" y="2335"/>
                  <a:pt x="5143" y="2311"/>
                </a:cubicBezTo>
                <a:cubicBezTo>
                  <a:pt x="5143" y="2286"/>
                  <a:pt x="5163" y="2266"/>
                  <a:pt x="5188" y="2266"/>
                </a:cubicBezTo>
                <a:cubicBezTo>
                  <a:pt x="5213" y="2266"/>
                  <a:pt x="5233" y="2286"/>
                  <a:pt x="5233" y="2311"/>
                </a:cubicBezTo>
                <a:close/>
                <a:moveTo>
                  <a:pt x="1198" y="3794"/>
                </a:moveTo>
                <a:cubicBezTo>
                  <a:pt x="1198" y="3826"/>
                  <a:pt x="1172" y="3851"/>
                  <a:pt x="1141" y="3851"/>
                </a:cubicBezTo>
                <a:cubicBezTo>
                  <a:pt x="1110" y="3851"/>
                  <a:pt x="1084" y="3826"/>
                  <a:pt x="1084" y="3794"/>
                </a:cubicBezTo>
                <a:cubicBezTo>
                  <a:pt x="1084" y="3763"/>
                  <a:pt x="1110" y="3738"/>
                  <a:pt x="1141" y="3738"/>
                </a:cubicBezTo>
                <a:cubicBezTo>
                  <a:pt x="1172" y="3738"/>
                  <a:pt x="1198" y="3763"/>
                  <a:pt x="1198" y="3794"/>
                </a:cubicBezTo>
                <a:close/>
                <a:moveTo>
                  <a:pt x="7506" y="5406"/>
                </a:moveTo>
                <a:cubicBezTo>
                  <a:pt x="7506" y="5442"/>
                  <a:pt x="7478" y="5471"/>
                  <a:pt x="7442" y="5471"/>
                </a:cubicBezTo>
                <a:cubicBezTo>
                  <a:pt x="7406" y="5471"/>
                  <a:pt x="7377" y="5442"/>
                  <a:pt x="7377" y="5406"/>
                </a:cubicBezTo>
                <a:cubicBezTo>
                  <a:pt x="7377" y="5370"/>
                  <a:pt x="7406" y="5341"/>
                  <a:pt x="7442" y="5341"/>
                </a:cubicBezTo>
                <a:cubicBezTo>
                  <a:pt x="7478" y="5341"/>
                  <a:pt x="7506" y="5370"/>
                  <a:pt x="7506" y="5406"/>
                </a:cubicBezTo>
                <a:close/>
                <a:moveTo>
                  <a:pt x="3775" y="1485"/>
                </a:moveTo>
                <a:cubicBezTo>
                  <a:pt x="3775" y="1504"/>
                  <a:pt x="3760" y="1519"/>
                  <a:pt x="3742" y="1519"/>
                </a:cubicBezTo>
                <a:cubicBezTo>
                  <a:pt x="3723" y="1519"/>
                  <a:pt x="3708" y="1504"/>
                  <a:pt x="3708" y="1485"/>
                </a:cubicBezTo>
                <a:cubicBezTo>
                  <a:pt x="3708" y="1467"/>
                  <a:pt x="3723" y="1452"/>
                  <a:pt x="3742" y="1452"/>
                </a:cubicBezTo>
                <a:cubicBezTo>
                  <a:pt x="3760" y="1452"/>
                  <a:pt x="3775" y="1467"/>
                  <a:pt x="3775" y="1485"/>
                </a:cubicBezTo>
                <a:close/>
                <a:moveTo>
                  <a:pt x="6956" y="4046"/>
                </a:moveTo>
                <a:cubicBezTo>
                  <a:pt x="6956" y="4065"/>
                  <a:pt x="6940" y="4081"/>
                  <a:pt x="6921" y="4081"/>
                </a:cubicBezTo>
                <a:cubicBezTo>
                  <a:pt x="6902" y="4081"/>
                  <a:pt x="6887" y="4065"/>
                  <a:pt x="6887" y="4046"/>
                </a:cubicBezTo>
                <a:cubicBezTo>
                  <a:pt x="6887" y="4027"/>
                  <a:pt x="6902" y="4012"/>
                  <a:pt x="6921" y="4012"/>
                </a:cubicBezTo>
                <a:cubicBezTo>
                  <a:pt x="6940" y="4012"/>
                  <a:pt x="6956" y="4027"/>
                  <a:pt x="6956" y="4046"/>
                </a:cubicBezTo>
                <a:close/>
                <a:moveTo>
                  <a:pt x="7209" y="5554"/>
                </a:moveTo>
                <a:cubicBezTo>
                  <a:pt x="7209" y="5571"/>
                  <a:pt x="7195" y="5585"/>
                  <a:pt x="7178" y="5585"/>
                </a:cubicBezTo>
                <a:cubicBezTo>
                  <a:pt x="7161" y="5585"/>
                  <a:pt x="7147" y="5571"/>
                  <a:pt x="7147" y="5554"/>
                </a:cubicBezTo>
                <a:cubicBezTo>
                  <a:pt x="7147" y="5537"/>
                  <a:pt x="7161" y="5523"/>
                  <a:pt x="7178" y="5523"/>
                </a:cubicBezTo>
                <a:cubicBezTo>
                  <a:pt x="7195" y="5523"/>
                  <a:pt x="7209" y="5537"/>
                  <a:pt x="7209" y="5554"/>
                </a:cubicBezTo>
                <a:close/>
                <a:moveTo>
                  <a:pt x="6323" y="4886"/>
                </a:moveTo>
                <a:cubicBezTo>
                  <a:pt x="6323" y="4919"/>
                  <a:pt x="6297" y="4946"/>
                  <a:pt x="6264" y="4946"/>
                </a:cubicBezTo>
                <a:cubicBezTo>
                  <a:pt x="6231" y="4946"/>
                  <a:pt x="6204" y="4919"/>
                  <a:pt x="6204" y="4886"/>
                </a:cubicBezTo>
                <a:cubicBezTo>
                  <a:pt x="6204" y="4853"/>
                  <a:pt x="6231" y="4827"/>
                  <a:pt x="6264" y="4827"/>
                </a:cubicBezTo>
                <a:cubicBezTo>
                  <a:pt x="6297" y="4827"/>
                  <a:pt x="6323" y="4853"/>
                  <a:pt x="6323" y="4886"/>
                </a:cubicBezTo>
                <a:close/>
                <a:moveTo>
                  <a:pt x="2789" y="2389"/>
                </a:moveTo>
                <a:cubicBezTo>
                  <a:pt x="2789" y="2407"/>
                  <a:pt x="2774" y="2422"/>
                  <a:pt x="2755" y="2422"/>
                </a:cubicBezTo>
                <a:cubicBezTo>
                  <a:pt x="2737" y="2422"/>
                  <a:pt x="2722" y="2407"/>
                  <a:pt x="2722" y="2389"/>
                </a:cubicBezTo>
                <a:cubicBezTo>
                  <a:pt x="2722" y="2371"/>
                  <a:pt x="2737" y="2356"/>
                  <a:pt x="2755" y="2356"/>
                </a:cubicBezTo>
                <a:cubicBezTo>
                  <a:pt x="2774" y="2356"/>
                  <a:pt x="2789" y="2371"/>
                  <a:pt x="2789" y="2389"/>
                </a:cubicBezTo>
                <a:close/>
                <a:moveTo>
                  <a:pt x="2302" y="3651"/>
                </a:moveTo>
                <a:cubicBezTo>
                  <a:pt x="2302" y="3687"/>
                  <a:pt x="2273" y="3717"/>
                  <a:pt x="2236" y="3717"/>
                </a:cubicBezTo>
                <a:cubicBezTo>
                  <a:pt x="2200" y="3717"/>
                  <a:pt x="2171" y="3687"/>
                  <a:pt x="2171" y="3651"/>
                </a:cubicBezTo>
                <a:cubicBezTo>
                  <a:pt x="2171" y="3615"/>
                  <a:pt x="2200" y="3585"/>
                  <a:pt x="2236" y="3585"/>
                </a:cubicBezTo>
                <a:cubicBezTo>
                  <a:pt x="2273" y="3585"/>
                  <a:pt x="2302" y="3615"/>
                  <a:pt x="2302" y="3651"/>
                </a:cubicBezTo>
                <a:close/>
                <a:moveTo>
                  <a:pt x="3496" y="4175"/>
                </a:moveTo>
                <a:cubicBezTo>
                  <a:pt x="3496" y="4212"/>
                  <a:pt x="3466" y="4242"/>
                  <a:pt x="3428" y="4242"/>
                </a:cubicBezTo>
                <a:cubicBezTo>
                  <a:pt x="3391" y="4242"/>
                  <a:pt x="3361" y="4212"/>
                  <a:pt x="3361" y="4175"/>
                </a:cubicBezTo>
                <a:cubicBezTo>
                  <a:pt x="3361" y="4138"/>
                  <a:pt x="3391" y="4107"/>
                  <a:pt x="3428" y="4107"/>
                </a:cubicBezTo>
                <a:cubicBezTo>
                  <a:pt x="3466" y="4107"/>
                  <a:pt x="3496" y="4138"/>
                  <a:pt x="3496" y="4175"/>
                </a:cubicBezTo>
                <a:close/>
                <a:moveTo>
                  <a:pt x="7159" y="1389"/>
                </a:moveTo>
                <a:cubicBezTo>
                  <a:pt x="7159" y="1413"/>
                  <a:pt x="7140" y="1433"/>
                  <a:pt x="7116" y="1433"/>
                </a:cubicBezTo>
                <a:cubicBezTo>
                  <a:pt x="7092" y="1433"/>
                  <a:pt x="7073" y="1413"/>
                  <a:pt x="7073" y="1389"/>
                </a:cubicBezTo>
                <a:cubicBezTo>
                  <a:pt x="7073" y="1366"/>
                  <a:pt x="7092" y="1346"/>
                  <a:pt x="7116" y="1346"/>
                </a:cubicBezTo>
                <a:cubicBezTo>
                  <a:pt x="7140" y="1346"/>
                  <a:pt x="7159" y="1366"/>
                  <a:pt x="7159" y="1389"/>
                </a:cubicBezTo>
                <a:close/>
                <a:moveTo>
                  <a:pt x="9342" y="153"/>
                </a:moveTo>
                <a:cubicBezTo>
                  <a:pt x="9342" y="181"/>
                  <a:pt x="9319" y="203"/>
                  <a:pt x="9292" y="203"/>
                </a:cubicBezTo>
                <a:cubicBezTo>
                  <a:pt x="9264" y="203"/>
                  <a:pt x="9242" y="181"/>
                  <a:pt x="9242" y="153"/>
                </a:cubicBezTo>
                <a:cubicBezTo>
                  <a:pt x="9242" y="126"/>
                  <a:pt x="9264" y="103"/>
                  <a:pt x="9292" y="103"/>
                </a:cubicBezTo>
                <a:cubicBezTo>
                  <a:pt x="9319" y="103"/>
                  <a:pt x="9342" y="126"/>
                  <a:pt x="9342" y="153"/>
                </a:cubicBezTo>
                <a:close/>
                <a:moveTo>
                  <a:pt x="3715" y="1154"/>
                </a:moveTo>
                <a:cubicBezTo>
                  <a:pt x="3715" y="1183"/>
                  <a:pt x="3692" y="1206"/>
                  <a:pt x="3663" y="1206"/>
                </a:cubicBezTo>
                <a:cubicBezTo>
                  <a:pt x="3634" y="1206"/>
                  <a:pt x="3610" y="1183"/>
                  <a:pt x="3610" y="1154"/>
                </a:cubicBezTo>
                <a:cubicBezTo>
                  <a:pt x="3610" y="1125"/>
                  <a:pt x="3634" y="1101"/>
                  <a:pt x="3663" y="1101"/>
                </a:cubicBezTo>
                <a:cubicBezTo>
                  <a:pt x="3692" y="1101"/>
                  <a:pt x="3715" y="1125"/>
                  <a:pt x="3715" y="1154"/>
                </a:cubicBezTo>
                <a:close/>
                <a:moveTo>
                  <a:pt x="3219" y="1761"/>
                </a:moveTo>
                <a:cubicBezTo>
                  <a:pt x="3219" y="1796"/>
                  <a:pt x="3191" y="1824"/>
                  <a:pt x="3156" y="1824"/>
                </a:cubicBezTo>
                <a:cubicBezTo>
                  <a:pt x="3121" y="1824"/>
                  <a:pt x="3093" y="1796"/>
                  <a:pt x="3093" y="1761"/>
                </a:cubicBezTo>
                <a:cubicBezTo>
                  <a:pt x="3093" y="1727"/>
                  <a:pt x="3121" y="1698"/>
                  <a:pt x="3156" y="1698"/>
                </a:cubicBezTo>
                <a:cubicBezTo>
                  <a:pt x="3191" y="1698"/>
                  <a:pt x="3219" y="1727"/>
                  <a:pt x="3219" y="1761"/>
                </a:cubicBezTo>
                <a:close/>
                <a:moveTo>
                  <a:pt x="7030" y="5557"/>
                </a:moveTo>
                <a:cubicBezTo>
                  <a:pt x="7030" y="5574"/>
                  <a:pt x="7017" y="5587"/>
                  <a:pt x="7000" y="5587"/>
                </a:cubicBezTo>
                <a:cubicBezTo>
                  <a:pt x="6983" y="5587"/>
                  <a:pt x="6970" y="5574"/>
                  <a:pt x="6970" y="5557"/>
                </a:cubicBezTo>
                <a:cubicBezTo>
                  <a:pt x="6970" y="5540"/>
                  <a:pt x="6983" y="5527"/>
                  <a:pt x="7000" y="5527"/>
                </a:cubicBezTo>
                <a:cubicBezTo>
                  <a:pt x="7017" y="5527"/>
                  <a:pt x="7030" y="5540"/>
                  <a:pt x="7030" y="5557"/>
                </a:cubicBezTo>
                <a:close/>
                <a:moveTo>
                  <a:pt x="8078" y="2988"/>
                </a:moveTo>
                <a:cubicBezTo>
                  <a:pt x="8078" y="3016"/>
                  <a:pt x="8055" y="3038"/>
                  <a:pt x="8027" y="3038"/>
                </a:cubicBezTo>
                <a:cubicBezTo>
                  <a:pt x="8000" y="3038"/>
                  <a:pt x="7977" y="3016"/>
                  <a:pt x="7977" y="2988"/>
                </a:cubicBezTo>
                <a:cubicBezTo>
                  <a:pt x="7977" y="2960"/>
                  <a:pt x="8000" y="2938"/>
                  <a:pt x="8027" y="2938"/>
                </a:cubicBezTo>
                <a:cubicBezTo>
                  <a:pt x="8055" y="2938"/>
                  <a:pt x="8078" y="2960"/>
                  <a:pt x="8078" y="2988"/>
                </a:cubicBezTo>
                <a:close/>
                <a:moveTo>
                  <a:pt x="9221" y="3301"/>
                </a:moveTo>
                <a:cubicBezTo>
                  <a:pt x="9221" y="3337"/>
                  <a:pt x="9192" y="3367"/>
                  <a:pt x="9155" y="3367"/>
                </a:cubicBezTo>
                <a:cubicBezTo>
                  <a:pt x="9119" y="3367"/>
                  <a:pt x="9090" y="3337"/>
                  <a:pt x="9090" y="3301"/>
                </a:cubicBezTo>
                <a:cubicBezTo>
                  <a:pt x="9090" y="3264"/>
                  <a:pt x="9119" y="3235"/>
                  <a:pt x="9155" y="3235"/>
                </a:cubicBezTo>
                <a:cubicBezTo>
                  <a:pt x="9192" y="3235"/>
                  <a:pt x="9221" y="3264"/>
                  <a:pt x="9221" y="3301"/>
                </a:cubicBezTo>
                <a:close/>
                <a:moveTo>
                  <a:pt x="7963" y="494"/>
                </a:moveTo>
                <a:cubicBezTo>
                  <a:pt x="7963" y="530"/>
                  <a:pt x="7934" y="559"/>
                  <a:pt x="7899" y="559"/>
                </a:cubicBezTo>
                <a:cubicBezTo>
                  <a:pt x="7863" y="559"/>
                  <a:pt x="7834" y="530"/>
                  <a:pt x="7834" y="494"/>
                </a:cubicBezTo>
                <a:cubicBezTo>
                  <a:pt x="7834" y="458"/>
                  <a:pt x="7863" y="429"/>
                  <a:pt x="7899" y="429"/>
                </a:cubicBezTo>
                <a:cubicBezTo>
                  <a:pt x="7934" y="429"/>
                  <a:pt x="7963" y="458"/>
                  <a:pt x="7963" y="494"/>
                </a:cubicBezTo>
                <a:close/>
                <a:moveTo>
                  <a:pt x="3162" y="3395"/>
                </a:moveTo>
                <a:cubicBezTo>
                  <a:pt x="3162" y="3423"/>
                  <a:pt x="3140" y="3445"/>
                  <a:pt x="3112" y="3445"/>
                </a:cubicBezTo>
                <a:cubicBezTo>
                  <a:pt x="3084" y="3445"/>
                  <a:pt x="3061" y="3423"/>
                  <a:pt x="3061" y="3395"/>
                </a:cubicBezTo>
                <a:cubicBezTo>
                  <a:pt x="3061" y="3367"/>
                  <a:pt x="3084" y="3345"/>
                  <a:pt x="3112" y="3345"/>
                </a:cubicBezTo>
                <a:cubicBezTo>
                  <a:pt x="3140" y="3345"/>
                  <a:pt x="3162" y="3367"/>
                  <a:pt x="3162" y="3395"/>
                </a:cubicBezTo>
                <a:close/>
                <a:moveTo>
                  <a:pt x="6324" y="464"/>
                </a:moveTo>
                <a:cubicBezTo>
                  <a:pt x="6324" y="492"/>
                  <a:pt x="6301" y="515"/>
                  <a:pt x="6273" y="515"/>
                </a:cubicBezTo>
                <a:cubicBezTo>
                  <a:pt x="6245" y="515"/>
                  <a:pt x="6222" y="492"/>
                  <a:pt x="6222" y="464"/>
                </a:cubicBezTo>
                <a:cubicBezTo>
                  <a:pt x="6222" y="436"/>
                  <a:pt x="6245" y="413"/>
                  <a:pt x="6273" y="413"/>
                </a:cubicBezTo>
                <a:cubicBezTo>
                  <a:pt x="6301" y="413"/>
                  <a:pt x="6324" y="436"/>
                  <a:pt x="6324" y="464"/>
                </a:cubicBezTo>
                <a:close/>
                <a:moveTo>
                  <a:pt x="6711" y="1822"/>
                </a:moveTo>
                <a:cubicBezTo>
                  <a:pt x="6711" y="1856"/>
                  <a:pt x="6683" y="1884"/>
                  <a:pt x="6649" y="1884"/>
                </a:cubicBezTo>
                <a:cubicBezTo>
                  <a:pt x="6615" y="1884"/>
                  <a:pt x="6588" y="1856"/>
                  <a:pt x="6588" y="1822"/>
                </a:cubicBezTo>
                <a:cubicBezTo>
                  <a:pt x="6588" y="1788"/>
                  <a:pt x="6615" y="1761"/>
                  <a:pt x="6649" y="1761"/>
                </a:cubicBezTo>
                <a:cubicBezTo>
                  <a:pt x="6683" y="1761"/>
                  <a:pt x="6711" y="1788"/>
                  <a:pt x="6711" y="1822"/>
                </a:cubicBezTo>
                <a:close/>
                <a:moveTo>
                  <a:pt x="5177" y="2872"/>
                </a:moveTo>
                <a:cubicBezTo>
                  <a:pt x="5177" y="2892"/>
                  <a:pt x="5160" y="2909"/>
                  <a:pt x="5139" y="2909"/>
                </a:cubicBezTo>
                <a:cubicBezTo>
                  <a:pt x="5119" y="2909"/>
                  <a:pt x="5102" y="2892"/>
                  <a:pt x="5102" y="2872"/>
                </a:cubicBezTo>
                <a:cubicBezTo>
                  <a:pt x="5102" y="2851"/>
                  <a:pt x="5119" y="2834"/>
                  <a:pt x="5139" y="2834"/>
                </a:cubicBezTo>
                <a:cubicBezTo>
                  <a:pt x="5160" y="2834"/>
                  <a:pt x="5177" y="2851"/>
                  <a:pt x="5177" y="2872"/>
                </a:cubicBezTo>
                <a:close/>
                <a:moveTo>
                  <a:pt x="1721" y="2258"/>
                </a:moveTo>
                <a:cubicBezTo>
                  <a:pt x="1721" y="2286"/>
                  <a:pt x="1699" y="2308"/>
                  <a:pt x="1672" y="2308"/>
                </a:cubicBezTo>
                <a:cubicBezTo>
                  <a:pt x="1645" y="2308"/>
                  <a:pt x="1622" y="2286"/>
                  <a:pt x="1622" y="2258"/>
                </a:cubicBezTo>
                <a:cubicBezTo>
                  <a:pt x="1622" y="2231"/>
                  <a:pt x="1645" y="2209"/>
                  <a:pt x="1672" y="2209"/>
                </a:cubicBezTo>
                <a:cubicBezTo>
                  <a:pt x="1699" y="2209"/>
                  <a:pt x="1721" y="2231"/>
                  <a:pt x="1721" y="2258"/>
                </a:cubicBezTo>
                <a:close/>
                <a:moveTo>
                  <a:pt x="9320" y="4337"/>
                </a:moveTo>
                <a:cubicBezTo>
                  <a:pt x="9320" y="4357"/>
                  <a:pt x="9304" y="4373"/>
                  <a:pt x="9284" y="4373"/>
                </a:cubicBezTo>
                <a:cubicBezTo>
                  <a:pt x="9264" y="4373"/>
                  <a:pt x="9247" y="4357"/>
                  <a:pt x="9247" y="4337"/>
                </a:cubicBezTo>
                <a:cubicBezTo>
                  <a:pt x="9247" y="4317"/>
                  <a:pt x="9264" y="4300"/>
                  <a:pt x="9284" y="4300"/>
                </a:cubicBezTo>
                <a:cubicBezTo>
                  <a:pt x="9304" y="4300"/>
                  <a:pt x="9320" y="4317"/>
                  <a:pt x="9320" y="4337"/>
                </a:cubicBezTo>
                <a:close/>
                <a:moveTo>
                  <a:pt x="2433" y="5752"/>
                </a:moveTo>
                <a:cubicBezTo>
                  <a:pt x="2433" y="5770"/>
                  <a:pt x="2419" y="5784"/>
                  <a:pt x="2402" y="5784"/>
                </a:cubicBezTo>
                <a:cubicBezTo>
                  <a:pt x="2385" y="5784"/>
                  <a:pt x="2371" y="5770"/>
                  <a:pt x="2371" y="5752"/>
                </a:cubicBezTo>
                <a:cubicBezTo>
                  <a:pt x="2371" y="5735"/>
                  <a:pt x="2385" y="5721"/>
                  <a:pt x="2402" y="5721"/>
                </a:cubicBezTo>
                <a:cubicBezTo>
                  <a:pt x="2419" y="5721"/>
                  <a:pt x="2433" y="5735"/>
                  <a:pt x="2433" y="5752"/>
                </a:cubicBezTo>
                <a:close/>
                <a:moveTo>
                  <a:pt x="9340" y="5046"/>
                </a:moveTo>
                <a:cubicBezTo>
                  <a:pt x="9340" y="5082"/>
                  <a:pt x="9311" y="5111"/>
                  <a:pt x="9275" y="5111"/>
                </a:cubicBezTo>
                <a:cubicBezTo>
                  <a:pt x="9240" y="5111"/>
                  <a:pt x="9211" y="5082"/>
                  <a:pt x="9211" y="5046"/>
                </a:cubicBezTo>
                <a:cubicBezTo>
                  <a:pt x="9211" y="5011"/>
                  <a:pt x="9240" y="4982"/>
                  <a:pt x="9275" y="4982"/>
                </a:cubicBezTo>
                <a:cubicBezTo>
                  <a:pt x="9311" y="4982"/>
                  <a:pt x="9340" y="5011"/>
                  <a:pt x="9340" y="5046"/>
                </a:cubicBezTo>
                <a:close/>
                <a:moveTo>
                  <a:pt x="1957" y="5301"/>
                </a:moveTo>
                <a:cubicBezTo>
                  <a:pt x="1957" y="5328"/>
                  <a:pt x="1935" y="5350"/>
                  <a:pt x="1907" y="5350"/>
                </a:cubicBezTo>
                <a:cubicBezTo>
                  <a:pt x="1880" y="5350"/>
                  <a:pt x="1858" y="5328"/>
                  <a:pt x="1858" y="5301"/>
                </a:cubicBezTo>
                <a:cubicBezTo>
                  <a:pt x="1858" y="5273"/>
                  <a:pt x="1880" y="5251"/>
                  <a:pt x="1907" y="5251"/>
                </a:cubicBezTo>
                <a:cubicBezTo>
                  <a:pt x="1935" y="5251"/>
                  <a:pt x="1957" y="5273"/>
                  <a:pt x="1957" y="5301"/>
                </a:cubicBezTo>
                <a:close/>
                <a:moveTo>
                  <a:pt x="4430" y="1727"/>
                </a:moveTo>
                <a:cubicBezTo>
                  <a:pt x="4430" y="1751"/>
                  <a:pt x="4410" y="1771"/>
                  <a:pt x="4386" y="1771"/>
                </a:cubicBezTo>
                <a:cubicBezTo>
                  <a:pt x="4362" y="1771"/>
                  <a:pt x="4343" y="1751"/>
                  <a:pt x="4343" y="1727"/>
                </a:cubicBezTo>
                <a:cubicBezTo>
                  <a:pt x="4343" y="1703"/>
                  <a:pt x="4362" y="1684"/>
                  <a:pt x="4386" y="1684"/>
                </a:cubicBezTo>
                <a:cubicBezTo>
                  <a:pt x="4410" y="1684"/>
                  <a:pt x="4430" y="1703"/>
                  <a:pt x="4430" y="1727"/>
                </a:cubicBezTo>
                <a:close/>
                <a:moveTo>
                  <a:pt x="6925" y="1782"/>
                </a:moveTo>
                <a:cubicBezTo>
                  <a:pt x="6925" y="1820"/>
                  <a:pt x="6895" y="1851"/>
                  <a:pt x="6857" y="1851"/>
                </a:cubicBezTo>
                <a:cubicBezTo>
                  <a:pt x="6819" y="1851"/>
                  <a:pt x="6788" y="1820"/>
                  <a:pt x="6788" y="1782"/>
                </a:cubicBezTo>
                <a:cubicBezTo>
                  <a:pt x="6788" y="1744"/>
                  <a:pt x="6819" y="1714"/>
                  <a:pt x="6857" y="1714"/>
                </a:cubicBezTo>
                <a:cubicBezTo>
                  <a:pt x="6895" y="1714"/>
                  <a:pt x="6925" y="1744"/>
                  <a:pt x="6925" y="1782"/>
                </a:cubicBezTo>
                <a:close/>
                <a:moveTo>
                  <a:pt x="7842" y="5541"/>
                </a:moveTo>
                <a:cubicBezTo>
                  <a:pt x="7842" y="5572"/>
                  <a:pt x="7817" y="5598"/>
                  <a:pt x="7785" y="5598"/>
                </a:cubicBezTo>
                <a:cubicBezTo>
                  <a:pt x="7754" y="5598"/>
                  <a:pt x="7728" y="5572"/>
                  <a:pt x="7728" y="5541"/>
                </a:cubicBezTo>
                <a:cubicBezTo>
                  <a:pt x="7728" y="5509"/>
                  <a:pt x="7754" y="5484"/>
                  <a:pt x="7785" y="5484"/>
                </a:cubicBezTo>
                <a:cubicBezTo>
                  <a:pt x="7817" y="5484"/>
                  <a:pt x="7842" y="5509"/>
                  <a:pt x="7842" y="5541"/>
                </a:cubicBezTo>
                <a:close/>
                <a:moveTo>
                  <a:pt x="7323" y="1618"/>
                </a:moveTo>
                <a:cubicBezTo>
                  <a:pt x="7323" y="1638"/>
                  <a:pt x="7307" y="1654"/>
                  <a:pt x="7288" y="1654"/>
                </a:cubicBezTo>
                <a:cubicBezTo>
                  <a:pt x="7268" y="1654"/>
                  <a:pt x="7252" y="1638"/>
                  <a:pt x="7252" y="1618"/>
                </a:cubicBezTo>
                <a:cubicBezTo>
                  <a:pt x="7252" y="1599"/>
                  <a:pt x="7268" y="1583"/>
                  <a:pt x="7288" y="1583"/>
                </a:cubicBezTo>
                <a:cubicBezTo>
                  <a:pt x="7307" y="1583"/>
                  <a:pt x="7323" y="1599"/>
                  <a:pt x="7323" y="1618"/>
                </a:cubicBezTo>
                <a:close/>
                <a:moveTo>
                  <a:pt x="1067" y="3975"/>
                </a:moveTo>
                <a:cubicBezTo>
                  <a:pt x="1067" y="4011"/>
                  <a:pt x="1038" y="4041"/>
                  <a:pt x="1001" y="4041"/>
                </a:cubicBezTo>
                <a:cubicBezTo>
                  <a:pt x="964" y="4041"/>
                  <a:pt x="935" y="4011"/>
                  <a:pt x="935" y="3975"/>
                </a:cubicBezTo>
                <a:cubicBezTo>
                  <a:pt x="935" y="3938"/>
                  <a:pt x="964" y="3909"/>
                  <a:pt x="1001" y="3909"/>
                </a:cubicBezTo>
                <a:cubicBezTo>
                  <a:pt x="1038" y="3909"/>
                  <a:pt x="1067" y="3938"/>
                  <a:pt x="1067" y="3975"/>
                </a:cubicBezTo>
                <a:close/>
                <a:moveTo>
                  <a:pt x="3698" y="3414"/>
                </a:moveTo>
                <a:cubicBezTo>
                  <a:pt x="3698" y="3437"/>
                  <a:pt x="3679" y="3455"/>
                  <a:pt x="3657" y="3455"/>
                </a:cubicBezTo>
                <a:cubicBezTo>
                  <a:pt x="3635" y="3455"/>
                  <a:pt x="3616" y="3437"/>
                  <a:pt x="3616" y="3414"/>
                </a:cubicBezTo>
                <a:cubicBezTo>
                  <a:pt x="3616" y="3392"/>
                  <a:pt x="3635" y="3374"/>
                  <a:pt x="3657" y="3374"/>
                </a:cubicBezTo>
                <a:cubicBezTo>
                  <a:pt x="3679" y="3374"/>
                  <a:pt x="3698" y="3392"/>
                  <a:pt x="3698" y="3414"/>
                </a:cubicBezTo>
                <a:close/>
                <a:moveTo>
                  <a:pt x="6583" y="5633"/>
                </a:moveTo>
                <a:cubicBezTo>
                  <a:pt x="6583" y="5665"/>
                  <a:pt x="6557" y="5692"/>
                  <a:pt x="6524" y="5692"/>
                </a:cubicBezTo>
                <a:cubicBezTo>
                  <a:pt x="6492" y="5692"/>
                  <a:pt x="6466" y="5665"/>
                  <a:pt x="6466" y="5633"/>
                </a:cubicBezTo>
                <a:cubicBezTo>
                  <a:pt x="6466" y="5601"/>
                  <a:pt x="6492" y="5574"/>
                  <a:pt x="6524" y="5574"/>
                </a:cubicBezTo>
                <a:cubicBezTo>
                  <a:pt x="6557" y="5574"/>
                  <a:pt x="6583" y="5601"/>
                  <a:pt x="6583" y="5633"/>
                </a:cubicBezTo>
                <a:close/>
                <a:moveTo>
                  <a:pt x="4862" y="5690"/>
                </a:moveTo>
                <a:cubicBezTo>
                  <a:pt x="4862" y="5717"/>
                  <a:pt x="4840" y="5738"/>
                  <a:pt x="4814" y="5738"/>
                </a:cubicBezTo>
                <a:cubicBezTo>
                  <a:pt x="4787" y="5738"/>
                  <a:pt x="4766" y="5717"/>
                  <a:pt x="4766" y="5690"/>
                </a:cubicBezTo>
                <a:cubicBezTo>
                  <a:pt x="4766" y="5664"/>
                  <a:pt x="4787" y="5643"/>
                  <a:pt x="4814" y="5643"/>
                </a:cubicBezTo>
                <a:cubicBezTo>
                  <a:pt x="4840" y="5643"/>
                  <a:pt x="4862" y="5664"/>
                  <a:pt x="4862" y="5690"/>
                </a:cubicBezTo>
                <a:close/>
                <a:moveTo>
                  <a:pt x="9510" y="5123"/>
                </a:moveTo>
                <a:cubicBezTo>
                  <a:pt x="9510" y="5156"/>
                  <a:pt x="9484" y="5182"/>
                  <a:pt x="9451" y="5182"/>
                </a:cubicBezTo>
                <a:cubicBezTo>
                  <a:pt x="9419" y="5182"/>
                  <a:pt x="9393" y="5156"/>
                  <a:pt x="9393" y="5123"/>
                </a:cubicBezTo>
                <a:cubicBezTo>
                  <a:pt x="9393" y="5090"/>
                  <a:pt x="9419" y="5064"/>
                  <a:pt x="9451" y="5064"/>
                </a:cubicBezTo>
                <a:cubicBezTo>
                  <a:pt x="9484" y="5064"/>
                  <a:pt x="9510" y="5090"/>
                  <a:pt x="9510" y="5123"/>
                </a:cubicBezTo>
                <a:close/>
                <a:moveTo>
                  <a:pt x="6713" y="2526"/>
                </a:moveTo>
                <a:cubicBezTo>
                  <a:pt x="6713" y="2551"/>
                  <a:pt x="6692" y="2571"/>
                  <a:pt x="6667" y="2571"/>
                </a:cubicBezTo>
                <a:cubicBezTo>
                  <a:pt x="6642" y="2571"/>
                  <a:pt x="6622" y="2551"/>
                  <a:pt x="6622" y="2526"/>
                </a:cubicBezTo>
                <a:cubicBezTo>
                  <a:pt x="6622" y="2501"/>
                  <a:pt x="6642" y="2480"/>
                  <a:pt x="6667" y="2480"/>
                </a:cubicBezTo>
                <a:cubicBezTo>
                  <a:pt x="6692" y="2480"/>
                  <a:pt x="6713" y="2501"/>
                  <a:pt x="6713" y="2526"/>
                </a:cubicBezTo>
                <a:close/>
                <a:moveTo>
                  <a:pt x="3459" y="4270"/>
                </a:moveTo>
                <a:cubicBezTo>
                  <a:pt x="3459" y="4305"/>
                  <a:pt x="3430" y="4335"/>
                  <a:pt x="3394" y="4335"/>
                </a:cubicBezTo>
                <a:cubicBezTo>
                  <a:pt x="3358" y="4335"/>
                  <a:pt x="3329" y="4305"/>
                  <a:pt x="3329" y="4270"/>
                </a:cubicBezTo>
                <a:cubicBezTo>
                  <a:pt x="3329" y="4234"/>
                  <a:pt x="3358" y="4205"/>
                  <a:pt x="3394" y="4205"/>
                </a:cubicBezTo>
                <a:cubicBezTo>
                  <a:pt x="3430" y="4205"/>
                  <a:pt x="3459" y="4234"/>
                  <a:pt x="3459" y="4270"/>
                </a:cubicBezTo>
                <a:close/>
                <a:moveTo>
                  <a:pt x="2195" y="3094"/>
                </a:moveTo>
                <a:cubicBezTo>
                  <a:pt x="2195" y="3117"/>
                  <a:pt x="2177" y="3135"/>
                  <a:pt x="2153" y="3135"/>
                </a:cubicBezTo>
                <a:cubicBezTo>
                  <a:pt x="2130" y="3135"/>
                  <a:pt x="2112" y="3117"/>
                  <a:pt x="2112" y="3094"/>
                </a:cubicBezTo>
                <a:cubicBezTo>
                  <a:pt x="2112" y="3071"/>
                  <a:pt x="2130" y="3052"/>
                  <a:pt x="2153" y="3052"/>
                </a:cubicBezTo>
                <a:cubicBezTo>
                  <a:pt x="2177" y="3052"/>
                  <a:pt x="2195" y="3071"/>
                  <a:pt x="2195" y="3094"/>
                </a:cubicBezTo>
                <a:close/>
                <a:moveTo>
                  <a:pt x="3076" y="1319"/>
                </a:moveTo>
                <a:cubicBezTo>
                  <a:pt x="3076" y="1354"/>
                  <a:pt x="3047" y="1383"/>
                  <a:pt x="3012" y="1383"/>
                </a:cubicBezTo>
                <a:cubicBezTo>
                  <a:pt x="2976" y="1383"/>
                  <a:pt x="2947" y="1354"/>
                  <a:pt x="2947" y="1319"/>
                </a:cubicBezTo>
                <a:cubicBezTo>
                  <a:pt x="2947" y="1283"/>
                  <a:pt x="2976" y="1254"/>
                  <a:pt x="3012" y="1254"/>
                </a:cubicBezTo>
                <a:cubicBezTo>
                  <a:pt x="3047" y="1254"/>
                  <a:pt x="3076" y="1283"/>
                  <a:pt x="3076" y="1319"/>
                </a:cubicBezTo>
                <a:close/>
                <a:moveTo>
                  <a:pt x="4580" y="5013"/>
                </a:moveTo>
                <a:cubicBezTo>
                  <a:pt x="4580" y="5033"/>
                  <a:pt x="4563" y="5049"/>
                  <a:pt x="4543" y="5049"/>
                </a:cubicBezTo>
                <a:cubicBezTo>
                  <a:pt x="4523" y="5049"/>
                  <a:pt x="4506" y="5033"/>
                  <a:pt x="4506" y="5013"/>
                </a:cubicBezTo>
                <a:cubicBezTo>
                  <a:pt x="4506" y="4992"/>
                  <a:pt x="4523" y="4976"/>
                  <a:pt x="4543" y="4976"/>
                </a:cubicBezTo>
                <a:cubicBezTo>
                  <a:pt x="4563" y="4976"/>
                  <a:pt x="4580" y="4992"/>
                  <a:pt x="4580" y="5013"/>
                </a:cubicBezTo>
                <a:close/>
                <a:moveTo>
                  <a:pt x="7530" y="3564"/>
                </a:moveTo>
                <a:cubicBezTo>
                  <a:pt x="7530" y="3601"/>
                  <a:pt x="7500" y="3631"/>
                  <a:pt x="7462" y="3631"/>
                </a:cubicBezTo>
                <a:cubicBezTo>
                  <a:pt x="7425" y="3631"/>
                  <a:pt x="7395" y="3601"/>
                  <a:pt x="7395" y="3564"/>
                </a:cubicBezTo>
                <a:cubicBezTo>
                  <a:pt x="7395" y="3526"/>
                  <a:pt x="7425" y="3496"/>
                  <a:pt x="7462" y="3496"/>
                </a:cubicBezTo>
                <a:cubicBezTo>
                  <a:pt x="7500" y="3496"/>
                  <a:pt x="7530" y="3526"/>
                  <a:pt x="7530" y="3564"/>
                </a:cubicBezTo>
                <a:close/>
                <a:moveTo>
                  <a:pt x="4234" y="1958"/>
                </a:moveTo>
                <a:cubicBezTo>
                  <a:pt x="4234" y="1976"/>
                  <a:pt x="4220" y="1991"/>
                  <a:pt x="4202" y="1991"/>
                </a:cubicBezTo>
                <a:cubicBezTo>
                  <a:pt x="4183" y="1991"/>
                  <a:pt x="4169" y="1976"/>
                  <a:pt x="4169" y="1958"/>
                </a:cubicBezTo>
                <a:cubicBezTo>
                  <a:pt x="4169" y="1940"/>
                  <a:pt x="4183" y="1926"/>
                  <a:pt x="4202" y="1926"/>
                </a:cubicBezTo>
                <a:cubicBezTo>
                  <a:pt x="4220" y="1926"/>
                  <a:pt x="4234" y="1940"/>
                  <a:pt x="4234" y="1958"/>
                </a:cubicBezTo>
                <a:close/>
                <a:moveTo>
                  <a:pt x="7924" y="4848"/>
                </a:moveTo>
                <a:cubicBezTo>
                  <a:pt x="7924" y="4865"/>
                  <a:pt x="7910" y="4879"/>
                  <a:pt x="7893" y="4879"/>
                </a:cubicBezTo>
                <a:cubicBezTo>
                  <a:pt x="7876" y="4879"/>
                  <a:pt x="7862" y="4865"/>
                  <a:pt x="7862" y="4848"/>
                </a:cubicBezTo>
                <a:cubicBezTo>
                  <a:pt x="7862" y="4831"/>
                  <a:pt x="7876" y="4817"/>
                  <a:pt x="7893" y="4817"/>
                </a:cubicBezTo>
                <a:cubicBezTo>
                  <a:pt x="7910" y="4817"/>
                  <a:pt x="7924" y="4831"/>
                  <a:pt x="7924" y="4848"/>
                </a:cubicBezTo>
                <a:close/>
                <a:moveTo>
                  <a:pt x="5157" y="4363"/>
                </a:moveTo>
                <a:cubicBezTo>
                  <a:pt x="5157" y="4388"/>
                  <a:pt x="5138" y="4408"/>
                  <a:pt x="5113" y="4408"/>
                </a:cubicBezTo>
                <a:cubicBezTo>
                  <a:pt x="5089" y="4408"/>
                  <a:pt x="5069" y="4388"/>
                  <a:pt x="5069" y="4363"/>
                </a:cubicBezTo>
                <a:cubicBezTo>
                  <a:pt x="5069" y="4339"/>
                  <a:pt x="5089" y="4319"/>
                  <a:pt x="5113" y="4319"/>
                </a:cubicBezTo>
                <a:cubicBezTo>
                  <a:pt x="5138" y="4319"/>
                  <a:pt x="5157" y="4339"/>
                  <a:pt x="5157" y="4363"/>
                </a:cubicBezTo>
                <a:close/>
                <a:moveTo>
                  <a:pt x="1238" y="2361"/>
                </a:moveTo>
                <a:cubicBezTo>
                  <a:pt x="1238" y="2391"/>
                  <a:pt x="1214" y="2415"/>
                  <a:pt x="1185" y="2415"/>
                </a:cubicBezTo>
                <a:cubicBezTo>
                  <a:pt x="1155" y="2415"/>
                  <a:pt x="1131" y="2391"/>
                  <a:pt x="1131" y="2361"/>
                </a:cubicBezTo>
                <a:cubicBezTo>
                  <a:pt x="1131" y="2331"/>
                  <a:pt x="1155" y="2307"/>
                  <a:pt x="1185" y="2307"/>
                </a:cubicBezTo>
                <a:cubicBezTo>
                  <a:pt x="1214" y="2307"/>
                  <a:pt x="1238" y="2331"/>
                  <a:pt x="1238" y="2361"/>
                </a:cubicBezTo>
                <a:close/>
                <a:moveTo>
                  <a:pt x="4844" y="3954"/>
                </a:moveTo>
                <a:cubicBezTo>
                  <a:pt x="4844" y="3971"/>
                  <a:pt x="4831" y="3984"/>
                  <a:pt x="4814" y="3984"/>
                </a:cubicBezTo>
                <a:cubicBezTo>
                  <a:pt x="4798" y="3984"/>
                  <a:pt x="4784" y="3971"/>
                  <a:pt x="4784" y="3954"/>
                </a:cubicBezTo>
                <a:cubicBezTo>
                  <a:pt x="4784" y="3937"/>
                  <a:pt x="4798" y="3924"/>
                  <a:pt x="4814" y="3924"/>
                </a:cubicBezTo>
                <a:cubicBezTo>
                  <a:pt x="4831" y="3924"/>
                  <a:pt x="4844" y="3937"/>
                  <a:pt x="4844" y="3954"/>
                </a:cubicBezTo>
                <a:close/>
                <a:moveTo>
                  <a:pt x="4738" y="2505"/>
                </a:moveTo>
                <a:cubicBezTo>
                  <a:pt x="4738" y="2542"/>
                  <a:pt x="4708" y="2571"/>
                  <a:pt x="4672" y="2571"/>
                </a:cubicBezTo>
                <a:cubicBezTo>
                  <a:pt x="4635" y="2571"/>
                  <a:pt x="4606" y="2542"/>
                  <a:pt x="4606" y="2505"/>
                </a:cubicBezTo>
                <a:cubicBezTo>
                  <a:pt x="4606" y="2469"/>
                  <a:pt x="4635" y="2439"/>
                  <a:pt x="4672" y="2439"/>
                </a:cubicBezTo>
                <a:cubicBezTo>
                  <a:pt x="4708" y="2439"/>
                  <a:pt x="4738" y="2469"/>
                  <a:pt x="4738" y="2505"/>
                </a:cubicBezTo>
                <a:close/>
                <a:moveTo>
                  <a:pt x="8156" y="5577"/>
                </a:moveTo>
                <a:cubicBezTo>
                  <a:pt x="8156" y="5604"/>
                  <a:pt x="8134" y="5625"/>
                  <a:pt x="8108" y="5625"/>
                </a:cubicBezTo>
                <a:cubicBezTo>
                  <a:pt x="8081" y="5625"/>
                  <a:pt x="8059" y="5604"/>
                  <a:pt x="8059" y="5577"/>
                </a:cubicBezTo>
                <a:cubicBezTo>
                  <a:pt x="8059" y="5551"/>
                  <a:pt x="8081" y="5529"/>
                  <a:pt x="8108" y="5529"/>
                </a:cubicBezTo>
                <a:cubicBezTo>
                  <a:pt x="8134" y="5529"/>
                  <a:pt x="8156" y="5551"/>
                  <a:pt x="8156" y="5577"/>
                </a:cubicBezTo>
                <a:close/>
                <a:moveTo>
                  <a:pt x="7367" y="4172"/>
                </a:moveTo>
                <a:cubicBezTo>
                  <a:pt x="7367" y="4209"/>
                  <a:pt x="7337" y="4238"/>
                  <a:pt x="7301" y="4238"/>
                </a:cubicBezTo>
                <a:cubicBezTo>
                  <a:pt x="7265" y="4238"/>
                  <a:pt x="7236" y="4209"/>
                  <a:pt x="7236" y="4172"/>
                </a:cubicBezTo>
                <a:cubicBezTo>
                  <a:pt x="7236" y="4136"/>
                  <a:pt x="7265" y="4107"/>
                  <a:pt x="7301" y="4107"/>
                </a:cubicBezTo>
                <a:cubicBezTo>
                  <a:pt x="7337" y="4107"/>
                  <a:pt x="7367" y="4136"/>
                  <a:pt x="7367" y="4172"/>
                </a:cubicBezTo>
                <a:close/>
                <a:moveTo>
                  <a:pt x="3875" y="4396"/>
                </a:moveTo>
                <a:cubicBezTo>
                  <a:pt x="3875" y="4424"/>
                  <a:pt x="3853" y="4446"/>
                  <a:pt x="3826" y="4446"/>
                </a:cubicBezTo>
                <a:cubicBezTo>
                  <a:pt x="3798" y="4446"/>
                  <a:pt x="3776" y="4424"/>
                  <a:pt x="3776" y="4396"/>
                </a:cubicBezTo>
                <a:cubicBezTo>
                  <a:pt x="3776" y="4369"/>
                  <a:pt x="3798" y="4347"/>
                  <a:pt x="3826" y="4347"/>
                </a:cubicBezTo>
                <a:cubicBezTo>
                  <a:pt x="3853" y="4347"/>
                  <a:pt x="3875" y="4369"/>
                  <a:pt x="3875" y="4396"/>
                </a:cubicBezTo>
                <a:close/>
                <a:moveTo>
                  <a:pt x="4226" y="1736"/>
                </a:moveTo>
                <a:cubicBezTo>
                  <a:pt x="4226" y="1754"/>
                  <a:pt x="4211" y="1769"/>
                  <a:pt x="4193" y="1769"/>
                </a:cubicBezTo>
                <a:cubicBezTo>
                  <a:pt x="4174" y="1769"/>
                  <a:pt x="4160" y="1754"/>
                  <a:pt x="4160" y="1736"/>
                </a:cubicBezTo>
                <a:cubicBezTo>
                  <a:pt x="4160" y="1718"/>
                  <a:pt x="4174" y="1703"/>
                  <a:pt x="4193" y="1703"/>
                </a:cubicBezTo>
                <a:cubicBezTo>
                  <a:pt x="4211" y="1703"/>
                  <a:pt x="4226" y="1718"/>
                  <a:pt x="4226" y="1736"/>
                </a:cubicBezTo>
                <a:close/>
                <a:moveTo>
                  <a:pt x="3275" y="3552"/>
                </a:moveTo>
                <a:cubicBezTo>
                  <a:pt x="3275" y="3589"/>
                  <a:pt x="3245" y="3620"/>
                  <a:pt x="3207" y="3620"/>
                </a:cubicBezTo>
                <a:cubicBezTo>
                  <a:pt x="3170" y="3620"/>
                  <a:pt x="3139" y="3589"/>
                  <a:pt x="3139" y="3552"/>
                </a:cubicBezTo>
                <a:cubicBezTo>
                  <a:pt x="3139" y="3514"/>
                  <a:pt x="3170" y="3484"/>
                  <a:pt x="3207" y="3484"/>
                </a:cubicBezTo>
                <a:cubicBezTo>
                  <a:pt x="3245" y="3484"/>
                  <a:pt x="3275" y="3514"/>
                  <a:pt x="3275" y="3552"/>
                </a:cubicBezTo>
                <a:close/>
                <a:moveTo>
                  <a:pt x="1848" y="5552"/>
                </a:moveTo>
                <a:cubicBezTo>
                  <a:pt x="1848" y="5586"/>
                  <a:pt x="1821" y="5613"/>
                  <a:pt x="1787" y="5613"/>
                </a:cubicBezTo>
                <a:cubicBezTo>
                  <a:pt x="1753" y="5613"/>
                  <a:pt x="1725" y="5586"/>
                  <a:pt x="1725" y="5552"/>
                </a:cubicBezTo>
                <a:cubicBezTo>
                  <a:pt x="1725" y="5518"/>
                  <a:pt x="1753" y="5490"/>
                  <a:pt x="1787" y="5490"/>
                </a:cubicBezTo>
                <a:cubicBezTo>
                  <a:pt x="1821" y="5490"/>
                  <a:pt x="1848" y="5518"/>
                  <a:pt x="1848" y="5552"/>
                </a:cubicBezTo>
                <a:close/>
                <a:moveTo>
                  <a:pt x="7456" y="3016"/>
                </a:moveTo>
                <a:cubicBezTo>
                  <a:pt x="7456" y="3044"/>
                  <a:pt x="7434" y="3066"/>
                  <a:pt x="7406" y="3066"/>
                </a:cubicBezTo>
                <a:cubicBezTo>
                  <a:pt x="7379" y="3066"/>
                  <a:pt x="7357" y="3044"/>
                  <a:pt x="7357" y="3016"/>
                </a:cubicBezTo>
                <a:cubicBezTo>
                  <a:pt x="7357" y="2989"/>
                  <a:pt x="7379" y="2967"/>
                  <a:pt x="7406" y="2967"/>
                </a:cubicBezTo>
                <a:cubicBezTo>
                  <a:pt x="7434" y="2967"/>
                  <a:pt x="7456" y="2989"/>
                  <a:pt x="7456" y="3016"/>
                </a:cubicBezTo>
                <a:close/>
                <a:moveTo>
                  <a:pt x="5927" y="4813"/>
                </a:moveTo>
                <a:cubicBezTo>
                  <a:pt x="5927" y="4850"/>
                  <a:pt x="5898" y="4879"/>
                  <a:pt x="5862" y="4879"/>
                </a:cubicBezTo>
                <a:cubicBezTo>
                  <a:pt x="5826" y="4879"/>
                  <a:pt x="5796" y="4850"/>
                  <a:pt x="5796" y="4813"/>
                </a:cubicBezTo>
                <a:cubicBezTo>
                  <a:pt x="5796" y="4777"/>
                  <a:pt x="5826" y="4748"/>
                  <a:pt x="5862" y="4748"/>
                </a:cubicBezTo>
                <a:cubicBezTo>
                  <a:pt x="5898" y="4748"/>
                  <a:pt x="5927" y="4777"/>
                  <a:pt x="5927" y="4813"/>
                </a:cubicBezTo>
                <a:close/>
                <a:moveTo>
                  <a:pt x="216" y="5578"/>
                </a:moveTo>
                <a:cubicBezTo>
                  <a:pt x="216" y="5613"/>
                  <a:pt x="188" y="5641"/>
                  <a:pt x="153" y="5641"/>
                </a:cubicBezTo>
                <a:cubicBezTo>
                  <a:pt x="119" y="5641"/>
                  <a:pt x="91" y="5613"/>
                  <a:pt x="91" y="5578"/>
                </a:cubicBezTo>
                <a:cubicBezTo>
                  <a:pt x="91" y="5544"/>
                  <a:pt x="119" y="5516"/>
                  <a:pt x="153" y="5516"/>
                </a:cubicBezTo>
                <a:cubicBezTo>
                  <a:pt x="188" y="5516"/>
                  <a:pt x="216" y="5544"/>
                  <a:pt x="216" y="5578"/>
                </a:cubicBezTo>
                <a:close/>
                <a:moveTo>
                  <a:pt x="8778" y="1966"/>
                </a:moveTo>
                <a:cubicBezTo>
                  <a:pt x="8778" y="1989"/>
                  <a:pt x="8759" y="2008"/>
                  <a:pt x="8736" y="2008"/>
                </a:cubicBezTo>
                <a:cubicBezTo>
                  <a:pt x="8713" y="2008"/>
                  <a:pt x="8694" y="1989"/>
                  <a:pt x="8694" y="1966"/>
                </a:cubicBezTo>
                <a:cubicBezTo>
                  <a:pt x="8694" y="1942"/>
                  <a:pt x="8713" y="1923"/>
                  <a:pt x="8736" y="1923"/>
                </a:cubicBezTo>
                <a:cubicBezTo>
                  <a:pt x="8759" y="1923"/>
                  <a:pt x="8778" y="1942"/>
                  <a:pt x="8778" y="1966"/>
                </a:cubicBezTo>
                <a:close/>
                <a:moveTo>
                  <a:pt x="8492" y="5375"/>
                </a:moveTo>
                <a:cubicBezTo>
                  <a:pt x="8492" y="5401"/>
                  <a:pt x="8471" y="5422"/>
                  <a:pt x="8446" y="5422"/>
                </a:cubicBezTo>
                <a:cubicBezTo>
                  <a:pt x="8420" y="5422"/>
                  <a:pt x="8399" y="5401"/>
                  <a:pt x="8399" y="5375"/>
                </a:cubicBezTo>
                <a:cubicBezTo>
                  <a:pt x="8399" y="5350"/>
                  <a:pt x="8420" y="5329"/>
                  <a:pt x="8446" y="5329"/>
                </a:cubicBezTo>
                <a:cubicBezTo>
                  <a:pt x="8471" y="5329"/>
                  <a:pt x="8492" y="5350"/>
                  <a:pt x="8492" y="5375"/>
                </a:cubicBezTo>
                <a:close/>
                <a:moveTo>
                  <a:pt x="4260" y="1761"/>
                </a:moveTo>
                <a:cubicBezTo>
                  <a:pt x="4260" y="1781"/>
                  <a:pt x="4244" y="1798"/>
                  <a:pt x="4224" y="1798"/>
                </a:cubicBezTo>
                <a:cubicBezTo>
                  <a:pt x="4204" y="1798"/>
                  <a:pt x="4188" y="1781"/>
                  <a:pt x="4188" y="1761"/>
                </a:cubicBezTo>
                <a:cubicBezTo>
                  <a:pt x="4188" y="1741"/>
                  <a:pt x="4204" y="1725"/>
                  <a:pt x="4224" y="1725"/>
                </a:cubicBezTo>
                <a:cubicBezTo>
                  <a:pt x="4244" y="1725"/>
                  <a:pt x="4260" y="1741"/>
                  <a:pt x="4260" y="1761"/>
                </a:cubicBezTo>
                <a:close/>
                <a:moveTo>
                  <a:pt x="1742" y="1978"/>
                </a:moveTo>
                <a:cubicBezTo>
                  <a:pt x="1742" y="1998"/>
                  <a:pt x="1725" y="2015"/>
                  <a:pt x="1705" y="2015"/>
                </a:cubicBezTo>
                <a:cubicBezTo>
                  <a:pt x="1684" y="2015"/>
                  <a:pt x="1667" y="1998"/>
                  <a:pt x="1667" y="1978"/>
                </a:cubicBezTo>
                <a:cubicBezTo>
                  <a:pt x="1667" y="1957"/>
                  <a:pt x="1684" y="1940"/>
                  <a:pt x="1705" y="1940"/>
                </a:cubicBezTo>
                <a:cubicBezTo>
                  <a:pt x="1725" y="1940"/>
                  <a:pt x="1742" y="1957"/>
                  <a:pt x="1742" y="1978"/>
                </a:cubicBezTo>
                <a:close/>
                <a:moveTo>
                  <a:pt x="6032" y="4771"/>
                </a:moveTo>
                <a:cubicBezTo>
                  <a:pt x="6032" y="4799"/>
                  <a:pt x="6009" y="4822"/>
                  <a:pt x="5981" y="4822"/>
                </a:cubicBezTo>
                <a:cubicBezTo>
                  <a:pt x="5952" y="4822"/>
                  <a:pt x="5929" y="4799"/>
                  <a:pt x="5929" y="4771"/>
                </a:cubicBezTo>
                <a:cubicBezTo>
                  <a:pt x="5929" y="4743"/>
                  <a:pt x="5952" y="4720"/>
                  <a:pt x="5981" y="4720"/>
                </a:cubicBezTo>
                <a:cubicBezTo>
                  <a:pt x="6009" y="4720"/>
                  <a:pt x="6032" y="4743"/>
                  <a:pt x="6032" y="4771"/>
                </a:cubicBezTo>
                <a:close/>
                <a:moveTo>
                  <a:pt x="2940" y="1478"/>
                </a:moveTo>
                <a:cubicBezTo>
                  <a:pt x="2940" y="1505"/>
                  <a:pt x="2918" y="1526"/>
                  <a:pt x="2891" y="1526"/>
                </a:cubicBezTo>
                <a:cubicBezTo>
                  <a:pt x="2865" y="1526"/>
                  <a:pt x="2843" y="1505"/>
                  <a:pt x="2843" y="1478"/>
                </a:cubicBezTo>
                <a:cubicBezTo>
                  <a:pt x="2843" y="1451"/>
                  <a:pt x="2865" y="1430"/>
                  <a:pt x="2891" y="1430"/>
                </a:cubicBezTo>
                <a:cubicBezTo>
                  <a:pt x="2918" y="1430"/>
                  <a:pt x="2940" y="1451"/>
                  <a:pt x="2940" y="1478"/>
                </a:cubicBezTo>
                <a:close/>
                <a:moveTo>
                  <a:pt x="1729" y="2624"/>
                </a:moveTo>
                <a:cubicBezTo>
                  <a:pt x="1729" y="2644"/>
                  <a:pt x="1713" y="2660"/>
                  <a:pt x="1693" y="2660"/>
                </a:cubicBezTo>
                <a:cubicBezTo>
                  <a:pt x="1673" y="2660"/>
                  <a:pt x="1656" y="2644"/>
                  <a:pt x="1656" y="2624"/>
                </a:cubicBezTo>
                <a:cubicBezTo>
                  <a:pt x="1656" y="2604"/>
                  <a:pt x="1673" y="2588"/>
                  <a:pt x="1693" y="2588"/>
                </a:cubicBezTo>
                <a:cubicBezTo>
                  <a:pt x="1713" y="2588"/>
                  <a:pt x="1729" y="2604"/>
                  <a:pt x="1729" y="2624"/>
                </a:cubicBezTo>
                <a:close/>
                <a:moveTo>
                  <a:pt x="7113" y="4722"/>
                </a:moveTo>
                <a:cubicBezTo>
                  <a:pt x="7113" y="4741"/>
                  <a:pt x="7098" y="4756"/>
                  <a:pt x="7079" y="4756"/>
                </a:cubicBezTo>
                <a:cubicBezTo>
                  <a:pt x="7061" y="4756"/>
                  <a:pt x="7046" y="4741"/>
                  <a:pt x="7046" y="4722"/>
                </a:cubicBezTo>
                <a:cubicBezTo>
                  <a:pt x="7046" y="4704"/>
                  <a:pt x="7061" y="4688"/>
                  <a:pt x="7079" y="4688"/>
                </a:cubicBezTo>
                <a:cubicBezTo>
                  <a:pt x="7098" y="4688"/>
                  <a:pt x="7113" y="4704"/>
                  <a:pt x="7113" y="4722"/>
                </a:cubicBezTo>
                <a:close/>
                <a:moveTo>
                  <a:pt x="1661" y="2084"/>
                </a:moveTo>
                <a:cubicBezTo>
                  <a:pt x="1661" y="2105"/>
                  <a:pt x="1644" y="2122"/>
                  <a:pt x="1623" y="2122"/>
                </a:cubicBezTo>
                <a:cubicBezTo>
                  <a:pt x="1602" y="2122"/>
                  <a:pt x="1585" y="2105"/>
                  <a:pt x="1585" y="2084"/>
                </a:cubicBezTo>
                <a:cubicBezTo>
                  <a:pt x="1585" y="2063"/>
                  <a:pt x="1602" y="2046"/>
                  <a:pt x="1623" y="2046"/>
                </a:cubicBezTo>
                <a:cubicBezTo>
                  <a:pt x="1644" y="2046"/>
                  <a:pt x="1661" y="2063"/>
                  <a:pt x="1661" y="2084"/>
                </a:cubicBezTo>
                <a:close/>
                <a:moveTo>
                  <a:pt x="9040" y="2962"/>
                </a:moveTo>
                <a:cubicBezTo>
                  <a:pt x="9040" y="2979"/>
                  <a:pt x="9026" y="2993"/>
                  <a:pt x="9009" y="2993"/>
                </a:cubicBezTo>
                <a:cubicBezTo>
                  <a:pt x="8992" y="2993"/>
                  <a:pt x="8978" y="2979"/>
                  <a:pt x="8978" y="2962"/>
                </a:cubicBezTo>
                <a:cubicBezTo>
                  <a:pt x="8978" y="2945"/>
                  <a:pt x="8992" y="2931"/>
                  <a:pt x="9009" y="2931"/>
                </a:cubicBezTo>
                <a:cubicBezTo>
                  <a:pt x="9026" y="2931"/>
                  <a:pt x="9040" y="2945"/>
                  <a:pt x="9040" y="2962"/>
                </a:cubicBezTo>
                <a:close/>
                <a:moveTo>
                  <a:pt x="3606" y="4128"/>
                </a:moveTo>
                <a:cubicBezTo>
                  <a:pt x="3606" y="4165"/>
                  <a:pt x="3576" y="4195"/>
                  <a:pt x="3539" y="4195"/>
                </a:cubicBezTo>
                <a:cubicBezTo>
                  <a:pt x="3503" y="4195"/>
                  <a:pt x="3473" y="4165"/>
                  <a:pt x="3473" y="4128"/>
                </a:cubicBezTo>
                <a:cubicBezTo>
                  <a:pt x="3473" y="4092"/>
                  <a:pt x="3503" y="4062"/>
                  <a:pt x="3539" y="4062"/>
                </a:cubicBezTo>
                <a:cubicBezTo>
                  <a:pt x="3576" y="4062"/>
                  <a:pt x="3606" y="4092"/>
                  <a:pt x="3606" y="4128"/>
                </a:cubicBezTo>
                <a:close/>
                <a:moveTo>
                  <a:pt x="3486" y="5740"/>
                </a:moveTo>
                <a:cubicBezTo>
                  <a:pt x="3486" y="5760"/>
                  <a:pt x="3469" y="5777"/>
                  <a:pt x="3449" y="5777"/>
                </a:cubicBezTo>
                <a:cubicBezTo>
                  <a:pt x="3428" y="5777"/>
                  <a:pt x="3412" y="5760"/>
                  <a:pt x="3412" y="5740"/>
                </a:cubicBezTo>
                <a:cubicBezTo>
                  <a:pt x="3412" y="5719"/>
                  <a:pt x="3428" y="5703"/>
                  <a:pt x="3449" y="5703"/>
                </a:cubicBezTo>
                <a:cubicBezTo>
                  <a:pt x="3469" y="5703"/>
                  <a:pt x="3486" y="5719"/>
                  <a:pt x="3486" y="5740"/>
                </a:cubicBezTo>
                <a:close/>
                <a:moveTo>
                  <a:pt x="2544" y="4467"/>
                </a:moveTo>
                <a:cubicBezTo>
                  <a:pt x="2544" y="4497"/>
                  <a:pt x="2520" y="4521"/>
                  <a:pt x="2490" y="4521"/>
                </a:cubicBezTo>
                <a:cubicBezTo>
                  <a:pt x="2460" y="4521"/>
                  <a:pt x="2436" y="4497"/>
                  <a:pt x="2436" y="4467"/>
                </a:cubicBezTo>
                <a:cubicBezTo>
                  <a:pt x="2436" y="4437"/>
                  <a:pt x="2460" y="4413"/>
                  <a:pt x="2490" y="4413"/>
                </a:cubicBezTo>
                <a:cubicBezTo>
                  <a:pt x="2520" y="4413"/>
                  <a:pt x="2544" y="4437"/>
                  <a:pt x="2544" y="4467"/>
                </a:cubicBezTo>
                <a:close/>
                <a:moveTo>
                  <a:pt x="3965" y="877"/>
                </a:moveTo>
                <a:cubicBezTo>
                  <a:pt x="3965" y="905"/>
                  <a:pt x="3942" y="928"/>
                  <a:pt x="3914" y="928"/>
                </a:cubicBezTo>
                <a:cubicBezTo>
                  <a:pt x="3886" y="928"/>
                  <a:pt x="3863" y="905"/>
                  <a:pt x="3863" y="877"/>
                </a:cubicBezTo>
                <a:cubicBezTo>
                  <a:pt x="3863" y="849"/>
                  <a:pt x="3886" y="826"/>
                  <a:pt x="3914" y="826"/>
                </a:cubicBezTo>
                <a:cubicBezTo>
                  <a:pt x="3942" y="826"/>
                  <a:pt x="3965" y="849"/>
                  <a:pt x="3965" y="877"/>
                </a:cubicBezTo>
                <a:close/>
                <a:moveTo>
                  <a:pt x="2413" y="5593"/>
                </a:moveTo>
                <a:cubicBezTo>
                  <a:pt x="2413" y="5631"/>
                  <a:pt x="2382" y="5662"/>
                  <a:pt x="2344" y="5662"/>
                </a:cubicBezTo>
                <a:cubicBezTo>
                  <a:pt x="2306" y="5662"/>
                  <a:pt x="2275" y="5631"/>
                  <a:pt x="2275" y="5593"/>
                </a:cubicBezTo>
                <a:cubicBezTo>
                  <a:pt x="2275" y="5555"/>
                  <a:pt x="2306" y="5525"/>
                  <a:pt x="2344" y="5525"/>
                </a:cubicBezTo>
                <a:cubicBezTo>
                  <a:pt x="2382" y="5525"/>
                  <a:pt x="2413" y="5555"/>
                  <a:pt x="2413" y="5593"/>
                </a:cubicBezTo>
                <a:close/>
                <a:moveTo>
                  <a:pt x="6611" y="3892"/>
                </a:moveTo>
                <a:cubicBezTo>
                  <a:pt x="6611" y="3911"/>
                  <a:pt x="6596" y="3927"/>
                  <a:pt x="6577" y="3927"/>
                </a:cubicBezTo>
                <a:cubicBezTo>
                  <a:pt x="6558" y="3927"/>
                  <a:pt x="6543" y="3911"/>
                  <a:pt x="6543" y="3892"/>
                </a:cubicBezTo>
                <a:cubicBezTo>
                  <a:pt x="6543" y="3874"/>
                  <a:pt x="6558" y="3858"/>
                  <a:pt x="6577" y="3858"/>
                </a:cubicBezTo>
                <a:cubicBezTo>
                  <a:pt x="6596" y="3858"/>
                  <a:pt x="6611" y="3874"/>
                  <a:pt x="6611" y="3892"/>
                </a:cubicBezTo>
                <a:close/>
                <a:moveTo>
                  <a:pt x="990" y="2665"/>
                </a:moveTo>
                <a:cubicBezTo>
                  <a:pt x="990" y="2690"/>
                  <a:pt x="970" y="2710"/>
                  <a:pt x="945" y="2710"/>
                </a:cubicBezTo>
                <a:cubicBezTo>
                  <a:pt x="920" y="2710"/>
                  <a:pt x="900" y="2690"/>
                  <a:pt x="900" y="2665"/>
                </a:cubicBezTo>
                <a:cubicBezTo>
                  <a:pt x="900" y="2640"/>
                  <a:pt x="920" y="2620"/>
                  <a:pt x="945" y="2620"/>
                </a:cubicBezTo>
                <a:cubicBezTo>
                  <a:pt x="970" y="2620"/>
                  <a:pt x="990" y="2640"/>
                  <a:pt x="990" y="2665"/>
                </a:cubicBezTo>
                <a:close/>
                <a:moveTo>
                  <a:pt x="6993" y="5858"/>
                </a:moveTo>
                <a:cubicBezTo>
                  <a:pt x="6993" y="5885"/>
                  <a:pt x="6971" y="5907"/>
                  <a:pt x="6944" y="5907"/>
                </a:cubicBezTo>
                <a:cubicBezTo>
                  <a:pt x="6918" y="5907"/>
                  <a:pt x="6896" y="5885"/>
                  <a:pt x="6896" y="5858"/>
                </a:cubicBezTo>
                <a:cubicBezTo>
                  <a:pt x="6896" y="5832"/>
                  <a:pt x="6918" y="5810"/>
                  <a:pt x="6944" y="5810"/>
                </a:cubicBezTo>
                <a:cubicBezTo>
                  <a:pt x="6971" y="5810"/>
                  <a:pt x="6993" y="5832"/>
                  <a:pt x="6993" y="5858"/>
                </a:cubicBezTo>
                <a:close/>
                <a:moveTo>
                  <a:pt x="7130" y="6121"/>
                </a:moveTo>
                <a:cubicBezTo>
                  <a:pt x="7130" y="6143"/>
                  <a:pt x="7112" y="6160"/>
                  <a:pt x="7091" y="6160"/>
                </a:cubicBezTo>
                <a:cubicBezTo>
                  <a:pt x="7070" y="6160"/>
                  <a:pt x="7052" y="6143"/>
                  <a:pt x="7052" y="6121"/>
                </a:cubicBezTo>
                <a:cubicBezTo>
                  <a:pt x="7052" y="6100"/>
                  <a:pt x="7070" y="6083"/>
                  <a:pt x="7091" y="6083"/>
                </a:cubicBezTo>
                <a:cubicBezTo>
                  <a:pt x="7112" y="6083"/>
                  <a:pt x="7130" y="6100"/>
                  <a:pt x="7130" y="6121"/>
                </a:cubicBezTo>
                <a:close/>
                <a:moveTo>
                  <a:pt x="531" y="836"/>
                </a:moveTo>
                <a:cubicBezTo>
                  <a:pt x="531" y="870"/>
                  <a:pt x="503" y="897"/>
                  <a:pt x="470" y="897"/>
                </a:cubicBezTo>
                <a:cubicBezTo>
                  <a:pt x="436" y="897"/>
                  <a:pt x="409" y="870"/>
                  <a:pt x="409" y="836"/>
                </a:cubicBezTo>
                <a:cubicBezTo>
                  <a:pt x="409" y="802"/>
                  <a:pt x="436" y="775"/>
                  <a:pt x="470" y="775"/>
                </a:cubicBezTo>
                <a:cubicBezTo>
                  <a:pt x="503" y="775"/>
                  <a:pt x="531" y="802"/>
                  <a:pt x="531" y="836"/>
                </a:cubicBezTo>
                <a:close/>
                <a:moveTo>
                  <a:pt x="5662" y="4455"/>
                </a:moveTo>
                <a:cubicBezTo>
                  <a:pt x="5662" y="4493"/>
                  <a:pt x="5631" y="4524"/>
                  <a:pt x="5593" y="4524"/>
                </a:cubicBezTo>
                <a:cubicBezTo>
                  <a:pt x="5555" y="4524"/>
                  <a:pt x="5524" y="4493"/>
                  <a:pt x="5524" y="4455"/>
                </a:cubicBezTo>
                <a:cubicBezTo>
                  <a:pt x="5524" y="4417"/>
                  <a:pt x="5555" y="4386"/>
                  <a:pt x="5593" y="4386"/>
                </a:cubicBezTo>
                <a:cubicBezTo>
                  <a:pt x="5631" y="4386"/>
                  <a:pt x="5662" y="4417"/>
                  <a:pt x="5662" y="4455"/>
                </a:cubicBezTo>
                <a:close/>
                <a:moveTo>
                  <a:pt x="1354" y="3745"/>
                </a:moveTo>
                <a:cubicBezTo>
                  <a:pt x="1354" y="3772"/>
                  <a:pt x="1331" y="3795"/>
                  <a:pt x="1304" y="3795"/>
                </a:cubicBezTo>
                <a:cubicBezTo>
                  <a:pt x="1276" y="3795"/>
                  <a:pt x="1254" y="3772"/>
                  <a:pt x="1254" y="3745"/>
                </a:cubicBezTo>
                <a:cubicBezTo>
                  <a:pt x="1254" y="3717"/>
                  <a:pt x="1276" y="3695"/>
                  <a:pt x="1304" y="3695"/>
                </a:cubicBezTo>
                <a:cubicBezTo>
                  <a:pt x="1331" y="3695"/>
                  <a:pt x="1354" y="3717"/>
                  <a:pt x="1354" y="3745"/>
                </a:cubicBezTo>
                <a:close/>
                <a:moveTo>
                  <a:pt x="4708" y="3154"/>
                </a:moveTo>
                <a:cubicBezTo>
                  <a:pt x="4708" y="3182"/>
                  <a:pt x="4684" y="3205"/>
                  <a:pt x="4656" y="3205"/>
                </a:cubicBezTo>
                <a:cubicBezTo>
                  <a:pt x="4627" y="3205"/>
                  <a:pt x="4604" y="3182"/>
                  <a:pt x="4604" y="3154"/>
                </a:cubicBezTo>
                <a:cubicBezTo>
                  <a:pt x="4604" y="3125"/>
                  <a:pt x="4627" y="3102"/>
                  <a:pt x="4656" y="3102"/>
                </a:cubicBezTo>
                <a:cubicBezTo>
                  <a:pt x="4684" y="3102"/>
                  <a:pt x="4708" y="3125"/>
                  <a:pt x="4708" y="3154"/>
                </a:cubicBezTo>
                <a:close/>
                <a:moveTo>
                  <a:pt x="7812" y="3250"/>
                </a:moveTo>
                <a:cubicBezTo>
                  <a:pt x="7812" y="3284"/>
                  <a:pt x="7784" y="3312"/>
                  <a:pt x="7749" y="3312"/>
                </a:cubicBezTo>
                <a:cubicBezTo>
                  <a:pt x="7714" y="3312"/>
                  <a:pt x="7686" y="3284"/>
                  <a:pt x="7686" y="3250"/>
                </a:cubicBezTo>
                <a:cubicBezTo>
                  <a:pt x="7686" y="3215"/>
                  <a:pt x="7714" y="3187"/>
                  <a:pt x="7749" y="3187"/>
                </a:cubicBezTo>
                <a:cubicBezTo>
                  <a:pt x="7784" y="3187"/>
                  <a:pt x="7812" y="3215"/>
                  <a:pt x="7812" y="3250"/>
                </a:cubicBezTo>
                <a:close/>
                <a:moveTo>
                  <a:pt x="3583" y="5677"/>
                </a:moveTo>
                <a:cubicBezTo>
                  <a:pt x="3583" y="5707"/>
                  <a:pt x="3560" y="5730"/>
                  <a:pt x="3530" y="5730"/>
                </a:cubicBezTo>
                <a:cubicBezTo>
                  <a:pt x="3501" y="5730"/>
                  <a:pt x="3477" y="5707"/>
                  <a:pt x="3477" y="5677"/>
                </a:cubicBezTo>
                <a:cubicBezTo>
                  <a:pt x="3477" y="5648"/>
                  <a:pt x="3501" y="5624"/>
                  <a:pt x="3530" y="5624"/>
                </a:cubicBezTo>
                <a:cubicBezTo>
                  <a:pt x="3560" y="5624"/>
                  <a:pt x="3583" y="5648"/>
                  <a:pt x="3583" y="5677"/>
                </a:cubicBezTo>
                <a:close/>
                <a:moveTo>
                  <a:pt x="6962" y="3183"/>
                </a:moveTo>
                <a:cubicBezTo>
                  <a:pt x="6962" y="3215"/>
                  <a:pt x="6936" y="3241"/>
                  <a:pt x="6904" y="3241"/>
                </a:cubicBezTo>
                <a:cubicBezTo>
                  <a:pt x="6872" y="3241"/>
                  <a:pt x="6846" y="3215"/>
                  <a:pt x="6846" y="3183"/>
                </a:cubicBezTo>
                <a:cubicBezTo>
                  <a:pt x="6846" y="3151"/>
                  <a:pt x="6872" y="3125"/>
                  <a:pt x="6904" y="3125"/>
                </a:cubicBezTo>
                <a:cubicBezTo>
                  <a:pt x="6936" y="3125"/>
                  <a:pt x="6962" y="3151"/>
                  <a:pt x="6962" y="3183"/>
                </a:cubicBezTo>
                <a:close/>
                <a:moveTo>
                  <a:pt x="4590" y="4391"/>
                </a:moveTo>
                <a:cubicBezTo>
                  <a:pt x="4590" y="4425"/>
                  <a:pt x="4561" y="4454"/>
                  <a:pt x="4527" y="4454"/>
                </a:cubicBezTo>
                <a:cubicBezTo>
                  <a:pt x="4492" y="4454"/>
                  <a:pt x="4464" y="4425"/>
                  <a:pt x="4464" y="4391"/>
                </a:cubicBezTo>
                <a:cubicBezTo>
                  <a:pt x="4464" y="4356"/>
                  <a:pt x="4492" y="4328"/>
                  <a:pt x="4527" y="4328"/>
                </a:cubicBezTo>
                <a:cubicBezTo>
                  <a:pt x="4561" y="4328"/>
                  <a:pt x="4590" y="4356"/>
                  <a:pt x="4590" y="4391"/>
                </a:cubicBezTo>
                <a:close/>
                <a:moveTo>
                  <a:pt x="210" y="2951"/>
                </a:moveTo>
                <a:cubicBezTo>
                  <a:pt x="210" y="2975"/>
                  <a:pt x="191" y="2994"/>
                  <a:pt x="167" y="2994"/>
                </a:cubicBezTo>
                <a:cubicBezTo>
                  <a:pt x="143" y="2994"/>
                  <a:pt x="124" y="2975"/>
                  <a:pt x="124" y="2951"/>
                </a:cubicBezTo>
                <a:cubicBezTo>
                  <a:pt x="124" y="2928"/>
                  <a:pt x="143" y="2908"/>
                  <a:pt x="167" y="2908"/>
                </a:cubicBezTo>
                <a:cubicBezTo>
                  <a:pt x="191" y="2908"/>
                  <a:pt x="210" y="2928"/>
                  <a:pt x="210" y="2951"/>
                </a:cubicBezTo>
                <a:close/>
                <a:moveTo>
                  <a:pt x="856" y="411"/>
                </a:moveTo>
                <a:cubicBezTo>
                  <a:pt x="856" y="444"/>
                  <a:pt x="829" y="471"/>
                  <a:pt x="796" y="471"/>
                </a:cubicBezTo>
                <a:cubicBezTo>
                  <a:pt x="763" y="471"/>
                  <a:pt x="737" y="444"/>
                  <a:pt x="737" y="411"/>
                </a:cubicBezTo>
                <a:cubicBezTo>
                  <a:pt x="737" y="378"/>
                  <a:pt x="763" y="351"/>
                  <a:pt x="796" y="351"/>
                </a:cubicBezTo>
                <a:cubicBezTo>
                  <a:pt x="829" y="351"/>
                  <a:pt x="856" y="378"/>
                  <a:pt x="856" y="411"/>
                </a:cubicBezTo>
                <a:close/>
                <a:moveTo>
                  <a:pt x="440" y="4146"/>
                </a:moveTo>
                <a:cubicBezTo>
                  <a:pt x="440" y="4164"/>
                  <a:pt x="425" y="4178"/>
                  <a:pt x="407" y="4178"/>
                </a:cubicBezTo>
                <a:cubicBezTo>
                  <a:pt x="389" y="4178"/>
                  <a:pt x="375" y="4164"/>
                  <a:pt x="375" y="4146"/>
                </a:cubicBezTo>
                <a:cubicBezTo>
                  <a:pt x="375" y="4128"/>
                  <a:pt x="389" y="4113"/>
                  <a:pt x="407" y="4113"/>
                </a:cubicBezTo>
                <a:cubicBezTo>
                  <a:pt x="425" y="4113"/>
                  <a:pt x="440" y="4128"/>
                  <a:pt x="440" y="4146"/>
                </a:cubicBezTo>
                <a:close/>
                <a:moveTo>
                  <a:pt x="1759" y="2828"/>
                </a:moveTo>
                <a:cubicBezTo>
                  <a:pt x="1759" y="2860"/>
                  <a:pt x="1732" y="2886"/>
                  <a:pt x="1700" y="2886"/>
                </a:cubicBezTo>
                <a:cubicBezTo>
                  <a:pt x="1667" y="2886"/>
                  <a:pt x="1641" y="2860"/>
                  <a:pt x="1641" y="2828"/>
                </a:cubicBezTo>
                <a:cubicBezTo>
                  <a:pt x="1641" y="2795"/>
                  <a:pt x="1667" y="2769"/>
                  <a:pt x="1700" y="2769"/>
                </a:cubicBezTo>
                <a:cubicBezTo>
                  <a:pt x="1732" y="2769"/>
                  <a:pt x="1759" y="2795"/>
                  <a:pt x="1759" y="2828"/>
                </a:cubicBezTo>
                <a:close/>
                <a:moveTo>
                  <a:pt x="7093" y="2698"/>
                </a:moveTo>
                <a:cubicBezTo>
                  <a:pt x="7093" y="2726"/>
                  <a:pt x="7071" y="2749"/>
                  <a:pt x="7043" y="2749"/>
                </a:cubicBezTo>
                <a:cubicBezTo>
                  <a:pt x="7015" y="2749"/>
                  <a:pt x="6993" y="2726"/>
                  <a:pt x="6993" y="2698"/>
                </a:cubicBezTo>
                <a:cubicBezTo>
                  <a:pt x="6993" y="2670"/>
                  <a:pt x="7015" y="2648"/>
                  <a:pt x="7043" y="2648"/>
                </a:cubicBezTo>
                <a:cubicBezTo>
                  <a:pt x="7071" y="2648"/>
                  <a:pt x="7093" y="2670"/>
                  <a:pt x="7093" y="2698"/>
                </a:cubicBezTo>
                <a:close/>
                <a:moveTo>
                  <a:pt x="6352" y="360"/>
                </a:moveTo>
                <a:cubicBezTo>
                  <a:pt x="6352" y="385"/>
                  <a:pt x="6331" y="406"/>
                  <a:pt x="6306" y="406"/>
                </a:cubicBezTo>
                <a:cubicBezTo>
                  <a:pt x="6280" y="406"/>
                  <a:pt x="6259" y="385"/>
                  <a:pt x="6259" y="360"/>
                </a:cubicBezTo>
                <a:cubicBezTo>
                  <a:pt x="6259" y="334"/>
                  <a:pt x="6280" y="313"/>
                  <a:pt x="6306" y="313"/>
                </a:cubicBezTo>
                <a:cubicBezTo>
                  <a:pt x="6331" y="313"/>
                  <a:pt x="6352" y="334"/>
                  <a:pt x="6352" y="360"/>
                </a:cubicBezTo>
                <a:close/>
                <a:moveTo>
                  <a:pt x="4891" y="128"/>
                </a:moveTo>
                <a:cubicBezTo>
                  <a:pt x="4891" y="156"/>
                  <a:pt x="4868" y="179"/>
                  <a:pt x="4840" y="179"/>
                </a:cubicBezTo>
                <a:cubicBezTo>
                  <a:pt x="4812" y="179"/>
                  <a:pt x="4789" y="156"/>
                  <a:pt x="4789" y="128"/>
                </a:cubicBezTo>
                <a:cubicBezTo>
                  <a:pt x="4789" y="100"/>
                  <a:pt x="4812" y="77"/>
                  <a:pt x="4840" y="77"/>
                </a:cubicBezTo>
                <a:cubicBezTo>
                  <a:pt x="4868" y="77"/>
                  <a:pt x="4891" y="100"/>
                  <a:pt x="4891" y="128"/>
                </a:cubicBezTo>
                <a:close/>
                <a:moveTo>
                  <a:pt x="5088" y="4426"/>
                </a:moveTo>
                <a:cubicBezTo>
                  <a:pt x="5088" y="4446"/>
                  <a:pt x="5072" y="4461"/>
                  <a:pt x="5053" y="4461"/>
                </a:cubicBezTo>
                <a:cubicBezTo>
                  <a:pt x="5033" y="4461"/>
                  <a:pt x="5018" y="4446"/>
                  <a:pt x="5018" y="4426"/>
                </a:cubicBezTo>
                <a:cubicBezTo>
                  <a:pt x="5018" y="4407"/>
                  <a:pt x="5033" y="4391"/>
                  <a:pt x="5053" y="4391"/>
                </a:cubicBezTo>
                <a:cubicBezTo>
                  <a:pt x="5072" y="4391"/>
                  <a:pt x="5088" y="4407"/>
                  <a:pt x="5088" y="4426"/>
                </a:cubicBezTo>
                <a:close/>
                <a:moveTo>
                  <a:pt x="8193" y="4055"/>
                </a:moveTo>
                <a:cubicBezTo>
                  <a:pt x="8193" y="4079"/>
                  <a:pt x="8174" y="4098"/>
                  <a:pt x="8150" y="4098"/>
                </a:cubicBezTo>
                <a:cubicBezTo>
                  <a:pt x="8125" y="4098"/>
                  <a:pt x="8106" y="4079"/>
                  <a:pt x="8106" y="4055"/>
                </a:cubicBezTo>
                <a:cubicBezTo>
                  <a:pt x="8106" y="4030"/>
                  <a:pt x="8125" y="4011"/>
                  <a:pt x="8150" y="4011"/>
                </a:cubicBezTo>
                <a:cubicBezTo>
                  <a:pt x="8174" y="4011"/>
                  <a:pt x="8193" y="4030"/>
                  <a:pt x="8193" y="4055"/>
                </a:cubicBezTo>
                <a:close/>
                <a:moveTo>
                  <a:pt x="405" y="5214"/>
                </a:moveTo>
                <a:cubicBezTo>
                  <a:pt x="405" y="5245"/>
                  <a:pt x="380" y="5270"/>
                  <a:pt x="349" y="5270"/>
                </a:cubicBezTo>
                <a:cubicBezTo>
                  <a:pt x="318" y="5270"/>
                  <a:pt x="293" y="5245"/>
                  <a:pt x="293" y="5214"/>
                </a:cubicBezTo>
                <a:cubicBezTo>
                  <a:pt x="293" y="5184"/>
                  <a:pt x="318" y="5158"/>
                  <a:pt x="349" y="5158"/>
                </a:cubicBezTo>
                <a:cubicBezTo>
                  <a:pt x="380" y="5158"/>
                  <a:pt x="405" y="5184"/>
                  <a:pt x="405" y="5214"/>
                </a:cubicBezTo>
                <a:close/>
                <a:moveTo>
                  <a:pt x="9940" y="6104"/>
                </a:moveTo>
                <a:cubicBezTo>
                  <a:pt x="9940" y="6126"/>
                  <a:pt x="9922" y="6144"/>
                  <a:pt x="9900" y="6144"/>
                </a:cubicBezTo>
                <a:cubicBezTo>
                  <a:pt x="9878" y="6144"/>
                  <a:pt x="9860" y="6126"/>
                  <a:pt x="9860" y="6104"/>
                </a:cubicBezTo>
                <a:cubicBezTo>
                  <a:pt x="9860" y="6082"/>
                  <a:pt x="9878" y="6064"/>
                  <a:pt x="9900" y="6064"/>
                </a:cubicBezTo>
                <a:cubicBezTo>
                  <a:pt x="9922" y="6064"/>
                  <a:pt x="9940" y="6082"/>
                  <a:pt x="9940" y="6104"/>
                </a:cubicBezTo>
                <a:close/>
                <a:moveTo>
                  <a:pt x="6268" y="3095"/>
                </a:moveTo>
                <a:cubicBezTo>
                  <a:pt x="6268" y="3128"/>
                  <a:pt x="6240" y="3156"/>
                  <a:pt x="6207" y="3156"/>
                </a:cubicBezTo>
                <a:cubicBezTo>
                  <a:pt x="6173" y="3156"/>
                  <a:pt x="6145" y="3128"/>
                  <a:pt x="6145" y="3095"/>
                </a:cubicBezTo>
                <a:cubicBezTo>
                  <a:pt x="6145" y="3061"/>
                  <a:pt x="6173" y="3033"/>
                  <a:pt x="6207" y="3033"/>
                </a:cubicBezTo>
                <a:cubicBezTo>
                  <a:pt x="6240" y="3033"/>
                  <a:pt x="6268" y="3061"/>
                  <a:pt x="6268" y="3095"/>
                </a:cubicBezTo>
                <a:close/>
                <a:moveTo>
                  <a:pt x="4252" y="3519"/>
                </a:moveTo>
                <a:cubicBezTo>
                  <a:pt x="4252" y="3537"/>
                  <a:pt x="4238" y="3552"/>
                  <a:pt x="4220" y="3552"/>
                </a:cubicBezTo>
                <a:cubicBezTo>
                  <a:pt x="4202" y="3552"/>
                  <a:pt x="4188" y="3537"/>
                  <a:pt x="4188" y="3519"/>
                </a:cubicBezTo>
                <a:cubicBezTo>
                  <a:pt x="4188" y="3502"/>
                  <a:pt x="4202" y="3487"/>
                  <a:pt x="4220" y="3487"/>
                </a:cubicBezTo>
                <a:cubicBezTo>
                  <a:pt x="4238" y="3487"/>
                  <a:pt x="4252" y="3502"/>
                  <a:pt x="4252" y="3519"/>
                </a:cubicBezTo>
                <a:close/>
                <a:moveTo>
                  <a:pt x="9254" y="389"/>
                </a:moveTo>
                <a:cubicBezTo>
                  <a:pt x="9254" y="416"/>
                  <a:pt x="9232" y="438"/>
                  <a:pt x="9205" y="438"/>
                </a:cubicBezTo>
                <a:cubicBezTo>
                  <a:pt x="9178" y="438"/>
                  <a:pt x="9157" y="416"/>
                  <a:pt x="9157" y="389"/>
                </a:cubicBezTo>
                <a:cubicBezTo>
                  <a:pt x="9157" y="362"/>
                  <a:pt x="9178" y="340"/>
                  <a:pt x="9205" y="340"/>
                </a:cubicBezTo>
                <a:cubicBezTo>
                  <a:pt x="9232" y="340"/>
                  <a:pt x="9254" y="362"/>
                  <a:pt x="9254" y="389"/>
                </a:cubicBezTo>
                <a:close/>
                <a:moveTo>
                  <a:pt x="8132" y="1407"/>
                </a:moveTo>
                <a:cubicBezTo>
                  <a:pt x="8132" y="1430"/>
                  <a:pt x="8114" y="1448"/>
                  <a:pt x="8091" y="1448"/>
                </a:cubicBezTo>
                <a:cubicBezTo>
                  <a:pt x="8068" y="1448"/>
                  <a:pt x="8049" y="1430"/>
                  <a:pt x="8049" y="1407"/>
                </a:cubicBezTo>
                <a:cubicBezTo>
                  <a:pt x="8049" y="1384"/>
                  <a:pt x="8068" y="1366"/>
                  <a:pt x="8091" y="1366"/>
                </a:cubicBezTo>
                <a:cubicBezTo>
                  <a:pt x="8114" y="1366"/>
                  <a:pt x="8132" y="1384"/>
                  <a:pt x="8132" y="1407"/>
                </a:cubicBezTo>
                <a:close/>
                <a:moveTo>
                  <a:pt x="6573" y="595"/>
                </a:moveTo>
                <a:cubicBezTo>
                  <a:pt x="6573" y="623"/>
                  <a:pt x="6550" y="645"/>
                  <a:pt x="6523" y="645"/>
                </a:cubicBezTo>
                <a:cubicBezTo>
                  <a:pt x="6495" y="645"/>
                  <a:pt x="6473" y="623"/>
                  <a:pt x="6473" y="595"/>
                </a:cubicBezTo>
                <a:cubicBezTo>
                  <a:pt x="6473" y="567"/>
                  <a:pt x="6495" y="545"/>
                  <a:pt x="6523" y="545"/>
                </a:cubicBezTo>
                <a:cubicBezTo>
                  <a:pt x="6550" y="545"/>
                  <a:pt x="6573" y="567"/>
                  <a:pt x="6573" y="595"/>
                </a:cubicBezTo>
                <a:close/>
                <a:moveTo>
                  <a:pt x="9877" y="1728"/>
                </a:moveTo>
                <a:cubicBezTo>
                  <a:pt x="9877" y="1761"/>
                  <a:pt x="9850" y="1787"/>
                  <a:pt x="9817" y="1787"/>
                </a:cubicBezTo>
                <a:cubicBezTo>
                  <a:pt x="9785" y="1787"/>
                  <a:pt x="9758" y="1761"/>
                  <a:pt x="9758" y="1728"/>
                </a:cubicBezTo>
                <a:cubicBezTo>
                  <a:pt x="9758" y="1695"/>
                  <a:pt x="9785" y="1669"/>
                  <a:pt x="9817" y="1669"/>
                </a:cubicBezTo>
                <a:cubicBezTo>
                  <a:pt x="9850" y="1669"/>
                  <a:pt x="9877" y="1695"/>
                  <a:pt x="9877" y="1728"/>
                </a:cubicBezTo>
                <a:close/>
                <a:moveTo>
                  <a:pt x="5153" y="2647"/>
                </a:moveTo>
                <a:cubicBezTo>
                  <a:pt x="5153" y="2674"/>
                  <a:pt x="5130" y="2696"/>
                  <a:pt x="5103" y="2696"/>
                </a:cubicBezTo>
                <a:cubicBezTo>
                  <a:pt x="5075" y="2696"/>
                  <a:pt x="5053" y="2674"/>
                  <a:pt x="5053" y="2647"/>
                </a:cubicBezTo>
                <a:cubicBezTo>
                  <a:pt x="5053" y="2619"/>
                  <a:pt x="5075" y="2597"/>
                  <a:pt x="5103" y="2597"/>
                </a:cubicBezTo>
                <a:cubicBezTo>
                  <a:pt x="5130" y="2597"/>
                  <a:pt x="5153" y="2619"/>
                  <a:pt x="5153" y="2647"/>
                </a:cubicBezTo>
                <a:close/>
                <a:moveTo>
                  <a:pt x="9831" y="875"/>
                </a:moveTo>
                <a:cubicBezTo>
                  <a:pt x="9831" y="905"/>
                  <a:pt x="9807" y="929"/>
                  <a:pt x="9778" y="929"/>
                </a:cubicBezTo>
                <a:cubicBezTo>
                  <a:pt x="9748" y="929"/>
                  <a:pt x="9725" y="905"/>
                  <a:pt x="9725" y="875"/>
                </a:cubicBezTo>
                <a:cubicBezTo>
                  <a:pt x="9725" y="846"/>
                  <a:pt x="9748" y="822"/>
                  <a:pt x="9778" y="822"/>
                </a:cubicBezTo>
                <a:cubicBezTo>
                  <a:pt x="9807" y="822"/>
                  <a:pt x="9831" y="846"/>
                  <a:pt x="9831" y="875"/>
                </a:cubicBezTo>
                <a:close/>
                <a:moveTo>
                  <a:pt x="3606" y="898"/>
                </a:moveTo>
                <a:cubicBezTo>
                  <a:pt x="3606" y="921"/>
                  <a:pt x="3587" y="940"/>
                  <a:pt x="3564" y="940"/>
                </a:cubicBezTo>
                <a:cubicBezTo>
                  <a:pt x="3540" y="940"/>
                  <a:pt x="3521" y="921"/>
                  <a:pt x="3521" y="898"/>
                </a:cubicBezTo>
                <a:cubicBezTo>
                  <a:pt x="3521" y="874"/>
                  <a:pt x="3540" y="855"/>
                  <a:pt x="3564" y="855"/>
                </a:cubicBezTo>
                <a:cubicBezTo>
                  <a:pt x="3587" y="855"/>
                  <a:pt x="3606" y="874"/>
                  <a:pt x="3606" y="898"/>
                </a:cubicBezTo>
                <a:close/>
                <a:moveTo>
                  <a:pt x="8898" y="2922"/>
                </a:moveTo>
                <a:cubicBezTo>
                  <a:pt x="8898" y="2948"/>
                  <a:pt x="8876" y="2970"/>
                  <a:pt x="8850" y="2970"/>
                </a:cubicBezTo>
                <a:cubicBezTo>
                  <a:pt x="8823" y="2970"/>
                  <a:pt x="8802" y="2948"/>
                  <a:pt x="8802" y="2922"/>
                </a:cubicBezTo>
                <a:cubicBezTo>
                  <a:pt x="8802" y="2895"/>
                  <a:pt x="8823" y="2874"/>
                  <a:pt x="8850" y="2874"/>
                </a:cubicBezTo>
                <a:cubicBezTo>
                  <a:pt x="8876" y="2874"/>
                  <a:pt x="8898" y="2895"/>
                  <a:pt x="8898" y="2922"/>
                </a:cubicBezTo>
                <a:close/>
                <a:moveTo>
                  <a:pt x="9569" y="284"/>
                </a:moveTo>
                <a:cubicBezTo>
                  <a:pt x="9569" y="314"/>
                  <a:pt x="9545" y="338"/>
                  <a:pt x="9516" y="338"/>
                </a:cubicBezTo>
                <a:cubicBezTo>
                  <a:pt x="9486" y="338"/>
                  <a:pt x="9463" y="314"/>
                  <a:pt x="9463" y="284"/>
                </a:cubicBezTo>
                <a:cubicBezTo>
                  <a:pt x="9463" y="255"/>
                  <a:pt x="9486" y="231"/>
                  <a:pt x="9516" y="231"/>
                </a:cubicBezTo>
                <a:cubicBezTo>
                  <a:pt x="9545" y="231"/>
                  <a:pt x="9569" y="255"/>
                  <a:pt x="9569" y="284"/>
                </a:cubicBezTo>
                <a:close/>
                <a:moveTo>
                  <a:pt x="9132" y="6229"/>
                </a:moveTo>
                <a:cubicBezTo>
                  <a:pt x="9132" y="6252"/>
                  <a:pt x="9113" y="6272"/>
                  <a:pt x="9089" y="6272"/>
                </a:cubicBezTo>
                <a:cubicBezTo>
                  <a:pt x="9066" y="6272"/>
                  <a:pt x="9047" y="6252"/>
                  <a:pt x="9047" y="6229"/>
                </a:cubicBezTo>
                <a:cubicBezTo>
                  <a:pt x="9047" y="6205"/>
                  <a:pt x="9066" y="6186"/>
                  <a:pt x="9089" y="6186"/>
                </a:cubicBezTo>
                <a:cubicBezTo>
                  <a:pt x="9113" y="6186"/>
                  <a:pt x="9132" y="6205"/>
                  <a:pt x="9132" y="6229"/>
                </a:cubicBezTo>
                <a:close/>
                <a:moveTo>
                  <a:pt x="3147" y="4589"/>
                </a:moveTo>
                <a:cubicBezTo>
                  <a:pt x="3147" y="4616"/>
                  <a:pt x="3126" y="4638"/>
                  <a:pt x="3099" y="4638"/>
                </a:cubicBezTo>
                <a:cubicBezTo>
                  <a:pt x="3072" y="4638"/>
                  <a:pt x="3050" y="4616"/>
                  <a:pt x="3050" y="4589"/>
                </a:cubicBezTo>
                <a:cubicBezTo>
                  <a:pt x="3050" y="4562"/>
                  <a:pt x="3072" y="4541"/>
                  <a:pt x="3099" y="4541"/>
                </a:cubicBezTo>
                <a:cubicBezTo>
                  <a:pt x="3126" y="4541"/>
                  <a:pt x="3147" y="4562"/>
                  <a:pt x="3147" y="4589"/>
                </a:cubicBezTo>
                <a:close/>
                <a:moveTo>
                  <a:pt x="661" y="933"/>
                </a:moveTo>
                <a:cubicBezTo>
                  <a:pt x="661" y="968"/>
                  <a:pt x="633" y="997"/>
                  <a:pt x="597" y="997"/>
                </a:cubicBezTo>
                <a:cubicBezTo>
                  <a:pt x="561" y="997"/>
                  <a:pt x="532" y="968"/>
                  <a:pt x="532" y="933"/>
                </a:cubicBezTo>
                <a:cubicBezTo>
                  <a:pt x="532" y="897"/>
                  <a:pt x="561" y="868"/>
                  <a:pt x="597" y="868"/>
                </a:cubicBezTo>
                <a:cubicBezTo>
                  <a:pt x="633" y="868"/>
                  <a:pt x="661" y="897"/>
                  <a:pt x="661" y="933"/>
                </a:cubicBezTo>
                <a:close/>
                <a:moveTo>
                  <a:pt x="5647" y="5465"/>
                </a:moveTo>
                <a:cubicBezTo>
                  <a:pt x="5647" y="5499"/>
                  <a:pt x="5620" y="5527"/>
                  <a:pt x="5585" y="5527"/>
                </a:cubicBezTo>
                <a:cubicBezTo>
                  <a:pt x="5551" y="5527"/>
                  <a:pt x="5523" y="5499"/>
                  <a:pt x="5523" y="5465"/>
                </a:cubicBezTo>
                <a:cubicBezTo>
                  <a:pt x="5523" y="5430"/>
                  <a:pt x="5551" y="5403"/>
                  <a:pt x="5585" y="5403"/>
                </a:cubicBezTo>
                <a:cubicBezTo>
                  <a:pt x="5620" y="5403"/>
                  <a:pt x="5647" y="5430"/>
                  <a:pt x="5647" y="5465"/>
                </a:cubicBezTo>
                <a:close/>
                <a:moveTo>
                  <a:pt x="3109" y="2597"/>
                </a:moveTo>
                <a:cubicBezTo>
                  <a:pt x="3109" y="2622"/>
                  <a:pt x="3088" y="2643"/>
                  <a:pt x="3062" y="2643"/>
                </a:cubicBezTo>
                <a:cubicBezTo>
                  <a:pt x="3037" y="2643"/>
                  <a:pt x="3016" y="2622"/>
                  <a:pt x="3016" y="2597"/>
                </a:cubicBezTo>
                <a:cubicBezTo>
                  <a:pt x="3016" y="2571"/>
                  <a:pt x="3037" y="2550"/>
                  <a:pt x="3062" y="2550"/>
                </a:cubicBezTo>
                <a:cubicBezTo>
                  <a:pt x="3088" y="2550"/>
                  <a:pt x="3109" y="2571"/>
                  <a:pt x="3109" y="2597"/>
                </a:cubicBezTo>
                <a:close/>
                <a:moveTo>
                  <a:pt x="4847" y="1657"/>
                </a:moveTo>
                <a:cubicBezTo>
                  <a:pt x="4847" y="1682"/>
                  <a:pt x="4827" y="1702"/>
                  <a:pt x="4803" y="1702"/>
                </a:cubicBezTo>
                <a:cubicBezTo>
                  <a:pt x="4778" y="1702"/>
                  <a:pt x="4758" y="1682"/>
                  <a:pt x="4758" y="1657"/>
                </a:cubicBezTo>
                <a:cubicBezTo>
                  <a:pt x="4758" y="1632"/>
                  <a:pt x="4778" y="1612"/>
                  <a:pt x="4803" y="1612"/>
                </a:cubicBezTo>
                <a:cubicBezTo>
                  <a:pt x="4827" y="1612"/>
                  <a:pt x="4847" y="1632"/>
                  <a:pt x="4847" y="1657"/>
                </a:cubicBezTo>
                <a:close/>
                <a:moveTo>
                  <a:pt x="2569" y="2237"/>
                </a:moveTo>
                <a:cubicBezTo>
                  <a:pt x="2569" y="2268"/>
                  <a:pt x="2543" y="2293"/>
                  <a:pt x="2512" y="2293"/>
                </a:cubicBezTo>
                <a:cubicBezTo>
                  <a:pt x="2481" y="2293"/>
                  <a:pt x="2456" y="2268"/>
                  <a:pt x="2456" y="2237"/>
                </a:cubicBezTo>
                <a:cubicBezTo>
                  <a:pt x="2456" y="2206"/>
                  <a:pt x="2481" y="2181"/>
                  <a:pt x="2512" y="2181"/>
                </a:cubicBezTo>
                <a:cubicBezTo>
                  <a:pt x="2543" y="2181"/>
                  <a:pt x="2569" y="2206"/>
                  <a:pt x="2569" y="2237"/>
                </a:cubicBezTo>
                <a:close/>
                <a:moveTo>
                  <a:pt x="4672" y="409"/>
                </a:moveTo>
                <a:cubicBezTo>
                  <a:pt x="4672" y="439"/>
                  <a:pt x="4648" y="463"/>
                  <a:pt x="4618" y="463"/>
                </a:cubicBezTo>
                <a:cubicBezTo>
                  <a:pt x="4588" y="463"/>
                  <a:pt x="4564" y="439"/>
                  <a:pt x="4564" y="409"/>
                </a:cubicBezTo>
                <a:cubicBezTo>
                  <a:pt x="4564" y="379"/>
                  <a:pt x="4588" y="355"/>
                  <a:pt x="4618" y="355"/>
                </a:cubicBezTo>
                <a:cubicBezTo>
                  <a:pt x="4648" y="355"/>
                  <a:pt x="4672" y="379"/>
                  <a:pt x="4672" y="409"/>
                </a:cubicBezTo>
                <a:close/>
                <a:moveTo>
                  <a:pt x="9287" y="5923"/>
                </a:moveTo>
                <a:cubicBezTo>
                  <a:pt x="9287" y="5957"/>
                  <a:pt x="9259" y="5985"/>
                  <a:pt x="9225" y="5985"/>
                </a:cubicBezTo>
                <a:cubicBezTo>
                  <a:pt x="9190" y="5985"/>
                  <a:pt x="9163" y="5957"/>
                  <a:pt x="9163" y="5923"/>
                </a:cubicBezTo>
                <a:cubicBezTo>
                  <a:pt x="9163" y="5888"/>
                  <a:pt x="9190" y="5860"/>
                  <a:pt x="9225" y="5860"/>
                </a:cubicBezTo>
                <a:cubicBezTo>
                  <a:pt x="9259" y="5860"/>
                  <a:pt x="9287" y="5888"/>
                  <a:pt x="9287" y="5923"/>
                </a:cubicBezTo>
                <a:close/>
                <a:moveTo>
                  <a:pt x="8718" y="1181"/>
                </a:moveTo>
                <a:cubicBezTo>
                  <a:pt x="8718" y="1215"/>
                  <a:pt x="8690" y="1243"/>
                  <a:pt x="8656" y="1243"/>
                </a:cubicBezTo>
                <a:cubicBezTo>
                  <a:pt x="8621" y="1243"/>
                  <a:pt x="8593" y="1215"/>
                  <a:pt x="8593" y="1181"/>
                </a:cubicBezTo>
                <a:cubicBezTo>
                  <a:pt x="8593" y="1146"/>
                  <a:pt x="8621" y="1119"/>
                  <a:pt x="8656" y="1119"/>
                </a:cubicBezTo>
                <a:cubicBezTo>
                  <a:pt x="8690" y="1119"/>
                  <a:pt x="8718" y="1146"/>
                  <a:pt x="8718" y="1181"/>
                </a:cubicBezTo>
                <a:close/>
                <a:moveTo>
                  <a:pt x="3614" y="1954"/>
                </a:moveTo>
                <a:cubicBezTo>
                  <a:pt x="3614" y="1980"/>
                  <a:pt x="3593" y="2000"/>
                  <a:pt x="3568" y="2000"/>
                </a:cubicBezTo>
                <a:cubicBezTo>
                  <a:pt x="3543" y="2000"/>
                  <a:pt x="3522" y="1980"/>
                  <a:pt x="3522" y="1954"/>
                </a:cubicBezTo>
                <a:cubicBezTo>
                  <a:pt x="3522" y="1929"/>
                  <a:pt x="3543" y="1908"/>
                  <a:pt x="3568" y="1908"/>
                </a:cubicBezTo>
                <a:cubicBezTo>
                  <a:pt x="3593" y="1908"/>
                  <a:pt x="3614" y="1929"/>
                  <a:pt x="3614" y="1954"/>
                </a:cubicBezTo>
                <a:close/>
                <a:moveTo>
                  <a:pt x="9316" y="4456"/>
                </a:moveTo>
                <a:cubicBezTo>
                  <a:pt x="9316" y="4487"/>
                  <a:pt x="9290" y="4513"/>
                  <a:pt x="9259" y="4513"/>
                </a:cubicBezTo>
                <a:cubicBezTo>
                  <a:pt x="9227" y="4513"/>
                  <a:pt x="9201" y="4487"/>
                  <a:pt x="9201" y="4456"/>
                </a:cubicBezTo>
                <a:cubicBezTo>
                  <a:pt x="9201" y="4424"/>
                  <a:pt x="9227" y="4398"/>
                  <a:pt x="9259" y="4398"/>
                </a:cubicBezTo>
                <a:cubicBezTo>
                  <a:pt x="9290" y="4398"/>
                  <a:pt x="9316" y="4424"/>
                  <a:pt x="9316" y="4456"/>
                </a:cubicBezTo>
                <a:close/>
                <a:moveTo>
                  <a:pt x="3230" y="4478"/>
                </a:moveTo>
                <a:cubicBezTo>
                  <a:pt x="3230" y="4499"/>
                  <a:pt x="3213" y="4516"/>
                  <a:pt x="3191" y="4516"/>
                </a:cubicBezTo>
                <a:cubicBezTo>
                  <a:pt x="3170" y="4516"/>
                  <a:pt x="3153" y="4499"/>
                  <a:pt x="3153" y="4478"/>
                </a:cubicBezTo>
                <a:cubicBezTo>
                  <a:pt x="3153" y="4456"/>
                  <a:pt x="3170" y="4439"/>
                  <a:pt x="3191" y="4439"/>
                </a:cubicBezTo>
                <a:cubicBezTo>
                  <a:pt x="3213" y="4439"/>
                  <a:pt x="3230" y="4456"/>
                  <a:pt x="3230" y="4478"/>
                </a:cubicBezTo>
                <a:close/>
                <a:moveTo>
                  <a:pt x="4571" y="5068"/>
                </a:moveTo>
                <a:cubicBezTo>
                  <a:pt x="4571" y="5107"/>
                  <a:pt x="4540" y="5138"/>
                  <a:pt x="4502" y="5138"/>
                </a:cubicBezTo>
                <a:cubicBezTo>
                  <a:pt x="4463" y="5138"/>
                  <a:pt x="4432" y="5107"/>
                  <a:pt x="4432" y="5068"/>
                </a:cubicBezTo>
                <a:cubicBezTo>
                  <a:pt x="4432" y="5030"/>
                  <a:pt x="4463" y="4999"/>
                  <a:pt x="4502" y="4999"/>
                </a:cubicBezTo>
                <a:cubicBezTo>
                  <a:pt x="4540" y="4999"/>
                  <a:pt x="4571" y="5030"/>
                  <a:pt x="4571" y="5068"/>
                </a:cubicBezTo>
                <a:close/>
                <a:moveTo>
                  <a:pt x="5879" y="3490"/>
                </a:moveTo>
                <a:cubicBezTo>
                  <a:pt x="5879" y="3516"/>
                  <a:pt x="5858" y="3537"/>
                  <a:pt x="5832" y="3537"/>
                </a:cubicBezTo>
                <a:cubicBezTo>
                  <a:pt x="5806" y="3537"/>
                  <a:pt x="5785" y="3516"/>
                  <a:pt x="5785" y="3490"/>
                </a:cubicBezTo>
                <a:cubicBezTo>
                  <a:pt x="5785" y="3464"/>
                  <a:pt x="5806" y="3443"/>
                  <a:pt x="5832" y="3443"/>
                </a:cubicBezTo>
                <a:cubicBezTo>
                  <a:pt x="5858" y="3443"/>
                  <a:pt x="5879" y="3464"/>
                  <a:pt x="5879" y="3490"/>
                </a:cubicBezTo>
                <a:close/>
                <a:moveTo>
                  <a:pt x="1278" y="3958"/>
                </a:moveTo>
                <a:cubicBezTo>
                  <a:pt x="1278" y="3989"/>
                  <a:pt x="1254" y="4013"/>
                  <a:pt x="1223" y="4013"/>
                </a:cubicBezTo>
                <a:cubicBezTo>
                  <a:pt x="1193" y="4013"/>
                  <a:pt x="1169" y="3989"/>
                  <a:pt x="1169" y="3958"/>
                </a:cubicBezTo>
                <a:cubicBezTo>
                  <a:pt x="1169" y="3928"/>
                  <a:pt x="1193" y="3904"/>
                  <a:pt x="1223" y="3904"/>
                </a:cubicBezTo>
                <a:cubicBezTo>
                  <a:pt x="1254" y="3904"/>
                  <a:pt x="1278" y="3928"/>
                  <a:pt x="1278" y="3958"/>
                </a:cubicBezTo>
                <a:close/>
                <a:moveTo>
                  <a:pt x="622" y="2185"/>
                </a:moveTo>
                <a:cubicBezTo>
                  <a:pt x="622" y="2208"/>
                  <a:pt x="603" y="2227"/>
                  <a:pt x="580" y="2227"/>
                </a:cubicBezTo>
                <a:cubicBezTo>
                  <a:pt x="556" y="2227"/>
                  <a:pt x="537" y="2208"/>
                  <a:pt x="537" y="2185"/>
                </a:cubicBezTo>
                <a:cubicBezTo>
                  <a:pt x="537" y="2161"/>
                  <a:pt x="556" y="2142"/>
                  <a:pt x="580" y="2142"/>
                </a:cubicBezTo>
                <a:cubicBezTo>
                  <a:pt x="603" y="2142"/>
                  <a:pt x="622" y="2161"/>
                  <a:pt x="622" y="2185"/>
                </a:cubicBezTo>
                <a:close/>
                <a:moveTo>
                  <a:pt x="8974" y="4993"/>
                </a:moveTo>
                <a:cubicBezTo>
                  <a:pt x="8974" y="5016"/>
                  <a:pt x="8956" y="5035"/>
                  <a:pt x="8933" y="5035"/>
                </a:cubicBezTo>
                <a:cubicBezTo>
                  <a:pt x="8910" y="5035"/>
                  <a:pt x="8891" y="5016"/>
                  <a:pt x="8891" y="4993"/>
                </a:cubicBezTo>
                <a:cubicBezTo>
                  <a:pt x="8891" y="4970"/>
                  <a:pt x="8910" y="4951"/>
                  <a:pt x="8933" y="4951"/>
                </a:cubicBezTo>
                <a:cubicBezTo>
                  <a:pt x="8956" y="4951"/>
                  <a:pt x="8974" y="4970"/>
                  <a:pt x="8974" y="4993"/>
                </a:cubicBezTo>
                <a:close/>
                <a:moveTo>
                  <a:pt x="3098" y="2229"/>
                </a:moveTo>
                <a:cubicBezTo>
                  <a:pt x="3098" y="2248"/>
                  <a:pt x="3083" y="2263"/>
                  <a:pt x="3063" y="2263"/>
                </a:cubicBezTo>
                <a:cubicBezTo>
                  <a:pt x="3044" y="2263"/>
                  <a:pt x="3029" y="2248"/>
                  <a:pt x="3029" y="2229"/>
                </a:cubicBezTo>
                <a:cubicBezTo>
                  <a:pt x="3029" y="2209"/>
                  <a:pt x="3044" y="2194"/>
                  <a:pt x="3063" y="2194"/>
                </a:cubicBezTo>
                <a:cubicBezTo>
                  <a:pt x="3083" y="2194"/>
                  <a:pt x="3098" y="2209"/>
                  <a:pt x="3098" y="2229"/>
                </a:cubicBezTo>
                <a:close/>
                <a:moveTo>
                  <a:pt x="2514" y="1712"/>
                </a:moveTo>
                <a:cubicBezTo>
                  <a:pt x="2514" y="1733"/>
                  <a:pt x="2497" y="1749"/>
                  <a:pt x="2476" y="1749"/>
                </a:cubicBezTo>
                <a:cubicBezTo>
                  <a:pt x="2456" y="1749"/>
                  <a:pt x="2439" y="1733"/>
                  <a:pt x="2439" y="1712"/>
                </a:cubicBezTo>
                <a:cubicBezTo>
                  <a:pt x="2439" y="1691"/>
                  <a:pt x="2456" y="1674"/>
                  <a:pt x="2476" y="1674"/>
                </a:cubicBezTo>
                <a:cubicBezTo>
                  <a:pt x="2497" y="1674"/>
                  <a:pt x="2514" y="1691"/>
                  <a:pt x="2514" y="1712"/>
                </a:cubicBezTo>
                <a:close/>
                <a:moveTo>
                  <a:pt x="6682" y="416"/>
                </a:moveTo>
                <a:cubicBezTo>
                  <a:pt x="6682" y="450"/>
                  <a:pt x="6654" y="477"/>
                  <a:pt x="6620" y="477"/>
                </a:cubicBezTo>
                <a:cubicBezTo>
                  <a:pt x="6586" y="477"/>
                  <a:pt x="6559" y="450"/>
                  <a:pt x="6559" y="416"/>
                </a:cubicBezTo>
                <a:cubicBezTo>
                  <a:pt x="6559" y="382"/>
                  <a:pt x="6586" y="354"/>
                  <a:pt x="6620" y="354"/>
                </a:cubicBezTo>
                <a:cubicBezTo>
                  <a:pt x="6654" y="354"/>
                  <a:pt x="6682" y="382"/>
                  <a:pt x="6682" y="416"/>
                </a:cubicBezTo>
                <a:close/>
                <a:moveTo>
                  <a:pt x="7425" y="1585"/>
                </a:moveTo>
                <a:cubicBezTo>
                  <a:pt x="7425" y="1609"/>
                  <a:pt x="7405" y="1629"/>
                  <a:pt x="7381" y="1629"/>
                </a:cubicBezTo>
                <a:cubicBezTo>
                  <a:pt x="7356" y="1629"/>
                  <a:pt x="7337" y="1609"/>
                  <a:pt x="7337" y="1585"/>
                </a:cubicBezTo>
                <a:cubicBezTo>
                  <a:pt x="7337" y="1561"/>
                  <a:pt x="7356" y="1541"/>
                  <a:pt x="7381" y="1541"/>
                </a:cubicBezTo>
                <a:cubicBezTo>
                  <a:pt x="7405" y="1541"/>
                  <a:pt x="7425" y="1561"/>
                  <a:pt x="7425" y="1585"/>
                </a:cubicBezTo>
                <a:close/>
                <a:moveTo>
                  <a:pt x="6200" y="5995"/>
                </a:moveTo>
                <a:cubicBezTo>
                  <a:pt x="6200" y="6015"/>
                  <a:pt x="6184" y="6030"/>
                  <a:pt x="6165" y="6030"/>
                </a:cubicBezTo>
                <a:cubicBezTo>
                  <a:pt x="6146" y="6030"/>
                  <a:pt x="6130" y="6015"/>
                  <a:pt x="6130" y="5995"/>
                </a:cubicBezTo>
                <a:cubicBezTo>
                  <a:pt x="6130" y="5976"/>
                  <a:pt x="6146" y="5960"/>
                  <a:pt x="6165" y="5960"/>
                </a:cubicBezTo>
                <a:cubicBezTo>
                  <a:pt x="6184" y="5960"/>
                  <a:pt x="6200" y="5976"/>
                  <a:pt x="6200" y="5995"/>
                </a:cubicBezTo>
                <a:close/>
                <a:moveTo>
                  <a:pt x="7703" y="1831"/>
                </a:moveTo>
                <a:cubicBezTo>
                  <a:pt x="7703" y="1865"/>
                  <a:pt x="7676" y="1892"/>
                  <a:pt x="7642" y="1892"/>
                </a:cubicBezTo>
                <a:cubicBezTo>
                  <a:pt x="7608" y="1892"/>
                  <a:pt x="7581" y="1865"/>
                  <a:pt x="7581" y="1831"/>
                </a:cubicBezTo>
                <a:cubicBezTo>
                  <a:pt x="7581" y="1797"/>
                  <a:pt x="7608" y="1770"/>
                  <a:pt x="7642" y="1770"/>
                </a:cubicBezTo>
                <a:cubicBezTo>
                  <a:pt x="7676" y="1770"/>
                  <a:pt x="7703" y="1797"/>
                  <a:pt x="7703" y="1831"/>
                </a:cubicBezTo>
                <a:close/>
                <a:moveTo>
                  <a:pt x="7299" y="2319"/>
                </a:moveTo>
                <a:cubicBezTo>
                  <a:pt x="7299" y="2339"/>
                  <a:pt x="7282" y="2356"/>
                  <a:pt x="7262" y="2356"/>
                </a:cubicBezTo>
                <a:cubicBezTo>
                  <a:pt x="7242" y="2356"/>
                  <a:pt x="7225" y="2339"/>
                  <a:pt x="7225" y="2319"/>
                </a:cubicBezTo>
                <a:cubicBezTo>
                  <a:pt x="7225" y="2298"/>
                  <a:pt x="7242" y="2282"/>
                  <a:pt x="7262" y="2282"/>
                </a:cubicBezTo>
                <a:cubicBezTo>
                  <a:pt x="7282" y="2282"/>
                  <a:pt x="7299" y="2298"/>
                  <a:pt x="7299" y="2319"/>
                </a:cubicBezTo>
                <a:close/>
                <a:moveTo>
                  <a:pt x="3521" y="4256"/>
                </a:moveTo>
                <a:cubicBezTo>
                  <a:pt x="3521" y="4286"/>
                  <a:pt x="3496" y="4311"/>
                  <a:pt x="3466" y="4311"/>
                </a:cubicBezTo>
                <a:cubicBezTo>
                  <a:pt x="3436" y="4311"/>
                  <a:pt x="3411" y="4286"/>
                  <a:pt x="3411" y="4256"/>
                </a:cubicBezTo>
                <a:cubicBezTo>
                  <a:pt x="3411" y="4225"/>
                  <a:pt x="3436" y="4201"/>
                  <a:pt x="3466" y="4201"/>
                </a:cubicBezTo>
                <a:cubicBezTo>
                  <a:pt x="3496" y="4201"/>
                  <a:pt x="3521" y="4225"/>
                  <a:pt x="3521" y="4256"/>
                </a:cubicBezTo>
                <a:close/>
                <a:moveTo>
                  <a:pt x="2140" y="1633"/>
                </a:moveTo>
                <a:cubicBezTo>
                  <a:pt x="2140" y="1658"/>
                  <a:pt x="2120" y="1678"/>
                  <a:pt x="2095" y="1678"/>
                </a:cubicBezTo>
                <a:cubicBezTo>
                  <a:pt x="2069" y="1678"/>
                  <a:pt x="2049" y="1658"/>
                  <a:pt x="2049" y="1633"/>
                </a:cubicBezTo>
                <a:cubicBezTo>
                  <a:pt x="2049" y="1608"/>
                  <a:pt x="2069" y="1587"/>
                  <a:pt x="2095" y="1587"/>
                </a:cubicBezTo>
                <a:cubicBezTo>
                  <a:pt x="2120" y="1587"/>
                  <a:pt x="2140" y="1608"/>
                  <a:pt x="2140" y="1633"/>
                </a:cubicBezTo>
                <a:close/>
                <a:moveTo>
                  <a:pt x="243" y="3591"/>
                </a:moveTo>
                <a:cubicBezTo>
                  <a:pt x="243" y="3627"/>
                  <a:pt x="214" y="3656"/>
                  <a:pt x="178" y="3656"/>
                </a:cubicBezTo>
                <a:cubicBezTo>
                  <a:pt x="143" y="3656"/>
                  <a:pt x="114" y="3627"/>
                  <a:pt x="114" y="3591"/>
                </a:cubicBezTo>
                <a:cubicBezTo>
                  <a:pt x="114" y="3555"/>
                  <a:pt x="143" y="3526"/>
                  <a:pt x="178" y="3526"/>
                </a:cubicBezTo>
                <a:cubicBezTo>
                  <a:pt x="214" y="3526"/>
                  <a:pt x="243" y="3555"/>
                  <a:pt x="243" y="3591"/>
                </a:cubicBezTo>
                <a:close/>
                <a:moveTo>
                  <a:pt x="972" y="471"/>
                </a:moveTo>
                <a:cubicBezTo>
                  <a:pt x="972" y="504"/>
                  <a:pt x="945" y="530"/>
                  <a:pt x="912" y="530"/>
                </a:cubicBezTo>
                <a:cubicBezTo>
                  <a:pt x="879" y="530"/>
                  <a:pt x="853" y="504"/>
                  <a:pt x="853" y="471"/>
                </a:cubicBezTo>
                <a:cubicBezTo>
                  <a:pt x="853" y="438"/>
                  <a:pt x="879" y="411"/>
                  <a:pt x="912" y="411"/>
                </a:cubicBezTo>
                <a:cubicBezTo>
                  <a:pt x="945" y="411"/>
                  <a:pt x="972" y="438"/>
                  <a:pt x="972" y="471"/>
                </a:cubicBezTo>
                <a:close/>
                <a:moveTo>
                  <a:pt x="7122" y="5401"/>
                </a:moveTo>
                <a:cubicBezTo>
                  <a:pt x="7122" y="5428"/>
                  <a:pt x="7100" y="5450"/>
                  <a:pt x="7073" y="5450"/>
                </a:cubicBezTo>
                <a:cubicBezTo>
                  <a:pt x="7046" y="5450"/>
                  <a:pt x="7024" y="5428"/>
                  <a:pt x="7024" y="5401"/>
                </a:cubicBezTo>
                <a:cubicBezTo>
                  <a:pt x="7024" y="5373"/>
                  <a:pt x="7046" y="5351"/>
                  <a:pt x="7073" y="5351"/>
                </a:cubicBezTo>
                <a:cubicBezTo>
                  <a:pt x="7100" y="5351"/>
                  <a:pt x="7122" y="5373"/>
                  <a:pt x="7122" y="5401"/>
                </a:cubicBezTo>
                <a:close/>
                <a:moveTo>
                  <a:pt x="9635" y="5316"/>
                </a:moveTo>
                <a:cubicBezTo>
                  <a:pt x="9635" y="5339"/>
                  <a:pt x="9616" y="5358"/>
                  <a:pt x="9593" y="5358"/>
                </a:cubicBezTo>
                <a:cubicBezTo>
                  <a:pt x="9570" y="5358"/>
                  <a:pt x="9551" y="5339"/>
                  <a:pt x="9551" y="5316"/>
                </a:cubicBezTo>
                <a:cubicBezTo>
                  <a:pt x="9551" y="5293"/>
                  <a:pt x="9570" y="5274"/>
                  <a:pt x="9593" y="5274"/>
                </a:cubicBezTo>
                <a:cubicBezTo>
                  <a:pt x="9616" y="5274"/>
                  <a:pt x="9635" y="5293"/>
                  <a:pt x="9635" y="5316"/>
                </a:cubicBezTo>
                <a:close/>
                <a:moveTo>
                  <a:pt x="3663" y="359"/>
                </a:moveTo>
                <a:cubicBezTo>
                  <a:pt x="3663" y="387"/>
                  <a:pt x="3640" y="410"/>
                  <a:pt x="3612" y="410"/>
                </a:cubicBezTo>
                <a:cubicBezTo>
                  <a:pt x="3584" y="410"/>
                  <a:pt x="3561" y="387"/>
                  <a:pt x="3561" y="359"/>
                </a:cubicBezTo>
                <a:cubicBezTo>
                  <a:pt x="3561" y="331"/>
                  <a:pt x="3584" y="308"/>
                  <a:pt x="3612" y="308"/>
                </a:cubicBezTo>
                <a:cubicBezTo>
                  <a:pt x="3640" y="308"/>
                  <a:pt x="3663" y="331"/>
                  <a:pt x="3663" y="359"/>
                </a:cubicBezTo>
                <a:close/>
                <a:moveTo>
                  <a:pt x="6381" y="3524"/>
                </a:moveTo>
                <a:cubicBezTo>
                  <a:pt x="6381" y="3553"/>
                  <a:pt x="6357" y="3576"/>
                  <a:pt x="6328" y="3576"/>
                </a:cubicBezTo>
                <a:cubicBezTo>
                  <a:pt x="6299" y="3576"/>
                  <a:pt x="6276" y="3553"/>
                  <a:pt x="6276" y="3524"/>
                </a:cubicBezTo>
                <a:cubicBezTo>
                  <a:pt x="6276" y="3495"/>
                  <a:pt x="6299" y="3472"/>
                  <a:pt x="6328" y="3472"/>
                </a:cubicBezTo>
                <a:cubicBezTo>
                  <a:pt x="6357" y="3472"/>
                  <a:pt x="6381" y="3495"/>
                  <a:pt x="6381" y="3524"/>
                </a:cubicBezTo>
                <a:close/>
                <a:moveTo>
                  <a:pt x="9183" y="5605"/>
                </a:moveTo>
                <a:cubicBezTo>
                  <a:pt x="9183" y="5628"/>
                  <a:pt x="9164" y="5646"/>
                  <a:pt x="9141" y="5646"/>
                </a:cubicBezTo>
                <a:cubicBezTo>
                  <a:pt x="9118" y="5646"/>
                  <a:pt x="9100" y="5628"/>
                  <a:pt x="9100" y="5605"/>
                </a:cubicBezTo>
                <a:cubicBezTo>
                  <a:pt x="9100" y="5582"/>
                  <a:pt x="9118" y="5563"/>
                  <a:pt x="9141" y="5563"/>
                </a:cubicBezTo>
                <a:cubicBezTo>
                  <a:pt x="9164" y="5563"/>
                  <a:pt x="9183" y="5582"/>
                  <a:pt x="9183" y="5605"/>
                </a:cubicBezTo>
                <a:close/>
                <a:moveTo>
                  <a:pt x="456" y="770"/>
                </a:moveTo>
                <a:cubicBezTo>
                  <a:pt x="456" y="808"/>
                  <a:pt x="426" y="838"/>
                  <a:pt x="388" y="838"/>
                </a:cubicBezTo>
                <a:cubicBezTo>
                  <a:pt x="351" y="838"/>
                  <a:pt x="320" y="808"/>
                  <a:pt x="320" y="770"/>
                </a:cubicBezTo>
                <a:cubicBezTo>
                  <a:pt x="320" y="732"/>
                  <a:pt x="351" y="702"/>
                  <a:pt x="388" y="702"/>
                </a:cubicBezTo>
                <a:cubicBezTo>
                  <a:pt x="426" y="702"/>
                  <a:pt x="456" y="732"/>
                  <a:pt x="456" y="770"/>
                </a:cubicBezTo>
                <a:close/>
                <a:moveTo>
                  <a:pt x="2583" y="6053"/>
                </a:moveTo>
                <a:cubicBezTo>
                  <a:pt x="2583" y="6083"/>
                  <a:pt x="2558" y="6108"/>
                  <a:pt x="2528" y="6108"/>
                </a:cubicBezTo>
                <a:cubicBezTo>
                  <a:pt x="2497" y="6108"/>
                  <a:pt x="2473" y="6083"/>
                  <a:pt x="2473" y="6053"/>
                </a:cubicBezTo>
                <a:cubicBezTo>
                  <a:pt x="2473" y="6022"/>
                  <a:pt x="2497" y="5998"/>
                  <a:pt x="2528" y="5998"/>
                </a:cubicBezTo>
                <a:cubicBezTo>
                  <a:pt x="2558" y="5998"/>
                  <a:pt x="2583" y="6022"/>
                  <a:pt x="2583" y="6053"/>
                </a:cubicBezTo>
                <a:close/>
                <a:moveTo>
                  <a:pt x="141" y="3053"/>
                </a:moveTo>
                <a:cubicBezTo>
                  <a:pt x="141" y="3074"/>
                  <a:pt x="124" y="3091"/>
                  <a:pt x="103" y="3091"/>
                </a:cubicBezTo>
                <a:cubicBezTo>
                  <a:pt x="83" y="3091"/>
                  <a:pt x="66" y="3074"/>
                  <a:pt x="66" y="3053"/>
                </a:cubicBezTo>
                <a:cubicBezTo>
                  <a:pt x="66" y="3032"/>
                  <a:pt x="83" y="3015"/>
                  <a:pt x="103" y="3015"/>
                </a:cubicBezTo>
                <a:cubicBezTo>
                  <a:pt x="124" y="3015"/>
                  <a:pt x="141" y="3032"/>
                  <a:pt x="141" y="3053"/>
                </a:cubicBezTo>
                <a:close/>
                <a:moveTo>
                  <a:pt x="3342" y="2248"/>
                </a:moveTo>
                <a:cubicBezTo>
                  <a:pt x="3342" y="2269"/>
                  <a:pt x="3325" y="2286"/>
                  <a:pt x="3305" y="2286"/>
                </a:cubicBezTo>
                <a:cubicBezTo>
                  <a:pt x="3284" y="2286"/>
                  <a:pt x="3267" y="2269"/>
                  <a:pt x="3267" y="2248"/>
                </a:cubicBezTo>
                <a:cubicBezTo>
                  <a:pt x="3267" y="2227"/>
                  <a:pt x="3284" y="2210"/>
                  <a:pt x="3305" y="2210"/>
                </a:cubicBezTo>
                <a:cubicBezTo>
                  <a:pt x="3325" y="2210"/>
                  <a:pt x="3342" y="2227"/>
                  <a:pt x="3342" y="2248"/>
                </a:cubicBezTo>
                <a:close/>
                <a:moveTo>
                  <a:pt x="218" y="381"/>
                </a:moveTo>
                <a:cubicBezTo>
                  <a:pt x="218" y="419"/>
                  <a:pt x="187" y="449"/>
                  <a:pt x="150" y="449"/>
                </a:cubicBezTo>
                <a:cubicBezTo>
                  <a:pt x="112" y="449"/>
                  <a:pt x="81" y="419"/>
                  <a:pt x="81" y="381"/>
                </a:cubicBezTo>
                <a:cubicBezTo>
                  <a:pt x="81" y="343"/>
                  <a:pt x="112" y="313"/>
                  <a:pt x="150" y="313"/>
                </a:cubicBezTo>
                <a:cubicBezTo>
                  <a:pt x="187" y="313"/>
                  <a:pt x="218" y="343"/>
                  <a:pt x="218" y="381"/>
                </a:cubicBezTo>
                <a:close/>
                <a:moveTo>
                  <a:pt x="4042" y="3269"/>
                </a:moveTo>
                <a:cubicBezTo>
                  <a:pt x="4042" y="3288"/>
                  <a:pt x="4026" y="3303"/>
                  <a:pt x="4008" y="3303"/>
                </a:cubicBezTo>
                <a:cubicBezTo>
                  <a:pt x="3989" y="3303"/>
                  <a:pt x="3974" y="3288"/>
                  <a:pt x="3974" y="3269"/>
                </a:cubicBezTo>
                <a:cubicBezTo>
                  <a:pt x="3974" y="3250"/>
                  <a:pt x="3989" y="3235"/>
                  <a:pt x="4008" y="3235"/>
                </a:cubicBezTo>
                <a:cubicBezTo>
                  <a:pt x="4026" y="3235"/>
                  <a:pt x="4042" y="3250"/>
                  <a:pt x="4042" y="3269"/>
                </a:cubicBezTo>
                <a:close/>
                <a:moveTo>
                  <a:pt x="4883" y="4880"/>
                </a:moveTo>
                <a:cubicBezTo>
                  <a:pt x="4883" y="4916"/>
                  <a:pt x="4853" y="4946"/>
                  <a:pt x="4817" y="4946"/>
                </a:cubicBezTo>
                <a:cubicBezTo>
                  <a:pt x="4781" y="4946"/>
                  <a:pt x="4751" y="4916"/>
                  <a:pt x="4751" y="4880"/>
                </a:cubicBezTo>
                <a:cubicBezTo>
                  <a:pt x="4751" y="4843"/>
                  <a:pt x="4781" y="4814"/>
                  <a:pt x="4817" y="4814"/>
                </a:cubicBezTo>
                <a:cubicBezTo>
                  <a:pt x="4853" y="4814"/>
                  <a:pt x="4883" y="4843"/>
                  <a:pt x="4883" y="4880"/>
                </a:cubicBezTo>
                <a:close/>
                <a:moveTo>
                  <a:pt x="2561" y="6117"/>
                </a:moveTo>
                <a:cubicBezTo>
                  <a:pt x="2561" y="6150"/>
                  <a:pt x="2534" y="6177"/>
                  <a:pt x="2501" y="6177"/>
                </a:cubicBezTo>
                <a:cubicBezTo>
                  <a:pt x="2468" y="6177"/>
                  <a:pt x="2442" y="6150"/>
                  <a:pt x="2442" y="6117"/>
                </a:cubicBezTo>
                <a:cubicBezTo>
                  <a:pt x="2442" y="6084"/>
                  <a:pt x="2468" y="6058"/>
                  <a:pt x="2501" y="6058"/>
                </a:cubicBezTo>
                <a:cubicBezTo>
                  <a:pt x="2534" y="6058"/>
                  <a:pt x="2561" y="6084"/>
                  <a:pt x="2561" y="6117"/>
                </a:cubicBezTo>
                <a:close/>
                <a:moveTo>
                  <a:pt x="3064" y="838"/>
                </a:moveTo>
                <a:cubicBezTo>
                  <a:pt x="3064" y="860"/>
                  <a:pt x="3047" y="878"/>
                  <a:pt x="3025" y="878"/>
                </a:cubicBezTo>
                <a:cubicBezTo>
                  <a:pt x="3003" y="878"/>
                  <a:pt x="2985" y="860"/>
                  <a:pt x="2985" y="838"/>
                </a:cubicBezTo>
                <a:cubicBezTo>
                  <a:pt x="2985" y="816"/>
                  <a:pt x="3003" y="798"/>
                  <a:pt x="3025" y="798"/>
                </a:cubicBezTo>
                <a:cubicBezTo>
                  <a:pt x="3047" y="798"/>
                  <a:pt x="3064" y="816"/>
                  <a:pt x="3064" y="838"/>
                </a:cubicBezTo>
                <a:close/>
                <a:moveTo>
                  <a:pt x="2246" y="881"/>
                </a:moveTo>
                <a:cubicBezTo>
                  <a:pt x="2246" y="911"/>
                  <a:pt x="2221" y="935"/>
                  <a:pt x="2191" y="935"/>
                </a:cubicBezTo>
                <a:cubicBezTo>
                  <a:pt x="2161" y="935"/>
                  <a:pt x="2137" y="911"/>
                  <a:pt x="2137" y="881"/>
                </a:cubicBezTo>
                <a:cubicBezTo>
                  <a:pt x="2137" y="851"/>
                  <a:pt x="2161" y="826"/>
                  <a:pt x="2191" y="826"/>
                </a:cubicBezTo>
                <a:cubicBezTo>
                  <a:pt x="2221" y="826"/>
                  <a:pt x="2246" y="851"/>
                  <a:pt x="2246" y="881"/>
                </a:cubicBezTo>
                <a:close/>
                <a:moveTo>
                  <a:pt x="8804" y="3094"/>
                </a:moveTo>
                <a:cubicBezTo>
                  <a:pt x="8804" y="3128"/>
                  <a:pt x="8776" y="3155"/>
                  <a:pt x="8743" y="3155"/>
                </a:cubicBezTo>
                <a:cubicBezTo>
                  <a:pt x="8709" y="3155"/>
                  <a:pt x="8682" y="3128"/>
                  <a:pt x="8682" y="3094"/>
                </a:cubicBezTo>
                <a:cubicBezTo>
                  <a:pt x="8682" y="3061"/>
                  <a:pt x="8709" y="3034"/>
                  <a:pt x="8743" y="3034"/>
                </a:cubicBezTo>
                <a:cubicBezTo>
                  <a:pt x="8776" y="3034"/>
                  <a:pt x="8804" y="3061"/>
                  <a:pt x="8804" y="3094"/>
                </a:cubicBezTo>
                <a:close/>
                <a:moveTo>
                  <a:pt x="8759" y="6179"/>
                </a:moveTo>
                <a:cubicBezTo>
                  <a:pt x="8759" y="6208"/>
                  <a:pt x="8736" y="6230"/>
                  <a:pt x="8708" y="6230"/>
                </a:cubicBezTo>
                <a:cubicBezTo>
                  <a:pt x="8680" y="6230"/>
                  <a:pt x="8657" y="6208"/>
                  <a:pt x="8657" y="6179"/>
                </a:cubicBezTo>
                <a:cubicBezTo>
                  <a:pt x="8657" y="6151"/>
                  <a:pt x="8680" y="6129"/>
                  <a:pt x="8708" y="6129"/>
                </a:cubicBezTo>
                <a:cubicBezTo>
                  <a:pt x="8736" y="6129"/>
                  <a:pt x="8759" y="6151"/>
                  <a:pt x="8759" y="6179"/>
                </a:cubicBezTo>
                <a:close/>
                <a:moveTo>
                  <a:pt x="6354" y="4271"/>
                </a:moveTo>
                <a:cubicBezTo>
                  <a:pt x="6354" y="4308"/>
                  <a:pt x="6324" y="4337"/>
                  <a:pt x="6287" y="4337"/>
                </a:cubicBezTo>
                <a:cubicBezTo>
                  <a:pt x="6250" y="4337"/>
                  <a:pt x="6221" y="4308"/>
                  <a:pt x="6221" y="4271"/>
                </a:cubicBezTo>
                <a:cubicBezTo>
                  <a:pt x="6221" y="4234"/>
                  <a:pt x="6250" y="4204"/>
                  <a:pt x="6287" y="4204"/>
                </a:cubicBezTo>
                <a:cubicBezTo>
                  <a:pt x="6324" y="4204"/>
                  <a:pt x="6354" y="4234"/>
                  <a:pt x="6354" y="4271"/>
                </a:cubicBezTo>
                <a:close/>
                <a:moveTo>
                  <a:pt x="6535" y="4688"/>
                </a:moveTo>
                <a:cubicBezTo>
                  <a:pt x="6535" y="4717"/>
                  <a:pt x="6511" y="4741"/>
                  <a:pt x="6482" y="4741"/>
                </a:cubicBezTo>
                <a:cubicBezTo>
                  <a:pt x="6453" y="4741"/>
                  <a:pt x="6430" y="4717"/>
                  <a:pt x="6430" y="4688"/>
                </a:cubicBezTo>
                <a:cubicBezTo>
                  <a:pt x="6430" y="4659"/>
                  <a:pt x="6453" y="4635"/>
                  <a:pt x="6482" y="4635"/>
                </a:cubicBezTo>
                <a:cubicBezTo>
                  <a:pt x="6511" y="4635"/>
                  <a:pt x="6535" y="4659"/>
                  <a:pt x="6535" y="4688"/>
                </a:cubicBezTo>
                <a:close/>
                <a:moveTo>
                  <a:pt x="8003" y="5193"/>
                </a:moveTo>
                <a:cubicBezTo>
                  <a:pt x="8003" y="5212"/>
                  <a:pt x="7987" y="5228"/>
                  <a:pt x="7968" y="5228"/>
                </a:cubicBezTo>
                <a:cubicBezTo>
                  <a:pt x="7949" y="5228"/>
                  <a:pt x="7933" y="5212"/>
                  <a:pt x="7933" y="5193"/>
                </a:cubicBezTo>
                <a:cubicBezTo>
                  <a:pt x="7933" y="5174"/>
                  <a:pt x="7949" y="5159"/>
                  <a:pt x="7968" y="5159"/>
                </a:cubicBezTo>
                <a:cubicBezTo>
                  <a:pt x="7987" y="5159"/>
                  <a:pt x="8003" y="5174"/>
                  <a:pt x="8003" y="5193"/>
                </a:cubicBezTo>
                <a:close/>
                <a:moveTo>
                  <a:pt x="9299" y="2516"/>
                </a:moveTo>
                <a:cubicBezTo>
                  <a:pt x="9299" y="2547"/>
                  <a:pt x="9274" y="2572"/>
                  <a:pt x="9243" y="2572"/>
                </a:cubicBezTo>
                <a:cubicBezTo>
                  <a:pt x="9212" y="2572"/>
                  <a:pt x="9187" y="2547"/>
                  <a:pt x="9187" y="2516"/>
                </a:cubicBezTo>
                <a:cubicBezTo>
                  <a:pt x="9187" y="2485"/>
                  <a:pt x="9212" y="2460"/>
                  <a:pt x="9243" y="2460"/>
                </a:cubicBezTo>
                <a:cubicBezTo>
                  <a:pt x="9274" y="2460"/>
                  <a:pt x="9299" y="2485"/>
                  <a:pt x="9299" y="2516"/>
                </a:cubicBezTo>
                <a:close/>
                <a:moveTo>
                  <a:pt x="8098" y="451"/>
                </a:moveTo>
                <a:cubicBezTo>
                  <a:pt x="8098" y="481"/>
                  <a:pt x="8073" y="506"/>
                  <a:pt x="8043" y="506"/>
                </a:cubicBezTo>
                <a:cubicBezTo>
                  <a:pt x="8013" y="506"/>
                  <a:pt x="7988" y="481"/>
                  <a:pt x="7988" y="451"/>
                </a:cubicBezTo>
                <a:cubicBezTo>
                  <a:pt x="7988" y="421"/>
                  <a:pt x="8013" y="396"/>
                  <a:pt x="8043" y="396"/>
                </a:cubicBezTo>
                <a:cubicBezTo>
                  <a:pt x="8073" y="396"/>
                  <a:pt x="8098" y="421"/>
                  <a:pt x="8098" y="451"/>
                </a:cubicBezTo>
                <a:close/>
                <a:moveTo>
                  <a:pt x="6683" y="3564"/>
                </a:moveTo>
                <a:cubicBezTo>
                  <a:pt x="6683" y="3592"/>
                  <a:pt x="6660" y="3615"/>
                  <a:pt x="6632" y="3615"/>
                </a:cubicBezTo>
                <a:cubicBezTo>
                  <a:pt x="6604" y="3615"/>
                  <a:pt x="6581" y="3592"/>
                  <a:pt x="6581" y="3564"/>
                </a:cubicBezTo>
                <a:cubicBezTo>
                  <a:pt x="6581" y="3536"/>
                  <a:pt x="6604" y="3513"/>
                  <a:pt x="6632" y="3513"/>
                </a:cubicBezTo>
                <a:cubicBezTo>
                  <a:pt x="6660" y="3513"/>
                  <a:pt x="6683" y="3536"/>
                  <a:pt x="6683" y="3564"/>
                </a:cubicBezTo>
                <a:close/>
                <a:moveTo>
                  <a:pt x="6844" y="2752"/>
                </a:moveTo>
                <a:cubicBezTo>
                  <a:pt x="6844" y="2780"/>
                  <a:pt x="6821" y="2803"/>
                  <a:pt x="6793" y="2803"/>
                </a:cubicBezTo>
                <a:cubicBezTo>
                  <a:pt x="6765" y="2803"/>
                  <a:pt x="6742" y="2780"/>
                  <a:pt x="6742" y="2752"/>
                </a:cubicBezTo>
                <a:cubicBezTo>
                  <a:pt x="6742" y="2724"/>
                  <a:pt x="6765" y="2701"/>
                  <a:pt x="6793" y="2701"/>
                </a:cubicBezTo>
                <a:cubicBezTo>
                  <a:pt x="6821" y="2701"/>
                  <a:pt x="6844" y="2724"/>
                  <a:pt x="6844" y="2752"/>
                </a:cubicBezTo>
                <a:close/>
                <a:moveTo>
                  <a:pt x="8451" y="4864"/>
                </a:moveTo>
                <a:cubicBezTo>
                  <a:pt x="8451" y="4895"/>
                  <a:pt x="8426" y="4920"/>
                  <a:pt x="8395" y="4920"/>
                </a:cubicBezTo>
                <a:cubicBezTo>
                  <a:pt x="8365" y="4920"/>
                  <a:pt x="8340" y="4895"/>
                  <a:pt x="8340" y="4864"/>
                </a:cubicBezTo>
                <a:cubicBezTo>
                  <a:pt x="8340" y="4834"/>
                  <a:pt x="8365" y="4809"/>
                  <a:pt x="8395" y="4809"/>
                </a:cubicBezTo>
                <a:cubicBezTo>
                  <a:pt x="8426" y="4809"/>
                  <a:pt x="8451" y="4834"/>
                  <a:pt x="8451" y="4864"/>
                </a:cubicBezTo>
                <a:close/>
                <a:moveTo>
                  <a:pt x="9589" y="4182"/>
                </a:moveTo>
                <a:cubicBezTo>
                  <a:pt x="9589" y="4215"/>
                  <a:pt x="9563" y="4242"/>
                  <a:pt x="9530" y="4242"/>
                </a:cubicBezTo>
                <a:cubicBezTo>
                  <a:pt x="9497" y="4242"/>
                  <a:pt x="9470" y="4215"/>
                  <a:pt x="9470" y="4182"/>
                </a:cubicBezTo>
                <a:cubicBezTo>
                  <a:pt x="9470" y="4149"/>
                  <a:pt x="9497" y="4123"/>
                  <a:pt x="9530" y="4123"/>
                </a:cubicBezTo>
                <a:cubicBezTo>
                  <a:pt x="9563" y="4123"/>
                  <a:pt x="9589" y="4149"/>
                  <a:pt x="9589" y="4182"/>
                </a:cubicBezTo>
                <a:close/>
                <a:moveTo>
                  <a:pt x="6033" y="3656"/>
                </a:moveTo>
                <a:cubicBezTo>
                  <a:pt x="6033" y="3689"/>
                  <a:pt x="6006" y="3716"/>
                  <a:pt x="5973" y="3716"/>
                </a:cubicBezTo>
                <a:cubicBezTo>
                  <a:pt x="5940" y="3716"/>
                  <a:pt x="5913" y="3689"/>
                  <a:pt x="5913" y="3656"/>
                </a:cubicBezTo>
                <a:cubicBezTo>
                  <a:pt x="5913" y="3622"/>
                  <a:pt x="5940" y="3595"/>
                  <a:pt x="5973" y="3595"/>
                </a:cubicBezTo>
                <a:cubicBezTo>
                  <a:pt x="6006" y="3595"/>
                  <a:pt x="6033" y="3622"/>
                  <a:pt x="6033" y="3656"/>
                </a:cubicBezTo>
                <a:close/>
                <a:moveTo>
                  <a:pt x="8575" y="3213"/>
                </a:moveTo>
                <a:cubicBezTo>
                  <a:pt x="8575" y="3231"/>
                  <a:pt x="8561" y="3245"/>
                  <a:pt x="8543" y="3245"/>
                </a:cubicBezTo>
                <a:cubicBezTo>
                  <a:pt x="8526" y="3245"/>
                  <a:pt x="8511" y="3231"/>
                  <a:pt x="8511" y="3213"/>
                </a:cubicBezTo>
                <a:cubicBezTo>
                  <a:pt x="8511" y="3196"/>
                  <a:pt x="8526" y="3181"/>
                  <a:pt x="8543" y="3181"/>
                </a:cubicBezTo>
                <a:cubicBezTo>
                  <a:pt x="8561" y="3181"/>
                  <a:pt x="8575" y="3196"/>
                  <a:pt x="8575" y="3213"/>
                </a:cubicBezTo>
                <a:close/>
                <a:moveTo>
                  <a:pt x="4023" y="2053"/>
                </a:moveTo>
                <a:cubicBezTo>
                  <a:pt x="4023" y="2088"/>
                  <a:pt x="3995" y="2117"/>
                  <a:pt x="3960" y="2117"/>
                </a:cubicBezTo>
                <a:cubicBezTo>
                  <a:pt x="3925" y="2117"/>
                  <a:pt x="3896" y="2088"/>
                  <a:pt x="3896" y="2053"/>
                </a:cubicBezTo>
                <a:cubicBezTo>
                  <a:pt x="3896" y="2018"/>
                  <a:pt x="3925" y="1990"/>
                  <a:pt x="3960" y="1990"/>
                </a:cubicBezTo>
                <a:cubicBezTo>
                  <a:pt x="3995" y="1990"/>
                  <a:pt x="4023" y="2018"/>
                  <a:pt x="4023" y="2053"/>
                </a:cubicBezTo>
                <a:close/>
                <a:moveTo>
                  <a:pt x="7469" y="4314"/>
                </a:moveTo>
                <a:cubicBezTo>
                  <a:pt x="7469" y="4348"/>
                  <a:pt x="7441" y="4376"/>
                  <a:pt x="7407" y="4376"/>
                </a:cubicBezTo>
                <a:cubicBezTo>
                  <a:pt x="7372" y="4376"/>
                  <a:pt x="7344" y="4348"/>
                  <a:pt x="7344" y="4314"/>
                </a:cubicBezTo>
                <a:cubicBezTo>
                  <a:pt x="7344" y="4279"/>
                  <a:pt x="7372" y="4251"/>
                  <a:pt x="7407" y="4251"/>
                </a:cubicBezTo>
                <a:cubicBezTo>
                  <a:pt x="7441" y="4251"/>
                  <a:pt x="7469" y="4279"/>
                  <a:pt x="7469" y="4314"/>
                </a:cubicBezTo>
                <a:close/>
                <a:moveTo>
                  <a:pt x="5348" y="3026"/>
                </a:moveTo>
                <a:cubicBezTo>
                  <a:pt x="5348" y="3043"/>
                  <a:pt x="5333" y="3057"/>
                  <a:pt x="5316" y="3057"/>
                </a:cubicBezTo>
                <a:cubicBezTo>
                  <a:pt x="5299" y="3057"/>
                  <a:pt x="5285" y="3043"/>
                  <a:pt x="5285" y="3026"/>
                </a:cubicBezTo>
                <a:cubicBezTo>
                  <a:pt x="5285" y="3008"/>
                  <a:pt x="5299" y="2994"/>
                  <a:pt x="5316" y="2994"/>
                </a:cubicBezTo>
                <a:cubicBezTo>
                  <a:pt x="5333" y="2994"/>
                  <a:pt x="5348" y="3008"/>
                  <a:pt x="5348" y="3026"/>
                </a:cubicBezTo>
                <a:close/>
                <a:moveTo>
                  <a:pt x="4150" y="4866"/>
                </a:moveTo>
                <a:cubicBezTo>
                  <a:pt x="4150" y="4886"/>
                  <a:pt x="4133" y="4903"/>
                  <a:pt x="4113" y="4903"/>
                </a:cubicBezTo>
                <a:cubicBezTo>
                  <a:pt x="4093" y="4903"/>
                  <a:pt x="4076" y="4886"/>
                  <a:pt x="4076" y="4866"/>
                </a:cubicBezTo>
                <a:cubicBezTo>
                  <a:pt x="4076" y="4846"/>
                  <a:pt x="4093" y="4829"/>
                  <a:pt x="4113" y="4829"/>
                </a:cubicBezTo>
                <a:cubicBezTo>
                  <a:pt x="4133" y="4829"/>
                  <a:pt x="4150" y="4846"/>
                  <a:pt x="4150" y="4866"/>
                </a:cubicBezTo>
                <a:close/>
                <a:moveTo>
                  <a:pt x="5205" y="1831"/>
                </a:moveTo>
                <a:cubicBezTo>
                  <a:pt x="5205" y="1852"/>
                  <a:pt x="5187" y="1870"/>
                  <a:pt x="5166" y="1870"/>
                </a:cubicBezTo>
                <a:cubicBezTo>
                  <a:pt x="5144" y="1870"/>
                  <a:pt x="5126" y="1852"/>
                  <a:pt x="5126" y="1831"/>
                </a:cubicBezTo>
                <a:cubicBezTo>
                  <a:pt x="5126" y="1809"/>
                  <a:pt x="5144" y="1791"/>
                  <a:pt x="5166" y="1791"/>
                </a:cubicBezTo>
                <a:cubicBezTo>
                  <a:pt x="5187" y="1791"/>
                  <a:pt x="5205" y="1809"/>
                  <a:pt x="5205" y="1831"/>
                </a:cubicBezTo>
                <a:close/>
                <a:moveTo>
                  <a:pt x="2592" y="1582"/>
                </a:moveTo>
                <a:cubicBezTo>
                  <a:pt x="2592" y="1615"/>
                  <a:pt x="2565" y="1641"/>
                  <a:pt x="2533" y="1641"/>
                </a:cubicBezTo>
                <a:cubicBezTo>
                  <a:pt x="2500" y="1641"/>
                  <a:pt x="2474" y="1615"/>
                  <a:pt x="2474" y="1582"/>
                </a:cubicBezTo>
                <a:cubicBezTo>
                  <a:pt x="2474" y="1550"/>
                  <a:pt x="2500" y="1523"/>
                  <a:pt x="2533" y="1523"/>
                </a:cubicBezTo>
                <a:cubicBezTo>
                  <a:pt x="2565" y="1523"/>
                  <a:pt x="2592" y="1550"/>
                  <a:pt x="2592" y="1582"/>
                </a:cubicBezTo>
                <a:close/>
                <a:moveTo>
                  <a:pt x="2546" y="5741"/>
                </a:moveTo>
                <a:cubicBezTo>
                  <a:pt x="2546" y="5759"/>
                  <a:pt x="2532" y="5773"/>
                  <a:pt x="2514" y="5773"/>
                </a:cubicBezTo>
                <a:cubicBezTo>
                  <a:pt x="2496" y="5773"/>
                  <a:pt x="2482" y="5759"/>
                  <a:pt x="2482" y="5741"/>
                </a:cubicBezTo>
                <a:cubicBezTo>
                  <a:pt x="2482" y="5723"/>
                  <a:pt x="2496" y="5709"/>
                  <a:pt x="2514" y="5709"/>
                </a:cubicBezTo>
                <a:cubicBezTo>
                  <a:pt x="2532" y="5709"/>
                  <a:pt x="2546" y="5723"/>
                  <a:pt x="2546" y="5741"/>
                </a:cubicBezTo>
                <a:close/>
                <a:moveTo>
                  <a:pt x="9813" y="5175"/>
                </a:moveTo>
                <a:cubicBezTo>
                  <a:pt x="9813" y="5212"/>
                  <a:pt x="9784" y="5241"/>
                  <a:pt x="9747" y="5241"/>
                </a:cubicBezTo>
                <a:cubicBezTo>
                  <a:pt x="9711" y="5241"/>
                  <a:pt x="9681" y="5212"/>
                  <a:pt x="9681" y="5175"/>
                </a:cubicBezTo>
                <a:cubicBezTo>
                  <a:pt x="9681" y="5139"/>
                  <a:pt x="9711" y="5109"/>
                  <a:pt x="9747" y="5109"/>
                </a:cubicBezTo>
                <a:cubicBezTo>
                  <a:pt x="9784" y="5109"/>
                  <a:pt x="9813" y="5139"/>
                  <a:pt x="9813" y="5175"/>
                </a:cubicBezTo>
                <a:close/>
                <a:moveTo>
                  <a:pt x="2728" y="60"/>
                </a:moveTo>
                <a:cubicBezTo>
                  <a:pt x="2728" y="94"/>
                  <a:pt x="2701" y="121"/>
                  <a:pt x="2667" y="121"/>
                </a:cubicBezTo>
                <a:cubicBezTo>
                  <a:pt x="2634" y="121"/>
                  <a:pt x="2607" y="94"/>
                  <a:pt x="2607" y="60"/>
                </a:cubicBezTo>
                <a:cubicBezTo>
                  <a:pt x="2607" y="27"/>
                  <a:pt x="2634" y="0"/>
                  <a:pt x="2667" y="0"/>
                </a:cubicBezTo>
                <a:cubicBezTo>
                  <a:pt x="2701" y="0"/>
                  <a:pt x="2728" y="27"/>
                  <a:pt x="2728" y="60"/>
                </a:cubicBezTo>
                <a:close/>
                <a:moveTo>
                  <a:pt x="5387" y="1109"/>
                </a:moveTo>
                <a:cubicBezTo>
                  <a:pt x="5387" y="1145"/>
                  <a:pt x="5358" y="1174"/>
                  <a:pt x="5321" y="1174"/>
                </a:cubicBezTo>
                <a:cubicBezTo>
                  <a:pt x="5285" y="1174"/>
                  <a:pt x="5256" y="1145"/>
                  <a:pt x="5256" y="1109"/>
                </a:cubicBezTo>
                <a:cubicBezTo>
                  <a:pt x="5256" y="1073"/>
                  <a:pt x="5285" y="1043"/>
                  <a:pt x="5321" y="1043"/>
                </a:cubicBezTo>
                <a:cubicBezTo>
                  <a:pt x="5358" y="1043"/>
                  <a:pt x="5387" y="1073"/>
                  <a:pt x="5387" y="1109"/>
                </a:cubicBezTo>
                <a:close/>
                <a:moveTo>
                  <a:pt x="3119" y="1066"/>
                </a:moveTo>
                <a:cubicBezTo>
                  <a:pt x="3119" y="1100"/>
                  <a:pt x="3092" y="1128"/>
                  <a:pt x="3058" y="1128"/>
                </a:cubicBezTo>
                <a:cubicBezTo>
                  <a:pt x="3024" y="1128"/>
                  <a:pt x="2996" y="1100"/>
                  <a:pt x="2996" y="1066"/>
                </a:cubicBezTo>
                <a:cubicBezTo>
                  <a:pt x="2996" y="1032"/>
                  <a:pt x="3024" y="1005"/>
                  <a:pt x="3058" y="1005"/>
                </a:cubicBezTo>
                <a:cubicBezTo>
                  <a:pt x="3092" y="1005"/>
                  <a:pt x="3119" y="1032"/>
                  <a:pt x="3119" y="1066"/>
                </a:cubicBezTo>
                <a:close/>
                <a:moveTo>
                  <a:pt x="7236" y="1064"/>
                </a:moveTo>
                <a:cubicBezTo>
                  <a:pt x="7236" y="1087"/>
                  <a:pt x="7217" y="1106"/>
                  <a:pt x="7194" y="1106"/>
                </a:cubicBezTo>
                <a:cubicBezTo>
                  <a:pt x="7171" y="1106"/>
                  <a:pt x="7152" y="1087"/>
                  <a:pt x="7152" y="1064"/>
                </a:cubicBezTo>
                <a:cubicBezTo>
                  <a:pt x="7152" y="1041"/>
                  <a:pt x="7171" y="1022"/>
                  <a:pt x="7194" y="1022"/>
                </a:cubicBezTo>
                <a:cubicBezTo>
                  <a:pt x="7217" y="1022"/>
                  <a:pt x="7236" y="1041"/>
                  <a:pt x="7236" y="1064"/>
                </a:cubicBezTo>
                <a:close/>
                <a:moveTo>
                  <a:pt x="5995" y="4083"/>
                </a:moveTo>
                <a:cubicBezTo>
                  <a:pt x="5995" y="4118"/>
                  <a:pt x="5967" y="4146"/>
                  <a:pt x="5932" y="4146"/>
                </a:cubicBezTo>
                <a:cubicBezTo>
                  <a:pt x="5897" y="4146"/>
                  <a:pt x="5868" y="4118"/>
                  <a:pt x="5868" y="4083"/>
                </a:cubicBezTo>
                <a:cubicBezTo>
                  <a:pt x="5868" y="4048"/>
                  <a:pt x="5897" y="4019"/>
                  <a:pt x="5932" y="4019"/>
                </a:cubicBezTo>
                <a:cubicBezTo>
                  <a:pt x="5967" y="4019"/>
                  <a:pt x="5995" y="4048"/>
                  <a:pt x="5995" y="4083"/>
                </a:cubicBezTo>
                <a:close/>
                <a:moveTo>
                  <a:pt x="1879" y="5891"/>
                </a:moveTo>
                <a:cubicBezTo>
                  <a:pt x="1879" y="5915"/>
                  <a:pt x="1860" y="5934"/>
                  <a:pt x="1837" y="5934"/>
                </a:cubicBezTo>
                <a:cubicBezTo>
                  <a:pt x="1813" y="5934"/>
                  <a:pt x="1795" y="5915"/>
                  <a:pt x="1795" y="5891"/>
                </a:cubicBezTo>
                <a:cubicBezTo>
                  <a:pt x="1795" y="5868"/>
                  <a:pt x="1813" y="5849"/>
                  <a:pt x="1837" y="5849"/>
                </a:cubicBezTo>
                <a:cubicBezTo>
                  <a:pt x="1860" y="5849"/>
                  <a:pt x="1879" y="5868"/>
                  <a:pt x="1879" y="5891"/>
                </a:cubicBezTo>
                <a:close/>
                <a:moveTo>
                  <a:pt x="1721" y="4416"/>
                </a:moveTo>
                <a:cubicBezTo>
                  <a:pt x="1721" y="4446"/>
                  <a:pt x="1697" y="4469"/>
                  <a:pt x="1667" y="4469"/>
                </a:cubicBezTo>
                <a:cubicBezTo>
                  <a:pt x="1638" y="4469"/>
                  <a:pt x="1614" y="4446"/>
                  <a:pt x="1614" y="4416"/>
                </a:cubicBezTo>
                <a:cubicBezTo>
                  <a:pt x="1614" y="4387"/>
                  <a:pt x="1638" y="4363"/>
                  <a:pt x="1667" y="4363"/>
                </a:cubicBezTo>
                <a:cubicBezTo>
                  <a:pt x="1697" y="4363"/>
                  <a:pt x="1721" y="4387"/>
                  <a:pt x="1721" y="4416"/>
                </a:cubicBezTo>
                <a:close/>
                <a:moveTo>
                  <a:pt x="5383" y="3471"/>
                </a:moveTo>
                <a:cubicBezTo>
                  <a:pt x="5383" y="3503"/>
                  <a:pt x="5357" y="3529"/>
                  <a:pt x="5326" y="3529"/>
                </a:cubicBezTo>
                <a:cubicBezTo>
                  <a:pt x="5294" y="3529"/>
                  <a:pt x="5268" y="3503"/>
                  <a:pt x="5268" y="3471"/>
                </a:cubicBezTo>
                <a:cubicBezTo>
                  <a:pt x="5268" y="3439"/>
                  <a:pt x="5294" y="3414"/>
                  <a:pt x="5326" y="3414"/>
                </a:cubicBezTo>
                <a:cubicBezTo>
                  <a:pt x="5357" y="3414"/>
                  <a:pt x="5383" y="3439"/>
                  <a:pt x="5383" y="3471"/>
                </a:cubicBezTo>
                <a:close/>
              </a:path>
            </a:pathLst>
          </a:custGeom>
          <a:solidFill>
            <a:srgbClr val="9C9C9C"/>
          </a:solidFill>
          <a:ln>
            <a:noFill/>
          </a:ln>
        </p:spPr>
      </p:sp>
      <p:sp>
        <p:nvSpPr>
          <p:cNvPr id="8" name="M2 Pantalla"/>
          <p:cNvSpPr/>
          <p:nvPr/>
        </p:nvSpPr>
        <p:spPr>
          <a:xfrm>
            <a:off x="4251960" y="914400"/>
            <a:ext cx="365760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9" name="M2 Superficie"/>
          <p:cNvSpPr/>
          <p:nvPr/>
        </p:nvSpPr>
        <p:spPr>
          <a:xfrm>
            <a:off x="4251960" y="1013155"/>
            <a:ext cx="365760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10" name="M2 LineaPleural"/>
          <p:cNvSpPr/>
          <p:nvPr/>
        </p:nvSpPr>
        <p:spPr>
          <a:xfrm>
            <a:off x="4251960" y="1778508"/>
            <a:ext cx="365760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11" name="M2 Barras"/>
          <p:cNvSpPr/>
          <p:nvPr/>
        </p:nvSpPr>
        <p:spPr>
          <a:xfrm>
            <a:off x="4251960" y="1864919"/>
            <a:ext cx="3657600" cy="1481328"/>
          </a:xfrm>
          <a:custGeom>
            <a:avLst/>
            <a:gdLst/>
            <a:ahLst/>
            <a:cxnLst/>
            <a:rect l="0" t="0" r="r" b="b"/>
            <a:pathLst>
              <a:path w="10000" h="6000" fill="none">
                <a:moveTo>
                  <a:pt x="0" y="0"/>
                </a:moveTo>
                <a:lnTo>
                  <a:pt x="10000" y="0"/>
                </a:lnTo>
              </a:path>
              <a:path w="10000" h="6000" fill="none">
                <a:moveTo>
                  <a:pt x="0" y="300"/>
                </a:moveTo>
                <a:lnTo>
                  <a:pt x="10000" y="300"/>
                </a:lnTo>
              </a:path>
              <a:path w="10000" h="6000" fill="none">
                <a:moveTo>
                  <a:pt x="0" y="600"/>
                </a:moveTo>
                <a:lnTo>
                  <a:pt x="10000" y="600"/>
                </a:lnTo>
              </a:path>
              <a:path w="10000" h="6000" fill="none">
                <a:moveTo>
                  <a:pt x="0" y="900"/>
                </a:moveTo>
                <a:lnTo>
                  <a:pt x="10000" y="900"/>
                </a:lnTo>
              </a:path>
              <a:path w="10000" h="6000" fill="none">
                <a:moveTo>
                  <a:pt x="0" y="1200"/>
                </a:moveTo>
                <a:lnTo>
                  <a:pt x="10000" y="1200"/>
                </a:lnTo>
              </a:path>
              <a:path w="10000" h="6000" fill="none">
                <a:moveTo>
                  <a:pt x="0" y="1500"/>
                </a:moveTo>
                <a:lnTo>
                  <a:pt x="10000" y="1500"/>
                </a:lnTo>
              </a:path>
              <a:path w="10000" h="6000" fill="none">
                <a:moveTo>
                  <a:pt x="0" y="1800"/>
                </a:moveTo>
                <a:lnTo>
                  <a:pt x="10000" y="1800"/>
                </a:lnTo>
              </a:path>
              <a:path w="10000" h="6000" fill="none">
                <a:moveTo>
                  <a:pt x="0" y="2100"/>
                </a:moveTo>
                <a:lnTo>
                  <a:pt x="10000" y="2100"/>
                </a:lnTo>
              </a:path>
              <a:path w="10000" h="6000" fill="none">
                <a:moveTo>
                  <a:pt x="0" y="2400"/>
                </a:moveTo>
                <a:lnTo>
                  <a:pt x="10000" y="2400"/>
                </a:lnTo>
              </a:path>
              <a:path w="10000" h="6000" fill="none">
                <a:moveTo>
                  <a:pt x="0" y="2700"/>
                </a:moveTo>
                <a:lnTo>
                  <a:pt x="10000" y="2700"/>
                </a:lnTo>
              </a:path>
              <a:path w="10000" h="6000" fill="none">
                <a:moveTo>
                  <a:pt x="0" y="3000"/>
                </a:moveTo>
                <a:lnTo>
                  <a:pt x="10000" y="3000"/>
                </a:lnTo>
              </a:path>
              <a:path w="10000" h="6000" fill="none">
                <a:moveTo>
                  <a:pt x="0" y="3300"/>
                </a:moveTo>
                <a:lnTo>
                  <a:pt x="10000" y="3300"/>
                </a:lnTo>
              </a:path>
              <a:path w="10000" h="6000" fill="none">
                <a:moveTo>
                  <a:pt x="0" y="3600"/>
                </a:moveTo>
                <a:lnTo>
                  <a:pt x="10000" y="3600"/>
                </a:lnTo>
              </a:path>
              <a:path w="10000" h="6000" fill="none">
                <a:moveTo>
                  <a:pt x="0" y="3900"/>
                </a:moveTo>
                <a:lnTo>
                  <a:pt x="10000" y="3900"/>
                </a:lnTo>
              </a:path>
              <a:path w="10000" h="6000" fill="none">
                <a:moveTo>
                  <a:pt x="0" y="4200"/>
                </a:moveTo>
                <a:lnTo>
                  <a:pt x="10000" y="4200"/>
                </a:lnTo>
              </a:path>
              <a:path w="10000" h="6000" fill="none">
                <a:moveTo>
                  <a:pt x="0" y="4500"/>
                </a:moveTo>
                <a:lnTo>
                  <a:pt x="10000" y="4500"/>
                </a:lnTo>
              </a:path>
              <a:path w="10000" h="6000" fill="none">
                <a:moveTo>
                  <a:pt x="0" y="4800"/>
                </a:moveTo>
                <a:lnTo>
                  <a:pt x="10000" y="4800"/>
                </a:lnTo>
              </a:path>
              <a:path w="10000" h="6000" fill="none">
                <a:moveTo>
                  <a:pt x="0" y="5100"/>
                </a:moveTo>
                <a:lnTo>
                  <a:pt x="10000" y="5100"/>
                </a:lnTo>
              </a:path>
              <a:path w="10000" h="6000" fill="none">
                <a:moveTo>
                  <a:pt x="0" y="5400"/>
                </a:moveTo>
                <a:lnTo>
                  <a:pt x="10000" y="5400"/>
                </a:lnTo>
              </a:path>
              <a:path w="10000" h="6000" fill="none">
                <a:moveTo>
                  <a:pt x="0" y="5700"/>
                </a:moveTo>
                <a:lnTo>
                  <a:pt x="10000" y="5700"/>
                </a:lnTo>
              </a:path>
              <a:path w="10000" h="6000" fill="none">
                <a:moveTo>
                  <a:pt x="0" y="6000"/>
                </a:moveTo>
                <a:lnTo>
                  <a:pt x="10000" y="6000"/>
                </a:lnTo>
              </a:path>
            </a:pathLst>
          </a:custGeom>
          <a:noFill/>
          <a:ln w="25400" cap="rnd">
            <a:solidFill>
              <a:srgbClr val="9C9C9C"/>
            </a:solidFill>
            <a:round/>
          </a:ln>
        </p:spPr>
      </p:sp>
      <p:sp>
        <p:nvSpPr>
          <p:cNvPr id="12" name="M3 Pantalla"/>
          <p:cNvSpPr/>
          <p:nvPr/>
        </p:nvSpPr>
        <p:spPr>
          <a:xfrm>
            <a:off x="8138160" y="914400"/>
            <a:ext cx="374904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3" name="M3 Superficie"/>
          <p:cNvSpPr/>
          <p:nvPr/>
        </p:nvSpPr>
        <p:spPr>
          <a:xfrm>
            <a:off x="8138160" y="1013155"/>
            <a:ext cx="374904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14" name="M3 LineaPleural"/>
          <p:cNvSpPr/>
          <p:nvPr/>
        </p:nvSpPr>
        <p:spPr>
          <a:xfrm>
            <a:off x="8138160" y="1778508"/>
            <a:ext cx="374904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grpSp>
        <p:nvGrpSpPr>
          <p:cNvPr id="15" name="M3 PuntoPulmonar"/>
          <p:cNvGrpSpPr/>
          <p:nvPr/>
        </p:nvGrpSpPr>
        <p:grpSpPr>
          <a:xfrm>
            <a:off x="8144518" y="1832774"/>
            <a:ext cx="3742682" cy="1548556"/>
            <a:chOff x="8144518" y="1832774"/>
            <a:chExt cx="3742682" cy="1548556"/>
          </a:xfrm>
        </p:grpSpPr>
        <p:sp>
          <p:nvSpPr>
            <p:cNvPr id="16" name="Forma 15"/>
            <p:cNvSpPr/>
            <p:nvPr/>
          </p:nvSpPr>
          <p:spPr>
            <a:xfrm>
              <a:off x="8144518" y="1832774"/>
              <a:ext cx="2803238" cy="1548556"/>
            </a:xfrm>
            <a:custGeom>
              <a:avLst/>
              <a:gdLst/>
              <a:ahLst/>
              <a:cxnLst/>
              <a:rect l="0" t="0" r="r" b="b"/>
              <a:pathLst>
                <a:path w="7477" h="6272">
                  <a:moveTo>
                    <a:pt x="1179" y="2344"/>
                  </a:moveTo>
                  <a:cubicBezTo>
                    <a:pt x="1179" y="2364"/>
                    <a:pt x="1163" y="2380"/>
                    <a:pt x="1144" y="2380"/>
                  </a:cubicBezTo>
                  <a:cubicBezTo>
                    <a:pt x="1124" y="2380"/>
                    <a:pt x="1108" y="2364"/>
                    <a:pt x="1108" y="2344"/>
                  </a:cubicBezTo>
                  <a:cubicBezTo>
                    <a:pt x="1108" y="2325"/>
                    <a:pt x="1124" y="2309"/>
                    <a:pt x="1144" y="2309"/>
                  </a:cubicBezTo>
                  <a:cubicBezTo>
                    <a:pt x="1163" y="2309"/>
                    <a:pt x="1179" y="2325"/>
                    <a:pt x="1179" y="2344"/>
                  </a:cubicBezTo>
                  <a:close/>
                  <a:moveTo>
                    <a:pt x="2162" y="70"/>
                  </a:moveTo>
                  <a:cubicBezTo>
                    <a:pt x="2162" y="97"/>
                    <a:pt x="2140" y="120"/>
                    <a:pt x="2112" y="120"/>
                  </a:cubicBezTo>
                  <a:cubicBezTo>
                    <a:pt x="2085" y="120"/>
                    <a:pt x="2062" y="97"/>
                    <a:pt x="2062" y="70"/>
                  </a:cubicBezTo>
                  <a:cubicBezTo>
                    <a:pt x="2062" y="42"/>
                    <a:pt x="2085" y="19"/>
                    <a:pt x="2112" y="19"/>
                  </a:cubicBezTo>
                  <a:cubicBezTo>
                    <a:pt x="2140" y="19"/>
                    <a:pt x="2162" y="42"/>
                    <a:pt x="2162" y="70"/>
                  </a:cubicBezTo>
                  <a:close/>
                  <a:moveTo>
                    <a:pt x="2241" y="531"/>
                  </a:moveTo>
                  <a:cubicBezTo>
                    <a:pt x="2241" y="560"/>
                    <a:pt x="2217" y="583"/>
                    <a:pt x="2188" y="583"/>
                  </a:cubicBezTo>
                  <a:cubicBezTo>
                    <a:pt x="2160" y="583"/>
                    <a:pt x="2136" y="560"/>
                    <a:pt x="2136" y="531"/>
                  </a:cubicBezTo>
                  <a:cubicBezTo>
                    <a:pt x="2136" y="502"/>
                    <a:pt x="2160" y="479"/>
                    <a:pt x="2188" y="479"/>
                  </a:cubicBezTo>
                  <a:cubicBezTo>
                    <a:pt x="2217" y="479"/>
                    <a:pt x="2241" y="502"/>
                    <a:pt x="2241" y="531"/>
                  </a:cubicBezTo>
                  <a:close/>
                  <a:moveTo>
                    <a:pt x="1558" y="283"/>
                  </a:moveTo>
                  <a:cubicBezTo>
                    <a:pt x="1558" y="308"/>
                    <a:pt x="1537" y="328"/>
                    <a:pt x="1513" y="328"/>
                  </a:cubicBezTo>
                  <a:cubicBezTo>
                    <a:pt x="1488" y="328"/>
                    <a:pt x="1467" y="308"/>
                    <a:pt x="1467" y="283"/>
                  </a:cubicBezTo>
                  <a:cubicBezTo>
                    <a:pt x="1467" y="258"/>
                    <a:pt x="1488" y="238"/>
                    <a:pt x="1513" y="238"/>
                  </a:cubicBezTo>
                  <a:cubicBezTo>
                    <a:pt x="1537" y="238"/>
                    <a:pt x="1558" y="258"/>
                    <a:pt x="1558" y="283"/>
                  </a:cubicBezTo>
                  <a:close/>
                  <a:moveTo>
                    <a:pt x="1780" y="2832"/>
                  </a:moveTo>
                  <a:cubicBezTo>
                    <a:pt x="1780" y="2865"/>
                    <a:pt x="1753" y="2891"/>
                    <a:pt x="1721" y="2891"/>
                  </a:cubicBezTo>
                  <a:cubicBezTo>
                    <a:pt x="1688" y="2891"/>
                    <a:pt x="1662" y="2865"/>
                    <a:pt x="1662" y="2832"/>
                  </a:cubicBezTo>
                  <a:cubicBezTo>
                    <a:pt x="1662" y="2800"/>
                    <a:pt x="1688" y="2773"/>
                    <a:pt x="1721" y="2773"/>
                  </a:cubicBezTo>
                  <a:cubicBezTo>
                    <a:pt x="1753" y="2773"/>
                    <a:pt x="1780" y="2800"/>
                    <a:pt x="1780" y="2832"/>
                  </a:cubicBezTo>
                  <a:close/>
                  <a:moveTo>
                    <a:pt x="444" y="1505"/>
                  </a:moveTo>
                  <a:cubicBezTo>
                    <a:pt x="444" y="1524"/>
                    <a:pt x="429" y="1540"/>
                    <a:pt x="410" y="1540"/>
                  </a:cubicBezTo>
                  <a:cubicBezTo>
                    <a:pt x="391" y="1540"/>
                    <a:pt x="375" y="1524"/>
                    <a:pt x="375" y="1505"/>
                  </a:cubicBezTo>
                  <a:cubicBezTo>
                    <a:pt x="375" y="1486"/>
                    <a:pt x="391" y="1471"/>
                    <a:pt x="410" y="1471"/>
                  </a:cubicBezTo>
                  <a:cubicBezTo>
                    <a:pt x="429" y="1471"/>
                    <a:pt x="444" y="1486"/>
                    <a:pt x="444" y="1505"/>
                  </a:cubicBezTo>
                  <a:close/>
                  <a:moveTo>
                    <a:pt x="1301" y="5757"/>
                  </a:moveTo>
                  <a:cubicBezTo>
                    <a:pt x="1301" y="5787"/>
                    <a:pt x="1277" y="5811"/>
                    <a:pt x="1248" y="5811"/>
                  </a:cubicBezTo>
                  <a:cubicBezTo>
                    <a:pt x="1218" y="5811"/>
                    <a:pt x="1194" y="5787"/>
                    <a:pt x="1194" y="5757"/>
                  </a:cubicBezTo>
                  <a:cubicBezTo>
                    <a:pt x="1194" y="5728"/>
                    <a:pt x="1218" y="5704"/>
                    <a:pt x="1248" y="5704"/>
                  </a:cubicBezTo>
                  <a:cubicBezTo>
                    <a:pt x="1277" y="5704"/>
                    <a:pt x="1301" y="5728"/>
                    <a:pt x="1301" y="5757"/>
                  </a:cubicBezTo>
                  <a:close/>
                  <a:moveTo>
                    <a:pt x="1950" y="2408"/>
                  </a:moveTo>
                  <a:cubicBezTo>
                    <a:pt x="1950" y="2441"/>
                    <a:pt x="1924" y="2468"/>
                    <a:pt x="1891" y="2468"/>
                  </a:cubicBezTo>
                  <a:cubicBezTo>
                    <a:pt x="1858" y="2468"/>
                    <a:pt x="1831" y="2441"/>
                    <a:pt x="1831" y="2408"/>
                  </a:cubicBezTo>
                  <a:cubicBezTo>
                    <a:pt x="1831" y="2375"/>
                    <a:pt x="1858" y="2349"/>
                    <a:pt x="1891" y="2349"/>
                  </a:cubicBezTo>
                  <a:cubicBezTo>
                    <a:pt x="1924" y="2349"/>
                    <a:pt x="1950" y="2375"/>
                    <a:pt x="1950" y="2408"/>
                  </a:cubicBezTo>
                  <a:close/>
                  <a:moveTo>
                    <a:pt x="334" y="1835"/>
                  </a:moveTo>
                  <a:cubicBezTo>
                    <a:pt x="334" y="1866"/>
                    <a:pt x="308" y="1892"/>
                    <a:pt x="277" y="1892"/>
                  </a:cubicBezTo>
                  <a:cubicBezTo>
                    <a:pt x="245" y="1892"/>
                    <a:pt x="220" y="1866"/>
                    <a:pt x="220" y="1835"/>
                  </a:cubicBezTo>
                  <a:cubicBezTo>
                    <a:pt x="220" y="1804"/>
                    <a:pt x="245" y="1778"/>
                    <a:pt x="277" y="1778"/>
                  </a:cubicBezTo>
                  <a:cubicBezTo>
                    <a:pt x="308" y="1778"/>
                    <a:pt x="334" y="1804"/>
                    <a:pt x="334" y="1835"/>
                  </a:cubicBezTo>
                  <a:close/>
                  <a:moveTo>
                    <a:pt x="1808" y="2645"/>
                  </a:moveTo>
                  <a:cubicBezTo>
                    <a:pt x="1808" y="2663"/>
                    <a:pt x="1793" y="2678"/>
                    <a:pt x="1774" y="2678"/>
                  </a:cubicBezTo>
                  <a:cubicBezTo>
                    <a:pt x="1756" y="2678"/>
                    <a:pt x="1741" y="2663"/>
                    <a:pt x="1741" y="2645"/>
                  </a:cubicBezTo>
                  <a:cubicBezTo>
                    <a:pt x="1741" y="2626"/>
                    <a:pt x="1756" y="2611"/>
                    <a:pt x="1774" y="2611"/>
                  </a:cubicBezTo>
                  <a:cubicBezTo>
                    <a:pt x="1793" y="2611"/>
                    <a:pt x="1808" y="2626"/>
                    <a:pt x="1808" y="2645"/>
                  </a:cubicBezTo>
                  <a:close/>
                  <a:moveTo>
                    <a:pt x="714" y="1331"/>
                  </a:moveTo>
                  <a:cubicBezTo>
                    <a:pt x="714" y="1354"/>
                    <a:pt x="695" y="1372"/>
                    <a:pt x="673" y="1372"/>
                  </a:cubicBezTo>
                  <a:cubicBezTo>
                    <a:pt x="650" y="1372"/>
                    <a:pt x="631" y="1354"/>
                    <a:pt x="631" y="1331"/>
                  </a:cubicBezTo>
                  <a:cubicBezTo>
                    <a:pt x="631" y="1308"/>
                    <a:pt x="650" y="1290"/>
                    <a:pt x="673" y="1290"/>
                  </a:cubicBezTo>
                  <a:cubicBezTo>
                    <a:pt x="695" y="1290"/>
                    <a:pt x="714" y="1308"/>
                    <a:pt x="714" y="1331"/>
                  </a:cubicBezTo>
                  <a:close/>
                  <a:moveTo>
                    <a:pt x="2041" y="1266"/>
                  </a:moveTo>
                  <a:cubicBezTo>
                    <a:pt x="2041" y="1303"/>
                    <a:pt x="2012" y="1332"/>
                    <a:pt x="1975" y="1332"/>
                  </a:cubicBezTo>
                  <a:cubicBezTo>
                    <a:pt x="1939" y="1332"/>
                    <a:pt x="1910" y="1303"/>
                    <a:pt x="1910" y="1266"/>
                  </a:cubicBezTo>
                  <a:cubicBezTo>
                    <a:pt x="1910" y="1230"/>
                    <a:pt x="1939" y="1201"/>
                    <a:pt x="1975" y="1201"/>
                  </a:cubicBezTo>
                  <a:cubicBezTo>
                    <a:pt x="2012" y="1201"/>
                    <a:pt x="2041" y="1230"/>
                    <a:pt x="2041" y="1266"/>
                  </a:cubicBezTo>
                  <a:close/>
                  <a:moveTo>
                    <a:pt x="2188" y="369"/>
                  </a:moveTo>
                  <a:cubicBezTo>
                    <a:pt x="2188" y="394"/>
                    <a:pt x="2168" y="415"/>
                    <a:pt x="2143" y="415"/>
                  </a:cubicBezTo>
                  <a:cubicBezTo>
                    <a:pt x="2118" y="415"/>
                    <a:pt x="2098" y="394"/>
                    <a:pt x="2098" y="369"/>
                  </a:cubicBezTo>
                  <a:cubicBezTo>
                    <a:pt x="2098" y="344"/>
                    <a:pt x="2118" y="324"/>
                    <a:pt x="2143" y="324"/>
                  </a:cubicBezTo>
                  <a:cubicBezTo>
                    <a:pt x="2168" y="324"/>
                    <a:pt x="2188" y="344"/>
                    <a:pt x="2188" y="369"/>
                  </a:cubicBezTo>
                  <a:close/>
                  <a:moveTo>
                    <a:pt x="1260" y="175"/>
                  </a:moveTo>
                  <a:cubicBezTo>
                    <a:pt x="1260" y="201"/>
                    <a:pt x="1239" y="222"/>
                    <a:pt x="1213" y="222"/>
                  </a:cubicBezTo>
                  <a:cubicBezTo>
                    <a:pt x="1187" y="222"/>
                    <a:pt x="1166" y="201"/>
                    <a:pt x="1166" y="175"/>
                  </a:cubicBezTo>
                  <a:cubicBezTo>
                    <a:pt x="1166" y="149"/>
                    <a:pt x="1187" y="128"/>
                    <a:pt x="1213" y="128"/>
                  </a:cubicBezTo>
                  <a:cubicBezTo>
                    <a:pt x="1239" y="128"/>
                    <a:pt x="1260" y="149"/>
                    <a:pt x="1260" y="175"/>
                  </a:cubicBezTo>
                  <a:close/>
                  <a:moveTo>
                    <a:pt x="2262" y="724"/>
                  </a:moveTo>
                  <a:cubicBezTo>
                    <a:pt x="2262" y="754"/>
                    <a:pt x="2238" y="778"/>
                    <a:pt x="2208" y="778"/>
                  </a:cubicBezTo>
                  <a:cubicBezTo>
                    <a:pt x="2178" y="778"/>
                    <a:pt x="2154" y="754"/>
                    <a:pt x="2154" y="724"/>
                  </a:cubicBezTo>
                  <a:cubicBezTo>
                    <a:pt x="2154" y="695"/>
                    <a:pt x="2178" y="671"/>
                    <a:pt x="2208" y="671"/>
                  </a:cubicBezTo>
                  <a:cubicBezTo>
                    <a:pt x="2238" y="671"/>
                    <a:pt x="2262" y="695"/>
                    <a:pt x="2262" y="724"/>
                  </a:cubicBezTo>
                  <a:close/>
                  <a:moveTo>
                    <a:pt x="389" y="3618"/>
                  </a:moveTo>
                  <a:cubicBezTo>
                    <a:pt x="389" y="3654"/>
                    <a:pt x="360" y="3683"/>
                    <a:pt x="323" y="3683"/>
                  </a:cubicBezTo>
                  <a:cubicBezTo>
                    <a:pt x="287" y="3683"/>
                    <a:pt x="258" y="3654"/>
                    <a:pt x="258" y="3618"/>
                  </a:cubicBezTo>
                  <a:cubicBezTo>
                    <a:pt x="258" y="3581"/>
                    <a:pt x="287" y="3552"/>
                    <a:pt x="323" y="3552"/>
                  </a:cubicBezTo>
                  <a:cubicBezTo>
                    <a:pt x="360" y="3552"/>
                    <a:pt x="389" y="3581"/>
                    <a:pt x="389" y="3618"/>
                  </a:cubicBezTo>
                  <a:close/>
                  <a:moveTo>
                    <a:pt x="553" y="81"/>
                  </a:moveTo>
                  <a:cubicBezTo>
                    <a:pt x="553" y="99"/>
                    <a:pt x="538" y="114"/>
                    <a:pt x="520" y="114"/>
                  </a:cubicBezTo>
                  <a:cubicBezTo>
                    <a:pt x="501" y="114"/>
                    <a:pt x="487" y="99"/>
                    <a:pt x="487" y="81"/>
                  </a:cubicBezTo>
                  <a:cubicBezTo>
                    <a:pt x="487" y="62"/>
                    <a:pt x="501" y="48"/>
                    <a:pt x="520" y="48"/>
                  </a:cubicBezTo>
                  <a:cubicBezTo>
                    <a:pt x="538" y="48"/>
                    <a:pt x="553" y="62"/>
                    <a:pt x="553" y="81"/>
                  </a:cubicBezTo>
                  <a:close/>
                  <a:moveTo>
                    <a:pt x="1361" y="138"/>
                  </a:moveTo>
                  <a:cubicBezTo>
                    <a:pt x="1361" y="156"/>
                    <a:pt x="1346" y="171"/>
                    <a:pt x="1328" y="171"/>
                  </a:cubicBezTo>
                  <a:cubicBezTo>
                    <a:pt x="1310" y="171"/>
                    <a:pt x="1295" y="156"/>
                    <a:pt x="1295" y="138"/>
                  </a:cubicBezTo>
                  <a:cubicBezTo>
                    <a:pt x="1295" y="120"/>
                    <a:pt x="1310" y="105"/>
                    <a:pt x="1328" y="105"/>
                  </a:cubicBezTo>
                  <a:cubicBezTo>
                    <a:pt x="1346" y="105"/>
                    <a:pt x="1361" y="120"/>
                    <a:pt x="1361" y="138"/>
                  </a:cubicBezTo>
                  <a:close/>
                  <a:moveTo>
                    <a:pt x="1272" y="5739"/>
                  </a:moveTo>
                  <a:cubicBezTo>
                    <a:pt x="1272" y="5765"/>
                    <a:pt x="1251" y="5786"/>
                    <a:pt x="1225" y="5786"/>
                  </a:cubicBezTo>
                  <a:cubicBezTo>
                    <a:pt x="1199" y="5786"/>
                    <a:pt x="1178" y="5765"/>
                    <a:pt x="1178" y="5739"/>
                  </a:cubicBezTo>
                  <a:cubicBezTo>
                    <a:pt x="1178" y="5714"/>
                    <a:pt x="1199" y="5693"/>
                    <a:pt x="1225" y="5693"/>
                  </a:cubicBezTo>
                  <a:cubicBezTo>
                    <a:pt x="1251" y="5693"/>
                    <a:pt x="1272" y="5714"/>
                    <a:pt x="1272" y="5739"/>
                  </a:cubicBezTo>
                  <a:close/>
                  <a:moveTo>
                    <a:pt x="1022" y="3990"/>
                  </a:moveTo>
                  <a:cubicBezTo>
                    <a:pt x="1022" y="4008"/>
                    <a:pt x="1007" y="4023"/>
                    <a:pt x="988" y="4023"/>
                  </a:cubicBezTo>
                  <a:cubicBezTo>
                    <a:pt x="969" y="4023"/>
                    <a:pt x="954" y="4008"/>
                    <a:pt x="954" y="3990"/>
                  </a:cubicBezTo>
                  <a:cubicBezTo>
                    <a:pt x="954" y="3971"/>
                    <a:pt x="969" y="3956"/>
                    <a:pt x="988" y="3956"/>
                  </a:cubicBezTo>
                  <a:cubicBezTo>
                    <a:pt x="1007" y="3956"/>
                    <a:pt x="1022" y="3971"/>
                    <a:pt x="1022" y="3990"/>
                  </a:cubicBezTo>
                  <a:close/>
                  <a:moveTo>
                    <a:pt x="1478" y="1100"/>
                  </a:moveTo>
                  <a:cubicBezTo>
                    <a:pt x="1478" y="1130"/>
                    <a:pt x="1454" y="1154"/>
                    <a:pt x="1424" y="1154"/>
                  </a:cubicBezTo>
                  <a:cubicBezTo>
                    <a:pt x="1394" y="1154"/>
                    <a:pt x="1370" y="1130"/>
                    <a:pt x="1370" y="1100"/>
                  </a:cubicBezTo>
                  <a:cubicBezTo>
                    <a:pt x="1370" y="1070"/>
                    <a:pt x="1394" y="1045"/>
                    <a:pt x="1424" y="1045"/>
                  </a:cubicBezTo>
                  <a:cubicBezTo>
                    <a:pt x="1454" y="1045"/>
                    <a:pt x="1478" y="1070"/>
                    <a:pt x="1478" y="1100"/>
                  </a:cubicBezTo>
                  <a:close/>
                  <a:moveTo>
                    <a:pt x="2385" y="366"/>
                  </a:moveTo>
                  <a:cubicBezTo>
                    <a:pt x="2385" y="394"/>
                    <a:pt x="2361" y="418"/>
                    <a:pt x="2333" y="418"/>
                  </a:cubicBezTo>
                  <a:cubicBezTo>
                    <a:pt x="2304" y="418"/>
                    <a:pt x="2280" y="394"/>
                    <a:pt x="2280" y="366"/>
                  </a:cubicBezTo>
                  <a:cubicBezTo>
                    <a:pt x="2280" y="337"/>
                    <a:pt x="2304" y="313"/>
                    <a:pt x="2333" y="313"/>
                  </a:cubicBezTo>
                  <a:cubicBezTo>
                    <a:pt x="2361" y="313"/>
                    <a:pt x="2385" y="337"/>
                    <a:pt x="2385" y="366"/>
                  </a:cubicBezTo>
                  <a:close/>
                  <a:moveTo>
                    <a:pt x="1529" y="955"/>
                  </a:moveTo>
                  <a:cubicBezTo>
                    <a:pt x="1529" y="978"/>
                    <a:pt x="1510" y="996"/>
                    <a:pt x="1488" y="996"/>
                  </a:cubicBezTo>
                  <a:cubicBezTo>
                    <a:pt x="1465" y="996"/>
                    <a:pt x="1447" y="978"/>
                    <a:pt x="1447" y="955"/>
                  </a:cubicBezTo>
                  <a:cubicBezTo>
                    <a:pt x="1447" y="933"/>
                    <a:pt x="1465" y="915"/>
                    <a:pt x="1488" y="915"/>
                  </a:cubicBezTo>
                  <a:cubicBezTo>
                    <a:pt x="1510" y="915"/>
                    <a:pt x="1529" y="933"/>
                    <a:pt x="1529" y="955"/>
                  </a:cubicBezTo>
                  <a:close/>
                  <a:moveTo>
                    <a:pt x="2455" y="6217"/>
                  </a:moveTo>
                  <a:cubicBezTo>
                    <a:pt x="2455" y="6236"/>
                    <a:pt x="2440" y="6252"/>
                    <a:pt x="2420" y="6252"/>
                  </a:cubicBezTo>
                  <a:cubicBezTo>
                    <a:pt x="2401" y="6252"/>
                    <a:pt x="2385" y="6236"/>
                    <a:pt x="2385" y="6217"/>
                  </a:cubicBezTo>
                  <a:cubicBezTo>
                    <a:pt x="2385" y="6198"/>
                    <a:pt x="2401" y="6182"/>
                    <a:pt x="2420" y="6182"/>
                  </a:cubicBezTo>
                  <a:cubicBezTo>
                    <a:pt x="2440" y="6182"/>
                    <a:pt x="2455" y="6198"/>
                    <a:pt x="2455" y="6217"/>
                  </a:cubicBezTo>
                  <a:close/>
                  <a:moveTo>
                    <a:pt x="1765" y="5925"/>
                  </a:moveTo>
                  <a:cubicBezTo>
                    <a:pt x="1765" y="5947"/>
                    <a:pt x="1747" y="5965"/>
                    <a:pt x="1726" y="5965"/>
                  </a:cubicBezTo>
                  <a:cubicBezTo>
                    <a:pt x="1704" y="5965"/>
                    <a:pt x="1686" y="5947"/>
                    <a:pt x="1686" y="5925"/>
                  </a:cubicBezTo>
                  <a:cubicBezTo>
                    <a:pt x="1686" y="5904"/>
                    <a:pt x="1704" y="5886"/>
                    <a:pt x="1726" y="5886"/>
                  </a:cubicBezTo>
                  <a:cubicBezTo>
                    <a:pt x="1747" y="5886"/>
                    <a:pt x="1765" y="5904"/>
                    <a:pt x="1765" y="5925"/>
                  </a:cubicBezTo>
                  <a:close/>
                  <a:moveTo>
                    <a:pt x="1544" y="296"/>
                  </a:moveTo>
                  <a:cubicBezTo>
                    <a:pt x="1544" y="321"/>
                    <a:pt x="1524" y="341"/>
                    <a:pt x="1499" y="341"/>
                  </a:cubicBezTo>
                  <a:cubicBezTo>
                    <a:pt x="1475" y="341"/>
                    <a:pt x="1455" y="321"/>
                    <a:pt x="1455" y="296"/>
                  </a:cubicBezTo>
                  <a:cubicBezTo>
                    <a:pt x="1455" y="272"/>
                    <a:pt x="1475" y="252"/>
                    <a:pt x="1499" y="252"/>
                  </a:cubicBezTo>
                  <a:cubicBezTo>
                    <a:pt x="1524" y="252"/>
                    <a:pt x="1544" y="272"/>
                    <a:pt x="1544" y="296"/>
                  </a:cubicBezTo>
                  <a:close/>
                  <a:moveTo>
                    <a:pt x="1711" y="3689"/>
                  </a:moveTo>
                  <a:cubicBezTo>
                    <a:pt x="1711" y="3723"/>
                    <a:pt x="1684" y="3750"/>
                    <a:pt x="1650" y="3750"/>
                  </a:cubicBezTo>
                  <a:cubicBezTo>
                    <a:pt x="1617" y="3750"/>
                    <a:pt x="1589" y="3723"/>
                    <a:pt x="1589" y="3689"/>
                  </a:cubicBezTo>
                  <a:cubicBezTo>
                    <a:pt x="1589" y="3656"/>
                    <a:pt x="1617" y="3628"/>
                    <a:pt x="1650" y="3628"/>
                  </a:cubicBezTo>
                  <a:cubicBezTo>
                    <a:pt x="1684" y="3628"/>
                    <a:pt x="1711" y="3656"/>
                    <a:pt x="1711" y="3689"/>
                  </a:cubicBezTo>
                  <a:close/>
                  <a:moveTo>
                    <a:pt x="305" y="2182"/>
                  </a:moveTo>
                  <a:cubicBezTo>
                    <a:pt x="305" y="2218"/>
                    <a:pt x="276" y="2247"/>
                    <a:pt x="241" y="2247"/>
                  </a:cubicBezTo>
                  <a:cubicBezTo>
                    <a:pt x="205" y="2247"/>
                    <a:pt x="176" y="2218"/>
                    <a:pt x="176" y="2182"/>
                  </a:cubicBezTo>
                  <a:cubicBezTo>
                    <a:pt x="176" y="2147"/>
                    <a:pt x="205" y="2118"/>
                    <a:pt x="241" y="2118"/>
                  </a:cubicBezTo>
                  <a:cubicBezTo>
                    <a:pt x="276" y="2118"/>
                    <a:pt x="305" y="2147"/>
                    <a:pt x="305" y="2182"/>
                  </a:cubicBezTo>
                  <a:close/>
                  <a:moveTo>
                    <a:pt x="1481" y="2828"/>
                  </a:moveTo>
                  <a:cubicBezTo>
                    <a:pt x="1481" y="2853"/>
                    <a:pt x="1460" y="2874"/>
                    <a:pt x="1434" y="2874"/>
                  </a:cubicBezTo>
                  <a:cubicBezTo>
                    <a:pt x="1409" y="2874"/>
                    <a:pt x="1388" y="2853"/>
                    <a:pt x="1388" y="2828"/>
                  </a:cubicBezTo>
                  <a:cubicBezTo>
                    <a:pt x="1388" y="2802"/>
                    <a:pt x="1409" y="2782"/>
                    <a:pt x="1434" y="2782"/>
                  </a:cubicBezTo>
                  <a:cubicBezTo>
                    <a:pt x="1460" y="2782"/>
                    <a:pt x="1481" y="2802"/>
                    <a:pt x="1481" y="2828"/>
                  </a:cubicBezTo>
                  <a:close/>
                  <a:moveTo>
                    <a:pt x="2430" y="3591"/>
                  </a:moveTo>
                  <a:cubicBezTo>
                    <a:pt x="2430" y="3608"/>
                    <a:pt x="2416" y="3622"/>
                    <a:pt x="2399" y="3622"/>
                  </a:cubicBezTo>
                  <a:cubicBezTo>
                    <a:pt x="2382" y="3622"/>
                    <a:pt x="2368" y="3608"/>
                    <a:pt x="2368" y="3591"/>
                  </a:cubicBezTo>
                  <a:cubicBezTo>
                    <a:pt x="2368" y="3574"/>
                    <a:pt x="2382" y="3560"/>
                    <a:pt x="2399" y="3560"/>
                  </a:cubicBezTo>
                  <a:cubicBezTo>
                    <a:pt x="2416" y="3560"/>
                    <a:pt x="2430" y="3574"/>
                    <a:pt x="2430" y="3591"/>
                  </a:cubicBezTo>
                  <a:close/>
                  <a:moveTo>
                    <a:pt x="1998" y="2068"/>
                  </a:moveTo>
                  <a:cubicBezTo>
                    <a:pt x="1998" y="2094"/>
                    <a:pt x="1977" y="2115"/>
                    <a:pt x="1951" y="2115"/>
                  </a:cubicBezTo>
                  <a:cubicBezTo>
                    <a:pt x="1925" y="2115"/>
                    <a:pt x="1904" y="2094"/>
                    <a:pt x="1904" y="2068"/>
                  </a:cubicBezTo>
                  <a:cubicBezTo>
                    <a:pt x="1904" y="2042"/>
                    <a:pt x="1925" y="2020"/>
                    <a:pt x="1951" y="2020"/>
                  </a:cubicBezTo>
                  <a:cubicBezTo>
                    <a:pt x="1977" y="2020"/>
                    <a:pt x="1998" y="2042"/>
                    <a:pt x="1998" y="2068"/>
                  </a:cubicBezTo>
                  <a:close/>
                  <a:moveTo>
                    <a:pt x="588" y="2783"/>
                  </a:moveTo>
                  <a:cubicBezTo>
                    <a:pt x="588" y="2806"/>
                    <a:pt x="569" y="2826"/>
                    <a:pt x="545" y="2826"/>
                  </a:cubicBezTo>
                  <a:cubicBezTo>
                    <a:pt x="521" y="2826"/>
                    <a:pt x="502" y="2806"/>
                    <a:pt x="502" y="2783"/>
                  </a:cubicBezTo>
                  <a:cubicBezTo>
                    <a:pt x="502" y="2759"/>
                    <a:pt x="521" y="2740"/>
                    <a:pt x="545" y="2740"/>
                  </a:cubicBezTo>
                  <a:cubicBezTo>
                    <a:pt x="569" y="2740"/>
                    <a:pt x="588" y="2759"/>
                    <a:pt x="588" y="2783"/>
                  </a:cubicBezTo>
                  <a:close/>
                  <a:moveTo>
                    <a:pt x="280" y="3933"/>
                  </a:moveTo>
                  <a:cubicBezTo>
                    <a:pt x="280" y="3952"/>
                    <a:pt x="265" y="3967"/>
                    <a:pt x="246" y="3967"/>
                  </a:cubicBezTo>
                  <a:cubicBezTo>
                    <a:pt x="227" y="3967"/>
                    <a:pt x="212" y="3952"/>
                    <a:pt x="212" y="3933"/>
                  </a:cubicBezTo>
                  <a:cubicBezTo>
                    <a:pt x="212" y="3914"/>
                    <a:pt x="227" y="3899"/>
                    <a:pt x="246" y="3899"/>
                  </a:cubicBezTo>
                  <a:cubicBezTo>
                    <a:pt x="265" y="3899"/>
                    <a:pt x="280" y="3914"/>
                    <a:pt x="280" y="3933"/>
                  </a:cubicBezTo>
                  <a:close/>
                  <a:moveTo>
                    <a:pt x="1976" y="187"/>
                  </a:moveTo>
                  <a:cubicBezTo>
                    <a:pt x="1976" y="221"/>
                    <a:pt x="1948" y="248"/>
                    <a:pt x="1914" y="248"/>
                  </a:cubicBezTo>
                  <a:cubicBezTo>
                    <a:pt x="1881" y="248"/>
                    <a:pt x="1853" y="221"/>
                    <a:pt x="1853" y="187"/>
                  </a:cubicBezTo>
                  <a:cubicBezTo>
                    <a:pt x="1853" y="153"/>
                    <a:pt x="1881" y="126"/>
                    <a:pt x="1914" y="126"/>
                  </a:cubicBezTo>
                  <a:cubicBezTo>
                    <a:pt x="1948" y="126"/>
                    <a:pt x="1976" y="153"/>
                    <a:pt x="1976" y="187"/>
                  </a:cubicBezTo>
                  <a:close/>
                  <a:moveTo>
                    <a:pt x="2029" y="3113"/>
                  </a:moveTo>
                  <a:cubicBezTo>
                    <a:pt x="2029" y="3145"/>
                    <a:pt x="2003" y="3172"/>
                    <a:pt x="1971" y="3172"/>
                  </a:cubicBezTo>
                  <a:cubicBezTo>
                    <a:pt x="1938" y="3172"/>
                    <a:pt x="1912" y="3145"/>
                    <a:pt x="1912" y="3113"/>
                  </a:cubicBezTo>
                  <a:cubicBezTo>
                    <a:pt x="1912" y="3081"/>
                    <a:pt x="1938" y="3055"/>
                    <a:pt x="1971" y="3055"/>
                  </a:cubicBezTo>
                  <a:cubicBezTo>
                    <a:pt x="2003" y="3055"/>
                    <a:pt x="2029" y="3081"/>
                    <a:pt x="2029" y="3113"/>
                  </a:cubicBezTo>
                  <a:close/>
                  <a:moveTo>
                    <a:pt x="675" y="4603"/>
                  </a:moveTo>
                  <a:cubicBezTo>
                    <a:pt x="675" y="4629"/>
                    <a:pt x="654" y="4650"/>
                    <a:pt x="628" y="4650"/>
                  </a:cubicBezTo>
                  <a:cubicBezTo>
                    <a:pt x="602" y="4650"/>
                    <a:pt x="581" y="4629"/>
                    <a:pt x="581" y="4603"/>
                  </a:cubicBezTo>
                  <a:cubicBezTo>
                    <a:pt x="581" y="4577"/>
                    <a:pt x="602" y="4556"/>
                    <a:pt x="628" y="4556"/>
                  </a:cubicBezTo>
                  <a:cubicBezTo>
                    <a:pt x="654" y="4556"/>
                    <a:pt x="675" y="4577"/>
                    <a:pt x="675" y="4603"/>
                  </a:cubicBezTo>
                  <a:close/>
                  <a:moveTo>
                    <a:pt x="633" y="6007"/>
                  </a:moveTo>
                  <a:cubicBezTo>
                    <a:pt x="633" y="6032"/>
                    <a:pt x="612" y="6053"/>
                    <a:pt x="587" y="6053"/>
                  </a:cubicBezTo>
                  <a:cubicBezTo>
                    <a:pt x="561" y="6053"/>
                    <a:pt x="541" y="6032"/>
                    <a:pt x="541" y="6007"/>
                  </a:cubicBezTo>
                  <a:cubicBezTo>
                    <a:pt x="541" y="5982"/>
                    <a:pt x="561" y="5961"/>
                    <a:pt x="587" y="5961"/>
                  </a:cubicBezTo>
                  <a:cubicBezTo>
                    <a:pt x="612" y="5961"/>
                    <a:pt x="633" y="5982"/>
                    <a:pt x="633" y="6007"/>
                  </a:cubicBezTo>
                  <a:close/>
                  <a:moveTo>
                    <a:pt x="972" y="5361"/>
                  </a:moveTo>
                  <a:cubicBezTo>
                    <a:pt x="972" y="5386"/>
                    <a:pt x="952" y="5406"/>
                    <a:pt x="928" y="5406"/>
                  </a:cubicBezTo>
                  <a:cubicBezTo>
                    <a:pt x="903" y="5406"/>
                    <a:pt x="883" y="5386"/>
                    <a:pt x="883" y="5361"/>
                  </a:cubicBezTo>
                  <a:cubicBezTo>
                    <a:pt x="883" y="5336"/>
                    <a:pt x="903" y="5316"/>
                    <a:pt x="928" y="5316"/>
                  </a:cubicBezTo>
                  <a:cubicBezTo>
                    <a:pt x="952" y="5316"/>
                    <a:pt x="972" y="5336"/>
                    <a:pt x="972" y="5361"/>
                  </a:cubicBezTo>
                  <a:close/>
                  <a:moveTo>
                    <a:pt x="1698" y="1090"/>
                  </a:moveTo>
                  <a:cubicBezTo>
                    <a:pt x="1698" y="1125"/>
                    <a:pt x="1670" y="1154"/>
                    <a:pt x="1635" y="1154"/>
                  </a:cubicBezTo>
                  <a:cubicBezTo>
                    <a:pt x="1599" y="1154"/>
                    <a:pt x="1571" y="1125"/>
                    <a:pt x="1571" y="1090"/>
                  </a:cubicBezTo>
                  <a:cubicBezTo>
                    <a:pt x="1571" y="1055"/>
                    <a:pt x="1599" y="1027"/>
                    <a:pt x="1635" y="1027"/>
                  </a:cubicBezTo>
                  <a:cubicBezTo>
                    <a:pt x="1670" y="1027"/>
                    <a:pt x="1698" y="1055"/>
                    <a:pt x="1698" y="1090"/>
                  </a:cubicBezTo>
                  <a:close/>
                  <a:moveTo>
                    <a:pt x="723" y="343"/>
                  </a:moveTo>
                  <a:cubicBezTo>
                    <a:pt x="723" y="381"/>
                    <a:pt x="692" y="412"/>
                    <a:pt x="654" y="412"/>
                  </a:cubicBezTo>
                  <a:cubicBezTo>
                    <a:pt x="616" y="412"/>
                    <a:pt x="585" y="381"/>
                    <a:pt x="585" y="343"/>
                  </a:cubicBezTo>
                  <a:cubicBezTo>
                    <a:pt x="585" y="305"/>
                    <a:pt x="616" y="274"/>
                    <a:pt x="654" y="274"/>
                  </a:cubicBezTo>
                  <a:cubicBezTo>
                    <a:pt x="692" y="274"/>
                    <a:pt x="723" y="305"/>
                    <a:pt x="723" y="343"/>
                  </a:cubicBezTo>
                  <a:close/>
                  <a:moveTo>
                    <a:pt x="517" y="5898"/>
                  </a:moveTo>
                  <a:cubicBezTo>
                    <a:pt x="517" y="5936"/>
                    <a:pt x="486" y="5968"/>
                    <a:pt x="447" y="5968"/>
                  </a:cubicBezTo>
                  <a:cubicBezTo>
                    <a:pt x="409" y="5968"/>
                    <a:pt x="378" y="5936"/>
                    <a:pt x="378" y="5898"/>
                  </a:cubicBezTo>
                  <a:cubicBezTo>
                    <a:pt x="378" y="5860"/>
                    <a:pt x="409" y="5829"/>
                    <a:pt x="447" y="5829"/>
                  </a:cubicBezTo>
                  <a:cubicBezTo>
                    <a:pt x="486" y="5829"/>
                    <a:pt x="517" y="5860"/>
                    <a:pt x="517" y="5898"/>
                  </a:cubicBezTo>
                  <a:close/>
                  <a:moveTo>
                    <a:pt x="1521" y="103"/>
                  </a:moveTo>
                  <a:cubicBezTo>
                    <a:pt x="1521" y="121"/>
                    <a:pt x="1506" y="136"/>
                    <a:pt x="1488" y="136"/>
                  </a:cubicBezTo>
                  <a:cubicBezTo>
                    <a:pt x="1470" y="136"/>
                    <a:pt x="1456" y="121"/>
                    <a:pt x="1456" y="103"/>
                  </a:cubicBezTo>
                  <a:cubicBezTo>
                    <a:pt x="1456" y="85"/>
                    <a:pt x="1470" y="71"/>
                    <a:pt x="1488" y="71"/>
                  </a:cubicBezTo>
                  <a:cubicBezTo>
                    <a:pt x="1506" y="71"/>
                    <a:pt x="1521" y="85"/>
                    <a:pt x="1521" y="103"/>
                  </a:cubicBezTo>
                  <a:close/>
                  <a:moveTo>
                    <a:pt x="588" y="2441"/>
                  </a:moveTo>
                  <a:cubicBezTo>
                    <a:pt x="588" y="2471"/>
                    <a:pt x="563" y="2495"/>
                    <a:pt x="533" y="2495"/>
                  </a:cubicBezTo>
                  <a:cubicBezTo>
                    <a:pt x="503" y="2495"/>
                    <a:pt x="479" y="2471"/>
                    <a:pt x="479" y="2441"/>
                  </a:cubicBezTo>
                  <a:cubicBezTo>
                    <a:pt x="479" y="2411"/>
                    <a:pt x="503" y="2386"/>
                    <a:pt x="533" y="2386"/>
                  </a:cubicBezTo>
                  <a:cubicBezTo>
                    <a:pt x="563" y="2386"/>
                    <a:pt x="588" y="2411"/>
                    <a:pt x="588" y="2441"/>
                  </a:cubicBezTo>
                  <a:close/>
                  <a:moveTo>
                    <a:pt x="2388" y="2228"/>
                  </a:moveTo>
                  <a:cubicBezTo>
                    <a:pt x="2388" y="2247"/>
                    <a:pt x="2372" y="2263"/>
                    <a:pt x="2352" y="2263"/>
                  </a:cubicBezTo>
                  <a:cubicBezTo>
                    <a:pt x="2332" y="2263"/>
                    <a:pt x="2316" y="2247"/>
                    <a:pt x="2316" y="2228"/>
                  </a:cubicBezTo>
                  <a:cubicBezTo>
                    <a:pt x="2316" y="2208"/>
                    <a:pt x="2332" y="2192"/>
                    <a:pt x="2352" y="2192"/>
                  </a:cubicBezTo>
                  <a:cubicBezTo>
                    <a:pt x="2372" y="2192"/>
                    <a:pt x="2388" y="2208"/>
                    <a:pt x="2388" y="2228"/>
                  </a:cubicBezTo>
                  <a:close/>
                  <a:moveTo>
                    <a:pt x="1415" y="881"/>
                  </a:moveTo>
                  <a:cubicBezTo>
                    <a:pt x="1415" y="899"/>
                    <a:pt x="1400" y="914"/>
                    <a:pt x="1381" y="914"/>
                  </a:cubicBezTo>
                  <a:cubicBezTo>
                    <a:pt x="1363" y="914"/>
                    <a:pt x="1348" y="899"/>
                    <a:pt x="1348" y="881"/>
                  </a:cubicBezTo>
                  <a:cubicBezTo>
                    <a:pt x="1348" y="862"/>
                    <a:pt x="1363" y="847"/>
                    <a:pt x="1381" y="847"/>
                  </a:cubicBezTo>
                  <a:cubicBezTo>
                    <a:pt x="1400" y="847"/>
                    <a:pt x="1415" y="862"/>
                    <a:pt x="1415" y="881"/>
                  </a:cubicBezTo>
                  <a:close/>
                  <a:moveTo>
                    <a:pt x="1399" y="4345"/>
                  </a:moveTo>
                  <a:cubicBezTo>
                    <a:pt x="1399" y="4363"/>
                    <a:pt x="1385" y="4377"/>
                    <a:pt x="1367" y="4377"/>
                  </a:cubicBezTo>
                  <a:cubicBezTo>
                    <a:pt x="1349" y="4377"/>
                    <a:pt x="1334" y="4363"/>
                    <a:pt x="1334" y="4345"/>
                  </a:cubicBezTo>
                  <a:cubicBezTo>
                    <a:pt x="1334" y="4327"/>
                    <a:pt x="1349" y="4312"/>
                    <a:pt x="1367" y="4312"/>
                  </a:cubicBezTo>
                  <a:cubicBezTo>
                    <a:pt x="1385" y="4312"/>
                    <a:pt x="1399" y="4327"/>
                    <a:pt x="1399" y="4345"/>
                  </a:cubicBezTo>
                  <a:close/>
                  <a:moveTo>
                    <a:pt x="1176" y="4394"/>
                  </a:moveTo>
                  <a:cubicBezTo>
                    <a:pt x="1176" y="4427"/>
                    <a:pt x="1149" y="4454"/>
                    <a:pt x="1116" y="4454"/>
                  </a:cubicBezTo>
                  <a:cubicBezTo>
                    <a:pt x="1082" y="4454"/>
                    <a:pt x="1055" y="4427"/>
                    <a:pt x="1055" y="4394"/>
                  </a:cubicBezTo>
                  <a:cubicBezTo>
                    <a:pt x="1055" y="4360"/>
                    <a:pt x="1082" y="4333"/>
                    <a:pt x="1116" y="4333"/>
                  </a:cubicBezTo>
                  <a:cubicBezTo>
                    <a:pt x="1149" y="4333"/>
                    <a:pt x="1176" y="4360"/>
                    <a:pt x="1176" y="4394"/>
                  </a:cubicBezTo>
                  <a:close/>
                  <a:moveTo>
                    <a:pt x="989" y="5530"/>
                  </a:moveTo>
                  <a:cubicBezTo>
                    <a:pt x="989" y="5551"/>
                    <a:pt x="972" y="5567"/>
                    <a:pt x="952" y="5567"/>
                  </a:cubicBezTo>
                  <a:cubicBezTo>
                    <a:pt x="931" y="5567"/>
                    <a:pt x="915" y="5551"/>
                    <a:pt x="915" y="5530"/>
                  </a:cubicBezTo>
                  <a:cubicBezTo>
                    <a:pt x="915" y="5510"/>
                    <a:pt x="931" y="5493"/>
                    <a:pt x="952" y="5493"/>
                  </a:cubicBezTo>
                  <a:cubicBezTo>
                    <a:pt x="972" y="5493"/>
                    <a:pt x="989" y="5510"/>
                    <a:pt x="989" y="5530"/>
                  </a:cubicBezTo>
                  <a:close/>
                  <a:moveTo>
                    <a:pt x="1815" y="4814"/>
                  </a:moveTo>
                  <a:cubicBezTo>
                    <a:pt x="1815" y="4850"/>
                    <a:pt x="1786" y="4879"/>
                    <a:pt x="1750" y="4879"/>
                  </a:cubicBezTo>
                  <a:cubicBezTo>
                    <a:pt x="1714" y="4879"/>
                    <a:pt x="1684" y="4850"/>
                    <a:pt x="1684" y="4814"/>
                  </a:cubicBezTo>
                  <a:cubicBezTo>
                    <a:pt x="1684" y="4778"/>
                    <a:pt x="1714" y="4749"/>
                    <a:pt x="1750" y="4749"/>
                  </a:cubicBezTo>
                  <a:cubicBezTo>
                    <a:pt x="1786" y="4749"/>
                    <a:pt x="1815" y="4778"/>
                    <a:pt x="1815" y="4814"/>
                  </a:cubicBezTo>
                  <a:close/>
                  <a:moveTo>
                    <a:pt x="1251" y="645"/>
                  </a:moveTo>
                  <a:cubicBezTo>
                    <a:pt x="1251" y="663"/>
                    <a:pt x="1237" y="677"/>
                    <a:pt x="1219" y="677"/>
                  </a:cubicBezTo>
                  <a:cubicBezTo>
                    <a:pt x="1202" y="677"/>
                    <a:pt x="1187" y="663"/>
                    <a:pt x="1187" y="645"/>
                  </a:cubicBezTo>
                  <a:cubicBezTo>
                    <a:pt x="1187" y="627"/>
                    <a:pt x="1202" y="613"/>
                    <a:pt x="1219" y="613"/>
                  </a:cubicBezTo>
                  <a:cubicBezTo>
                    <a:pt x="1237" y="613"/>
                    <a:pt x="1251" y="627"/>
                    <a:pt x="1251" y="645"/>
                  </a:cubicBezTo>
                  <a:close/>
                  <a:moveTo>
                    <a:pt x="1357" y="1104"/>
                  </a:moveTo>
                  <a:cubicBezTo>
                    <a:pt x="1357" y="1135"/>
                    <a:pt x="1332" y="1160"/>
                    <a:pt x="1302" y="1160"/>
                  </a:cubicBezTo>
                  <a:cubicBezTo>
                    <a:pt x="1271" y="1160"/>
                    <a:pt x="1247" y="1135"/>
                    <a:pt x="1247" y="1104"/>
                  </a:cubicBezTo>
                  <a:cubicBezTo>
                    <a:pt x="1247" y="1074"/>
                    <a:pt x="1271" y="1049"/>
                    <a:pt x="1302" y="1049"/>
                  </a:cubicBezTo>
                  <a:cubicBezTo>
                    <a:pt x="1332" y="1049"/>
                    <a:pt x="1357" y="1074"/>
                    <a:pt x="1357" y="1104"/>
                  </a:cubicBezTo>
                  <a:close/>
                  <a:moveTo>
                    <a:pt x="274" y="4867"/>
                  </a:moveTo>
                  <a:cubicBezTo>
                    <a:pt x="274" y="4888"/>
                    <a:pt x="256" y="4906"/>
                    <a:pt x="235" y="4906"/>
                  </a:cubicBezTo>
                  <a:cubicBezTo>
                    <a:pt x="213" y="4906"/>
                    <a:pt x="196" y="4888"/>
                    <a:pt x="196" y="4867"/>
                  </a:cubicBezTo>
                  <a:cubicBezTo>
                    <a:pt x="196" y="4845"/>
                    <a:pt x="213" y="4828"/>
                    <a:pt x="235" y="4828"/>
                  </a:cubicBezTo>
                  <a:cubicBezTo>
                    <a:pt x="256" y="4828"/>
                    <a:pt x="274" y="4845"/>
                    <a:pt x="274" y="4867"/>
                  </a:cubicBezTo>
                  <a:close/>
                  <a:moveTo>
                    <a:pt x="112" y="1120"/>
                  </a:moveTo>
                  <a:cubicBezTo>
                    <a:pt x="112" y="1147"/>
                    <a:pt x="90" y="1168"/>
                    <a:pt x="64" y="1168"/>
                  </a:cubicBezTo>
                  <a:cubicBezTo>
                    <a:pt x="37" y="1168"/>
                    <a:pt x="16" y="1147"/>
                    <a:pt x="16" y="1120"/>
                  </a:cubicBezTo>
                  <a:cubicBezTo>
                    <a:pt x="16" y="1093"/>
                    <a:pt x="37" y="1072"/>
                    <a:pt x="64" y="1072"/>
                  </a:cubicBezTo>
                  <a:cubicBezTo>
                    <a:pt x="90" y="1072"/>
                    <a:pt x="112" y="1093"/>
                    <a:pt x="112" y="1120"/>
                  </a:cubicBezTo>
                  <a:close/>
                  <a:moveTo>
                    <a:pt x="1412" y="2437"/>
                  </a:moveTo>
                  <a:cubicBezTo>
                    <a:pt x="1412" y="2457"/>
                    <a:pt x="1395" y="2474"/>
                    <a:pt x="1375" y="2474"/>
                  </a:cubicBezTo>
                  <a:cubicBezTo>
                    <a:pt x="1354" y="2474"/>
                    <a:pt x="1338" y="2457"/>
                    <a:pt x="1338" y="2437"/>
                  </a:cubicBezTo>
                  <a:cubicBezTo>
                    <a:pt x="1338" y="2417"/>
                    <a:pt x="1354" y="2400"/>
                    <a:pt x="1375" y="2400"/>
                  </a:cubicBezTo>
                  <a:cubicBezTo>
                    <a:pt x="1395" y="2400"/>
                    <a:pt x="1412" y="2417"/>
                    <a:pt x="1412" y="2437"/>
                  </a:cubicBezTo>
                  <a:close/>
                  <a:moveTo>
                    <a:pt x="1241" y="5898"/>
                  </a:moveTo>
                  <a:cubicBezTo>
                    <a:pt x="1241" y="5926"/>
                    <a:pt x="1218" y="5949"/>
                    <a:pt x="1189" y="5949"/>
                  </a:cubicBezTo>
                  <a:cubicBezTo>
                    <a:pt x="1161" y="5949"/>
                    <a:pt x="1138" y="5926"/>
                    <a:pt x="1138" y="5898"/>
                  </a:cubicBezTo>
                  <a:cubicBezTo>
                    <a:pt x="1138" y="5869"/>
                    <a:pt x="1161" y="5846"/>
                    <a:pt x="1189" y="5846"/>
                  </a:cubicBezTo>
                  <a:cubicBezTo>
                    <a:pt x="1218" y="5846"/>
                    <a:pt x="1241" y="5869"/>
                    <a:pt x="1241" y="5898"/>
                  </a:cubicBezTo>
                  <a:close/>
                  <a:moveTo>
                    <a:pt x="2361" y="208"/>
                  </a:moveTo>
                  <a:cubicBezTo>
                    <a:pt x="2361" y="247"/>
                    <a:pt x="2330" y="278"/>
                    <a:pt x="2292" y="278"/>
                  </a:cubicBezTo>
                  <a:cubicBezTo>
                    <a:pt x="2253" y="278"/>
                    <a:pt x="2222" y="247"/>
                    <a:pt x="2222" y="208"/>
                  </a:cubicBezTo>
                  <a:cubicBezTo>
                    <a:pt x="2222" y="170"/>
                    <a:pt x="2253" y="138"/>
                    <a:pt x="2292" y="138"/>
                  </a:cubicBezTo>
                  <a:cubicBezTo>
                    <a:pt x="2330" y="138"/>
                    <a:pt x="2361" y="170"/>
                    <a:pt x="2361" y="208"/>
                  </a:cubicBezTo>
                  <a:close/>
                  <a:moveTo>
                    <a:pt x="2217" y="3405"/>
                  </a:moveTo>
                  <a:cubicBezTo>
                    <a:pt x="2217" y="3433"/>
                    <a:pt x="2194" y="3456"/>
                    <a:pt x="2166" y="3456"/>
                  </a:cubicBezTo>
                  <a:cubicBezTo>
                    <a:pt x="2138" y="3456"/>
                    <a:pt x="2115" y="3433"/>
                    <a:pt x="2115" y="3405"/>
                  </a:cubicBezTo>
                  <a:cubicBezTo>
                    <a:pt x="2115" y="3377"/>
                    <a:pt x="2138" y="3354"/>
                    <a:pt x="2166" y="3354"/>
                  </a:cubicBezTo>
                  <a:cubicBezTo>
                    <a:pt x="2194" y="3354"/>
                    <a:pt x="2217" y="3377"/>
                    <a:pt x="2217" y="3405"/>
                  </a:cubicBezTo>
                  <a:close/>
                  <a:moveTo>
                    <a:pt x="1354" y="5669"/>
                  </a:moveTo>
                  <a:cubicBezTo>
                    <a:pt x="1354" y="5687"/>
                    <a:pt x="1340" y="5701"/>
                    <a:pt x="1322" y="5701"/>
                  </a:cubicBezTo>
                  <a:cubicBezTo>
                    <a:pt x="1304" y="5701"/>
                    <a:pt x="1289" y="5687"/>
                    <a:pt x="1289" y="5669"/>
                  </a:cubicBezTo>
                  <a:cubicBezTo>
                    <a:pt x="1289" y="5651"/>
                    <a:pt x="1304" y="5636"/>
                    <a:pt x="1322" y="5636"/>
                  </a:cubicBezTo>
                  <a:cubicBezTo>
                    <a:pt x="1340" y="5636"/>
                    <a:pt x="1354" y="5651"/>
                    <a:pt x="1354" y="5669"/>
                  </a:cubicBezTo>
                  <a:close/>
                  <a:moveTo>
                    <a:pt x="1617" y="3391"/>
                  </a:moveTo>
                  <a:cubicBezTo>
                    <a:pt x="1617" y="3414"/>
                    <a:pt x="1598" y="3433"/>
                    <a:pt x="1575" y="3433"/>
                  </a:cubicBezTo>
                  <a:cubicBezTo>
                    <a:pt x="1552" y="3433"/>
                    <a:pt x="1533" y="3414"/>
                    <a:pt x="1533" y="3391"/>
                  </a:cubicBezTo>
                  <a:cubicBezTo>
                    <a:pt x="1533" y="3368"/>
                    <a:pt x="1552" y="3349"/>
                    <a:pt x="1575" y="3349"/>
                  </a:cubicBezTo>
                  <a:cubicBezTo>
                    <a:pt x="1598" y="3349"/>
                    <a:pt x="1617" y="3368"/>
                    <a:pt x="1617" y="3391"/>
                  </a:cubicBezTo>
                  <a:close/>
                  <a:moveTo>
                    <a:pt x="1806" y="4498"/>
                  </a:moveTo>
                  <a:cubicBezTo>
                    <a:pt x="1806" y="4517"/>
                    <a:pt x="1791" y="4532"/>
                    <a:pt x="1772" y="4532"/>
                  </a:cubicBezTo>
                  <a:cubicBezTo>
                    <a:pt x="1754" y="4532"/>
                    <a:pt x="1738" y="4517"/>
                    <a:pt x="1738" y="4498"/>
                  </a:cubicBezTo>
                  <a:cubicBezTo>
                    <a:pt x="1738" y="4479"/>
                    <a:pt x="1754" y="4464"/>
                    <a:pt x="1772" y="4464"/>
                  </a:cubicBezTo>
                  <a:cubicBezTo>
                    <a:pt x="1791" y="4464"/>
                    <a:pt x="1806" y="4479"/>
                    <a:pt x="1806" y="4498"/>
                  </a:cubicBezTo>
                  <a:close/>
                  <a:moveTo>
                    <a:pt x="1761" y="2842"/>
                  </a:moveTo>
                  <a:cubicBezTo>
                    <a:pt x="1761" y="2869"/>
                    <a:pt x="1739" y="2891"/>
                    <a:pt x="1711" y="2891"/>
                  </a:cubicBezTo>
                  <a:cubicBezTo>
                    <a:pt x="1684" y="2891"/>
                    <a:pt x="1662" y="2869"/>
                    <a:pt x="1662" y="2842"/>
                  </a:cubicBezTo>
                  <a:cubicBezTo>
                    <a:pt x="1662" y="2814"/>
                    <a:pt x="1684" y="2792"/>
                    <a:pt x="1711" y="2792"/>
                  </a:cubicBezTo>
                  <a:cubicBezTo>
                    <a:pt x="1739" y="2792"/>
                    <a:pt x="1761" y="2814"/>
                    <a:pt x="1761" y="2842"/>
                  </a:cubicBezTo>
                  <a:close/>
                  <a:moveTo>
                    <a:pt x="1615" y="358"/>
                  </a:moveTo>
                  <a:cubicBezTo>
                    <a:pt x="1615" y="388"/>
                    <a:pt x="1591" y="412"/>
                    <a:pt x="1561" y="412"/>
                  </a:cubicBezTo>
                  <a:cubicBezTo>
                    <a:pt x="1531" y="412"/>
                    <a:pt x="1507" y="388"/>
                    <a:pt x="1507" y="358"/>
                  </a:cubicBezTo>
                  <a:cubicBezTo>
                    <a:pt x="1507" y="328"/>
                    <a:pt x="1531" y="304"/>
                    <a:pt x="1561" y="304"/>
                  </a:cubicBezTo>
                  <a:cubicBezTo>
                    <a:pt x="1591" y="304"/>
                    <a:pt x="1615" y="328"/>
                    <a:pt x="1615" y="358"/>
                  </a:cubicBezTo>
                  <a:close/>
                  <a:moveTo>
                    <a:pt x="967" y="5478"/>
                  </a:moveTo>
                  <a:cubicBezTo>
                    <a:pt x="967" y="5500"/>
                    <a:pt x="950" y="5517"/>
                    <a:pt x="928" y="5517"/>
                  </a:cubicBezTo>
                  <a:cubicBezTo>
                    <a:pt x="906" y="5517"/>
                    <a:pt x="889" y="5500"/>
                    <a:pt x="889" y="5478"/>
                  </a:cubicBezTo>
                  <a:cubicBezTo>
                    <a:pt x="889" y="5456"/>
                    <a:pt x="906" y="5439"/>
                    <a:pt x="928" y="5439"/>
                  </a:cubicBezTo>
                  <a:cubicBezTo>
                    <a:pt x="950" y="5439"/>
                    <a:pt x="967" y="5456"/>
                    <a:pt x="967" y="5478"/>
                  </a:cubicBezTo>
                  <a:close/>
                  <a:moveTo>
                    <a:pt x="2063" y="4553"/>
                  </a:moveTo>
                  <a:cubicBezTo>
                    <a:pt x="2063" y="4584"/>
                    <a:pt x="2038" y="4608"/>
                    <a:pt x="2008" y="4608"/>
                  </a:cubicBezTo>
                  <a:cubicBezTo>
                    <a:pt x="1978" y="4608"/>
                    <a:pt x="1953" y="4584"/>
                    <a:pt x="1953" y="4553"/>
                  </a:cubicBezTo>
                  <a:cubicBezTo>
                    <a:pt x="1953" y="4523"/>
                    <a:pt x="1978" y="4498"/>
                    <a:pt x="2008" y="4498"/>
                  </a:cubicBezTo>
                  <a:cubicBezTo>
                    <a:pt x="2038" y="4498"/>
                    <a:pt x="2063" y="4523"/>
                    <a:pt x="2063" y="4553"/>
                  </a:cubicBezTo>
                  <a:close/>
                  <a:moveTo>
                    <a:pt x="2188" y="253"/>
                  </a:moveTo>
                  <a:cubicBezTo>
                    <a:pt x="2188" y="283"/>
                    <a:pt x="2164" y="307"/>
                    <a:pt x="2135" y="307"/>
                  </a:cubicBezTo>
                  <a:cubicBezTo>
                    <a:pt x="2105" y="307"/>
                    <a:pt x="2081" y="283"/>
                    <a:pt x="2081" y="253"/>
                  </a:cubicBezTo>
                  <a:cubicBezTo>
                    <a:pt x="2081" y="223"/>
                    <a:pt x="2105" y="199"/>
                    <a:pt x="2135" y="199"/>
                  </a:cubicBezTo>
                  <a:cubicBezTo>
                    <a:pt x="2164" y="199"/>
                    <a:pt x="2188" y="223"/>
                    <a:pt x="2188" y="253"/>
                  </a:cubicBezTo>
                  <a:close/>
                  <a:moveTo>
                    <a:pt x="1551" y="4234"/>
                  </a:moveTo>
                  <a:cubicBezTo>
                    <a:pt x="1551" y="4259"/>
                    <a:pt x="1530" y="4280"/>
                    <a:pt x="1504" y="4280"/>
                  </a:cubicBezTo>
                  <a:cubicBezTo>
                    <a:pt x="1479" y="4280"/>
                    <a:pt x="1458" y="4259"/>
                    <a:pt x="1458" y="4234"/>
                  </a:cubicBezTo>
                  <a:cubicBezTo>
                    <a:pt x="1458" y="4208"/>
                    <a:pt x="1479" y="4187"/>
                    <a:pt x="1504" y="4187"/>
                  </a:cubicBezTo>
                  <a:cubicBezTo>
                    <a:pt x="1530" y="4187"/>
                    <a:pt x="1551" y="4208"/>
                    <a:pt x="1551" y="4234"/>
                  </a:cubicBezTo>
                  <a:close/>
                  <a:moveTo>
                    <a:pt x="252" y="1202"/>
                  </a:moveTo>
                  <a:cubicBezTo>
                    <a:pt x="252" y="1232"/>
                    <a:pt x="228" y="1256"/>
                    <a:pt x="198" y="1256"/>
                  </a:cubicBezTo>
                  <a:cubicBezTo>
                    <a:pt x="168" y="1256"/>
                    <a:pt x="144" y="1232"/>
                    <a:pt x="144" y="1202"/>
                  </a:cubicBezTo>
                  <a:cubicBezTo>
                    <a:pt x="144" y="1172"/>
                    <a:pt x="168" y="1148"/>
                    <a:pt x="198" y="1148"/>
                  </a:cubicBezTo>
                  <a:cubicBezTo>
                    <a:pt x="228" y="1148"/>
                    <a:pt x="252" y="1172"/>
                    <a:pt x="252" y="1202"/>
                  </a:cubicBezTo>
                  <a:close/>
                  <a:moveTo>
                    <a:pt x="512" y="432"/>
                  </a:moveTo>
                  <a:cubicBezTo>
                    <a:pt x="512" y="456"/>
                    <a:pt x="492" y="476"/>
                    <a:pt x="468" y="476"/>
                  </a:cubicBezTo>
                  <a:cubicBezTo>
                    <a:pt x="443" y="476"/>
                    <a:pt x="424" y="456"/>
                    <a:pt x="424" y="432"/>
                  </a:cubicBezTo>
                  <a:cubicBezTo>
                    <a:pt x="424" y="408"/>
                    <a:pt x="443" y="388"/>
                    <a:pt x="468" y="388"/>
                  </a:cubicBezTo>
                  <a:cubicBezTo>
                    <a:pt x="492" y="388"/>
                    <a:pt x="512" y="408"/>
                    <a:pt x="512" y="432"/>
                  </a:cubicBezTo>
                  <a:close/>
                  <a:moveTo>
                    <a:pt x="1192" y="3350"/>
                  </a:moveTo>
                  <a:cubicBezTo>
                    <a:pt x="1192" y="3367"/>
                    <a:pt x="1178" y="3381"/>
                    <a:pt x="1161" y="3381"/>
                  </a:cubicBezTo>
                  <a:cubicBezTo>
                    <a:pt x="1144" y="3381"/>
                    <a:pt x="1130" y="3367"/>
                    <a:pt x="1130" y="3350"/>
                  </a:cubicBezTo>
                  <a:cubicBezTo>
                    <a:pt x="1130" y="3333"/>
                    <a:pt x="1144" y="3319"/>
                    <a:pt x="1161" y="3319"/>
                  </a:cubicBezTo>
                  <a:cubicBezTo>
                    <a:pt x="1178" y="3319"/>
                    <a:pt x="1192" y="3333"/>
                    <a:pt x="1192" y="3350"/>
                  </a:cubicBezTo>
                  <a:close/>
                  <a:moveTo>
                    <a:pt x="1955" y="2099"/>
                  </a:moveTo>
                  <a:cubicBezTo>
                    <a:pt x="1955" y="2133"/>
                    <a:pt x="1928" y="2161"/>
                    <a:pt x="1894" y="2161"/>
                  </a:cubicBezTo>
                  <a:cubicBezTo>
                    <a:pt x="1860" y="2161"/>
                    <a:pt x="1833" y="2133"/>
                    <a:pt x="1833" y="2099"/>
                  </a:cubicBezTo>
                  <a:cubicBezTo>
                    <a:pt x="1833" y="2066"/>
                    <a:pt x="1860" y="2038"/>
                    <a:pt x="1894" y="2038"/>
                  </a:cubicBezTo>
                  <a:cubicBezTo>
                    <a:pt x="1928" y="2038"/>
                    <a:pt x="1955" y="2066"/>
                    <a:pt x="1955" y="2099"/>
                  </a:cubicBezTo>
                  <a:close/>
                  <a:moveTo>
                    <a:pt x="107" y="5945"/>
                  </a:moveTo>
                  <a:cubicBezTo>
                    <a:pt x="107" y="5974"/>
                    <a:pt x="83" y="5998"/>
                    <a:pt x="53" y="5998"/>
                  </a:cubicBezTo>
                  <a:cubicBezTo>
                    <a:pt x="24" y="5998"/>
                    <a:pt x="0" y="5974"/>
                    <a:pt x="0" y="5945"/>
                  </a:cubicBezTo>
                  <a:cubicBezTo>
                    <a:pt x="0" y="5915"/>
                    <a:pt x="24" y="5891"/>
                    <a:pt x="53" y="5891"/>
                  </a:cubicBezTo>
                  <a:cubicBezTo>
                    <a:pt x="83" y="5891"/>
                    <a:pt x="107" y="5915"/>
                    <a:pt x="107" y="5945"/>
                  </a:cubicBezTo>
                  <a:close/>
                  <a:moveTo>
                    <a:pt x="2439" y="6145"/>
                  </a:moveTo>
                  <a:cubicBezTo>
                    <a:pt x="2439" y="6180"/>
                    <a:pt x="2411" y="6208"/>
                    <a:pt x="2376" y="6208"/>
                  </a:cubicBezTo>
                  <a:cubicBezTo>
                    <a:pt x="2341" y="6208"/>
                    <a:pt x="2313" y="6180"/>
                    <a:pt x="2313" y="6145"/>
                  </a:cubicBezTo>
                  <a:cubicBezTo>
                    <a:pt x="2313" y="6110"/>
                    <a:pt x="2341" y="6082"/>
                    <a:pt x="2376" y="6082"/>
                  </a:cubicBezTo>
                  <a:cubicBezTo>
                    <a:pt x="2411" y="6082"/>
                    <a:pt x="2439" y="6110"/>
                    <a:pt x="2439" y="6145"/>
                  </a:cubicBezTo>
                  <a:close/>
                  <a:moveTo>
                    <a:pt x="327" y="2192"/>
                  </a:moveTo>
                  <a:cubicBezTo>
                    <a:pt x="327" y="2214"/>
                    <a:pt x="309" y="2231"/>
                    <a:pt x="288" y="2231"/>
                  </a:cubicBezTo>
                  <a:cubicBezTo>
                    <a:pt x="266" y="2231"/>
                    <a:pt x="248" y="2214"/>
                    <a:pt x="248" y="2192"/>
                  </a:cubicBezTo>
                  <a:cubicBezTo>
                    <a:pt x="248" y="2170"/>
                    <a:pt x="266" y="2153"/>
                    <a:pt x="288" y="2153"/>
                  </a:cubicBezTo>
                  <a:cubicBezTo>
                    <a:pt x="309" y="2153"/>
                    <a:pt x="327" y="2170"/>
                    <a:pt x="327" y="2192"/>
                  </a:cubicBezTo>
                  <a:close/>
                  <a:moveTo>
                    <a:pt x="1943" y="1221"/>
                  </a:moveTo>
                  <a:cubicBezTo>
                    <a:pt x="1943" y="1243"/>
                    <a:pt x="1926" y="1260"/>
                    <a:pt x="1905" y="1260"/>
                  </a:cubicBezTo>
                  <a:cubicBezTo>
                    <a:pt x="1883" y="1260"/>
                    <a:pt x="1866" y="1243"/>
                    <a:pt x="1866" y="1221"/>
                  </a:cubicBezTo>
                  <a:cubicBezTo>
                    <a:pt x="1866" y="1200"/>
                    <a:pt x="1883" y="1182"/>
                    <a:pt x="1905" y="1182"/>
                  </a:cubicBezTo>
                  <a:cubicBezTo>
                    <a:pt x="1926" y="1182"/>
                    <a:pt x="1943" y="1200"/>
                    <a:pt x="1943" y="1221"/>
                  </a:cubicBezTo>
                  <a:close/>
                  <a:moveTo>
                    <a:pt x="366" y="774"/>
                  </a:moveTo>
                  <a:cubicBezTo>
                    <a:pt x="366" y="812"/>
                    <a:pt x="335" y="842"/>
                    <a:pt x="298" y="842"/>
                  </a:cubicBezTo>
                  <a:cubicBezTo>
                    <a:pt x="261" y="842"/>
                    <a:pt x="230" y="812"/>
                    <a:pt x="230" y="774"/>
                  </a:cubicBezTo>
                  <a:cubicBezTo>
                    <a:pt x="230" y="737"/>
                    <a:pt x="261" y="707"/>
                    <a:pt x="298" y="707"/>
                  </a:cubicBezTo>
                  <a:cubicBezTo>
                    <a:pt x="335" y="707"/>
                    <a:pt x="366" y="737"/>
                    <a:pt x="366" y="774"/>
                  </a:cubicBezTo>
                  <a:close/>
                  <a:moveTo>
                    <a:pt x="2435" y="2339"/>
                  </a:moveTo>
                  <a:cubicBezTo>
                    <a:pt x="2435" y="2372"/>
                    <a:pt x="2408" y="2398"/>
                    <a:pt x="2375" y="2398"/>
                  </a:cubicBezTo>
                  <a:cubicBezTo>
                    <a:pt x="2342" y="2398"/>
                    <a:pt x="2316" y="2372"/>
                    <a:pt x="2316" y="2339"/>
                  </a:cubicBezTo>
                  <a:cubicBezTo>
                    <a:pt x="2316" y="2306"/>
                    <a:pt x="2342" y="2279"/>
                    <a:pt x="2375" y="2279"/>
                  </a:cubicBezTo>
                  <a:cubicBezTo>
                    <a:pt x="2408" y="2279"/>
                    <a:pt x="2435" y="2306"/>
                    <a:pt x="2435" y="2339"/>
                  </a:cubicBezTo>
                  <a:close/>
                  <a:moveTo>
                    <a:pt x="1199" y="3266"/>
                  </a:moveTo>
                  <a:cubicBezTo>
                    <a:pt x="1199" y="3291"/>
                    <a:pt x="1179" y="3311"/>
                    <a:pt x="1155" y="3311"/>
                  </a:cubicBezTo>
                  <a:cubicBezTo>
                    <a:pt x="1130" y="3311"/>
                    <a:pt x="1110" y="3291"/>
                    <a:pt x="1110" y="3266"/>
                  </a:cubicBezTo>
                  <a:cubicBezTo>
                    <a:pt x="1110" y="3241"/>
                    <a:pt x="1130" y="3221"/>
                    <a:pt x="1155" y="3221"/>
                  </a:cubicBezTo>
                  <a:cubicBezTo>
                    <a:pt x="1179" y="3221"/>
                    <a:pt x="1199" y="3241"/>
                    <a:pt x="1199" y="3266"/>
                  </a:cubicBezTo>
                  <a:close/>
                  <a:moveTo>
                    <a:pt x="1596" y="1494"/>
                  </a:moveTo>
                  <a:cubicBezTo>
                    <a:pt x="1596" y="1516"/>
                    <a:pt x="1578" y="1534"/>
                    <a:pt x="1556" y="1534"/>
                  </a:cubicBezTo>
                  <a:cubicBezTo>
                    <a:pt x="1534" y="1534"/>
                    <a:pt x="1516" y="1516"/>
                    <a:pt x="1516" y="1494"/>
                  </a:cubicBezTo>
                  <a:cubicBezTo>
                    <a:pt x="1516" y="1472"/>
                    <a:pt x="1534" y="1454"/>
                    <a:pt x="1556" y="1454"/>
                  </a:cubicBezTo>
                  <a:cubicBezTo>
                    <a:pt x="1578" y="1454"/>
                    <a:pt x="1596" y="1472"/>
                    <a:pt x="1596" y="1494"/>
                  </a:cubicBezTo>
                  <a:close/>
                  <a:moveTo>
                    <a:pt x="1323" y="1253"/>
                  </a:moveTo>
                  <a:cubicBezTo>
                    <a:pt x="1323" y="1280"/>
                    <a:pt x="1302" y="1301"/>
                    <a:pt x="1275" y="1301"/>
                  </a:cubicBezTo>
                  <a:cubicBezTo>
                    <a:pt x="1249" y="1301"/>
                    <a:pt x="1228" y="1280"/>
                    <a:pt x="1228" y="1253"/>
                  </a:cubicBezTo>
                  <a:cubicBezTo>
                    <a:pt x="1228" y="1227"/>
                    <a:pt x="1249" y="1206"/>
                    <a:pt x="1275" y="1206"/>
                  </a:cubicBezTo>
                  <a:cubicBezTo>
                    <a:pt x="1302" y="1206"/>
                    <a:pt x="1323" y="1227"/>
                    <a:pt x="1323" y="1253"/>
                  </a:cubicBezTo>
                  <a:close/>
                  <a:moveTo>
                    <a:pt x="2332" y="168"/>
                  </a:moveTo>
                  <a:cubicBezTo>
                    <a:pt x="2332" y="186"/>
                    <a:pt x="2317" y="202"/>
                    <a:pt x="2298" y="202"/>
                  </a:cubicBezTo>
                  <a:cubicBezTo>
                    <a:pt x="2279" y="202"/>
                    <a:pt x="2264" y="186"/>
                    <a:pt x="2264" y="168"/>
                  </a:cubicBezTo>
                  <a:cubicBezTo>
                    <a:pt x="2264" y="149"/>
                    <a:pt x="2279" y="133"/>
                    <a:pt x="2298" y="133"/>
                  </a:cubicBezTo>
                  <a:cubicBezTo>
                    <a:pt x="2317" y="133"/>
                    <a:pt x="2332" y="149"/>
                    <a:pt x="2332" y="168"/>
                  </a:cubicBezTo>
                  <a:close/>
                  <a:moveTo>
                    <a:pt x="1993" y="388"/>
                  </a:moveTo>
                  <a:cubicBezTo>
                    <a:pt x="1993" y="410"/>
                    <a:pt x="1975" y="428"/>
                    <a:pt x="1952" y="428"/>
                  </a:cubicBezTo>
                  <a:cubicBezTo>
                    <a:pt x="1930" y="428"/>
                    <a:pt x="1912" y="410"/>
                    <a:pt x="1912" y="388"/>
                  </a:cubicBezTo>
                  <a:cubicBezTo>
                    <a:pt x="1912" y="366"/>
                    <a:pt x="1930" y="348"/>
                    <a:pt x="1952" y="348"/>
                  </a:cubicBezTo>
                  <a:cubicBezTo>
                    <a:pt x="1975" y="348"/>
                    <a:pt x="1993" y="366"/>
                    <a:pt x="1993" y="388"/>
                  </a:cubicBezTo>
                  <a:close/>
                  <a:moveTo>
                    <a:pt x="2115" y="3782"/>
                  </a:moveTo>
                  <a:cubicBezTo>
                    <a:pt x="2115" y="3804"/>
                    <a:pt x="2098" y="3821"/>
                    <a:pt x="2076" y="3821"/>
                  </a:cubicBezTo>
                  <a:cubicBezTo>
                    <a:pt x="2055" y="3821"/>
                    <a:pt x="2038" y="3804"/>
                    <a:pt x="2038" y="3782"/>
                  </a:cubicBezTo>
                  <a:cubicBezTo>
                    <a:pt x="2038" y="3761"/>
                    <a:pt x="2055" y="3743"/>
                    <a:pt x="2076" y="3743"/>
                  </a:cubicBezTo>
                  <a:cubicBezTo>
                    <a:pt x="2098" y="3743"/>
                    <a:pt x="2115" y="3761"/>
                    <a:pt x="2115" y="3782"/>
                  </a:cubicBezTo>
                  <a:close/>
                  <a:moveTo>
                    <a:pt x="215" y="1736"/>
                  </a:moveTo>
                  <a:cubicBezTo>
                    <a:pt x="215" y="1759"/>
                    <a:pt x="196" y="1778"/>
                    <a:pt x="173" y="1778"/>
                  </a:cubicBezTo>
                  <a:cubicBezTo>
                    <a:pt x="150" y="1778"/>
                    <a:pt x="131" y="1759"/>
                    <a:pt x="131" y="1736"/>
                  </a:cubicBezTo>
                  <a:cubicBezTo>
                    <a:pt x="131" y="1713"/>
                    <a:pt x="150" y="1694"/>
                    <a:pt x="173" y="1694"/>
                  </a:cubicBezTo>
                  <a:cubicBezTo>
                    <a:pt x="196" y="1694"/>
                    <a:pt x="215" y="1713"/>
                    <a:pt x="215" y="1736"/>
                  </a:cubicBezTo>
                  <a:close/>
                  <a:moveTo>
                    <a:pt x="2015" y="6078"/>
                  </a:moveTo>
                  <a:cubicBezTo>
                    <a:pt x="2015" y="6112"/>
                    <a:pt x="1987" y="6140"/>
                    <a:pt x="1953" y="6140"/>
                  </a:cubicBezTo>
                  <a:cubicBezTo>
                    <a:pt x="1919" y="6140"/>
                    <a:pt x="1892" y="6112"/>
                    <a:pt x="1892" y="6078"/>
                  </a:cubicBezTo>
                  <a:cubicBezTo>
                    <a:pt x="1892" y="6044"/>
                    <a:pt x="1919" y="6017"/>
                    <a:pt x="1953" y="6017"/>
                  </a:cubicBezTo>
                  <a:cubicBezTo>
                    <a:pt x="1987" y="6017"/>
                    <a:pt x="2015" y="6044"/>
                    <a:pt x="2015" y="6078"/>
                  </a:cubicBezTo>
                  <a:close/>
                  <a:moveTo>
                    <a:pt x="2262" y="5800"/>
                  </a:moveTo>
                  <a:cubicBezTo>
                    <a:pt x="2262" y="5836"/>
                    <a:pt x="2233" y="5865"/>
                    <a:pt x="2197" y="5865"/>
                  </a:cubicBezTo>
                  <a:cubicBezTo>
                    <a:pt x="2161" y="5865"/>
                    <a:pt x="2132" y="5836"/>
                    <a:pt x="2132" y="5800"/>
                  </a:cubicBezTo>
                  <a:cubicBezTo>
                    <a:pt x="2132" y="5764"/>
                    <a:pt x="2161" y="5735"/>
                    <a:pt x="2197" y="5735"/>
                  </a:cubicBezTo>
                  <a:cubicBezTo>
                    <a:pt x="2233" y="5735"/>
                    <a:pt x="2262" y="5764"/>
                    <a:pt x="2262" y="5800"/>
                  </a:cubicBezTo>
                  <a:close/>
                  <a:moveTo>
                    <a:pt x="2274" y="6028"/>
                  </a:moveTo>
                  <a:cubicBezTo>
                    <a:pt x="2274" y="6047"/>
                    <a:pt x="2259" y="6062"/>
                    <a:pt x="2240" y="6062"/>
                  </a:cubicBezTo>
                  <a:cubicBezTo>
                    <a:pt x="2222" y="6062"/>
                    <a:pt x="2207" y="6047"/>
                    <a:pt x="2207" y="6028"/>
                  </a:cubicBezTo>
                  <a:cubicBezTo>
                    <a:pt x="2207" y="6010"/>
                    <a:pt x="2222" y="5995"/>
                    <a:pt x="2240" y="5995"/>
                  </a:cubicBezTo>
                  <a:cubicBezTo>
                    <a:pt x="2259" y="5995"/>
                    <a:pt x="2274" y="6010"/>
                    <a:pt x="2274" y="6028"/>
                  </a:cubicBezTo>
                  <a:close/>
                  <a:moveTo>
                    <a:pt x="849" y="1562"/>
                  </a:moveTo>
                  <a:cubicBezTo>
                    <a:pt x="849" y="1592"/>
                    <a:pt x="825" y="1616"/>
                    <a:pt x="795" y="1616"/>
                  </a:cubicBezTo>
                  <a:cubicBezTo>
                    <a:pt x="765" y="1616"/>
                    <a:pt x="741" y="1592"/>
                    <a:pt x="741" y="1562"/>
                  </a:cubicBezTo>
                  <a:cubicBezTo>
                    <a:pt x="741" y="1532"/>
                    <a:pt x="765" y="1508"/>
                    <a:pt x="795" y="1508"/>
                  </a:cubicBezTo>
                  <a:cubicBezTo>
                    <a:pt x="825" y="1508"/>
                    <a:pt x="849" y="1532"/>
                    <a:pt x="849" y="1562"/>
                  </a:cubicBezTo>
                  <a:close/>
                  <a:moveTo>
                    <a:pt x="1276" y="2181"/>
                  </a:moveTo>
                  <a:cubicBezTo>
                    <a:pt x="1276" y="2216"/>
                    <a:pt x="1248" y="2244"/>
                    <a:pt x="1213" y="2244"/>
                  </a:cubicBezTo>
                  <a:cubicBezTo>
                    <a:pt x="1178" y="2244"/>
                    <a:pt x="1149" y="2216"/>
                    <a:pt x="1149" y="2181"/>
                  </a:cubicBezTo>
                  <a:cubicBezTo>
                    <a:pt x="1149" y="2146"/>
                    <a:pt x="1178" y="2117"/>
                    <a:pt x="1213" y="2117"/>
                  </a:cubicBezTo>
                  <a:cubicBezTo>
                    <a:pt x="1248" y="2117"/>
                    <a:pt x="1276" y="2146"/>
                    <a:pt x="1276" y="2181"/>
                  </a:cubicBezTo>
                  <a:close/>
                  <a:moveTo>
                    <a:pt x="1031" y="1325"/>
                  </a:moveTo>
                  <a:cubicBezTo>
                    <a:pt x="1031" y="1348"/>
                    <a:pt x="1013" y="1366"/>
                    <a:pt x="990" y="1366"/>
                  </a:cubicBezTo>
                  <a:cubicBezTo>
                    <a:pt x="968" y="1366"/>
                    <a:pt x="949" y="1348"/>
                    <a:pt x="949" y="1325"/>
                  </a:cubicBezTo>
                  <a:cubicBezTo>
                    <a:pt x="949" y="1302"/>
                    <a:pt x="968" y="1284"/>
                    <a:pt x="990" y="1284"/>
                  </a:cubicBezTo>
                  <a:cubicBezTo>
                    <a:pt x="1013" y="1284"/>
                    <a:pt x="1031" y="1302"/>
                    <a:pt x="1031" y="1325"/>
                  </a:cubicBezTo>
                  <a:close/>
                  <a:moveTo>
                    <a:pt x="1193" y="3815"/>
                  </a:moveTo>
                  <a:cubicBezTo>
                    <a:pt x="1193" y="3844"/>
                    <a:pt x="1170" y="3867"/>
                    <a:pt x="1141" y="3867"/>
                  </a:cubicBezTo>
                  <a:cubicBezTo>
                    <a:pt x="1112" y="3867"/>
                    <a:pt x="1088" y="3844"/>
                    <a:pt x="1088" y="3815"/>
                  </a:cubicBezTo>
                  <a:cubicBezTo>
                    <a:pt x="1088" y="3785"/>
                    <a:pt x="1112" y="3762"/>
                    <a:pt x="1141" y="3762"/>
                  </a:cubicBezTo>
                  <a:cubicBezTo>
                    <a:pt x="1170" y="3762"/>
                    <a:pt x="1193" y="3785"/>
                    <a:pt x="1193" y="3815"/>
                  </a:cubicBezTo>
                  <a:close/>
                  <a:moveTo>
                    <a:pt x="1134" y="1185"/>
                  </a:moveTo>
                  <a:cubicBezTo>
                    <a:pt x="1134" y="1210"/>
                    <a:pt x="1114" y="1231"/>
                    <a:pt x="1088" y="1231"/>
                  </a:cubicBezTo>
                  <a:cubicBezTo>
                    <a:pt x="1063" y="1231"/>
                    <a:pt x="1042" y="1210"/>
                    <a:pt x="1042" y="1185"/>
                  </a:cubicBezTo>
                  <a:cubicBezTo>
                    <a:pt x="1042" y="1160"/>
                    <a:pt x="1063" y="1139"/>
                    <a:pt x="1088" y="1139"/>
                  </a:cubicBezTo>
                  <a:cubicBezTo>
                    <a:pt x="1114" y="1139"/>
                    <a:pt x="1134" y="1160"/>
                    <a:pt x="1134" y="1185"/>
                  </a:cubicBezTo>
                  <a:close/>
                  <a:moveTo>
                    <a:pt x="864" y="1087"/>
                  </a:moveTo>
                  <a:cubicBezTo>
                    <a:pt x="864" y="1116"/>
                    <a:pt x="841" y="1139"/>
                    <a:pt x="813" y="1139"/>
                  </a:cubicBezTo>
                  <a:cubicBezTo>
                    <a:pt x="784" y="1139"/>
                    <a:pt x="761" y="1116"/>
                    <a:pt x="761" y="1087"/>
                  </a:cubicBezTo>
                  <a:cubicBezTo>
                    <a:pt x="761" y="1059"/>
                    <a:pt x="784" y="1035"/>
                    <a:pt x="813" y="1035"/>
                  </a:cubicBezTo>
                  <a:cubicBezTo>
                    <a:pt x="841" y="1035"/>
                    <a:pt x="864" y="1059"/>
                    <a:pt x="864" y="1087"/>
                  </a:cubicBezTo>
                  <a:close/>
                  <a:moveTo>
                    <a:pt x="541" y="4442"/>
                  </a:moveTo>
                  <a:cubicBezTo>
                    <a:pt x="541" y="4473"/>
                    <a:pt x="516" y="4498"/>
                    <a:pt x="485" y="4498"/>
                  </a:cubicBezTo>
                  <a:cubicBezTo>
                    <a:pt x="454" y="4498"/>
                    <a:pt x="429" y="4473"/>
                    <a:pt x="429" y="4442"/>
                  </a:cubicBezTo>
                  <a:cubicBezTo>
                    <a:pt x="429" y="4411"/>
                    <a:pt x="454" y="4385"/>
                    <a:pt x="485" y="4385"/>
                  </a:cubicBezTo>
                  <a:cubicBezTo>
                    <a:pt x="516" y="4385"/>
                    <a:pt x="541" y="4411"/>
                    <a:pt x="541" y="4442"/>
                  </a:cubicBezTo>
                  <a:close/>
                  <a:moveTo>
                    <a:pt x="407" y="3907"/>
                  </a:moveTo>
                  <a:cubicBezTo>
                    <a:pt x="407" y="3931"/>
                    <a:pt x="387" y="3951"/>
                    <a:pt x="363" y="3951"/>
                  </a:cubicBezTo>
                  <a:cubicBezTo>
                    <a:pt x="339" y="3951"/>
                    <a:pt x="319" y="3931"/>
                    <a:pt x="319" y="3907"/>
                  </a:cubicBezTo>
                  <a:cubicBezTo>
                    <a:pt x="319" y="3883"/>
                    <a:pt x="339" y="3863"/>
                    <a:pt x="363" y="3863"/>
                  </a:cubicBezTo>
                  <a:cubicBezTo>
                    <a:pt x="387" y="3863"/>
                    <a:pt x="407" y="3883"/>
                    <a:pt x="407" y="3907"/>
                  </a:cubicBezTo>
                  <a:close/>
                  <a:moveTo>
                    <a:pt x="1166" y="3790"/>
                  </a:moveTo>
                  <a:cubicBezTo>
                    <a:pt x="1166" y="3824"/>
                    <a:pt x="1139" y="3851"/>
                    <a:pt x="1106" y="3851"/>
                  </a:cubicBezTo>
                  <a:cubicBezTo>
                    <a:pt x="1072" y="3851"/>
                    <a:pt x="1045" y="3824"/>
                    <a:pt x="1045" y="3790"/>
                  </a:cubicBezTo>
                  <a:cubicBezTo>
                    <a:pt x="1045" y="3757"/>
                    <a:pt x="1072" y="3730"/>
                    <a:pt x="1106" y="3730"/>
                  </a:cubicBezTo>
                  <a:cubicBezTo>
                    <a:pt x="1139" y="3730"/>
                    <a:pt x="1166" y="3757"/>
                    <a:pt x="1166" y="3790"/>
                  </a:cubicBezTo>
                  <a:close/>
                  <a:moveTo>
                    <a:pt x="2192" y="4578"/>
                  </a:moveTo>
                  <a:cubicBezTo>
                    <a:pt x="2192" y="4599"/>
                    <a:pt x="2174" y="4616"/>
                    <a:pt x="2153" y="4616"/>
                  </a:cubicBezTo>
                  <a:cubicBezTo>
                    <a:pt x="2132" y="4616"/>
                    <a:pt x="2115" y="4599"/>
                    <a:pt x="2115" y="4578"/>
                  </a:cubicBezTo>
                  <a:cubicBezTo>
                    <a:pt x="2115" y="4556"/>
                    <a:pt x="2132" y="4539"/>
                    <a:pt x="2153" y="4539"/>
                  </a:cubicBezTo>
                  <a:cubicBezTo>
                    <a:pt x="2174" y="4539"/>
                    <a:pt x="2192" y="4556"/>
                    <a:pt x="2192" y="4578"/>
                  </a:cubicBezTo>
                  <a:close/>
                  <a:moveTo>
                    <a:pt x="1364" y="2109"/>
                  </a:moveTo>
                  <a:cubicBezTo>
                    <a:pt x="1364" y="2126"/>
                    <a:pt x="1350" y="2140"/>
                    <a:pt x="1333" y="2140"/>
                  </a:cubicBezTo>
                  <a:cubicBezTo>
                    <a:pt x="1316" y="2140"/>
                    <a:pt x="1302" y="2126"/>
                    <a:pt x="1302" y="2109"/>
                  </a:cubicBezTo>
                  <a:cubicBezTo>
                    <a:pt x="1302" y="2092"/>
                    <a:pt x="1316" y="2078"/>
                    <a:pt x="1333" y="2078"/>
                  </a:cubicBezTo>
                  <a:cubicBezTo>
                    <a:pt x="1350" y="2078"/>
                    <a:pt x="1364" y="2092"/>
                    <a:pt x="1364" y="2109"/>
                  </a:cubicBezTo>
                  <a:close/>
                  <a:moveTo>
                    <a:pt x="1423" y="2947"/>
                  </a:moveTo>
                  <a:cubicBezTo>
                    <a:pt x="1423" y="2983"/>
                    <a:pt x="1394" y="3012"/>
                    <a:pt x="1358" y="3012"/>
                  </a:cubicBezTo>
                  <a:cubicBezTo>
                    <a:pt x="1323" y="3012"/>
                    <a:pt x="1294" y="2983"/>
                    <a:pt x="1294" y="2947"/>
                  </a:cubicBezTo>
                  <a:cubicBezTo>
                    <a:pt x="1294" y="2912"/>
                    <a:pt x="1323" y="2883"/>
                    <a:pt x="1358" y="2883"/>
                  </a:cubicBezTo>
                  <a:cubicBezTo>
                    <a:pt x="1394" y="2883"/>
                    <a:pt x="1423" y="2912"/>
                    <a:pt x="1423" y="2947"/>
                  </a:cubicBezTo>
                  <a:close/>
                  <a:moveTo>
                    <a:pt x="860" y="5198"/>
                  </a:moveTo>
                  <a:cubicBezTo>
                    <a:pt x="860" y="5226"/>
                    <a:pt x="837" y="5248"/>
                    <a:pt x="809" y="5248"/>
                  </a:cubicBezTo>
                  <a:cubicBezTo>
                    <a:pt x="781" y="5248"/>
                    <a:pt x="759" y="5226"/>
                    <a:pt x="759" y="5198"/>
                  </a:cubicBezTo>
                  <a:cubicBezTo>
                    <a:pt x="759" y="5170"/>
                    <a:pt x="781" y="5147"/>
                    <a:pt x="809" y="5147"/>
                  </a:cubicBezTo>
                  <a:cubicBezTo>
                    <a:pt x="837" y="5147"/>
                    <a:pt x="860" y="5170"/>
                    <a:pt x="860" y="5198"/>
                  </a:cubicBezTo>
                  <a:close/>
                  <a:moveTo>
                    <a:pt x="312" y="4475"/>
                  </a:moveTo>
                  <a:cubicBezTo>
                    <a:pt x="312" y="4497"/>
                    <a:pt x="293" y="4516"/>
                    <a:pt x="270" y="4516"/>
                  </a:cubicBezTo>
                  <a:cubicBezTo>
                    <a:pt x="248" y="4516"/>
                    <a:pt x="229" y="4497"/>
                    <a:pt x="229" y="4475"/>
                  </a:cubicBezTo>
                  <a:cubicBezTo>
                    <a:pt x="229" y="4452"/>
                    <a:pt x="248" y="4433"/>
                    <a:pt x="270" y="4433"/>
                  </a:cubicBezTo>
                  <a:cubicBezTo>
                    <a:pt x="293" y="4433"/>
                    <a:pt x="312" y="4452"/>
                    <a:pt x="312" y="4475"/>
                  </a:cubicBezTo>
                  <a:close/>
                  <a:moveTo>
                    <a:pt x="1343" y="473"/>
                  </a:moveTo>
                  <a:cubicBezTo>
                    <a:pt x="1343" y="489"/>
                    <a:pt x="1330" y="503"/>
                    <a:pt x="1313" y="503"/>
                  </a:cubicBezTo>
                  <a:cubicBezTo>
                    <a:pt x="1296" y="503"/>
                    <a:pt x="1283" y="489"/>
                    <a:pt x="1283" y="473"/>
                  </a:cubicBezTo>
                  <a:cubicBezTo>
                    <a:pt x="1283" y="456"/>
                    <a:pt x="1296" y="442"/>
                    <a:pt x="1313" y="442"/>
                  </a:cubicBezTo>
                  <a:cubicBezTo>
                    <a:pt x="1330" y="442"/>
                    <a:pt x="1343" y="456"/>
                    <a:pt x="1343" y="473"/>
                  </a:cubicBezTo>
                  <a:close/>
                  <a:moveTo>
                    <a:pt x="2279" y="290"/>
                  </a:moveTo>
                  <a:cubicBezTo>
                    <a:pt x="2279" y="310"/>
                    <a:pt x="2263" y="326"/>
                    <a:pt x="2243" y="326"/>
                  </a:cubicBezTo>
                  <a:cubicBezTo>
                    <a:pt x="2223" y="326"/>
                    <a:pt x="2207" y="310"/>
                    <a:pt x="2207" y="290"/>
                  </a:cubicBezTo>
                  <a:cubicBezTo>
                    <a:pt x="2207" y="270"/>
                    <a:pt x="2223" y="254"/>
                    <a:pt x="2243" y="254"/>
                  </a:cubicBezTo>
                  <a:cubicBezTo>
                    <a:pt x="2263" y="254"/>
                    <a:pt x="2279" y="270"/>
                    <a:pt x="2279" y="290"/>
                  </a:cubicBezTo>
                  <a:close/>
                  <a:moveTo>
                    <a:pt x="487" y="625"/>
                  </a:moveTo>
                  <a:cubicBezTo>
                    <a:pt x="487" y="660"/>
                    <a:pt x="459" y="688"/>
                    <a:pt x="424" y="688"/>
                  </a:cubicBezTo>
                  <a:cubicBezTo>
                    <a:pt x="390" y="688"/>
                    <a:pt x="361" y="660"/>
                    <a:pt x="361" y="625"/>
                  </a:cubicBezTo>
                  <a:cubicBezTo>
                    <a:pt x="361" y="590"/>
                    <a:pt x="390" y="562"/>
                    <a:pt x="424" y="562"/>
                  </a:cubicBezTo>
                  <a:cubicBezTo>
                    <a:pt x="459" y="562"/>
                    <a:pt x="487" y="590"/>
                    <a:pt x="487" y="625"/>
                  </a:cubicBezTo>
                  <a:close/>
                  <a:moveTo>
                    <a:pt x="2467" y="4055"/>
                  </a:moveTo>
                  <a:cubicBezTo>
                    <a:pt x="2467" y="4080"/>
                    <a:pt x="2446" y="4100"/>
                    <a:pt x="2421" y="4100"/>
                  </a:cubicBezTo>
                  <a:cubicBezTo>
                    <a:pt x="2396" y="4100"/>
                    <a:pt x="2375" y="4080"/>
                    <a:pt x="2375" y="4055"/>
                  </a:cubicBezTo>
                  <a:cubicBezTo>
                    <a:pt x="2375" y="4029"/>
                    <a:pt x="2396" y="4009"/>
                    <a:pt x="2421" y="4009"/>
                  </a:cubicBezTo>
                  <a:cubicBezTo>
                    <a:pt x="2446" y="4009"/>
                    <a:pt x="2467" y="4029"/>
                    <a:pt x="2467" y="4055"/>
                  </a:cubicBezTo>
                  <a:close/>
                  <a:moveTo>
                    <a:pt x="2200" y="3168"/>
                  </a:moveTo>
                  <a:cubicBezTo>
                    <a:pt x="2200" y="3188"/>
                    <a:pt x="2184" y="3204"/>
                    <a:pt x="2165" y="3204"/>
                  </a:cubicBezTo>
                  <a:cubicBezTo>
                    <a:pt x="2145" y="3204"/>
                    <a:pt x="2129" y="3188"/>
                    <a:pt x="2129" y="3168"/>
                  </a:cubicBezTo>
                  <a:cubicBezTo>
                    <a:pt x="2129" y="3149"/>
                    <a:pt x="2145" y="3133"/>
                    <a:pt x="2165" y="3133"/>
                  </a:cubicBezTo>
                  <a:cubicBezTo>
                    <a:pt x="2184" y="3133"/>
                    <a:pt x="2200" y="3149"/>
                    <a:pt x="2200" y="3168"/>
                  </a:cubicBezTo>
                  <a:close/>
                  <a:moveTo>
                    <a:pt x="1730" y="2255"/>
                  </a:moveTo>
                  <a:cubicBezTo>
                    <a:pt x="1730" y="2278"/>
                    <a:pt x="1712" y="2296"/>
                    <a:pt x="1689" y="2296"/>
                  </a:cubicBezTo>
                  <a:cubicBezTo>
                    <a:pt x="1667" y="2296"/>
                    <a:pt x="1648" y="2278"/>
                    <a:pt x="1648" y="2255"/>
                  </a:cubicBezTo>
                  <a:cubicBezTo>
                    <a:pt x="1648" y="2233"/>
                    <a:pt x="1667" y="2215"/>
                    <a:pt x="1689" y="2215"/>
                  </a:cubicBezTo>
                  <a:cubicBezTo>
                    <a:pt x="1712" y="2215"/>
                    <a:pt x="1730" y="2233"/>
                    <a:pt x="1730" y="2255"/>
                  </a:cubicBezTo>
                  <a:close/>
                  <a:moveTo>
                    <a:pt x="839" y="2417"/>
                  </a:moveTo>
                  <a:cubicBezTo>
                    <a:pt x="839" y="2438"/>
                    <a:pt x="822" y="2454"/>
                    <a:pt x="802" y="2454"/>
                  </a:cubicBezTo>
                  <a:cubicBezTo>
                    <a:pt x="781" y="2454"/>
                    <a:pt x="764" y="2438"/>
                    <a:pt x="764" y="2417"/>
                  </a:cubicBezTo>
                  <a:cubicBezTo>
                    <a:pt x="764" y="2396"/>
                    <a:pt x="781" y="2380"/>
                    <a:pt x="802" y="2380"/>
                  </a:cubicBezTo>
                  <a:cubicBezTo>
                    <a:pt x="822" y="2380"/>
                    <a:pt x="839" y="2396"/>
                    <a:pt x="839" y="2417"/>
                  </a:cubicBezTo>
                  <a:close/>
                  <a:moveTo>
                    <a:pt x="1555" y="5414"/>
                  </a:moveTo>
                  <a:cubicBezTo>
                    <a:pt x="1555" y="5443"/>
                    <a:pt x="1532" y="5467"/>
                    <a:pt x="1503" y="5467"/>
                  </a:cubicBezTo>
                  <a:cubicBezTo>
                    <a:pt x="1473" y="5467"/>
                    <a:pt x="1450" y="5443"/>
                    <a:pt x="1450" y="5414"/>
                  </a:cubicBezTo>
                  <a:cubicBezTo>
                    <a:pt x="1450" y="5385"/>
                    <a:pt x="1473" y="5361"/>
                    <a:pt x="1503" y="5361"/>
                  </a:cubicBezTo>
                  <a:cubicBezTo>
                    <a:pt x="1532" y="5361"/>
                    <a:pt x="1555" y="5385"/>
                    <a:pt x="1555" y="5414"/>
                  </a:cubicBezTo>
                  <a:close/>
                  <a:moveTo>
                    <a:pt x="86" y="4272"/>
                  </a:moveTo>
                  <a:cubicBezTo>
                    <a:pt x="86" y="4289"/>
                    <a:pt x="72" y="4303"/>
                    <a:pt x="55" y="4303"/>
                  </a:cubicBezTo>
                  <a:cubicBezTo>
                    <a:pt x="38" y="4303"/>
                    <a:pt x="24" y="4289"/>
                    <a:pt x="24" y="4272"/>
                  </a:cubicBezTo>
                  <a:cubicBezTo>
                    <a:pt x="24" y="4255"/>
                    <a:pt x="38" y="4241"/>
                    <a:pt x="55" y="4241"/>
                  </a:cubicBezTo>
                  <a:cubicBezTo>
                    <a:pt x="72" y="4241"/>
                    <a:pt x="86" y="4255"/>
                    <a:pt x="86" y="4272"/>
                  </a:cubicBezTo>
                  <a:close/>
                  <a:moveTo>
                    <a:pt x="1239" y="5397"/>
                  </a:moveTo>
                  <a:cubicBezTo>
                    <a:pt x="1239" y="5429"/>
                    <a:pt x="1213" y="5454"/>
                    <a:pt x="1182" y="5454"/>
                  </a:cubicBezTo>
                  <a:cubicBezTo>
                    <a:pt x="1150" y="5454"/>
                    <a:pt x="1125" y="5429"/>
                    <a:pt x="1125" y="5397"/>
                  </a:cubicBezTo>
                  <a:cubicBezTo>
                    <a:pt x="1125" y="5366"/>
                    <a:pt x="1150" y="5340"/>
                    <a:pt x="1182" y="5340"/>
                  </a:cubicBezTo>
                  <a:cubicBezTo>
                    <a:pt x="1213" y="5340"/>
                    <a:pt x="1239" y="5366"/>
                    <a:pt x="1239" y="5397"/>
                  </a:cubicBezTo>
                  <a:close/>
                  <a:moveTo>
                    <a:pt x="2253" y="4708"/>
                  </a:moveTo>
                  <a:cubicBezTo>
                    <a:pt x="2253" y="4731"/>
                    <a:pt x="2235" y="4749"/>
                    <a:pt x="2212" y="4749"/>
                  </a:cubicBezTo>
                  <a:cubicBezTo>
                    <a:pt x="2190" y="4749"/>
                    <a:pt x="2171" y="4731"/>
                    <a:pt x="2171" y="4708"/>
                  </a:cubicBezTo>
                  <a:cubicBezTo>
                    <a:pt x="2171" y="4686"/>
                    <a:pt x="2190" y="4668"/>
                    <a:pt x="2212" y="4668"/>
                  </a:cubicBezTo>
                  <a:cubicBezTo>
                    <a:pt x="2235" y="4668"/>
                    <a:pt x="2253" y="4686"/>
                    <a:pt x="2253" y="4708"/>
                  </a:cubicBezTo>
                  <a:close/>
                  <a:moveTo>
                    <a:pt x="435" y="2829"/>
                  </a:moveTo>
                  <a:cubicBezTo>
                    <a:pt x="435" y="2860"/>
                    <a:pt x="409" y="2886"/>
                    <a:pt x="377" y="2886"/>
                  </a:cubicBezTo>
                  <a:cubicBezTo>
                    <a:pt x="346" y="2886"/>
                    <a:pt x="320" y="2860"/>
                    <a:pt x="320" y="2829"/>
                  </a:cubicBezTo>
                  <a:cubicBezTo>
                    <a:pt x="320" y="2797"/>
                    <a:pt x="346" y="2772"/>
                    <a:pt x="377" y="2772"/>
                  </a:cubicBezTo>
                  <a:cubicBezTo>
                    <a:pt x="409" y="2772"/>
                    <a:pt x="435" y="2797"/>
                    <a:pt x="435" y="2829"/>
                  </a:cubicBezTo>
                  <a:close/>
                  <a:moveTo>
                    <a:pt x="649" y="2082"/>
                  </a:moveTo>
                  <a:cubicBezTo>
                    <a:pt x="649" y="2115"/>
                    <a:pt x="623" y="2142"/>
                    <a:pt x="589" y="2142"/>
                  </a:cubicBezTo>
                  <a:cubicBezTo>
                    <a:pt x="556" y="2142"/>
                    <a:pt x="530" y="2115"/>
                    <a:pt x="530" y="2082"/>
                  </a:cubicBezTo>
                  <a:cubicBezTo>
                    <a:pt x="530" y="2049"/>
                    <a:pt x="556" y="2022"/>
                    <a:pt x="589" y="2022"/>
                  </a:cubicBezTo>
                  <a:cubicBezTo>
                    <a:pt x="623" y="2022"/>
                    <a:pt x="649" y="2049"/>
                    <a:pt x="649" y="2082"/>
                  </a:cubicBezTo>
                  <a:close/>
                  <a:moveTo>
                    <a:pt x="919" y="3755"/>
                  </a:moveTo>
                  <a:cubicBezTo>
                    <a:pt x="919" y="3784"/>
                    <a:pt x="896" y="3807"/>
                    <a:pt x="867" y="3807"/>
                  </a:cubicBezTo>
                  <a:cubicBezTo>
                    <a:pt x="838" y="3807"/>
                    <a:pt x="815" y="3784"/>
                    <a:pt x="815" y="3755"/>
                  </a:cubicBezTo>
                  <a:cubicBezTo>
                    <a:pt x="815" y="3727"/>
                    <a:pt x="838" y="3703"/>
                    <a:pt x="867" y="3703"/>
                  </a:cubicBezTo>
                  <a:cubicBezTo>
                    <a:pt x="896" y="3703"/>
                    <a:pt x="919" y="3727"/>
                    <a:pt x="919" y="3755"/>
                  </a:cubicBezTo>
                  <a:close/>
                  <a:moveTo>
                    <a:pt x="2299" y="192"/>
                  </a:moveTo>
                  <a:cubicBezTo>
                    <a:pt x="2299" y="213"/>
                    <a:pt x="2283" y="230"/>
                    <a:pt x="2262" y="230"/>
                  </a:cubicBezTo>
                  <a:cubicBezTo>
                    <a:pt x="2241" y="230"/>
                    <a:pt x="2224" y="213"/>
                    <a:pt x="2224" y="192"/>
                  </a:cubicBezTo>
                  <a:cubicBezTo>
                    <a:pt x="2224" y="172"/>
                    <a:pt x="2241" y="155"/>
                    <a:pt x="2262" y="155"/>
                  </a:cubicBezTo>
                  <a:cubicBezTo>
                    <a:pt x="2283" y="155"/>
                    <a:pt x="2299" y="172"/>
                    <a:pt x="2299" y="192"/>
                  </a:cubicBezTo>
                  <a:close/>
                  <a:moveTo>
                    <a:pt x="1935" y="4178"/>
                  </a:moveTo>
                  <a:cubicBezTo>
                    <a:pt x="1935" y="4197"/>
                    <a:pt x="1920" y="4212"/>
                    <a:pt x="1901" y="4212"/>
                  </a:cubicBezTo>
                  <a:cubicBezTo>
                    <a:pt x="1882" y="4212"/>
                    <a:pt x="1867" y="4197"/>
                    <a:pt x="1867" y="4178"/>
                  </a:cubicBezTo>
                  <a:cubicBezTo>
                    <a:pt x="1867" y="4159"/>
                    <a:pt x="1882" y="4144"/>
                    <a:pt x="1901" y="4144"/>
                  </a:cubicBezTo>
                  <a:cubicBezTo>
                    <a:pt x="1920" y="4144"/>
                    <a:pt x="1935" y="4159"/>
                    <a:pt x="1935" y="4178"/>
                  </a:cubicBezTo>
                  <a:close/>
                  <a:moveTo>
                    <a:pt x="407" y="1337"/>
                  </a:moveTo>
                  <a:cubicBezTo>
                    <a:pt x="407" y="1365"/>
                    <a:pt x="384" y="1388"/>
                    <a:pt x="355" y="1388"/>
                  </a:cubicBezTo>
                  <a:cubicBezTo>
                    <a:pt x="327" y="1388"/>
                    <a:pt x="304" y="1365"/>
                    <a:pt x="304" y="1337"/>
                  </a:cubicBezTo>
                  <a:cubicBezTo>
                    <a:pt x="304" y="1308"/>
                    <a:pt x="327" y="1285"/>
                    <a:pt x="355" y="1285"/>
                  </a:cubicBezTo>
                  <a:cubicBezTo>
                    <a:pt x="384" y="1285"/>
                    <a:pt x="407" y="1308"/>
                    <a:pt x="407" y="1337"/>
                  </a:cubicBezTo>
                  <a:close/>
                  <a:moveTo>
                    <a:pt x="2236" y="1373"/>
                  </a:moveTo>
                  <a:cubicBezTo>
                    <a:pt x="2236" y="1394"/>
                    <a:pt x="2219" y="1411"/>
                    <a:pt x="2198" y="1411"/>
                  </a:cubicBezTo>
                  <a:cubicBezTo>
                    <a:pt x="2177" y="1411"/>
                    <a:pt x="2160" y="1394"/>
                    <a:pt x="2160" y="1373"/>
                  </a:cubicBezTo>
                  <a:cubicBezTo>
                    <a:pt x="2160" y="1351"/>
                    <a:pt x="2177" y="1334"/>
                    <a:pt x="2198" y="1334"/>
                  </a:cubicBezTo>
                  <a:cubicBezTo>
                    <a:pt x="2219" y="1334"/>
                    <a:pt x="2236" y="1351"/>
                    <a:pt x="2236" y="1373"/>
                  </a:cubicBezTo>
                  <a:close/>
                  <a:moveTo>
                    <a:pt x="1742" y="2653"/>
                  </a:moveTo>
                  <a:cubicBezTo>
                    <a:pt x="1742" y="2688"/>
                    <a:pt x="1714" y="2717"/>
                    <a:pt x="1678" y="2717"/>
                  </a:cubicBezTo>
                  <a:cubicBezTo>
                    <a:pt x="1643" y="2717"/>
                    <a:pt x="1615" y="2688"/>
                    <a:pt x="1615" y="2653"/>
                  </a:cubicBezTo>
                  <a:cubicBezTo>
                    <a:pt x="1615" y="2618"/>
                    <a:pt x="1643" y="2589"/>
                    <a:pt x="1678" y="2589"/>
                  </a:cubicBezTo>
                  <a:cubicBezTo>
                    <a:pt x="1714" y="2589"/>
                    <a:pt x="1742" y="2618"/>
                    <a:pt x="1742" y="2653"/>
                  </a:cubicBezTo>
                  <a:close/>
                  <a:moveTo>
                    <a:pt x="2489" y="5834"/>
                  </a:moveTo>
                  <a:cubicBezTo>
                    <a:pt x="2489" y="5866"/>
                    <a:pt x="2462" y="5893"/>
                    <a:pt x="2430" y="5893"/>
                  </a:cubicBezTo>
                  <a:cubicBezTo>
                    <a:pt x="2398" y="5893"/>
                    <a:pt x="2371" y="5866"/>
                    <a:pt x="2371" y="5834"/>
                  </a:cubicBezTo>
                  <a:cubicBezTo>
                    <a:pt x="2371" y="5802"/>
                    <a:pt x="2398" y="5775"/>
                    <a:pt x="2430" y="5775"/>
                  </a:cubicBezTo>
                  <a:cubicBezTo>
                    <a:pt x="2462" y="5775"/>
                    <a:pt x="2489" y="5802"/>
                    <a:pt x="2489" y="5834"/>
                  </a:cubicBezTo>
                  <a:close/>
                  <a:moveTo>
                    <a:pt x="1286" y="407"/>
                  </a:moveTo>
                  <a:cubicBezTo>
                    <a:pt x="1286" y="442"/>
                    <a:pt x="1258" y="470"/>
                    <a:pt x="1223" y="470"/>
                  </a:cubicBezTo>
                  <a:cubicBezTo>
                    <a:pt x="1189" y="470"/>
                    <a:pt x="1161" y="442"/>
                    <a:pt x="1161" y="407"/>
                  </a:cubicBezTo>
                  <a:cubicBezTo>
                    <a:pt x="1161" y="373"/>
                    <a:pt x="1189" y="345"/>
                    <a:pt x="1223" y="345"/>
                  </a:cubicBezTo>
                  <a:cubicBezTo>
                    <a:pt x="1258" y="345"/>
                    <a:pt x="1286" y="373"/>
                    <a:pt x="1286" y="407"/>
                  </a:cubicBezTo>
                  <a:close/>
                  <a:moveTo>
                    <a:pt x="1044" y="2904"/>
                  </a:moveTo>
                  <a:cubicBezTo>
                    <a:pt x="1044" y="2935"/>
                    <a:pt x="1020" y="2959"/>
                    <a:pt x="989" y="2959"/>
                  </a:cubicBezTo>
                  <a:cubicBezTo>
                    <a:pt x="959" y="2959"/>
                    <a:pt x="934" y="2935"/>
                    <a:pt x="934" y="2904"/>
                  </a:cubicBezTo>
                  <a:cubicBezTo>
                    <a:pt x="934" y="2873"/>
                    <a:pt x="959" y="2849"/>
                    <a:pt x="989" y="2849"/>
                  </a:cubicBezTo>
                  <a:cubicBezTo>
                    <a:pt x="1020" y="2849"/>
                    <a:pt x="1044" y="2873"/>
                    <a:pt x="1044" y="2904"/>
                  </a:cubicBezTo>
                  <a:close/>
                  <a:moveTo>
                    <a:pt x="2413" y="3477"/>
                  </a:moveTo>
                  <a:cubicBezTo>
                    <a:pt x="2413" y="3514"/>
                    <a:pt x="2383" y="3543"/>
                    <a:pt x="2346" y="3543"/>
                  </a:cubicBezTo>
                  <a:cubicBezTo>
                    <a:pt x="2309" y="3543"/>
                    <a:pt x="2280" y="3514"/>
                    <a:pt x="2280" y="3477"/>
                  </a:cubicBezTo>
                  <a:cubicBezTo>
                    <a:pt x="2280" y="3440"/>
                    <a:pt x="2309" y="3410"/>
                    <a:pt x="2346" y="3410"/>
                  </a:cubicBezTo>
                  <a:cubicBezTo>
                    <a:pt x="2383" y="3410"/>
                    <a:pt x="2413" y="3440"/>
                    <a:pt x="2413" y="3477"/>
                  </a:cubicBezTo>
                  <a:close/>
                  <a:moveTo>
                    <a:pt x="2391" y="556"/>
                  </a:moveTo>
                  <a:cubicBezTo>
                    <a:pt x="2391" y="580"/>
                    <a:pt x="2371" y="600"/>
                    <a:pt x="2346" y="600"/>
                  </a:cubicBezTo>
                  <a:cubicBezTo>
                    <a:pt x="2322" y="600"/>
                    <a:pt x="2302" y="580"/>
                    <a:pt x="2302" y="556"/>
                  </a:cubicBezTo>
                  <a:cubicBezTo>
                    <a:pt x="2302" y="532"/>
                    <a:pt x="2322" y="512"/>
                    <a:pt x="2346" y="512"/>
                  </a:cubicBezTo>
                  <a:cubicBezTo>
                    <a:pt x="2371" y="512"/>
                    <a:pt x="2391" y="532"/>
                    <a:pt x="2391" y="556"/>
                  </a:cubicBezTo>
                  <a:close/>
                  <a:moveTo>
                    <a:pt x="2234" y="4788"/>
                  </a:moveTo>
                  <a:cubicBezTo>
                    <a:pt x="2234" y="4826"/>
                    <a:pt x="2203" y="4856"/>
                    <a:pt x="2165" y="4856"/>
                  </a:cubicBezTo>
                  <a:cubicBezTo>
                    <a:pt x="2127" y="4856"/>
                    <a:pt x="2096" y="4826"/>
                    <a:pt x="2096" y="4788"/>
                  </a:cubicBezTo>
                  <a:cubicBezTo>
                    <a:pt x="2096" y="4750"/>
                    <a:pt x="2127" y="4719"/>
                    <a:pt x="2165" y="4719"/>
                  </a:cubicBezTo>
                  <a:cubicBezTo>
                    <a:pt x="2203" y="4719"/>
                    <a:pt x="2234" y="4750"/>
                    <a:pt x="2234" y="4788"/>
                  </a:cubicBezTo>
                  <a:close/>
                  <a:moveTo>
                    <a:pt x="547" y="3323"/>
                  </a:moveTo>
                  <a:cubicBezTo>
                    <a:pt x="547" y="3360"/>
                    <a:pt x="517" y="3390"/>
                    <a:pt x="480" y="3390"/>
                  </a:cubicBezTo>
                  <a:cubicBezTo>
                    <a:pt x="443" y="3390"/>
                    <a:pt x="412" y="3360"/>
                    <a:pt x="412" y="3323"/>
                  </a:cubicBezTo>
                  <a:cubicBezTo>
                    <a:pt x="412" y="3286"/>
                    <a:pt x="443" y="3256"/>
                    <a:pt x="480" y="3256"/>
                  </a:cubicBezTo>
                  <a:cubicBezTo>
                    <a:pt x="517" y="3256"/>
                    <a:pt x="547" y="3286"/>
                    <a:pt x="547" y="3323"/>
                  </a:cubicBezTo>
                  <a:close/>
                  <a:moveTo>
                    <a:pt x="1397" y="4186"/>
                  </a:moveTo>
                  <a:cubicBezTo>
                    <a:pt x="1397" y="4224"/>
                    <a:pt x="1366" y="4255"/>
                    <a:pt x="1328" y="4255"/>
                  </a:cubicBezTo>
                  <a:cubicBezTo>
                    <a:pt x="1290" y="4255"/>
                    <a:pt x="1259" y="4224"/>
                    <a:pt x="1259" y="4186"/>
                  </a:cubicBezTo>
                  <a:cubicBezTo>
                    <a:pt x="1259" y="4148"/>
                    <a:pt x="1290" y="4117"/>
                    <a:pt x="1328" y="4117"/>
                  </a:cubicBezTo>
                  <a:cubicBezTo>
                    <a:pt x="1366" y="4117"/>
                    <a:pt x="1397" y="4148"/>
                    <a:pt x="1397" y="4186"/>
                  </a:cubicBezTo>
                  <a:close/>
                  <a:moveTo>
                    <a:pt x="513" y="380"/>
                  </a:moveTo>
                  <a:cubicBezTo>
                    <a:pt x="513" y="415"/>
                    <a:pt x="484" y="444"/>
                    <a:pt x="448" y="444"/>
                  </a:cubicBezTo>
                  <a:cubicBezTo>
                    <a:pt x="413" y="444"/>
                    <a:pt x="384" y="415"/>
                    <a:pt x="384" y="380"/>
                  </a:cubicBezTo>
                  <a:cubicBezTo>
                    <a:pt x="384" y="345"/>
                    <a:pt x="413" y="316"/>
                    <a:pt x="448" y="316"/>
                  </a:cubicBezTo>
                  <a:cubicBezTo>
                    <a:pt x="484" y="316"/>
                    <a:pt x="513" y="345"/>
                    <a:pt x="513" y="380"/>
                  </a:cubicBezTo>
                  <a:close/>
                  <a:moveTo>
                    <a:pt x="1490" y="1272"/>
                  </a:moveTo>
                  <a:cubicBezTo>
                    <a:pt x="1490" y="1307"/>
                    <a:pt x="1462" y="1335"/>
                    <a:pt x="1427" y="1335"/>
                  </a:cubicBezTo>
                  <a:cubicBezTo>
                    <a:pt x="1392" y="1335"/>
                    <a:pt x="1364" y="1307"/>
                    <a:pt x="1364" y="1272"/>
                  </a:cubicBezTo>
                  <a:cubicBezTo>
                    <a:pt x="1364" y="1237"/>
                    <a:pt x="1392" y="1209"/>
                    <a:pt x="1427" y="1209"/>
                  </a:cubicBezTo>
                  <a:cubicBezTo>
                    <a:pt x="1462" y="1209"/>
                    <a:pt x="1490" y="1237"/>
                    <a:pt x="1490" y="1272"/>
                  </a:cubicBezTo>
                  <a:close/>
                  <a:moveTo>
                    <a:pt x="755" y="834"/>
                  </a:moveTo>
                  <a:cubicBezTo>
                    <a:pt x="755" y="857"/>
                    <a:pt x="736" y="876"/>
                    <a:pt x="713" y="876"/>
                  </a:cubicBezTo>
                  <a:cubicBezTo>
                    <a:pt x="690" y="876"/>
                    <a:pt x="671" y="857"/>
                    <a:pt x="671" y="834"/>
                  </a:cubicBezTo>
                  <a:cubicBezTo>
                    <a:pt x="671" y="811"/>
                    <a:pt x="690" y="792"/>
                    <a:pt x="713" y="792"/>
                  </a:cubicBezTo>
                  <a:cubicBezTo>
                    <a:pt x="736" y="792"/>
                    <a:pt x="755" y="811"/>
                    <a:pt x="755" y="834"/>
                  </a:cubicBezTo>
                  <a:close/>
                  <a:moveTo>
                    <a:pt x="180" y="2546"/>
                  </a:moveTo>
                  <a:cubicBezTo>
                    <a:pt x="180" y="2580"/>
                    <a:pt x="153" y="2607"/>
                    <a:pt x="119" y="2607"/>
                  </a:cubicBezTo>
                  <a:cubicBezTo>
                    <a:pt x="85" y="2607"/>
                    <a:pt x="58" y="2580"/>
                    <a:pt x="58" y="2546"/>
                  </a:cubicBezTo>
                  <a:cubicBezTo>
                    <a:pt x="58" y="2512"/>
                    <a:pt x="85" y="2485"/>
                    <a:pt x="119" y="2485"/>
                  </a:cubicBezTo>
                  <a:cubicBezTo>
                    <a:pt x="153" y="2485"/>
                    <a:pt x="180" y="2512"/>
                    <a:pt x="180" y="2546"/>
                  </a:cubicBezTo>
                  <a:close/>
                  <a:moveTo>
                    <a:pt x="1154" y="6010"/>
                  </a:moveTo>
                  <a:cubicBezTo>
                    <a:pt x="1154" y="6028"/>
                    <a:pt x="1140" y="6042"/>
                    <a:pt x="1122" y="6042"/>
                  </a:cubicBezTo>
                  <a:cubicBezTo>
                    <a:pt x="1105" y="6042"/>
                    <a:pt x="1091" y="6028"/>
                    <a:pt x="1091" y="6010"/>
                  </a:cubicBezTo>
                  <a:cubicBezTo>
                    <a:pt x="1091" y="5993"/>
                    <a:pt x="1105" y="5979"/>
                    <a:pt x="1122" y="5979"/>
                  </a:cubicBezTo>
                  <a:cubicBezTo>
                    <a:pt x="1140" y="5979"/>
                    <a:pt x="1154" y="5993"/>
                    <a:pt x="1154" y="6010"/>
                  </a:cubicBezTo>
                  <a:close/>
                  <a:moveTo>
                    <a:pt x="501" y="921"/>
                  </a:moveTo>
                  <a:cubicBezTo>
                    <a:pt x="501" y="951"/>
                    <a:pt x="477" y="974"/>
                    <a:pt x="448" y="974"/>
                  </a:cubicBezTo>
                  <a:cubicBezTo>
                    <a:pt x="419" y="974"/>
                    <a:pt x="395" y="951"/>
                    <a:pt x="395" y="921"/>
                  </a:cubicBezTo>
                  <a:cubicBezTo>
                    <a:pt x="395" y="892"/>
                    <a:pt x="419" y="868"/>
                    <a:pt x="448" y="868"/>
                  </a:cubicBezTo>
                  <a:cubicBezTo>
                    <a:pt x="477" y="868"/>
                    <a:pt x="501" y="892"/>
                    <a:pt x="501" y="921"/>
                  </a:cubicBezTo>
                  <a:close/>
                  <a:moveTo>
                    <a:pt x="563" y="4167"/>
                  </a:moveTo>
                  <a:cubicBezTo>
                    <a:pt x="563" y="4195"/>
                    <a:pt x="540" y="4218"/>
                    <a:pt x="512" y="4218"/>
                  </a:cubicBezTo>
                  <a:cubicBezTo>
                    <a:pt x="484" y="4218"/>
                    <a:pt x="461" y="4195"/>
                    <a:pt x="461" y="4167"/>
                  </a:cubicBezTo>
                  <a:cubicBezTo>
                    <a:pt x="461" y="4139"/>
                    <a:pt x="484" y="4116"/>
                    <a:pt x="512" y="4116"/>
                  </a:cubicBezTo>
                  <a:cubicBezTo>
                    <a:pt x="540" y="4116"/>
                    <a:pt x="563" y="4139"/>
                    <a:pt x="563" y="4167"/>
                  </a:cubicBezTo>
                  <a:close/>
                  <a:moveTo>
                    <a:pt x="1488" y="5269"/>
                  </a:moveTo>
                  <a:cubicBezTo>
                    <a:pt x="1488" y="5303"/>
                    <a:pt x="1461" y="5330"/>
                    <a:pt x="1427" y="5330"/>
                  </a:cubicBezTo>
                  <a:cubicBezTo>
                    <a:pt x="1393" y="5330"/>
                    <a:pt x="1365" y="5303"/>
                    <a:pt x="1365" y="5269"/>
                  </a:cubicBezTo>
                  <a:cubicBezTo>
                    <a:pt x="1365" y="5235"/>
                    <a:pt x="1393" y="5207"/>
                    <a:pt x="1427" y="5207"/>
                  </a:cubicBezTo>
                  <a:cubicBezTo>
                    <a:pt x="1461" y="5207"/>
                    <a:pt x="1488" y="5235"/>
                    <a:pt x="1488" y="5269"/>
                  </a:cubicBezTo>
                  <a:close/>
                  <a:moveTo>
                    <a:pt x="2291" y="973"/>
                  </a:moveTo>
                  <a:cubicBezTo>
                    <a:pt x="2291" y="998"/>
                    <a:pt x="2271" y="1018"/>
                    <a:pt x="2246" y="1018"/>
                  </a:cubicBezTo>
                  <a:cubicBezTo>
                    <a:pt x="2221" y="1018"/>
                    <a:pt x="2201" y="998"/>
                    <a:pt x="2201" y="973"/>
                  </a:cubicBezTo>
                  <a:cubicBezTo>
                    <a:pt x="2201" y="948"/>
                    <a:pt x="2221" y="927"/>
                    <a:pt x="2246" y="927"/>
                  </a:cubicBezTo>
                  <a:cubicBezTo>
                    <a:pt x="2271" y="927"/>
                    <a:pt x="2291" y="948"/>
                    <a:pt x="2291" y="973"/>
                  </a:cubicBezTo>
                  <a:close/>
                  <a:moveTo>
                    <a:pt x="2379" y="2490"/>
                  </a:moveTo>
                  <a:cubicBezTo>
                    <a:pt x="2379" y="2513"/>
                    <a:pt x="2360" y="2531"/>
                    <a:pt x="2338" y="2531"/>
                  </a:cubicBezTo>
                  <a:cubicBezTo>
                    <a:pt x="2315" y="2531"/>
                    <a:pt x="2296" y="2513"/>
                    <a:pt x="2296" y="2490"/>
                  </a:cubicBezTo>
                  <a:cubicBezTo>
                    <a:pt x="2296" y="2467"/>
                    <a:pt x="2315" y="2449"/>
                    <a:pt x="2338" y="2449"/>
                  </a:cubicBezTo>
                  <a:cubicBezTo>
                    <a:pt x="2360" y="2449"/>
                    <a:pt x="2379" y="2467"/>
                    <a:pt x="2379" y="2490"/>
                  </a:cubicBezTo>
                  <a:close/>
                  <a:moveTo>
                    <a:pt x="1253" y="1151"/>
                  </a:moveTo>
                  <a:cubicBezTo>
                    <a:pt x="1253" y="1186"/>
                    <a:pt x="1224" y="1215"/>
                    <a:pt x="1189" y="1215"/>
                  </a:cubicBezTo>
                  <a:cubicBezTo>
                    <a:pt x="1154" y="1215"/>
                    <a:pt x="1125" y="1186"/>
                    <a:pt x="1125" y="1151"/>
                  </a:cubicBezTo>
                  <a:cubicBezTo>
                    <a:pt x="1125" y="1116"/>
                    <a:pt x="1154" y="1087"/>
                    <a:pt x="1189" y="1087"/>
                  </a:cubicBezTo>
                  <a:cubicBezTo>
                    <a:pt x="1224" y="1087"/>
                    <a:pt x="1253" y="1116"/>
                    <a:pt x="1253" y="1151"/>
                  </a:cubicBezTo>
                  <a:close/>
                  <a:moveTo>
                    <a:pt x="1628" y="616"/>
                  </a:moveTo>
                  <a:cubicBezTo>
                    <a:pt x="1628" y="654"/>
                    <a:pt x="1597" y="685"/>
                    <a:pt x="1559" y="685"/>
                  </a:cubicBezTo>
                  <a:cubicBezTo>
                    <a:pt x="1521" y="685"/>
                    <a:pt x="1490" y="654"/>
                    <a:pt x="1490" y="616"/>
                  </a:cubicBezTo>
                  <a:cubicBezTo>
                    <a:pt x="1490" y="578"/>
                    <a:pt x="1521" y="547"/>
                    <a:pt x="1559" y="547"/>
                  </a:cubicBezTo>
                  <a:cubicBezTo>
                    <a:pt x="1597" y="547"/>
                    <a:pt x="1628" y="578"/>
                    <a:pt x="1628" y="616"/>
                  </a:cubicBezTo>
                  <a:close/>
                  <a:moveTo>
                    <a:pt x="1336" y="1603"/>
                  </a:moveTo>
                  <a:cubicBezTo>
                    <a:pt x="1336" y="1633"/>
                    <a:pt x="1312" y="1657"/>
                    <a:pt x="1282" y="1657"/>
                  </a:cubicBezTo>
                  <a:cubicBezTo>
                    <a:pt x="1251" y="1657"/>
                    <a:pt x="1227" y="1633"/>
                    <a:pt x="1227" y="1603"/>
                  </a:cubicBezTo>
                  <a:cubicBezTo>
                    <a:pt x="1227" y="1573"/>
                    <a:pt x="1251" y="1548"/>
                    <a:pt x="1282" y="1548"/>
                  </a:cubicBezTo>
                  <a:cubicBezTo>
                    <a:pt x="1312" y="1548"/>
                    <a:pt x="1336" y="1573"/>
                    <a:pt x="1336" y="1603"/>
                  </a:cubicBezTo>
                  <a:close/>
                  <a:moveTo>
                    <a:pt x="2342" y="2180"/>
                  </a:moveTo>
                  <a:cubicBezTo>
                    <a:pt x="2342" y="2197"/>
                    <a:pt x="2328" y="2211"/>
                    <a:pt x="2312" y="2211"/>
                  </a:cubicBezTo>
                  <a:cubicBezTo>
                    <a:pt x="2295" y="2211"/>
                    <a:pt x="2281" y="2197"/>
                    <a:pt x="2281" y="2180"/>
                  </a:cubicBezTo>
                  <a:cubicBezTo>
                    <a:pt x="2281" y="2163"/>
                    <a:pt x="2295" y="2150"/>
                    <a:pt x="2312" y="2150"/>
                  </a:cubicBezTo>
                  <a:cubicBezTo>
                    <a:pt x="2328" y="2150"/>
                    <a:pt x="2342" y="2163"/>
                    <a:pt x="2342" y="2180"/>
                  </a:cubicBezTo>
                  <a:close/>
                  <a:moveTo>
                    <a:pt x="558" y="393"/>
                  </a:moveTo>
                  <a:cubicBezTo>
                    <a:pt x="558" y="422"/>
                    <a:pt x="535" y="445"/>
                    <a:pt x="507" y="445"/>
                  </a:cubicBezTo>
                  <a:cubicBezTo>
                    <a:pt x="479" y="445"/>
                    <a:pt x="456" y="422"/>
                    <a:pt x="456" y="393"/>
                  </a:cubicBezTo>
                  <a:cubicBezTo>
                    <a:pt x="456" y="365"/>
                    <a:pt x="479" y="342"/>
                    <a:pt x="507" y="342"/>
                  </a:cubicBezTo>
                  <a:cubicBezTo>
                    <a:pt x="535" y="342"/>
                    <a:pt x="558" y="365"/>
                    <a:pt x="558" y="393"/>
                  </a:cubicBezTo>
                  <a:close/>
                  <a:moveTo>
                    <a:pt x="818" y="5309"/>
                  </a:moveTo>
                  <a:cubicBezTo>
                    <a:pt x="818" y="5330"/>
                    <a:pt x="801" y="5348"/>
                    <a:pt x="780" y="5348"/>
                  </a:cubicBezTo>
                  <a:cubicBezTo>
                    <a:pt x="759" y="5348"/>
                    <a:pt x="742" y="5330"/>
                    <a:pt x="742" y="5309"/>
                  </a:cubicBezTo>
                  <a:cubicBezTo>
                    <a:pt x="742" y="5288"/>
                    <a:pt x="759" y="5271"/>
                    <a:pt x="780" y="5271"/>
                  </a:cubicBezTo>
                  <a:cubicBezTo>
                    <a:pt x="801" y="5271"/>
                    <a:pt x="818" y="5288"/>
                    <a:pt x="818" y="5309"/>
                  </a:cubicBezTo>
                  <a:close/>
                  <a:moveTo>
                    <a:pt x="104" y="2911"/>
                  </a:moveTo>
                  <a:cubicBezTo>
                    <a:pt x="104" y="2930"/>
                    <a:pt x="88" y="2946"/>
                    <a:pt x="69" y="2946"/>
                  </a:cubicBezTo>
                  <a:cubicBezTo>
                    <a:pt x="49" y="2946"/>
                    <a:pt x="34" y="2930"/>
                    <a:pt x="34" y="2911"/>
                  </a:cubicBezTo>
                  <a:cubicBezTo>
                    <a:pt x="34" y="2891"/>
                    <a:pt x="49" y="2876"/>
                    <a:pt x="69" y="2876"/>
                  </a:cubicBezTo>
                  <a:cubicBezTo>
                    <a:pt x="88" y="2876"/>
                    <a:pt x="104" y="2891"/>
                    <a:pt x="104" y="2911"/>
                  </a:cubicBezTo>
                  <a:close/>
                  <a:moveTo>
                    <a:pt x="815" y="1428"/>
                  </a:moveTo>
                  <a:cubicBezTo>
                    <a:pt x="815" y="1448"/>
                    <a:pt x="798" y="1465"/>
                    <a:pt x="778" y="1465"/>
                  </a:cubicBezTo>
                  <a:cubicBezTo>
                    <a:pt x="757" y="1465"/>
                    <a:pt x="740" y="1448"/>
                    <a:pt x="740" y="1428"/>
                  </a:cubicBezTo>
                  <a:cubicBezTo>
                    <a:pt x="740" y="1407"/>
                    <a:pt x="757" y="1391"/>
                    <a:pt x="778" y="1391"/>
                  </a:cubicBezTo>
                  <a:cubicBezTo>
                    <a:pt x="798" y="1391"/>
                    <a:pt x="815" y="1407"/>
                    <a:pt x="815" y="1428"/>
                  </a:cubicBezTo>
                  <a:close/>
                  <a:moveTo>
                    <a:pt x="1604" y="5834"/>
                  </a:moveTo>
                  <a:cubicBezTo>
                    <a:pt x="1604" y="5859"/>
                    <a:pt x="1584" y="5879"/>
                    <a:pt x="1559" y="5879"/>
                  </a:cubicBezTo>
                  <a:cubicBezTo>
                    <a:pt x="1535" y="5879"/>
                    <a:pt x="1515" y="5859"/>
                    <a:pt x="1515" y="5834"/>
                  </a:cubicBezTo>
                  <a:cubicBezTo>
                    <a:pt x="1515" y="5809"/>
                    <a:pt x="1535" y="5789"/>
                    <a:pt x="1559" y="5789"/>
                  </a:cubicBezTo>
                  <a:cubicBezTo>
                    <a:pt x="1584" y="5789"/>
                    <a:pt x="1604" y="5809"/>
                    <a:pt x="1604" y="5834"/>
                  </a:cubicBezTo>
                  <a:close/>
                  <a:moveTo>
                    <a:pt x="1632" y="2033"/>
                  </a:moveTo>
                  <a:cubicBezTo>
                    <a:pt x="1632" y="2070"/>
                    <a:pt x="1602" y="2100"/>
                    <a:pt x="1565" y="2100"/>
                  </a:cubicBezTo>
                  <a:cubicBezTo>
                    <a:pt x="1528" y="2100"/>
                    <a:pt x="1499" y="2070"/>
                    <a:pt x="1499" y="2033"/>
                  </a:cubicBezTo>
                  <a:cubicBezTo>
                    <a:pt x="1499" y="1996"/>
                    <a:pt x="1528" y="1966"/>
                    <a:pt x="1565" y="1966"/>
                  </a:cubicBezTo>
                  <a:cubicBezTo>
                    <a:pt x="1602" y="1966"/>
                    <a:pt x="1632" y="1996"/>
                    <a:pt x="1632" y="2033"/>
                  </a:cubicBezTo>
                  <a:close/>
                  <a:moveTo>
                    <a:pt x="1419" y="211"/>
                  </a:moveTo>
                  <a:cubicBezTo>
                    <a:pt x="1419" y="244"/>
                    <a:pt x="1392" y="271"/>
                    <a:pt x="1359" y="271"/>
                  </a:cubicBezTo>
                  <a:cubicBezTo>
                    <a:pt x="1327" y="271"/>
                    <a:pt x="1300" y="244"/>
                    <a:pt x="1300" y="211"/>
                  </a:cubicBezTo>
                  <a:cubicBezTo>
                    <a:pt x="1300" y="178"/>
                    <a:pt x="1327" y="152"/>
                    <a:pt x="1359" y="152"/>
                  </a:cubicBezTo>
                  <a:cubicBezTo>
                    <a:pt x="1392" y="152"/>
                    <a:pt x="1419" y="178"/>
                    <a:pt x="1419" y="211"/>
                  </a:cubicBezTo>
                  <a:close/>
                  <a:moveTo>
                    <a:pt x="567" y="320"/>
                  </a:moveTo>
                  <a:cubicBezTo>
                    <a:pt x="567" y="337"/>
                    <a:pt x="553" y="351"/>
                    <a:pt x="536" y="351"/>
                  </a:cubicBezTo>
                  <a:cubicBezTo>
                    <a:pt x="519" y="351"/>
                    <a:pt x="506" y="337"/>
                    <a:pt x="506" y="320"/>
                  </a:cubicBezTo>
                  <a:cubicBezTo>
                    <a:pt x="506" y="303"/>
                    <a:pt x="519" y="290"/>
                    <a:pt x="536" y="290"/>
                  </a:cubicBezTo>
                  <a:cubicBezTo>
                    <a:pt x="553" y="290"/>
                    <a:pt x="567" y="303"/>
                    <a:pt x="567" y="320"/>
                  </a:cubicBezTo>
                  <a:close/>
                  <a:moveTo>
                    <a:pt x="2093" y="4431"/>
                  </a:moveTo>
                  <a:cubicBezTo>
                    <a:pt x="2093" y="4455"/>
                    <a:pt x="2074" y="4475"/>
                    <a:pt x="2049" y="4475"/>
                  </a:cubicBezTo>
                  <a:cubicBezTo>
                    <a:pt x="2025" y="4475"/>
                    <a:pt x="2005" y="4455"/>
                    <a:pt x="2005" y="4431"/>
                  </a:cubicBezTo>
                  <a:cubicBezTo>
                    <a:pt x="2005" y="4406"/>
                    <a:pt x="2025" y="4386"/>
                    <a:pt x="2049" y="4386"/>
                  </a:cubicBezTo>
                  <a:cubicBezTo>
                    <a:pt x="2074" y="4386"/>
                    <a:pt x="2093" y="4406"/>
                    <a:pt x="2093" y="4431"/>
                  </a:cubicBezTo>
                  <a:close/>
                  <a:moveTo>
                    <a:pt x="1404" y="4403"/>
                  </a:moveTo>
                  <a:cubicBezTo>
                    <a:pt x="1404" y="4422"/>
                    <a:pt x="1389" y="4436"/>
                    <a:pt x="1371" y="4436"/>
                  </a:cubicBezTo>
                  <a:cubicBezTo>
                    <a:pt x="1353" y="4436"/>
                    <a:pt x="1338" y="4422"/>
                    <a:pt x="1338" y="4403"/>
                  </a:cubicBezTo>
                  <a:cubicBezTo>
                    <a:pt x="1338" y="4385"/>
                    <a:pt x="1353" y="4370"/>
                    <a:pt x="1371" y="4370"/>
                  </a:cubicBezTo>
                  <a:cubicBezTo>
                    <a:pt x="1389" y="4370"/>
                    <a:pt x="1404" y="4385"/>
                    <a:pt x="1404" y="4403"/>
                  </a:cubicBezTo>
                  <a:close/>
                  <a:moveTo>
                    <a:pt x="1794" y="4424"/>
                  </a:moveTo>
                  <a:cubicBezTo>
                    <a:pt x="1794" y="4461"/>
                    <a:pt x="1764" y="4492"/>
                    <a:pt x="1727" y="4492"/>
                  </a:cubicBezTo>
                  <a:cubicBezTo>
                    <a:pt x="1689" y="4492"/>
                    <a:pt x="1659" y="4461"/>
                    <a:pt x="1659" y="4424"/>
                  </a:cubicBezTo>
                  <a:cubicBezTo>
                    <a:pt x="1659" y="4387"/>
                    <a:pt x="1689" y="4356"/>
                    <a:pt x="1727" y="4356"/>
                  </a:cubicBezTo>
                  <a:cubicBezTo>
                    <a:pt x="1764" y="4356"/>
                    <a:pt x="1794" y="4387"/>
                    <a:pt x="1794" y="4424"/>
                  </a:cubicBezTo>
                  <a:close/>
                  <a:moveTo>
                    <a:pt x="225" y="3579"/>
                  </a:moveTo>
                  <a:cubicBezTo>
                    <a:pt x="225" y="3607"/>
                    <a:pt x="202" y="3629"/>
                    <a:pt x="174" y="3629"/>
                  </a:cubicBezTo>
                  <a:cubicBezTo>
                    <a:pt x="147" y="3629"/>
                    <a:pt x="124" y="3607"/>
                    <a:pt x="124" y="3579"/>
                  </a:cubicBezTo>
                  <a:cubicBezTo>
                    <a:pt x="124" y="3551"/>
                    <a:pt x="147" y="3528"/>
                    <a:pt x="174" y="3528"/>
                  </a:cubicBezTo>
                  <a:cubicBezTo>
                    <a:pt x="202" y="3528"/>
                    <a:pt x="225" y="3551"/>
                    <a:pt x="225" y="3579"/>
                  </a:cubicBezTo>
                  <a:close/>
                  <a:moveTo>
                    <a:pt x="2120" y="2287"/>
                  </a:moveTo>
                  <a:cubicBezTo>
                    <a:pt x="2120" y="2318"/>
                    <a:pt x="2094" y="2344"/>
                    <a:pt x="2063" y="2344"/>
                  </a:cubicBezTo>
                  <a:cubicBezTo>
                    <a:pt x="2032" y="2344"/>
                    <a:pt x="2007" y="2318"/>
                    <a:pt x="2007" y="2287"/>
                  </a:cubicBezTo>
                  <a:cubicBezTo>
                    <a:pt x="2007" y="2256"/>
                    <a:pt x="2032" y="2231"/>
                    <a:pt x="2063" y="2231"/>
                  </a:cubicBezTo>
                  <a:cubicBezTo>
                    <a:pt x="2094" y="2231"/>
                    <a:pt x="2120" y="2256"/>
                    <a:pt x="2120" y="2287"/>
                  </a:cubicBezTo>
                  <a:close/>
                  <a:moveTo>
                    <a:pt x="2236" y="2192"/>
                  </a:moveTo>
                  <a:cubicBezTo>
                    <a:pt x="2236" y="2220"/>
                    <a:pt x="2213" y="2243"/>
                    <a:pt x="2185" y="2243"/>
                  </a:cubicBezTo>
                  <a:cubicBezTo>
                    <a:pt x="2157" y="2243"/>
                    <a:pt x="2135" y="2220"/>
                    <a:pt x="2135" y="2192"/>
                  </a:cubicBezTo>
                  <a:cubicBezTo>
                    <a:pt x="2135" y="2164"/>
                    <a:pt x="2157" y="2142"/>
                    <a:pt x="2185" y="2142"/>
                  </a:cubicBezTo>
                  <a:cubicBezTo>
                    <a:pt x="2213" y="2142"/>
                    <a:pt x="2236" y="2164"/>
                    <a:pt x="2236" y="2192"/>
                  </a:cubicBezTo>
                  <a:close/>
                  <a:moveTo>
                    <a:pt x="2246" y="241"/>
                  </a:moveTo>
                  <a:cubicBezTo>
                    <a:pt x="2246" y="279"/>
                    <a:pt x="2215" y="310"/>
                    <a:pt x="2177" y="310"/>
                  </a:cubicBezTo>
                  <a:cubicBezTo>
                    <a:pt x="2139" y="310"/>
                    <a:pt x="2108" y="279"/>
                    <a:pt x="2108" y="241"/>
                  </a:cubicBezTo>
                  <a:cubicBezTo>
                    <a:pt x="2108" y="203"/>
                    <a:pt x="2139" y="172"/>
                    <a:pt x="2177" y="172"/>
                  </a:cubicBezTo>
                  <a:cubicBezTo>
                    <a:pt x="2215" y="172"/>
                    <a:pt x="2246" y="203"/>
                    <a:pt x="2246" y="241"/>
                  </a:cubicBezTo>
                  <a:close/>
                  <a:moveTo>
                    <a:pt x="825" y="2865"/>
                  </a:moveTo>
                  <a:cubicBezTo>
                    <a:pt x="825" y="2888"/>
                    <a:pt x="807" y="2907"/>
                    <a:pt x="784" y="2907"/>
                  </a:cubicBezTo>
                  <a:cubicBezTo>
                    <a:pt x="761" y="2907"/>
                    <a:pt x="742" y="2888"/>
                    <a:pt x="742" y="2865"/>
                  </a:cubicBezTo>
                  <a:cubicBezTo>
                    <a:pt x="742" y="2842"/>
                    <a:pt x="761" y="2824"/>
                    <a:pt x="784" y="2824"/>
                  </a:cubicBezTo>
                  <a:cubicBezTo>
                    <a:pt x="807" y="2824"/>
                    <a:pt x="825" y="2842"/>
                    <a:pt x="825" y="2865"/>
                  </a:cubicBezTo>
                  <a:close/>
                  <a:moveTo>
                    <a:pt x="2007" y="3332"/>
                  </a:moveTo>
                  <a:cubicBezTo>
                    <a:pt x="2007" y="3365"/>
                    <a:pt x="1980" y="3392"/>
                    <a:pt x="1947" y="3392"/>
                  </a:cubicBezTo>
                  <a:cubicBezTo>
                    <a:pt x="1914" y="3392"/>
                    <a:pt x="1887" y="3365"/>
                    <a:pt x="1887" y="3332"/>
                  </a:cubicBezTo>
                  <a:cubicBezTo>
                    <a:pt x="1887" y="3299"/>
                    <a:pt x="1914" y="3272"/>
                    <a:pt x="1947" y="3272"/>
                  </a:cubicBezTo>
                  <a:cubicBezTo>
                    <a:pt x="1980" y="3272"/>
                    <a:pt x="2007" y="3299"/>
                    <a:pt x="2007" y="3332"/>
                  </a:cubicBezTo>
                  <a:close/>
                  <a:moveTo>
                    <a:pt x="345" y="5488"/>
                  </a:moveTo>
                  <a:cubicBezTo>
                    <a:pt x="345" y="5523"/>
                    <a:pt x="316" y="5551"/>
                    <a:pt x="282" y="5551"/>
                  </a:cubicBezTo>
                  <a:cubicBezTo>
                    <a:pt x="247" y="5551"/>
                    <a:pt x="219" y="5523"/>
                    <a:pt x="219" y="5488"/>
                  </a:cubicBezTo>
                  <a:cubicBezTo>
                    <a:pt x="219" y="5453"/>
                    <a:pt x="247" y="5425"/>
                    <a:pt x="282" y="5425"/>
                  </a:cubicBezTo>
                  <a:cubicBezTo>
                    <a:pt x="316" y="5425"/>
                    <a:pt x="345" y="5453"/>
                    <a:pt x="345" y="5488"/>
                  </a:cubicBezTo>
                  <a:close/>
                  <a:moveTo>
                    <a:pt x="1706" y="1411"/>
                  </a:moveTo>
                  <a:cubicBezTo>
                    <a:pt x="1706" y="1433"/>
                    <a:pt x="1688" y="1451"/>
                    <a:pt x="1665" y="1451"/>
                  </a:cubicBezTo>
                  <a:cubicBezTo>
                    <a:pt x="1643" y="1451"/>
                    <a:pt x="1625" y="1433"/>
                    <a:pt x="1625" y="1411"/>
                  </a:cubicBezTo>
                  <a:cubicBezTo>
                    <a:pt x="1625" y="1389"/>
                    <a:pt x="1643" y="1371"/>
                    <a:pt x="1665" y="1371"/>
                  </a:cubicBezTo>
                  <a:cubicBezTo>
                    <a:pt x="1688" y="1371"/>
                    <a:pt x="1706" y="1389"/>
                    <a:pt x="1706" y="1411"/>
                  </a:cubicBezTo>
                  <a:close/>
                  <a:moveTo>
                    <a:pt x="1186" y="433"/>
                  </a:moveTo>
                  <a:cubicBezTo>
                    <a:pt x="1186" y="471"/>
                    <a:pt x="1155" y="501"/>
                    <a:pt x="1117" y="501"/>
                  </a:cubicBezTo>
                  <a:cubicBezTo>
                    <a:pt x="1080" y="501"/>
                    <a:pt x="1049" y="471"/>
                    <a:pt x="1049" y="433"/>
                  </a:cubicBezTo>
                  <a:cubicBezTo>
                    <a:pt x="1049" y="396"/>
                    <a:pt x="1080" y="365"/>
                    <a:pt x="1117" y="365"/>
                  </a:cubicBezTo>
                  <a:cubicBezTo>
                    <a:pt x="1155" y="365"/>
                    <a:pt x="1186" y="396"/>
                    <a:pt x="1186" y="433"/>
                  </a:cubicBezTo>
                  <a:close/>
                  <a:moveTo>
                    <a:pt x="1049" y="5941"/>
                  </a:moveTo>
                  <a:cubicBezTo>
                    <a:pt x="1049" y="5961"/>
                    <a:pt x="1032" y="5978"/>
                    <a:pt x="1011" y="5978"/>
                  </a:cubicBezTo>
                  <a:cubicBezTo>
                    <a:pt x="991" y="5978"/>
                    <a:pt x="974" y="5961"/>
                    <a:pt x="974" y="5941"/>
                  </a:cubicBezTo>
                  <a:cubicBezTo>
                    <a:pt x="974" y="5920"/>
                    <a:pt x="991" y="5903"/>
                    <a:pt x="1011" y="5903"/>
                  </a:cubicBezTo>
                  <a:cubicBezTo>
                    <a:pt x="1032" y="5903"/>
                    <a:pt x="1049" y="5920"/>
                    <a:pt x="1049" y="5941"/>
                  </a:cubicBezTo>
                  <a:close/>
                  <a:moveTo>
                    <a:pt x="1644" y="4982"/>
                  </a:moveTo>
                  <a:cubicBezTo>
                    <a:pt x="1644" y="5013"/>
                    <a:pt x="1619" y="5038"/>
                    <a:pt x="1588" y="5038"/>
                  </a:cubicBezTo>
                  <a:cubicBezTo>
                    <a:pt x="1557" y="5038"/>
                    <a:pt x="1532" y="5013"/>
                    <a:pt x="1532" y="4982"/>
                  </a:cubicBezTo>
                  <a:cubicBezTo>
                    <a:pt x="1532" y="4951"/>
                    <a:pt x="1557" y="4926"/>
                    <a:pt x="1588" y="4926"/>
                  </a:cubicBezTo>
                  <a:cubicBezTo>
                    <a:pt x="1619" y="4926"/>
                    <a:pt x="1644" y="4951"/>
                    <a:pt x="1644" y="4982"/>
                  </a:cubicBezTo>
                  <a:close/>
                  <a:moveTo>
                    <a:pt x="1095" y="148"/>
                  </a:moveTo>
                  <a:cubicBezTo>
                    <a:pt x="1095" y="174"/>
                    <a:pt x="1074" y="196"/>
                    <a:pt x="1048" y="196"/>
                  </a:cubicBezTo>
                  <a:cubicBezTo>
                    <a:pt x="1022" y="196"/>
                    <a:pt x="1001" y="174"/>
                    <a:pt x="1001" y="148"/>
                  </a:cubicBezTo>
                  <a:cubicBezTo>
                    <a:pt x="1001" y="122"/>
                    <a:pt x="1022" y="101"/>
                    <a:pt x="1048" y="101"/>
                  </a:cubicBezTo>
                  <a:cubicBezTo>
                    <a:pt x="1074" y="101"/>
                    <a:pt x="1095" y="122"/>
                    <a:pt x="1095" y="148"/>
                  </a:cubicBezTo>
                  <a:close/>
                  <a:moveTo>
                    <a:pt x="1038" y="5889"/>
                  </a:moveTo>
                  <a:cubicBezTo>
                    <a:pt x="1038" y="5927"/>
                    <a:pt x="1007" y="5958"/>
                    <a:pt x="969" y="5958"/>
                  </a:cubicBezTo>
                  <a:cubicBezTo>
                    <a:pt x="931" y="5958"/>
                    <a:pt x="900" y="5927"/>
                    <a:pt x="900" y="5889"/>
                  </a:cubicBezTo>
                  <a:cubicBezTo>
                    <a:pt x="900" y="5851"/>
                    <a:pt x="931" y="5820"/>
                    <a:pt x="969" y="5820"/>
                  </a:cubicBezTo>
                  <a:cubicBezTo>
                    <a:pt x="1007" y="5820"/>
                    <a:pt x="1038" y="5851"/>
                    <a:pt x="1038" y="5889"/>
                  </a:cubicBezTo>
                  <a:close/>
                  <a:moveTo>
                    <a:pt x="2366" y="6107"/>
                  </a:moveTo>
                  <a:cubicBezTo>
                    <a:pt x="2366" y="6127"/>
                    <a:pt x="2349" y="6144"/>
                    <a:pt x="2329" y="6144"/>
                  </a:cubicBezTo>
                  <a:cubicBezTo>
                    <a:pt x="2309" y="6144"/>
                    <a:pt x="2292" y="6127"/>
                    <a:pt x="2292" y="6107"/>
                  </a:cubicBezTo>
                  <a:cubicBezTo>
                    <a:pt x="2292" y="6086"/>
                    <a:pt x="2309" y="6070"/>
                    <a:pt x="2329" y="6070"/>
                  </a:cubicBezTo>
                  <a:cubicBezTo>
                    <a:pt x="2349" y="6070"/>
                    <a:pt x="2366" y="6086"/>
                    <a:pt x="2366" y="6107"/>
                  </a:cubicBezTo>
                  <a:close/>
                  <a:moveTo>
                    <a:pt x="134" y="1841"/>
                  </a:moveTo>
                  <a:cubicBezTo>
                    <a:pt x="134" y="1857"/>
                    <a:pt x="120" y="1871"/>
                    <a:pt x="104" y="1871"/>
                  </a:cubicBezTo>
                  <a:cubicBezTo>
                    <a:pt x="87" y="1871"/>
                    <a:pt x="73" y="1857"/>
                    <a:pt x="73" y="1841"/>
                  </a:cubicBezTo>
                  <a:cubicBezTo>
                    <a:pt x="73" y="1824"/>
                    <a:pt x="87" y="1810"/>
                    <a:pt x="104" y="1810"/>
                  </a:cubicBezTo>
                  <a:cubicBezTo>
                    <a:pt x="120" y="1810"/>
                    <a:pt x="134" y="1824"/>
                    <a:pt x="134" y="1841"/>
                  </a:cubicBezTo>
                  <a:close/>
                  <a:moveTo>
                    <a:pt x="356" y="3608"/>
                  </a:moveTo>
                  <a:cubicBezTo>
                    <a:pt x="356" y="3629"/>
                    <a:pt x="339" y="3646"/>
                    <a:pt x="318" y="3646"/>
                  </a:cubicBezTo>
                  <a:cubicBezTo>
                    <a:pt x="297" y="3646"/>
                    <a:pt x="280" y="3629"/>
                    <a:pt x="280" y="3608"/>
                  </a:cubicBezTo>
                  <a:cubicBezTo>
                    <a:pt x="280" y="3587"/>
                    <a:pt x="297" y="3570"/>
                    <a:pt x="318" y="3570"/>
                  </a:cubicBezTo>
                  <a:cubicBezTo>
                    <a:pt x="339" y="3570"/>
                    <a:pt x="356" y="3587"/>
                    <a:pt x="356" y="3608"/>
                  </a:cubicBezTo>
                  <a:close/>
                  <a:moveTo>
                    <a:pt x="1539" y="2390"/>
                  </a:moveTo>
                  <a:cubicBezTo>
                    <a:pt x="1539" y="2412"/>
                    <a:pt x="1521" y="2431"/>
                    <a:pt x="1498" y="2431"/>
                  </a:cubicBezTo>
                  <a:cubicBezTo>
                    <a:pt x="1476" y="2431"/>
                    <a:pt x="1457" y="2412"/>
                    <a:pt x="1457" y="2390"/>
                  </a:cubicBezTo>
                  <a:cubicBezTo>
                    <a:pt x="1457" y="2367"/>
                    <a:pt x="1476" y="2349"/>
                    <a:pt x="1498" y="2349"/>
                  </a:cubicBezTo>
                  <a:cubicBezTo>
                    <a:pt x="1521" y="2349"/>
                    <a:pt x="1539" y="2367"/>
                    <a:pt x="1539" y="2390"/>
                  </a:cubicBezTo>
                  <a:close/>
                  <a:moveTo>
                    <a:pt x="2424" y="1185"/>
                  </a:moveTo>
                  <a:cubicBezTo>
                    <a:pt x="2424" y="1221"/>
                    <a:pt x="2395" y="1250"/>
                    <a:pt x="2359" y="1250"/>
                  </a:cubicBezTo>
                  <a:cubicBezTo>
                    <a:pt x="2323" y="1250"/>
                    <a:pt x="2294" y="1221"/>
                    <a:pt x="2294" y="1185"/>
                  </a:cubicBezTo>
                  <a:cubicBezTo>
                    <a:pt x="2294" y="1149"/>
                    <a:pt x="2323" y="1119"/>
                    <a:pt x="2359" y="1119"/>
                  </a:cubicBezTo>
                  <a:cubicBezTo>
                    <a:pt x="2395" y="1119"/>
                    <a:pt x="2424" y="1149"/>
                    <a:pt x="2424" y="1185"/>
                  </a:cubicBezTo>
                  <a:close/>
                  <a:moveTo>
                    <a:pt x="6333" y="4140"/>
                  </a:moveTo>
                  <a:cubicBezTo>
                    <a:pt x="6333" y="4160"/>
                    <a:pt x="6317" y="4176"/>
                    <a:pt x="6297" y="4176"/>
                  </a:cubicBezTo>
                  <a:cubicBezTo>
                    <a:pt x="6277" y="4176"/>
                    <a:pt x="6261" y="4160"/>
                    <a:pt x="6261" y="4140"/>
                  </a:cubicBezTo>
                  <a:cubicBezTo>
                    <a:pt x="6261" y="4120"/>
                    <a:pt x="6277" y="4104"/>
                    <a:pt x="6297" y="4104"/>
                  </a:cubicBezTo>
                  <a:cubicBezTo>
                    <a:pt x="6317" y="4104"/>
                    <a:pt x="6333" y="4120"/>
                    <a:pt x="6333" y="4140"/>
                  </a:cubicBezTo>
                  <a:close/>
                  <a:moveTo>
                    <a:pt x="6858" y="5545"/>
                  </a:moveTo>
                  <a:cubicBezTo>
                    <a:pt x="6858" y="5566"/>
                    <a:pt x="6841" y="5583"/>
                    <a:pt x="6820" y="5583"/>
                  </a:cubicBezTo>
                  <a:cubicBezTo>
                    <a:pt x="6799" y="5583"/>
                    <a:pt x="6783" y="5566"/>
                    <a:pt x="6783" y="5545"/>
                  </a:cubicBezTo>
                  <a:cubicBezTo>
                    <a:pt x="6783" y="5524"/>
                    <a:pt x="6799" y="5507"/>
                    <a:pt x="6820" y="5507"/>
                  </a:cubicBezTo>
                  <a:cubicBezTo>
                    <a:pt x="6841" y="5507"/>
                    <a:pt x="6858" y="5524"/>
                    <a:pt x="6858" y="5545"/>
                  </a:cubicBezTo>
                  <a:close/>
                  <a:moveTo>
                    <a:pt x="6216" y="4080"/>
                  </a:moveTo>
                  <a:cubicBezTo>
                    <a:pt x="6216" y="4107"/>
                    <a:pt x="6194" y="4129"/>
                    <a:pt x="6167" y="4129"/>
                  </a:cubicBezTo>
                  <a:cubicBezTo>
                    <a:pt x="6140" y="4129"/>
                    <a:pt x="6118" y="4107"/>
                    <a:pt x="6118" y="4080"/>
                  </a:cubicBezTo>
                  <a:cubicBezTo>
                    <a:pt x="6118" y="4053"/>
                    <a:pt x="6140" y="4031"/>
                    <a:pt x="6167" y="4031"/>
                  </a:cubicBezTo>
                  <a:cubicBezTo>
                    <a:pt x="6194" y="4031"/>
                    <a:pt x="6216" y="4053"/>
                    <a:pt x="6216" y="4080"/>
                  </a:cubicBezTo>
                  <a:close/>
                  <a:moveTo>
                    <a:pt x="6880" y="4024"/>
                  </a:moveTo>
                  <a:cubicBezTo>
                    <a:pt x="6880" y="4048"/>
                    <a:pt x="6861" y="4067"/>
                    <a:pt x="6837" y="4067"/>
                  </a:cubicBezTo>
                  <a:cubicBezTo>
                    <a:pt x="6814" y="4067"/>
                    <a:pt x="6795" y="4048"/>
                    <a:pt x="6795" y="4024"/>
                  </a:cubicBezTo>
                  <a:cubicBezTo>
                    <a:pt x="6795" y="4001"/>
                    <a:pt x="6814" y="3982"/>
                    <a:pt x="6837" y="3982"/>
                  </a:cubicBezTo>
                  <a:cubicBezTo>
                    <a:pt x="6861" y="3982"/>
                    <a:pt x="6880" y="4001"/>
                    <a:pt x="6880" y="4024"/>
                  </a:cubicBezTo>
                  <a:close/>
                  <a:moveTo>
                    <a:pt x="6716" y="4823"/>
                  </a:moveTo>
                  <a:cubicBezTo>
                    <a:pt x="6716" y="4850"/>
                    <a:pt x="6694" y="4871"/>
                    <a:pt x="6667" y="4871"/>
                  </a:cubicBezTo>
                  <a:cubicBezTo>
                    <a:pt x="6640" y="4871"/>
                    <a:pt x="6619" y="4850"/>
                    <a:pt x="6619" y="4823"/>
                  </a:cubicBezTo>
                  <a:cubicBezTo>
                    <a:pt x="6619" y="4796"/>
                    <a:pt x="6640" y="4774"/>
                    <a:pt x="6667" y="4774"/>
                  </a:cubicBezTo>
                  <a:cubicBezTo>
                    <a:pt x="6694" y="4774"/>
                    <a:pt x="6716" y="4796"/>
                    <a:pt x="6716" y="4823"/>
                  </a:cubicBezTo>
                  <a:close/>
                  <a:moveTo>
                    <a:pt x="6498" y="3964"/>
                  </a:moveTo>
                  <a:cubicBezTo>
                    <a:pt x="6498" y="3992"/>
                    <a:pt x="6477" y="4013"/>
                    <a:pt x="6449" y="4013"/>
                  </a:cubicBezTo>
                  <a:cubicBezTo>
                    <a:pt x="6422" y="4013"/>
                    <a:pt x="6400" y="3992"/>
                    <a:pt x="6400" y="3964"/>
                  </a:cubicBezTo>
                  <a:cubicBezTo>
                    <a:pt x="6400" y="3937"/>
                    <a:pt x="6422" y="3915"/>
                    <a:pt x="6449" y="3915"/>
                  </a:cubicBezTo>
                  <a:cubicBezTo>
                    <a:pt x="6477" y="3915"/>
                    <a:pt x="6498" y="3937"/>
                    <a:pt x="6498" y="3964"/>
                  </a:cubicBezTo>
                  <a:close/>
                  <a:moveTo>
                    <a:pt x="5307" y="2557"/>
                  </a:moveTo>
                  <a:cubicBezTo>
                    <a:pt x="5307" y="2591"/>
                    <a:pt x="5279" y="2618"/>
                    <a:pt x="5246" y="2618"/>
                  </a:cubicBezTo>
                  <a:cubicBezTo>
                    <a:pt x="5212" y="2618"/>
                    <a:pt x="5185" y="2591"/>
                    <a:pt x="5185" y="2557"/>
                  </a:cubicBezTo>
                  <a:cubicBezTo>
                    <a:pt x="5185" y="2524"/>
                    <a:pt x="5212" y="2496"/>
                    <a:pt x="5246" y="2496"/>
                  </a:cubicBezTo>
                  <a:cubicBezTo>
                    <a:pt x="5279" y="2496"/>
                    <a:pt x="5307" y="2524"/>
                    <a:pt x="5307" y="2557"/>
                  </a:cubicBezTo>
                  <a:close/>
                  <a:moveTo>
                    <a:pt x="6819" y="490"/>
                  </a:moveTo>
                  <a:cubicBezTo>
                    <a:pt x="6819" y="517"/>
                    <a:pt x="6797" y="539"/>
                    <a:pt x="6770" y="539"/>
                  </a:cubicBezTo>
                  <a:cubicBezTo>
                    <a:pt x="6743" y="539"/>
                    <a:pt x="6721" y="517"/>
                    <a:pt x="6721" y="490"/>
                  </a:cubicBezTo>
                  <a:cubicBezTo>
                    <a:pt x="6721" y="463"/>
                    <a:pt x="6743" y="441"/>
                    <a:pt x="6770" y="441"/>
                  </a:cubicBezTo>
                  <a:cubicBezTo>
                    <a:pt x="6797" y="441"/>
                    <a:pt x="6819" y="463"/>
                    <a:pt x="6819" y="490"/>
                  </a:cubicBezTo>
                  <a:close/>
                  <a:moveTo>
                    <a:pt x="6479" y="3334"/>
                  </a:moveTo>
                  <a:cubicBezTo>
                    <a:pt x="6479" y="3354"/>
                    <a:pt x="6463" y="3370"/>
                    <a:pt x="6443" y="3370"/>
                  </a:cubicBezTo>
                  <a:cubicBezTo>
                    <a:pt x="6423" y="3370"/>
                    <a:pt x="6407" y="3354"/>
                    <a:pt x="6407" y="3334"/>
                  </a:cubicBezTo>
                  <a:cubicBezTo>
                    <a:pt x="6407" y="3314"/>
                    <a:pt x="6423" y="3298"/>
                    <a:pt x="6443" y="3298"/>
                  </a:cubicBezTo>
                  <a:cubicBezTo>
                    <a:pt x="6463" y="3298"/>
                    <a:pt x="6479" y="3314"/>
                    <a:pt x="6479" y="3334"/>
                  </a:cubicBezTo>
                  <a:close/>
                  <a:moveTo>
                    <a:pt x="6636" y="4353"/>
                  </a:moveTo>
                  <a:cubicBezTo>
                    <a:pt x="6636" y="4382"/>
                    <a:pt x="6613" y="4405"/>
                    <a:pt x="6585" y="4405"/>
                  </a:cubicBezTo>
                  <a:cubicBezTo>
                    <a:pt x="6556" y="4405"/>
                    <a:pt x="6533" y="4382"/>
                    <a:pt x="6533" y="4353"/>
                  </a:cubicBezTo>
                  <a:cubicBezTo>
                    <a:pt x="6533" y="4325"/>
                    <a:pt x="6556" y="4302"/>
                    <a:pt x="6585" y="4302"/>
                  </a:cubicBezTo>
                  <a:cubicBezTo>
                    <a:pt x="6613" y="4302"/>
                    <a:pt x="6636" y="4325"/>
                    <a:pt x="6636" y="4353"/>
                  </a:cubicBezTo>
                  <a:close/>
                  <a:moveTo>
                    <a:pt x="7318" y="3611"/>
                  </a:moveTo>
                  <a:cubicBezTo>
                    <a:pt x="7318" y="3628"/>
                    <a:pt x="7304" y="3641"/>
                    <a:pt x="7288" y="3641"/>
                  </a:cubicBezTo>
                  <a:cubicBezTo>
                    <a:pt x="7271" y="3641"/>
                    <a:pt x="7257" y="3628"/>
                    <a:pt x="7257" y="3611"/>
                  </a:cubicBezTo>
                  <a:cubicBezTo>
                    <a:pt x="7257" y="3594"/>
                    <a:pt x="7271" y="3580"/>
                    <a:pt x="7288" y="3580"/>
                  </a:cubicBezTo>
                  <a:cubicBezTo>
                    <a:pt x="7304" y="3580"/>
                    <a:pt x="7318" y="3594"/>
                    <a:pt x="7318" y="3611"/>
                  </a:cubicBezTo>
                  <a:close/>
                  <a:moveTo>
                    <a:pt x="5749" y="4382"/>
                  </a:moveTo>
                  <a:cubicBezTo>
                    <a:pt x="5749" y="4401"/>
                    <a:pt x="5735" y="4416"/>
                    <a:pt x="5716" y="4416"/>
                  </a:cubicBezTo>
                  <a:cubicBezTo>
                    <a:pt x="5698" y="4416"/>
                    <a:pt x="5683" y="4401"/>
                    <a:pt x="5683" y="4382"/>
                  </a:cubicBezTo>
                  <a:cubicBezTo>
                    <a:pt x="5683" y="4364"/>
                    <a:pt x="5698" y="4349"/>
                    <a:pt x="5716" y="4349"/>
                  </a:cubicBezTo>
                  <a:cubicBezTo>
                    <a:pt x="5735" y="4349"/>
                    <a:pt x="5749" y="4364"/>
                    <a:pt x="5749" y="4382"/>
                  </a:cubicBezTo>
                  <a:close/>
                  <a:moveTo>
                    <a:pt x="7409" y="4364"/>
                  </a:moveTo>
                  <a:cubicBezTo>
                    <a:pt x="7409" y="4397"/>
                    <a:pt x="7382" y="4424"/>
                    <a:pt x="7349" y="4424"/>
                  </a:cubicBezTo>
                  <a:cubicBezTo>
                    <a:pt x="7315" y="4424"/>
                    <a:pt x="7288" y="4397"/>
                    <a:pt x="7288" y="4364"/>
                  </a:cubicBezTo>
                  <a:cubicBezTo>
                    <a:pt x="7288" y="4330"/>
                    <a:pt x="7315" y="4303"/>
                    <a:pt x="7349" y="4303"/>
                  </a:cubicBezTo>
                  <a:cubicBezTo>
                    <a:pt x="7382" y="4303"/>
                    <a:pt x="7409" y="4330"/>
                    <a:pt x="7409" y="4364"/>
                  </a:cubicBezTo>
                  <a:close/>
                  <a:moveTo>
                    <a:pt x="5505" y="72"/>
                  </a:moveTo>
                  <a:cubicBezTo>
                    <a:pt x="5505" y="108"/>
                    <a:pt x="5476" y="137"/>
                    <a:pt x="5440" y="137"/>
                  </a:cubicBezTo>
                  <a:cubicBezTo>
                    <a:pt x="5404" y="137"/>
                    <a:pt x="5375" y="108"/>
                    <a:pt x="5375" y="72"/>
                  </a:cubicBezTo>
                  <a:cubicBezTo>
                    <a:pt x="5375" y="36"/>
                    <a:pt x="5404" y="7"/>
                    <a:pt x="5440" y="7"/>
                  </a:cubicBezTo>
                  <a:cubicBezTo>
                    <a:pt x="5476" y="7"/>
                    <a:pt x="5505" y="36"/>
                    <a:pt x="5505" y="72"/>
                  </a:cubicBezTo>
                  <a:close/>
                  <a:moveTo>
                    <a:pt x="6310" y="2770"/>
                  </a:moveTo>
                  <a:cubicBezTo>
                    <a:pt x="6310" y="2798"/>
                    <a:pt x="6287" y="2821"/>
                    <a:pt x="6259" y="2821"/>
                  </a:cubicBezTo>
                  <a:cubicBezTo>
                    <a:pt x="6231" y="2821"/>
                    <a:pt x="6208" y="2798"/>
                    <a:pt x="6208" y="2770"/>
                  </a:cubicBezTo>
                  <a:cubicBezTo>
                    <a:pt x="6208" y="2742"/>
                    <a:pt x="6231" y="2720"/>
                    <a:pt x="6259" y="2720"/>
                  </a:cubicBezTo>
                  <a:cubicBezTo>
                    <a:pt x="6287" y="2720"/>
                    <a:pt x="6310" y="2742"/>
                    <a:pt x="6310" y="2770"/>
                  </a:cubicBezTo>
                  <a:close/>
                  <a:moveTo>
                    <a:pt x="6937" y="2339"/>
                  </a:moveTo>
                  <a:cubicBezTo>
                    <a:pt x="6937" y="2373"/>
                    <a:pt x="6910" y="2400"/>
                    <a:pt x="6876" y="2400"/>
                  </a:cubicBezTo>
                  <a:cubicBezTo>
                    <a:pt x="6843" y="2400"/>
                    <a:pt x="6815" y="2373"/>
                    <a:pt x="6815" y="2339"/>
                  </a:cubicBezTo>
                  <a:cubicBezTo>
                    <a:pt x="6815" y="2306"/>
                    <a:pt x="6843" y="2278"/>
                    <a:pt x="6876" y="2278"/>
                  </a:cubicBezTo>
                  <a:cubicBezTo>
                    <a:pt x="6910" y="2278"/>
                    <a:pt x="6937" y="2306"/>
                    <a:pt x="6937" y="2339"/>
                  </a:cubicBezTo>
                  <a:close/>
                  <a:moveTo>
                    <a:pt x="5479" y="6108"/>
                  </a:moveTo>
                  <a:cubicBezTo>
                    <a:pt x="5479" y="6139"/>
                    <a:pt x="5453" y="6165"/>
                    <a:pt x="5421" y="6165"/>
                  </a:cubicBezTo>
                  <a:cubicBezTo>
                    <a:pt x="5389" y="6165"/>
                    <a:pt x="5363" y="6139"/>
                    <a:pt x="5363" y="6108"/>
                  </a:cubicBezTo>
                  <a:cubicBezTo>
                    <a:pt x="5363" y="6076"/>
                    <a:pt x="5389" y="6050"/>
                    <a:pt x="5421" y="6050"/>
                  </a:cubicBezTo>
                  <a:cubicBezTo>
                    <a:pt x="5453" y="6050"/>
                    <a:pt x="5479" y="6076"/>
                    <a:pt x="5479" y="6108"/>
                  </a:cubicBezTo>
                  <a:close/>
                  <a:moveTo>
                    <a:pt x="5862" y="2988"/>
                  </a:moveTo>
                  <a:cubicBezTo>
                    <a:pt x="5862" y="3024"/>
                    <a:pt x="5833" y="3053"/>
                    <a:pt x="5797" y="3053"/>
                  </a:cubicBezTo>
                  <a:cubicBezTo>
                    <a:pt x="5761" y="3053"/>
                    <a:pt x="5732" y="3024"/>
                    <a:pt x="5732" y="2988"/>
                  </a:cubicBezTo>
                  <a:cubicBezTo>
                    <a:pt x="5732" y="2952"/>
                    <a:pt x="5761" y="2922"/>
                    <a:pt x="5797" y="2922"/>
                  </a:cubicBezTo>
                  <a:cubicBezTo>
                    <a:pt x="5833" y="2922"/>
                    <a:pt x="5862" y="2952"/>
                    <a:pt x="5862" y="2988"/>
                  </a:cubicBezTo>
                  <a:close/>
                  <a:moveTo>
                    <a:pt x="5880" y="4364"/>
                  </a:moveTo>
                  <a:cubicBezTo>
                    <a:pt x="5880" y="4400"/>
                    <a:pt x="5851" y="4430"/>
                    <a:pt x="5814" y="4430"/>
                  </a:cubicBezTo>
                  <a:cubicBezTo>
                    <a:pt x="5777" y="4430"/>
                    <a:pt x="5748" y="4400"/>
                    <a:pt x="5748" y="4364"/>
                  </a:cubicBezTo>
                  <a:cubicBezTo>
                    <a:pt x="5748" y="4327"/>
                    <a:pt x="5777" y="4297"/>
                    <a:pt x="5814" y="4297"/>
                  </a:cubicBezTo>
                  <a:cubicBezTo>
                    <a:pt x="5851" y="4297"/>
                    <a:pt x="5880" y="4327"/>
                    <a:pt x="5880" y="4364"/>
                  </a:cubicBezTo>
                  <a:close/>
                  <a:moveTo>
                    <a:pt x="7400" y="1615"/>
                  </a:moveTo>
                  <a:cubicBezTo>
                    <a:pt x="7400" y="1649"/>
                    <a:pt x="7372" y="1677"/>
                    <a:pt x="7338" y="1677"/>
                  </a:cubicBezTo>
                  <a:cubicBezTo>
                    <a:pt x="7304" y="1677"/>
                    <a:pt x="7276" y="1649"/>
                    <a:pt x="7276" y="1615"/>
                  </a:cubicBezTo>
                  <a:cubicBezTo>
                    <a:pt x="7276" y="1581"/>
                    <a:pt x="7304" y="1553"/>
                    <a:pt x="7338" y="1553"/>
                  </a:cubicBezTo>
                  <a:cubicBezTo>
                    <a:pt x="7372" y="1553"/>
                    <a:pt x="7400" y="1581"/>
                    <a:pt x="7400" y="1615"/>
                  </a:cubicBezTo>
                  <a:close/>
                  <a:moveTo>
                    <a:pt x="6526" y="5043"/>
                  </a:moveTo>
                  <a:cubicBezTo>
                    <a:pt x="6526" y="5061"/>
                    <a:pt x="6511" y="5076"/>
                    <a:pt x="6493" y="5076"/>
                  </a:cubicBezTo>
                  <a:cubicBezTo>
                    <a:pt x="6475" y="5076"/>
                    <a:pt x="6461" y="5061"/>
                    <a:pt x="6461" y="5043"/>
                  </a:cubicBezTo>
                  <a:cubicBezTo>
                    <a:pt x="6461" y="5025"/>
                    <a:pt x="6475" y="5010"/>
                    <a:pt x="6493" y="5010"/>
                  </a:cubicBezTo>
                  <a:cubicBezTo>
                    <a:pt x="6511" y="5010"/>
                    <a:pt x="6526" y="5025"/>
                    <a:pt x="6526" y="5043"/>
                  </a:cubicBezTo>
                  <a:close/>
                  <a:moveTo>
                    <a:pt x="6086" y="2829"/>
                  </a:moveTo>
                  <a:cubicBezTo>
                    <a:pt x="6086" y="2864"/>
                    <a:pt x="6058" y="2892"/>
                    <a:pt x="6024" y="2892"/>
                  </a:cubicBezTo>
                  <a:cubicBezTo>
                    <a:pt x="5989" y="2892"/>
                    <a:pt x="5961" y="2864"/>
                    <a:pt x="5961" y="2829"/>
                  </a:cubicBezTo>
                  <a:cubicBezTo>
                    <a:pt x="5961" y="2795"/>
                    <a:pt x="5989" y="2767"/>
                    <a:pt x="6024" y="2767"/>
                  </a:cubicBezTo>
                  <a:cubicBezTo>
                    <a:pt x="6058" y="2767"/>
                    <a:pt x="6086" y="2795"/>
                    <a:pt x="6086" y="2829"/>
                  </a:cubicBezTo>
                  <a:close/>
                  <a:moveTo>
                    <a:pt x="6156" y="290"/>
                  </a:moveTo>
                  <a:cubicBezTo>
                    <a:pt x="6156" y="311"/>
                    <a:pt x="6139" y="329"/>
                    <a:pt x="6117" y="329"/>
                  </a:cubicBezTo>
                  <a:cubicBezTo>
                    <a:pt x="6096" y="329"/>
                    <a:pt x="6079" y="311"/>
                    <a:pt x="6079" y="290"/>
                  </a:cubicBezTo>
                  <a:cubicBezTo>
                    <a:pt x="6079" y="269"/>
                    <a:pt x="6096" y="252"/>
                    <a:pt x="6117" y="252"/>
                  </a:cubicBezTo>
                  <a:cubicBezTo>
                    <a:pt x="6139" y="252"/>
                    <a:pt x="6156" y="269"/>
                    <a:pt x="6156" y="290"/>
                  </a:cubicBezTo>
                  <a:close/>
                  <a:moveTo>
                    <a:pt x="7081" y="5503"/>
                  </a:moveTo>
                  <a:cubicBezTo>
                    <a:pt x="7081" y="5533"/>
                    <a:pt x="7057" y="5556"/>
                    <a:pt x="7028" y="5556"/>
                  </a:cubicBezTo>
                  <a:cubicBezTo>
                    <a:pt x="6999" y="5556"/>
                    <a:pt x="6975" y="5533"/>
                    <a:pt x="6975" y="5503"/>
                  </a:cubicBezTo>
                  <a:cubicBezTo>
                    <a:pt x="6975" y="5474"/>
                    <a:pt x="6999" y="5451"/>
                    <a:pt x="7028" y="5451"/>
                  </a:cubicBezTo>
                  <a:cubicBezTo>
                    <a:pt x="7057" y="5451"/>
                    <a:pt x="7081" y="5474"/>
                    <a:pt x="7081" y="5503"/>
                  </a:cubicBezTo>
                  <a:close/>
                  <a:moveTo>
                    <a:pt x="5289" y="4823"/>
                  </a:moveTo>
                  <a:cubicBezTo>
                    <a:pt x="5289" y="4859"/>
                    <a:pt x="5260" y="4888"/>
                    <a:pt x="5224" y="4888"/>
                  </a:cubicBezTo>
                  <a:cubicBezTo>
                    <a:pt x="5188" y="4888"/>
                    <a:pt x="5159" y="4859"/>
                    <a:pt x="5159" y="4823"/>
                  </a:cubicBezTo>
                  <a:cubicBezTo>
                    <a:pt x="5159" y="4788"/>
                    <a:pt x="5188" y="4759"/>
                    <a:pt x="5224" y="4759"/>
                  </a:cubicBezTo>
                  <a:cubicBezTo>
                    <a:pt x="5260" y="4759"/>
                    <a:pt x="5289" y="4788"/>
                    <a:pt x="5289" y="4823"/>
                  </a:cubicBezTo>
                  <a:close/>
                  <a:moveTo>
                    <a:pt x="5763" y="3017"/>
                  </a:moveTo>
                  <a:cubicBezTo>
                    <a:pt x="5763" y="3040"/>
                    <a:pt x="5745" y="3059"/>
                    <a:pt x="5722" y="3059"/>
                  </a:cubicBezTo>
                  <a:cubicBezTo>
                    <a:pt x="5699" y="3059"/>
                    <a:pt x="5680" y="3040"/>
                    <a:pt x="5680" y="3017"/>
                  </a:cubicBezTo>
                  <a:cubicBezTo>
                    <a:pt x="5680" y="2994"/>
                    <a:pt x="5699" y="2976"/>
                    <a:pt x="5722" y="2976"/>
                  </a:cubicBezTo>
                  <a:cubicBezTo>
                    <a:pt x="5745" y="2976"/>
                    <a:pt x="5763" y="2994"/>
                    <a:pt x="5763" y="3017"/>
                  </a:cubicBezTo>
                  <a:close/>
                  <a:moveTo>
                    <a:pt x="5197" y="4580"/>
                  </a:moveTo>
                  <a:cubicBezTo>
                    <a:pt x="5197" y="4600"/>
                    <a:pt x="5181" y="4616"/>
                    <a:pt x="5161" y="4616"/>
                  </a:cubicBezTo>
                  <a:cubicBezTo>
                    <a:pt x="5141" y="4616"/>
                    <a:pt x="5125" y="4600"/>
                    <a:pt x="5125" y="4580"/>
                  </a:cubicBezTo>
                  <a:cubicBezTo>
                    <a:pt x="5125" y="4560"/>
                    <a:pt x="5141" y="4543"/>
                    <a:pt x="5161" y="4543"/>
                  </a:cubicBezTo>
                  <a:cubicBezTo>
                    <a:pt x="5181" y="4543"/>
                    <a:pt x="5197" y="4560"/>
                    <a:pt x="5197" y="4580"/>
                  </a:cubicBezTo>
                  <a:close/>
                  <a:moveTo>
                    <a:pt x="5275" y="5668"/>
                  </a:moveTo>
                  <a:cubicBezTo>
                    <a:pt x="5275" y="5687"/>
                    <a:pt x="5260" y="5702"/>
                    <a:pt x="5241" y="5702"/>
                  </a:cubicBezTo>
                  <a:cubicBezTo>
                    <a:pt x="5223" y="5702"/>
                    <a:pt x="5208" y="5687"/>
                    <a:pt x="5208" y="5668"/>
                  </a:cubicBezTo>
                  <a:cubicBezTo>
                    <a:pt x="5208" y="5649"/>
                    <a:pt x="5223" y="5634"/>
                    <a:pt x="5241" y="5634"/>
                  </a:cubicBezTo>
                  <a:cubicBezTo>
                    <a:pt x="5260" y="5634"/>
                    <a:pt x="5275" y="5649"/>
                    <a:pt x="5275" y="5668"/>
                  </a:cubicBezTo>
                  <a:close/>
                  <a:moveTo>
                    <a:pt x="6896" y="5083"/>
                  </a:moveTo>
                  <a:cubicBezTo>
                    <a:pt x="6896" y="5105"/>
                    <a:pt x="6878" y="5123"/>
                    <a:pt x="6856" y="5123"/>
                  </a:cubicBezTo>
                  <a:cubicBezTo>
                    <a:pt x="6834" y="5123"/>
                    <a:pt x="6816" y="5105"/>
                    <a:pt x="6816" y="5083"/>
                  </a:cubicBezTo>
                  <a:cubicBezTo>
                    <a:pt x="6816" y="5061"/>
                    <a:pt x="6834" y="5043"/>
                    <a:pt x="6856" y="5043"/>
                  </a:cubicBezTo>
                  <a:cubicBezTo>
                    <a:pt x="6878" y="5043"/>
                    <a:pt x="6896" y="5061"/>
                    <a:pt x="6896" y="5083"/>
                  </a:cubicBezTo>
                  <a:close/>
                  <a:moveTo>
                    <a:pt x="5984" y="1412"/>
                  </a:moveTo>
                  <a:cubicBezTo>
                    <a:pt x="5984" y="1444"/>
                    <a:pt x="5958" y="1470"/>
                    <a:pt x="5926" y="1470"/>
                  </a:cubicBezTo>
                  <a:cubicBezTo>
                    <a:pt x="5894" y="1470"/>
                    <a:pt x="5867" y="1444"/>
                    <a:pt x="5867" y="1412"/>
                  </a:cubicBezTo>
                  <a:cubicBezTo>
                    <a:pt x="5867" y="1380"/>
                    <a:pt x="5894" y="1354"/>
                    <a:pt x="5926" y="1354"/>
                  </a:cubicBezTo>
                  <a:cubicBezTo>
                    <a:pt x="5958" y="1354"/>
                    <a:pt x="5984" y="1380"/>
                    <a:pt x="5984" y="1412"/>
                  </a:cubicBezTo>
                  <a:close/>
                  <a:moveTo>
                    <a:pt x="7419" y="4642"/>
                  </a:moveTo>
                  <a:cubicBezTo>
                    <a:pt x="7419" y="4670"/>
                    <a:pt x="7397" y="4692"/>
                    <a:pt x="7369" y="4692"/>
                  </a:cubicBezTo>
                  <a:cubicBezTo>
                    <a:pt x="7342" y="4692"/>
                    <a:pt x="7319" y="4670"/>
                    <a:pt x="7319" y="4642"/>
                  </a:cubicBezTo>
                  <a:cubicBezTo>
                    <a:pt x="7319" y="4615"/>
                    <a:pt x="7342" y="4593"/>
                    <a:pt x="7369" y="4593"/>
                  </a:cubicBezTo>
                  <a:cubicBezTo>
                    <a:pt x="7397" y="4593"/>
                    <a:pt x="7419" y="4615"/>
                    <a:pt x="7419" y="4642"/>
                  </a:cubicBezTo>
                  <a:close/>
                  <a:moveTo>
                    <a:pt x="6381" y="2559"/>
                  </a:moveTo>
                  <a:cubicBezTo>
                    <a:pt x="6381" y="2592"/>
                    <a:pt x="6355" y="2618"/>
                    <a:pt x="6322" y="2618"/>
                  </a:cubicBezTo>
                  <a:cubicBezTo>
                    <a:pt x="6290" y="2618"/>
                    <a:pt x="6264" y="2592"/>
                    <a:pt x="6264" y="2559"/>
                  </a:cubicBezTo>
                  <a:cubicBezTo>
                    <a:pt x="6264" y="2527"/>
                    <a:pt x="6290" y="2501"/>
                    <a:pt x="6322" y="2501"/>
                  </a:cubicBezTo>
                  <a:cubicBezTo>
                    <a:pt x="6355" y="2501"/>
                    <a:pt x="6381" y="2527"/>
                    <a:pt x="6381" y="2559"/>
                  </a:cubicBezTo>
                  <a:close/>
                  <a:moveTo>
                    <a:pt x="5737" y="1551"/>
                  </a:moveTo>
                  <a:cubicBezTo>
                    <a:pt x="5737" y="1583"/>
                    <a:pt x="5711" y="1609"/>
                    <a:pt x="5679" y="1609"/>
                  </a:cubicBezTo>
                  <a:cubicBezTo>
                    <a:pt x="5647" y="1609"/>
                    <a:pt x="5621" y="1583"/>
                    <a:pt x="5621" y="1551"/>
                  </a:cubicBezTo>
                  <a:cubicBezTo>
                    <a:pt x="5621" y="1519"/>
                    <a:pt x="5647" y="1493"/>
                    <a:pt x="5679" y="1493"/>
                  </a:cubicBezTo>
                  <a:cubicBezTo>
                    <a:pt x="5711" y="1493"/>
                    <a:pt x="5737" y="1519"/>
                    <a:pt x="5737" y="1551"/>
                  </a:cubicBezTo>
                  <a:close/>
                  <a:moveTo>
                    <a:pt x="5703" y="6157"/>
                  </a:moveTo>
                  <a:cubicBezTo>
                    <a:pt x="5703" y="6190"/>
                    <a:pt x="5677" y="6217"/>
                    <a:pt x="5644" y="6217"/>
                  </a:cubicBezTo>
                  <a:cubicBezTo>
                    <a:pt x="5612" y="6217"/>
                    <a:pt x="5585" y="6190"/>
                    <a:pt x="5585" y="6157"/>
                  </a:cubicBezTo>
                  <a:cubicBezTo>
                    <a:pt x="5585" y="6125"/>
                    <a:pt x="5612" y="6098"/>
                    <a:pt x="5644" y="6098"/>
                  </a:cubicBezTo>
                  <a:cubicBezTo>
                    <a:pt x="5677" y="6098"/>
                    <a:pt x="5703" y="6125"/>
                    <a:pt x="5703" y="6157"/>
                  </a:cubicBezTo>
                  <a:close/>
                  <a:moveTo>
                    <a:pt x="5528" y="162"/>
                  </a:moveTo>
                  <a:cubicBezTo>
                    <a:pt x="5528" y="192"/>
                    <a:pt x="5504" y="216"/>
                    <a:pt x="5474" y="216"/>
                  </a:cubicBezTo>
                  <a:cubicBezTo>
                    <a:pt x="5444" y="216"/>
                    <a:pt x="5420" y="192"/>
                    <a:pt x="5420" y="162"/>
                  </a:cubicBezTo>
                  <a:cubicBezTo>
                    <a:pt x="5420" y="132"/>
                    <a:pt x="5444" y="108"/>
                    <a:pt x="5474" y="108"/>
                  </a:cubicBezTo>
                  <a:cubicBezTo>
                    <a:pt x="5504" y="108"/>
                    <a:pt x="5528" y="132"/>
                    <a:pt x="5528" y="162"/>
                  </a:cubicBezTo>
                  <a:close/>
                  <a:moveTo>
                    <a:pt x="5408" y="3129"/>
                  </a:moveTo>
                  <a:cubicBezTo>
                    <a:pt x="5408" y="3159"/>
                    <a:pt x="5384" y="3183"/>
                    <a:pt x="5354" y="3183"/>
                  </a:cubicBezTo>
                  <a:cubicBezTo>
                    <a:pt x="5324" y="3183"/>
                    <a:pt x="5300" y="3159"/>
                    <a:pt x="5300" y="3129"/>
                  </a:cubicBezTo>
                  <a:cubicBezTo>
                    <a:pt x="5300" y="3100"/>
                    <a:pt x="5324" y="3075"/>
                    <a:pt x="5354" y="3075"/>
                  </a:cubicBezTo>
                  <a:cubicBezTo>
                    <a:pt x="5384" y="3075"/>
                    <a:pt x="5408" y="3100"/>
                    <a:pt x="5408" y="3129"/>
                  </a:cubicBezTo>
                  <a:close/>
                  <a:moveTo>
                    <a:pt x="7025" y="2436"/>
                  </a:moveTo>
                  <a:cubicBezTo>
                    <a:pt x="7025" y="2464"/>
                    <a:pt x="7002" y="2488"/>
                    <a:pt x="6973" y="2488"/>
                  </a:cubicBezTo>
                  <a:cubicBezTo>
                    <a:pt x="6944" y="2488"/>
                    <a:pt x="6921" y="2464"/>
                    <a:pt x="6921" y="2436"/>
                  </a:cubicBezTo>
                  <a:cubicBezTo>
                    <a:pt x="6921" y="2407"/>
                    <a:pt x="6944" y="2384"/>
                    <a:pt x="6973" y="2384"/>
                  </a:cubicBezTo>
                  <a:cubicBezTo>
                    <a:pt x="7002" y="2384"/>
                    <a:pt x="7025" y="2407"/>
                    <a:pt x="7025" y="2436"/>
                  </a:cubicBezTo>
                  <a:close/>
                  <a:moveTo>
                    <a:pt x="7031" y="865"/>
                  </a:moveTo>
                  <a:cubicBezTo>
                    <a:pt x="7031" y="889"/>
                    <a:pt x="7011" y="908"/>
                    <a:pt x="6987" y="908"/>
                  </a:cubicBezTo>
                  <a:cubicBezTo>
                    <a:pt x="6963" y="908"/>
                    <a:pt x="6944" y="889"/>
                    <a:pt x="6944" y="865"/>
                  </a:cubicBezTo>
                  <a:cubicBezTo>
                    <a:pt x="6944" y="841"/>
                    <a:pt x="6963" y="821"/>
                    <a:pt x="6987" y="821"/>
                  </a:cubicBezTo>
                  <a:cubicBezTo>
                    <a:pt x="7011" y="821"/>
                    <a:pt x="7031" y="841"/>
                    <a:pt x="7031" y="865"/>
                  </a:cubicBezTo>
                  <a:close/>
                  <a:moveTo>
                    <a:pt x="7041" y="2250"/>
                  </a:moveTo>
                  <a:cubicBezTo>
                    <a:pt x="7041" y="2287"/>
                    <a:pt x="7011" y="2317"/>
                    <a:pt x="6973" y="2317"/>
                  </a:cubicBezTo>
                  <a:cubicBezTo>
                    <a:pt x="6936" y="2317"/>
                    <a:pt x="6906" y="2287"/>
                    <a:pt x="6906" y="2250"/>
                  </a:cubicBezTo>
                  <a:cubicBezTo>
                    <a:pt x="6906" y="2213"/>
                    <a:pt x="6936" y="2183"/>
                    <a:pt x="6973" y="2183"/>
                  </a:cubicBezTo>
                  <a:cubicBezTo>
                    <a:pt x="7011" y="2183"/>
                    <a:pt x="7041" y="2213"/>
                    <a:pt x="7041" y="2250"/>
                  </a:cubicBezTo>
                  <a:close/>
                  <a:moveTo>
                    <a:pt x="5279" y="556"/>
                  </a:moveTo>
                  <a:cubicBezTo>
                    <a:pt x="5279" y="581"/>
                    <a:pt x="5259" y="601"/>
                    <a:pt x="5234" y="601"/>
                  </a:cubicBezTo>
                  <a:cubicBezTo>
                    <a:pt x="5210" y="601"/>
                    <a:pt x="5190" y="581"/>
                    <a:pt x="5190" y="556"/>
                  </a:cubicBezTo>
                  <a:cubicBezTo>
                    <a:pt x="5190" y="532"/>
                    <a:pt x="5210" y="512"/>
                    <a:pt x="5234" y="512"/>
                  </a:cubicBezTo>
                  <a:cubicBezTo>
                    <a:pt x="5259" y="512"/>
                    <a:pt x="5279" y="532"/>
                    <a:pt x="5279" y="556"/>
                  </a:cubicBezTo>
                  <a:close/>
                  <a:moveTo>
                    <a:pt x="6185" y="2309"/>
                  </a:moveTo>
                  <a:cubicBezTo>
                    <a:pt x="6185" y="2330"/>
                    <a:pt x="6168" y="2348"/>
                    <a:pt x="6146" y="2348"/>
                  </a:cubicBezTo>
                  <a:cubicBezTo>
                    <a:pt x="6125" y="2348"/>
                    <a:pt x="6107" y="2330"/>
                    <a:pt x="6107" y="2309"/>
                  </a:cubicBezTo>
                  <a:cubicBezTo>
                    <a:pt x="6107" y="2287"/>
                    <a:pt x="6125" y="2270"/>
                    <a:pt x="6146" y="2270"/>
                  </a:cubicBezTo>
                  <a:cubicBezTo>
                    <a:pt x="6168" y="2270"/>
                    <a:pt x="6185" y="2287"/>
                    <a:pt x="6185" y="2309"/>
                  </a:cubicBezTo>
                  <a:close/>
                  <a:moveTo>
                    <a:pt x="6175" y="5573"/>
                  </a:moveTo>
                  <a:cubicBezTo>
                    <a:pt x="6175" y="5610"/>
                    <a:pt x="6145" y="5640"/>
                    <a:pt x="6107" y="5640"/>
                  </a:cubicBezTo>
                  <a:cubicBezTo>
                    <a:pt x="6070" y="5640"/>
                    <a:pt x="6040" y="5610"/>
                    <a:pt x="6040" y="5573"/>
                  </a:cubicBezTo>
                  <a:cubicBezTo>
                    <a:pt x="6040" y="5536"/>
                    <a:pt x="6070" y="5505"/>
                    <a:pt x="6107" y="5505"/>
                  </a:cubicBezTo>
                  <a:cubicBezTo>
                    <a:pt x="6145" y="5505"/>
                    <a:pt x="6175" y="5536"/>
                    <a:pt x="6175" y="5573"/>
                  </a:cubicBezTo>
                  <a:close/>
                  <a:moveTo>
                    <a:pt x="6589" y="1621"/>
                  </a:moveTo>
                  <a:cubicBezTo>
                    <a:pt x="6589" y="1650"/>
                    <a:pt x="6565" y="1674"/>
                    <a:pt x="6535" y="1674"/>
                  </a:cubicBezTo>
                  <a:cubicBezTo>
                    <a:pt x="6506" y="1674"/>
                    <a:pt x="6482" y="1650"/>
                    <a:pt x="6482" y="1621"/>
                  </a:cubicBezTo>
                  <a:cubicBezTo>
                    <a:pt x="6482" y="1591"/>
                    <a:pt x="6506" y="1567"/>
                    <a:pt x="6535" y="1567"/>
                  </a:cubicBezTo>
                  <a:cubicBezTo>
                    <a:pt x="6565" y="1567"/>
                    <a:pt x="6589" y="1591"/>
                    <a:pt x="6589" y="1621"/>
                  </a:cubicBezTo>
                  <a:close/>
                  <a:moveTo>
                    <a:pt x="5472" y="419"/>
                  </a:moveTo>
                  <a:cubicBezTo>
                    <a:pt x="5472" y="453"/>
                    <a:pt x="5445" y="481"/>
                    <a:pt x="5411" y="481"/>
                  </a:cubicBezTo>
                  <a:cubicBezTo>
                    <a:pt x="5376" y="481"/>
                    <a:pt x="5349" y="453"/>
                    <a:pt x="5349" y="419"/>
                  </a:cubicBezTo>
                  <a:cubicBezTo>
                    <a:pt x="5349" y="385"/>
                    <a:pt x="5376" y="357"/>
                    <a:pt x="5411" y="357"/>
                  </a:cubicBezTo>
                  <a:cubicBezTo>
                    <a:pt x="5445" y="357"/>
                    <a:pt x="5472" y="385"/>
                    <a:pt x="5472" y="419"/>
                  </a:cubicBezTo>
                  <a:close/>
                  <a:moveTo>
                    <a:pt x="5736" y="1026"/>
                  </a:moveTo>
                  <a:cubicBezTo>
                    <a:pt x="5736" y="1061"/>
                    <a:pt x="5708" y="1089"/>
                    <a:pt x="5673" y="1089"/>
                  </a:cubicBezTo>
                  <a:cubicBezTo>
                    <a:pt x="5639" y="1089"/>
                    <a:pt x="5611" y="1061"/>
                    <a:pt x="5611" y="1026"/>
                  </a:cubicBezTo>
                  <a:cubicBezTo>
                    <a:pt x="5611" y="991"/>
                    <a:pt x="5639" y="963"/>
                    <a:pt x="5673" y="963"/>
                  </a:cubicBezTo>
                  <a:cubicBezTo>
                    <a:pt x="5708" y="963"/>
                    <a:pt x="5736" y="991"/>
                    <a:pt x="5736" y="1026"/>
                  </a:cubicBezTo>
                  <a:close/>
                  <a:moveTo>
                    <a:pt x="5362" y="1496"/>
                  </a:moveTo>
                  <a:cubicBezTo>
                    <a:pt x="5362" y="1516"/>
                    <a:pt x="5346" y="1532"/>
                    <a:pt x="5326" y="1532"/>
                  </a:cubicBezTo>
                  <a:cubicBezTo>
                    <a:pt x="5306" y="1532"/>
                    <a:pt x="5290" y="1516"/>
                    <a:pt x="5290" y="1496"/>
                  </a:cubicBezTo>
                  <a:cubicBezTo>
                    <a:pt x="5290" y="1476"/>
                    <a:pt x="5306" y="1460"/>
                    <a:pt x="5326" y="1460"/>
                  </a:cubicBezTo>
                  <a:cubicBezTo>
                    <a:pt x="5346" y="1460"/>
                    <a:pt x="5362" y="1476"/>
                    <a:pt x="5362" y="1496"/>
                  </a:cubicBezTo>
                  <a:close/>
                  <a:moveTo>
                    <a:pt x="7212" y="4256"/>
                  </a:moveTo>
                  <a:cubicBezTo>
                    <a:pt x="7212" y="4276"/>
                    <a:pt x="7195" y="4293"/>
                    <a:pt x="7174" y="4293"/>
                  </a:cubicBezTo>
                  <a:cubicBezTo>
                    <a:pt x="7154" y="4293"/>
                    <a:pt x="7137" y="4276"/>
                    <a:pt x="7137" y="4256"/>
                  </a:cubicBezTo>
                  <a:cubicBezTo>
                    <a:pt x="7137" y="4235"/>
                    <a:pt x="7154" y="4218"/>
                    <a:pt x="7174" y="4218"/>
                  </a:cubicBezTo>
                  <a:cubicBezTo>
                    <a:pt x="7195" y="4218"/>
                    <a:pt x="7212" y="4235"/>
                    <a:pt x="7212" y="4256"/>
                  </a:cubicBezTo>
                  <a:close/>
                  <a:moveTo>
                    <a:pt x="5240" y="5652"/>
                  </a:moveTo>
                  <a:cubicBezTo>
                    <a:pt x="5240" y="5672"/>
                    <a:pt x="5225" y="5688"/>
                    <a:pt x="5205" y="5688"/>
                  </a:cubicBezTo>
                  <a:cubicBezTo>
                    <a:pt x="5186" y="5688"/>
                    <a:pt x="5170" y="5672"/>
                    <a:pt x="5170" y="5652"/>
                  </a:cubicBezTo>
                  <a:cubicBezTo>
                    <a:pt x="5170" y="5633"/>
                    <a:pt x="5186" y="5617"/>
                    <a:pt x="5205" y="5617"/>
                  </a:cubicBezTo>
                  <a:cubicBezTo>
                    <a:pt x="5225" y="5617"/>
                    <a:pt x="5240" y="5633"/>
                    <a:pt x="5240" y="5652"/>
                  </a:cubicBezTo>
                  <a:close/>
                  <a:moveTo>
                    <a:pt x="6801" y="4308"/>
                  </a:moveTo>
                  <a:cubicBezTo>
                    <a:pt x="6801" y="4338"/>
                    <a:pt x="6777" y="4362"/>
                    <a:pt x="6748" y="4362"/>
                  </a:cubicBezTo>
                  <a:cubicBezTo>
                    <a:pt x="6718" y="4362"/>
                    <a:pt x="6694" y="4338"/>
                    <a:pt x="6694" y="4308"/>
                  </a:cubicBezTo>
                  <a:cubicBezTo>
                    <a:pt x="6694" y="4279"/>
                    <a:pt x="6718" y="4255"/>
                    <a:pt x="6748" y="4255"/>
                  </a:cubicBezTo>
                  <a:cubicBezTo>
                    <a:pt x="6777" y="4255"/>
                    <a:pt x="6801" y="4279"/>
                    <a:pt x="6801" y="4308"/>
                  </a:cubicBezTo>
                  <a:close/>
                  <a:moveTo>
                    <a:pt x="6223" y="2607"/>
                  </a:moveTo>
                  <a:cubicBezTo>
                    <a:pt x="6223" y="2630"/>
                    <a:pt x="6205" y="2648"/>
                    <a:pt x="6182" y="2648"/>
                  </a:cubicBezTo>
                  <a:cubicBezTo>
                    <a:pt x="6159" y="2648"/>
                    <a:pt x="6141" y="2630"/>
                    <a:pt x="6141" y="2607"/>
                  </a:cubicBezTo>
                  <a:cubicBezTo>
                    <a:pt x="6141" y="2584"/>
                    <a:pt x="6159" y="2566"/>
                    <a:pt x="6182" y="2566"/>
                  </a:cubicBezTo>
                  <a:cubicBezTo>
                    <a:pt x="6205" y="2566"/>
                    <a:pt x="6223" y="2584"/>
                    <a:pt x="6223" y="2607"/>
                  </a:cubicBezTo>
                  <a:close/>
                  <a:moveTo>
                    <a:pt x="6633" y="964"/>
                  </a:moveTo>
                  <a:cubicBezTo>
                    <a:pt x="6633" y="991"/>
                    <a:pt x="6611" y="1013"/>
                    <a:pt x="6584" y="1013"/>
                  </a:cubicBezTo>
                  <a:cubicBezTo>
                    <a:pt x="6557" y="1013"/>
                    <a:pt x="6535" y="991"/>
                    <a:pt x="6535" y="964"/>
                  </a:cubicBezTo>
                  <a:cubicBezTo>
                    <a:pt x="6535" y="937"/>
                    <a:pt x="6557" y="915"/>
                    <a:pt x="6584" y="915"/>
                  </a:cubicBezTo>
                  <a:cubicBezTo>
                    <a:pt x="6611" y="915"/>
                    <a:pt x="6633" y="937"/>
                    <a:pt x="6633" y="964"/>
                  </a:cubicBezTo>
                  <a:close/>
                  <a:moveTo>
                    <a:pt x="5723" y="2310"/>
                  </a:moveTo>
                  <a:cubicBezTo>
                    <a:pt x="5723" y="2346"/>
                    <a:pt x="5693" y="2375"/>
                    <a:pt x="5657" y="2375"/>
                  </a:cubicBezTo>
                  <a:cubicBezTo>
                    <a:pt x="5621" y="2375"/>
                    <a:pt x="5591" y="2346"/>
                    <a:pt x="5591" y="2310"/>
                  </a:cubicBezTo>
                  <a:cubicBezTo>
                    <a:pt x="5591" y="2273"/>
                    <a:pt x="5621" y="2244"/>
                    <a:pt x="5657" y="2244"/>
                  </a:cubicBezTo>
                  <a:cubicBezTo>
                    <a:pt x="5693" y="2244"/>
                    <a:pt x="5723" y="2273"/>
                    <a:pt x="5723" y="2310"/>
                  </a:cubicBezTo>
                  <a:close/>
                  <a:moveTo>
                    <a:pt x="6450" y="4031"/>
                  </a:moveTo>
                  <a:cubicBezTo>
                    <a:pt x="6450" y="4062"/>
                    <a:pt x="6425" y="4087"/>
                    <a:pt x="6394" y="4087"/>
                  </a:cubicBezTo>
                  <a:cubicBezTo>
                    <a:pt x="6363" y="4087"/>
                    <a:pt x="6338" y="4062"/>
                    <a:pt x="6338" y="4031"/>
                  </a:cubicBezTo>
                  <a:cubicBezTo>
                    <a:pt x="6338" y="4000"/>
                    <a:pt x="6363" y="3975"/>
                    <a:pt x="6394" y="3975"/>
                  </a:cubicBezTo>
                  <a:cubicBezTo>
                    <a:pt x="6425" y="3975"/>
                    <a:pt x="6450" y="4000"/>
                    <a:pt x="6450" y="4031"/>
                  </a:cubicBezTo>
                  <a:close/>
                  <a:moveTo>
                    <a:pt x="5101" y="4884"/>
                  </a:moveTo>
                  <a:cubicBezTo>
                    <a:pt x="5101" y="4920"/>
                    <a:pt x="5072" y="4949"/>
                    <a:pt x="5036" y="4949"/>
                  </a:cubicBezTo>
                  <a:cubicBezTo>
                    <a:pt x="5000" y="4949"/>
                    <a:pt x="4971" y="4920"/>
                    <a:pt x="4971" y="4884"/>
                  </a:cubicBezTo>
                  <a:cubicBezTo>
                    <a:pt x="4971" y="4849"/>
                    <a:pt x="5000" y="4819"/>
                    <a:pt x="5036" y="4819"/>
                  </a:cubicBezTo>
                  <a:cubicBezTo>
                    <a:pt x="5072" y="4819"/>
                    <a:pt x="5101" y="4849"/>
                    <a:pt x="5101" y="4884"/>
                  </a:cubicBezTo>
                  <a:close/>
                  <a:moveTo>
                    <a:pt x="6887" y="3268"/>
                  </a:moveTo>
                  <a:cubicBezTo>
                    <a:pt x="6887" y="3303"/>
                    <a:pt x="6859" y="3332"/>
                    <a:pt x="6823" y="3332"/>
                  </a:cubicBezTo>
                  <a:cubicBezTo>
                    <a:pt x="6788" y="3332"/>
                    <a:pt x="6760" y="3303"/>
                    <a:pt x="6760" y="3268"/>
                  </a:cubicBezTo>
                  <a:cubicBezTo>
                    <a:pt x="6760" y="3233"/>
                    <a:pt x="6788" y="3204"/>
                    <a:pt x="6823" y="3204"/>
                  </a:cubicBezTo>
                  <a:cubicBezTo>
                    <a:pt x="6859" y="3204"/>
                    <a:pt x="6887" y="3233"/>
                    <a:pt x="6887" y="3268"/>
                  </a:cubicBezTo>
                  <a:close/>
                  <a:moveTo>
                    <a:pt x="7335" y="1746"/>
                  </a:moveTo>
                  <a:cubicBezTo>
                    <a:pt x="7335" y="1766"/>
                    <a:pt x="7319" y="1782"/>
                    <a:pt x="7298" y="1782"/>
                  </a:cubicBezTo>
                  <a:cubicBezTo>
                    <a:pt x="7278" y="1782"/>
                    <a:pt x="7262" y="1766"/>
                    <a:pt x="7262" y="1746"/>
                  </a:cubicBezTo>
                  <a:cubicBezTo>
                    <a:pt x="7262" y="1726"/>
                    <a:pt x="7278" y="1709"/>
                    <a:pt x="7298" y="1709"/>
                  </a:cubicBezTo>
                  <a:cubicBezTo>
                    <a:pt x="7319" y="1709"/>
                    <a:pt x="7335" y="1726"/>
                    <a:pt x="7335" y="1746"/>
                  </a:cubicBezTo>
                  <a:close/>
                  <a:moveTo>
                    <a:pt x="5882" y="142"/>
                  </a:moveTo>
                  <a:cubicBezTo>
                    <a:pt x="5882" y="164"/>
                    <a:pt x="5864" y="182"/>
                    <a:pt x="5843" y="182"/>
                  </a:cubicBezTo>
                  <a:cubicBezTo>
                    <a:pt x="5821" y="182"/>
                    <a:pt x="5803" y="164"/>
                    <a:pt x="5803" y="142"/>
                  </a:cubicBezTo>
                  <a:cubicBezTo>
                    <a:pt x="5803" y="121"/>
                    <a:pt x="5821" y="103"/>
                    <a:pt x="5843" y="103"/>
                  </a:cubicBezTo>
                  <a:cubicBezTo>
                    <a:pt x="5864" y="103"/>
                    <a:pt x="5882" y="121"/>
                    <a:pt x="5882" y="142"/>
                  </a:cubicBezTo>
                  <a:close/>
                  <a:moveTo>
                    <a:pt x="5277" y="84"/>
                  </a:moveTo>
                  <a:cubicBezTo>
                    <a:pt x="5277" y="109"/>
                    <a:pt x="5256" y="130"/>
                    <a:pt x="5231" y="130"/>
                  </a:cubicBezTo>
                  <a:cubicBezTo>
                    <a:pt x="5205" y="130"/>
                    <a:pt x="5185" y="109"/>
                    <a:pt x="5185" y="84"/>
                  </a:cubicBezTo>
                  <a:cubicBezTo>
                    <a:pt x="5185" y="58"/>
                    <a:pt x="5205" y="38"/>
                    <a:pt x="5231" y="38"/>
                  </a:cubicBezTo>
                  <a:cubicBezTo>
                    <a:pt x="5256" y="38"/>
                    <a:pt x="5277" y="58"/>
                    <a:pt x="5277" y="84"/>
                  </a:cubicBezTo>
                  <a:close/>
                  <a:moveTo>
                    <a:pt x="5111" y="3010"/>
                  </a:moveTo>
                  <a:cubicBezTo>
                    <a:pt x="5111" y="3045"/>
                    <a:pt x="5083" y="3074"/>
                    <a:pt x="5047" y="3074"/>
                  </a:cubicBezTo>
                  <a:cubicBezTo>
                    <a:pt x="5012" y="3074"/>
                    <a:pt x="4983" y="3045"/>
                    <a:pt x="4983" y="3010"/>
                  </a:cubicBezTo>
                  <a:cubicBezTo>
                    <a:pt x="4983" y="2975"/>
                    <a:pt x="5012" y="2946"/>
                    <a:pt x="5047" y="2946"/>
                  </a:cubicBezTo>
                  <a:cubicBezTo>
                    <a:pt x="5083" y="2946"/>
                    <a:pt x="5111" y="2975"/>
                    <a:pt x="5111" y="3010"/>
                  </a:cubicBezTo>
                  <a:close/>
                  <a:moveTo>
                    <a:pt x="6803" y="353"/>
                  </a:moveTo>
                  <a:cubicBezTo>
                    <a:pt x="6803" y="386"/>
                    <a:pt x="6777" y="412"/>
                    <a:pt x="6744" y="412"/>
                  </a:cubicBezTo>
                  <a:cubicBezTo>
                    <a:pt x="6711" y="412"/>
                    <a:pt x="6685" y="386"/>
                    <a:pt x="6685" y="353"/>
                  </a:cubicBezTo>
                  <a:cubicBezTo>
                    <a:pt x="6685" y="321"/>
                    <a:pt x="6711" y="294"/>
                    <a:pt x="6744" y="294"/>
                  </a:cubicBezTo>
                  <a:cubicBezTo>
                    <a:pt x="6777" y="294"/>
                    <a:pt x="6803" y="321"/>
                    <a:pt x="6803" y="353"/>
                  </a:cubicBezTo>
                  <a:close/>
                  <a:moveTo>
                    <a:pt x="5545" y="5026"/>
                  </a:moveTo>
                  <a:cubicBezTo>
                    <a:pt x="5545" y="5057"/>
                    <a:pt x="5520" y="5082"/>
                    <a:pt x="5489" y="5082"/>
                  </a:cubicBezTo>
                  <a:cubicBezTo>
                    <a:pt x="5458" y="5082"/>
                    <a:pt x="5433" y="5057"/>
                    <a:pt x="5433" y="5026"/>
                  </a:cubicBezTo>
                  <a:cubicBezTo>
                    <a:pt x="5433" y="4995"/>
                    <a:pt x="5458" y="4970"/>
                    <a:pt x="5489" y="4970"/>
                  </a:cubicBezTo>
                  <a:cubicBezTo>
                    <a:pt x="5520" y="4970"/>
                    <a:pt x="5545" y="4995"/>
                    <a:pt x="5545" y="5026"/>
                  </a:cubicBezTo>
                  <a:close/>
                  <a:moveTo>
                    <a:pt x="6408" y="2733"/>
                  </a:moveTo>
                  <a:cubicBezTo>
                    <a:pt x="6408" y="2771"/>
                    <a:pt x="6377" y="2802"/>
                    <a:pt x="6339" y="2802"/>
                  </a:cubicBezTo>
                  <a:cubicBezTo>
                    <a:pt x="6300" y="2802"/>
                    <a:pt x="6269" y="2771"/>
                    <a:pt x="6269" y="2733"/>
                  </a:cubicBezTo>
                  <a:cubicBezTo>
                    <a:pt x="6269" y="2695"/>
                    <a:pt x="6300" y="2664"/>
                    <a:pt x="6339" y="2664"/>
                  </a:cubicBezTo>
                  <a:cubicBezTo>
                    <a:pt x="6377" y="2664"/>
                    <a:pt x="6408" y="2695"/>
                    <a:pt x="6408" y="2733"/>
                  </a:cubicBezTo>
                  <a:close/>
                  <a:moveTo>
                    <a:pt x="5575" y="5601"/>
                  </a:moveTo>
                  <a:cubicBezTo>
                    <a:pt x="5575" y="5622"/>
                    <a:pt x="5558" y="5639"/>
                    <a:pt x="5536" y="5639"/>
                  </a:cubicBezTo>
                  <a:cubicBezTo>
                    <a:pt x="5515" y="5639"/>
                    <a:pt x="5498" y="5622"/>
                    <a:pt x="5498" y="5601"/>
                  </a:cubicBezTo>
                  <a:cubicBezTo>
                    <a:pt x="5498" y="5580"/>
                    <a:pt x="5515" y="5563"/>
                    <a:pt x="5536" y="5563"/>
                  </a:cubicBezTo>
                  <a:cubicBezTo>
                    <a:pt x="5558" y="5563"/>
                    <a:pt x="5575" y="5580"/>
                    <a:pt x="5575" y="5601"/>
                  </a:cubicBezTo>
                  <a:close/>
                  <a:moveTo>
                    <a:pt x="5290" y="1367"/>
                  </a:moveTo>
                  <a:cubicBezTo>
                    <a:pt x="5290" y="1385"/>
                    <a:pt x="5276" y="1399"/>
                    <a:pt x="5258" y="1399"/>
                  </a:cubicBezTo>
                  <a:cubicBezTo>
                    <a:pt x="5241" y="1399"/>
                    <a:pt x="5227" y="1385"/>
                    <a:pt x="5227" y="1367"/>
                  </a:cubicBezTo>
                  <a:cubicBezTo>
                    <a:pt x="5227" y="1350"/>
                    <a:pt x="5241" y="1336"/>
                    <a:pt x="5258" y="1336"/>
                  </a:cubicBezTo>
                  <a:cubicBezTo>
                    <a:pt x="5276" y="1336"/>
                    <a:pt x="5290" y="1350"/>
                    <a:pt x="5290" y="1367"/>
                  </a:cubicBezTo>
                  <a:close/>
                  <a:moveTo>
                    <a:pt x="7079" y="1176"/>
                  </a:moveTo>
                  <a:cubicBezTo>
                    <a:pt x="7079" y="1205"/>
                    <a:pt x="7056" y="1229"/>
                    <a:pt x="7026" y="1229"/>
                  </a:cubicBezTo>
                  <a:cubicBezTo>
                    <a:pt x="6997" y="1229"/>
                    <a:pt x="6973" y="1205"/>
                    <a:pt x="6973" y="1176"/>
                  </a:cubicBezTo>
                  <a:cubicBezTo>
                    <a:pt x="6973" y="1147"/>
                    <a:pt x="6997" y="1123"/>
                    <a:pt x="7026" y="1123"/>
                  </a:cubicBezTo>
                  <a:cubicBezTo>
                    <a:pt x="7056" y="1123"/>
                    <a:pt x="7079" y="1147"/>
                    <a:pt x="7079" y="1176"/>
                  </a:cubicBezTo>
                  <a:close/>
                  <a:moveTo>
                    <a:pt x="5752" y="2252"/>
                  </a:moveTo>
                  <a:cubicBezTo>
                    <a:pt x="5752" y="2286"/>
                    <a:pt x="5725" y="2314"/>
                    <a:pt x="5691" y="2314"/>
                  </a:cubicBezTo>
                  <a:cubicBezTo>
                    <a:pt x="5657" y="2314"/>
                    <a:pt x="5630" y="2286"/>
                    <a:pt x="5630" y="2252"/>
                  </a:cubicBezTo>
                  <a:cubicBezTo>
                    <a:pt x="5630" y="2218"/>
                    <a:pt x="5657" y="2191"/>
                    <a:pt x="5691" y="2191"/>
                  </a:cubicBezTo>
                  <a:cubicBezTo>
                    <a:pt x="5725" y="2191"/>
                    <a:pt x="5752" y="2218"/>
                    <a:pt x="5752" y="2252"/>
                  </a:cubicBezTo>
                  <a:close/>
                  <a:moveTo>
                    <a:pt x="6411" y="1686"/>
                  </a:moveTo>
                  <a:cubicBezTo>
                    <a:pt x="6411" y="1719"/>
                    <a:pt x="6384" y="1746"/>
                    <a:pt x="6351" y="1746"/>
                  </a:cubicBezTo>
                  <a:cubicBezTo>
                    <a:pt x="6318" y="1746"/>
                    <a:pt x="6291" y="1719"/>
                    <a:pt x="6291" y="1686"/>
                  </a:cubicBezTo>
                  <a:cubicBezTo>
                    <a:pt x="6291" y="1653"/>
                    <a:pt x="6318" y="1626"/>
                    <a:pt x="6351" y="1626"/>
                  </a:cubicBezTo>
                  <a:cubicBezTo>
                    <a:pt x="6384" y="1626"/>
                    <a:pt x="6411" y="1653"/>
                    <a:pt x="6411" y="1686"/>
                  </a:cubicBezTo>
                  <a:close/>
                  <a:moveTo>
                    <a:pt x="5435" y="283"/>
                  </a:moveTo>
                  <a:cubicBezTo>
                    <a:pt x="5435" y="315"/>
                    <a:pt x="5409" y="341"/>
                    <a:pt x="5377" y="341"/>
                  </a:cubicBezTo>
                  <a:cubicBezTo>
                    <a:pt x="5345" y="341"/>
                    <a:pt x="5319" y="315"/>
                    <a:pt x="5319" y="283"/>
                  </a:cubicBezTo>
                  <a:cubicBezTo>
                    <a:pt x="5319" y="251"/>
                    <a:pt x="5345" y="225"/>
                    <a:pt x="5377" y="225"/>
                  </a:cubicBezTo>
                  <a:cubicBezTo>
                    <a:pt x="5409" y="225"/>
                    <a:pt x="5435" y="251"/>
                    <a:pt x="5435" y="283"/>
                  </a:cubicBezTo>
                  <a:close/>
                  <a:moveTo>
                    <a:pt x="7136" y="4774"/>
                  </a:moveTo>
                  <a:cubicBezTo>
                    <a:pt x="7136" y="4806"/>
                    <a:pt x="7110" y="4832"/>
                    <a:pt x="7078" y="4832"/>
                  </a:cubicBezTo>
                  <a:cubicBezTo>
                    <a:pt x="7046" y="4832"/>
                    <a:pt x="7020" y="4806"/>
                    <a:pt x="7020" y="4774"/>
                  </a:cubicBezTo>
                  <a:cubicBezTo>
                    <a:pt x="7020" y="4742"/>
                    <a:pt x="7046" y="4716"/>
                    <a:pt x="7078" y="4716"/>
                  </a:cubicBezTo>
                  <a:cubicBezTo>
                    <a:pt x="7110" y="4716"/>
                    <a:pt x="7136" y="4742"/>
                    <a:pt x="7136" y="4774"/>
                  </a:cubicBezTo>
                  <a:close/>
                  <a:moveTo>
                    <a:pt x="7319" y="5772"/>
                  </a:moveTo>
                  <a:cubicBezTo>
                    <a:pt x="7319" y="5801"/>
                    <a:pt x="7295" y="5825"/>
                    <a:pt x="7266" y="5825"/>
                  </a:cubicBezTo>
                  <a:cubicBezTo>
                    <a:pt x="7237" y="5825"/>
                    <a:pt x="7214" y="5801"/>
                    <a:pt x="7214" y="5772"/>
                  </a:cubicBezTo>
                  <a:cubicBezTo>
                    <a:pt x="7214" y="5743"/>
                    <a:pt x="7237" y="5720"/>
                    <a:pt x="7266" y="5720"/>
                  </a:cubicBezTo>
                  <a:cubicBezTo>
                    <a:pt x="7295" y="5720"/>
                    <a:pt x="7319" y="5743"/>
                    <a:pt x="7319" y="5772"/>
                  </a:cubicBezTo>
                  <a:close/>
                  <a:moveTo>
                    <a:pt x="5505" y="3621"/>
                  </a:moveTo>
                  <a:cubicBezTo>
                    <a:pt x="5505" y="3647"/>
                    <a:pt x="5484" y="3668"/>
                    <a:pt x="5458" y="3668"/>
                  </a:cubicBezTo>
                  <a:cubicBezTo>
                    <a:pt x="5432" y="3668"/>
                    <a:pt x="5411" y="3647"/>
                    <a:pt x="5411" y="3621"/>
                  </a:cubicBezTo>
                  <a:cubicBezTo>
                    <a:pt x="5411" y="3595"/>
                    <a:pt x="5432" y="3574"/>
                    <a:pt x="5458" y="3574"/>
                  </a:cubicBezTo>
                  <a:cubicBezTo>
                    <a:pt x="5484" y="3574"/>
                    <a:pt x="5505" y="3595"/>
                    <a:pt x="5505" y="3621"/>
                  </a:cubicBezTo>
                  <a:close/>
                  <a:moveTo>
                    <a:pt x="6766" y="2193"/>
                  </a:moveTo>
                  <a:cubicBezTo>
                    <a:pt x="6766" y="2211"/>
                    <a:pt x="6751" y="2226"/>
                    <a:pt x="6733" y="2226"/>
                  </a:cubicBezTo>
                  <a:cubicBezTo>
                    <a:pt x="6714" y="2226"/>
                    <a:pt x="6700" y="2211"/>
                    <a:pt x="6700" y="2193"/>
                  </a:cubicBezTo>
                  <a:cubicBezTo>
                    <a:pt x="6700" y="2175"/>
                    <a:pt x="6714" y="2160"/>
                    <a:pt x="6733" y="2160"/>
                  </a:cubicBezTo>
                  <a:cubicBezTo>
                    <a:pt x="6751" y="2160"/>
                    <a:pt x="6766" y="2175"/>
                    <a:pt x="6766" y="2193"/>
                  </a:cubicBezTo>
                  <a:close/>
                  <a:moveTo>
                    <a:pt x="5556" y="913"/>
                  </a:moveTo>
                  <a:cubicBezTo>
                    <a:pt x="5556" y="945"/>
                    <a:pt x="5530" y="972"/>
                    <a:pt x="5497" y="972"/>
                  </a:cubicBezTo>
                  <a:cubicBezTo>
                    <a:pt x="5464" y="972"/>
                    <a:pt x="5438" y="945"/>
                    <a:pt x="5438" y="913"/>
                  </a:cubicBezTo>
                  <a:cubicBezTo>
                    <a:pt x="5438" y="880"/>
                    <a:pt x="5464" y="853"/>
                    <a:pt x="5497" y="853"/>
                  </a:cubicBezTo>
                  <a:cubicBezTo>
                    <a:pt x="5530" y="853"/>
                    <a:pt x="5556" y="880"/>
                    <a:pt x="5556" y="913"/>
                  </a:cubicBezTo>
                  <a:close/>
                  <a:moveTo>
                    <a:pt x="6727" y="3334"/>
                  </a:moveTo>
                  <a:cubicBezTo>
                    <a:pt x="6727" y="3357"/>
                    <a:pt x="6708" y="3377"/>
                    <a:pt x="6685" y="3377"/>
                  </a:cubicBezTo>
                  <a:cubicBezTo>
                    <a:pt x="6661" y="3377"/>
                    <a:pt x="6642" y="3357"/>
                    <a:pt x="6642" y="3334"/>
                  </a:cubicBezTo>
                  <a:cubicBezTo>
                    <a:pt x="6642" y="3310"/>
                    <a:pt x="6661" y="3291"/>
                    <a:pt x="6685" y="3291"/>
                  </a:cubicBezTo>
                  <a:cubicBezTo>
                    <a:pt x="6708" y="3291"/>
                    <a:pt x="6727" y="3310"/>
                    <a:pt x="6727" y="3334"/>
                  </a:cubicBezTo>
                  <a:close/>
                  <a:moveTo>
                    <a:pt x="6832" y="2804"/>
                  </a:moveTo>
                  <a:cubicBezTo>
                    <a:pt x="6832" y="2832"/>
                    <a:pt x="6809" y="2854"/>
                    <a:pt x="6782" y="2854"/>
                  </a:cubicBezTo>
                  <a:cubicBezTo>
                    <a:pt x="6754" y="2854"/>
                    <a:pt x="6732" y="2832"/>
                    <a:pt x="6732" y="2804"/>
                  </a:cubicBezTo>
                  <a:cubicBezTo>
                    <a:pt x="6732" y="2777"/>
                    <a:pt x="6754" y="2755"/>
                    <a:pt x="6782" y="2755"/>
                  </a:cubicBezTo>
                  <a:cubicBezTo>
                    <a:pt x="6809" y="2755"/>
                    <a:pt x="6832" y="2777"/>
                    <a:pt x="6832" y="2804"/>
                  </a:cubicBezTo>
                  <a:close/>
                  <a:moveTo>
                    <a:pt x="5552" y="6211"/>
                  </a:moveTo>
                  <a:cubicBezTo>
                    <a:pt x="5552" y="6237"/>
                    <a:pt x="5531" y="6259"/>
                    <a:pt x="5504" y="6259"/>
                  </a:cubicBezTo>
                  <a:cubicBezTo>
                    <a:pt x="5478" y="6259"/>
                    <a:pt x="5457" y="6237"/>
                    <a:pt x="5457" y="6211"/>
                  </a:cubicBezTo>
                  <a:cubicBezTo>
                    <a:pt x="5457" y="6185"/>
                    <a:pt x="5478" y="6163"/>
                    <a:pt x="5504" y="6163"/>
                  </a:cubicBezTo>
                  <a:cubicBezTo>
                    <a:pt x="5531" y="6163"/>
                    <a:pt x="5552" y="6185"/>
                    <a:pt x="5552" y="6211"/>
                  </a:cubicBezTo>
                  <a:close/>
                  <a:moveTo>
                    <a:pt x="6211" y="1318"/>
                  </a:moveTo>
                  <a:cubicBezTo>
                    <a:pt x="6211" y="1345"/>
                    <a:pt x="6190" y="1366"/>
                    <a:pt x="6163" y="1366"/>
                  </a:cubicBezTo>
                  <a:cubicBezTo>
                    <a:pt x="6137" y="1366"/>
                    <a:pt x="6115" y="1345"/>
                    <a:pt x="6115" y="1318"/>
                  </a:cubicBezTo>
                  <a:cubicBezTo>
                    <a:pt x="6115" y="1292"/>
                    <a:pt x="6137" y="1270"/>
                    <a:pt x="6163" y="1270"/>
                  </a:cubicBezTo>
                  <a:cubicBezTo>
                    <a:pt x="6190" y="1270"/>
                    <a:pt x="6211" y="1292"/>
                    <a:pt x="6211" y="1318"/>
                  </a:cubicBezTo>
                  <a:close/>
                  <a:moveTo>
                    <a:pt x="6222" y="2665"/>
                  </a:moveTo>
                  <a:cubicBezTo>
                    <a:pt x="6222" y="2698"/>
                    <a:pt x="6195" y="2725"/>
                    <a:pt x="6162" y="2725"/>
                  </a:cubicBezTo>
                  <a:cubicBezTo>
                    <a:pt x="6129" y="2725"/>
                    <a:pt x="6103" y="2698"/>
                    <a:pt x="6103" y="2665"/>
                  </a:cubicBezTo>
                  <a:cubicBezTo>
                    <a:pt x="6103" y="2632"/>
                    <a:pt x="6129" y="2606"/>
                    <a:pt x="6162" y="2606"/>
                  </a:cubicBezTo>
                  <a:cubicBezTo>
                    <a:pt x="6195" y="2606"/>
                    <a:pt x="6222" y="2632"/>
                    <a:pt x="6222" y="2665"/>
                  </a:cubicBezTo>
                  <a:close/>
                  <a:moveTo>
                    <a:pt x="5893" y="3892"/>
                  </a:moveTo>
                  <a:cubicBezTo>
                    <a:pt x="5893" y="3923"/>
                    <a:pt x="5868" y="3948"/>
                    <a:pt x="5836" y="3948"/>
                  </a:cubicBezTo>
                  <a:cubicBezTo>
                    <a:pt x="5805" y="3948"/>
                    <a:pt x="5780" y="3923"/>
                    <a:pt x="5780" y="3892"/>
                  </a:cubicBezTo>
                  <a:cubicBezTo>
                    <a:pt x="5780" y="3860"/>
                    <a:pt x="5805" y="3835"/>
                    <a:pt x="5836" y="3835"/>
                  </a:cubicBezTo>
                  <a:cubicBezTo>
                    <a:pt x="5868" y="3835"/>
                    <a:pt x="5893" y="3860"/>
                    <a:pt x="5893" y="3892"/>
                  </a:cubicBezTo>
                  <a:close/>
                  <a:moveTo>
                    <a:pt x="5390" y="5132"/>
                  </a:moveTo>
                  <a:cubicBezTo>
                    <a:pt x="5390" y="5150"/>
                    <a:pt x="5375" y="5165"/>
                    <a:pt x="5357" y="5165"/>
                  </a:cubicBezTo>
                  <a:cubicBezTo>
                    <a:pt x="5339" y="5165"/>
                    <a:pt x="5324" y="5150"/>
                    <a:pt x="5324" y="5132"/>
                  </a:cubicBezTo>
                  <a:cubicBezTo>
                    <a:pt x="5324" y="5114"/>
                    <a:pt x="5339" y="5099"/>
                    <a:pt x="5357" y="5099"/>
                  </a:cubicBezTo>
                  <a:cubicBezTo>
                    <a:pt x="5375" y="5099"/>
                    <a:pt x="5390" y="5114"/>
                    <a:pt x="5390" y="5132"/>
                  </a:cubicBezTo>
                  <a:close/>
                  <a:moveTo>
                    <a:pt x="5686" y="5183"/>
                  </a:moveTo>
                  <a:cubicBezTo>
                    <a:pt x="5686" y="5202"/>
                    <a:pt x="5670" y="5218"/>
                    <a:pt x="5651" y="5218"/>
                  </a:cubicBezTo>
                  <a:cubicBezTo>
                    <a:pt x="5632" y="5218"/>
                    <a:pt x="5616" y="5202"/>
                    <a:pt x="5616" y="5183"/>
                  </a:cubicBezTo>
                  <a:cubicBezTo>
                    <a:pt x="5616" y="5164"/>
                    <a:pt x="5632" y="5148"/>
                    <a:pt x="5651" y="5148"/>
                  </a:cubicBezTo>
                  <a:cubicBezTo>
                    <a:pt x="5670" y="5148"/>
                    <a:pt x="5686" y="5164"/>
                    <a:pt x="5686" y="5183"/>
                  </a:cubicBezTo>
                  <a:close/>
                  <a:moveTo>
                    <a:pt x="5762" y="2589"/>
                  </a:moveTo>
                  <a:cubicBezTo>
                    <a:pt x="5762" y="2627"/>
                    <a:pt x="5732" y="2657"/>
                    <a:pt x="5695" y="2657"/>
                  </a:cubicBezTo>
                  <a:cubicBezTo>
                    <a:pt x="5657" y="2657"/>
                    <a:pt x="5627" y="2627"/>
                    <a:pt x="5627" y="2589"/>
                  </a:cubicBezTo>
                  <a:cubicBezTo>
                    <a:pt x="5627" y="2552"/>
                    <a:pt x="5657" y="2521"/>
                    <a:pt x="5695" y="2521"/>
                  </a:cubicBezTo>
                  <a:cubicBezTo>
                    <a:pt x="5732" y="2521"/>
                    <a:pt x="5762" y="2552"/>
                    <a:pt x="5762" y="2589"/>
                  </a:cubicBezTo>
                  <a:close/>
                  <a:moveTo>
                    <a:pt x="7413" y="1380"/>
                  </a:moveTo>
                  <a:cubicBezTo>
                    <a:pt x="7413" y="1411"/>
                    <a:pt x="7388" y="1436"/>
                    <a:pt x="7358" y="1436"/>
                  </a:cubicBezTo>
                  <a:cubicBezTo>
                    <a:pt x="7327" y="1436"/>
                    <a:pt x="7302" y="1411"/>
                    <a:pt x="7302" y="1380"/>
                  </a:cubicBezTo>
                  <a:cubicBezTo>
                    <a:pt x="7302" y="1349"/>
                    <a:pt x="7327" y="1324"/>
                    <a:pt x="7358" y="1324"/>
                  </a:cubicBezTo>
                  <a:cubicBezTo>
                    <a:pt x="7388" y="1324"/>
                    <a:pt x="7413" y="1349"/>
                    <a:pt x="7413" y="1380"/>
                  </a:cubicBezTo>
                  <a:close/>
                  <a:moveTo>
                    <a:pt x="7066" y="3217"/>
                  </a:moveTo>
                  <a:cubicBezTo>
                    <a:pt x="7066" y="3240"/>
                    <a:pt x="7047" y="3259"/>
                    <a:pt x="7024" y="3259"/>
                  </a:cubicBezTo>
                  <a:cubicBezTo>
                    <a:pt x="7000" y="3259"/>
                    <a:pt x="6981" y="3240"/>
                    <a:pt x="6981" y="3217"/>
                  </a:cubicBezTo>
                  <a:cubicBezTo>
                    <a:pt x="6981" y="3193"/>
                    <a:pt x="7000" y="3174"/>
                    <a:pt x="7024" y="3174"/>
                  </a:cubicBezTo>
                  <a:cubicBezTo>
                    <a:pt x="7047" y="3174"/>
                    <a:pt x="7066" y="3193"/>
                    <a:pt x="7066" y="3217"/>
                  </a:cubicBezTo>
                  <a:close/>
                  <a:moveTo>
                    <a:pt x="5430" y="463"/>
                  </a:moveTo>
                  <a:cubicBezTo>
                    <a:pt x="5430" y="480"/>
                    <a:pt x="5416" y="494"/>
                    <a:pt x="5398" y="494"/>
                  </a:cubicBezTo>
                  <a:cubicBezTo>
                    <a:pt x="5381" y="494"/>
                    <a:pt x="5366" y="480"/>
                    <a:pt x="5366" y="463"/>
                  </a:cubicBezTo>
                  <a:cubicBezTo>
                    <a:pt x="5366" y="445"/>
                    <a:pt x="5381" y="431"/>
                    <a:pt x="5398" y="431"/>
                  </a:cubicBezTo>
                  <a:cubicBezTo>
                    <a:pt x="5416" y="431"/>
                    <a:pt x="5430" y="445"/>
                    <a:pt x="5430" y="463"/>
                  </a:cubicBezTo>
                  <a:close/>
                  <a:moveTo>
                    <a:pt x="5201" y="4519"/>
                  </a:moveTo>
                  <a:cubicBezTo>
                    <a:pt x="5201" y="4549"/>
                    <a:pt x="5177" y="4573"/>
                    <a:pt x="5148" y="4573"/>
                  </a:cubicBezTo>
                  <a:cubicBezTo>
                    <a:pt x="5118" y="4573"/>
                    <a:pt x="5094" y="4549"/>
                    <a:pt x="5094" y="4519"/>
                  </a:cubicBezTo>
                  <a:cubicBezTo>
                    <a:pt x="5094" y="4490"/>
                    <a:pt x="5118" y="4466"/>
                    <a:pt x="5148" y="4466"/>
                  </a:cubicBezTo>
                  <a:cubicBezTo>
                    <a:pt x="5177" y="4466"/>
                    <a:pt x="5201" y="4490"/>
                    <a:pt x="5201" y="4519"/>
                  </a:cubicBezTo>
                  <a:close/>
                  <a:moveTo>
                    <a:pt x="5263" y="5836"/>
                  </a:moveTo>
                  <a:cubicBezTo>
                    <a:pt x="5263" y="5875"/>
                    <a:pt x="5232" y="5906"/>
                    <a:pt x="5194" y="5906"/>
                  </a:cubicBezTo>
                  <a:cubicBezTo>
                    <a:pt x="5156" y="5906"/>
                    <a:pt x="5125" y="5875"/>
                    <a:pt x="5125" y="5836"/>
                  </a:cubicBezTo>
                  <a:cubicBezTo>
                    <a:pt x="5125" y="5798"/>
                    <a:pt x="5156" y="5767"/>
                    <a:pt x="5194" y="5767"/>
                  </a:cubicBezTo>
                  <a:cubicBezTo>
                    <a:pt x="5232" y="5767"/>
                    <a:pt x="5263" y="5798"/>
                    <a:pt x="5263" y="5836"/>
                  </a:cubicBezTo>
                  <a:close/>
                  <a:moveTo>
                    <a:pt x="6093" y="2275"/>
                  </a:moveTo>
                  <a:cubicBezTo>
                    <a:pt x="6093" y="2311"/>
                    <a:pt x="6064" y="2340"/>
                    <a:pt x="6028" y="2340"/>
                  </a:cubicBezTo>
                  <a:cubicBezTo>
                    <a:pt x="5992" y="2340"/>
                    <a:pt x="5963" y="2311"/>
                    <a:pt x="5963" y="2275"/>
                  </a:cubicBezTo>
                  <a:cubicBezTo>
                    <a:pt x="5963" y="2240"/>
                    <a:pt x="5992" y="2210"/>
                    <a:pt x="6028" y="2210"/>
                  </a:cubicBezTo>
                  <a:cubicBezTo>
                    <a:pt x="6064" y="2210"/>
                    <a:pt x="6093" y="2240"/>
                    <a:pt x="6093" y="2275"/>
                  </a:cubicBezTo>
                  <a:close/>
                  <a:moveTo>
                    <a:pt x="6667" y="4649"/>
                  </a:moveTo>
                  <a:cubicBezTo>
                    <a:pt x="6667" y="4670"/>
                    <a:pt x="6650" y="4687"/>
                    <a:pt x="6629" y="4687"/>
                  </a:cubicBezTo>
                  <a:cubicBezTo>
                    <a:pt x="6609" y="4687"/>
                    <a:pt x="6592" y="4670"/>
                    <a:pt x="6592" y="4649"/>
                  </a:cubicBezTo>
                  <a:cubicBezTo>
                    <a:pt x="6592" y="4629"/>
                    <a:pt x="6609" y="4612"/>
                    <a:pt x="6629" y="4612"/>
                  </a:cubicBezTo>
                  <a:cubicBezTo>
                    <a:pt x="6650" y="4612"/>
                    <a:pt x="6667" y="4629"/>
                    <a:pt x="6667" y="4649"/>
                  </a:cubicBezTo>
                  <a:close/>
                  <a:moveTo>
                    <a:pt x="6814" y="2773"/>
                  </a:moveTo>
                  <a:cubicBezTo>
                    <a:pt x="6814" y="2791"/>
                    <a:pt x="6799" y="2805"/>
                    <a:pt x="6781" y="2805"/>
                  </a:cubicBezTo>
                  <a:cubicBezTo>
                    <a:pt x="6764" y="2805"/>
                    <a:pt x="6749" y="2791"/>
                    <a:pt x="6749" y="2773"/>
                  </a:cubicBezTo>
                  <a:cubicBezTo>
                    <a:pt x="6749" y="2755"/>
                    <a:pt x="6764" y="2741"/>
                    <a:pt x="6781" y="2741"/>
                  </a:cubicBezTo>
                  <a:cubicBezTo>
                    <a:pt x="6799" y="2741"/>
                    <a:pt x="6814" y="2755"/>
                    <a:pt x="6814" y="2773"/>
                  </a:cubicBezTo>
                  <a:close/>
                  <a:moveTo>
                    <a:pt x="5187" y="1669"/>
                  </a:moveTo>
                  <a:cubicBezTo>
                    <a:pt x="5187" y="1690"/>
                    <a:pt x="5170" y="1708"/>
                    <a:pt x="5148" y="1708"/>
                  </a:cubicBezTo>
                  <a:cubicBezTo>
                    <a:pt x="5126" y="1708"/>
                    <a:pt x="5108" y="1690"/>
                    <a:pt x="5108" y="1669"/>
                  </a:cubicBezTo>
                  <a:cubicBezTo>
                    <a:pt x="5108" y="1647"/>
                    <a:pt x="5126" y="1629"/>
                    <a:pt x="5148" y="1629"/>
                  </a:cubicBezTo>
                  <a:cubicBezTo>
                    <a:pt x="5170" y="1629"/>
                    <a:pt x="5187" y="1647"/>
                    <a:pt x="5187" y="1669"/>
                  </a:cubicBezTo>
                  <a:close/>
                  <a:moveTo>
                    <a:pt x="5723" y="5682"/>
                  </a:moveTo>
                  <a:cubicBezTo>
                    <a:pt x="5723" y="5707"/>
                    <a:pt x="5702" y="5727"/>
                    <a:pt x="5677" y="5727"/>
                  </a:cubicBezTo>
                  <a:cubicBezTo>
                    <a:pt x="5652" y="5727"/>
                    <a:pt x="5631" y="5707"/>
                    <a:pt x="5631" y="5682"/>
                  </a:cubicBezTo>
                  <a:cubicBezTo>
                    <a:pt x="5631" y="5656"/>
                    <a:pt x="5652" y="5636"/>
                    <a:pt x="5677" y="5636"/>
                  </a:cubicBezTo>
                  <a:cubicBezTo>
                    <a:pt x="5702" y="5636"/>
                    <a:pt x="5723" y="5656"/>
                    <a:pt x="5723" y="5682"/>
                  </a:cubicBezTo>
                  <a:close/>
                  <a:moveTo>
                    <a:pt x="5564" y="680"/>
                  </a:moveTo>
                  <a:cubicBezTo>
                    <a:pt x="5564" y="697"/>
                    <a:pt x="5549" y="712"/>
                    <a:pt x="5532" y="712"/>
                  </a:cubicBezTo>
                  <a:cubicBezTo>
                    <a:pt x="5514" y="712"/>
                    <a:pt x="5499" y="697"/>
                    <a:pt x="5499" y="680"/>
                  </a:cubicBezTo>
                  <a:cubicBezTo>
                    <a:pt x="5499" y="662"/>
                    <a:pt x="5514" y="647"/>
                    <a:pt x="5532" y="647"/>
                  </a:cubicBezTo>
                  <a:cubicBezTo>
                    <a:pt x="5549" y="647"/>
                    <a:pt x="5564" y="662"/>
                    <a:pt x="5564" y="680"/>
                  </a:cubicBezTo>
                  <a:close/>
                  <a:moveTo>
                    <a:pt x="6039" y="2637"/>
                  </a:moveTo>
                  <a:cubicBezTo>
                    <a:pt x="6039" y="2655"/>
                    <a:pt x="6025" y="2670"/>
                    <a:pt x="6006" y="2670"/>
                  </a:cubicBezTo>
                  <a:cubicBezTo>
                    <a:pt x="5988" y="2670"/>
                    <a:pt x="5973" y="2655"/>
                    <a:pt x="5973" y="2637"/>
                  </a:cubicBezTo>
                  <a:cubicBezTo>
                    <a:pt x="5973" y="2618"/>
                    <a:pt x="5988" y="2603"/>
                    <a:pt x="6006" y="2603"/>
                  </a:cubicBezTo>
                  <a:cubicBezTo>
                    <a:pt x="6025" y="2603"/>
                    <a:pt x="6039" y="2618"/>
                    <a:pt x="6039" y="2637"/>
                  </a:cubicBezTo>
                  <a:close/>
                  <a:moveTo>
                    <a:pt x="6303" y="2165"/>
                  </a:moveTo>
                  <a:cubicBezTo>
                    <a:pt x="6303" y="2182"/>
                    <a:pt x="6289" y="2196"/>
                    <a:pt x="6272" y="2196"/>
                  </a:cubicBezTo>
                  <a:cubicBezTo>
                    <a:pt x="6255" y="2196"/>
                    <a:pt x="6242" y="2182"/>
                    <a:pt x="6242" y="2165"/>
                  </a:cubicBezTo>
                  <a:cubicBezTo>
                    <a:pt x="6242" y="2148"/>
                    <a:pt x="6255" y="2135"/>
                    <a:pt x="6272" y="2135"/>
                  </a:cubicBezTo>
                  <a:cubicBezTo>
                    <a:pt x="6289" y="2135"/>
                    <a:pt x="6303" y="2148"/>
                    <a:pt x="6303" y="2165"/>
                  </a:cubicBezTo>
                  <a:close/>
                  <a:moveTo>
                    <a:pt x="6207" y="1006"/>
                  </a:moveTo>
                  <a:cubicBezTo>
                    <a:pt x="6207" y="1027"/>
                    <a:pt x="6190" y="1044"/>
                    <a:pt x="6170" y="1044"/>
                  </a:cubicBezTo>
                  <a:cubicBezTo>
                    <a:pt x="6149" y="1044"/>
                    <a:pt x="6133" y="1027"/>
                    <a:pt x="6133" y="1006"/>
                  </a:cubicBezTo>
                  <a:cubicBezTo>
                    <a:pt x="6133" y="986"/>
                    <a:pt x="6149" y="969"/>
                    <a:pt x="6170" y="969"/>
                  </a:cubicBezTo>
                  <a:cubicBezTo>
                    <a:pt x="6190" y="969"/>
                    <a:pt x="6207" y="986"/>
                    <a:pt x="6207" y="1006"/>
                  </a:cubicBezTo>
                  <a:close/>
                  <a:moveTo>
                    <a:pt x="6882" y="2687"/>
                  </a:moveTo>
                  <a:cubicBezTo>
                    <a:pt x="6882" y="2712"/>
                    <a:pt x="6862" y="2731"/>
                    <a:pt x="6837" y="2731"/>
                  </a:cubicBezTo>
                  <a:cubicBezTo>
                    <a:pt x="6813" y="2731"/>
                    <a:pt x="6793" y="2712"/>
                    <a:pt x="6793" y="2687"/>
                  </a:cubicBezTo>
                  <a:cubicBezTo>
                    <a:pt x="6793" y="2663"/>
                    <a:pt x="6813" y="2643"/>
                    <a:pt x="6837" y="2643"/>
                  </a:cubicBezTo>
                  <a:cubicBezTo>
                    <a:pt x="6862" y="2643"/>
                    <a:pt x="6882" y="2663"/>
                    <a:pt x="6882" y="2687"/>
                  </a:cubicBezTo>
                  <a:close/>
                  <a:moveTo>
                    <a:pt x="6419" y="4580"/>
                  </a:moveTo>
                  <a:cubicBezTo>
                    <a:pt x="6419" y="4610"/>
                    <a:pt x="6394" y="4635"/>
                    <a:pt x="6364" y="4635"/>
                  </a:cubicBezTo>
                  <a:cubicBezTo>
                    <a:pt x="6333" y="4635"/>
                    <a:pt x="6309" y="4610"/>
                    <a:pt x="6309" y="4580"/>
                  </a:cubicBezTo>
                  <a:cubicBezTo>
                    <a:pt x="6309" y="4549"/>
                    <a:pt x="6333" y="4525"/>
                    <a:pt x="6364" y="4525"/>
                  </a:cubicBezTo>
                  <a:cubicBezTo>
                    <a:pt x="6394" y="4525"/>
                    <a:pt x="6419" y="4549"/>
                    <a:pt x="6419" y="4580"/>
                  </a:cubicBezTo>
                  <a:close/>
                  <a:moveTo>
                    <a:pt x="7355" y="4466"/>
                  </a:moveTo>
                  <a:cubicBezTo>
                    <a:pt x="7355" y="4490"/>
                    <a:pt x="7335" y="4510"/>
                    <a:pt x="7311" y="4510"/>
                  </a:cubicBezTo>
                  <a:cubicBezTo>
                    <a:pt x="7287" y="4510"/>
                    <a:pt x="7268" y="4490"/>
                    <a:pt x="7268" y="4466"/>
                  </a:cubicBezTo>
                  <a:cubicBezTo>
                    <a:pt x="7268" y="4442"/>
                    <a:pt x="7287" y="4423"/>
                    <a:pt x="7311" y="4423"/>
                  </a:cubicBezTo>
                  <a:cubicBezTo>
                    <a:pt x="7335" y="4423"/>
                    <a:pt x="7355" y="4442"/>
                    <a:pt x="7355" y="4466"/>
                  </a:cubicBezTo>
                  <a:close/>
                  <a:moveTo>
                    <a:pt x="7358" y="127"/>
                  </a:moveTo>
                  <a:cubicBezTo>
                    <a:pt x="7358" y="148"/>
                    <a:pt x="7341" y="164"/>
                    <a:pt x="7320" y="164"/>
                  </a:cubicBezTo>
                  <a:cubicBezTo>
                    <a:pt x="7300" y="164"/>
                    <a:pt x="7283" y="148"/>
                    <a:pt x="7283" y="127"/>
                  </a:cubicBezTo>
                  <a:cubicBezTo>
                    <a:pt x="7283" y="106"/>
                    <a:pt x="7300" y="89"/>
                    <a:pt x="7320" y="89"/>
                  </a:cubicBezTo>
                  <a:cubicBezTo>
                    <a:pt x="7341" y="89"/>
                    <a:pt x="7358" y="106"/>
                    <a:pt x="7358" y="127"/>
                  </a:cubicBezTo>
                  <a:close/>
                  <a:moveTo>
                    <a:pt x="5369" y="2396"/>
                  </a:moveTo>
                  <a:cubicBezTo>
                    <a:pt x="5369" y="2420"/>
                    <a:pt x="5349" y="2440"/>
                    <a:pt x="5324" y="2440"/>
                  </a:cubicBezTo>
                  <a:cubicBezTo>
                    <a:pt x="5300" y="2440"/>
                    <a:pt x="5280" y="2420"/>
                    <a:pt x="5280" y="2396"/>
                  </a:cubicBezTo>
                  <a:cubicBezTo>
                    <a:pt x="5280" y="2371"/>
                    <a:pt x="5300" y="2352"/>
                    <a:pt x="5324" y="2352"/>
                  </a:cubicBezTo>
                  <a:cubicBezTo>
                    <a:pt x="5349" y="2352"/>
                    <a:pt x="5369" y="2371"/>
                    <a:pt x="5369" y="2396"/>
                  </a:cubicBezTo>
                  <a:close/>
                  <a:moveTo>
                    <a:pt x="6010" y="3953"/>
                  </a:moveTo>
                  <a:cubicBezTo>
                    <a:pt x="6010" y="3977"/>
                    <a:pt x="5991" y="3997"/>
                    <a:pt x="5966" y="3997"/>
                  </a:cubicBezTo>
                  <a:cubicBezTo>
                    <a:pt x="5942" y="3997"/>
                    <a:pt x="5923" y="3977"/>
                    <a:pt x="5923" y="3953"/>
                  </a:cubicBezTo>
                  <a:cubicBezTo>
                    <a:pt x="5923" y="3929"/>
                    <a:pt x="5942" y="3909"/>
                    <a:pt x="5966" y="3909"/>
                  </a:cubicBezTo>
                  <a:cubicBezTo>
                    <a:pt x="5991" y="3909"/>
                    <a:pt x="6010" y="3929"/>
                    <a:pt x="6010" y="3953"/>
                  </a:cubicBezTo>
                  <a:close/>
                  <a:moveTo>
                    <a:pt x="6258" y="4228"/>
                  </a:moveTo>
                  <a:cubicBezTo>
                    <a:pt x="6258" y="4265"/>
                    <a:pt x="6228" y="4295"/>
                    <a:pt x="6191" y="4295"/>
                  </a:cubicBezTo>
                  <a:cubicBezTo>
                    <a:pt x="6154" y="4295"/>
                    <a:pt x="6124" y="4265"/>
                    <a:pt x="6124" y="4228"/>
                  </a:cubicBezTo>
                  <a:cubicBezTo>
                    <a:pt x="6124" y="4191"/>
                    <a:pt x="6154" y="4161"/>
                    <a:pt x="6191" y="4161"/>
                  </a:cubicBezTo>
                  <a:cubicBezTo>
                    <a:pt x="6228" y="4161"/>
                    <a:pt x="6258" y="4191"/>
                    <a:pt x="6258" y="4228"/>
                  </a:cubicBezTo>
                  <a:close/>
                  <a:moveTo>
                    <a:pt x="7375" y="2314"/>
                  </a:moveTo>
                  <a:cubicBezTo>
                    <a:pt x="7375" y="2340"/>
                    <a:pt x="7355" y="2360"/>
                    <a:pt x="7330" y="2360"/>
                  </a:cubicBezTo>
                  <a:cubicBezTo>
                    <a:pt x="7305" y="2360"/>
                    <a:pt x="7285" y="2340"/>
                    <a:pt x="7285" y="2314"/>
                  </a:cubicBezTo>
                  <a:cubicBezTo>
                    <a:pt x="7285" y="2289"/>
                    <a:pt x="7305" y="2269"/>
                    <a:pt x="7330" y="2269"/>
                  </a:cubicBezTo>
                  <a:cubicBezTo>
                    <a:pt x="7355" y="2269"/>
                    <a:pt x="7375" y="2289"/>
                    <a:pt x="7375" y="2314"/>
                  </a:cubicBezTo>
                  <a:close/>
                  <a:moveTo>
                    <a:pt x="7477" y="5236"/>
                  </a:moveTo>
                  <a:cubicBezTo>
                    <a:pt x="7477" y="5272"/>
                    <a:pt x="7448" y="5301"/>
                    <a:pt x="7412" y="5301"/>
                  </a:cubicBezTo>
                  <a:cubicBezTo>
                    <a:pt x="7376" y="5301"/>
                    <a:pt x="7347" y="5272"/>
                    <a:pt x="7347" y="5236"/>
                  </a:cubicBezTo>
                  <a:cubicBezTo>
                    <a:pt x="7347" y="5200"/>
                    <a:pt x="7376" y="5171"/>
                    <a:pt x="7412" y="5171"/>
                  </a:cubicBezTo>
                  <a:cubicBezTo>
                    <a:pt x="7448" y="5171"/>
                    <a:pt x="7477" y="5200"/>
                    <a:pt x="7477" y="5236"/>
                  </a:cubicBezTo>
                  <a:close/>
                  <a:moveTo>
                    <a:pt x="5354" y="1825"/>
                  </a:moveTo>
                  <a:cubicBezTo>
                    <a:pt x="5354" y="1851"/>
                    <a:pt x="5333" y="1872"/>
                    <a:pt x="5307" y="1872"/>
                  </a:cubicBezTo>
                  <a:cubicBezTo>
                    <a:pt x="5281" y="1872"/>
                    <a:pt x="5260" y="1851"/>
                    <a:pt x="5260" y="1825"/>
                  </a:cubicBezTo>
                  <a:cubicBezTo>
                    <a:pt x="5260" y="1799"/>
                    <a:pt x="5281" y="1778"/>
                    <a:pt x="5307" y="1778"/>
                  </a:cubicBezTo>
                  <a:cubicBezTo>
                    <a:pt x="5333" y="1778"/>
                    <a:pt x="5354" y="1799"/>
                    <a:pt x="5354" y="1825"/>
                  </a:cubicBezTo>
                  <a:close/>
                  <a:moveTo>
                    <a:pt x="5842" y="2904"/>
                  </a:moveTo>
                  <a:cubicBezTo>
                    <a:pt x="5842" y="2941"/>
                    <a:pt x="5812" y="2972"/>
                    <a:pt x="5774" y="2972"/>
                  </a:cubicBezTo>
                  <a:cubicBezTo>
                    <a:pt x="5737" y="2972"/>
                    <a:pt x="5706" y="2941"/>
                    <a:pt x="5706" y="2904"/>
                  </a:cubicBezTo>
                  <a:cubicBezTo>
                    <a:pt x="5706" y="2867"/>
                    <a:pt x="5737" y="2836"/>
                    <a:pt x="5774" y="2836"/>
                  </a:cubicBezTo>
                  <a:cubicBezTo>
                    <a:pt x="5812" y="2836"/>
                    <a:pt x="5842" y="2867"/>
                    <a:pt x="5842" y="2904"/>
                  </a:cubicBezTo>
                  <a:close/>
                  <a:moveTo>
                    <a:pt x="6006" y="3166"/>
                  </a:moveTo>
                  <a:cubicBezTo>
                    <a:pt x="6006" y="3190"/>
                    <a:pt x="5987" y="3209"/>
                    <a:pt x="5963" y="3209"/>
                  </a:cubicBezTo>
                  <a:cubicBezTo>
                    <a:pt x="5939" y="3209"/>
                    <a:pt x="5920" y="3190"/>
                    <a:pt x="5920" y="3166"/>
                  </a:cubicBezTo>
                  <a:cubicBezTo>
                    <a:pt x="5920" y="3143"/>
                    <a:pt x="5939" y="3123"/>
                    <a:pt x="5963" y="3123"/>
                  </a:cubicBezTo>
                  <a:cubicBezTo>
                    <a:pt x="5987" y="3123"/>
                    <a:pt x="6006" y="3143"/>
                    <a:pt x="6006" y="3166"/>
                  </a:cubicBezTo>
                  <a:close/>
                  <a:moveTo>
                    <a:pt x="6483" y="3411"/>
                  </a:moveTo>
                  <a:cubicBezTo>
                    <a:pt x="6483" y="3431"/>
                    <a:pt x="6466" y="3448"/>
                    <a:pt x="6446" y="3448"/>
                  </a:cubicBezTo>
                  <a:cubicBezTo>
                    <a:pt x="6425" y="3448"/>
                    <a:pt x="6408" y="3431"/>
                    <a:pt x="6408" y="3411"/>
                  </a:cubicBezTo>
                  <a:cubicBezTo>
                    <a:pt x="6408" y="3390"/>
                    <a:pt x="6425" y="3374"/>
                    <a:pt x="6446" y="3374"/>
                  </a:cubicBezTo>
                  <a:cubicBezTo>
                    <a:pt x="6466" y="3374"/>
                    <a:pt x="6483" y="3390"/>
                    <a:pt x="6483" y="3411"/>
                  </a:cubicBezTo>
                  <a:close/>
                  <a:moveTo>
                    <a:pt x="5239" y="4694"/>
                  </a:moveTo>
                  <a:cubicBezTo>
                    <a:pt x="5239" y="4729"/>
                    <a:pt x="5210" y="4757"/>
                    <a:pt x="5175" y="4757"/>
                  </a:cubicBezTo>
                  <a:cubicBezTo>
                    <a:pt x="5140" y="4757"/>
                    <a:pt x="5112" y="4729"/>
                    <a:pt x="5112" y="4694"/>
                  </a:cubicBezTo>
                  <a:cubicBezTo>
                    <a:pt x="5112" y="4659"/>
                    <a:pt x="5140" y="4631"/>
                    <a:pt x="5175" y="4631"/>
                  </a:cubicBezTo>
                  <a:cubicBezTo>
                    <a:pt x="5210" y="4631"/>
                    <a:pt x="5239" y="4659"/>
                    <a:pt x="5239" y="4694"/>
                  </a:cubicBezTo>
                  <a:close/>
                  <a:moveTo>
                    <a:pt x="5879" y="1267"/>
                  </a:moveTo>
                  <a:cubicBezTo>
                    <a:pt x="5879" y="1285"/>
                    <a:pt x="5863" y="1301"/>
                    <a:pt x="5845" y="1301"/>
                  </a:cubicBezTo>
                  <a:cubicBezTo>
                    <a:pt x="5826" y="1301"/>
                    <a:pt x="5811" y="1285"/>
                    <a:pt x="5811" y="1267"/>
                  </a:cubicBezTo>
                  <a:cubicBezTo>
                    <a:pt x="5811" y="1248"/>
                    <a:pt x="5826" y="1233"/>
                    <a:pt x="5845" y="1233"/>
                  </a:cubicBezTo>
                  <a:cubicBezTo>
                    <a:pt x="5863" y="1233"/>
                    <a:pt x="5879" y="1248"/>
                    <a:pt x="5879" y="1267"/>
                  </a:cubicBezTo>
                  <a:close/>
                  <a:moveTo>
                    <a:pt x="6595" y="3617"/>
                  </a:moveTo>
                  <a:cubicBezTo>
                    <a:pt x="6595" y="3655"/>
                    <a:pt x="6565" y="3685"/>
                    <a:pt x="6528" y="3685"/>
                  </a:cubicBezTo>
                  <a:cubicBezTo>
                    <a:pt x="6491" y="3685"/>
                    <a:pt x="6460" y="3655"/>
                    <a:pt x="6460" y="3617"/>
                  </a:cubicBezTo>
                  <a:cubicBezTo>
                    <a:pt x="6460" y="3580"/>
                    <a:pt x="6491" y="3550"/>
                    <a:pt x="6528" y="3550"/>
                  </a:cubicBezTo>
                  <a:cubicBezTo>
                    <a:pt x="6565" y="3550"/>
                    <a:pt x="6595" y="3580"/>
                    <a:pt x="6595" y="3617"/>
                  </a:cubicBezTo>
                  <a:close/>
                  <a:moveTo>
                    <a:pt x="6713" y="3584"/>
                  </a:moveTo>
                  <a:cubicBezTo>
                    <a:pt x="6713" y="3614"/>
                    <a:pt x="6689" y="3638"/>
                    <a:pt x="6660" y="3638"/>
                  </a:cubicBezTo>
                  <a:cubicBezTo>
                    <a:pt x="6630" y="3638"/>
                    <a:pt x="6606" y="3614"/>
                    <a:pt x="6606" y="3584"/>
                  </a:cubicBezTo>
                  <a:cubicBezTo>
                    <a:pt x="6606" y="3555"/>
                    <a:pt x="6630" y="3531"/>
                    <a:pt x="6660" y="3531"/>
                  </a:cubicBezTo>
                  <a:cubicBezTo>
                    <a:pt x="6689" y="3531"/>
                    <a:pt x="6713" y="3555"/>
                    <a:pt x="6713" y="3584"/>
                  </a:cubicBezTo>
                  <a:close/>
                  <a:moveTo>
                    <a:pt x="7251" y="5736"/>
                  </a:moveTo>
                  <a:cubicBezTo>
                    <a:pt x="7251" y="5757"/>
                    <a:pt x="7235" y="5773"/>
                    <a:pt x="7215" y="5773"/>
                  </a:cubicBezTo>
                  <a:cubicBezTo>
                    <a:pt x="7194" y="5773"/>
                    <a:pt x="7178" y="5757"/>
                    <a:pt x="7178" y="5736"/>
                  </a:cubicBezTo>
                  <a:cubicBezTo>
                    <a:pt x="7178" y="5716"/>
                    <a:pt x="7194" y="5700"/>
                    <a:pt x="7215" y="5700"/>
                  </a:cubicBezTo>
                  <a:cubicBezTo>
                    <a:pt x="7235" y="5700"/>
                    <a:pt x="7251" y="5716"/>
                    <a:pt x="7251" y="5736"/>
                  </a:cubicBezTo>
                  <a:close/>
                  <a:moveTo>
                    <a:pt x="5356" y="825"/>
                  </a:moveTo>
                  <a:cubicBezTo>
                    <a:pt x="5356" y="841"/>
                    <a:pt x="5343" y="855"/>
                    <a:pt x="5326" y="855"/>
                  </a:cubicBezTo>
                  <a:cubicBezTo>
                    <a:pt x="5309" y="855"/>
                    <a:pt x="5295" y="841"/>
                    <a:pt x="5295" y="825"/>
                  </a:cubicBezTo>
                  <a:cubicBezTo>
                    <a:pt x="5295" y="808"/>
                    <a:pt x="5309" y="794"/>
                    <a:pt x="5326" y="794"/>
                  </a:cubicBezTo>
                  <a:cubicBezTo>
                    <a:pt x="5343" y="794"/>
                    <a:pt x="5356" y="808"/>
                    <a:pt x="5356" y="825"/>
                  </a:cubicBezTo>
                  <a:close/>
                  <a:moveTo>
                    <a:pt x="7126" y="6001"/>
                  </a:moveTo>
                  <a:cubicBezTo>
                    <a:pt x="7126" y="6029"/>
                    <a:pt x="7104" y="6051"/>
                    <a:pt x="7076" y="6051"/>
                  </a:cubicBezTo>
                  <a:cubicBezTo>
                    <a:pt x="7048" y="6051"/>
                    <a:pt x="7026" y="6029"/>
                    <a:pt x="7026" y="6001"/>
                  </a:cubicBezTo>
                  <a:cubicBezTo>
                    <a:pt x="7026" y="5973"/>
                    <a:pt x="7048" y="5951"/>
                    <a:pt x="7076" y="5951"/>
                  </a:cubicBezTo>
                  <a:cubicBezTo>
                    <a:pt x="7104" y="5951"/>
                    <a:pt x="7126" y="5973"/>
                    <a:pt x="7126" y="6001"/>
                  </a:cubicBezTo>
                  <a:close/>
                  <a:moveTo>
                    <a:pt x="6913" y="4136"/>
                  </a:moveTo>
                  <a:cubicBezTo>
                    <a:pt x="6913" y="4167"/>
                    <a:pt x="6888" y="4192"/>
                    <a:pt x="6857" y="4192"/>
                  </a:cubicBezTo>
                  <a:cubicBezTo>
                    <a:pt x="6826" y="4192"/>
                    <a:pt x="6801" y="4167"/>
                    <a:pt x="6801" y="4136"/>
                  </a:cubicBezTo>
                  <a:cubicBezTo>
                    <a:pt x="6801" y="4105"/>
                    <a:pt x="6826" y="4080"/>
                    <a:pt x="6857" y="4080"/>
                  </a:cubicBezTo>
                  <a:cubicBezTo>
                    <a:pt x="6888" y="4080"/>
                    <a:pt x="6913" y="4105"/>
                    <a:pt x="6913" y="4136"/>
                  </a:cubicBezTo>
                  <a:close/>
                  <a:moveTo>
                    <a:pt x="6017" y="5964"/>
                  </a:moveTo>
                  <a:cubicBezTo>
                    <a:pt x="6017" y="5988"/>
                    <a:pt x="5998" y="6007"/>
                    <a:pt x="5975" y="6007"/>
                  </a:cubicBezTo>
                  <a:cubicBezTo>
                    <a:pt x="5952" y="6007"/>
                    <a:pt x="5933" y="5988"/>
                    <a:pt x="5933" y="5964"/>
                  </a:cubicBezTo>
                  <a:cubicBezTo>
                    <a:pt x="5933" y="5941"/>
                    <a:pt x="5952" y="5922"/>
                    <a:pt x="5975" y="5922"/>
                  </a:cubicBezTo>
                  <a:cubicBezTo>
                    <a:pt x="5998" y="5922"/>
                    <a:pt x="6017" y="5941"/>
                    <a:pt x="6017" y="5964"/>
                  </a:cubicBezTo>
                  <a:close/>
                  <a:moveTo>
                    <a:pt x="5334" y="357"/>
                  </a:moveTo>
                  <a:cubicBezTo>
                    <a:pt x="5334" y="391"/>
                    <a:pt x="5307" y="419"/>
                    <a:pt x="5273" y="419"/>
                  </a:cubicBezTo>
                  <a:cubicBezTo>
                    <a:pt x="5239" y="419"/>
                    <a:pt x="5211" y="391"/>
                    <a:pt x="5211" y="357"/>
                  </a:cubicBezTo>
                  <a:cubicBezTo>
                    <a:pt x="5211" y="323"/>
                    <a:pt x="5239" y="296"/>
                    <a:pt x="5273" y="296"/>
                  </a:cubicBezTo>
                  <a:cubicBezTo>
                    <a:pt x="5307" y="296"/>
                    <a:pt x="5334" y="323"/>
                    <a:pt x="5334" y="357"/>
                  </a:cubicBezTo>
                  <a:close/>
                  <a:moveTo>
                    <a:pt x="6967" y="5317"/>
                  </a:moveTo>
                  <a:cubicBezTo>
                    <a:pt x="6967" y="5351"/>
                    <a:pt x="6939" y="5379"/>
                    <a:pt x="6905" y="5379"/>
                  </a:cubicBezTo>
                  <a:cubicBezTo>
                    <a:pt x="6871" y="5379"/>
                    <a:pt x="6843" y="5351"/>
                    <a:pt x="6843" y="5317"/>
                  </a:cubicBezTo>
                  <a:cubicBezTo>
                    <a:pt x="6843" y="5283"/>
                    <a:pt x="6871" y="5255"/>
                    <a:pt x="6905" y="5255"/>
                  </a:cubicBezTo>
                  <a:cubicBezTo>
                    <a:pt x="6939" y="5255"/>
                    <a:pt x="6967" y="5283"/>
                    <a:pt x="6967" y="5317"/>
                  </a:cubicBezTo>
                  <a:close/>
                  <a:moveTo>
                    <a:pt x="5617" y="2282"/>
                  </a:moveTo>
                  <a:cubicBezTo>
                    <a:pt x="5617" y="2305"/>
                    <a:pt x="5598" y="2323"/>
                    <a:pt x="5576" y="2323"/>
                  </a:cubicBezTo>
                  <a:cubicBezTo>
                    <a:pt x="5553" y="2323"/>
                    <a:pt x="5534" y="2305"/>
                    <a:pt x="5534" y="2282"/>
                  </a:cubicBezTo>
                  <a:cubicBezTo>
                    <a:pt x="5534" y="2259"/>
                    <a:pt x="5553" y="2241"/>
                    <a:pt x="5576" y="2241"/>
                  </a:cubicBezTo>
                  <a:cubicBezTo>
                    <a:pt x="5598" y="2241"/>
                    <a:pt x="5617" y="2259"/>
                    <a:pt x="5617" y="2282"/>
                  </a:cubicBezTo>
                  <a:close/>
                  <a:moveTo>
                    <a:pt x="7150" y="42"/>
                  </a:moveTo>
                  <a:cubicBezTo>
                    <a:pt x="7150" y="65"/>
                    <a:pt x="7131" y="84"/>
                    <a:pt x="7108" y="84"/>
                  </a:cubicBezTo>
                  <a:cubicBezTo>
                    <a:pt x="7084" y="84"/>
                    <a:pt x="7065" y="65"/>
                    <a:pt x="7065" y="42"/>
                  </a:cubicBezTo>
                  <a:cubicBezTo>
                    <a:pt x="7065" y="18"/>
                    <a:pt x="7084" y="0"/>
                    <a:pt x="7108" y="0"/>
                  </a:cubicBezTo>
                  <a:cubicBezTo>
                    <a:pt x="7131" y="0"/>
                    <a:pt x="7150" y="18"/>
                    <a:pt x="7150" y="42"/>
                  </a:cubicBezTo>
                  <a:close/>
                  <a:moveTo>
                    <a:pt x="6631" y="3980"/>
                  </a:moveTo>
                  <a:cubicBezTo>
                    <a:pt x="6631" y="3996"/>
                    <a:pt x="6617" y="4010"/>
                    <a:pt x="6600" y="4010"/>
                  </a:cubicBezTo>
                  <a:cubicBezTo>
                    <a:pt x="6584" y="4010"/>
                    <a:pt x="6570" y="3996"/>
                    <a:pt x="6570" y="3980"/>
                  </a:cubicBezTo>
                  <a:cubicBezTo>
                    <a:pt x="6570" y="3963"/>
                    <a:pt x="6584" y="3949"/>
                    <a:pt x="6600" y="3949"/>
                  </a:cubicBezTo>
                  <a:cubicBezTo>
                    <a:pt x="6617" y="3949"/>
                    <a:pt x="6631" y="3963"/>
                    <a:pt x="6631" y="3980"/>
                  </a:cubicBezTo>
                  <a:close/>
                  <a:moveTo>
                    <a:pt x="5342" y="1076"/>
                  </a:moveTo>
                  <a:cubicBezTo>
                    <a:pt x="5342" y="1097"/>
                    <a:pt x="5324" y="1114"/>
                    <a:pt x="5303" y="1114"/>
                  </a:cubicBezTo>
                  <a:cubicBezTo>
                    <a:pt x="5281" y="1114"/>
                    <a:pt x="5264" y="1097"/>
                    <a:pt x="5264" y="1076"/>
                  </a:cubicBezTo>
                  <a:cubicBezTo>
                    <a:pt x="5264" y="1054"/>
                    <a:pt x="5281" y="1037"/>
                    <a:pt x="5303" y="1037"/>
                  </a:cubicBezTo>
                  <a:cubicBezTo>
                    <a:pt x="5324" y="1037"/>
                    <a:pt x="5342" y="1054"/>
                    <a:pt x="5342" y="1076"/>
                  </a:cubicBezTo>
                  <a:close/>
                  <a:moveTo>
                    <a:pt x="6324" y="220"/>
                  </a:moveTo>
                  <a:cubicBezTo>
                    <a:pt x="6324" y="255"/>
                    <a:pt x="6295" y="283"/>
                    <a:pt x="6261" y="283"/>
                  </a:cubicBezTo>
                  <a:cubicBezTo>
                    <a:pt x="6226" y="283"/>
                    <a:pt x="6197" y="255"/>
                    <a:pt x="6197" y="220"/>
                  </a:cubicBezTo>
                  <a:cubicBezTo>
                    <a:pt x="6197" y="185"/>
                    <a:pt x="6226" y="157"/>
                    <a:pt x="6261" y="157"/>
                  </a:cubicBezTo>
                  <a:cubicBezTo>
                    <a:pt x="6295" y="157"/>
                    <a:pt x="6324" y="185"/>
                    <a:pt x="6324" y="220"/>
                  </a:cubicBezTo>
                  <a:close/>
                  <a:moveTo>
                    <a:pt x="6195" y="4073"/>
                  </a:moveTo>
                  <a:cubicBezTo>
                    <a:pt x="6195" y="4098"/>
                    <a:pt x="6175" y="4118"/>
                    <a:pt x="6150" y="4118"/>
                  </a:cubicBezTo>
                  <a:cubicBezTo>
                    <a:pt x="6126" y="4118"/>
                    <a:pt x="6106" y="4098"/>
                    <a:pt x="6106" y="4073"/>
                  </a:cubicBezTo>
                  <a:cubicBezTo>
                    <a:pt x="6106" y="4049"/>
                    <a:pt x="6126" y="4029"/>
                    <a:pt x="6150" y="4029"/>
                  </a:cubicBezTo>
                  <a:cubicBezTo>
                    <a:pt x="6175" y="4029"/>
                    <a:pt x="6195" y="4049"/>
                    <a:pt x="6195" y="4073"/>
                  </a:cubicBezTo>
                  <a:close/>
                  <a:moveTo>
                    <a:pt x="7133" y="674"/>
                  </a:moveTo>
                  <a:cubicBezTo>
                    <a:pt x="7133" y="710"/>
                    <a:pt x="7104" y="739"/>
                    <a:pt x="7068" y="739"/>
                  </a:cubicBezTo>
                  <a:cubicBezTo>
                    <a:pt x="7032" y="739"/>
                    <a:pt x="7003" y="710"/>
                    <a:pt x="7003" y="674"/>
                  </a:cubicBezTo>
                  <a:cubicBezTo>
                    <a:pt x="7003" y="638"/>
                    <a:pt x="7032" y="610"/>
                    <a:pt x="7068" y="610"/>
                  </a:cubicBezTo>
                  <a:cubicBezTo>
                    <a:pt x="7104" y="610"/>
                    <a:pt x="7133" y="638"/>
                    <a:pt x="7133" y="674"/>
                  </a:cubicBezTo>
                  <a:close/>
                  <a:moveTo>
                    <a:pt x="5677" y="3218"/>
                  </a:moveTo>
                  <a:cubicBezTo>
                    <a:pt x="5677" y="3247"/>
                    <a:pt x="5654" y="3270"/>
                    <a:pt x="5625" y="3270"/>
                  </a:cubicBezTo>
                  <a:cubicBezTo>
                    <a:pt x="5596" y="3270"/>
                    <a:pt x="5572" y="3247"/>
                    <a:pt x="5572" y="3218"/>
                  </a:cubicBezTo>
                  <a:cubicBezTo>
                    <a:pt x="5572" y="3189"/>
                    <a:pt x="5596" y="3165"/>
                    <a:pt x="5625" y="3165"/>
                  </a:cubicBezTo>
                  <a:cubicBezTo>
                    <a:pt x="5654" y="3165"/>
                    <a:pt x="5677" y="3189"/>
                    <a:pt x="5677" y="3218"/>
                  </a:cubicBezTo>
                  <a:close/>
                  <a:moveTo>
                    <a:pt x="6705" y="3393"/>
                  </a:moveTo>
                  <a:cubicBezTo>
                    <a:pt x="6705" y="3426"/>
                    <a:pt x="6678" y="3452"/>
                    <a:pt x="6646" y="3452"/>
                  </a:cubicBezTo>
                  <a:cubicBezTo>
                    <a:pt x="6613" y="3452"/>
                    <a:pt x="6587" y="3426"/>
                    <a:pt x="6587" y="3393"/>
                  </a:cubicBezTo>
                  <a:cubicBezTo>
                    <a:pt x="6587" y="3361"/>
                    <a:pt x="6613" y="3334"/>
                    <a:pt x="6646" y="3334"/>
                  </a:cubicBezTo>
                  <a:cubicBezTo>
                    <a:pt x="6678" y="3334"/>
                    <a:pt x="6705" y="3361"/>
                    <a:pt x="6705" y="3393"/>
                  </a:cubicBezTo>
                  <a:close/>
                  <a:moveTo>
                    <a:pt x="5205" y="3344"/>
                  </a:moveTo>
                  <a:cubicBezTo>
                    <a:pt x="5205" y="3372"/>
                    <a:pt x="5183" y="3394"/>
                    <a:pt x="5155" y="3394"/>
                  </a:cubicBezTo>
                  <a:cubicBezTo>
                    <a:pt x="5127" y="3394"/>
                    <a:pt x="5105" y="3372"/>
                    <a:pt x="5105" y="3344"/>
                  </a:cubicBezTo>
                  <a:cubicBezTo>
                    <a:pt x="5105" y="3317"/>
                    <a:pt x="5127" y="3294"/>
                    <a:pt x="5155" y="3294"/>
                  </a:cubicBezTo>
                  <a:cubicBezTo>
                    <a:pt x="5183" y="3294"/>
                    <a:pt x="5205" y="3317"/>
                    <a:pt x="5205" y="3344"/>
                  </a:cubicBezTo>
                  <a:close/>
                  <a:moveTo>
                    <a:pt x="6578" y="692"/>
                  </a:moveTo>
                  <a:cubicBezTo>
                    <a:pt x="6578" y="724"/>
                    <a:pt x="6552" y="750"/>
                    <a:pt x="6520" y="750"/>
                  </a:cubicBezTo>
                  <a:cubicBezTo>
                    <a:pt x="6487" y="750"/>
                    <a:pt x="6461" y="724"/>
                    <a:pt x="6461" y="692"/>
                  </a:cubicBezTo>
                  <a:cubicBezTo>
                    <a:pt x="6461" y="660"/>
                    <a:pt x="6487" y="634"/>
                    <a:pt x="6520" y="634"/>
                  </a:cubicBezTo>
                  <a:cubicBezTo>
                    <a:pt x="6552" y="634"/>
                    <a:pt x="6578" y="660"/>
                    <a:pt x="6578" y="692"/>
                  </a:cubicBezTo>
                  <a:close/>
                  <a:moveTo>
                    <a:pt x="5261" y="318"/>
                  </a:moveTo>
                  <a:cubicBezTo>
                    <a:pt x="5261" y="336"/>
                    <a:pt x="5246" y="351"/>
                    <a:pt x="5228" y="351"/>
                  </a:cubicBezTo>
                  <a:cubicBezTo>
                    <a:pt x="5211" y="351"/>
                    <a:pt x="5196" y="336"/>
                    <a:pt x="5196" y="318"/>
                  </a:cubicBezTo>
                  <a:cubicBezTo>
                    <a:pt x="5196" y="301"/>
                    <a:pt x="5211" y="286"/>
                    <a:pt x="5228" y="286"/>
                  </a:cubicBezTo>
                  <a:cubicBezTo>
                    <a:pt x="5246" y="286"/>
                    <a:pt x="5261" y="301"/>
                    <a:pt x="5261" y="318"/>
                  </a:cubicBezTo>
                  <a:close/>
                  <a:moveTo>
                    <a:pt x="7439" y="1034"/>
                  </a:moveTo>
                  <a:cubicBezTo>
                    <a:pt x="7439" y="1066"/>
                    <a:pt x="7413" y="1092"/>
                    <a:pt x="7382" y="1092"/>
                  </a:cubicBezTo>
                  <a:cubicBezTo>
                    <a:pt x="7350" y="1092"/>
                    <a:pt x="7324" y="1066"/>
                    <a:pt x="7324" y="1034"/>
                  </a:cubicBezTo>
                  <a:cubicBezTo>
                    <a:pt x="7324" y="1002"/>
                    <a:pt x="7350" y="977"/>
                    <a:pt x="7382" y="977"/>
                  </a:cubicBezTo>
                  <a:cubicBezTo>
                    <a:pt x="7413" y="977"/>
                    <a:pt x="7439" y="1002"/>
                    <a:pt x="7439" y="1034"/>
                  </a:cubicBezTo>
                  <a:close/>
                  <a:moveTo>
                    <a:pt x="5206" y="3783"/>
                  </a:moveTo>
                  <a:cubicBezTo>
                    <a:pt x="5206" y="3805"/>
                    <a:pt x="5188" y="3822"/>
                    <a:pt x="5167" y="3822"/>
                  </a:cubicBezTo>
                  <a:cubicBezTo>
                    <a:pt x="5146" y="3822"/>
                    <a:pt x="5128" y="3805"/>
                    <a:pt x="5128" y="3783"/>
                  </a:cubicBezTo>
                  <a:cubicBezTo>
                    <a:pt x="5128" y="3762"/>
                    <a:pt x="5146" y="3744"/>
                    <a:pt x="5167" y="3744"/>
                  </a:cubicBezTo>
                  <a:cubicBezTo>
                    <a:pt x="5188" y="3744"/>
                    <a:pt x="5206" y="3762"/>
                    <a:pt x="5206" y="3783"/>
                  </a:cubicBezTo>
                  <a:close/>
                  <a:moveTo>
                    <a:pt x="6528" y="4608"/>
                  </a:moveTo>
                  <a:cubicBezTo>
                    <a:pt x="6528" y="4640"/>
                    <a:pt x="6502" y="4665"/>
                    <a:pt x="6471" y="4665"/>
                  </a:cubicBezTo>
                  <a:cubicBezTo>
                    <a:pt x="6439" y="4665"/>
                    <a:pt x="6414" y="4640"/>
                    <a:pt x="6414" y="4608"/>
                  </a:cubicBezTo>
                  <a:cubicBezTo>
                    <a:pt x="6414" y="4577"/>
                    <a:pt x="6439" y="4551"/>
                    <a:pt x="6471" y="4551"/>
                  </a:cubicBezTo>
                  <a:cubicBezTo>
                    <a:pt x="6502" y="4551"/>
                    <a:pt x="6528" y="4577"/>
                    <a:pt x="6528" y="4608"/>
                  </a:cubicBezTo>
                  <a:close/>
                  <a:moveTo>
                    <a:pt x="6360" y="4478"/>
                  </a:moveTo>
                  <a:cubicBezTo>
                    <a:pt x="6360" y="4495"/>
                    <a:pt x="6347" y="4508"/>
                    <a:pt x="6330" y="4508"/>
                  </a:cubicBezTo>
                  <a:cubicBezTo>
                    <a:pt x="6314" y="4508"/>
                    <a:pt x="6300" y="4495"/>
                    <a:pt x="6300" y="4478"/>
                  </a:cubicBezTo>
                  <a:cubicBezTo>
                    <a:pt x="6300" y="4462"/>
                    <a:pt x="6314" y="4448"/>
                    <a:pt x="6330" y="4448"/>
                  </a:cubicBezTo>
                  <a:cubicBezTo>
                    <a:pt x="6347" y="4448"/>
                    <a:pt x="6360" y="4462"/>
                    <a:pt x="6360" y="4478"/>
                  </a:cubicBezTo>
                  <a:close/>
                  <a:moveTo>
                    <a:pt x="5211" y="1499"/>
                  </a:moveTo>
                  <a:cubicBezTo>
                    <a:pt x="5211" y="1526"/>
                    <a:pt x="5190" y="1547"/>
                    <a:pt x="5163" y="1547"/>
                  </a:cubicBezTo>
                  <a:cubicBezTo>
                    <a:pt x="5137" y="1547"/>
                    <a:pt x="5115" y="1526"/>
                    <a:pt x="5115" y="1499"/>
                  </a:cubicBezTo>
                  <a:cubicBezTo>
                    <a:pt x="5115" y="1473"/>
                    <a:pt x="5137" y="1451"/>
                    <a:pt x="5163" y="1451"/>
                  </a:cubicBezTo>
                  <a:cubicBezTo>
                    <a:pt x="5190" y="1451"/>
                    <a:pt x="5211" y="1473"/>
                    <a:pt x="5211" y="1499"/>
                  </a:cubicBezTo>
                  <a:close/>
                  <a:moveTo>
                    <a:pt x="6904" y="193"/>
                  </a:moveTo>
                  <a:cubicBezTo>
                    <a:pt x="6904" y="214"/>
                    <a:pt x="6886" y="231"/>
                    <a:pt x="6865" y="231"/>
                  </a:cubicBezTo>
                  <a:cubicBezTo>
                    <a:pt x="6844" y="231"/>
                    <a:pt x="6827" y="214"/>
                    <a:pt x="6827" y="193"/>
                  </a:cubicBezTo>
                  <a:cubicBezTo>
                    <a:pt x="6827" y="172"/>
                    <a:pt x="6844" y="155"/>
                    <a:pt x="6865" y="155"/>
                  </a:cubicBezTo>
                  <a:cubicBezTo>
                    <a:pt x="6886" y="155"/>
                    <a:pt x="6904" y="172"/>
                    <a:pt x="6904" y="193"/>
                  </a:cubicBezTo>
                  <a:close/>
                  <a:moveTo>
                    <a:pt x="6325" y="2043"/>
                  </a:moveTo>
                  <a:cubicBezTo>
                    <a:pt x="6325" y="2061"/>
                    <a:pt x="6310" y="2076"/>
                    <a:pt x="6292" y="2076"/>
                  </a:cubicBezTo>
                  <a:cubicBezTo>
                    <a:pt x="6273" y="2076"/>
                    <a:pt x="6258" y="2061"/>
                    <a:pt x="6258" y="2043"/>
                  </a:cubicBezTo>
                  <a:cubicBezTo>
                    <a:pt x="6258" y="2025"/>
                    <a:pt x="6273" y="2010"/>
                    <a:pt x="6292" y="2010"/>
                  </a:cubicBezTo>
                  <a:cubicBezTo>
                    <a:pt x="6310" y="2010"/>
                    <a:pt x="6325" y="2025"/>
                    <a:pt x="6325" y="2043"/>
                  </a:cubicBezTo>
                  <a:close/>
                  <a:moveTo>
                    <a:pt x="5743" y="191"/>
                  </a:moveTo>
                  <a:cubicBezTo>
                    <a:pt x="5743" y="208"/>
                    <a:pt x="5729" y="222"/>
                    <a:pt x="5712" y="222"/>
                  </a:cubicBezTo>
                  <a:cubicBezTo>
                    <a:pt x="5696" y="222"/>
                    <a:pt x="5682" y="208"/>
                    <a:pt x="5682" y="191"/>
                  </a:cubicBezTo>
                  <a:cubicBezTo>
                    <a:pt x="5682" y="174"/>
                    <a:pt x="5696" y="161"/>
                    <a:pt x="5712" y="161"/>
                  </a:cubicBezTo>
                  <a:cubicBezTo>
                    <a:pt x="5729" y="161"/>
                    <a:pt x="5743" y="174"/>
                    <a:pt x="5743" y="191"/>
                  </a:cubicBezTo>
                  <a:close/>
                  <a:moveTo>
                    <a:pt x="7107" y="1987"/>
                  </a:moveTo>
                  <a:cubicBezTo>
                    <a:pt x="7107" y="2019"/>
                    <a:pt x="7081" y="2046"/>
                    <a:pt x="7048" y="2046"/>
                  </a:cubicBezTo>
                  <a:cubicBezTo>
                    <a:pt x="7016" y="2046"/>
                    <a:pt x="6990" y="2019"/>
                    <a:pt x="6990" y="1987"/>
                  </a:cubicBezTo>
                  <a:cubicBezTo>
                    <a:pt x="6990" y="1955"/>
                    <a:pt x="7016" y="1928"/>
                    <a:pt x="7048" y="1928"/>
                  </a:cubicBezTo>
                  <a:cubicBezTo>
                    <a:pt x="7081" y="1928"/>
                    <a:pt x="7107" y="1955"/>
                    <a:pt x="7107" y="1987"/>
                  </a:cubicBezTo>
                  <a:close/>
                  <a:moveTo>
                    <a:pt x="5688" y="4615"/>
                  </a:moveTo>
                  <a:cubicBezTo>
                    <a:pt x="5688" y="4651"/>
                    <a:pt x="5659" y="4680"/>
                    <a:pt x="5623" y="4680"/>
                  </a:cubicBezTo>
                  <a:cubicBezTo>
                    <a:pt x="5587" y="4680"/>
                    <a:pt x="5558" y="4651"/>
                    <a:pt x="5558" y="4615"/>
                  </a:cubicBezTo>
                  <a:cubicBezTo>
                    <a:pt x="5558" y="4579"/>
                    <a:pt x="5587" y="4550"/>
                    <a:pt x="5623" y="4550"/>
                  </a:cubicBezTo>
                  <a:cubicBezTo>
                    <a:pt x="5659" y="4550"/>
                    <a:pt x="5688" y="4579"/>
                    <a:pt x="5688" y="4615"/>
                  </a:cubicBezTo>
                  <a:close/>
                  <a:moveTo>
                    <a:pt x="5141" y="3766"/>
                  </a:moveTo>
                  <a:cubicBezTo>
                    <a:pt x="5141" y="3803"/>
                    <a:pt x="5111" y="3832"/>
                    <a:pt x="5075" y="3832"/>
                  </a:cubicBezTo>
                  <a:cubicBezTo>
                    <a:pt x="5038" y="3832"/>
                    <a:pt x="5009" y="3803"/>
                    <a:pt x="5009" y="3766"/>
                  </a:cubicBezTo>
                  <a:cubicBezTo>
                    <a:pt x="5009" y="3729"/>
                    <a:pt x="5038" y="3700"/>
                    <a:pt x="5075" y="3700"/>
                  </a:cubicBezTo>
                  <a:cubicBezTo>
                    <a:pt x="5111" y="3700"/>
                    <a:pt x="5141" y="3729"/>
                    <a:pt x="5141" y="3766"/>
                  </a:cubicBezTo>
                  <a:close/>
                  <a:moveTo>
                    <a:pt x="6938" y="782"/>
                  </a:moveTo>
                  <a:cubicBezTo>
                    <a:pt x="6938" y="815"/>
                    <a:pt x="6911" y="841"/>
                    <a:pt x="6879" y="841"/>
                  </a:cubicBezTo>
                  <a:cubicBezTo>
                    <a:pt x="6846" y="841"/>
                    <a:pt x="6820" y="815"/>
                    <a:pt x="6820" y="782"/>
                  </a:cubicBezTo>
                  <a:cubicBezTo>
                    <a:pt x="6820" y="749"/>
                    <a:pt x="6846" y="723"/>
                    <a:pt x="6879" y="723"/>
                  </a:cubicBezTo>
                  <a:cubicBezTo>
                    <a:pt x="6911" y="723"/>
                    <a:pt x="6938" y="749"/>
                    <a:pt x="6938" y="782"/>
                  </a:cubicBezTo>
                  <a:close/>
                  <a:moveTo>
                    <a:pt x="6900" y="1023"/>
                  </a:moveTo>
                  <a:cubicBezTo>
                    <a:pt x="6900" y="1054"/>
                    <a:pt x="6875" y="1079"/>
                    <a:pt x="6844" y="1079"/>
                  </a:cubicBezTo>
                  <a:cubicBezTo>
                    <a:pt x="6813" y="1079"/>
                    <a:pt x="6788" y="1054"/>
                    <a:pt x="6788" y="1023"/>
                  </a:cubicBezTo>
                  <a:cubicBezTo>
                    <a:pt x="6788" y="991"/>
                    <a:pt x="6813" y="966"/>
                    <a:pt x="6844" y="966"/>
                  </a:cubicBezTo>
                  <a:cubicBezTo>
                    <a:pt x="6875" y="966"/>
                    <a:pt x="6900" y="991"/>
                    <a:pt x="6900" y="1023"/>
                  </a:cubicBezTo>
                  <a:close/>
                  <a:moveTo>
                    <a:pt x="6592" y="1267"/>
                  </a:moveTo>
                  <a:cubicBezTo>
                    <a:pt x="6592" y="1301"/>
                    <a:pt x="6564" y="1329"/>
                    <a:pt x="6529" y="1329"/>
                  </a:cubicBezTo>
                  <a:cubicBezTo>
                    <a:pt x="6494" y="1329"/>
                    <a:pt x="6466" y="1301"/>
                    <a:pt x="6466" y="1267"/>
                  </a:cubicBezTo>
                  <a:cubicBezTo>
                    <a:pt x="6466" y="1232"/>
                    <a:pt x="6494" y="1204"/>
                    <a:pt x="6529" y="1204"/>
                  </a:cubicBezTo>
                  <a:cubicBezTo>
                    <a:pt x="6564" y="1204"/>
                    <a:pt x="6592" y="1232"/>
                    <a:pt x="6592" y="1267"/>
                  </a:cubicBezTo>
                  <a:close/>
                  <a:moveTo>
                    <a:pt x="7138" y="492"/>
                  </a:moveTo>
                  <a:cubicBezTo>
                    <a:pt x="7138" y="519"/>
                    <a:pt x="7116" y="541"/>
                    <a:pt x="7089" y="541"/>
                  </a:cubicBezTo>
                  <a:cubicBezTo>
                    <a:pt x="7062" y="541"/>
                    <a:pt x="7040" y="519"/>
                    <a:pt x="7040" y="492"/>
                  </a:cubicBezTo>
                  <a:cubicBezTo>
                    <a:pt x="7040" y="465"/>
                    <a:pt x="7062" y="443"/>
                    <a:pt x="7089" y="443"/>
                  </a:cubicBezTo>
                  <a:cubicBezTo>
                    <a:pt x="7116" y="443"/>
                    <a:pt x="7138" y="465"/>
                    <a:pt x="7138" y="492"/>
                  </a:cubicBezTo>
                  <a:close/>
                  <a:moveTo>
                    <a:pt x="6495" y="80"/>
                  </a:moveTo>
                  <a:cubicBezTo>
                    <a:pt x="6495" y="108"/>
                    <a:pt x="6473" y="130"/>
                    <a:pt x="6445" y="130"/>
                  </a:cubicBezTo>
                  <a:cubicBezTo>
                    <a:pt x="6417" y="130"/>
                    <a:pt x="6394" y="108"/>
                    <a:pt x="6394" y="80"/>
                  </a:cubicBezTo>
                  <a:cubicBezTo>
                    <a:pt x="6394" y="52"/>
                    <a:pt x="6417" y="29"/>
                    <a:pt x="6445" y="29"/>
                  </a:cubicBezTo>
                  <a:cubicBezTo>
                    <a:pt x="6473" y="29"/>
                    <a:pt x="6495" y="52"/>
                    <a:pt x="6495" y="80"/>
                  </a:cubicBezTo>
                  <a:close/>
                  <a:moveTo>
                    <a:pt x="7333" y="2092"/>
                  </a:moveTo>
                  <a:cubicBezTo>
                    <a:pt x="7333" y="2119"/>
                    <a:pt x="7311" y="2142"/>
                    <a:pt x="7283" y="2142"/>
                  </a:cubicBezTo>
                  <a:cubicBezTo>
                    <a:pt x="7256" y="2142"/>
                    <a:pt x="7234" y="2119"/>
                    <a:pt x="7234" y="2092"/>
                  </a:cubicBezTo>
                  <a:cubicBezTo>
                    <a:pt x="7234" y="2064"/>
                    <a:pt x="7256" y="2042"/>
                    <a:pt x="7283" y="2042"/>
                  </a:cubicBezTo>
                  <a:cubicBezTo>
                    <a:pt x="7311" y="2042"/>
                    <a:pt x="7333" y="2064"/>
                    <a:pt x="7333" y="2092"/>
                  </a:cubicBezTo>
                  <a:close/>
                  <a:moveTo>
                    <a:pt x="7350" y="5447"/>
                  </a:moveTo>
                  <a:cubicBezTo>
                    <a:pt x="7350" y="5485"/>
                    <a:pt x="7320" y="5515"/>
                    <a:pt x="7282" y="5515"/>
                  </a:cubicBezTo>
                  <a:cubicBezTo>
                    <a:pt x="7245" y="5515"/>
                    <a:pt x="7214" y="5485"/>
                    <a:pt x="7214" y="5447"/>
                  </a:cubicBezTo>
                  <a:cubicBezTo>
                    <a:pt x="7214" y="5410"/>
                    <a:pt x="7245" y="5379"/>
                    <a:pt x="7282" y="5379"/>
                  </a:cubicBezTo>
                  <a:cubicBezTo>
                    <a:pt x="7320" y="5379"/>
                    <a:pt x="7350" y="5410"/>
                    <a:pt x="7350" y="5447"/>
                  </a:cubicBezTo>
                  <a:close/>
                  <a:moveTo>
                    <a:pt x="5294" y="6229"/>
                  </a:moveTo>
                  <a:cubicBezTo>
                    <a:pt x="5294" y="6252"/>
                    <a:pt x="5274" y="6272"/>
                    <a:pt x="5250" y="6272"/>
                  </a:cubicBezTo>
                  <a:cubicBezTo>
                    <a:pt x="5226" y="6272"/>
                    <a:pt x="5207" y="6252"/>
                    <a:pt x="5207" y="6229"/>
                  </a:cubicBezTo>
                  <a:cubicBezTo>
                    <a:pt x="5207" y="6205"/>
                    <a:pt x="5226" y="6185"/>
                    <a:pt x="5250" y="6185"/>
                  </a:cubicBezTo>
                  <a:cubicBezTo>
                    <a:pt x="5274" y="6185"/>
                    <a:pt x="5294" y="6205"/>
                    <a:pt x="5294" y="6229"/>
                  </a:cubicBezTo>
                  <a:close/>
                  <a:moveTo>
                    <a:pt x="5958" y="1176"/>
                  </a:moveTo>
                  <a:cubicBezTo>
                    <a:pt x="5958" y="1210"/>
                    <a:pt x="5930" y="1238"/>
                    <a:pt x="5896" y="1238"/>
                  </a:cubicBezTo>
                  <a:cubicBezTo>
                    <a:pt x="5862" y="1238"/>
                    <a:pt x="5834" y="1210"/>
                    <a:pt x="5834" y="1176"/>
                  </a:cubicBezTo>
                  <a:cubicBezTo>
                    <a:pt x="5834" y="1141"/>
                    <a:pt x="5862" y="1113"/>
                    <a:pt x="5896" y="1113"/>
                  </a:cubicBezTo>
                  <a:cubicBezTo>
                    <a:pt x="5930" y="1113"/>
                    <a:pt x="5958" y="1141"/>
                    <a:pt x="5958" y="1176"/>
                  </a:cubicBezTo>
                  <a:close/>
                  <a:moveTo>
                    <a:pt x="6496" y="2872"/>
                  </a:moveTo>
                  <a:cubicBezTo>
                    <a:pt x="6496" y="2899"/>
                    <a:pt x="6473" y="2922"/>
                    <a:pt x="6446" y="2922"/>
                  </a:cubicBezTo>
                  <a:cubicBezTo>
                    <a:pt x="6418" y="2922"/>
                    <a:pt x="6396" y="2899"/>
                    <a:pt x="6396" y="2872"/>
                  </a:cubicBezTo>
                  <a:cubicBezTo>
                    <a:pt x="6396" y="2844"/>
                    <a:pt x="6418" y="2822"/>
                    <a:pt x="6446" y="2822"/>
                  </a:cubicBezTo>
                  <a:cubicBezTo>
                    <a:pt x="6473" y="2822"/>
                    <a:pt x="6496" y="2844"/>
                    <a:pt x="6496" y="2872"/>
                  </a:cubicBezTo>
                  <a:close/>
                  <a:moveTo>
                    <a:pt x="6300" y="3642"/>
                  </a:moveTo>
                  <a:cubicBezTo>
                    <a:pt x="6300" y="3662"/>
                    <a:pt x="6284" y="3678"/>
                    <a:pt x="6264" y="3678"/>
                  </a:cubicBezTo>
                  <a:cubicBezTo>
                    <a:pt x="6244" y="3678"/>
                    <a:pt x="6228" y="3662"/>
                    <a:pt x="6228" y="3642"/>
                  </a:cubicBezTo>
                  <a:cubicBezTo>
                    <a:pt x="6228" y="3622"/>
                    <a:pt x="6244" y="3606"/>
                    <a:pt x="6264" y="3606"/>
                  </a:cubicBezTo>
                  <a:cubicBezTo>
                    <a:pt x="6284" y="3606"/>
                    <a:pt x="6300" y="3622"/>
                    <a:pt x="6300" y="3642"/>
                  </a:cubicBezTo>
                  <a:close/>
                  <a:moveTo>
                    <a:pt x="6790" y="1656"/>
                  </a:moveTo>
                  <a:cubicBezTo>
                    <a:pt x="6790" y="1673"/>
                    <a:pt x="6776" y="1687"/>
                    <a:pt x="6759" y="1687"/>
                  </a:cubicBezTo>
                  <a:cubicBezTo>
                    <a:pt x="6742" y="1687"/>
                    <a:pt x="6728" y="1673"/>
                    <a:pt x="6728" y="1656"/>
                  </a:cubicBezTo>
                  <a:cubicBezTo>
                    <a:pt x="6728" y="1639"/>
                    <a:pt x="6742" y="1625"/>
                    <a:pt x="6759" y="1625"/>
                  </a:cubicBezTo>
                  <a:cubicBezTo>
                    <a:pt x="6776" y="1625"/>
                    <a:pt x="6790" y="1639"/>
                    <a:pt x="6790" y="1656"/>
                  </a:cubicBezTo>
                  <a:close/>
                  <a:moveTo>
                    <a:pt x="7392" y="638"/>
                  </a:moveTo>
                  <a:cubicBezTo>
                    <a:pt x="7392" y="672"/>
                    <a:pt x="7365" y="700"/>
                    <a:pt x="7330" y="700"/>
                  </a:cubicBezTo>
                  <a:cubicBezTo>
                    <a:pt x="7296" y="700"/>
                    <a:pt x="7268" y="672"/>
                    <a:pt x="7268" y="638"/>
                  </a:cubicBezTo>
                  <a:cubicBezTo>
                    <a:pt x="7268" y="603"/>
                    <a:pt x="7296" y="575"/>
                    <a:pt x="7330" y="575"/>
                  </a:cubicBezTo>
                  <a:cubicBezTo>
                    <a:pt x="7365" y="575"/>
                    <a:pt x="7392" y="603"/>
                    <a:pt x="7392" y="638"/>
                  </a:cubicBezTo>
                  <a:close/>
                  <a:moveTo>
                    <a:pt x="6928" y="2686"/>
                  </a:moveTo>
                  <a:cubicBezTo>
                    <a:pt x="6928" y="2716"/>
                    <a:pt x="6904" y="2740"/>
                    <a:pt x="6874" y="2740"/>
                  </a:cubicBezTo>
                  <a:cubicBezTo>
                    <a:pt x="6844" y="2740"/>
                    <a:pt x="6819" y="2716"/>
                    <a:pt x="6819" y="2686"/>
                  </a:cubicBezTo>
                  <a:cubicBezTo>
                    <a:pt x="6819" y="2656"/>
                    <a:pt x="6844" y="2631"/>
                    <a:pt x="6874" y="2631"/>
                  </a:cubicBezTo>
                  <a:cubicBezTo>
                    <a:pt x="6904" y="2631"/>
                    <a:pt x="6928" y="2656"/>
                    <a:pt x="6928" y="2686"/>
                  </a:cubicBezTo>
                  <a:close/>
                  <a:moveTo>
                    <a:pt x="5677" y="1368"/>
                  </a:moveTo>
                  <a:cubicBezTo>
                    <a:pt x="5677" y="1404"/>
                    <a:pt x="5648" y="1434"/>
                    <a:pt x="5612" y="1434"/>
                  </a:cubicBezTo>
                  <a:cubicBezTo>
                    <a:pt x="5576" y="1434"/>
                    <a:pt x="5547" y="1404"/>
                    <a:pt x="5547" y="1368"/>
                  </a:cubicBezTo>
                  <a:cubicBezTo>
                    <a:pt x="5547" y="1332"/>
                    <a:pt x="5576" y="1303"/>
                    <a:pt x="5612" y="1303"/>
                  </a:cubicBezTo>
                  <a:cubicBezTo>
                    <a:pt x="5648" y="1303"/>
                    <a:pt x="5677" y="1332"/>
                    <a:pt x="5677" y="1368"/>
                  </a:cubicBezTo>
                  <a:close/>
                  <a:moveTo>
                    <a:pt x="6879" y="4792"/>
                  </a:moveTo>
                  <a:cubicBezTo>
                    <a:pt x="6879" y="4819"/>
                    <a:pt x="6858" y="4841"/>
                    <a:pt x="6831" y="4841"/>
                  </a:cubicBezTo>
                  <a:cubicBezTo>
                    <a:pt x="6804" y="4841"/>
                    <a:pt x="6783" y="4819"/>
                    <a:pt x="6783" y="4792"/>
                  </a:cubicBezTo>
                  <a:cubicBezTo>
                    <a:pt x="6783" y="4766"/>
                    <a:pt x="6804" y="4744"/>
                    <a:pt x="6831" y="4744"/>
                  </a:cubicBezTo>
                  <a:cubicBezTo>
                    <a:pt x="6858" y="4744"/>
                    <a:pt x="6879" y="4766"/>
                    <a:pt x="6879" y="4792"/>
                  </a:cubicBezTo>
                  <a:close/>
                  <a:moveTo>
                    <a:pt x="5185" y="4825"/>
                  </a:moveTo>
                  <a:cubicBezTo>
                    <a:pt x="5185" y="4863"/>
                    <a:pt x="5155" y="4893"/>
                    <a:pt x="5117" y="4893"/>
                  </a:cubicBezTo>
                  <a:cubicBezTo>
                    <a:pt x="5079" y="4893"/>
                    <a:pt x="5048" y="4863"/>
                    <a:pt x="5048" y="4825"/>
                  </a:cubicBezTo>
                  <a:cubicBezTo>
                    <a:pt x="5048" y="4787"/>
                    <a:pt x="5079" y="4757"/>
                    <a:pt x="5117" y="4757"/>
                  </a:cubicBezTo>
                  <a:cubicBezTo>
                    <a:pt x="5155" y="4757"/>
                    <a:pt x="5185" y="4787"/>
                    <a:pt x="5185" y="4825"/>
                  </a:cubicBezTo>
                  <a:close/>
                  <a:moveTo>
                    <a:pt x="5831" y="3908"/>
                  </a:moveTo>
                  <a:cubicBezTo>
                    <a:pt x="5831" y="3928"/>
                    <a:pt x="5815" y="3944"/>
                    <a:pt x="5795" y="3944"/>
                  </a:cubicBezTo>
                  <a:cubicBezTo>
                    <a:pt x="5775" y="3944"/>
                    <a:pt x="5759" y="3928"/>
                    <a:pt x="5759" y="3908"/>
                  </a:cubicBezTo>
                  <a:cubicBezTo>
                    <a:pt x="5759" y="3888"/>
                    <a:pt x="5775" y="3872"/>
                    <a:pt x="5795" y="3872"/>
                  </a:cubicBezTo>
                  <a:cubicBezTo>
                    <a:pt x="5815" y="3872"/>
                    <a:pt x="5831" y="3888"/>
                    <a:pt x="5831" y="3908"/>
                  </a:cubicBezTo>
                  <a:close/>
                  <a:moveTo>
                    <a:pt x="7373" y="4431"/>
                  </a:moveTo>
                  <a:cubicBezTo>
                    <a:pt x="7373" y="4449"/>
                    <a:pt x="7358" y="4464"/>
                    <a:pt x="7340" y="4464"/>
                  </a:cubicBezTo>
                  <a:cubicBezTo>
                    <a:pt x="7322" y="4464"/>
                    <a:pt x="7308" y="4449"/>
                    <a:pt x="7308" y="4431"/>
                  </a:cubicBezTo>
                  <a:cubicBezTo>
                    <a:pt x="7308" y="4413"/>
                    <a:pt x="7322" y="4398"/>
                    <a:pt x="7340" y="4398"/>
                  </a:cubicBezTo>
                  <a:cubicBezTo>
                    <a:pt x="7358" y="4398"/>
                    <a:pt x="7373" y="4413"/>
                    <a:pt x="7373" y="4431"/>
                  </a:cubicBezTo>
                  <a:close/>
                  <a:moveTo>
                    <a:pt x="6762" y="4221"/>
                  </a:moveTo>
                  <a:cubicBezTo>
                    <a:pt x="6762" y="4247"/>
                    <a:pt x="6740" y="4268"/>
                    <a:pt x="6714" y="4268"/>
                  </a:cubicBezTo>
                  <a:cubicBezTo>
                    <a:pt x="6688" y="4268"/>
                    <a:pt x="6667" y="4247"/>
                    <a:pt x="6667" y="4221"/>
                  </a:cubicBezTo>
                  <a:cubicBezTo>
                    <a:pt x="6667" y="4194"/>
                    <a:pt x="6688" y="4173"/>
                    <a:pt x="6714" y="4173"/>
                  </a:cubicBezTo>
                  <a:cubicBezTo>
                    <a:pt x="6740" y="4173"/>
                    <a:pt x="6762" y="4194"/>
                    <a:pt x="6762" y="4221"/>
                  </a:cubicBezTo>
                  <a:close/>
                  <a:moveTo>
                    <a:pt x="6494" y="5807"/>
                  </a:moveTo>
                  <a:cubicBezTo>
                    <a:pt x="6494" y="5839"/>
                    <a:pt x="6468" y="5864"/>
                    <a:pt x="6437" y="5864"/>
                  </a:cubicBezTo>
                  <a:cubicBezTo>
                    <a:pt x="6405" y="5864"/>
                    <a:pt x="6379" y="5839"/>
                    <a:pt x="6379" y="5807"/>
                  </a:cubicBezTo>
                  <a:cubicBezTo>
                    <a:pt x="6379" y="5775"/>
                    <a:pt x="6405" y="5750"/>
                    <a:pt x="6437" y="5750"/>
                  </a:cubicBezTo>
                  <a:cubicBezTo>
                    <a:pt x="6468" y="5750"/>
                    <a:pt x="6494" y="5775"/>
                    <a:pt x="6494" y="5807"/>
                  </a:cubicBezTo>
                  <a:close/>
                  <a:moveTo>
                    <a:pt x="6224" y="6033"/>
                  </a:moveTo>
                  <a:cubicBezTo>
                    <a:pt x="6224" y="6063"/>
                    <a:pt x="6199" y="6088"/>
                    <a:pt x="6168" y="6088"/>
                  </a:cubicBezTo>
                  <a:cubicBezTo>
                    <a:pt x="6138" y="6088"/>
                    <a:pt x="6113" y="6063"/>
                    <a:pt x="6113" y="6033"/>
                  </a:cubicBezTo>
                  <a:cubicBezTo>
                    <a:pt x="6113" y="6002"/>
                    <a:pt x="6138" y="5977"/>
                    <a:pt x="6168" y="5977"/>
                  </a:cubicBezTo>
                  <a:cubicBezTo>
                    <a:pt x="6199" y="5977"/>
                    <a:pt x="6224" y="6002"/>
                    <a:pt x="6224" y="6033"/>
                  </a:cubicBezTo>
                  <a:close/>
                  <a:moveTo>
                    <a:pt x="6955" y="3475"/>
                  </a:moveTo>
                  <a:cubicBezTo>
                    <a:pt x="6955" y="3509"/>
                    <a:pt x="6928" y="3536"/>
                    <a:pt x="6895" y="3536"/>
                  </a:cubicBezTo>
                  <a:cubicBezTo>
                    <a:pt x="6862" y="3536"/>
                    <a:pt x="6835" y="3509"/>
                    <a:pt x="6835" y="3475"/>
                  </a:cubicBezTo>
                  <a:cubicBezTo>
                    <a:pt x="6835" y="3442"/>
                    <a:pt x="6862" y="3415"/>
                    <a:pt x="6895" y="3415"/>
                  </a:cubicBezTo>
                  <a:cubicBezTo>
                    <a:pt x="6928" y="3415"/>
                    <a:pt x="6955" y="3442"/>
                    <a:pt x="6955" y="3475"/>
                  </a:cubicBezTo>
                  <a:close/>
                  <a:moveTo>
                    <a:pt x="6938" y="3126"/>
                  </a:moveTo>
                  <a:cubicBezTo>
                    <a:pt x="6938" y="3153"/>
                    <a:pt x="6916" y="3174"/>
                    <a:pt x="6889" y="3174"/>
                  </a:cubicBezTo>
                  <a:cubicBezTo>
                    <a:pt x="6863" y="3174"/>
                    <a:pt x="6841" y="3153"/>
                    <a:pt x="6841" y="3126"/>
                  </a:cubicBezTo>
                  <a:cubicBezTo>
                    <a:pt x="6841" y="3099"/>
                    <a:pt x="6863" y="3077"/>
                    <a:pt x="6889" y="3077"/>
                  </a:cubicBezTo>
                  <a:cubicBezTo>
                    <a:pt x="6916" y="3077"/>
                    <a:pt x="6938" y="3099"/>
                    <a:pt x="6938" y="3126"/>
                  </a:cubicBezTo>
                  <a:close/>
                  <a:moveTo>
                    <a:pt x="5567" y="4076"/>
                  </a:moveTo>
                  <a:cubicBezTo>
                    <a:pt x="5567" y="4109"/>
                    <a:pt x="5541" y="4135"/>
                    <a:pt x="5508" y="4135"/>
                  </a:cubicBezTo>
                  <a:cubicBezTo>
                    <a:pt x="5476" y="4135"/>
                    <a:pt x="5449" y="4109"/>
                    <a:pt x="5449" y="4076"/>
                  </a:cubicBezTo>
                  <a:cubicBezTo>
                    <a:pt x="5449" y="4043"/>
                    <a:pt x="5476" y="4017"/>
                    <a:pt x="5508" y="4017"/>
                  </a:cubicBezTo>
                  <a:cubicBezTo>
                    <a:pt x="5541" y="4017"/>
                    <a:pt x="5567" y="4043"/>
                    <a:pt x="5567" y="4076"/>
                  </a:cubicBezTo>
                  <a:close/>
                  <a:moveTo>
                    <a:pt x="6077" y="441"/>
                  </a:moveTo>
                  <a:cubicBezTo>
                    <a:pt x="6077" y="473"/>
                    <a:pt x="6051" y="499"/>
                    <a:pt x="6018" y="499"/>
                  </a:cubicBezTo>
                  <a:cubicBezTo>
                    <a:pt x="5986" y="499"/>
                    <a:pt x="5960" y="473"/>
                    <a:pt x="5960" y="441"/>
                  </a:cubicBezTo>
                  <a:cubicBezTo>
                    <a:pt x="5960" y="409"/>
                    <a:pt x="5986" y="383"/>
                    <a:pt x="6018" y="383"/>
                  </a:cubicBezTo>
                  <a:cubicBezTo>
                    <a:pt x="6051" y="383"/>
                    <a:pt x="6077" y="409"/>
                    <a:pt x="6077" y="441"/>
                  </a:cubicBezTo>
                  <a:close/>
                  <a:moveTo>
                    <a:pt x="6623" y="4044"/>
                  </a:moveTo>
                  <a:cubicBezTo>
                    <a:pt x="6623" y="4064"/>
                    <a:pt x="6607" y="4080"/>
                    <a:pt x="6587" y="4080"/>
                  </a:cubicBezTo>
                  <a:cubicBezTo>
                    <a:pt x="6567" y="4080"/>
                    <a:pt x="6551" y="4064"/>
                    <a:pt x="6551" y="4044"/>
                  </a:cubicBezTo>
                  <a:cubicBezTo>
                    <a:pt x="6551" y="4024"/>
                    <a:pt x="6567" y="4008"/>
                    <a:pt x="6587" y="4008"/>
                  </a:cubicBezTo>
                  <a:cubicBezTo>
                    <a:pt x="6607" y="4008"/>
                    <a:pt x="6623" y="4024"/>
                    <a:pt x="6623" y="4044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9075420" y="1864919"/>
              <a:ext cx="2811780" cy="1481328"/>
            </a:xfrm>
            <a:custGeom>
              <a:avLst/>
              <a:gdLst/>
              <a:ahLst/>
              <a:cxnLst/>
              <a:rect l="0" t="0" r="r" b="b"/>
              <a:pathLst>
                <a:path w="7500" h="6000" fill="none">
                  <a:moveTo>
                    <a:pt x="0" y="0"/>
                  </a:moveTo>
                  <a:lnTo>
                    <a:pt x="2500" y="0"/>
                  </a:lnTo>
                </a:path>
                <a:path w="7500" h="6000" fill="none">
                  <a:moveTo>
                    <a:pt x="0" y="300"/>
                  </a:moveTo>
                  <a:lnTo>
                    <a:pt x="2500" y="300"/>
                  </a:lnTo>
                </a:path>
                <a:path w="7500" h="6000" fill="none">
                  <a:moveTo>
                    <a:pt x="0" y="600"/>
                  </a:moveTo>
                  <a:lnTo>
                    <a:pt x="2500" y="600"/>
                  </a:lnTo>
                </a:path>
                <a:path w="7500" h="6000" fill="none">
                  <a:moveTo>
                    <a:pt x="0" y="900"/>
                  </a:moveTo>
                  <a:lnTo>
                    <a:pt x="2500" y="900"/>
                  </a:lnTo>
                </a:path>
                <a:path w="7500" h="6000" fill="none">
                  <a:moveTo>
                    <a:pt x="0" y="1200"/>
                  </a:moveTo>
                  <a:lnTo>
                    <a:pt x="2500" y="1200"/>
                  </a:lnTo>
                </a:path>
                <a:path w="7500" h="6000" fill="none">
                  <a:moveTo>
                    <a:pt x="0" y="1500"/>
                  </a:moveTo>
                  <a:lnTo>
                    <a:pt x="2500" y="1500"/>
                  </a:lnTo>
                </a:path>
                <a:path w="7500" h="6000" fill="none">
                  <a:moveTo>
                    <a:pt x="0" y="1800"/>
                  </a:moveTo>
                  <a:lnTo>
                    <a:pt x="2500" y="1800"/>
                  </a:lnTo>
                </a:path>
                <a:path w="7500" h="6000" fill="none">
                  <a:moveTo>
                    <a:pt x="0" y="2100"/>
                  </a:moveTo>
                  <a:lnTo>
                    <a:pt x="2500" y="2100"/>
                  </a:lnTo>
                </a:path>
                <a:path w="7500" h="6000" fill="none">
                  <a:moveTo>
                    <a:pt x="0" y="2400"/>
                  </a:moveTo>
                  <a:lnTo>
                    <a:pt x="2500" y="2400"/>
                  </a:lnTo>
                </a:path>
                <a:path w="7500" h="6000" fill="none">
                  <a:moveTo>
                    <a:pt x="0" y="2700"/>
                  </a:moveTo>
                  <a:lnTo>
                    <a:pt x="2500" y="2700"/>
                  </a:lnTo>
                </a:path>
                <a:path w="7500" h="6000" fill="none">
                  <a:moveTo>
                    <a:pt x="0" y="3000"/>
                  </a:moveTo>
                  <a:lnTo>
                    <a:pt x="2500" y="3000"/>
                  </a:lnTo>
                </a:path>
                <a:path w="7500" h="6000" fill="none">
                  <a:moveTo>
                    <a:pt x="0" y="3300"/>
                  </a:moveTo>
                  <a:lnTo>
                    <a:pt x="2500" y="3300"/>
                  </a:lnTo>
                </a:path>
                <a:path w="7500" h="6000" fill="none">
                  <a:moveTo>
                    <a:pt x="0" y="3600"/>
                  </a:moveTo>
                  <a:lnTo>
                    <a:pt x="2500" y="3600"/>
                  </a:lnTo>
                </a:path>
                <a:path w="7500" h="6000" fill="none">
                  <a:moveTo>
                    <a:pt x="0" y="3900"/>
                  </a:moveTo>
                  <a:lnTo>
                    <a:pt x="2500" y="3900"/>
                  </a:lnTo>
                </a:path>
                <a:path w="7500" h="6000" fill="none">
                  <a:moveTo>
                    <a:pt x="0" y="4200"/>
                  </a:moveTo>
                  <a:lnTo>
                    <a:pt x="2500" y="4200"/>
                  </a:lnTo>
                </a:path>
                <a:path w="7500" h="6000" fill="none">
                  <a:moveTo>
                    <a:pt x="0" y="4500"/>
                  </a:moveTo>
                  <a:lnTo>
                    <a:pt x="2500" y="4500"/>
                  </a:lnTo>
                </a:path>
                <a:path w="7500" h="6000" fill="none">
                  <a:moveTo>
                    <a:pt x="0" y="4800"/>
                  </a:moveTo>
                  <a:lnTo>
                    <a:pt x="2500" y="4800"/>
                  </a:lnTo>
                </a:path>
                <a:path w="7500" h="6000" fill="none">
                  <a:moveTo>
                    <a:pt x="0" y="5100"/>
                  </a:moveTo>
                  <a:lnTo>
                    <a:pt x="2500" y="5100"/>
                  </a:lnTo>
                </a:path>
                <a:path w="7500" h="6000" fill="none">
                  <a:moveTo>
                    <a:pt x="0" y="5400"/>
                  </a:moveTo>
                  <a:lnTo>
                    <a:pt x="2500" y="5400"/>
                  </a:lnTo>
                </a:path>
                <a:path w="7500" h="6000" fill="none">
                  <a:moveTo>
                    <a:pt x="0" y="5700"/>
                  </a:moveTo>
                  <a:lnTo>
                    <a:pt x="2500" y="5700"/>
                  </a:lnTo>
                </a:path>
                <a:path w="7500" h="6000" fill="none">
                  <a:moveTo>
                    <a:pt x="0" y="6000"/>
                  </a:moveTo>
                  <a:lnTo>
                    <a:pt x="2500" y="6000"/>
                  </a:lnTo>
                </a:path>
                <a:path w="7500" h="6000" fill="none">
                  <a:moveTo>
                    <a:pt x="5000" y="0"/>
                  </a:moveTo>
                  <a:lnTo>
                    <a:pt x="7500" y="0"/>
                  </a:lnTo>
                </a:path>
                <a:path w="7500" h="6000" fill="none">
                  <a:moveTo>
                    <a:pt x="5000" y="300"/>
                  </a:moveTo>
                  <a:lnTo>
                    <a:pt x="7500" y="300"/>
                  </a:lnTo>
                </a:path>
                <a:path w="7500" h="6000" fill="none">
                  <a:moveTo>
                    <a:pt x="5000" y="600"/>
                  </a:moveTo>
                  <a:lnTo>
                    <a:pt x="7500" y="600"/>
                  </a:lnTo>
                </a:path>
                <a:path w="7500" h="6000" fill="none">
                  <a:moveTo>
                    <a:pt x="5000" y="900"/>
                  </a:moveTo>
                  <a:lnTo>
                    <a:pt x="7500" y="900"/>
                  </a:lnTo>
                </a:path>
                <a:path w="7500" h="6000" fill="none">
                  <a:moveTo>
                    <a:pt x="5000" y="1200"/>
                  </a:moveTo>
                  <a:lnTo>
                    <a:pt x="7500" y="1200"/>
                  </a:lnTo>
                </a:path>
                <a:path w="7500" h="6000" fill="none">
                  <a:moveTo>
                    <a:pt x="5000" y="1500"/>
                  </a:moveTo>
                  <a:lnTo>
                    <a:pt x="7500" y="1500"/>
                  </a:lnTo>
                </a:path>
                <a:path w="7500" h="6000" fill="none">
                  <a:moveTo>
                    <a:pt x="5000" y="1800"/>
                  </a:moveTo>
                  <a:lnTo>
                    <a:pt x="7500" y="1800"/>
                  </a:lnTo>
                </a:path>
                <a:path w="7500" h="6000" fill="none">
                  <a:moveTo>
                    <a:pt x="5000" y="2100"/>
                  </a:moveTo>
                  <a:lnTo>
                    <a:pt x="7500" y="2100"/>
                  </a:lnTo>
                </a:path>
                <a:path w="7500" h="6000" fill="none">
                  <a:moveTo>
                    <a:pt x="5000" y="2400"/>
                  </a:moveTo>
                  <a:lnTo>
                    <a:pt x="7500" y="2400"/>
                  </a:lnTo>
                </a:path>
                <a:path w="7500" h="6000" fill="none">
                  <a:moveTo>
                    <a:pt x="5000" y="2700"/>
                  </a:moveTo>
                  <a:lnTo>
                    <a:pt x="7500" y="2700"/>
                  </a:lnTo>
                </a:path>
                <a:path w="7500" h="6000" fill="none">
                  <a:moveTo>
                    <a:pt x="5000" y="3000"/>
                  </a:moveTo>
                  <a:lnTo>
                    <a:pt x="7500" y="3000"/>
                  </a:lnTo>
                </a:path>
                <a:path w="7500" h="6000" fill="none">
                  <a:moveTo>
                    <a:pt x="5000" y="3300"/>
                  </a:moveTo>
                  <a:lnTo>
                    <a:pt x="7500" y="3300"/>
                  </a:lnTo>
                </a:path>
                <a:path w="7500" h="6000" fill="none">
                  <a:moveTo>
                    <a:pt x="5000" y="3600"/>
                  </a:moveTo>
                  <a:lnTo>
                    <a:pt x="7500" y="3600"/>
                  </a:lnTo>
                </a:path>
                <a:path w="7500" h="6000" fill="none">
                  <a:moveTo>
                    <a:pt x="5000" y="3900"/>
                  </a:moveTo>
                  <a:lnTo>
                    <a:pt x="7500" y="3900"/>
                  </a:lnTo>
                </a:path>
                <a:path w="7500" h="6000" fill="none">
                  <a:moveTo>
                    <a:pt x="5000" y="4200"/>
                  </a:moveTo>
                  <a:lnTo>
                    <a:pt x="7500" y="4200"/>
                  </a:lnTo>
                </a:path>
                <a:path w="7500" h="6000" fill="none">
                  <a:moveTo>
                    <a:pt x="5000" y="4500"/>
                  </a:moveTo>
                  <a:lnTo>
                    <a:pt x="7500" y="4500"/>
                  </a:lnTo>
                </a:path>
                <a:path w="7500" h="6000" fill="none">
                  <a:moveTo>
                    <a:pt x="5000" y="4800"/>
                  </a:moveTo>
                  <a:lnTo>
                    <a:pt x="7500" y="4800"/>
                  </a:lnTo>
                </a:path>
                <a:path w="7500" h="6000" fill="none">
                  <a:moveTo>
                    <a:pt x="5000" y="5100"/>
                  </a:moveTo>
                  <a:lnTo>
                    <a:pt x="7500" y="5100"/>
                  </a:lnTo>
                </a:path>
                <a:path w="7500" h="6000" fill="none">
                  <a:moveTo>
                    <a:pt x="5000" y="5400"/>
                  </a:moveTo>
                  <a:lnTo>
                    <a:pt x="7500" y="5400"/>
                  </a:lnTo>
                </a:path>
                <a:path w="7500" h="6000" fill="none">
                  <a:moveTo>
                    <a:pt x="5000" y="5700"/>
                  </a:moveTo>
                  <a:lnTo>
                    <a:pt x="7500" y="5700"/>
                  </a:lnTo>
                </a:path>
                <a:path w="7500" h="6000" fill="none">
                  <a:moveTo>
                    <a:pt x="5000" y="6000"/>
                  </a:moveTo>
                  <a:lnTo>
                    <a:pt x="7500" y="6000"/>
                  </a:lnTo>
                </a:path>
              </a:pathLst>
            </a:custGeom>
            <a:noFill/>
            <a:ln w="25400" cap="rnd">
              <a:solidFill>
                <a:srgbClr val="9C9C9C"/>
              </a:solidFill>
              <a:round/>
            </a:ln>
          </p:spPr>
        </p:sp>
      </p:grpSp>
      <p:grpSp>
        <p:nvGrpSpPr>
          <p:cNvPr id="18" name="Recuadro Signo de la playa"/>
          <p:cNvGrpSpPr/>
          <p:nvPr/>
        </p:nvGrpSpPr>
        <p:grpSpPr>
          <a:xfrm>
            <a:off x="365760" y="3520440"/>
            <a:ext cx="3657600" cy="1828800"/>
            <a:chOff x="365760" y="3520440"/>
            <a:chExt cx="3657600" cy="1828800"/>
          </a:xfrm>
        </p:grpSpPr>
        <p:sp>
          <p:nvSpPr>
            <p:cNvPr id="19" name="Forma 18"/>
            <p:cNvSpPr/>
            <p:nvPr/>
          </p:nvSpPr>
          <p:spPr>
            <a:xfrm>
              <a:off x="365760" y="3886200"/>
              <a:ext cx="3657600" cy="14630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Imagen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dinámica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pulmón residual que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mantiene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deslizamiento.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365760" y="352044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 LA PLAYA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Código de barras"/>
          <p:cNvGrpSpPr/>
          <p:nvPr/>
        </p:nvGrpSpPr>
        <p:grpSpPr>
          <a:xfrm>
            <a:off x="4251960" y="3520440"/>
            <a:ext cx="3657600" cy="1828800"/>
            <a:chOff x="4251960" y="3520440"/>
            <a:chExt cx="3657600" cy="1828800"/>
          </a:xfrm>
        </p:grpSpPr>
        <p:sp>
          <p:nvSpPr>
            <p:cNvPr id="22" name="Forma 21"/>
            <p:cNvSpPr/>
            <p:nvPr/>
          </p:nvSpPr>
          <p:spPr>
            <a:xfrm>
              <a:off x="4251960" y="3886200"/>
              <a:ext cx="3657600" cy="14630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Imagen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rígida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, estática: donde hay aire no hay pulmón.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4251960" y="352044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CÓDIGO DE BARRAS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4" name="Recuadro Punto pulmonar"/>
          <p:cNvGrpSpPr/>
          <p:nvPr/>
        </p:nvGrpSpPr>
        <p:grpSpPr>
          <a:xfrm>
            <a:off x="8138160" y="3520440"/>
            <a:ext cx="3749040" cy="1828800"/>
            <a:chOff x="8138160" y="3520440"/>
            <a:chExt cx="3749040" cy="1828800"/>
          </a:xfrm>
        </p:grpSpPr>
        <p:sp>
          <p:nvSpPr>
            <p:cNvPr id="25" name="Forma 24"/>
            <p:cNvSpPr/>
            <p:nvPr/>
          </p:nvSpPr>
          <p:spPr>
            <a:xfrm>
              <a:off x="8138160" y="3886200"/>
              <a:ext cx="3749040" cy="14630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Encuentro playa/código de barras en tiempo real: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especificidad ~100 %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8138160" y="3520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PUNTO PULMONAR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7" name="Líneas E"/>
          <p:cNvSpPr/>
          <p:nvPr/>
        </p:nvSpPr>
        <p:spPr>
          <a:xfrm>
            <a:off x="365760" y="5486400"/>
            <a:ext cx="11521440" cy="868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Líneas E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artefactos en el tejido celular subcutáneo por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enfisema subcutáneo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no son propias del neumotórax pleural.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294090" y="91440"/>
            <a:ext cx="973301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ECOGRÁFICOS (2/2): MODO M Y PUNTO PULMONAR</a:t>
            </a:r>
            <a:endParaRPr lang="es-AR" sz="22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14400"/>
            <a:ext cx="3596640" cy="1371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Ausencia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pulso pulmonar</a:t>
            </a:r>
            <a:endParaRPr lang="es-AR" sz="22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3989832" y="160020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39" h="10" fill="none">
                <a:moveTo>
                  <a:pt x="0" y="0"/>
                </a:moveTo>
                <a:lnTo>
                  <a:pt x="3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4328160" y="914400"/>
            <a:ext cx="3596640" cy="137160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Presencia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líneas A</a:t>
            </a:r>
            <a:endParaRPr lang="es-AR" sz="22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7952232" y="160020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40" h="10" fill="none">
                <a:moveTo>
                  <a:pt x="0" y="0"/>
                </a:moveTo>
                <a:lnTo>
                  <a:pt x="3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8290560" y="914400"/>
            <a:ext cx="3596640" cy="13716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Ausencia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 deslizamiento</a:t>
            </a:r>
            <a:endParaRPr lang="es-AR" sz="2200" dirty="0">
              <a:latin typeface="Mali"/>
            </a:endParaRPr>
          </a:p>
        </p:txBody>
      </p:sp>
      <p:sp>
        <p:nvSpPr>
          <p:cNvPr id="9" name="Trilogía resultado"/>
          <p:cNvSpPr/>
          <p:nvPr/>
        </p:nvSpPr>
        <p:spPr>
          <a:xfrm>
            <a:off x="365760" y="2560320"/>
            <a:ext cx="5577840" cy="192024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Los tres juntos =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 El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punto pulmonar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 el hallazgo más específico.</a:t>
            </a:r>
            <a:endParaRPr lang="es-AR" sz="2100" dirty="0">
              <a:latin typeface="Mali"/>
            </a:endParaRPr>
          </a:p>
        </p:txBody>
      </p:sp>
      <p:sp>
        <p:nvSpPr>
          <p:cNvPr id="10" name="Límite"/>
          <p:cNvSpPr/>
          <p:nvPr/>
        </p:nvSpPr>
        <p:spPr>
          <a:xfrm>
            <a:off x="6217920" y="2560320"/>
            <a:ext cx="5669280" cy="19202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6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Un signo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aislado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(p. ej., solo la ausencia de deslizamiento)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es concluyente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otras causas no están desarrolladas aquí →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verificar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11" name="Médico interpreta"/>
          <p:cNvSpPr/>
          <p:nvPr/>
        </p:nvSpPr>
        <p:spPr>
          <a:xfrm>
            <a:off x="365760" y="4663440"/>
            <a:ext cx="11521440" cy="1691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ecografista puede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describir</a:t>
            </a:r>
            <a:r>
              <a:rPr lang="es-AR" sz="22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los hallazgos sin concluir: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médico interpreta</a:t>
            </a:r>
            <a:r>
              <a:rPr lang="es-AR" sz="22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diagnostica integrando la clínica.</a:t>
            </a:r>
            <a:endParaRPr lang="es-AR" sz="22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224027" y="91440"/>
            <a:ext cx="98030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582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TRILOGÍA DIAGNÓSTICA Y LÍMITES DE INTERPRETACIÓN</a:t>
            </a:r>
            <a:endParaRPr lang="es-AR" sz="2300" dirty="0">
              <a:latin typeface="Mali"/>
            </a:endParaRPr>
          </a:p>
        </p:txBody>
      </p:sp>
      <p:sp>
        <p:nvSpPr>
          <p:cNvPr id="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Leer la imagen con orden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Orden de lectura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 la imagen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Tamaño: grados y criterios ACCP/BTS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Signos específicos: muñón, seno profundo, cúpula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frente a atelectasia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TAC: neumotórax pequeño, hidroneumotórax, neumopericardio</a:t>
            </a:r>
            <a:endParaRPr lang="es-AR" sz="1300" dirty="0">
              <a:latin typeface="Mali"/>
            </a:endParaRPr>
          </a:p>
        </p:txBody>
      </p:sp>
      <p:sp>
        <p:nvSpPr>
          <p:cNvPr id="11" name="Arte Rx1Placa"/>
          <p:cNvSpPr/>
          <p:nvPr/>
        </p:nvSpPr>
        <p:spPr>
          <a:xfrm>
            <a:off x="6446520" y="685800"/>
            <a:ext cx="2834640" cy="28346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12" name="Arte Rx1PartesBlandas"/>
          <p:cNvSpPr/>
          <p:nvPr/>
        </p:nvSpPr>
        <p:spPr>
          <a:xfrm>
            <a:off x="6607454" y="841248"/>
            <a:ext cx="2512771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13" name="Arte Rx1PulmonD"/>
          <p:cNvGrpSpPr/>
          <p:nvPr/>
        </p:nvGrpSpPr>
        <p:grpSpPr>
          <a:xfrm>
            <a:off x="6807708" y="1081786"/>
            <a:ext cx="929335" cy="2061350"/>
            <a:chOff x="6807708" y="1081786"/>
            <a:chExt cx="929335" cy="2061350"/>
          </a:xfrm>
        </p:grpSpPr>
        <p:sp>
          <p:nvSpPr>
            <p:cNvPr id="14" name="Forma 13"/>
            <p:cNvSpPr/>
            <p:nvPr/>
          </p:nvSpPr>
          <p:spPr>
            <a:xfrm>
              <a:off x="6807708" y="1081786"/>
              <a:ext cx="929335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7192086" y="1553195"/>
              <a:ext cx="451870" cy="103616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7226320" y="1654881"/>
              <a:ext cx="349484" cy="741761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7" name="Arte Rx1PulmonI"/>
          <p:cNvGrpSpPr/>
          <p:nvPr/>
        </p:nvGrpSpPr>
        <p:grpSpPr>
          <a:xfrm>
            <a:off x="8050212" y="1081786"/>
            <a:ext cx="869760" cy="2127186"/>
            <a:chOff x="8050212" y="1081786"/>
            <a:chExt cx="869760" cy="2127186"/>
          </a:xfrm>
        </p:grpSpPr>
        <p:sp>
          <p:nvSpPr>
            <p:cNvPr id="18" name="Forma 17"/>
            <p:cNvSpPr/>
            <p:nvPr/>
          </p:nvSpPr>
          <p:spPr>
            <a:xfrm>
              <a:off x="8050212" y="1081786"/>
              <a:ext cx="869760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8080391" y="1112042"/>
              <a:ext cx="80940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8151876" y="1307592"/>
              <a:ext cx="681715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21" name="Arte Rx1Costillas"/>
          <p:cNvSpPr/>
          <p:nvPr/>
        </p:nvSpPr>
        <p:spPr>
          <a:xfrm>
            <a:off x="6656832" y="1060704"/>
            <a:ext cx="2414016" cy="2260397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22" name="Arte Rx1Mediastino"/>
          <p:cNvSpPr/>
          <p:nvPr/>
        </p:nvSpPr>
        <p:spPr>
          <a:xfrm>
            <a:off x="7397496" y="992124"/>
            <a:ext cx="1047902" cy="2016252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23" name="Arte Rx1Traquea"/>
          <p:cNvSpPr/>
          <p:nvPr/>
        </p:nvSpPr>
        <p:spPr>
          <a:xfrm>
            <a:off x="7863840" y="841248"/>
            <a:ext cx="2743" cy="82296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24" name="Arte Rx1AireD"/>
          <p:cNvSpPr/>
          <p:nvPr/>
        </p:nvSpPr>
        <p:spPr>
          <a:xfrm>
            <a:off x="6807708" y="1081786"/>
            <a:ext cx="929335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25" name="Arte Rx1LineaPleuralD"/>
          <p:cNvSpPr/>
          <p:nvPr/>
        </p:nvSpPr>
        <p:spPr>
          <a:xfrm>
            <a:off x="7192086" y="1553195"/>
            <a:ext cx="451870" cy="1036163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26" name="Arte Rx1Diafragma"/>
          <p:cNvSpPr/>
          <p:nvPr/>
        </p:nvSpPr>
        <p:spPr>
          <a:xfrm>
            <a:off x="6853963" y="2824779"/>
            <a:ext cx="2018498" cy="62250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7" name="Arte Rx1Clavículas"/>
          <p:cNvSpPr/>
          <p:nvPr/>
        </p:nvSpPr>
        <p:spPr>
          <a:xfrm>
            <a:off x="7040880" y="950976"/>
            <a:ext cx="1645920" cy="10972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8" name="Arte Rx2Placa"/>
          <p:cNvSpPr/>
          <p:nvPr/>
        </p:nvSpPr>
        <p:spPr>
          <a:xfrm>
            <a:off x="9281160" y="685800"/>
            <a:ext cx="2743200" cy="28346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29" name="Arte Rx2PartesBlandas"/>
          <p:cNvSpPr/>
          <p:nvPr/>
        </p:nvSpPr>
        <p:spPr>
          <a:xfrm>
            <a:off x="9438254" y="841248"/>
            <a:ext cx="2429012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0" name="Arte Rx2PulmonD"/>
          <p:cNvGrpSpPr/>
          <p:nvPr/>
        </p:nvGrpSpPr>
        <p:grpSpPr>
          <a:xfrm>
            <a:off x="9631832" y="1081786"/>
            <a:ext cx="757909" cy="2041804"/>
            <a:chOff x="9631832" y="1081786"/>
            <a:chExt cx="757909" cy="2041804"/>
          </a:xfrm>
        </p:grpSpPr>
        <p:sp>
          <p:nvSpPr>
            <p:cNvPr id="31" name="Forma 30"/>
            <p:cNvSpPr/>
            <p:nvPr/>
          </p:nvSpPr>
          <p:spPr>
            <a:xfrm>
              <a:off x="9631832" y="1081786"/>
              <a:ext cx="757909" cy="2041804"/>
            </a:xfrm>
            <a:custGeom>
              <a:avLst/>
              <a:gdLst/>
              <a:ahLst/>
              <a:cxnLst/>
              <a:rect l="0" t="0" r="r" b="b"/>
              <a:pathLst>
                <a:path w="3839" h="10000">
                  <a:moveTo>
                    <a:pt x="2726" y="4"/>
                  </a:moveTo>
                  <a:lnTo>
                    <a:pt x="2632" y="23"/>
                  </a:lnTo>
                  <a:lnTo>
                    <a:pt x="2514" y="56"/>
                  </a:lnTo>
                  <a:lnTo>
                    <a:pt x="2380" y="103"/>
                  </a:lnTo>
                  <a:lnTo>
                    <a:pt x="2239" y="160"/>
                  </a:lnTo>
                  <a:lnTo>
                    <a:pt x="2101" y="226"/>
                  </a:lnTo>
                  <a:lnTo>
                    <a:pt x="1974" y="299"/>
                  </a:lnTo>
                  <a:lnTo>
                    <a:pt x="1856" y="381"/>
                  </a:lnTo>
                  <a:lnTo>
                    <a:pt x="1739" y="471"/>
                  </a:lnTo>
                  <a:lnTo>
                    <a:pt x="1625" y="571"/>
                  </a:lnTo>
                  <a:lnTo>
                    <a:pt x="1513" y="679"/>
                  </a:lnTo>
                  <a:lnTo>
                    <a:pt x="1406" y="795"/>
                  </a:lnTo>
                  <a:lnTo>
                    <a:pt x="1302" y="917"/>
                  </a:lnTo>
                  <a:lnTo>
                    <a:pt x="1204" y="1047"/>
                  </a:lnTo>
                  <a:lnTo>
                    <a:pt x="1108" y="1185"/>
                  </a:lnTo>
                  <a:lnTo>
                    <a:pt x="1017" y="1330"/>
                  </a:lnTo>
                  <a:lnTo>
                    <a:pt x="929" y="1482"/>
                  </a:lnTo>
                  <a:lnTo>
                    <a:pt x="845" y="1640"/>
                  </a:lnTo>
                  <a:lnTo>
                    <a:pt x="765" y="1804"/>
                  </a:lnTo>
                  <a:lnTo>
                    <a:pt x="688" y="1975"/>
                  </a:lnTo>
                  <a:lnTo>
                    <a:pt x="615" y="2153"/>
                  </a:lnTo>
                  <a:lnTo>
                    <a:pt x="545" y="2337"/>
                  </a:lnTo>
                  <a:lnTo>
                    <a:pt x="480" y="2527"/>
                  </a:lnTo>
                  <a:lnTo>
                    <a:pt x="418" y="2721"/>
                  </a:lnTo>
                  <a:lnTo>
                    <a:pt x="362" y="2919"/>
                  </a:lnTo>
                  <a:lnTo>
                    <a:pt x="311" y="3122"/>
                  </a:lnTo>
                  <a:lnTo>
                    <a:pt x="265" y="3330"/>
                  </a:lnTo>
                  <a:lnTo>
                    <a:pt x="223" y="3543"/>
                  </a:lnTo>
                  <a:lnTo>
                    <a:pt x="185" y="3759"/>
                  </a:lnTo>
                  <a:lnTo>
                    <a:pt x="151" y="3977"/>
                  </a:lnTo>
                  <a:lnTo>
                    <a:pt x="120" y="4196"/>
                  </a:lnTo>
                  <a:lnTo>
                    <a:pt x="93" y="4416"/>
                  </a:lnTo>
                  <a:lnTo>
                    <a:pt x="71" y="4638"/>
                  </a:lnTo>
                  <a:lnTo>
                    <a:pt x="52" y="4863"/>
                  </a:lnTo>
                  <a:lnTo>
                    <a:pt x="36" y="5089"/>
                  </a:lnTo>
                  <a:lnTo>
                    <a:pt x="23" y="5314"/>
                  </a:lnTo>
                  <a:lnTo>
                    <a:pt x="13" y="5539"/>
                  </a:lnTo>
                  <a:lnTo>
                    <a:pt x="5" y="5764"/>
                  </a:lnTo>
                  <a:lnTo>
                    <a:pt x="1" y="5989"/>
                  </a:lnTo>
                  <a:lnTo>
                    <a:pt x="0" y="6215"/>
                  </a:lnTo>
                  <a:lnTo>
                    <a:pt x="1" y="6440"/>
                  </a:lnTo>
                  <a:lnTo>
                    <a:pt x="5" y="6663"/>
                  </a:lnTo>
                  <a:lnTo>
                    <a:pt x="13" y="6883"/>
                  </a:lnTo>
                  <a:lnTo>
                    <a:pt x="24" y="7102"/>
                  </a:lnTo>
                  <a:lnTo>
                    <a:pt x="39" y="7322"/>
                  </a:lnTo>
                  <a:lnTo>
                    <a:pt x="57" y="7540"/>
                  </a:lnTo>
                  <a:lnTo>
                    <a:pt x="77" y="7754"/>
                  </a:lnTo>
                  <a:lnTo>
                    <a:pt x="98" y="7961"/>
                  </a:lnTo>
                  <a:lnTo>
                    <a:pt x="120" y="8159"/>
                  </a:lnTo>
                  <a:lnTo>
                    <a:pt x="144" y="8348"/>
                  </a:lnTo>
                  <a:lnTo>
                    <a:pt x="169" y="8530"/>
                  </a:lnTo>
                  <a:lnTo>
                    <a:pt x="196" y="8706"/>
                  </a:lnTo>
                  <a:lnTo>
                    <a:pt x="224" y="8874"/>
                  </a:lnTo>
                  <a:lnTo>
                    <a:pt x="253" y="9037"/>
                  </a:lnTo>
                  <a:lnTo>
                    <a:pt x="282" y="9193"/>
                  </a:lnTo>
                  <a:lnTo>
                    <a:pt x="311" y="9357"/>
                  </a:lnTo>
                  <a:lnTo>
                    <a:pt x="340" y="9531"/>
                  </a:lnTo>
                  <a:lnTo>
                    <a:pt x="371" y="9698"/>
                  </a:lnTo>
                  <a:lnTo>
                    <a:pt x="402" y="9843"/>
                  </a:lnTo>
                  <a:lnTo>
                    <a:pt x="435" y="9949"/>
                  </a:lnTo>
                  <a:lnTo>
                    <a:pt x="470" y="10000"/>
                  </a:lnTo>
                  <a:lnTo>
                    <a:pt x="502" y="9988"/>
                  </a:lnTo>
                  <a:lnTo>
                    <a:pt x="532" y="9927"/>
                  </a:lnTo>
                  <a:lnTo>
                    <a:pt x="564" y="9827"/>
                  </a:lnTo>
                  <a:lnTo>
                    <a:pt x="601" y="9699"/>
                  </a:lnTo>
                  <a:lnTo>
                    <a:pt x="649" y="9556"/>
                  </a:lnTo>
                  <a:lnTo>
                    <a:pt x="711" y="9408"/>
                  </a:lnTo>
                  <a:lnTo>
                    <a:pt x="789" y="9242"/>
                  </a:lnTo>
                  <a:lnTo>
                    <a:pt x="877" y="9045"/>
                  </a:lnTo>
                  <a:lnTo>
                    <a:pt x="975" y="8832"/>
                  </a:lnTo>
                  <a:lnTo>
                    <a:pt x="1083" y="8619"/>
                  </a:lnTo>
                  <a:lnTo>
                    <a:pt x="1202" y="8421"/>
                  </a:lnTo>
                  <a:lnTo>
                    <a:pt x="1329" y="8253"/>
                  </a:lnTo>
                  <a:lnTo>
                    <a:pt x="1471" y="8113"/>
                  </a:lnTo>
                  <a:lnTo>
                    <a:pt x="1627" y="7988"/>
                  </a:lnTo>
                  <a:lnTo>
                    <a:pt x="1793" y="7878"/>
                  </a:lnTo>
                  <a:lnTo>
                    <a:pt x="1963" y="7783"/>
                  </a:lnTo>
                  <a:lnTo>
                    <a:pt x="2133" y="7702"/>
                  </a:lnTo>
                  <a:lnTo>
                    <a:pt x="2296" y="7635"/>
                  </a:lnTo>
                  <a:lnTo>
                    <a:pt x="2456" y="7578"/>
                  </a:lnTo>
                  <a:lnTo>
                    <a:pt x="2617" y="7530"/>
                  </a:lnTo>
                  <a:lnTo>
                    <a:pt x="2777" y="7497"/>
                  </a:lnTo>
                  <a:lnTo>
                    <a:pt x="2934" y="7483"/>
                  </a:lnTo>
                  <a:lnTo>
                    <a:pt x="3088" y="7491"/>
                  </a:lnTo>
                  <a:lnTo>
                    <a:pt x="3237" y="7527"/>
                  </a:lnTo>
                  <a:lnTo>
                    <a:pt x="3390" y="7598"/>
                  </a:lnTo>
                  <a:lnTo>
                    <a:pt x="3552" y="7700"/>
                  </a:lnTo>
                  <a:lnTo>
                    <a:pt x="3710" y="7825"/>
                  </a:lnTo>
                  <a:lnTo>
                    <a:pt x="3839" y="7951"/>
                  </a:lnTo>
                  <a:lnTo>
                    <a:pt x="3837" y="7689"/>
                  </a:lnTo>
                  <a:lnTo>
                    <a:pt x="3833" y="7441"/>
                  </a:lnTo>
                  <a:lnTo>
                    <a:pt x="3829" y="7194"/>
                  </a:lnTo>
                  <a:lnTo>
                    <a:pt x="3824" y="6948"/>
                  </a:lnTo>
                  <a:lnTo>
                    <a:pt x="3819" y="6702"/>
                  </a:lnTo>
                  <a:lnTo>
                    <a:pt x="3814" y="6457"/>
                  </a:lnTo>
                  <a:lnTo>
                    <a:pt x="3810" y="6211"/>
                  </a:lnTo>
                  <a:lnTo>
                    <a:pt x="3806" y="5964"/>
                  </a:lnTo>
                  <a:lnTo>
                    <a:pt x="3803" y="5718"/>
                  </a:lnTo>
                  <a:lnTo>
                    <a:pt x="3799" y="5472"/>
                  </a:lnTo>
                  <a:lnTo>
                    <a:pt x="3795" y="5226"/>
                  </a:lnTo>
                  <a:lnTo>
                    <a:pt x="3790" y="4979"/>
                  </a:lnTo>
                  <a:lnTo>
                    <a:pt x="3782" y="4733"/>
                  </a:lnTo>
                  <a:lnTo>
                    <a:pt x="3773" y="4486"/>
                  </a:lnTo>
                  <a:lnTo>
                    <a:pt x="3763" y="4239"/>
                  </a:lnTo>
                  <a:lnTo>
                    <a:pt x="3752" y="3992"/>
                  </a:lnTo>
                  <a:lnTo>
                    <a:pt x="3738" y="3746"/>
                  </a:lnTo>
                  <a:lnTo>
                    <a:pt x="3722" y="3500"/>
                  </a:lnTo>
                  <a:lnTo>
                    <a:pt x="3701" y="3255"/>
                  </a:lnTo>
                  <a:lnTo>
                    <a:pt x="3677" y="3007"/>
                  </a:lnTo>
                  <a:lnTo>
                    <a:pt x="3650" y="2755"/>
                  </a:lnTo>
                  <a:lnTo>
                    <a:pt x="3619" y="2504"/>
                  </a:lnTo>
                  <a:lnTo>
                    <a:pt x="3586" y="2259"/>
                  </a:lnTo>
                  <a:lnTo>
                    <a:pt x="3550" y="2024"/>
                  </a:lnTo>
                  <a:lnTo>
                    <a:pt x="3511" y="1804"/>
                  </a:lnTo>
                  <a:lnTo>
                    <a:pt x="3468" y="1597"/>
                  </a:lnTo>
                  <a:lnTo>
                    <a:pt x="3422" y="1399"/>
                  </a:lnTo>
                  <a:lnTo>
                    <a:pt x="3372" y="1211"/>
                  </a:lnTo>
                  <a:lnTo>
                    <a:pt x="3321" y="1036"/>
                  </a:lnTo>
                  <a:lnTo>
                    <a:pt x="3270" y="874"/>
                  </a:lnTo>
                  <a:lnTo>
                    <a:pt x="3220" y="729"/>
                  </a:lnTo>
                  <a:lnTo>
                    <a:pt x="3169" y="601"/>
                  </a:lnTo>
                  <a:lnTo>
                    <a:pt x="3117" y="488"/>
                  </a:lnTo>
                  <a:lnTo>
                    <a:pt x="3064" y="390"/>
                  </a:lnTo>
                  <a:lnTo>
                    <a:pt x="3013" y="304"/>
                  </a:lnTo>
                  <a:lnTo>
                    <a:pt x="2965" y="230"/>
                  </a:lnTo>
                  <a:lnTo>
                    <a:pt x="2921" y="165"/>
                  </a:lnTo>
                  <a:lnTo>
                    <a:pt x="2889" y="109"/>
                  </a:lnTo>
                  <a:lnTo>
                    <a:pt x="2869" y="64"/>
                  </a:lnTo>
                  <a:lnTo>
                    <a:pt x="2852" y="31"/>
                  </a:lnTo>
                  <a:lnTo>
                    <a:pt x="2829" y="9"/>
                  </a:lnTo>
                  <a:lnTo>
                    <a:pt x="2790" y="0"/>
                  </a:lnTo>
                  <a:lnTo>
                    <a:pt x="2726" y="4"/>
                  </a:lnTo>
                  <a:close/>
                </a:path>
              </a:pathLst>
            </a:custGeom>
            <a:gradFill rotWithShape="1">
              <a:gsLst>
                <a:gs pos="0">
                  <a:srgbClr val="E8E8E8"/>
                </a:gs>
                <a:gs pos="100000">
                  <a:srgbClr val="BDBDBD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32" name="Arte Rx2PulmonI"/>
          <p:cNvGrpSpPr/>
          <p:nvPr/>
        </p:nvGrpSpPr>
        <p:grpSpPr>
          <a:xfrm>
            <a:off x="10739274" y="1081786"/>
            <a:ext cx="934414" cy="2127186"/>
            <a:chOff x="10739274" y="1081786"/>
            <a:chExt cx="934414" cy="2127186"/>
          </a:xfrm>
        </p:grpSpPr>
        <p:sp>
          <p:nvSpPr>
            <p:cNvPr id="33" name="Forma 32"/>
            <p:cNvSpPr/>
            <p:nvPr/>
          </p:nvSpPr>
          <p:spPr>
            <a:xfrm>
              <a:off x="10739274" y="1081786"/>
              <a:ext cx="934414" cy="2127186"/>
            </a:xfrm>
            <a:custGeom>
              <a:avLst/>
              <a:gdLst/>
              <a:ahLst/>
              <a:cxnLst/>
              <a:rect l="0" t="0" r="r" b="b"/>
              <a:pathLst>
                <a:path w="4544" h="10000">
                  <a:moveTo>
                    <a:pt x="1926" y="4"/>
                  </a:moveTo>
                  <a:lnTo>
                    <a:pt x="1811" y="0"/>
                  </a:lnTo>
                  <a:lnTo>
                    <a:pt x="1695" y="8"/>
                  </a:lnTo>
                  <a:lnTo>
                    <a:pt x="1582" y="29"/>
                  </a:lnTo>
                  <a:lnTo>
                    <a:pt x="1474" y="62"/>
                  </a:lnTo>
                  <a:lnTo>
                    <a:pt x="1375" y="105"/>
                  </a:lnTo>
                  <a:lnTo>
                    <a:pt x="1287" y="158"/>
                  </a:lnTo>
                  <a:lnTo>
                    <a:pt x="1215" y="221"/>
                  </a:lnTo>
                  <a:lnTo>
                    <a:pt x="1156" y="292"/>
                  </a:lnTo>
                  <a:lnTo>
                    <a:pt x="1106" y="374"/>
                  </a:lnTo>
                  <a:lnTo>
                    <a:pt x="1059" y="469"/>
                  </a:lnTo>
                  <a:lnTo>
                    <a:pt x="1011" y="577"/>
                  </a:lnTo>
                  <a:lnTo>
                    <a:pt x="956" y="700"/>
                  </a:lnTo>
                  <a:lnTo>
                    <a:pt x="893" y="839"/>
                  </a:lnTo>
                  <a:lnTo>
                    <a:pt x="827" y="994"/>
                  </a:lnTo>
                  <a:lnTo>
                    <a:pt x="760" y="1163"/>
                  </a:lnTo>
                  <a:lnTo>
                    <a:pt x="693" y="1343"/>
                  </a:lnTo>
                  <a:lnTo>
                    <a:pt x="627" y="1533"/>
                  </a:lnTo>
                  <a:lnTo>
                    <a:pt x="564" y="1732"/>
                  </a:lnTo>
                  <a:lnTo>
                    <a:pt x="504" y="1943"/>
                  </a:lnTo>
                  <a:lnTo>
                    <a:pt x="445" y="2168"/>
                  </a:lnTo>
                  <a:lnTo>
                    <a:pt x="388" y="2404"/>
                  </a:lnTo>
                  <a:lnTo>
                    <a:pt x="333" y="2645"/>
                  </a:lnTo>
                  <a:lnTo>
                    <a:pt x="280" y="2887"/>
                  </a:lnTo>
                  <a:lnTo>
                    <a:pt x="231" y="3124"/>
                  </a:lnTo>
                  <a:lnTo>
                    <a:pt x="182" y="3359"/>
                  </a:lnTo>
                  <a:lnTo>
                    <a:pt x="130" y="3595"/>
                  </a:lnTo>
                  <a:lnTo>
                    <a:pt x="82" y="3832"/>
                  </a:lnTo>
                  <a:lnTo>
                    <a:pt x="40" y="4069"/>
                  </a:lnTo>
                  <a:lnTo>
                    <a:pt x="12" y="4306"/>
                  </a:lnTo>
                  <a:lnTo>
                    <a:pt x="0" y="4543"/>
                  </a:lnTo>
                  <a:lnTo>
                    <a:pt x="9" y="4779"/>
                  </a:lnTo>
                  <a:lnTo>
                    <a:pt x="37" y="5016"/>
                  </a:lnTo>
                  <a:lnTo>
                    <a:pt x="77" y="5252"/>
                  </a:lnTo>
                  <a:lnTo>
                    <a:pt x="123" y="5489"/>
                  </a:lnTo>
                  <a:lnTo>
                    <a:pt x="168" y="5725"/>
                  </a:lnTo>
                  <a:lnTo>
                    <a:pt x="206" y="5961"/>
                  </a:lnTo>
                  <a:lnTo>
                    <a:pt x="239" y="6194"/>
                  </a:lnTo>
                  <a:lnTo>
                    <a:pt x="273" y="6422"/>
                  </a:lnTo>
                  <a:lnTo>
                    <a:pt x="306" y="6650"/>
                  </a:lnTo>
                  <a:lnTo>
                    <a:pt x="336" y="6882"/>
                  </a:lnTo>
                  <a:lnTo>
                    <a:pt x="364" y="7124"/>
                  </a:lnTo>
                  <a:lnTo>
                    <a:pt x="387" y="7380"/>
                  </a:lnTo>
                  <a:lnTo>
                    <a:pt x="404" y="7677"/>
                  </a:lnTo>
                  <a:lnTo>
                    <a:pt x="413" y="8017"/>
                  </a:lnTo>
                  <a:lnTo>
                    <a:pt x="420" y="8367"/>
                  </a:lnTo>
                  <a:lnTo>
                    <a:pt x="427" y="8692"/>
                  </a:lnTo>
                  <a:lnTo>
                    <a:pt x="438" y="8959"/>
                  </a:lnTo>
                  <a:lnTo>
                    <a:pt x="456" y="9134"/>
                  </a:lnTo>
                  <a:lnTo>
                    <a:pt x="476" y="9198"/>
                  </a:lnTo>
                  <a:lnTo>
                    <a:pt x="493" y="9175"/>
                  </a:lnTo>
                  <a:lnTo>
                    <a:pt x="515" y="9094"/>
                  </a:lnTo>
                  <a:lnTo>
                    <a:pt x="546" y="8984"/>
                  </a:lnTo>
                  <a:lnTo>
                    <a:pt x="593" y="8876"/>
                  </a:lnTo>
                  <a:lnTo>
                    <a:pt x="662" y="8799"/>
                  </a:lnTo>
                  <a:lnTo>
                    <a:pt x="757" y="8744"/>
                  </a:lnTo>
                  <a:lnTo>
                    <a:pt x="873" y="8686"/>
                  </a:lnTo>
                  <a:lnTo>
                    <a:pt x="1005" y="8629"/>
                  </a:lnTo>
                  <a:lnTo>
                    <a:pt x="1147" y="8579"/>
                  </a:lnTo>
                  <a:lnTo>
                    <a:pt x="1293" y="8539"/>
                  </a:lnTo>
                  <a:lnTo>
                    <a:pt x="1436" y="8515"/>
                  </a:lnTo>
                  <a:lnTo>
                    <a:pt x="1578" y="8504"/>
                  </a:lnTo>
                  <a:lnTo>
                    <a:pt x="1726" y="8502"/>
                  </a:lnTo>
                  <a:lnTo>
                    <a:pt x="1877" y="8512"/>
                  </a:lnTo>
                  <a:lnTo>
                    <a:pt x="2031" y="8533"/>
                  </a:lnTo>
                  <a:lnTo>
                    <a:pt x="2185" y="8568"/>
                  </a:lnTo>
                  <a:lnTo>
                    <a:pt x="2338" y="8618"/>
                  </a:lnTo>
                  <a:lnTo>
                    <a:pt x="2496" y="8687"/>
                  </a:lnTo>
                  <a:lnTo>
                    <a:pt x="2658" y="8776"/>
                  </a:lnTo>
                  <a:lnTo>
                    <a:pt x="2822" y="8878"/>
                  </a:lnTo>
                  <a:lnTo>
                    <a:pt x="2981" y="8988"/>
                  </a:lnTo>
                  <a:lnTo>
                    <a:pt x="3131" y="9101"/>
                  </a:lnTo>
                  <a:lnTo>
                    <a:pt x="3267" y="9211"/>
                  </a:lnTo>
                  <a:lnTo>
                    <a:pt x="3389" y="9329"/>
                  </a:lnTo>
                  <a:lnTo>
                    <a:pt x="3503" y="9462"/>
                  </a:lnTo>
                  <a:lnTo>
                    <a:pt x="3607" y="9597"/>
                  </a:lnTo>
                  <a:lnTo>
                    <a:pt x="3701" y="9723"/>
                  </a:lnTo>
                  <a:lnTo>
                    <a:pt x="3786" y="9831"/>
                  </a:lnTo>
                  <a:lnTo>
                    <a:pt x="3860" y="9908"/>
                  </a:lnTo>
                  <a:lnTo>
                    <a:pt x="3920" y="9957"/>
                  </a:lnTo>
                  <a:lnTo>
                    <a:pt x="3966" y="9988"/>
                  </a:lnTo>
                  <a:lnTo>
                    <a:pt x="4002" y="10000"/>
                  </a:lnTo>
                  <a:lnTo>
                    <a:pt x="4032" y="9991"/>
                  </a:lnTo>
                  <a:lnTo>
                    <a:pt x="4061" y="9960"/>
                  </a:lnTo>
                  <a:lnTo>
                    <a:pt x="4092" y="9908"/>
                  </a:lnTo>
                  <a:lnTo>
                    <a:pt x="4126" y="9830"/>
                  </a:lnTo>
                  <a:lnTo>
                    <a:pt x="4157" y="9727"/>
                  </a:lnTo>
                  <a:lnTo>
                    <a:pt x="4187" y="9602"/>
                  </a:lnTo>
                  <a:lnTo>
                    <a:pt x="4216" y="9460"/>
                  </a:lnTo>
                  <a:lnTo>
                    <a:pt x="4245" y="9302"/>
                  </a:lnTo>
                  <a:lnTo>
                    <a:pt x="4273" y="9134"/>
                  </a:lnTo>
                  <a:lnTo>
                    <a:pt x="4301" y="8946"/>
                  </a:lnTo>
                  <a:lnTo>
                    <a:pt x="4328" y="8736"/>
                  </a:lnTo>
                  <a:lnTo>
                    <a:pt x="4355" y="8511"/>
                  </a:lnTo>
                  <a:lnTo>
                    <a:pt x="4381" y="8279"/>
                  </a:lnTo>
                  <a:lnTo>
                    <a:pt x="4405" y="8050"/>
                  </a:lnTo>
                  <a:lnTo>
                    <a:pt x="4427" y="7831"/>
                  </a:lnTo>
                  <a:lnTo>
                    <a:pt x="4449" y="7623"/>
                  </a:lnTo>
                  <a:lnTo>
                    <a:pt x="4469" y="7420"/>
                  </a:lnTo>
                  <a:lnTo>
                    <a:pt x="4489" y="7218"/>
                  </a:lnTo>
                  <a:lnTo>
                    <a:pt x="4506" y="7017"/>
                  </a:lnTo>
                  <a:lnTo>
                    <a:pt x="4520" y="6813"/>
                  </a:lnTo>
                  <a:lnTo>
                    <a:pt x="4531" y="6606"/>
                  </a:lnTo>
                  <a:lnTo>
                    <a:pt x="4538" y="6395"/>
                  </a:lnTo>
                  <a:lnTo>
                    <a:pt x="4542" y="6181"/>
                  </a:lnTo>
                  <a:lnTo>
                    <a:pt x="4544" y="5965"/>
                  </a:lnTo>
                  <a:lnTo>
                    <a:pt x="4542" y="5749"/>
                  </a:lnTo>
                  <a:lnTo>
                    <a:pt x="4538" y="5532"/>
                  </a:lnTo>
                  <a:lnTo>
                    <a:pt x="4531" y="5317"/>
                  </a:lnTo>
                  <a:lnTo>
                    <a:pt x="4521" y="5101"/>
                  </a:lnTo>
                  <a:lnTo>
                    <a:pt x="4509" y="4884"/>
                  </a:lnTo>
                  <a:lnTo>
                    <a:pt x="4494" y="4668"/>
                  </a:lnTo>
                  <a:lnTo>
                    <a:pt x="4475" y="4452"/>
                  </a:lnTo>
                  <a:lnTo>
                    <a:pt x="4453" y="4238"/>
                  </a:lnTo>
                  <a:lnTo>
                    <a:pt x="4427" y="4027"/>
                  </a:lnTo>
                  <a:lnTo>
                    <a:pt x="4398" y="3817"/>
                  </a:lnTo>
                  <a:lnTo>
                    <a:pt x="4365" y="3608"/>
                  </a:lnTo>
                  <a:lnTo>
                    <a:pt x="4329" y="3401"/>
                  </a:lnTo>
                  <a:lnTo>
                    <a:pt x="4289" y="3196"/>
                  </a:lnTo>
                  <a:lnTo>
                    <a:pt x="4244" y="2996"/>
                  </a:lnTo>
                  <a:lnTo>
                    <a:pt x="4195" y="2802"/>
                  </a:lnTo>
                  <a:lnTo>
                    <a:pt x="4141" y="2612"/>
                  </a:lnTo>
                  <a:lnTo>
                    <a:pt x="4083" y="2426"/>
                  </a:lnTo>
                  <a:lnTo>
                    <a:pt x="4020" y="2243"/>
                  </a:lnTo>
                  <a:lnTo>
                    <a:pt x="3953" y="2066"/>
                  </a:lnTo>
                  <a:lnTo>
                    <a:pt x="3882" y="1896"/>
                  </a:lnTo>
                  <a:lnTo>
                    <a:pt x="3808" y="1732"/>
                  </a:lnTo>
                  <a:lnTo>
                    <a:pt x="3731" y="1574"/>
                  </a:lnTo>
                  <a:lnTo>
                    <a:pt x="3651" y="1422"/>
                  </a:lnTo>
                  <a:lnTo>
                    <a:pt x="3567" y="1276"/>
                  </a:lnTo>
                  <a:lnTo>
                    <a:pt x="3479" y="1137"/>
                  </a:lnTo>
                  <a:lnTo>
                    <a:pt x="3388" y="1005"/>
                  </a:lnTo>
                  <a:lnTo>
                    <a:pt x="3293" y="880"/>
                  </a:lnTo>
                  <a:lnTo>
                    <a:pt x="3194" y="763"/>
                  </a:lnTo>
                  <a:lnTo>
                    <a:pt x="3090" y="652"/>
                  </a:lnTo>
                  <a:lnTo>
                    <a:pt x="2983" y="548"/>
                  </a:lnTo>
                  <a:lnTo>
                    <a:pt x="2873" y="453"/>
                  </a:lnTo>
                  <a:lnTo>
                    <a:pt x="2761" y="365"/>
                  </a:lnTo>
                  <a:lnTo>
                    <a:pt x="2648" y="287"/>
                  </a:lnTo>
                  <a:lnTo>
                    <a:pt x="2531" y="217"/>
                  </a:lnTo>
                  <a:lnTo>
                    <a:pt x="2410" y="154"/>
                  </a:lnTo>
                  <a:lnTo>
                    <a:pt x="2286" y="99"/>
                  </a:lnTo>
                  <a:lnTo>
                    <a:pt x="2163" y="54"/>
                  </a:lnTo>
                  <a:lnTo>
                    <a:pt x="2042" y="22"/>
                  </a:lnTo>
                  <a:lnTo>
                    <a:pt x="1926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768473" y="1112002"/>
              <a:ext cx="876045" cy="2058580"/>
            </a:xfrm>
            <a:custGeom>
              <a:avLst/>
              <a:gdLst/>
              <a:ahLst/>
              <a:cxnLst/>
              <a:rect l="0" t="0" r="r" b="b"/>
              <a:pathLst>
                <a:path w="4402" h="10000">
                  <a:moveTo>
                    <a:pt x="451" y="8827"/>
                  </a:moveTo>
                  <a:lnTo>
                    <a:pt x="464" y="8818"/>
                  </a:lnTo>
                  <a:lnTo>
                    <a:pt x="562" y="8762"/>
                  </a:lnTo>
                  <a:lnTo>
                    <a:pt x="570" y="8757"/>
                  </a:lnTo>
                  <a:lnTo>
                    <a:pt x="690" y="8697"/>
                  </a:lnTo>
                  <a:lnTo>
                    <a:pt x="698" y="8694"/>
                  </a:lnTo>
                  <a:lnTo>
                    <a:pt x="834" y="8635"/>
                  </a:lnTo>
                  <a:lnTo>
                    <a:pt x="843" y="8632"/>
                  </a:lnTo>
                  <a:lnTo>
                    <a:pt x="990" y="8580"/>
                  </a:lnTo>
                  <a:lnTo>
                    <a:pt x="1000" y="8577"/>
                  </a:lnTo>
                  <a:lnTo>
                    <a:pt x="1150" y="8536"/>
                  </a:lnTo>
                  <a:lnTo>
                    <a:pt x="1165" y="8532"/>
                  </a:lnTo>
                  <a:lnTo>
                    <a:pt x="1312" y="8507"/>
                  </a:lnTo>
                  <a:lnTo>
                    <a:pt x="1326" y="8506"/>
                  </a:lnTo>
                  <a:lnTo>
                    <a:pt x="1473" y="8494"/>
                  </a:lnTo>
                  <a:lnTo>
                    <a:pt x="1483" y="8494"/>
                  </a:lnTo>
                  <a:lnTo>
                    <a:pt x="1635" y="8492"/>
                  </a:lnTo>
                  <a:lnTo>
                    <a:pt x="1646" y="8493"/>
                  </a:lnTo>
                  <a:lnTo>
                    <a:pt x="1802" y="8502"/>
                  </a:lnTo>
                  <a:lnTo>
                    <a:pt x="1813" y="8503"/>
                  </a:lnTo>
                  <a:lnTo>
                    <a:pt x="1972" y="8525"/>
                  </a:lnTo>
                  <a:lnTo>
                    <a:pt x="1984" y="8528"/>
                  </a:lnTo>
                  <a:lnTo>
                    <a:pt x="2143" y="8564"/>
                  </a:lnTo>
                  <a:lnTo>
                    <a:pt x="2156" y="8567"/>
                  </a:lnTo>
                  <a:lnTo>
                    <a:pt x="2315" y="8619"/>
                  </a:lnTo>
                  <a:lnTo>
                    <a:pt x="2329" y="8624"/>
                  </a:lnTo>
                  <a:lnTo>
                    <a:pt x="2491" y="8696"/>
                  </a:lnTo>
                  <a:lnTo>
                    <a:pt x="2502" y="8701"/>
                  </a:lnTo>
                  <a:lnTo>
                    <a:pt x="2670" y="8792"/>
                  </a:lnTo>
                  <a:lnTo>
                    <a:pt x="2678" y="8797"/>
                  </a:lnTo>
                  <a:lnTo>
                    <a:pt x="2847" y="8902"/>
                  </a:lnTo>
                  <a:lnTo>
                    <a:pt x="2853" y="8906"/>
                  </a:lnTo>
                  <a:lnTo>
                    <a:pt x="3017" y="9020"/>
                  </a:lnTo>
                  <a:lnTo>
                    <a:pt x="3022" y="9023"/>
                  </a:lnTo>
                  <a:lnTo>
                    <a:pt x="3177" y="9140"/>
                  </a:lnTo>
                  <a:lnTo>
                    <a:pt x="3181" y="9144"/>
                  </a:lnTo>
                  <a:lnTo>
                    <a:pt x="3322" y="9258"/>
                  </a:lnTo>
                  <a:lnTo>
                    <a:pt x="3331" y="9266"/>
                  </a:lnTo>
                  <a:lnTo>
                    <a:pt x="3457" y="9388"/>
                  </a:lnTo>
                  <a:lnTo>
                    <a:pt x="3467" y="9398"/>
                  </a:lnTo>
                  <a:lnTo>
                    <a:pt x="3584" y="9535"/>
                  </a:lnTo>
                  <a:lnTo>
                    <a:pt x="3589" y="9541"/>
                  </a:lnTo>
                  <a:lnTo>
                    <a:pt x="3696" y="9680"/>
                  </a:lnTo>
                  <a:lnTo>
                    <a:pt x="3698" y="9682"/>
                  </a:lnTo>
                  <a:lnTo>
                    <a:pt x="3794" y="9811"/>
                  </a:lnTo>
                  <a:lnTo>
                    <a:pt x="3876" y="9915"/>
                  </a:lnTo>
                  <a:lnTo>
                    <a:pt x="3941" y="9983"/>
                  </a:lnTo>
                  <a:lnTo>
                    <a:pt x="3961" y="10000"/>
                  </a:lnTo>
                  <a:lnTo>
                    <a:pt x="3978" y="9960"/>
                  </a:lnTo>
                  <a:lnTo>
                    <a:pt x="4007" y="9865"/>
                  </a:lnTo>
                  <a:lnTo>
                    <a:pt x="4037" y="9743"/>
                  </a:lnTo>
                  <a:lnTo>
                    <a:pt x="4066" y="9600"/>
                  </a:lnTo>
                  <a:lnTo>
                    <a:pt x="4095" y="9441"/>
                  </a:lnTo>
                  <a:lnTo>
                    <a:pt x="4123" y="9269"/>
                  </a:lnTo>
                  <a:lnTo>
                    <a:pt x="4152" y="9078"/>
                  </a:lnTo>
                  <a:lnTo>
                    <a:pt x="4180" y="8862"/>
                  </a:lnTo>
                  <a:lnTo>
                    <a:pt x="4208" y="8631"/>
                  </a:lnTo>
                  <a:lnTo>
                    <a:pt x="4234" y="8393"/>
                  </a:lnTo>
                  <a:lnTo>
                    <a:pt x="4259" y="8156"/>
                  </a:lnTo>
                  <a:lnTo>
                    <a:pt x="4282" y="7931"/>
                  </a:lnTo>
                  <a:lnTo>
                    <a:pt x="4304" y="7716"/>
                  </a:lnTo>
                  <a:lnTo>
                    <a:pt x="4326" y="7506"/>
                  </a:lnTo>
                  <a:lnTo>
                    <a:pt x="4345" y="7299"/>
                  </a:lnTo>
                  <a:lnTo>
                    <a:pt x="4363" y="7092"/>
                  </a:lnTo>
                  <a:lnTo>
                    <a:pt x="4377" y="6885"/>
                  </a:lnTo>
                  <a:lnTo>
                    <a:pt x="4388" y="6673"/>
                  </a:lnTo>
                  <a:lnTo>
                    <a:pt x="4396" y="6457"/>
                  </a:lnTo>
                  <a:lnTo>
                    <a:pt x="4400" y="6238"/>
                  </a:lnTo>
                  <a:lnTo>
                    <a:pt x="4402" y="6018"/>
                  </a:lnTo>
                  <a:lnTo>
                    <a:pt x="4400" y="5796"/>
                  </a:lnTo>
                  <a:lnTo>
                    <a:pt x="4396" y="5574"/>
                  </a:lnTo>
                  <a:lnTo>
                    <a:pt x="4388" y="5353"/>
                  </a:lnTo>
                  <a:lnTo>
                    <a:pt x="4378" y="5132"/>
                  </a:lnTo>
                  <a:lnTo>
                    <a:pt x="4366" y="4910"/>
                  </a:lnTo>
                  <a:lnTo>
                    <a:pt x="4350" y="4688"/>
                  </a:lnTo>
                  <a:lnTo>
                    <a:pt x="4332" y="4467"/>
                  </a:lnTo>
                  <a:lnTo>
                    <a:pt x="4309" y="4249"/>
                  </a:lnTo>
                  <a:lnTo>
                    <a:pt x="4283" y="4034"/>
                  </a:lnTo>
                  <a:lnTo>
                    <a:pt x="4253" y="3819"/>
                  </a:lnTo>
                  <a:lnTo>
                    <a:pt x="4219" y="3606"/>
                  </a:lnTo>
                  <a:lnTo>
                    <a:pt x="4182" y="3394"/>
                  </a:lnTo>
                  <a:lnTo>
                    <a:pt x="4142" y="3186"/>
                  </a:lnTo>
                  <a:lnTo>
                    <a:pt x="4096" y="2983"/>
                  </a:lnTo>
                  <a:lnTo>
                    <a:pt x="4047" y="2787"/>
                  </a:lnTo>
                  <a:lnTo>
                    <a:pt x="3992" y="2594"/>
                  </a:lnTo>
                  <a:lnTo>
                    <a:pt x="3933" y="2406"/>
                  </a:lnTo>
                  <a:lnTo>
                    <a:pt x="3869" y="2221"/>
                  </a:lnTo>
                  <a:lnTo>
                    <a:pt x="3801" y="2042"/>
                  </a:lnTo>
                  <a:lnTo>
                    <a:pt x="3730" y="1870"/>
                  </a:lnTo>
                  <a:lnTo>
                    <a:pt x="3656" y="1705"/>
                  </a:lnTo>
                  <a:lnTo>
                    <a:pt x="3578" y="1546"/>
                  </a:lnTo>
                  <a:lnTo>
                    <a:pt x="3497" y="1394"/>
                  </a:lnTo>
                  <a:lnTo>
                    <a:pt x="3413" y="1248"/>
                  </a:lnTo>
                  <a:lnTo>
                    <a:pt x="3326" y="1109"/>
                  </a:lnTo>
                  <a:lnTo>
                    <a:pt x="3235" y="978"/>
                  </a:lnTo>
                  <a:lnTo>
                    <a:pt x="3141" y="855"/>
                  </a:lnTo>
                  <a:lnTo>
                    <a:pt x="3044" y="739"/>
                  </a:lnTo>
                  <a:lnTo>
                    <a:pt x="2942" y="630"/>
                  </a:lnTo>
                  <a:lnTo>
                    <a:pt x="2837" y="528"/>
                  </a:lnTo>
                  <a:lnTo>
                    <a:pt x="2729" y="434"/>
                  </a:lnTo>
                  <a:lnTo>
                    <a:pt x="2620" y="349"/>
                  </a:lnTo>
                  <a:lnTo>
                    <a:pt x="2510" y="273"/>
                  </a:lnTo>
                  <a:lnTo>
                    <a:pt x="2397" y="205"/>
                  </a:lnTo>
                  <a:lnTo>
                    <a:pt x="2280" y="144"/>
                  </a:lnTo>
                  <a:lnTo>
                    <a:pt x="2161" y="91"/>
                  </a:lnTo>
                  <a:lnTo>
                    <a:pt x="2045" y="49"/>
                  </a:lnTo>
                  <a:lnTo>
                    <a:pt x="1933" y="19"/>
                  </a:lnTo>
                  <a:lnTo>
                    <a:pt x="1829" y="3"/>
                  </a:lnTo>
                  <a:lnTo>
                    <a:pt x="1728" y="0"/>
                  </a:lnTo>
                  <a:lnTo>
                    <a:pt x="1624" y="7"/>
                  </a:lnTo>
                  <a:lnTo>
                    <a:pt x="1523" y="26"/>
                  </a:lnTo>
                  <a:lnTo>
                    <a:pt x="1427" y="55"/>
                  </a:lnTo>
                  <a:lnTo>
                    <a:pt x="1342" y="92"/>
                  </a:lnTo>
                  <a:lnTo>
                    <a:pt x="1270" y="136"/>
                  </a:lnTo>
                  <a:lnTo>
                    <a:pt x="1214" y="184"/>
                  </a:lnTo>
                  <a:lnTo>
                    <a:pt x="1168" y="240"/>
                  </a:lnTo>
                  <a:lnTo>
                    <a:pt x="1125" y="311"/>
                  </a:lnTo>
                  <a:lnTo>
                    <a:pt x="1080" y="400"/>
                  </a:lnTo>
                  <a:lnTo>
                    <a:pt x="1031" y="509"/>
                  </a:lnTo>
                  <a:lnTo>
                    <a:pt x="974" y="636"/>
                  </a:lnTo>
                  <a:lnTo>
                    <a:pt x="911" y="779"/>
                  </a:lnTo>
                  <a:lnTo>
                    <a:pt x="844" y="936"/>
                  </a:lnTo>
                  <a:lnTo>
                    <a:pt x="775" y="1107"/>
                  </a:lnTo>
                  <a:lnTo>
                    <a:pt x="707" y="1290"/>
                  </a:lnTo>
                  <a:lnTo>
                    <a:pt x="640" y="1483"/>
                  </a:lnTo>
                  <a:lnTo>
                    <a:pt x="577" y="1685"/>
                  </a:lnTo>
                  <a:lnTo>
                    <a:pt x="516" y="1899"/>
                  </a:lnTo>
                  <a:lnTo>
                    <a:pt x="455" y="2130"/>
                  </a:lnTo>
                  <a:lnTo>
                    <a:pt x="397" y="2371"/>
                  </a:lnTo>
                  <a:lnTo>
                    <a:pt x="340" y="2618"/>
                  </a:lnTo>
                  <a:lnTo>
                    <a:pt x="286" y="2866"/>
                  </a:lnTo>
                  <a:lnTo>
                    <a:pt x="236" y="3111"/>
                  </a:lnTo>
                  <a:lnTo>
                    <a:pt x="235" y="3112"/>
                  </a:lnTo>
                  <a:lnTo>
                    <a:pt x="184" y="3355"/>
                  </a:lnTo>
                  <a:lnTo>
                    <a:pt x="184" y="3356"/>
                  </a:lnTo>
                  <a:lnTo>
                    <a:pt x="131" y="3599"/>
                  </a:lnTo>
                  <a:lnTo>
                    <a:pt x="82" y="3840"/>
                  </a:lnTo>
                  <a:lnTo>
                    <a:pt x="40" y="4079"/>
                  </a:lnTo>
                  <a:lnTo>
                    <a:pt x="11" y="4316"/>
                  </a:lnTo>
                  <a:lnTo>
                    <a:pt x="0" y="4548"/>
                  </a:lnTo>
                  <a:lnTo>
                    <a:pt x="9" y="4780"/>
                  </a:lnTo>
                  <a:lnTo>
                    <a:pt x="37" y="5015"/>
                  </a:lnTo>
                  <a:lnTo>
                    <a:pt x="77" y="5254"/>
                  </a:lnTo>
                  <a:lnTo>
                    <a:pt x="124" y="5497"/>
                  </a:lnTo>
                  <a:lnTo>
                    <a:pt x="124" y="5497"/>
                  </a:lnTo>
                  <a:lnTo>
                    <a:pt x="171" y="5742"/>
                  </a:lnTo>
                  <a:lnTo>
                    <a:pt x="172" y="5746"/>
                  </a:lnTo>
                  <a:lnTo>
                    <a:pt x="211" y="5990"/>
                  </a:lnTo>
                  <a:lnTo>
                    <a:pt x="212" y="5993"/>
                  </a:lnTo>
                  <a:lnTo>
                    <a:pt x="246" y="6233"/>
                  </a:lnTo>
                  <a:lnTo>
                    <a:pt x="280" y="6468"/>
                  </a:lnTo>
                  <a:lnTo>
                    <a:pt x="280" y="6468"/>
                  </a:lnTo>
                  <a:lnTo>
                    <a:pt x="314" y="6704"/>
                  </a:lnTo>
                  <a:lnTo>
                    <a:pt x="314" y="6705"/>
                  </a:lnTo>
                  <a:lnTo>
                    <a:pt x="346" y="6946"/>
                  </a:lnTo>
                  <a:lnTo>
                    <a:pt x="347" y="6948"/>
                  </a:lnTo>
                  <a:lnTo>
                    <a:pt x="375" y="7198"/>
                  </a:lnTo>
                  <a:lnTo>
                    <a:pt x="375" y="7202"/>
                  </a:lnTo>
                  <a:lnTo>
                    <a:pt x="400" y="7466"/>
                  </a:lnTo>
                  <a:lnTo>
                    <a:pt x="400" y="7471"/>
                  </a:lnTo>
                  <a:lnTo>
                    <a:pt x="417" y="7778"/>
                  </a:lnTo>
                  <a:lnTo>
                    <a:pt x="417" y="7782"/>
                  </a:lnTo>
                  <a:lnTo>
                    <a:pt x="427" y="8133"/>
                  </a:lnTo>
                  <a:lnTo>
                    <a:pt x="427" y="8135"/>
                  </a:lnTo>
                  <a:lnTo>
                    <a:pt x="434" y="8496"/>
                  </a:lnTo>
                  <a:lnTo>
                    <a:pt x="441" y="8830"/>
                  </a:lnTo>
                  <a:lnTo>
                    <a:pt x="441" y="8835"/>
                  </a:lnTo>
                  <a:lnTo>
                    <a:pt x="451" y="8827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931195" y="1307592"/>
              <a:ext cx="658991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36" name="Arte Rx2Costillas"/>
          <p:cNvSpPr/>
          <p:nvPr/>
        </p:nvSpPr>
        <p:spPr>
          <a:xfrm>
            <a:off x="9485986" y="1060704"/>
            <a:ext cx="2333549" cy="2260397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37" name="Arte Rx2Mediastino"/>
          <p:cNvSpPr/>
          <p:nvPr/>
        </p:nvSpPr>
        <p:spPr>
          <a:xfrm>
            <a:off x="10201961" y="992124"/>
            <a:ext cx="90159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136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435"/>
                </a:lnTo>
                <a:lnTo>
                  <a:pt x="1" y="436"/>
                </a:lnTo>
                <a:lnTo>
                  <a:pt x="4" y="439"/>
                </a:lnTo>
                <a:lnTo>
                  <a:pt x="7" y="443"/>
                </a:lnTo>
                <a:lnTo>
                  <a:pt x="10" y="447"/>
                </a:lnTo>
                <a:lnTo>
                  <a:pt x="12" y="451"/>
                </a:lnTo>
                <a:lnTo>
                  <a:pt x="29" y="485"/>
                </a:lnTo>
                <a:lnTo>
                  <a:pt x="31" y="488"/>
                </a:lnTo>
                <a:lnTo>
                  <a:pt x="50" y="531"/>
                </a:lnTo>
                <a:lnTo>
                  <a:pt x="80" y="583"/>
                </a:lnTo>
                <a:lnTo>
                  <a:pt x="123" y="647"/>
                </a:lnTo>
                <a:lnTo>
                  <a:pt x="124" y="648"/>
                </a:lnTo>
                <a:lnTo>
                  <a:pt x="173" y="723"/>
                </a:lnTo>
                <a:lnTo>
                  <a:pt x="174" y="725"/>
                </a:lnTo>
                <a:lnTo>
                  <a:pt x="226" y="812"/>
                </a:lnTo>
                <a:lnTo>
                  <a:pt x="227" y="814"/>
                </a:lnTo>
                <a:lnTo>
                  <a:pt x="280" y="914"/>
                </a:lnTo>
                <a:lnTo>
                  <a:pt x="281" y="916"/>
                </a:lnTo>
                <a:lnTo>
                  <a:pt x="334" y="1030"/>
                </a:lnTo>
                <a:lnTo>
                  <a:pt x="336" y="1033"/>
                </a:lnTo>
                <a:lnTo>
                  <a:pt x="387" y="1163"/>
                </a:lnTo>
                <a:lnTo>
                  <a:pt x="388" y="1165"/>
                </a:lnTo>
                <a:lnTo>
                  <a:pt x="439" y="1312"/>
                </a:lnTo>
                <a:lnTo>
                  <a:pt x="439" y="1314"/>
                </a:lnTo>
                <a:lnTo>
                  <a:pt x="491" y="1477"/>
                </a:lnTo>
                <a:lnTo>
                  <a:pt x="491" y="1478"/>
                </a:lnTo>
                <a:lnTo>
                  <a:pt x="543" y="1656"/>
                </a:lnTo>
                <a:lnTo>
                  <a:pt x="543" y="1657"/>
                </a:lnTo>
                <a:lnTo>
                  <a:pt x="593" y="1848"/>
                </a:lnTo>
                <a:lnTo>
                  <a:pt x="594" y="1849"/>
                </a:lnTo>
                <a:lnTo>
                  <a:pt x="641" y="2050"/>
                </a:lnTo>
                <a:lnTo>
                  <a:pt x="641" y="2051"/>
                </a:lnTo>
                <a:lnTo>
                  <a:pt x="684" y="2261"/>
                </a:lnTo>
                <a:lnTo>
                  <a:pt x="685" y="2262"/>
                </a:lnTo>
                <a:lnTo>
                  <a:pt x="724" y="2485"/>
                </a:lnTo>
                <a:lnTo>
                  <a:pt x="724" y="2486"/>
                </a:lnTo>
                <a:lnTo>
                  <a:pt x="761" y="2724"/>
                </a:lnTo>
                <a:lnTo>
                  <a:pt x="761" y="2725"/>
                </a:lnTo>
                <a:lnTo>
                  <a:pt x="795" y="2973"/>
                </a:lnTo>
                <a:lnTo>
                  <a:pt x="795" y="2974"/>
                </a:lnTo>
                <a:lnTo>
                  <a:pt x="825" y="3229"/>
                </a:lnTo>
                <a:lnTo>
                  <a:pt x="826" y="3229"/>
                </a:lnTo>
                <a:lnTo>
                  <a:pt x="853" y="3484"/>
                </a:lnTo>
                <a:lnTo>
                  <a:pt x="853" y="3485"/>
                </a:lnTo>
                <a:lnTo>
                  <a:pt x="878" y="3736"/>
                </a:lnTo>
                <a:lnTo>
                  <a:pt x="878" y="3736"/>
                </a:lnTo>
                <a:lnTo>
                  <a:pt x="899" y="3984"/>
                </a:lnTo>
                <a:lnTo>
                  <a:pt x="899" y="3985"/>
                </a:lnTo>
                <a:lnTo>
                  <a:pt x="915" y="4234"/>
                </a:lnTo>
                <a:lnTo>
                  <a:pt x="916" y="4235"/>
                </a:lnTo>
                <a:lnTo>
                  <a:pt x="929" y="4485"/>
                </a:lnTo>
                <a:lnTo>
                  <a:pt x="929" y="4485"/>
                </a:lnTo>
                <a:lnTo>
                  <a:pt x="941" y="4735"/>
                </a:lnTo>
                <a:lnTo>
                  <a:pt x="941" y="4736"/>
                </a:lnTo>
                <a:lnTo>
                  <a:pt x="951" y="4986"/>
                </a:lnTo>
                <a:lnTo>
                  <a:pt x="951" y="4986"/>
                </a:lnTo>
                <a:lnTo>
                  <a:pt x="960" y="5236"/>
                </a:lnTo>
                <a:lnTo>
                  <a:pt x="960" y="5236"/>
                </a:lnTo>
                <a:lnTo>
                  <a:pt x="968" y="5485"/>
                </a:lnTo>
                <a:lnTo>
                  <a:pt x="968" y="5486"/>
                </a:lnTo>
                <a:lnTo>
                  <a:pt x="973" y="5735"/>
                </a:lnTo>
                <a:lnTo>
                  <a:pt x="973" y="5736"/>
                </a:lnTo>
                <a:lnTo>
                  <a:pt x="977" y="5985"/>
                </a:lnTo>
                <a:lnTo>
                  <a:pt x="977" y="5985"/>
                </a:lnTo>
                <a:lnTo>
                  <a:pt x="981" y="6235"/>
                </a:lnTo>
                <a:lnTo>
                  <a:pt x="984" y="6484"/>
                </a:lnTo>
                <a:lnTo>
                  <a:pt x="988" y="6733"/>
                </a:lnTo>
                <a:lnTo>
                  <a:pt x="992" y="6921"/>
                </a:lnTo>
                <a:lnTo>
                  <a:pt x="978" y="6986"/>
                </a:lnTo>
                <a:lnTo>
                  <a:pt x="952" y="7142"/>
                </a:lnTo>
                <a:lnTo>
                  <a:pt x="929" y="7309"/>
                </a:lnTo>
                <a:lnTo>
                  <a:pt x="911" y="7489"/>
                </a:lnTo>
                <a:lnTo>
                  <a:pt x="901" y="7676"/>
                </a:lnTo>
                <a:lnTo>
                  <a:pt x="898" y="7866"/>
                </a:lnTo>
                <a:lnTo>
                  <a:pt x="906" y="8053"/>
                </a:lnTo>
                <a:lnTo>
                  <a:pt x="925" y="8231"/>
                </a:lnTo>
                <a:lnTo>
                  <a:pt x="952" y="8407"/>
                </a:lnTo>
                <a:lnTo>
                  <a:pt x="978" y="8548"/>
                </a:lnTo>
                <a:lnTo>
                  <a:pt x="974" y="8549"/>
                </a:lnTo>
                <a:lnTo>
                  <a:pt x="969" y="8550"/>
                </a:lnTo>
                <a:lnTo>
                  <a:pt x="963" y="8551"/>
                </a:lnTo>
                <a:lnTo>
                  <a:pt x="958" y="8550"/>
                </a:lnTo>
                <a:lnTo>
                  <a:pt x="953" y="8550"/>
                </a:lnTo>
                <a:lnTo>
                  <a:pt x="947" y="8548"/>
                </a:lnTo>
                <a:lnTo>
                  <a:pt x="942" y="8547"/>
                </a:lnTo>
                <a:lnTo>
                  <a:pt x="938" y="8544"/>
                </a:lnTo>
                <a:lnTo>
                  <a:pt x="933" y="8542"/>
                </a:lnTo>
                <a:lnTo>
                  <a:pt x="929" y="8539"/>
                </a:lnTo>
                <a:lnTo>
                  <a:pt x="925" y="8535"/>
                </a:lnTo>
                <a:lnTo>
                  <a:pt x="797" y="8409"/>
                </a:lnTo>
                <a:lnTo>
                  <a:pt x="641" y="8286"/>
                </a:lnTo>
                <a:lnTo>
                  <a:pt x="483" y="8187"/>
                </a:lnTo>
                <a:lnTo>
                  <a:pt x="335" y="8119"/>
                </a:lnTo>
                <a:lnTo>
                  <a:pt x="195" y="8085"/>
                </a:lnTo>
                <a:lnTo>
                  <a:pt x="48" y="8077"/>
                </a:lnTo>
                <a:lnTo>
                  <a:pt x="0" y="8081"/>
                </a:lnTo>
                <a:lnTo>
                  <a:pt x="0" y="10000"/>
                </a:lnTo>
                <a:lnTo>
                  <a:pt x="3174" y="10000"/>
                </a:lnTo>
                <a:lnTo>
                  <a:pt x="3164" y="9902"/>
                </a:lnTo>
                <a:lnTo>
                  <a:pt x="3164" y="9898"/>
                </a:lnTo>
                <a:lnTo>
                  <a:pt x="3157" y="9731"/>
                </a:lnTo>
                <a:lnTo>
                  <a:pt x="3332" y="9727"/>
                </a:lnTo>
                <a:lnTo>
                  <a:pt x="3502" y="9714"/>
                </a:lnTo>
                <a:lnTo>
                  <a:pt x="3669" y="9692"/>
                </a:lnTo>
                <a:lnTo>
                  <a:pt x="3828" y="9659"/>
                </a:lnTo>
                <a:lnTo>
                  <a:pt x="3975" y="9611"/>
                </a:lnTo>
                <a:lnTo>
                  <a:pt x="4106" y="9545"/>
                </a:lnTo>
                <a:lnTo>
                  <a:pt x="4216" y="9455"/>
                </a:lnTo>
                <a:lnTo>
                  <a:pt x="4306" y="9337"/>
                </a:lnTo>
                <a:lnTo>
                  <a:pt x="4379" y="9193"/>
                </a:lnTo>
                <a:lnTo>
                  <a:pt x="4436" y="9030"/>
                </a:lnTo>
                <a:lnTo>
                  <a:pt x="4477" y="8856"/>
                </a:lnTo>
                <a:lnTo>
                  <a:pt x="4503" y="8677"/>
                </a:lnTo>
                <a:lnTo>
                  <a:pt x="4516" y="8503"/>
                </a:lnTo>
                <a:lnTo>
                  <a:pt x="4512" y="8327"/>
                </a:lnTo>
                <a:lnTo>
                  <a:pt x="4492" y="8143"/>
                </a:lnTo>
                <a:lnTo>
                  <a:pt x="4457" y="7954"/>
                </a:lnTo>
                <a:lnTo>
                  <a:pt x="4409" y="7767"/>
                </a:lnTo>
                <a:lnTo>
                  <a:pt x="4351" y="7586"/>
                </a:lnTo>
                <a:lnTo>
                  <a:pt x="4284" y="7414"/>
                </a:lnTo>
                <a:lnTo>
                  <a:pt x="4207" y="7251"/>
                </a:lnTo>
                <a:lnTo>
                  <a:pt x="4116" y="7089"/>
                </a:lnTo>
                <a:lnTo>
                  <a:pt x="4015" y="6934"/>
                </a:lnTo>
                <a:lnTo>
                  <a:pt x="3906" y="6787"/>
                </a:lnTo>
                <a:lnTo>
                  <a:pt x="3791" y="6652"/>
                </a:lnTo>
                <a:lnTo>
                  <a:pt x="3672" y="6530"/>
                </a:lnTo>
                <a:lnTo>
                  <a:pt x="3550" y="6424"/>
                </a:lnTo>
                <a:lnTo>
                  <a:pt x="3420" y="6330"/>
                </a:lnTo>
                <a:lnTo>
                  <a:pt x="3285" y="6247"/>
                </a:lnTo>
                <a:lnTo>
                  <a:pt x="3146" y="6174"/>
                </a:lnTo>
                <a:lnTo>
                  <a:pt x="3002" y="6110"/>
                </a:lnTo>
                <a:lnTo>
                  <a:pt x="2856" y="6054"/>
                </a:lnTo>
                <a:lnTo>
                  <a:pt x="2791" y="6032"/>
                </a:lnTo>
                <a:lnTo>
                  <a:pt x="2784" y="5996"/>
                </a:lnTo>
                <a:lnTo>
                  <a:pt x="2784" y="5995"/>
                </a:lnTo>
                <a:lnTo>
                  <a:pt x="2742" y="5746"/>
                </a:lnTo>
                <a:lnTo>
                  <a:pt x="2741" y="5743"/>
                </a:lnTo>
                <a:lnTo>
                  <a:pt x="2712" y="5493"/>
                </a:lnTo>
                <a:lnTo>
                  <a:pt x="2711" y="5489"/>
                </a:lnTo>
                <a:lnTo>
                  <a:pt x="2701" y="5240"/>
                </a:lnTo>
                <a:lnTo>
                  <a:pt x="2701" y="5235"/>
                </a:lnTo>
                <a:lnTo>
                  <a:pt x="2714" y="4985"/>
                </a:lnTo>
                <a:lnTo>
                  <a:pt x="2714" y="4981"/>
                </a:lnTo>
                <a:lnTo>
                  <a:pt x="2745" y="4731"/>
                </a:lnTo>
                <a:lnTo>
                  <a:pt x="2745" y="4728"/>
                </a:lnTo>
                <a:lnTo>
                  <a:pt x="2789" y="4478"/>
                </a:lnTo>
                <a:lnTo>
                  <a:pt x="2789" y="4477"/>
                </a:lnTo>
                <a:lnTo>
                  <a:pt x="2840" y="4227"/>
                </a:lnTo>
                <a:lnTo>
                  <a:pt x="2840" y="4226"/>
                </a:lnTo>
                <a:lnTo>
                  <a:pt x="2895" y="3977"/>
                </a:lnTo>
                <a:lnTo>
                  <a:pt x="2947" y="3730"/>
                </a:lnTo>
                <a:lnTo>
                  <a:pt x="2998" y="3479"/>
                </a:lnTo>
                <a:lnTo>
                  <a:pt x="2999" y="3479"/>
                </a:lnTo>
                <a:lnTo>
                  <a:pt x="3054" y="3224"/>
                </a:lnTo>
                <a:lnTo>
                  <a:pt x="3054" y="3223"/>
                </a:lnTo>
                <a:lnTo>
                  <a:pt x="3112" y="2969"/>
                </a:lnTo>
                <a:lnTo>
                  <a:pt x="3113" y="2968"/>
                </a:lnTo>
                <a:lnTo>
                  <a:pt x="3173" y="2719"/>
                </a:lnTo>
                <a:lnTo>
                  <a:pt x="3173" y="2718"/>
                </a:lnTo>
                <a:lnTo>
                  <a:pt x="3236" y="2480"/>
                </a:lnTo>
                <a:lnTo>
                  <a:pt x="3236" y="2479"/>
                </a:lnTo>
                <a:lnTo>
                  <a:pt x="3299" y="2257"/>
                </a:lnTo>
                <a:lnTo>
                  <a:pt x="3300" y="2255"/>
                </a:lnTo>
                <a:lnTo>
                  <a:pt x="3366" y="2046"/>
                </a:lnTo>
                <a:lnTo>
                  <a:pt x="3366" y="2044"/>
                </a:lnTo>
                <a:lnTo>
                  <a:pt x="3436" y="1844"/>
                </a:lnTo>
                <a:lnTo>
                  <a:pt x="3436" y="1842"/>
                </a:lnTo>
                <a:lnTo>
                  <a:pt x="3507" y="1652"/>
                </a:lnTo>
                <a:lnTo>
                  <a:pt x="3508" y="1651"/>
                </a:lnTo>
                <a:lnTo>
                  <a:pt x="3579" y="1473"/>
                </a:lnTo>
                <a:lnTo>
                  <a:pt x="3579" y="1472"/>
                </a:lnTo>
                <a:lnTo>
                  <a:pt x="3648" y="1309"/>
                </a:lnTo>
                <a:lnTo>
                  <a:pt x="3649" y="1308"/>
                </a:lnTo>
                <a:lnTo>
                  <a:pt x="3715" y="1161"/>
                </a:lnTo>
                <a:lnTo>
                  <a:pt x="3773" y="1031"/>
                </a:lnTo>
                <a:lnTo>
                  <a:pt x="3824" y="917"/>
                </a:lnTo>
                <a:lnTo>
                  <a:pt x="3825" y="915"/>
                </a:lnTo>
                <a:lnTo>
                  <a:pt x="3874" y="815"/>
                </a:lnTo>
                <a:lnTo>
                  <a:pt x="3877" y="811"/>
                </a:lnTo>
                <a:lnTo>
                  <a:pt x="3930" y="724"/>
                </a:lnTo>
                <a:lnTo>
                  <a:pt x="3934" y="718"/>
                </a:lnTo>
                <a:lnTo>
                  <a:pt x="3996" y="643"/>
                </a:lnTo>
                <a:lnTo>
                  <a:pt x="3999" y="639"/>
                </a:lnTo>
                <a:lnTo>
                  <a:pt x="4003" y="636"/>
                </a:lnTo>
                <a:lnTo>
                  <a:pt x="4079" y="570"/>
                </a:lnTo>
                <a:lnTo>
                  <a:pt x="4082" y="568"/>
                </a:lnTo>
                <a:lnTo>
                  <a:pt x="4086" y="565"/>
                </a:lnTo>
                <a:lnTo>
                  <a:pt x="4179" y="509"/>
                </a:lnTo>
                <a:lnTo>
                  <a:pt x="4185" y="506"/>
                </a:lnTo>
                <a:lnTo>
                  <a:pt x="4290" y="460"/>
                </a:lnTo>
                <a:lnTo>
                  <a:pt x="4296" y="458"/>
                </a:lnTo>
                <a:lnTo>
                  <a:pt x="4410" y="424"/>
                </a:lnTo>
                <a:lnTo>
                  <a:pt x="4415" y="422"/>
                </a:lnTo>
                <a:lnTo>
                  <a:pt x="4535" y="400"/>
                </a:lnTo>
                <a:lnTo>
                  <a:pt x="4541" y="399"/>
                </a:lnTo>
                <a:lnTo>
                  <a:pt x="4625" y="393"/>
                </a:lnTo>
                <a:lnTo>
                  <a:pt x="4625" y="195"/>
                </a:lnTo>
                <a:lnTo>
                  <a:pt x="4493" y="159"/>
                </a:lnTo>
                <a:lnTo>
                  <a:pt x="4136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38" name="Arte Rx2Traquea"/>
          <p:cNvSpPr/>
          <p:nvPr/>
        </p:nvSpPr>
        <p:spPr>
          <a:xfrm>
            <a:off x="10553319" y="841248"/>
            <a:ext cx="79553" cy="822960"/>
          </a:xfrm>
          <a:custGeom>
            <a:avLst/>
            <a:gdLst/>
            <a:ahLst/>
            <a:cxnLst/>
            <a:rect l="0" t="0" r="r" b="b"/>
            <a:pathLst>
              <a:path w="300" h="3000" fill="none">
                <a:moveTo>
                  <a:pt x="300" y="0"/>
                </a:moveTo>
                <a:lnTo>
                  <a:pt x="283" y="176"/>
                </a:lnTo>
                <a:lnTo>
                  <a:pt x="261" y="422"/>
                </a:lnTo>
                <a:lnTo>
                  <a:pt x="234" y="712"/>
                </a:lnTo>
                <a:lnTo>
                  <a:pt x="205" y="1022"/>
                </a:lnTo>
                <a:lnTo>
                  <a:pt x="176" y="1326"/>
                </a:lnTo>
                <a:lnTo>
                  <a:pt x="150" y="1600"/>
                </a:lnTo>
                <a:lnTo>
                  <a:pt x="123" y="1861"/>
                </a:lnTo>
                <a:lnTo>
                  <a:pt x="94" y="2133"/>
                </a:lnTo>
                <a:lnTo>
                  <a:pt x="65" y="2400"/>
                </a:lnTo>
                <a:lnTo>
                  <a:pt x="38" y="2644"/>
                </a:lnTo>
                <a:lnTo>
                  <a:pt x="16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39" name="Arte Rx2Diafragma"/>
          <p:cNvSpPr/>
          <p:nvPr/>
        </p:nvSpPr>
        <p:spPr>
          <a:xfrm>
            <a:off x="9676546" y="2610371"/>
            <a:ext cx="1951215" cy="836917"/>
          </a:xfrm>
          <a:custGeom>
            <a:avLst/>
            <a:gdLst/>
            <a:ahLst/>
            <a:cxnLst/>
            <a:rect l="0" t="0" r="r" b="b"/>
            <a:pathLst>
              <a:path w="10000" h="4146">
                <a:moveTo>
                  <a:pt x="0" y="3996"/>
                </a:moveTo>
                <a:lnTo>
                  <a:pt x="310" y="4053"/>
                </a:lnTo>
                <a:lnTo>
                  <a:pt x="1117" y="4140"/>
                </a:lnTo>
                <a:lnTo>
                  <a:pt x="1190" y="4146"/>
                </a:lnTo>
                <a:lnTo>
                  <a:pt x="8815" y="4146"/>
                </a:lnTo>
                <a:lnTo>
                  <a:pt x="8888" y="4140"/>
                </a:lnTo>
                <a:lnTo>
                  <a:pt x="9695" y="4053"/>
                </a:lnTo>
                <a:lnTo>
                  <a:pt x="10000" y="3997"/>
                </a:lnTo>
                <a:lnTo>
                  <a:pt x="9759" y="2868"/>
                </a:lnTo>
                <a:lnTo>
                  <a:pt x="9732" y="2880"/>
                </a:lnTo>
                <a:lnTo>
                  <a:pt x="9697" y="2903"/>
                </a:lnTo>
                <a:lnTo>
                  <a:pt x="9652" y="2921"/>
                </a:lnTo>
                <a:lnTo>
                  <a:pt x="9592" y="2915"/>
                </a:lnTo>
                <a:lnTo>
                  <a:pt x="9515" y="2868"/>
                </a:lnTo>
                <a:lnTo>
                  <a:pt x="9420" y="2767"/>
                </a:lnTo>
                <a:lnTo>
                  <a:pt x="9309" y="2622"/>
                </a:lnTo>
                <a:lnTo>
                  <a:pt x="9183" y="2455"/>
                </a:lnTo>
                <a:lnTo>
                  <a:pt x="9043" y="2286"/>
                </a:lnTo>
                <a:lnTo>
                  <a:pt x="8889" y="2134"/>
                </a:lnTo>
                <a:lnTo>
                  <a:pt x="8716" y="1994"/>
                </a:lnTo>
                <a:lnTo>
                  <a:pt x="8522" y="1852"/>
                </a:lnTo>
                <a:lnTo>
                  <a:pt x="8317" y="1717"/>
                </a:lnTo>
                <a:lnTo>
                  <a:pt x="8111" y="1599"/>
                </a:lnTo>
                <a:lnTo>
                  <a:pt x="7911" y="1509"/>
                </a:lnTo>
                <a:lnTo>
                  <a:pt x="7717" y="1448"/>
                </a:lnTo>
                <a:lnTo>
                  <a:pt x="7522" y="1409"/>
                </a:lnTo>
                <a:lnTo>
                  <a:pt x="7329" y="1390"/>
                </a:lnTo>
                <a:lnTo>
                  <a:pt x="7141" y="1388"/>
                </a:lnTo>
                <a:lnTo>
                  <a:pt x="6960" y="1400"/>
                </a:lnTo>
                <a:lnTo>
                  <a:pt x="6778" y="1433"/>
                </a:lnTo>
                <a:lnTo>
                  <a:pt x="6595" y="1488"/>
                </a:lnTo>
                <a:lnTo>
                  <a:pt x="6421" y="1556"/>
                </a:lnTo>
                <a:lnTo>
                  <a:pt x="6267" y="1630"/>
                </a:lnTo>
                <a:lnTo>
                  <a:pt x="6144" y="1699"/>
                </a:lnTo>
                <a:lnTo>
                  <a:pt x="6077" y="1777"/>
                </a:lnTo>
                <a:lnTo>
                  <a:pt x="6058" y="1867"/>
                </a:lnTo>
                <a:lnTo>
                  <a:pt x="6051" y="1955"/>
                </a:lnTo>
                <a:lnTo>
                  <a:pt x="6019" y="2022"/>
                </a:lnTo>
                <a:lnTo>
                  <a:pt x="5927" y="2053"/>
                </a:lnTo>
                <a:lnTo>
                  <a:pt x="5759" y="2033"/>
                </a:lnTo>
                <a:lnTo>
                  <a:pt x="5541" y="1973"/>
                </a:lnTo>
                <a:lnTo>
                  <a:pt x="5294" y="1895"/>
                </a:lnTo>
                <a:lnTo>
                  <a:pt x="5039" y="1819"/>
                </a:lnTo>
                <a:lnTo>
                  <a:pt x="4799" y="1767"/>
                </a:lnTo>
                <a:lnTo>
                  <a:pt x="4552" y="1758"/>
                </a:lnTo>
                <a:lnTo>
                  <a:pt x="4284" y="1777"/>
                </a:lnTo>
                <a:lnTo>
                  <a:pt x="4027" y="1797"/>
                </a:lnTo>
                <a:lnTo>
                  <a:pt x="3812" y="1789"/>
                </a:lnTo>
                <a:lnTo>
                  <a:pt x="3671" y="1727"/>
                </a:lnTo>
                <a:lnTo>
                  <a:pt x="3641" y="1591"/>
                </a:lnTo>
                <a:lnTo>
                  <a:pt x="3700" y="1401"/>
                </a:lnTo>
                <a:lnTo>
                  <a:pt x="3794" y="1184"/>
                </a:lnTo>
                <a:lnTo>
                  <a:pt x="3866" y="966"/>
                </a:lnTo>
                <a:lnTo>
                  <a:pt x="3861" y="775"/>
                </a:lnTo>
                <a:lnTo>
                  <a:pt x="3764" y="601"/>
                </a:lnTo>
                <a:lnTo>
                  <a:pt x="3614" y="426"/>
                </a:lnTo>
                <a:lnTo>
                  <a:pt x="3430" y="264"/>
                </a:lnTo>
                <a:lnTo>
                  <a:pt x="3233" y="131"/>
                </a:lnTo>
                <a:lnTo>
                  <a:pt x="3046" y="41"/>
                </a:lnTo>
                <a:lnTo>
                  <a:pt x="2864" y="1"/>
                </a:lnTo>
                <a:lnTo>
                  <a:pt x="2676" y="0"/>
                </a:lnTo>
                <a:lnTo>
                  <a:pt x="2483" y="29"/>
                </a:lnTo>
                <a:lnTo>
                  <a:pt x="2288" y="82"/>
                </a:lnTo>
                <a:lnTo>
                  <a:pt x="2094" y="150"/>
                </a:lnTo>
                <a:lnTo>
                  <a:pt x="1895" y="233"/>
                </a:lnTo>
                <a:lnTo>
                  <a:pt x="1688" y="337"/>
                </a:lnTo>
                <a:lnTo>
                  <a:pt x="1483" y="461"/>
                </a:lnTo>
                <a:lnTo>
                  <a:pt x="1289" y="607"/>
                </a:lnTo>
                <a:lnTo>
                  <a:pt x="1116" y="775"/>
                </a:lnTo>
                <a:lnTo>
                  <a:pt x="962" y="983"/>
                </a:lnTo>
                <a:lnTo>
                  <a:pt x="822" y="1231"/>
                </a:lnTo>
                <a:lnTo>
                  <a:pt x="696" y="1492"/>
                </a:lnTo>
                <a:lnTo>
                  <a:pt x="586" y="1738"/>
                </a:lnTo>
                <a:lnTo>
                  <a:pt x="491" y="1944"/>
                </a:lnTo>
                <a:lnTo>
                  <a:pt x="413" y="2110"/>
                </a:lnTo>
                <a:lnTo>
                  <a:pt x="354" y="2253"/>
                </a:lnTo>
                <a:lnTo>
                  <a:pt x="308" y="2373"/>
                </a:lnTo>
                <a:lnTo>
                  <a:pt x="273" y="2470"/>
                </a:lnTo>
                <a:lnTo>
                  <a:pt x="246" y="2542"/>
                </a:lnTo>
                <a:lnTo>
                  <a:pt x="0" y="3996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40" name="Arte Rx2Clavículas"/>
          <p:cNvSpPr/>
          <p:nvPr/>
        </p:nvSpPr>
        <p:spPr>
          <a:xfrm>
            <a:off x="9857232" y="950976"/>
            <a:ext cx="1591056" cy="10972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41" name="Arte TACPantalla"/>
          <p:cNvSpPr/>
          <p:nvPr/>
        </p:nvSpPr>
        <p:spPr>
          <a:xfrm>
            <a:off x="7772400" y="3657600"/>
            <a:ext cx="2743200" cy="265176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2" name="Arte TACCuerpo"/>
          <p:cNvSpPr/>
          <p:nvPr/>
        </p:nvSpPr>
        <p:spPr>
          <a:xfrm>
            <a:off x="7903274" y="3896258"/>
            <a:ext cx="2481453" cy="2202925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43" name="Arte TACPulmonD"/>
          <p:cNvGrpSpPr/>
          <p:nvPr/>
        </p:nvGrpSpPr>
        <p:grpSpPr>
          <a:xfrm>
            <a:off x="8445967" y="4764944"/>
            <a:ext cx="536448" cy="1064733"/>
            <a:chOff x="8445967" y="4764944"/>
            <a:chExt cx="536448" cy="1064733"/>
          </a:xfrm>
        </p:grpSpPr>
        <p:sp>
          <p:nvSpPr>
            <p:cNvPr id="44" name="Forma 43"/>
            <p:cNvSpPr/>
            <p:nvPr/>
          </p:nvSpPr>
          <p:spPr>
            <a:xfrm>
              <a:off x="8445967" y="4764944"/>
              <a:ext cx="536448" cy="1064733"/>
            </a:xfrm>
            <a:custGeom>
              <a:avLst/>
              <a:gdLst/>
              <a:ahLst/>
              <a:cxnLst/>
              <a:rect l="0" t="0" r="r" b="b"/>
              <a:pathLst>
                <a:path w="4870" h="10000">
                  <a:moveTo>
                    <a:pt x="3707" y="12"/>
                  </a:moveTo>
                  <a:lnTo>
                    <a:pt x="3336" y="0"/>
                  </a:lnTo>
                  <a:lnTo>
                    <a:pt x="2868" y="68"/>
                  </a:lnTo>
                  <a:lnTo>
                    <a:pt x="2352" y="210"/>
                  </a:lnTo>
                  <a:lnTo>
                    <a:pt x="1835" y="420"/>
                  </a:lnTo>
                  <a:lnTo>
                    <a:pt x="1368" y="690"/>
                  </a:lnTo>
                  <a:lnTo>
                    <a:pt x="997" y="1013"/>
                  </a:lnTo>
                  <a:lnTo>
                    <a:pt x="722" y="1411"/>
                  </a:lnTo>
                  <a:lnTo>
                    <a:pt x="501" y="1891"/>
                  </a:lnTo>
                  <a:lnTo>
                    <a:pt x="330" y="2432"/>
                  </a:lnTo>
                  <a:lnTo>
                    <a:pt x="200" y="3010"/>
                  </a:lnTo>
                  <a:lnTo>
                    <a:pt x="106" y="3601"/>
                  </a:lnTo>
                  <a:lnTo>
                    <a:pt x="41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1" y="6092"/>
                  </a:lnTo>
                  <a:lnTo>
                    <a:pt x="100" y="6736"/>
                  </a:lnTo>
                  <a:lnTo>
                    <a:pt x="209" y="7334"/>
                  </a:lnTo>
                  <a:lnTo>
                    <a:pt x="360" y="7855"/>
                  </a:lnTo>
                  <a:lnTo>
                    <a:pt x="567" y="8314"/>
                  </a:lnTo>
                  <a:lnTo>
                    <a:pt x="832" y="8739"/>
                  </a:lnTo>
                  <a:lnTo>
                    <a:pt x="1137" y="9117"/>
                  </a:lnTo>
                  <a:lnTo>
                    <a:pt x="1463" y="9437"/>
                  </a:lnTo>
                  <a:lnTo>
                    <a:pt x="1795" y="9688"/>
                  </a:lnTo>
                  <a:lnTo>
                    <a:pt x="2113" y="9857"/>
                  </a:lnTo>
                  <a:lnTo>
                    <a:pt x="2435" y="9957"/>
                  </a:lnTo>
                  <a:lnTo>
                    <a:pt x="2780" y="10000"/>
                  </a:lnTo>
                  <a:lnTo>
                    <a:pt x="3129" y="9972"/>
                  </a:lnTo>
                  <a:lnTo>
                    <a:pt x="3465" y="9864"/>
                  </a:lnTo>
                  <a:lnTo>
                    <a:pt x="3769" y="9662"/>
                  </a:lnTo>
                  <a:lnTo>
                    <a:pt x="4025" y="9357"/>
                  </a:lnTo>
                  <a:lnTo>
                    <a:pt x="4234" y="8910"/>
                  </a:lnTo>
                  <a:lnTo>
                    <a:pt x="4409" y="8325"/>
                  </a:lnTo>
                  <a:lnTo>
                    <a:pt x="4553" y="7646"/>
                  </a:lnTo>
                  <a:lnTo>
                    <a:pt x="4669" y="6922"/>
                  </a:lnTo>
                  <a:lnTo>
                    <a:pt x="4758" y="6197"/>
                  </a:lnTo>
                  <a:lnTo>
                    <a:pt x="4822" y="5519"/>
                  </a:lnTo>
                  <a:lnTo>
                    <a:pt x="4860" y="4854"/>
                  </a:lnTo>
                  <a:lnTo>
                    <a:pt x="4870" y="4159"/>
                  </a:lnTo>
                  <a:lnTo>
                    <a:pt x="4852" y="3464"/>
                  </a:lnTo>
                  <a:lnTo>
                    <a:pt x="4810" y="2800"/>
                  </a:lnTo>
                  <a:lnTo>
                    <a:pt x="4747" y="2195"/>
                  </a:lnTo>
                  <a:lnTo>
                    <a:pt x="4663" y="1681"/>
                  </a:lnTo>
                  <a:lnTo>
                    <a:pt x="4570" y="1246"/>
                  </a:lnTo>
                  <a:lnTo>
                    <a:pt x="4468" y="865"/>
                  </a:lnTo>
                  <a:lnTo>
                    <a:pt x="4344" y="544"/>
                  </a:lnTo>
                  <a:lnTo>
                    <a:pt x="4185" y="290"/>
                  </a:lnTo>
                  <a:lnTo>
                    <a:pt x="3977" y="111"/>
                  </a:lnTo>
                  <a:lnTo>
                    <a:pt x="3707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468543" y="4777339"/>
              <a:ext cx="461025" cy="876921"/>
            </a:xfrm>
            <a:custGeom>
              <a:avLst/>
              <a:gdLst/>
              <a:ahLst/>
              <a:cxnLst/>
              <a:rect l="0" t="0" r="r" b="b"/>
              <a:pathLst>
                <a:path w="1680" h="3306">
                  <a:moveTo>
                    <a:pt x="600" y="558"/>
                  </a:moveTo>
                  <a:cubicBezTo>
                    <a:pt x="600" y="586"/>
                    <a:pt x="578" y="608"/>
                    <a:pt x="550" y="608"/>
                  </a:cubicBezTo>
                  <a:cubicBezTo>
                    <a:pt x="523" y="608"/>
                    <a:pt x="501" y="586"/>
                    <a:pt x="501" y="558"/>
                  </a:cubicBezTo>
                  <a:cubicBezTo>
                    <a:pt x="501" y="531"/>
                    <a:pt x="523" y="509"/>
                    <a:pt x="550" y="509"/>
                  </a:cubicBezTo>
                  <a:cubicBezTo>
                    <a:pt x="578" y="509"/>
                    <a:pt x="600" y="531"/>
                    <a:pt x="600" y="558"/>
                  </a:cubicBezTo>
                  <a:close/>
                  <a:moveTo>
                    <a:pt x="100" y="2104"/>
                  </a:moveTo>
                  <a:cubicBezTo>
                    <a:pt x="100" y="2127"/>
                    <a:pt x="81" y="2145"/>
                    <a:pt x="59" y="2145"/>
                  </a:cubicBezTo>
                  <a:cubicBezTo>
                    <a:pt x="36" y="2145"/>
                    <a:pt x="18" y="2127"/>
                    <a:pt x="18" y="2104"/>
                  </a:cubicBezTo>
                  <a:cubicBezTo>
                    <a:pt x="18" y="2082"/>
                    <a:pt x="36" y="2063"/>
                    <a:pt x="59" y="2063"/>
                  </a:cubicBezTo>
                  <a:cubicBezTo>
                    <a:pt x="81" y="2063"/>
                    <a:pt x="100" y="2082"/>
                    <a:pt x="100" y="2104"/>
                  </a:cubicBezTo>
                  <a:close/>
                  <a:moveTo>
                    <a:pt x="62" y="1990"/>
                  </a:moveTo>
                  <a:cubicBezTo>
                    <a:pt x="62" y="2007"/>
                    <a:pt x="48" y="2021"/>
                    <a:pt x="31" y="2021"/>
                  </a:cubicBezTo>
                  <a:cubicBezTo>
                    <a:pt x="13" y="2021"/>
                    <a:pt x="0" y="2007"/>
                    <a:pt x="0" y="1990"/>
                  </a:cubicBezTo>
                  <a:cubicBezTo>
                    <a:pt x="0" y="1973"/>
                    <a:pt x="13" y="1959"/>
                    <a:pt x="31" y="1959"/>
                  </a:cubicBezTo>
                  <a:cubicBezTo>
                    <a:pt x="48" y="1959"/>
                    <a:pt x="62" y="1973"/>
                    <a:pt x="62" y="1990"/>
                  </a:cubicBezTo>
                  <a:close/>
                  <a:moveTo>
                    <a:pt x="798" y="233"/>
                  </a:moveTo>
                  <a:cubicBezTo>
                    <a:pt x="798" y="251"/>
                    <a:pt x="783" y="266"/>
                    <a:pt x="765" y="266"/>
                  </a:cubicBezTo>
                  <a:cubicBezTo>
                    <a:pt x="747" y="266"/>
                    <a:pt x="733" y="251"/>
                    <a:pt x="733" y="233"/>
                  </a:cubicBezTo>
                  <a:cubicBezTo>
                    <a:pt x="733" y="215"/>
                    <a:pt x="747" y="201"/>
                    <a:pt x="765" y="201"/>
                  </a:cubicBezTo>
                  <a:cubicBezTo>
                    <a:pt x="783" y="201"/>
                    <a:pt x="798" y="215"/>
                    <a:pt x="798" y="233"/>
                  </a:cubicBezTo>
                  <a:close/>
                  <a:moveTo>
                    <a:pt x="781" y="3273"/>
                  </a:moveTo>
                  <a:cubicBezTo>
                    <a:pt x="781" y="3291"/>
                    <a:pt x="766" y="3306"/>
                    <a:pt x="747" y="3306"/>
                  </a:cubicBezTo>
                  <a:cubicBezTo>
                    <a:pt x="729" y="3306"/>
                    <a:pt x="714" y="3291"/>
                    <a:pt x="714" y="3273"/>
                  </a:cubicBezTo>
                  <a:cubicBezTo>
                    <a:pt x="714" y="3254"/>
                    <a:pt x="729" y="3239"/>
                    <a:pt x="747" y="3239"/>
                  </a:cubicBezTo>
                  <a:cubicBezTo>
                    <a:pt x="766" y="3239"/>
                    <a:pt x="781" y="3254"/>
                    <a:pt x="781" y="3273"/>
                  </a:cubicBezTo>
                  <a:close/>
                  <a:moveTo>
                    <a:pt x="412" y="2472"/>
                  </a:moveTo>
                  <a:cubicBezTo>
                    <a:pt x="412" y="2504"/>
                    <a:pt x="386" y="2530"/>
                    <a:pt x="354" y="2530"/>
                  </a:cubicBezTo>
                  <a:cubicBezTo>
                    <a:pt x="321" y="2530"/>
                    <a:pt x="295" y="2504"/>
                    <a:pt x="295" y="2472"/>
                  </a:cubicBezTo>
                  <a:cubicBezTo>
                    <a:pt x="295" y="2440"/>
                    <a:pt x="321" y="2414"/>
                    <a:pt x="354" y="2414"/>
                  </a:cubicBezTo>
                  <a:cubicBezTo>
                    <a:pt x="386" y="2414"/>
                    <a:pt x="412" y="2440"/>
                    <a:pt x="412" y="2472"/>
                  </a:cubicBezTo>
                  <a:close/>
                  <a:moveTo>
                    <a:pt x="1105" y="1546"/>
                  </a:moveTo>
                  <a:cubicBezTo>
                    <a:pt x="1105" y="1578"/>
                    <a:pt x="1079" y="1605"/>
                    <a:pt x="1046" y="1605"/>
                  </a:cubicBezTo>
                  <a:cubicBezTo>
                    <a:pt x="1013" y="1605"/>
                    <a:pt x="986" y="1578"/>
                    <a:pt x="986" y="1546"/>
                  </a:cubicBezTo>
                  <a:cubicBezTo>
                    <a:pt x="986" y="1513"/>
                    <a:pt x="1013" y="1486"/>
                    <a:pt x="1046" y="1486"/>
                  </a:cubicBezTo>
                  <a:cubicBezTo>
                    <a:pt x="1079" y="1486"/>
                    <a:pt x="1105" y="1513"/>
                    <a:pt x="1105" y="1546"/>
                  </a:cubicBezTo>
                  <a:close/>
                  <a:moveTo>
                    <a:pt x="517" y="532"/>
                  </a:moveTo>
                  <a:cubicBezTo>
                    <a:pt x="517" y="550"/>
                    <a:pt x="502" y="566"/>
                    <a:pt x="484" y="566"/>
                  </a:cubicBezTo>
                  <a:cubicBezTo>
                    <a:pt x="465" y="566"/>
                    <a:pt x="450" y="550"/>
                    <a:pt x="450" y="532"/>
                  </a:cubicBezTo>
                  <a:cubicBezTo>
                    <a:pt x="450" y="513"/>
                    <a:pt x="465" y="498"/>
                    <a:pt x="484" y="498"/>
                  </a:cubicBezTo>
                  <a:cubicBezTo>
                    <a:pt x="502" y="498"/>
                    <a:pt x="517" y="513"/>
                    <a:pt x="517" y="532"/>
                  </a:cubicBezTo>
                  <a:close/>
                  <a:moveTo>
                    <a:pt x="556" y="3230"/>
                  </a:moveTo>
                  <a:cubicBezTo>
                    <a:pt x="556" y="3249"/>
                    <a:pt x="540" y="3265"/>
                    <a:pt x="520" y="3265"/>
                  </a:cubicBezTo>
                  <a:cubicBezTo>
                    <a:pt x="501" y="3265"/>
                    <a:pt x="485" y="3249"/>
                    <a:pt x="485" y="3230"/>
                  </a:cubicBezTo>
                  <a:cubicBezTo>
                    <a:pt x="485" y="3210"/>
                    <a:pt x="501" y="3194"/>
                    <a:pt x="520" y="3194"/>
                  </a:cubicBezTo>
                  <a:cubicBezTo>
                    <a:pt x="540" y="3194"/>
                    <a:pt x="556" y="3210"/>
                    <a:pt x="556" y="3230"/>
                  </a:cubicBezTo>
                  <a:close/>
                  <a:moveTo>
                    <a:pt x="1096" y="2518"/>
                  </a:moveTo>
                  <a:cubicBezTo>
                    <a:pt x="1096" y="2541"/>
                    <a:pt x="1077" y="2559"/>
                    <a:pt x="1055" y="2559"/>
                  </a:cubicBezTo>
                  <a:cubicBezTo>
                    <a:pt x="1032" y="2559"/>
                    <a:pt x="1013" y="2541"/>
                    <a:pt x="1013" y="2518"/>
                  </a:cubicBezTo>
                  <a:cubicBezTo>
                    <a:pt x="1013" y="2495"/>
                    <a:pt x="1032" y="2477"/>
                    <a:pt x="1055" y="2477"/>
                  </a:cubicBezTo>
                  <a:cubicBezTo>
                    <a:pt x="1077" y="2477"/>
                    <a:pt x="1096" y="2495"/>
                    <a:pt x="1096" y="2518"/>
                  </a:cubicBezTo>
                  <a:close/>
                  <a:moveTo>
                    <a:pt x="1020" y="205"/>
                  </a:moveTo>
                  <a:cubicBezTo>
                    <a:pt x="1020" y="222"/>
                    <a:pt x="1006" y="237"/>
                    <a:pt x="988" y="237"/>
                  </a:cubicBezTo>
                  <a:cubicBezTo>
                    <a:pt x="971" y="237"/>
                    <a:pt x="957" y="222"/>
                    <a:pt x="957" y="205"/>
                  </a:cubicBezTo>
                  <a:cubicBezTo>
                    <a:pt x="957" y="187"/>
                    <a:pt x="971" y="173"/>
                    <a:pt x="988" y="173"/>
                  </a:cubicBezTo>
                  <a:cubicBezTo>
                    <a:pt x="1006" y="173"/>
                    <a:pt x="1020" y="187"/>
                    <a:pt x="1020" y="205"/>
                  </a:cubicBezTo>
                  <a:close/>
                  <a:moveTo>
                    <a:pt x="363" y="2685"/>
                  </a:moveTo>
                  <a:cubicBezTo>
                    <a:pt x="363" y="2708"/>
                    <a:pt x="344" y="2728"/>
                    <a:pt x="320" y="2728"/>
                  </a:cubicBezTo>
                  <a:cubicBezTo>
                    <a:pt x="296" y="2728"/>
                    <a:pt x="277" y="2708"/>
                    <a:pt x="277" y="2685"/>
                  </a:cubicBezTo>
                  <a:cubicBezTo>
                    <a:pt x="277" y="2661"/>
                    <a:pt x="296" y="2642"/>
                    <a:pt x="320" y="2642"/>
                  </a:cubicBezTo>
                  <a:cubicBezTo>
                    <a:pt x="344" y="2642"/>
                    <a:pt x="363" y="2661"/>
                    <a:pt x="363" y="2685"/>
                  </a:cubicBezTo>
                  <a:close/>
                  <a:moveTo>
                    <a:pt x="575" y="2304"/>
                  </a:moveTo>
                  <a:cubicBezTo>
                    <a:pt x="575" y="2328"/>
                    <a:pt x="556" y="2347"/>
                    <a:pt x="532" y="2347"/>
                  </a:cubicBezTo>
                  <a:cubicBezTo>
                    <a:pt x="507" y="2347"/>
                    <a:pt x="488" y="2328"/>
                    <a:pt x="488" y="2304"/>
                  </a:cubicBezTo>
                  <a:cubicBezTo>
                    <a:pt x="488" y="2280"/>
                    <a:pt x="507" y="2260"/>
                    <a:pt x="532" y="2260"/>
                  </a:cubicBezTo>
                  <a:cubicBezTo>
                    <a:pt x="556" y="2260"/>
                    <a:pt x="575" y="2280"/>
                    <a:pt x="575" y="2304"/>
                  </a:cubicBezTo>
                  <a:close/>
                  <a:moveTo>
                    <a:pt x="554" y="3142"/>
                  </a:moveTo>
                  <a:cubicBezTo>
                    <a:pt x="554" y="3170"/>
                    <a:pt x="532" y="3193"/>
                    <a:pt x="503" y="3193"/>
                  </a:cubicBezTo>
                  <a:cubicBezTo>
                    <a:pt x="475" y="3193"/>
                    <a:pt x="452" y="3170"/>
                    <a:pt x="452" y="3142"/>
                  </a:cubicBezTo>
                  <a:cubicBezTo>
                    <a:pt x="452" y="3114"/>
                    <a:pt x="475" y="3091"/>
                    <a:pt x="503" y="3091"/>
                  </a:cubicBezTo>
                  <a:cubicBezTo>
                    <a:pt x="532" y="3091"/>
                    <a:pt x="554" y="3114"/>
                    <a:pt x="554" y="3142"/>
                  </a:cubicBezTo>
                  <a:close/>
                  <a:moveTo>
                    <a:pt x="440" y="2259"/>
                  </a:moveTo>
                  <a:cubicBezTo>
                    <a:pt x="440" y="2284"/>
                    <a:pt x="420" y="2305"/>
                    <a:pt x="395" y="2305"/>
                  </a:cubicBezTo>
                  <a:cubicBezTo>
                    <a:pt x="369" y="2305"/>
                    <a:pt x="349" y="2284"/>
                    <a:pt x="349" y="2259"/>
                  </a:cubicBezTo>
                  <a:cubicBezTo>
                    <a:pt x="349" y="2234"/>
                    <a:pt x="369" y="2213"/>
                    <a:pt x="395" y="2213"/>
                  </a:cubicBezTo>
                  <a:cubicBezTo>
                    <a:pt x="420" y="2213"/>
                    <a:pt x="440" y="2234"/>
                    <a:pt x="440" y="2259"/>
                  </a:cubicBezTo>
                  <a:close/>
                  <a:moveTo>
                    <a:pt x="1667" y="2882"/>
                  </a:moveTo>
                  <a:cubicBezTo>
                    <a:pt x="1667" y="2903"/>
                    <a:pt x="1650" y="2920"/>
                    <a:pt x="1629" y="2920"/>
                  </a:cubicBezTo>
                  <a:cubicBezTo>
                    <a:pt x="1607" y="2920"/>
                    <a:pt x="1590" y="2903"/>
                    <a:pt x="1590" y="2882"/>
                  </a:cubicBezTo>
                  <a:cubicBezTo>
                    <a:pt x="1590" y="2860"/>
                    <a:pt x="1607" y="2843"/>
                    <a:pt x="1629" y="2843"/>
                  </a:cubicBezTo>
                  <a:cubicBezTo>
                    <a:pt x="1650" y="2843"/>
                    <a:pt x="1667" y="2860"/>
                    <a:pt x="1667" y="2882"/>
                  </a:cubicBezTo>
                  <a:close/>
                  <a:moveTo>
                    <a:pt x="769" y="2993"/>
                  </a:moveTo>
                  <a:cubicBezTo>
                    <a:pt x="769" y="3012"/>
                    <a:pt x="754" y="3027"/>
                    <a:pt x="735" y="3027"/>
                  </a:cubicBezTo>
                  <a:cubicBezTo>
                    <a:pt x="716" y="3027"/>
                    <a:pt x="700" y="3012"/>
                    <a:pt x="700" y="2993"/>
                  </a:cubicBezTo>
                  <a:cubicBezTo>
                    <a:pt x="700" y="2974"/>
                    <a:pt x="716" y="2958"/>
                    <a:pt x="735" y="2958"/>
                  </a:cubicBezTo>
                  <a:cubicBezTo>
                    <a:pt x="754" y="2958"/>
                    <a:pt x="769" y="2974"/>
                    <a:pt x="769" y="2993"/>
                  </a:cubicBezTo>
                  <a:close/>
                  <a:moveTo>
                    <a:pt x="1271" y="3023"/>
                  </a:moveTo>
                  <a:cubicBezTo>
                    <a:pt x="1271" y="3049"/>
                    <a:pt x="1250" y="3070"/>
                    <a:pt x="1224" y="3070"/>
                  </a:cubicBezTo>
                  <a:cubicBezTo>
                    <a:pt x="1198" y="3070"/>
                    <a:pt x="1177" y="3049"/>
                    <a:pt x="1177" y="3023"/>
                  </a:cubicBezTo>
                  <a:cubicBezTo>
                    <a:pt x="1177" y="2997"/>
                    <a:pt x="1198" y="2975"/>
                    <a:pt x="1224" y="2975"/>
                  </a:cubicBezTo>
                  <a:cubicBezTo>
                    <a:pt x="1250" y="2975"/>
                    <a:pt x="1271" y="2997"/>
                    <a:pt x="1271" y="3023"/>
                  </a:cubicBezTo>
                  <a:close/>
                  <a:moveTo>
                    <a:pt x="1680" y="1213"/>
                  </a:moveTo>
                  <a:cubicBezTo>
                    <a:pt x="1680" y="1241"/>
                    <a:pt x="1657" y="1263"/>
                    <a:pt x="1629" y="1263"/>
                  </a:cubicBezTo>
                  <a:cubicBezTo>
                    <a:pt x="1601" y="1263"/>
                    <a:pt x="1578" y="1241"/>
                    <a:pt x="1578" y="1213"/>
                  </a:cubicBezTo>
                  <a:cubicBezTo>
                    <a:pt x="1578" y="1184"/>
                    <a:pt x="1601" y="1162"/>
                    <a:pt x="1629" y="1162"/>
                  </a:cubicBezTo>
                  <a:cubicBezTo>
                    <a:pt x="1657" y="1162"/>
                    <a:pt x="1680" y="1184"/>
                    <a:pt x="1680" y="1213"/>
                  </a:cubicBezTo>
                  <a:close/>
                  <a:moveTo>
                    <a:pt x="1123" y="2281"/>
                  </a:moveTo>
                  <a:cubicBezTo>
                    <a:pt x="1123" y="2305"/>
                    <a:pt x="1104" y="2325"/>
                    <a:pt x="1080" y="2325"/>
                  </a:cubicBezTo>
                  <a:cubicBezTo>
                    <a:pt x="1055" y="2325"/>
                    <a:pt x="1036" y="2305"/>
                    <a:pt x="1036" y="2281"/>
                  </a:cubicBezTo>
                  <a:cubicBezTo>
                    <a:pt x="1036" y="2257"/>
                    <a:pt x="1055" y="2237"/>
                    <a:pt x="1080" y="2237"/>
                  </a:cubicBezTo>
                  <a:cubicBezTo>
                    <a:pt x="1104" y="2237"/>
                    <a:pt x="1123" y="2257"/>
                    <a:pt x="1123" y="2281"/>
                  </a:cubicBezTo>
                  <a:close/>
                  <a:moveTo>
                    <a:pt x="876" y="2619"/>
                  </a:moveTo>
                  <a:cubicBezTo>
                    <a:pt x="876" y="2637"/>
                    <a:pt x="862" y="2651"/>
                    <a:pt x="844" y="2651"/>
                  </a:cubicBezTo>
                  <a:cubicBezTo>
                    <a:pt x="827" y="2651"/>
                    <a:pt x="813" y="2637"/>
                    <a:pt x="813" y="2619"/>
                  </a:cubicBezTo>
                  <a:cubicBezTo>
                    <a:pt x="813" y="2602"/>
                    <a:pt x="827" y="2588"/>
                    <a:pt x="844" y="2588"/>
                  </a:cubicBezTo>
                  <a:cubicBezTo>
                    <a:pt x="862" y="2588"/>
                    <a:pt x="876" y="2602"/>
                    <a:pt x="876" y="2619"/>
                  </a:cubicBezTo>
                  <a:close/>
                  <a:moveTo>
                    <a:pt x="1349" y="2551"/>
                  </a:moveTo>
                  <a:cubicBezTo>
                    <a:pt x="1349" y="2584"/>
                    <a:pt x="1322" y="2611"/>
                    <a:pt x="1289" y="2611"/>
                  </a:cubicBezTo>
                  <a:cubicBezTo>
                    <a:pt x="1256" y="2611"/>
                    <a:pt x="1229" y="2584"/>
                    <a:pt x="1229" y="2551"/>
                  </a:cubicBezTo>
                  <a:cubicBezTo>
                    <a:pt x="1229" y="2518"/>
                    <a:pt x="1256" y="2491"/>
                    <a:pt x="1289" y="2491"/>
                  </a:cubicBezTo>
                  <a:cubicBezTo>
                    <a:pt x="1322" y="2491"/>
                    <a:pt x="1349" y="2518"/>
                    <a:pt x="1349" y="2551"/>
                  </a:cubicBezTo>
                  <a:close/>
                  <a:moveTo>
                    <a:pt x="1566" y="1095"/>
                  </a:moveTo>
                  <a:cubicBezTo>
                    <a:pt x="1566" y="1118"/>
                    <a:pt x="1547" y="1137"/>
                    <a:pt x="1525" y="1137"/>
                  </a:cubicBezTo>
                  <a:cubicBezTo>
                    <a:pt x="1502" y="1137"/>
                    <a:pt x="1483" y="1118"/>
                    <a:pt x="1483" y="1095"/>
                  </a:cubicBezTo>
                  <a:cubicBezTo>
                    <a:pt x="1483" y="1073"/>
                    <a:pt x="1502" y="1054"/>
                    <a:pt x="1525" y="1054"/>
                  </a:cubicBezTo>
                  <a:cubicBezTo>
                    <a:pt x="1547" y="1054"/>
                    <a:pt x="1566" y="1073"/>
                    <a:pt x="1566" y="1095"/>
                  </a:cubicBezTo>
                  <a:close/>
                  <a:moveTo>
                    <a:pt x="1269" y="43"/>
                  </a:moveTo>
                  <a:cubicBezTo>
                    <a:pt x="1269" y="68"/>
                    <a:pt x="1249" y="87"/>
                    <a:pt x="1225" y="87"/>
                  </a:cubicBezTo>
                  <a:cubicBezTo>
                    <a:pt x="1201" y="87"/>
                    <a:pt x="1181" y="68"/>
                    <a:pt x="1181" y="43"/>
                  </a:cubicBezTo>
                  <a:cubicBezTo>
                    <a:pt x="1181" y="19"/>
                    <a:pt x="1201" y="0"/>
                    <a:pt x="1225" y="0"/>
                  </a:cubicBezTo>
                  <a:cubicBezTo>
                    <a:pt x="1249" y="0"/>
                    <a:pt x="1269" y="19"/>
                    <a:pt x="1269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46" name="Arte TACPulmonI"/>
          <p:cNvGrpSpPr/>
          <p:nvPr/>
        </p:nvGrpSpPr>
        <p:grpSpPr>
          <a:xfrm>
            <a:off x="9336024" y="4245836"/>
            <a:ext cx="709168" cy="1609778"/>
            <a:chOff x="9336024" y="4245836"/>
            <a:chExt cx="709168" cy="1609778"/>
          </a:xfrm>
        </p:grpSpPr>
        <p:sp>
          <p:nvSpPr>
            <p:cNvPr id="47" name="Forma 46"/>
            <p:cNvSpPr/>
            <p:nvPr/>
          </p:nvSpPr>
          <p:spPr>
            <a:xfrm>
              <a:off x="9336024" y="4245836"/>
              <a:ext cx="709168" cy="1609778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9478309" y="4469163"/>
              <a:ext cx="431302" cy="1144306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49" name="Arte TACCorazon"/>
          <p:cNvSpPr/>
          <p:nvPr/>
        </p:nvSpPr>
        <p:spPr>
          <a:xfrm>
            <a:off x="8924544" y="4523535"/>
            <a:ext cx="603949" cy="631819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50" name="Arte TACVertebra"/>
          <p:cNvSpPr/>
          <p:nvPr/>
        </p:nvSpPr>
        <p:spPr>
          <a:xfrm>
            <a:off x="8951976" y="5527091"/>
            <a:ext cx="384048" cy="344729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51" name="Arte TACAorta"/>
          <p:cNvSpPr/>
          <p:nvPr/>
        </p:nvSpPr>
        <p:spPr>
          <a:xfrm>
            <a:off x="9204350" y="5253960"/>
            <a:ext cx="208483" cy="201534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52" name="Arte TACAire"/>
          <p:cNvSpPr/>
          <p:nvPr/>
        </p:nvSpPr>
        <p:spPr>
          <a:xfrm>
            <a:off x="8149337" y="4238976"/>
            <a:ext cx="893061" cy="1642168"/>
          </a:xfrm>
          <a:custGeom>
            <a:avLst/>
            <a:gdLst/>
            <a:ahLst/>
            <a:cxnLst/>
            <a:rect l="0" t="0" r="r" b="b"/>
            <a:pathLst>
              <a:path w="5257" h="10000">
                <a:moveTo>
                  <a:pt x="3954" y="16"/>
                </a:moveTo>
                <a:lnTo>
                  <a:pt x="3938" y="13"/>
                </a:lnTo>
                <a:lnTo>
                  <a:pt x="3922" y="12"/>
                </a:lnTo>
                <a:lnTo>
                  <a:pt x="3547" y="0"/>
                </a:lnTo>
                <a:lnTo>
                  <a:pt x="3533" y="0"/>
                </a:lnTo>
                <a:lnTo>
                  <a:pt x="3519" y="1"/>
                </a:lnTo>
                <a:lnTo>
                  <a:pt x="3045" y="67"/>
                </a:lnTo>
                <a:lnTo>
                  <a:pt x="3026" y="71"/>
                </a:lnTo>
                <a:lnTo>
                  <a:pt x="2503" y="209"/>
                </a:lnTo>
                <a:lnTo>
                  <a:pt x="2486" y="214"/>
                </a:lnTo>
                <a:lnTo>
                  <a:pt x="1963" y="417"/>
                </a:lnTo>
                <a:lnTo>
                  <a:pt x="1943" y="427"/>
                </a:lnTo>
                <a:lnTo>
                  <a:pt x="1469" y="688"/>
                </a:lnTo>
                <a:lnTo>
                  <a:pt x="1456" y="696"/>
                </a:lnTo>
                <a:lnTo>
                  <a:pt x="1444" y="705"/>
                </a:lnTo>
                <a:lnTo>
                  <a:pt x="1068" y="1018"/>
                </a:lnTo>
                <a:lnTo>
                  <a:pt x="1058" y="1027"/>
                </a:lnTo>
                <a:lnTo>
                  <a:pt x="1049" y="1037"/>
                </a:lnTo>
                <a:lnTo>
                  <a:pt x="1041" y="1047"/>
                </a:lnTo>
                <a:lnTo>
                  <a:pt x="762" y="1431"/>
                </a:lnTo>
                <a:lnTo>
                  <a:pt x="754" y="1444"/>
                </a:lnTo>
                <a:lnTo>
                  <a:pt x="747" y="1456"/>
                </a:lnTo>
                <a:lnTo>
                  <a:pt x="524" y="1921"/>
                </a:lnTo>
                <a:lnTo>
                  <a:pt x="516" y="1940"/>
                </a:lnTo>
                <a:lnTo>
                  <a:pt x="342" y="2464"/>
                </a:lnTo>
                <a:lnTo>
                  <a:pt x="338" y="2478"/>
                </a:lnTo>
                <a:lnTo>
                  <a:pt x="207" y="3037"/>
                </a:lnTo>
                <a:lnTo>
                  <a:pt x="205" y="3047"/>
                </a:lnTo>
                <a:lnTo>
                  <a:pt x="110" y="3620"/>
                </a:lnTo>
                <a:lnTo>
                  <a:pt x="109" y="3628"/>
                </a:lnTo>
                <a:lnTo>
                  <a:pt x="42" y="4191"/>
                </a:lnTo>
                <a:lnTo>
                  <a:pt x="42" y="4200"/>
                </a:lnTo>
                <a:lnTo>
                  <a:pt x="4" y="4783"/>
                </a:lnTo>
                <a:lnTo>
                  <a:pt x="4" y="4792"/>
                </a:lnTo>
                <a:lnTo>
                  <a:pt x="0" y="5417"/>
                </a:lnTo>
                <a:lnTo>
                  <a:pt x="0" y="5426"/>
                </a:lnTo>
                <a:lnTo>
                  <a:pt x="31" y="6065"/>
                </a:lnTo>
                <a:lnTo>
                  <a:pt x="32" y="6075"/>
                </a:lnTo>
                <a:lnTo>
                  <a:pt x="102" y="6698"/>
                </a:lnTo>
                <a:lnTo>
                  <a:pt x="104" y="6710"/>
                </a:lnTo>
                <a:lnTo>
                  <a:pt x="214" y="7289"/>
                </a:lnTo>
                <a:lnTo>
                  <a:pt x="218" y="7305"/>
                </a:lnTo>
                <a:lnTo>
                  <a:pt x="371" y="7810"/>
                </a:lnTo>
                <a:lnTo>
                  <a:pt x="380" y="7832"/>
                </a:lnTo>
                <a:lnTo>
                  <a:pt x="590" y="8276"/>
                </a:lnTo>
                <a:lnTo>
                  <a:pt x="601" y="8296"/>
                </a:lnTo>
                <a:lnTo>
                  <a:pt x="869" y="8706"/>
                </a:lnTo>
                <a:lnTo>
                  <a:pt x="881" y="8722"/>
                </a:lnTo>
                <a:lnTo>
                  <a:pt x="1190" y="9088"/>
                </a:lnTo>
                <a:lnTo>
                  <a:pt x="1203" y="9102"/>
                </a:lnTo>
                <a:lnTo>
                  <a:pt x="1534" y="9412"/>
                </a:lnTo>
                <a:lnTo>
                  <a:pt x="1550" y="9425"/>
                </a:lnTo>
                <a:lnTo>
                  <a:pt x="1885" y="9667"/>
                </a:lnTo>
                <a:lnTo>
                  <a:pt x="1896" y="9674"/>
                </a:lnTo>
                <a:lnTo>
                  <a:pt x="1907" y="9680"/>
                </a:lnTo>
                <a:lnTo>
                  <a:pt x="2229" y="9844"/>
                </a:lnTo>
                <a:lnTo>
                  <a:pt x="2242" y="9850"/>
                </a:lnTo>
                <a:lnTo>
                  <a:pt x="2256" y="9855"/>
                </a:lnTo>
                <a:lnTo>
                  <a:pt x="2583" y="9952"/>
                </a:lnTo>
                <a:lnTo>
                  <a:pt x="2596" y="9956"/>
                </a:lnTo>
                <a:lnTo>
                  <a:pt x="2610" y="9958"/>
                </a:lnTo>
                <a:lnTo>
                  <a:pt x="2959" y="9998"/>
                </a:lnTo>
                <a:lnTo>
                  <a:pt x="2975" y="10000"/>
                </a:lnTo>
                <a:lnTo>
                  <a:pt x="2990" y="9999"/>
                </a:lnTo>
                <a:lnTo>
                  <a:pt x="3344" y="9973"/>
                </a:lnTo>
                <a:lnTo>
                  <a:pt x="3362" y="9970"/>
                </a:lnTo>
                <a:lnTo>
                  <a:pt x="3379" y="9966"/>
                </a:lnTo>
                <a:lnTo>
                  <a:pt x="3719" y="9861"/>
                </a:lnTo>
                <a:lnTo>
                  <a:pt x="3733" y="9856"/>
                </a:lnTo>
                <a:lnTo>
                  <a:pt x="3745" y="9850"/>
                </a:lnTo>
                <a:lnTo>
                  <a:pt x="3758" y="9843"/>
                </a:lnTo>
                <a:lnTo>
                  <a:pt x="4067" y="9648"/>
                </a:lnTo>
                <a:lnTo>
                  <a:pt x="4079" y="9639"/>
                </a:lnTo>
                <a:lnTo>
                  <a:pt x="4091" y="9629"/>
                </a:lnTo>
                <a:lnTo>
                  <a:pt x="4102" y="9618"/>
                </a:lnTo>
                <a:lnTo>
                  <a:pt x="4361" y="9323"/>
                </a:lnTo>
                <a:lnTo>
                  <a:pt x="4370" y="9311"/>
                </a:lnTo>
                <a:lnTo>
                  <a:pt x="4378" y="9300"/>
                </a:lnTo>
                <a:lnTo>
                  <a:pt x="4385" y="9287"/>
                </a:lnTo>
                <a:lnTo>
                  <a:pt x="4596" y="8855"/>
                </a:lnTo>
                <a:lnTo>
                  <a:pt x="4601" y="8844"/>
                </a:lnTo>
                <a:lnTo>
                  <a:pt x="4605" y="8832"/>
                </a:lnTo>
                <a:lnTo>
                  <a:pt x="4783" y="8266"/>
                </a:lnTo>
                <a:lnTo>
                  <a:pt x="4786" y="8252"/>
                </a:lnTo>
                <a:lnTo>
                  <a:pt x="4932" y="7596"/>
                </a:lnTo>
                <a:lnTo>
                  <a:pt x="4934" y="7587"/>
                </a:lnTo>
                <a:lnTo>
                  <a:pt x="5051" y="6886"/>
                </a:lnTo>
                <a:lnTo>
                  <a:pt x="5052" y="6880"/>
                </a:lnTo>
                <a:lnTo>
                  <a:pt x="5142" y="6179"/>
                </a:lnTo>
                <a:lnTo>
                  <a:pt x="5142" y="6174"/>
                </a:lnTo>
                <a:lnTo>
                  <a:pt x="5208" y="5518"/>
                </a:lnTo>
                <a:lnTo>
                  <a:pt x="5208" y="5512"/>
                </a:lnTo>
                <a:lnTo>
                  <a:pt x="5247" y="4868"/>
                </a:lnTo>
                <a:lnTo>
                  <a:pt x="5247" y="4861"/>
                </a:lnTo>
                <a:lnTo>
                  <a:pt x="5257" y="4189"/>
                </a:lnTo>
                <a:lnTo>
                  <a:pt x="5256" y="4182"/>
                </a:lnTo>
                <a:lnTo>
                  <a:pt x="5239" y="3510"/>
                </a:lnTo>
                <a:lnTo>
                  <a:pt x="5239" y="3503"/>
                </a:lnTo>
                <a:lnTo>
                  <a:pt x="5196" y="2860"/>
                </a:lnTo>
                <a:lnTo>
                  <a:pt x="5196" y="2853"/>
                </a:lnTo>
                <a:lnTo>
                  <a:pt x="5131" y="2268"/>
                </a:lnTo>
                <a:lnTo>
                  <a:pt x="5130" y="2258"/>
                </a:lnTo>
                <a:lnTo>
                  <a:pt x="5045" y="1761"/>
                </a:lnTo>
                <a:lnTo>
                  <a:pt x="5043" y="1753"/>
                </a:lnTo>
                <a:lnTo>
                  <a:pt x="4949" y="1332"/>
                </a:lnTo>
                <a:lnTo>
                  <a:pt x="4947" y="1324"/>
                </a:lnTo>
                <a:lnTo>
                  <a:pt x="4844" y="955"/>
                </a:lnTo>
                <a:lnTo>
                  <a:pt x="4838" y="938"/>
                </a:lnTo>
                <a:lnTo>
                  <a:pt x="4712" y="627"/>
                </a:lnTo>
                <a:lnTo>
                  <a:pt x="4706" y="613"/>
                </a:lnTo>
                <a:lnTo>
                  <a:pt x="4698" y="599"/>
                </a:lnTo>
                <a:lnTo>
                  <a:pt x="4536" y="354"/>
                </a:lnTo>
                <a:lnTo>
                  <a:pt x="4527" y="341"/>
                </a:lnTo>
                <a:lnTo>
                  <a:pt x="4516" y="329"/>
                </a:lnTo>
                <a:lnTo>
                  <a:pt x="4504" y="318"/>
                </a:lnTo>
                <a:lnTo>
                  <a:pt x="4293" y="144"/>
                </a:lnTo>
                <a:lnTo>
                  <a:pt x="4282" y="135"/>
                </a:lnTo>
                <a:lnTo>
                  <a:pt x="4270" y="128"/>
                </a:lnTo>
                <a:lnTo>
                  <a:pt x="4257" y="121"/>
                </a:lnTo>
                <a:lnTo>
                  <a:pt x="4244" y="116"/>
                </a:lnTo>
                <a:lnTo>
                  <a:pt x="3970" y="21"/>
                </a:lnTo>
                <a:lnTo>
                  <a:pt x="3954" y="16"/>
                </a:lnTo>
                <a:close/>
                <a:moveTo>
                  <a:pt x="4336" y="3244"/>
                </a:moveTo>
                <a:lnTo>
                  <a:pt x="4338" y="3245"/>
                </a:lnTo>
                <a:lnTo>
                  <a:pt x="4341" y="3247"/>
                </a:lnTo>
                <a:lnTo>
                  <a:pt x="4343" y="3248"/>
                </a:lnTo>
                <a:lnTo>
                  <a:pt x="4346" y="3250"/>
                </a:lnTo>
                <a:lnTo>
                  <a:pt x="4481" y="3367"/>
                </a:lnTo>
                <a:lnTo>
                  <a:pt x="4483" y="3369"/>
                </a:lnTo>
                <a:lnTo>
                  <a:pt x="4485" y="3371"/>
                </a:lnTo>
                <a:lnTo>
                  <a:pt x="4487" y="3374"/>
                </a:lnTo>
                <a:lnTo>
                  <a:pt x="4590" y="3538"/>
                </a:lnTo>
                <a:lnTo>
                  <a:pt x="4592" y="3541"/>
                </a:lnTo>
                <a:lnTo>
                  <a:pt x="4593" y="3544"/>
                </a:lnTo>
                <a:lnTo>
                  <a:pt x="4673" y="3752"/>
                </a:lnTo>
                <a:lnTo>
                  <a:pt x="4674" y="3755"/>
                </a:lnTo>
                <a:lnTo>
                  <a:pt x="4740" y="4002"/>
                </a:lnTo>
                <a:lnTo>
                  <a:pt x="4741" y="4004"/>
                </a:lnTo>
                <a:lnTo>
                  <a:pt x="4801" y="4286"/>
                </a:lnTo>
                <a:lnTo>
                  <a:pt x="4801" y="4287"/>
                </a:lnTo>
                <a:lnTo>
                  <a:pt x="4856" y="4621"/>
                </a:lnTo>
                <a:lnTo>
                  <a:pt x="4856" y="4623"/>
                </a:lnTo>
                <a:lnTo>
                  <a:pt x="4897" y="5014"/>
                </a:lnTo>
                <a:lnTo>
                  <a:pt x="4897" y="5016"/>
                </a:lnTo>
                <a:lnTo>
                  <a:pt x="4924" y="5447"/>
                </a:lnTo>
                <a:lnTo>
                  <a:pt x="4924" y="5448"/>
                </a:lnTo>
                <a:lnTo>
                  <a:pt x="4936" y="5899"/>
                </a:lnTo>
                <a:lnTo>
                  <a:pt x="4936" y="5900"/>
                </a:lnTo>
                <a:lnTo>
                  <a:pt x="4930" y="6350"/>
                </a:lnTo>
                <a:lnTo>
                  <a:pt x="4930" y="6352"/>
                </a:lnTo>
                <a:lnTo>
                  <a:pt x="4905" y="6783"/>
                </a:lnTo>
                <a:lnTo>
                  <a:pt x="4905" y="6784"/>
                </a:lnTo>
                <a:lnTo>
                  <a:pt x="4863" y="7224"/>
                </a:lnTo>
                <a:lnTo>
                  <a:pt x="4863" y="7225"/>
                </a:lnTo>
                <a:lnTo>
                  <a:pt x="4805" y="7694"/>
                </a:lnTo>
                <a:lnTo>
                  <a:pt x="4805" y="7696"/>
                </a:lnTo>
                <a:lnTo>
                  <a:pt x="4730" y="8165"/>
                </a:lnTo>
                <a:lnTo>
                  <a:pt x="4730" y="8167"/>
                </a:lnTo>
                <a:lnTo>
                  <a:pt x="4636" y="8607"/>
                </a:lnTo>
                <a:lnTo>
                  <a:pt x="4636" y="8609"/>
                </a:lnTo>
                <a:lnTo>
                  <a:pt x="4522" y="8989"/>
                </a:lnTo>
                <a:lnTo>
                  <a:pt x="4520" y="8994"/>
                </a:lnTo>
                <a:lnTo>
                  <a:pt x="4385" y="9283"/>
                </a:lnTo>
                <a:lnTo>
                  <a:pt x="4384" y="9286"/>
                </a:lnTo>
                <a:lnTo>
                  <a:pt x="4383" y="9288"/>
                </a:lnTo>
                <a:lnTo>
                  <a:pt x="4381" y="9290"/>
                </a:lnTo>
                <a:lnTo>
                  <a:pt x="4215" y="9488"/>
                </a:lnTo>
                <a:lnTo>
                  <a:pt x="4213" y="9490"/>
                </a:lnTo>
                <a:lnTo>
                  <a:pt x="4210" y="9493"/>
                </a:lnTo>
                <a:lnTo>
                  <a:pt x="4208" y="9494"/>
                </a:lnTo>
                <a:lnTo>
                  <a:pt x="4010" y="9625"/>
                </a:lnTo>
                <a:lnTo>
                  <a:pt x="4008" y="9626"/>
                </a:lnTo>
                <a:lnTo>
                  <a:pt x="4005" y="9628"/>
                </a:lnTo>
                <a:lnTo>
                  <a:pt x="4002" y="9629"/>
                </a:lnTo>
                <a:lnTo>
                  <a:pt x="3785" y="9699"/>
                </a:lnTo>
                <a:lnTo>
                  <a:pt x="3781" y="9700"/>
                </a:lnTo>
                <a:lnTo>
                  <a:pt x="3777" y="9701"/>
                </a:lnTo>
                <a:lnTo>
                  <a:pt x="3551" y="9718"/>
                </a:lnTo>
                <a:lnTo>
                  <a:pt x="3548" y="9718"/>
                </a:lnTo>
                <a:lnTo>
                  <a:pt x="3545" y="9718"/>
                </a:lnTo>
                <a:lnTo>
                  <a:pt x="3321" y="9691"/>
                </a:lnTo>
                <a:lnTo>
                  <a:pt x="3318" y="9690"/>
                </a:lnTo>
                <a:lnTo>
                  <a:pt x="3315" y="9690"/>
                </a:lnTo>
                <a:lnTo>
                  <a:pt x="3106" y="9625"/>
                </a:lnTo>
                <a:lnTo>
                  <a:pt x="3103" y="9624"/>
                </a:lnTo>
                <a:lnTo>
                  <a:pt x="3101" y="9622"/>
                </a:lnTo>
                <a:lnTo>
                  <a:pt x="2895" y="9512"/>
                </a:lnTo>
                <a:lnTo>
                  <a:pt x="2892" y="9511"/>
                </a:lnTo>
                <a:lnTo>
                  <a:pt x="2890" y="9510"/>
                </a:lnTo>
                <a:lnTo>
                  <a:pt x="2675" y="9347"/>
                </a:lnTo>
                <a:lnTo>
                  <a:pt x="2672" y="9345"/>
                </a:lnTo>
                <a:lnTo>
                  <a:pt x="2460" y="9137"/>
                </a:lnTo>
                <a:lnTo>
                  <a:pt x="2458" y="9134"/>
                </a:lnTo>
                <a:lnTo>
                  <a:pt x="2260" y="8889"/>
                </a:lnTo>
                <a:lnTo>
                  <a:pt x="2258" y="8886"/>
                </a:lnTo>
                <a:lnTo>
                  <a:pt x="2086" y="8611"/>
                </a:lnTo>
                <a:lnTo>
                  <a:pt x="2084" y="8607"/>
                </a:lnTo>
                <a:lnTo>
                  <a:pt x="1950" y="8309"/>
                </a:lnTo>
                <a:lnTo>
                  <a:pt x="1948" y="8305"/>
                </a:lnTo>
                <a:lnTo>
                  <a:pt x="1850" y="7967"/>
                </a:lnTo>
                <a:lnTo>
                  <a:pt x="1849" y="7964"/>
                </a:lnTo>
                <a:lnTo>
                  <a:pt x="1779" y="7576"/>
                </a:lnTo>
                <a:lnTo>
                  <a:pt x="1779" y="7574"/>
                </a:lnTo>
                <a:lnTo>
                  <a:pt x="1734" y="7156"/>
                </a:lnTo>
                <a:lnTo>
                  <a:pt x="1734" y="7154"/>
                </a:lnTo>
                <a:lnTo>
                  <a:pt x="1713" y="6726"/>
                </a:lnTo>
                <a:lnTo>
                  <a:pt x="1713" y="6725"/>
                </a:lnTo>
                <a:lnTo>
                  <a:pt x="1716" y="6306"/>
                </a:lnTo>
                <a:lnTo>
                  <a:pt x="1716" y="6304"/>
                </a:lnTo>
                <a:lnTo>
                  <a:pt x="1740" y="5913"/>
                </a:lnTo>
                <a:lnTo>
                  <a:pt x="1740" y="5912"/>
                </a:lnTo>
                <a:lnTo>
                  <a:pt x="1783" y="5534"/>
                </a:lnTo>
                <a:lnTo>
                  <a:pt x="1783" y="5533"/>
                </a:lnTo>
                <a:lnTo>
                  <a:pt x="1844" y="5149"/>
                </a:lnTo>
                <a:lnTo>
                  <a:pt x="1844" y="5147"/>
                </a:lnTo>
                <a:lnTo>
                  <a:pt x="1928" y="4772"/>
                </a:lnTo>
                <a:lnTo>
                  <a:pt x="1929" y="4770"/>
                </a:lnTo>
                <a:lnTo>
                  <a:pt x="2040" y="4419"/>
                </a:lnTo>
                <a:lnTo>
                  <a:pt x="2042" y="4415"/>
                </a:lnTo>
                <a:lnTo>
                  <a:pt x="2184" y="4104"/>
                </a:lnTo>
                <a:lnTo>
                  <a:pt x="2186" y="4101"/>
                </a:lnTo>
                <a:lnTo>
                  <a:pt x="2187" y="4099"/>
                </a:lnTo>
                <a:lnTo>
                  <a:pt x="2366" y="3841"/>
                </a:lnTo>
                <a:lnTo>
                  <a:pt x="2368" y="3839"/>
                </a:lnTo>
                <a:lnTo>
                  <a:pt x="2369" y="3837"/>
                </a:lnTo>
                <a:lnTo>
                  <a:pt x="2371" y="3835"/>
                </a:lnTo>
                <a:lnTo>
                  <a:pt x="2611" y="3626"/>
                </a:lnTo>
                <a:lnTo>
                  <a:pt x="2614" y="3624"/>
                </a:lnTo>
                <a:lnTo>
                  <a:pt x="2617" y="3622"/>
                </a:lnTo>
                <a:lnTo>
                  <a:pt x="2920" y="3447"/>
                </a:lnTo>
                <a:lnTo>
                  <a:pt x="2924" y="3445"/>
                </a:lnTo>
                <a:lnTo>
                  <a:pt x="3259" y="3309"/>
                </a:lnTo>
                <a:lnTo>
                  <a:pt x="3262" y="3308"/>
                </a:lnTo>
                <a:lnTo>
                  <a:pt x="3597" y="3216"/>
                </a:lnTo>
                <a:lnTo>
                  <a:pt x="3601" y="3215"/>
                </a:lnTo>
                <a:lnTo>
                  <a:pt x="3905" y="3170"/>
                </a:lnTo>
                <a:lnTo>
                  <a:pt x="3907" y="3170"/>
                </a:lnTo>
                <a:lnTo>
                  <a:pt x="3910" y="3170"/>
                </a:lnTo>
                <a:lnTo>
                  <a:pt x="4150" y="3178"/>
                </a:lnTo>
                <a:lnTo>
                  <a:pt x="4154" y="3179"/>
                </a:lnTo>
                <a:lnTo>
                  <a:pt x="4157" y="3179"/>
                </a:lnTo>
                <a:lnTo>
                  <a:pt x="4160" y="3180"/>
                </a:lnTo>
                <a:lnTo>
                  <a:pt x="4336" y="324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53" name="Arte TACLineaPleural"/>
          <p:cNvSpPr/>
          <p:nvPr/>
        </p:nvSpPr>
        <p:spPr>
          <a:xfrm>
            <a:off x="8445967" y="4764944"/>
            <a:ext cx="536448" cy="1064733"/>
          </a:xfrm>
          <a:custGeom>
            <a:avLst/>
            <a:gdLst/>
            <a:ahLst/>
            <a:cxnLst/>
            <a:rect l="0" t="0" r="r" b="b"/>
            <a:pathLst>
              <a:path w="1955" h="4015" fill="none">
                <a:moveTo>
                  <a:pt x="1488" y="5"/>
                </a:moveTo>
                <a:lnTo>
                  <a:pt x="1339" y="0"/>
                </a:lnTo>
                <a:lnTo>
                  <a:pt x="1152" y="27"/>
                </a:lnTo>
                <a:lnTo>
                  <a:pt x="944" y="84"/>
                </a:lnTo>
                <a:lnTo>
                  <a:pt x="737" y="168"/>
                </a:lnTo>
                <a:lnTo>
                  <a:pt x="549" y="277"/>
                </a:lnTo>
                <a:lnTo>
                  <a:pt x="400" y="407"/>
                </a:lnTo>
                <a:lnTo>
                  <a:pt x="289" y="566"/>
                </a:lnTo>
                <a:lnTo>
                  <a:pt x="201" y="759"/>
                </a:lnTo>
                <a:lnTo>
                  <a:pt x="132" y="976"/>
                </a:lnTo>
                <a:lnTo>
                  <a:pt x="80" y="1208"/>
                </a:lnTo>
                <a:lnTo>
                  <a:pt x="42" y="1446"/>
                </a:lnTo>
                <a:lnTo>
                  <a:pt x="16" y="1680"/>
                </a:lnTo>
                <a:lnTo>
                  <a:pt x="1" y="1921"/>
                </a:lnTo>
                <a:lnTo>
                  <a:pt x="0" y="2181"/>
                </a:lnTo>
                <a:lnTo>
                  <a:pt x="12" y="2446"/>
                </a:lnTo>
                <a:lnTo>
                  <a:pt x="40" y="2704"/>
                </a:lnTo>
                <a:lnTo>
                  <a:pt x="84" y="2944"/>
                </a:lnTo>
                <a:lnTo>
                  <a:pt x="144" y="3154"/>
                </a:lnTo>
                <a:lnTo>
                  <a:pt x="227" y="3338"/>
                </a:lnTo>
                <a:lnTo>
                  <a:pt x="334" y="3508"/>
                </a:lnTo>
                <a:lnTo>
                  <a:pt x="456" y="3660"/>
                </a:lnTo>
                <a:lnTo>
                  <a:pt x="587" y="3789"/>
                </a:lnTo>
                <a:lnTo>
                  <a:pt x="720" y="3890"/>
                </a:lnTo>
                <a:lnTo>
                  <a:pt x="848" y="3958"/>
                </a:lnTo>
                <a:lnTo>
                  <a:pt x="978" y="3998"/>
                </a:lnTo>
                <a:lnTo>
                  <a:pt x="1116" y="4015"/>
                </a:lnTo>
                <a:lnTo>
                  <a:pt x="1256" y="4004"/>
                </a:lnTo>
                <a:lnTo>
                  <a:pt x="1391" y="3960"/>
                </a:lnTo>
                <a:lnTo>
                  <a:pt x="1513" y="3879"/>
                </a:lnTo>
                <a:lnTo>
                  <a:pt x="1616" y="3757"/>
                </a:lnTo>
                <a:lnTo>
                  <a:pt x="1700" y="3577"/>
                </a:lnTo>
                <a:lnTo>
                  <a:pt x="1770" y="3342"/>
                </a:lnTo>
                <a:lnTo>
                  <a:pt x="1828" y="3070"/>
                </a:lnTo>
                <a:lnTo>
                  <a:pt x="1874" y="2779"/>
                </a:lnTo>
                <a:lnTo>
                  <a:pt x="1910" y="2488"/>
                </a:lnTo>
                <a:lnTo>
                  <a:pt x="1936" y="2216"/>
                </a:lnTo>
                <a:lnTo>
                  <a:pt x="1951" y="1949"/>
                </a:lnTo>
                <a:lnTo>
                  <a:pt x="1955" y="1670"/>
                </a:lnTo>
                <a:lnTo>
                  <a:pt x="1948" y="1391"/>
                </a:lnTo>
                <a:lnTo>
                  <a:pt x="1931" y="1124"/>
                </a:lnTo>
                <a:lnTo>
                  <a:pt x="1906" y="881"/>
                </a:lnTo>
                <a:lnTo>
                  <a:pt x="1872" y="675"/>
                </a:lnTo>
                <a:lnTo>
                  <a:pt x="1835" y="500"/>
                </a:lnTo>
                <a:lnTo>
                  <a:pt x="1794" y="347"/>
                </a:lnTo>
                <a:lnTo>
                  <a:pt x="1744" y="218"/>
                </a:lnTo>
                <a:lnTo>
                  <a:pt x="1680" y="116"/>
                </a:lnTo>
                <a:lnTo>
                  <a:pt x="1597" y="44"/>
                </a:lnTo>
                <a:lnTo>
                  <a:pt x="1488" y="5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54" name="Arte TACRótulo"/>
          <p:cNvSpPr txBox="1"/>
          <p:nvPr/>
        </p:nvSpPr>
        <p:spPr>
          <a:xfrm>
            <a:off x="7827264" y="3710635"/>
            <a:ext cx="822960" cy="1591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320040" y="274320"/>
            <a:ext cx="2253191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Y TAC DEL NEUMOTÓRAX</a:t>
            </a:r>
            <a:endParaRPr lang="es-AR" sz="40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320040" y="868680"/>
            <a:ext cx="5486400" cy="553212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92348" y="1132027"/>
            <a:ext cx="4941783" cy="522305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86180" y="1609094"/>
            <a:ext cx="1999647" cy="4088344"/>
            <a:chOff x="986180" y="1609094"/>
            <a:chExt cx="1999647" cy="4088344"/>
          </a:xfrm>
        </p:grpSpPr>
        <p:sp>
          <p:nvSpPr>
            <p:cNvPr id="7" name="Forma 6"/>
            <p:cNvSpPr/>
            <p:nvPr/>
          </p:nvSpPr>
          <p:spPr>
            <a:xfrm>
              <a:off x="986180" y="1609094"/>
              <a:ext cx="1999647" cy="4088344"/>
            </a:xfrm>
            <a:custGeom>
              <a:avLst/>
              <a:gdLst/>
              <a:ahLst/>
              <a:cxnLst/>
              <a:rect l="0" t="0" r="r" b="b"/>
              <a:pathLst>
                <a:path w="4932" h="10000">
                  <a:moveTo>
                    <a:pt x="2701" y="4"/>
                  </a:moveTo>
                  <a:lnTo>
                    <a:pt x="2586" y="23"/>
                  </a:lnTo>
                  <a:lnTo>
                    <a:pt x="2463" y="56"/>
                  </a:lnTo>
                  <a:lnTo>
                    <a:pt x="2334" y="102"/>
                  </a:lnTo>
                  <a:lnTo>
                    <a:pt x="2205" y="158"/>
                  </a:lnTo>
                  <a:lnTo>
                    <a:pt x="2077" y="224"/>
                  </a:lnTo>
                  <a:lnTo>
                    <a:pt x="1956" y="296"/>
                  </a:lnTo>
                  <a:lnTo>
                    <a:pt x="1838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2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0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46" y="8493"/>
                  </a:lnTo>
                  <a:lnTo>
                    <a:pt x="3479" y="8533"/>
                  </a:lnTo>
                  <a:lnTo>
                    <a:pt x="3609" y="8586"/>
                  </a:lnTo>
                  <a:lnTo>
                    <a:pt x="3738" y="8644"/>
                  </a:lnTo>
                  <a:lnTo>
                    <a:pt x="3869" y="8704"/>
                  </a:lnTo>
                  <a:lnTo>
                    <a:pt x="4005" y="8760"/>
                  </a:lnTo>
                  <a:lnTo>
                    <a:pt x="4157" y="8836"/>
                  </a:lnTo>
                  <a:lnTo>
                    <a:pt x="4327" y="8940"/>
                  </a:lnTo>
                  <a:lnTo>
                    <a:pt x="4498" y="9045"/>
                  </a:lnTo>
                  <a:lnTo>
                    <a:pt x="4658" y="9125"/>
                  </a:lnTo>
                  <a:lnTo>
                    <a:pt x="4791" y="9154"/>
                  </a:lnTo>
                  <a:lnTo>
                    <a:pt x="4883" y="9106"/>
                  </a:lnTo>
                  <a:lnTo>
                    <a:pt x="4927" y="8964"/>
                  </a:lnTo>
                  <a:lnTo>
                    <a:pt x="4932" y="8744"/>
                  </a:lnTo>
                  <a:lnTo>
                    <a:pt x="4910" y="8474"/>
                  </a:lnTo>
                  <a:lnTo>
                    <a:pt x="4874" y="8179"/>
                  </a:lnTo>
                  <a:lnTo>
                    <a:pt x="4836" y="7884"/>
                  </a:lnTo>
                  <a:lnTo>
                    <a:pt x="4808" y="7616"/>
                  </a:lnTo>
                  <a:lnTo>
                    <a:pt x="4787" y="7370"/>
                  </a:lnTo>
                  <a:lnTo>
                    <a:pt x="4763" y="7126"/>
                  </a:lnTo>
                  <a:lnTo>
                    <a:pt x="4736" y="6882"/>
                  </a:lnTo>
                  <a:lnTo>
                    <a:pt x="4708" y="6639"/>
                  </a:lnTo>
                  <a:lnTo>
                    <a:pt x="4681" y="6396"/>
                  </a:lnTo>
                  <a:lnTo>
                    <a:pt x="4654" y="6152"/>
                  </a:lnTo>
                  <a:lnTo>
                    <a:pt x="4629" y="5908"/>
                  </a:lnTo>
                  <a:lnTo>
                    <a:pt x="4605" y="5664"/>
                  </a:lnTo>
                  <a:lnTo>
                    <a:pt x="4580" y="5420"/>
                  </a:lnTo>
                  <a:lnTo>
                    <a:pt x="4555" y="5176"/>
                  </a:lnTo>
                  <a:lnTo>
                    <a:pt x="4529" y="4932"/>
                  </a:lnTo>
                  <a:lnTo>
                    <a:pt x="4500" y="4688"/>
                  </a:lnTo>
                  <a:lnTo>
                    <a:pt x="4470" y="4444"/>
                  </a:lnTo>
                  <a:lnTo>
                    <a:pt x="4439" y="4199"/>
                  </a:lnTo>
                  <a:lnTo>
                    <a:pt x="4406" y="3954"/>
                  </a:lnTo>
                  <a:lnTo>
                    <a:pt x="4372" y="3710"/>
                  </a:lnTo>
                  <a:lnTo>
                    <a:pt x="4334" y="3467"/>
                  </a:lnTo>
                  <a:lnTo>
                    <a:pt x="4293" y="3224"/>
                  </a:lnTo>
                  <a:lnTo>
                    <a:pt x="4248" y="2979"/>
                  </a:lnTo>
                  <a:lnTo>
                    <a:pt x="4199" y="2729"/>
                  </a:lnTo>
                  <a:lnTo>
                    <a:pt x="4147" y="2481"/>
                  </a:lnTo>
                  <a:lnTo>
                    <a:pt x="4093" y="2237"/>
                  </a:lnTo>
                  <a:lnTo>
                    <a:pt x="4037" y="2005"/>
                  </a:lnTo>
                  <a:lnTo>
                    <a:pt x="3980" y="1787"/>
                  </a:lnTo>
                  <a:lnTo>
                    <a:pt x="3920" y="1582"/>
                  </a:lnTo>
                  <a:lnTo>
                    <a:pt x="3856" y="1386"/>
                  </a:lnTo>
                  <a:lnTo>
                    <a:pt x="3791" y="1200"/>
                  </a:lnTo>
                  <a:lnTo>
                    <a:pt x="3725" y="1026"/>
                  </a:lnTo>
                  <a:lnTo>
                    <a:pt x="3661" y="866"/>
                  </a:lnTo>
                  <a:lnTo>
                    <a:pt x="3599" y="722"/>
                  </a:lnTo>
                  <a:lnTo>
                    <a:pt x="3544" y="595"/>
                  </a:lnTo>
                  <a:lnTo>
                    <a:pt x="3493" y="484"/>
                  </a:lnTo>
                  <a:lnTo>
                    <a:pt x="3444" y="386"/>
                  </a:lnTo>
                  <a:lnTo>
                    <a:pt x="3393" y="301"/>
                  </a:lnTo>
                  <a:lnTo>
                    <a:pt x="3335" y="228"/>
                  </a:lnTo>
                  <a:lnTo>
                    <a:pt x="3266" y="163"/>
                  </a:lnTo>
                  <a:lnTo>
                    <a:pt x="3187" y="108"/>
                  </a:lnTo>
                  <a:lnTo>
                    <a:pt x="3102" y="64"/>
                  </a:lnTo>
                  <a:lnTo>
                    <a:pt x="3009" y="30"/>
                  </a:lnTo>
                  <a:lnTo>
                    <a:pt x="2911" y="9"/>
                  </a:lnTo>
                  <a:lnTo>
                    <a:pt x="2808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671341" y="2398196"/>
              <a:ext cx="1128542" cy="2371252"/>
            </a:xfrm>
            <a:custGeom>
              <a:avLst/>
              <a:gdLst/>
              <a:ahLst/>
              <a:cxnLst/>
              <a:rect l="0" t="0" r="r" b="b"/>
              <a:pathLst>
                <a:path w="4799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2" y="8459"/>
                  </a:lnTo>
                  <a:lnTo>
                    <a:pt x="3337" y="8485"/>
                  </a:lnTo>
                  <a:lnTo>
                    <a:pt x="3355" y="8489"/>
                  </a:lnTo>
                  <a:lnTo>
                    <a:pt x="3492" y="8531"/>
                  </a:lnTo>
                  <a:lnTo>
                    <a:pt x="3504" y="8536"/>
                  </a:lnTo>
                  <a:lnTo>
                    <a:pt x="3638" y="8589"/>
                  </a:lnTo>
                  <a:lnTo>
                    <a:pt x="3644" y="8592"/>
                  </a:lnTo>
                  <a:lnTo>
                    <a:pt x="3777" y="8652"/>
                  </a:lnTo>
                  <a:lnTo>
                    <a:pt x="3778" y="8652"/>
                  </a:lnTo>
                  <a:lnTo>
                    <a:pt x="3911" y="8713"/>
                  </a:lnTo>
                  <a:lnTo>
                    <a:pt x="4049" y="8771"/>
                  </a:lnTo>
                  <a:lnTo>
                    <a:pt x="4059" y="8775"/>
                  </a:lnTo>
                  <a:lnTo>
                    <a:pt x="4217" y="8853"/>
                  </a:lnTo>
                  <a:lnTo>
                    <a:pt x="4228" y="8860"/>
                  </a:lnTo>
                  <a:lnTo>
                    <a:pt x="4404" y="8967"/>
                  </a:lnTo>
                  <a:lnTo>
                    <a:pt x="4576" y="9072"/>
                  </a:lnTo>
                  <a:lnTo>
                    <a:pt x="4718" y="9144"/>
                  </a:lnTo>
                  <a:lnTo>
                    <a:pt x="4776" y="9157"/>
                  </a:lnTo>
                  <a:lnTo>
                    <a:pt x="4794" y="9097"/>
                  </a:lnTo>
                  <a:lnTo>
                    <a:pt x="4799" y="8899"/>
                  </a:lnTo>
                  <a:lnTo>
                    <a:pt x="4777" y="8630"/>
                  </a:lnTo>
                  <a:lnTo>
                    <a:pt x="4741" y="8328"/>
                  </a:lnTo>
                  <a:lnTo>
                    <a:pt x="4701" y="8023"/>
                  </a:lnTo>
                  <a:lnTo>
                    <a:pt x="4701" y="8020"/>
                  </a:lnTo>
                  <a:lnTo>
                    <a:pt x="4672" y="7742"/>
                  </a:lnTo>
                  <a:lnTo>
                    <a:pt x="4672" y="7740"/>
                  </a:lnTo>
                  <a:lnTo>
                    <a:pt x="4650" y="7487"/>
                  </a:lnTo>
                  <a:lnTo>
                    <a:pt x="4625" y="7236"/>
                  </a:lnTo>
                  <a:lnTo>
                    <a:pt x="4597" y="6985"/>
                  </a:lnTo>
                  <a:lnTo>
                    <a:pt x="4540" y="6482"/>
                  </a:lnTo>
                  <a:lnTo>
                    <a:pt x="4540" y="6481"/>
                  </a:lnTo>
                  <a:lnTo>
                    <a:pt x="4513" y="6229"/>
                  </a:lnTo>
                  <a:lnTo>
                    <a:pt x="4512" y="6228"/>
                  </a:lnTo>
                  <a:lnTo>
                    <a:pt x="4487" y="5975"/>
                  </a:lnTo>
                  <a:lnTo>
                    <a:pt x="4486" y="5975"/>
                  </a:lnTo>
                  <a:lnTo>
                    <a:pt x="4461" y="5723"/>
                  </a:lnTo>
                  <a:lnTo>
                    <a:pt x="4436" y="5470"/>
                  </a:lnTo>
                  <a:lnTo>
                    <a:pt x="4410" y="5219"/>
                  </a:lnTo>
                  <a:lnTo>
                    <a:pt x="4383" y="4967"/>
                  </a:lnTo>
                  <a:lnTo>
                    <a:pt x="4353" y="4716"/>
                  </a:lnTo>
                  <a:lnTo>
                    <a:pt x="4322" y="4464"/>
                  </a:lnTo>
                  <a:lnTo>
                    <a:pt x="4290" y="4212"/>
                  </a:lnTo>
                  <a:lnTo>
                    <a:pt x="4257" y="3960"/>
                  </a:lnTo>
                  <a:lnTo>
                    <a:pt x="4221" y="3709"/>
                  </a:lnTo>
                  <a:lnTo>
                    <a:pt x="4183" y="3459"/>
                  </a:lnTo>
                  <a:lnTo>
                    <a:pt x="4140" y="3210"/>
                  </a:lnTo>
                  <a:lnTo>
                    <a:pt x="4094" y="2958"/>
                  </a:lnTo>
                  <a:lnTo>
                    <a:pt x="4044" y="2702"/>
                  </a:lnTo>
                  <a:lnTo>
                    <a:pt x="3991" y="2446"/>
                  </a:lnTo>
                  <a:lnTo>
                    <a:pt x="3935" y="2197"/>
                  </a:lnTo>
                  <a:lnTo>
                    <a:pt x="3878" y="1959"/>
                  </a:lnTo>
                  <a:lnTo>
                    <a:pt x="3820" y="1737"/>
                  </a:lnTo>
                  <a:lnTo>
                    <a:pt x="3759" y="1530"/>
                  </a:lnTo>
                  <a:lnTo>
                    <a:pt x="3694" y="1330"/>
                  </a:lnTo>
                  <a:lnTo>
                    <a:pt x="3628" y="1141"/>
                  </a:lnTo>
                  <a:lnTo>
                    <a:pt x="3561" y="965"/>
                  </a:lnTo>
                  <a:lnTo>
                    <a:pt x="3496" y="802"/>
                  </a:lnTo>
                  <a:lnTo>
                    <a:pt x="3433" y="656"/>
                  </a:lnTo>
                  <a:lnTo>
                    <a:pt x="3376" y="526"/>
                  </a:lnTo>
                  <a:lnTo>
                    <a:pt x="3326" y="414"/>
                  </a:lnTo>
                  <a:lnTo>
                    <a:pt x="3279" y="321"/>
                  </a:lnTo>
                  <a:lnTo>
                    <a:pt x="3234" y="247"/>
                  </a:lnTo>
                  <a:lnTo>
                    <a:pt x="3186" y="186"/>
                  </a:lnTo>
                  <a:lnTo>
                    <a:pt x="3132" y="135"/>
                  </a:lnTo>
                  <a:lnTo>
                    <a:pt x="3067" y="90"/>
                  </a:lnTo>
                  <a:lnTo>
                    <a:pt x="2996" y="53"/>
                  </a:lnTo>
                  <a:lnTo>
                    <a:pt x="2919" y="25"/>
                  </a:lnTo>
                  <a:lnTo>
                    <a:pt x="2837" y="7"/>
                  </a:lnTo>
                  <a:lnTo>
                    <a:pt x="2750" y="0"/>
                  </a:lnTo>
                  <a:lnTo>
                    <a:pt x="2658" y="3"/>
                  </a:lnTo>
                  <a:lnTo>
                    <a:pt x="2556" y="20"/>
                  </a:lnTo>
                  <a:lnTo>
                    <a:pt x="2441" y="51"/>
                  </a:lnTo>
                  <a:lnTo>
                    <a:pt x="2319" y="95"/>
                  </a:lnTo>
                  <a:lnTo>
                    <a:pt x="2194" y="149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4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749028" y="2630935"/>
              <a:ext cx="793059" cy="1697492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541062" y="1609094"/>
            <a:ext cx="1599238" cy="4218920"/>
            <a:chOff x="3541062" y="1609094"/>
            <a:chExt cx="1599238" cy="4218920"/>
          </a:xfrm>
        </p:grpSpPr>
        <p:sp>
          <p:nvSpPr>
            <p:cNvPr id="11" name="Forma 10"/>
            <p:cNvSpPr/>
            <p:nvPr/>
          </p:nvSpPr>
          <p:spPr>
            <a:xfrm>
              <a:off x="3541062" y="1609094"/>
              <a:ext cx="1599238" cy="4218920"/>
            </a:xfrm>
            <a:custGeom>
              <a:avLst/>
              <a:gdLst/>
              <a:ahLst/>
              <a:cxnLst/>
              <a:rect l="0" t="0" r="r" b="b"/>
              <a:pathLst>
                <a:path w="3822" h="10000">
                  <a:moveTo>
                    <a:pt x="786" y="8509"/>
                  </a:moveTo>
                  <a:lnTo>
                    <a:pt x="857" y="8504"/>
                  </a:lnTo>
                  <a:lnTo>
                    <a:pt x="1005" y="8502"/>
                  </a:lnTo>
                  <a:lnTo>
                    <a:pt x="1156" y="8512"/>
                  </a:lnTo>
                  <a:lnTo>
                    <a:pt x="1309" y="8533"/>
                  </a:lnTo>
                  <a:lnTo>
                    <a:pt x="1463" y="8568"/>
                  </a:lnTo>
                  <a:lnTo>
                    <a:pt x="1617" y="8618"/>
                  </a:lnTo>
                  <a:lnTo>
                    <a:pt x="1774" y="8687"/>
                  </a:lnTo>
                  <a:lnTo>
                    <a:pt x="1937" y="8776"/>
                  </a:lnTo>
                  <a:lnTo>
                    <a:pt x="2100" y="8878"/>
                  </a:lnTo>
                  <a:lnTo>
                    <a:pt x="2259" y="8988"/>
                  </a:lnTo>
                  <a:lnTo>
                    <a:pt x="2409" y="9101"/>
                  </a:lnTo>
                  <a:lnTo>
                    <a:pt x="2545" y="9211"/>
                  </a:lnTo>
                  <a:lnTo>
                    <a:pt x="2667" y="9329"/>
                  </a:lnTo>
                  <a:lnTo>
                    <a:pt x="2781" y="9462"/>
                  </a:lnTo>
                  <a:lnTo>
                    <a:pt x="2885" y="9597"/>
                  </a:lnTo>
                  <a:lnTo>
                    <a:pt x="2980" y="9723"/>
                  </a:lnTo>
                  <a:lnTo>
                    <a:pt x="3064" y="9831"/>
                  </a:lnTo>
                  <a:lnTo>
                    <a:pt x="3138" y="9908"/>
                  </a:lnTo>
                  <a:lnTo>
                    <a:pt x="3198" y="9957"/>
                  </a:lnTo>
                  <a:lnTo>
                    <a:pt x="3244" y="9988"/>
                  </a:lnTo>
                  <a:lnTo>
                    <a:pt x="3280" y="10000"/>
                  </a:lnTo>
                  <a:lnTo>
                    <a:pt x="3310" y="9991"/>
                  </a:lnTo>
                  <a:lnTo>
                    <a:pt x="3339" y="9960"/>
                  </a:lnTo>
                  <a:lnTo>
                    <a:pt x="3370" y="9908"/>
                  </a:lnTo>
                  <a:lnTo>
                    <a:pt x="3404" y="9830"/>
                  </a:lnTo>
                  <a:lnTo>
                    <a:pt x="3435" y="9727"/>
                  </a:lnTo>
                  <a:lnTo>
                    <a:pt x="3465" y="9602"/>
                  </a:lnTo>
                  <a:lnTo>
                    <a:pt x="3494" y="9460"/>
                  </a:lnTo>
                  <a:lnTo>
                    <a:pt x="3523" y="9302"/>
                  </a:lnTo>
                  <a:lnTo>
                    <a:pt x="3551" y="9134"/>
                  </a:lnTo>
                  <a:lnTo>
                    <a:pt x="3579" y="8946"/>
                  </a:lnTo>
                  <a:lnTo>
                    <a:pt x="3606" y="8736"/>
                  </a:lnTo>
                  <a:lnTo>
                    <a:pt x="3633" y="8511"/>
                  </a:lnTo>
                  <a:lnTo>
                    <a:pt x="3659" y="8279"/>
                  </a:lnTo>
                  <a:lnTo>
                    <a:pt x="3683" y="8050"/>
                  </a:lnTo>
                  <a:lnTo>
                    <a:pt x="3705" y="7831"/>
                  </a:lnTo>
                  <a:lnTo>
                    <a:pt x="3727" y="7623"/>
                  </a:lnTo>
                  <a:lnTo>
                    <a:pt x="3747" y="7420"/>
                  </a:lnTo>
                  <a:lnTo>
                    <a:pt x="3767" y="7218"/>
                  </a:lnTo>
                  <a:lnTo>
                    <a:pt x="3784" y="7017"/>
                  </a:lnTo>
                  <a:lnTo>
                    <a:pt x="3798" y="6813"/>
                  </a:lnTo>
                  <a:lnTo>
                    <a:pt x="3809" y="6606"/>
                  </a:lnTo>
                  <a:lnTo>
                    <a:pt x="3816" y="6395"/>
                  </a:lnTo>
                  <a:lnTo>
                    <a:pt x="3820" y="6181"/>
                  </a:lnTo>
                  <a:lnTo>
                    <a:pt x="3822" y="5965"/>
                  </a:lnTo>
                  <a:lnTo>
                    <a:pt x="3820" y="5749"/>
                  </a:lnTo>
                  <a:lnTo>
                    <a:pt x="3816" y="5532"/>
                  </a:lnTo>
                  <a:lnTo>
                    <a:pt x="3809" y="5317"/>
                  </a:lnTo>
                  <a:lnTo>
                    <a:pt x="3799" y="5101"/>
                  </a:lnTo>
                  <a:lnTo>
                    <a:pt x="3787" y="4884"/>
                  </a:lnTo>
                  <a:lnTo>
                    <a:pt x="3772" y="4668"/>
                  </a:lnTo>
                  <a:lnTo>
                    <a:pt x="3753" y="4452"/>
                  </a:lnTo>
                  <a:lnTo>
                    <a:pt x="3731" y="4238"/>
                  </a:lnTo>
                  <a:lnTo>
                    <a:pt x="3705" y="4027"/>
                  </a:lnTo>
                  <a:lnTo>
                    <a:pt x="3676" y="3817"/>
                  </a:lnTo>
                  <a:lnTo>
                    <a:pt x="3643" y="3608"/>
                  </a:lnTo>
                  <a:lnTo>
                    <a:pt x="3607" y="3401"/>
                  </a:lnTo>
                  <a:lnTo>
                    <a:pt x="3567" y="3196"/>
                  </a:lnTo>
                  <a:lnTo>
                    <a:pt x="3523" y="2996"/>
                  </a:lnTo>
                  <a:lnTo>
                    <a:pt x="3473" y="2802"/>
                  </a:lnTo>
                  <a:lnTo>
                    <a:pt x="3419" y="2612"/>
                  </a:lnTo>
                  <a:lnTo>
                    <a:pt x="3361" y="2426"/>
                  </a:lnTo>
                  <a:lnTo>
                    <a:pt x="3298" y="2243"/>
                  </a:lnTo>
                  <a:lnTo>
                    <a:pt x="3231" y="2066"/>
                  </a:lnTo>
                  <a:lnTo>
                    <a:pt x="3160" y="1896"/>
                  </a:lnTo>
                  <a:lnTo>
                    <a:pt x="3087" y="1732"/>
                  </a:lnTo>
                  <a:lnTo>
                    <a:pt x="3010" y="1574"/>
                  </a:lnTo>
                  <a:lnTo>
                    <a:pt x="2929" y="1422"/>
                  </a:lnTo>
                  <a:lnTo>
                    <a:pt x="2845" y="1276"/>
                  </a:lnTo>
                  <a:lnTo>
                    <a:pt x="2757" y="1137"/>
                  </a:lnTo>
                  <a:lnTo>
                    <a:pt x="2666" y="1005"/>
                  </a:lnTo>
                  <a:lnTo>
                    <a:pt x="2571" y="880"/>
                  </a:lnTo>
                  <a:lnTo>
                    <a:pt x="2472" y="763"/>
                  </a:lnTo>
                  <a:lnTo>
                    <a:pt x="2368" y="652"/>
                  </a:lnTo>
                  <a:lnTo>
                    <a:pt x="2261" y="548"/>
                  </a:lnTo>
                  <a:lnTo>
                    <a:pt x="2152" y="453"/>
                  </a:lnTo>
                  <a:lnTo>
                    <a:pt x="2040" y="365"/>
                  </a:lnTo>
                  <a:lnTo>
                    <a:pt x="1926" y="287"/>
                  </a:lnTo>
                  <a:lnTo>
                    <a:pt x="1805" y="217"/>
                  </a:lnTo>
                  <a:lnTo>
                    <a:pt x="1675" y="154"/>
                  </a:lnTo>
                  <a:lnTo>
                    <a:pt x="1542" y="99"/>
                  </a:lnTo>
                  <a:lnTo>
                    <a:pt x="1415" y="54"/>
                  </a:lnTo>
                  <a:lnTo>
                    <a:pt x="1300" y="22"/>
                  </a:lnTo>
                  <a:lnTo>
                    <a:pt x="1204" y="4"/>
                  </a:lnTo>
                  <a:lnTo>
                    <a:pt x="1132" y="0"/>
                  </a:lnTo>
                  <a:lnTo>
                    <a:pt x="1079" y="8"/>
                  </a:lnTo>
                  <a:lnTo>
                    <a:pt x="1039" y="29"/>
                  </a:lnTo>
                  <a:lnTo>
                    <a:pt x="1004" y="62"/>
                  </a:lnTo>
                  <a:lnTo>
                    <a:pt x="969" y="105"/>
                  </a:lnTo>
                  <a:lnTo>
                    <a:pt x="927" y="158"/>
                  </a:lnTo>
                  <a:lnTo>
                    <a:pt x="879" y="221"/>
                  </a:lnTo>
                  <a:lnTo>
                    <a:pt x="830" y="292"/>
                  </a:lnTo>
                  <a:lnTo>
                    <a:pt x="780" y="374"/>
                  </a:lnTo>
                  <a:lnTo>
                    <a:pt x="731" y="469"/>
                  </a:lnTo>
                  <a:lnTo>
                    <a:pt x="681" y="577"/>
                  </a:lnTo>
                  <a:lnTo>
                    <a:pt x="631" y="700"/>
                  </a:lnTo>
                  <a:lnTo>
                    <a:pt x="580" y="839"/>
                  </a:lnTo>
                  <a:lnTo>
                    <a:pt x="527" y="994"/>
                  </a:lnTo>
                  <a:lnTo>
                    <a:pt x="475" y="1163"/>
                  </a:lnTo>
                  <a:lnTo>
                    <a:pt x="423" y="1343"/>
                  </a:lnTo>
                  <a:lnTo>
                    <a:pt x="374" y="1533"/>
                  </a:lnTo>
                  <a:lnTo>
                    <a:pt x="329" y="1732"/>
                  </a:lnTo>
                  <a:lnTo>
                    <a:pt x="287" y="1943"/>
                  </a:lnTo>
                  <a:lnTo>
                    <a:pt x="248" y="2168"/>
                  </a:lnTo>
                  <a:lnTo>
                    <a:pt x="211" y="2404"/>
                  </a:lnTo>
                  <a:lnTo>
                    <a:pt x="176" y="2645"/>
                  </a:lnTo>
                  <a:lnTo>
                    <a:pt x="145" y="2887"/>
                  </a:lnTo>
                  <a:lnTo>
                    <a:pt x="117" y="3124"/>
                  </a:lnTo>
                  <a:lnTo>
                    <a:pt x="87" y="3359"/>
                  </a:lnTo>
                  <a:lnTo>
                    <a:pt x="56" y="3595"/>
                  </a:lnTo>
                  <a:lnTo>
                    <a:pt x="28" y="3832"/>
                  </a:lnTo>
                  <a:lnTo>
                    <a:pt x="8" y="4069"/>
                  </a:lnTo>
                  <a:lnTo>
                    <a:pt x="0" y="4306"/>
                  </a:lnTo>
                  <a:lnTo>
                    <a:pt x="8" y="4543"/>
                  </a:lnTo>
                  <a:lnTo>
                    <a:pt x="38" y="4779"/>
                  </a:lnTo>
                  <a:lnTo>
                    <a:pt x="86" y="5016"/>
                  </a:lnTo>
                  <a:lnTo>
                    <a:pt x="147" y="5252"/>
                  </a:lnTo>
                  <a:lnTo>
                    <a:pt x="213" y="5489"/>
                  </a:lnTo>
                  <a:lnTo>
                    <a:pt x="279" y="5725"/>
                  </a:lnTo>
                  <a:lnTo>
                    <a:pt x="338" y="5961"/>
                  </a:lnTo>
                  <a:lnTo>
                    <a:pt x="392" y="6194"/>
                  </a:lnTo>
                  <a:lnTo>
                    <a:pt x="448" y="6422"/>
                  </a:lnTo>
                  <a:lnTo>
                    <a:pt x="503" y="6650"/>
                  </a:lnTo>
                  <a:lnTo>
                    <a:pt x="555" y="6882"/>
                  </a:lnTo>
                  <a:lnTo>
                    <a:pt x="602" y="7124"/>
                  </a:lnTo>
                  <a:lnTo>
                    <a:pt x="642" y="7380"/>
                  </a:lnTo>
                  <a:lnTo>
                    <a:pt x="684" y="7677"/>
                  </a:lnTo>
                  <a:lnTo>
                    <a:pt x="732" y="8017"/>
                  </a:lnTo>
                  <a:lnTo>
                    <a:pt x="774" y="8367"/>
                  </a:lnTo>
                  <a:lnTo>
                    <a:pt x="786" y="8509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600444" y="1669223"/>
              <a:ext cx="1480510" cy="4082650"/>
            </a:xfrm>
            <a:custGeom>
              <a:avLst/>
              <a:gdLst/>
              <a:ahLst/>
              <a:cxnLst/>
              <a:rect l="0" t="0" r="r" b="b"/>
              <a:pathLst>
                <a:path w="3657" h="10000">
                  <a:moveTo>
                    <a:pt x="890" y="8492"/>
                  </a:moveTo>
                  <a:lnTo>
                    <a:pt x="900" y="8493"/>
                  </a:lnTo>
                  <a:lnTo>
                    <a:pt x="1057" y="8502"/>
                  </a:lnTo>
                  <a:lnTo>
                    <a:pt x="1068" y="8503"/>
                  </a:lnTo>
                  <a:lnTo>
                    <a:pt x="1227" y="8525"/>
                  </a:lnTo>
                  <a:lnTo>
                    <a:pt x="1239" y="8528"/>
                  </a:lnTo>
                  <a:lnTo>
                    <a:pt x="1398" y="8564"/>
                  </a:lnTo>
                  <a:lnTo>
                    <a:pt x="1411" y="8567"/>
                  </a:lnTo>
                  <a:lnTo>
                    <a:pt x="1570" y="8619"/>
                  </a:lnTo>
                  <a:lnTo>
                    <a:pt x="1583" y="8624"/>
                  </a:lnTo>
                  <a:lnTo>
                    <a:pt x="1746" y="8696"/>
                  </a:lnTo>
                  <a:lnTo>
                    <a:pt x="1757" y="8701"/>
                  </a:lnTo>
                  <a:lnTo>
                    <a:pt x="1925" y="8792"/>
                  </a:lnTo>
                  <a:lnTo>
                    <a:pt x="1933" y="8797"/>
                  </a:lnTo>
                  <a:lnTo>
                    <a:pt x="2102" y="8902"/>
                  </a:lnTo>
                  <a:lnTo>
                    <a:pt x="2107" y="8906"/>
                  </a:lnTo>
                  <a:lnTo>
                    <a:pt x="2272" y="9020"/>
                  </a:lnTo>
                  <a:lnTo>
                    <a:pt x="2277" y="9023"/>
                  </a:lnTo>
                  <a:lnTo>
                    <a:pt x="2432" y="9140"/>
                  </a:lnTo>
                  <a:lnTo>
                    <a:pt x="2436" y="9144"/>
                  </a:lnTo>
                  <a:lnTo>
                    <a:pt x="2576" y="9258"/>
                  </a:lnTo>
                  <a:lnTo>
                    <a:pt x="2586" y="9266"/>
                  </a:lnTo>
                  <a:lnTo>
                    <a:pt x="2712" y="9388"/>
                  </a:lnTo>
                  <a:lnTo>
                    <a:pt x="2722" y="9398"/>
                  </a:lnTo>
                  <a:lnTo>
                    <a:pt x="2839" y="9535"/>
                  </a:lnTo>
                  <a:lnTo>
                    <a:pt x="2844" y="9540"/>
                  </a:lnTo>
                  <a:lnTo>
                    <a:pt x="2951" y="9680"/>
                  </a:lnTo>
                  <a:lnTo>
                    <a:pt x="2953" y="9682"/>
                  </a:lnTo>
                  <a:lnTo>
                    <a:pt x="3049" y="9811"/>
                  </a:lnTo>
                  <a:lnTo>
                    <a:pt x="3131" y="9915"/>
                  </a:lnTo>
                  <a:lnTo>
                    <a:pt x="3196" y="9983"/>
                  </a:lnTo>
                  <a:lnTo>
                    <a:pt x="3216" y="10000"/>
                  </a:lnTo>
                  <a:lnTo>
                    <a:pt x="3233" y="9960"/>
                  </a:lnTo>
                  <a:lnTo>
                    <a:pt x="3262" y="9865"/>
                  </a:lnTo>
                  <a:lnTo>
                    <a:pt x="3292" y="9743"/>
                  </a:lnTo>
                  <a:lnTo>
                    <a:pt x="3321" y="9600"/>
                  </a:lnTo>
                  <a:lnTo>
                    <a:pt x="3350" y="9441"/>
                  </a:lnTo>
                  <a:lnTo>
                    <a:pt x="3378" y="9269"/>
                  </a:lnTo>
                  <a:lnTo>
                    <a:pt x="3407" y="9078"/>
                  </a:lnTo>
                  <a:lnTo>
                    <a:pt x="3435" y="8862"/>
                  </a:lnTo>
                  <a:lnTo>
                    <a:pt x="3463" y="8631"/>
                  </a:lnTo>
                  <a:lnTo>
                    <a:pt x="3489" y="8393"/>
                  </a:lnTo>
                  <a:lnTo>
                    <a:pt x="3514" y="8156"/>
                  </a:lnTo>
                  <a:lnTo>
                    <a:pt x="3537" y="7931"/>
                  </a:lnTo>
                  <a:lnTo>
                    <a:pt x="3559" y="7716"/>
                  </a:lnTo>
                  <a:lnTo>
                    <a:pt x="3581" y="7506"/>
                  </a:lnTo>
                  <a:lnTo>
                    <a:pt x="3600" y="7299"/>
                  </a:lnTo>
                  <a:lnTo>
                    <a:pt x="3618" y="7092"/>
                  </a:lnTo>
                  <a:lnTo>
                    <a:pt x="3632" y="6885"/>
                  </a:lnTo>
                  <a:lnTo>
                    <a:pt x="3643" y="6673"/>
                  </a:lnTo>
                  <a:lnTo>
                    <a:pt x="3651" y="6457"/>
                  </a:lnTo>
                  <a:lnTo>
                    <a:pt x="3655" y="6238"/>
                  </a:lnTo>
                  <a:lnTo>
                    <a:pt x="3657" y="6017"/>
                  </a:lnTo>
                  <a:lnTo>
                    <a:pt x="3655" y="5795"/>
                  </a:lnTo>
                  <a:lnTo>
                    <a:pt x="3651" y="5574"/>
                  </a:lnTo>
                  <a:lnTo>
                    <a:pt x="3643" y="5353"/>
                  </a:lnTo>
                  <a:lnTo>
                    <a:pt x="3633" y="5131"/>
                  </a:lnTo>
                  <a:lnTo>
                    <a:pt x="3621" y="4909"/>
                  </a:lnTo>
                  <a:lnTo>
                    <a:pt x="3605" y="4688"/>
                  </a:lnTo>
                  <a:lnTo>
                    <a:pt x="3587" y="4467"/>
                  </a:lnTo>
                  <a:lnTo>
                    <a:pt x="3564" y="4249"/>
                  </a:lnTo>
                  <a:lnTo>
                    <a:pt x="3538" y="4033"/>
                  </a:lnTo>
                  <a:lnTo>
                    <a:pt x="3508" y="3819"/>
                  </a:lnTo>
                  <a:lnTo>
                    <a:pt x="3474" y="3605"/>
                  </a:lnTo>
                  <a:lnTo>
                    <a:pt x="3437" y="3394"/>
                  </a:lnTo>
                  <a:lnTo>
                    <a:pt x="3397" y="3186"/>
                  </a:lnTo>
                  <a:lnTo>
                    <a:pt x="3351" y="2983"/>
                  </a:lnTo>
                  <a:lnTo>
                    <a:pt x="3302" y="2786"/>
                  </a:lnTo>
                  <a:lnTo>
                    <a:pt x="3247" y="2594"/>
                  </a:lnTo>
                  <a:lnTo>
                    <a:pt x="3188" y="2405"/>
                  </a:lnTo>
                  <a:lnTo>
                    <a:pt x="3124" y="2221"/>
                  </a:lnTo>
                  <a:lnTo>
                    <a:pt x="3056" y="2042"/>
                  </a:lnTo>
                  <a:lnTo>
                    <a:pt x="2985" y="1870"/>
                  </a:lnTo>
                  <a:lnTo>
                    <a:pt x="2911" y="1704"/>
                  </a:lnTo>
                  <a:lnTo>
                    <a:pt x="2833" y="1546"/>
                  </a:lnTo>
                  <a:lnTo>
                    <a:pt x="2752" y="1393"/>
                  </a:lnTo>
                  <a:lnTo>
                    <a:pt x="2668" y="1247"/>
                  </a:lnTo>
                  <a:lnTo>
                    <a:pt x="2581" y="1108"/>
                  </a:lnTo>
                  <a:lnTo>
                    <a:pt x="2490" y="977"/>
                  </a:lnTo>
                  <a:lnTo>
                    <a:pt x="2396" y="854"/>
                  </a:lnTo>
                  <a:lnTo>
                    <a:pt x="2298" y="739"/>
                  </a:lnTo>
                  <a:lnTo>
                    <a:pt x="2196" y="629"/>
                  </a:lnTo>
                  <a:lnTo>
                    <a:pt x="2091" y="527"/>
                  </a:lnTo>
                  <a:lnTo>
                    <a:pt x="1984" y="433"/>
                  </a:lnTo>
                  <a:lnTo>
                    <a:pt x="1875" y="348"/>
                  </a:lnTo>
                  <a:lnTo>
                    <a:pt x="1766" y="274"/>
                  </a:lnTo>
                  <a:lnTo>
                    <a:pt x="1650" y="206"/>
                  </a:lnTo>
                  <a:lnTo>
                    <a:pt x="1524" y="145"/>
                  </a:lnTo>
                  <a:lnTo>
                    <a:pt x="1395" y="92"/>
                  </a:lnTo>
                  <a:lnTo>
                    <a:pt x="1272" y="49"/>
                  </a:lnTo>
                  <a:lnTo>
                    <a:pt x="1163" y="18"/>
                  </a:lnTo>
                  <a:lnTo>
                    <a:pt x="1080" y="2"/>
                  </a:lnTo>
                  <a:lnTo>
                    <a:pt x="1032" y="0"/>
                  </a:lnTo>
                  <a:lnTo>
                    <a:pt x="1016" y="2"/>
                  </a:lnTo>
                  <a:lnTo>
                    <a:pt x="1013" y="4"/>
                  </a:lnTo>
                  <a:lnTo>
                    <a:pt x="999" y="17"/>
                  </a:lnTo>
                  <a:lnTo>
                    <a:pt x="969" y="53"/>
                  </a:lnTo>
                  <a:lnTo>
                    <a:pt x="927" y="107"/>
                  </a:lnTo>
                  <a:lnTo>
                    <a:pt x="880" y="167"/>
                  </a:lnTo>
                  <a:lnTo>
                    <a:pt x="834" y="234"/>
                  </a:lnTo>
                  <a:lnTo>
                    <a:pt x="788" y="312"/>
                  </a:lnTo>
                  <a:lnTo>
                    <a:pt x="740" y="402"/>
                  </a:lnTo>
                  <a:lnTo>
                    <a:pt x="692" y="507"/>
                  </a:lnTo>
                  <a:lnTo>
                    <a:pt x="642" y="629"/>
                  </a:lnTo>
                  <a:lnTo>
                    <a:pt x="591" y="769"/>
                  </a:lnTo>
                  <a:lnTo>
                    <a:pt x="538" y="925"/>
                  </a:lnTo>
                  <a:lnTo>
                    <a:pt x="485" y="1096"/>
                  </a:lnTo>
                  <a:lnTo>
                    <a:pt x="432" y="1279"/>
                  </a:lnTo>
                  <a:lnTo>
                    <a:pt x="383" y="1472"/>
                  </a:lnTo>
                  <a:lnTo>
                    <a:pt x="337" y="1673"/>
                  </a:lnTo>
                  <a:lnTo>
                    <a:pt x="295" y="1887"/>
                  </a:lnTo>
                  <a:lnTo>
                    <a:pt x="254" y="2117"/>
                  </a:lnTo>
                  <a:lnTo>
                    <a:pt x="216" y="2359"/>
                  </a:lnTo>
                  <a:lnTo>
                    <a:pt x="181" y="2606"/>
                  </a:lnTo>
                  <a:lnTo>
                    <a:pt x="149" y="2854"/>
                  </a:lnTo>
                  <a:lnTo>
                    <a:pt x="119" y="3099"/>
                  </a:lnTo>
                  <a:lnTo>
                    <a:pt x="119" y="3099"/>
                  </a:lnTo>
                  <a:lnTo>
                    <a:pt x="89" y="3342"/>
                  </a:lnTo>
                  <a:lnTo>
                    <a:pt x="89" y="3343"/>
                  </a:lnTo>
                  <a:lnTo>
                    <a:pt x="57" y="3586"/>
                  </a:lnTo>
                  <a:lnTo>
                    <a:pt x="29" y="3828"/>
                  </a:lnTo>
                  <a:lnTo>
                    <a:pt x="8" y="4067"/>
                  </a:lnTo>
                  <a:lnTo>
                    <a:pt x="0" y="4303"/>
                  </a:lnTo>
                  <a:lnTo>
                    <a:pt x="8" y="4535"/>
                  </a:lnTo>
                  <a:lnTo>
                    <a:pt x="37" y="4768"/>
                  </a:lnTo>
                  <a:lnTo>
                    <a:pt x="85" y="5003"/>
                  </a:lnTo>
                  <a:lnTo>
                    <a:pt x="147" y="5242"/>
                  </a:lnTo>
                  <a:lnTo>
                    <a:pt x="215" y="5485"/>
                  </a:lnTo>
                  <a:lnTo>
                    <a:pt x="215" y="5485"/>
                  </a:lnTo>
                  <a:lnTo>
                    <a:pt x="283" y="5730"/>
                  </a:lnTo>
                  <a:lnTo>
                    <a:pt x="284" y="5734"/>
                  </a:lnTo>
                  <a:lnTo>
                    <a:pt x="345" y="5978"/>
                  </a:lnTo>
                  <a:lnTo>
                    <a:pt x="345" y="5980"/>
                  </a:lnTo>
                  <a:lnTo>
                    <a:pt x="401" y="6219"/>
                  </a:lnTo>
                  <a:lnTo>
                    <a:pt x="458" y="6454"/>
                  </a:lnTo>
                  <a:lnTo>
                    <a:pt x="458" y="6455"/>
                  </a:lnTo>
                  <a:lnTo>
                    <a:pt x="515" y="6690"/>
                  </a:lnTo>
                  <a:lnTo>
                    <a:pt x="516" y="6692"/>
                  </a:lnTo>
                  <a:lnTo>
                    <a:pt x="570" y="6933"/>
                  </a:lnTo>
                  <a:lnTo>
                    <a:pt x="570" y="6937"/>
                  </a:lnTo>
                  <a:lnTo>
                    <a:pt x="619" y="7187"/>
                  </a:lnTo>
                  <a:lnTo>
                    <a:pt x="620" y="7192"/>
                  </a:lnTo>
                  <a:lnTo>
                    <a:pt x="661" y="7456"/>
                  </a:lnTo>
                  <a:lnTo>
                    <a:pt x="662" y="7459"/>
                  </a:lnTo>
                  <a:lnTo>
                    <a:pt x="705" y="7766"/>
                  </a:lnTo>
                  <a:lnTo>
                    <a:pt x="705" y="7766"/>
                  </a:lnTo>
                  <a:lnTo>
                    <a:pt x="755" y="8117"/>
                  </a:lnTo>
                  <a:lnTo>
                    <a:pt x="755" y="8120"/>
                  </a:lnTo>
                  <a:lnTo>
                    <a:pt x="799" y="8481"/>
                  </a:lnTo>
                  <a:lnTo>
                    <a:pt x="800" y="8486"/>
                  </a:lnTo>
                  <a:lnTo>
                    <a:pt x="800" y="8493"/>
                  </a:lnTo>
                  <a:lnTo>
                    <a:pt x="890" y="8492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633903" y="2056943"/>
              <a:ext cx="1336513" cy="2829154"/>
            </a:xfrm>
            <a:custGeom>
              <a:avLst/>
              <a:gdLst/>
              <a:ahLst/>
              <a:cxnLst/>
              <a:rect l="0" t="0" r="r" b="b"/>
              <a:pathLst>
                <a:path w="2477" h="5200" fill="none">
                  <a:moveTo>
                    <a:pt x="0" y="2445"/>
                  </a:moveTo>
                  <a:lnTo>
                    <a:pt x="642" y="2100"/>
                  </a:lnTo>
                  <a:lnTo>
                    <a:pt x="1442" y="1500"/>
                  </a:lnTo>
                  <a:lnTo>
                    <a:pt x="1892" y="900"/>
                  </a:lnTo>
                </a:path>
                <a:path w="2477" h="5200" fill="none">
                  <a:moveTo>
                    <a:pt x="642" y="2100"/>
                  </a:moveTo>
                  <a:lnTo>
                    <a:pt x="942" y="1200"/>
                  </a:lnTo>
                  <a:lnTo>
                    <a:pt x="1092" y="200"/>
                  </a:lnTo>
                </a:path>
                <a:path w="2477" h="5200" fill="none">
                  <a:moveTo>
                    <a:pt x="0" y="2451"/>
                  </a:moveTo>
                  <a:lnTo>
                    <a:pt x="942" y="2600"/>
                  </a:lnTo>
                  <a:lnTo>
                    <a:pt x="1942" y="2600"/>
                  </a:lnTo>
                  <a:lnTo>
                    <a:pt x="2442" y="2700"/>
                  </a:lnTo>
                </a:path>
                <a:path w="2477" h="5200" fill="none">
                  <a:moveTo>
                    <a:pt x="942" y="2600"/>
                  </a:moveTo>
                  <a:lnTo>
                    <a:pt x="1642" y="3300"/>
                  </a:lnTo>
                  <a:lnTo>
                    <a:pt x="2192" y="3900"/>
                  </a:lnTo>
                </a:path>
                <a:path w="2477" h="5200" fill="none">
                  <a:moveTo>
                    <a:pt x="0" y="2460"/>
                  </a:moveTo>
                  <a:lnTo>
                    <a:pt x="642" y="3300"/>
                  </a:lnTo>
                  <a:lnTo>
                    <a:pt x="1242" y="4300"/>
                  </a:lnTo>
                  <a:lnTo>
                    <a:pt x="1792" y="5100"/>
                  </a:lnTo>
                </a:path>
                <a:path w="2477" h="5200" fill="none">
                  <a:moveTo>
                    <a:pt x="642" y="3300"/>
                  </a:moveTo>
                  <a:lnTo>
                    <a:pt x="365" y="4221"/>
                  </a:lnTo>
                </a:path>
                <a:path w="2477" h="5200" fill="none">
                  <a:moveTo>
                    <a:pt x="457" y="4644"/>
                  </a:moveTo>
                  <a:lnTo>
                    <a:pt x="642" y="5200"/>
                  </a:lnTo>
                </a:path>
                <a:path w="2477" h="5200" fill="none">
                  <a:moveTo>
                    <a:pt x="1242" y="4300"/>
                  </a:moveTo>
                  <a:lnTo>
                    <a:pt x="2042" y="4800"/>
                  </a:lnTo>
                  <a:lnTo>
                    <a:pt x="2442" y="5100"/>
                  </a:lnTo>
                </a:path>
                <a:path w="2477" h="5200" fill="none">
                  <a:moveTo>
                    <a:pt x="1442" y="1500"/>
                  </a:moveTo>
                  <a:lnTo>
                    <a:pt x="2142" y="1700"/>
                  </a:lnTo>
                  <a:lnTo>
                    <a:pt x="2477" y="1951"/>
                  </a:lnTo>
                </a:path>
                <a:path w="2477" h="5200" fill="none">
                  <a:moveTo>
                    <a:pt x="942" y="1200"/>
                  </a:moveTo>
                  <a:lnTo>
                    <a:pt x="1542" y="600"/>
                  </a:lnTo>
                </a:path>
                <a:path w="2477" h="5200" fill="none">
                  <a:moveTo>
                    <a:pt x="1642" y="3300"/>
                  </a:moveTo>
                  <a:lnTo>
                    <a:pt x="1542" y="4000"/>
                  </a:lnTo>
                  <a:lnTo>
                    <a:pt x="1842" y="4700"/>
                  </a:lnTo>
                </a:path>
                <a:path w="2477" h="5200" fill="none">
                  <a:moveTo>
                    <a:pt x="2" y="2400"/>
                  </a:moveTo>
                  <a:lnTo>
                    <a:pt x="142" y="1700"/>
                  </a:lnTo>
                  <a:lnTo>
                    <a:pt x="442" y="900"/>
                  </a:lnTo>
                  <a:lnTo>
                    <a:pt x="642" y="0"/>
                  </a:lnTo>
                </a:path>
                <a:path w="2477" h="5200" fill="none">
                  <a:moveTo>
                    <a:pt x="1942" y="2600"/>
                  </a:moveTo>
                  <a:lnTo>
                    <a:pt x="2242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89458" y="1567282"/>
            <a:ext cx="4747565" cy="448312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6097" y="1431265"/>
            <a:ext cx="2222724" cy="3998900"/>
          </a:xfrm>
          <a:custGeom>
            <a:avLst/>
            <a:gdLst/>
            <a:ahLst/>
            <a:cxnLst/>
            <a:rect l="0" t="0" r="r" b="b"/>
            <a:pathLst>
              <a:path w="5605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4"/>
                </a:lnTo>
                <a:lnTo>
                  <a:pt x="56" y="399"/>
                </a:lnTo>
                <a:lnTo>
                  <a:pt x="63" y="400"/>
                </a:lnTo>
                <a:lnTo>
                  <a:pt x="163" y="423"/>
                </a:lnTo>
                <a:lnTo>
                  <a:pt x="170" y="425"/>
                </a:lnTo>
                <a:lnTo>
                  <a:pt x="265" y="459"/>
                </a:lnTo>
                <a:lnTo>
                  <a:pt x="271" y="462"/>
                </a:lnTo>
                <a:lnTo>
                  <a:pt x="359" y="507"/>
                </a:lnTo>
                <a:lnTo>
                  <a:pt x="365" y="511"/>
                </a:lnTo>
                <a:lnTo>
                  <a:pt x="446" y="567"/>
                </a:lnTo>
                <a:lnTo>
                  <a:pt x="452" y="572"/>
                </a:lnTo>
                <a:lnTo>
                  <a:pt x="522" y="638"/>
                </a:lnTo>
                <a:lnTo>
                  <a:pt x="525" y="641"/>
                </a:lnTo>
                <a:lnTo>
                  <a:pt x="527" y="644"/>
                </a:lnTo>
                <a:lnTo>
                  <a:pt x="587" y="719"/>
                </a:lnTo>
                <a:lnTo>
                  <a:pt x="590" y="725"/>
                </a:lnTo>
                <a:lnTo>
                  <a:pt x="643" y="811"/>
                </a:lnTo>
                <a:lnTo>
                  <a:pt x="645" y="815"/>
                </a:lnTo>
                <a:lnTo>
                  <a:pt x="695" y="915"/>
                </a:lnTo>
                <a:lnTo>
                  <a:pt x="696" y="917"/>
                </a:lnTo>
                <a:lnTo>
                  <a:pt x="748" y="1031"/>
                </a:lnTo>
                <a:lnTo>
                  <a:pt x="748" y="1031"/>
                </a:lnTo>
                <a:lnTo>
                  <a:pt x="805" y="1161"/>
                </a:lnTo>
                <a:lnTo>
                  <a:pt x="805" y="1162"/>
                </a:lnTo>
                <a:lnTo>
                  <a:pt x="868" y="1309"/>
                </a:lnTo>
                <a:lnTo>
                  <a:pt x="868" y="1310"/>
                </a:lnTo>
                <a:lnTo>
                  <a:pt x="934" y="1473"/>
                </a:lnTo>
                <a:lnTo>
                  <a:pt x="935" y="1474"/>
                </a:lnTo>
                <a:lnTo>
                  <a:pt x="1002" y="1652"/>
                </a:lnTo>
                <a:lnTo>
                  <a:pt x="1002" y="1653"/>
                </a:lnTo>
                <a:lnTo>
                  <a:pt x="1069" y="1843"/>
                </a:lnTo>
                <a:lnTo>
                  <a:pt x="1070" y="1845"/>
                </a:lnTo>
                <a:lnTo>
                  <a:pt x="1135" y="2045"/>
                </a:lnTo>
                <a:lnTo>
                  <a:pt x="1135" y="2047"/>
                </a:lnTo>
                <a:lnTo>
                  <a:pt x="1196" y="2256"/>
                </a:lnTo>
                <a:lnTo>
                  <a:pt x="1197" y="2258"/>
                </a:lnTo>
                <a:lnTo>
                  <a:pt x="1255" y="2480"/>
                </a:lnTo>
                <a:lnTo>
                  <a:pt x="1256" y="2481"/>
                </a:lnTo>
                <a:lnTo>
                  <a:pt x="1313" y="2719"/>
                </a:lnTo>
                <a:lnTo>
                  <a:pt x="1313" y="2720"/>
                </a:lnTo>
                <a:lnTo>
                  <a:pt x="1368" y="2969"/>
                </a:lnTo>
                <a:lnTo>
                  <a:pt x="1368" y="2970"/>
                </a:lnTo>
                <a:lnTo>
                  <a:pt x="1421" y="3224"/>
                </a:lnTo>
                <a:lnTo>
                  <a:pt x="1421" y="3225"/>
                </a:lnTo>
                <a:lnTo>
                  <a:pt x="1471" y="3480"/>
                </a:lnTo>
                <a:lnTo>
                  <a:pt x="1471" y="3480"/>
                </a:lnTo>
                <a:lnTo>
                  <a:pt x="1518" y="3731"/>
                </a:lnTo>
                <a:lnTo>
                  <a:pt x="1518" y="3732"/>
                </a:lnTo>
                <a:lnTo>
                  <a:pt x="1560" y="3980"/>
                </a:lnTo>
                <a:lnTo>
                  <a:pt x="1560" y="3981"/>
                </a:lnTo>
                <a:lnTo>
                  <a:pt x="1598" y="4230"/>
                </a:lnTo>
                <a:lnTo>
                  <a:pt x="1599" y="4230"/>
                </a:lnTo>
                <a:lnTo>
                  <a:pt x="1634" y="4480"/>
                </a:lnTo>
                <a:lnTo>
                  <a:pt x="1634" y="4480"/>
                </a:lnTo>
                <a:lnTo>
                  <a:pt x="1667" y="4731"/>
                </a:lnTo>
                <a:lnTo>
                  <a:pt x="1667" y="4731"/>
                </a:lnTo>
                <a:lnTo>
                  <a:pt x="1699" y="4981"/>
                </a:lnTo>
                <a:lnTo>
                  <a:pt x="1699" y="4981"/>
                </a:lnTo>
                <a:lnTo>
                  <a:pt x="1730" y="5231"/>
                </a:lnTo>
                <a:lnTo>
                  <a:pt x="1730" y="5231"/>
                </a:lnTo>
                <a:lnTo>
                  <a:pt x="1759" y="5481"/>
                </a:lnTo>
                <a:lnTo>
                  <a:pt x="1759" y="5481"/>
                </a:lnTo>
                <a:lnTo>
                  <a:pt x="1787" y="5731"/>
                </a:lnTo>
                <a:lnTo>
                  <a:pt x="1787" y="5731"/>
                </a:lnTo>
                <a:lnTo>
                  <a:pt x="1812" y="5980"/>
                </a:lnTo>
                <a:lnTo>
                  <a:pt x="1812" y="5980"/>
                </a:lnTo>
                <a:lnTo>
                  <a:pt x="1837" y="6230"/>
                </a:lnTo>
                <a:lnTo>
                  <a:pt x="1862" y="6479"/>
                </a:lnTo>
                <a:lnTo>
                  <a:pt x="1887" y="6728"/>
                </a:lnTo>
                <a:lnTo>
                  <a:pt x="1915" y="6977"/>
                </a:lnTo>
                <a:lnTo>
                  <a:pt x="1971" y="7475"/>
                </a:lnTo>
                <a:lnTo>
                  <a:pt x="1971" y="7475"/>
                </a:lnTo>
                <a:lnTo>
                  <a:pt x="1991" y="7652"/>
                </a:lnTo>
                <a:lnTo>
                  <a:pt x="1989" y="7676"/>
                </a:lnTo>
                <a:lnTo>
                  <a:pt x="1987" y="7866"/>
                </a:lnTo>
                <a:lnTo>
                  <a:pt x="1994" y="8053"/>
                </a:lnTo>
                <a:lnTo>
                  <a:pt x="2013" y="8231"/>
                </a:lnTo>
                <a:lnTo>
                  <a:pt x="2040" y="8407"/>
                </a:lnTo>
                <a:lnTo>
                  <a:pt x="2073" y="8588"/>
                </a:lnTo>
                <a:lnTo>
                  <a:pt x="2098" y="8689"/>
                </a:lnTo>
                <a:lnTo>
                  <a:pt x="2112" y="8799"/>
                </a:lnTo>
                <a:lnTo>
                  <a:pt x="2112" y="8800"/>
                </a:lnTo>
                <a:lnTo>
                  <a:pt x="2149" y="9102"/>
                </a:lnTo>
                <a:lnTo>
                  <a:pt x="2149" y="9104"/>
                </a:lnTo>
                <a:lnTo>
                  <a:pt x="2171" y="9380"/>
                </a:lnTo>
                <a:lnTo>
                  <a:pt x="2171" y="9386"/>
                </a:lnTo>
                <a:lnTo>
                  <a:pt x="2166" y="9610"/>
                </a:lnTo>
                <a:lnTo>
                  <a:pt x="2166" y="9615"/>
                </a:lnTo>
                <a:lnTo>
                  <a:pt x="2165" y="9620"/>
                </a:lnTo>
                <a:lnTo>
                  <a:pt x="2164" y="9625"/>
                </a:lnTo>
                <a:lnTo>
                  <a:pt x="2119" y="9771"/>
                </a:lnTo>
                <a:lnTo>
                  <a:pt x="2118" y="9776"/>
                </a:lnTo>
                <a:lnTo>
                  <a:pt x="2115" y="9780"/>
                </a:lnTo>
                <a:lnTo>
                  <a:pt x="2112" y="9785"/>
                </a:lnTo>
                <a:lnTo>
                  <a:pt x="2109" y="9789"/>
                </a:lnTo>
                <a:lnTo>
                  <a:pt x="2106" y="9793"/>
                </a:lnTo>
                <a:lnTo>
                  <a:pt x="2102" y="9797"/>
                </a:lnTo>
                <a:lnTo>
                  <a:pt x="2097" y="9800"/>
                </a:lnTo>
                <a:lnTo>
                  <a:pt x="2093" y="9803"/>
                </a:lnTo>
                <a:lnTo>
                  <a:pt x="1998" y="9852"/>
                </a:lnTo>
                <a:lnTo>
                  <a:pt x="1993" y="9854"/>
                </a:lnTo>
                <a:lnTo>
                  <a:pt x="1988" y="9856"/>
                </a:lnTo>
                <a:lnTo>
                  <a:pt x="1983" y="9857"/>
                </a:lnTo>
                <a:lnTo>
                  <a:pt x="1978" y="9858"/>
                </a:lnTo>
                <a:lnTo>
                  <a:pt x="1972" y="9858"/>
                </a:lnTo>
                <a:lnTo>
                  <a:pt x="1967" y="9858"/>
                </a:lnTo>
                <a:lnTo>
                  <a:pt x="1961" y="9857"/>
                </a:lnTo>
                <a:lnTo>
                  <a:pt x="1826" y="9827"/>
                </a:lnTo>
                <a:lnTo>
                  <a:pt x="1821" y="9826"/>
                </a:lnTo>
                <a:lnTo>
                  <a:pt x="1817" y="9824"/>
                </a:lnTo>
                <a:lnTo>
                  <a:pt x="1813" y="9822"/>
                </a:lnTo>
                <a:lnTo>
                  <a:pt x="1650" y="9740"/>
                </a:lnTo>
                <a:lnTo>
                  <a:pt x="1646" y="9738"/>
                </a:lnTo>
                <a:lnTo>
                  <a:pt x="1470" y="9631"/>
                </a:lnTo>
                <a:lnTo>
                  <a:pt x="1299" y="9526"/>
                </a:lnTo>
                <a:lnTo>
                  <a:pt x="1147" y="9450"/>
                </a:lnTo>
                <a:lnTo>
                  <a:pt x="1009" y="9393"/>
                </a:lnTo>
                <a:lnTo>
                  <a:pt x="1008" y="9393"/>
                </a:lnTo>
                <a:lnTo>
                  <a:pt x="874" y="9331"/>
                </a:lnTo>
                <a:lnTo>
                  <a:pt x="743" y="9272"/>
                </a:lnTo>
                <a:lnTo>
                  <a:pt x="614" y="9220"/>
                </a:lnTo>
                <a:lnTo>
                  <a:pt x="483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09"/>
                </a:lnTo>
                <a:lnTo>
                  <a:pt x="4758" y="9692"/>
                </a:lnTo>
                <a:lnTo>
                  <a:pt x="4917" y="9659"/>
                </a:lnTo>
                <a:lnTo>
                  <a:pt x="5064" y="9611"/>
                </a:lnTo>
                <a:lnTo>
                  <a:pt x="5195" y="9545"/>
                </a:lnTo>
                <a:lnTo>
                  <a:pt x="5305" y="9455"/>
                </a:lnTo>
                <a:lnTo>
                  <a:pt x="5395" y="9337"/>
                </a:lnTo>
                <a:lnTo>
                  <a:pt x="5468" y="9193"/>
                </a:lnTo>
                <a:lnTo>
                  <a:pt x="5525" y="9030"/>
                </a:lnTo>
                <a:lnTo>
                  <a:pt x="5566" y="8856"/>
                </a:lnTo>
                <a:lnTo>
                  <a:pt x="5592" y="8677"/>
                </a:lnTo>
                <a:lnTo>
                  <a:pt x="5605" y="8503"/>
                </a:lnTo>
                <a:lnTo>
                  <a:pt x="5601" y="8327"/>
                </a:lnTo>
                <a:lnTo>
                  <a:pt x="5581" y="8143"/>
                </a:lnTo>
                <a:lnTo>
                  <a:pt x="5546" y="7954"/>
                </a:lnTo>
                <a:lnTo>
                  <a:pt x="5498" y="7767"/>
                </a:lnTo>
                <a:lnTo>
                  <a:pt x="5440" y="7586"/>
                </a:lnTo>
                <a:lnTo>
                  <a:pt x="5373" y="7414"/>
                </a:lnTo>
                <a:lnTo>
                  <a:pt x="5296" y="7251"/>
                </a:lnTo>
                <a:lnTo>
                  <a:pt x="5205" y="7089"/>
                </a:lnTo>
                <a:lnTo>
                  <a:pt x="5104" y="6934"/>
                </a:lnTo>
                <a:lnTo>
                  <a:pt x="4994" y="6787"/>
                </a:lnTo>
                <a:lnTo>
                  <a:pt x="4879" y="6652"/>
                </a:lnTo>
                <a:lnTo>
                  <a:pt x="4761" y="6530"/>
                </a:lnTo>
                <a:lnTo>
                  <a:pt x="4638" y="6424"/>
                </a:lnTo>
                <a:lnTo>
                  <a:pt x="4509" y="6330"/>
                </a:lnTo>
                <a:lnTo>
                  <a:pt x="4374" y="6247"/>
                </a:lnTo>
                <a:lnTo>
                  <a:pt x="4234" y="6174"/>
                </a:lnTo>
                <a:lnTo>
                  <a:pt x="4091" y="6110"/>
                </a:lnTo>
                <a:lnTo>
                  <a:pt x="3945" y="6054"/>
                </a:lnTo>
                <a:lnTo>
                  <a:pt x="3791" y="6002"/>
                </a:lnTo>
                <a:lnTo>
                  <a:pt x="3627" y="5954"/>
                </a:lnTo>
                <a:lnTo>
                  <a:pt x="3607" y="5950"/>
                </a:lnTo>
                <a:lnTo>
                  <a:pt x="3556" y="5750"/>
                </a:lnTo>
                <a:lnTo>
                  <a:pt x="3556" y="5747"/>
                </a:lnTo>
                <a:lnTo>
                  <a:pt x="3504" y="5498"/>
                </a:lnTo>
                <a:lnTo>
                  <a:pt x="3504" y="5494"/>
                </a:lnTo>
                <a:lnTo>
                  <a:pt x="3472" y="5244"/>
                </a:lnTo>
                <a:lnTo>
                  <a:pt x="3472" y="5240"/>
                </a:lnTo>
                <a:lnTo>
                  <a:pt x="3463" y="4990"/>
                </a:lnTo>
                <a:lnTo>
                  <a:pt x="3463" y="4986"/>
                </a:lnTo>
                <a:lnTo>
                  <a:pt x="3472" y="4736"/>
                </a:lnTo>
                <a:lnTo>
                  <a:pt x="3472" y="4733"/>
                </a:lnTo>
                <a:lnTo>
                  <a:pt x="3493" y="4483"/>
                </a:lnTo>
                <a:lnTo>
                  <a:pt x="3494" y="4481"/>
                </a:lnTo>
                <a:lnTo>
                  <a:pt x="3523" y="4231"/>
                </a:lnTo>
                <a:lnTo>
                  <a:pt x="3523" y="4231"/>
                </a:lnTo>
                <a:lnTo>
                  <a:pt x="3556" y="3982"/>
                </a:lnTo>
                <a:lnTo>
                  <a:pt x="3587" y="3734"/>
                </a:lnTo>
                <a:lnTo>
                  <a:pt x="3617" y="3484"/>
                </a:lnTo>
                <a:lnTo>
                  <a:pt x="3617" y="3483"/>
                </a:lnTo>
                <a:lnTo>
                  <a:pt x="3650" y="3228"/>
                </a:lnTo>
                <a:lnTo>
                  <a:pt x="3650" y="3227"/>
                </a:lnTo>
                <a:lnTo>
                  <a:pt x="3686" y="2973"/>
                </a:lnTo>
                <a:lnTo>
                  <a:pt x="3686" y="2972"/>
                </a:lnTo>
                <a:lnTo>
                  <a:pt x="3725" y="2724"/>
                </a:lnTo>
                <a:lnTo>
                  <a:pt x="3726" y="2723"/>
                </a:lnTo>
                <a:lnTo>
                  <a:pt x="3767" y="2485"/>
                </a:lnTo>
                <a:lnTo>
                  <a:pt x="3768" y="2484"/>
                </a:lnTo>
                <a:lnTo>
                  <a:pt x="3812" y="2261"/>
                </a:lnTo>
                <a:lnTo>
                  <a:pt x="3812" y="2260"/>
                </a:lnTo>
                <a:lnTo>
                  <a:pt x="3860" y="2050"/>
                </a:lnTo>
                <a:lnTo>
                  <a:pt x="3860" y="2049"/>
                </a:lnTo>
                <a:lnTo>
                  <a:pt x="3912" y="1848"/>
                </a:lnTo>
                <a:lnTo>
                  <a:pt x="3912" y="1846"/>
                </a:lnTo>
                <a:lnTo>
                  <a:pt x="3966" y="1656"/>
                </a:lnTo>
                <a:lnTo>
                  <a:pt x="3967" y="1655"/>
                </a:lnTo>
                <a:lnTo>
                  <a:pt x="4022" y="1477"/>
                </a:lnTo>
                <a:lnTo>
                  <a:pt x="4023" y="1476"/>
                </a:lnTo>
                <a:lnTo>
                  <a:pt x="4078" y="1313"/>
                </a:lnTo>
                <a:lnTo>
                  <a:pt x="4078" y="1312"/>
                </a:lnTo>
                <a:lnTo>
                  <a:pt x="4132" y="1164"/>
                </a:lnTo>
                <a:lnTo>
                  <a:pt x="4133" y="1163"/>
                </a:lnTo>
                <a:lnTo>
                  <a:pt x="4186" y="1033"/>
                </a:lnTo>
                <a:lnTo>
                  <a:pt x="4187" y="1030"/>
                </a:lnTo>
                <a:lnTo>
                  <a:pt x="4239" y="916"/>
                </a:lnTo>
                <a:lnTo>
                  <a:pt x="4241" y="914"/>
                </a:lnTo>
                <a:lnTo>
                  <a:pt x="4293" y="814"/>
                </a:lnTo>
                <a:lnTo>
                  <a:pt x="4295" y="812"/>
                </a:lnTo>
                <a:lnTo>
                  <a:pt x="4347" y="725"/>
                </a:lnTo>
                <a:lnTo>
                  <a:pt x="4348" y="722"/>
                </a:lnTo>
                <a:lnTo>
                  <a:pt x="4400" y="647"/>
                </a:lnTo>
                <a:lnTo>
                  <a:pt x="4402" y="644"/>
                </a:lnTo>
                <a:lnTo>
                  <a:pt x="4453" y="578"/>
                </a:lnTo>
                <a:lnTo>
                  <a:pt x="4453" y="578"/>
                </a:lnTo>
                <a:lnTo>
                  <a:pt x="4498" y="522"/>
                </a:lnTo>
                <a:lnTo>
                  <a:pt x="4498" y="521"/>
                </a:lnTo>
                <a:lnTo>
                  <a:pt x="4535" y="476"/>
                </a:lnTo>
                <a:lnTo>
                  <a:pt x="4540" y="470"/>
                </a:lnTo>
                <a:lnTo>
                  <a:pt x="4577" y="436"/>
                </a:lnTo>
                <a:lnTo>
                  <a:pt x="4580" y="433"/>
                </a:lnTo>
                <a:lnTo>
                  <a:pt x="4585" y="430"/>
                </a:lnTo>
                <a:lnTo>
                  <a:pt x="4589" y="427"/>
                </a:lnTo>
                <a:lnTo>
                  <a:pt x="4625" y="409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087517" y="1132027"/>
            <a:ext cx="97109" cy="1632204"/>
          </a:xfrm>
          <a:custGeom>
            <a:avLst/>
            <a:gdLst/>
            <a:ahLst/>
            <a:cxnLst/>
            <a:rect l="0" t="0" r="r" b="b"/>
            <a:pathLst>
              <a:path w="180" h="3000" fill="none">
                <a:moveTo>
                  <a:pt x="0" y="0"/>
                </a:moveTo>
                <a:lnTo>
                  <a:pt x="9" y="176"/>
                </a:lnTo>
                <a:lnTo>
                  <a:pt x="23" y="422"/>
                </a:lnTo>
                <a:lnTo>
                  <a:pt x="39" y="712"/>
                </a:lnTo>
                <a:lnTo>
                  <a:pt x="56" y="1022"/>
                </a:lnTo>
                <a:lnTo>
                  <a:pt x="73" y="1326"/>
                </a:lnTo>
                <a:lnTo>
                  <a:pt x="90" y="1600"/>
                </a:lnTo>
                <a:lnTo>
                  <a:pt x="106" y="1861"/>
                </a:lnTo>
                <a:lnTo>
                  <a:pt x="123" y="2133"/>
                </a:lnTo>
                <a:lnTo>
                  <a:pt x="140" y="2400"/>
                </a:lnTo>
                <a:lnTo>
                  <a:pt x="156" y="2644"/>
                </a:lnTo>
                <a:lnTo>
                  <a:pt x="170" y="2850"/>
                </a:lnTo>
                <a:lnTo>
                  <a:pt x="18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86180" y="1609094"/>
            <a:ext cx="1999647" cy="4088344"/>
          </a:xfrm>
          <a:custGeom>
            <a:avLst/>
            <a:gdLst/>
            <a:ahLst/>
            <a:cxnLst/>
            <a:rect l="0" t="0" r="r" b="b"/>
            <a:pathLst>
              <a:path w="4932" h="10000">
                <a:moveTo>
                  <a:pt x="2586" y="23"/>
                </a:moveTo>
                <a:lnTo>
                  <a:pt x="2463" y="56"/>
                </a:lnTo>
                <a:lnTo>
                  <a:pt x="2334" y="102"/>
                </a:lnTo>
                <a:lnTo>
                  <a:pt x="2205" y="158"/>
                </a:lnTo>
                <a:lnTo>
                  <a:pt x="2077" y="224"/>
                </a:lnTo>
                <a:lnTo>
                  <a:pt x="1956" y="296"/>
                </a:lnTo>
                <a:lnTo>
                  <a:pt x="1838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2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0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46" y="8493"/>
                </a:lnTo>
                <a:lnTo>
                  <a:pt x="3479" y="8533"/>
                </a:lnTo>
                <a:lnTo>
                  <a:pt x="3609" y="8586"/>
                </a:lnTo>
                <a:lnTo>
                  <a:pt x="3738" y="8644"/>
                </a:lnTo>
                <a:lnTo>
                  <a:pt x="3869" y="8704"/>
                </a:lnTo>
                <a:lnTo>
                  <a:pt x="4005" y="8760"/>
                </a:lnTo>
                <a:lnTo>
                  <a:pt x="4157" y="8836"/>
                </a:lnTo>
                <a:lnTo>
                  <a:pt x="4327" y="8940"/>
                </a:lnTo>
                <a:lnTo>
                  <a:pt x="4498" y="9045"/>
                </a:lnTo>
                <a:lnTo>
                  <a:pt x="4658" y="9125"/>
                </a:lnTo>
                <a:lnTo>
                  <a:pt x="4791" y="9154"/>
                </a:lnTo>
                <a:lnTo>
                  <a:pt x="4883" y="9106"/>
                </a:lnTo>
                <a:lnTo>
                  <a:pt x="4927" y="8964"/>
                </a:lnTo>
                <a:lnTo>
                  <a:pt x="4932" y="8744"/>
                </a:lnTo>
                <a:lnTo>
                  <a:pt x="4910" y="8474"/>
                </a:lnTo>
                <a:lnTo>
                  <a:pt x="4874" y="8179"/>
                </a:lnTo>
                <a:lnTo>
                  <a:pt x="4836" y="7884"/>
                </a:lnTo>
                <a:lnTo>
                  <a:pt x="4808" y="7616"/>
                </a:lnTo>
                <a:lnTo>
                  <a:pt x="4787" y="7370"/>
                </a:lnTo>
                <a:lnTo>
                  <a:pt x="4763" y="7126"/>
                </a:lnTo>
                <a:lnTo>
                  <a:pt x="4736" y="6882"/>
                </a:lnTo>
                <a:lnTo>
                  <a:pt x="4708" y="6639"/>
                </a:lnTo>
                <a:lnTo>
                  <a:pt x="4681" y="6396"/>
                </a:lnTo>
                <a:lnTo>
                  <a:pt x="4654" y="6152"/>
                </a:lnTo>
                <a:lnTo>
                  <a:pt x="4629" y="5908"/>
                </a:lnTo>
                <a:lnTo>
                  <a:pt x="4605" y="5664"/>
                </a:lnTo>
                <a:lnTo>
                  <a:pt x="4580" y="5420"/>
                </a:lnTo>
                <a:lnTo>
                  <a:pt x="4555" y="5176"/>
                </a:lnTo>
                <a:lnTo>
                  <a:pt x="4529" y="4932"/>
                </a:lnTo>
                <a:lnTo>
                  <a:pt x="4500" y="4688"/>
                </a:lnTo>
                <a:lnTo>
                  <a:pt x="4470" y="4444"/>
                </a:lnTo>
                <a:lnTo>
                  <a:pt x="4439" y="4199"/>
                </a:lnTo>
                <a:lnTo>
                  <a:pt x="4406" y="3954"/>
                </a:lnTo>
                <a:lnTo>
                  <a:pt x="4372" y="3710"/>
                </a:lnTo>
                <a:lnTo>
                  <a:pt x="4334" y="3467"/>
                </a:lnTo>
                <a:lnTo>
                  <a:pt x="4293" y="3224"/>
                </a:lnTo>
                <a:lnTo>
                  <a:pt x="4248" y="2979"/>
                </a:lnTo>
                <a:lnTo>
                  <a:pt x="4199" y="2729"/>
                </a:lnTo>
                <a:lnTo>
                  <a:pt x="4147" y="2481"/>
                </a:lnTo>
                <a:lnTo>
                  <a:pt x="4093" y="2237"/>
                </a:lnTo>
                <a:lnTo>
                  <a:pt x="4037" y="2005"/>
                </a:lnTo>
                <a:lnTo>
                  <a:pt x="3980" y="1787"/>
                </a:lnTo>
                <a:lnTo>
                  <a:pt x="3920" y="1582"/>
                </a:lnTo>
                <a:lnTo>
                  <a:pt x="3856" y="1386"/>
                </a:lnTo>
                <a:lnTo>
                  <a:pt x="3791" y="1200"/>
                </a:lnTo>
                <a:lnTo>
                  <a:pt x="3725" y="1026"/>
                </a:lnTo>
                <a:lnTo>
                  <a:pt x="3661" y="866"/>
                </a:lnTo>
                <a:lnTo>
                  <a:pt x="3599" y="722"/>
                </a:lnTo>
                <a:lnTo>
                  <a:pt x="3544" y="595"/>
                </a:lnTo>
                <a:lnTo>
                  <a:pt x="3493" y="484"/>
                </a:lnTo>
                <a:lnTo>
                  <a:pt x="3444" y="386"/>
                </a:lnTo>
                <a:lnTo>
                  <a:pt x="3393" y="301"/>
                </a:lnTo>
                <a:lnTo>
                  <a:pt x="3335" y="228"/>
                </a:lnTo>
                <a:lnTo>
                  <a:pt x="3266" y="163"/>
                </a:lnTo>
                <a:lnTo>
                  <a:pt x="3187" y="108"/>
                </a:lnTo>
                <a:lnTo>
                  <a:pt x="3102" y="64"/>
                </a:lnTo>
                <a:lnTo>
                  <a:pt x="3009" y="30"/>
                </a:lnTo>
                <a:lnTo>
                  <a:pt x="2911" y="9"/>
                </a:lnTo>
                <a:lnTo>
                  <a:pt x="2808" y="0"/>
                </a:lnTo>
                <a:lnTo>
                  <a:pt x="2701" y="4"/>
                </a:lnTo>
                <a:lnTo>
                  <a:pt x="2586" y="23"/>
                </a:lnTo>
                <a:close/>
                <a:moveTo>
                  <a:pt x="1970" y="7750"/>
                </a:moveTo>
                <a:lnTo>
                  <a:pt x="1968" y="7752"/>
                </a:lnTo>
                <a:lnTo>
                  <a:pt x="1966" y="7753"/>
                </a:lnTo>
                <a:lnTo>
                  <a:pt x="1964" y="7754"/>
                </a:lnTo>
                <a:lnTo>
                  <a:pt x="1961" y="7755"/>
                </a:lnTo>
                <a:lnTo>
                  <a:pt x="1959" y="7756"/>
                </a:lnTo>
                <a:lnTo>
                  <a:pt x="1956" y="7756"/>
                </a:lnTo>
                <a:lnTo>
                  <a:pt x="1953" y="7756"/>
                </a:lnTo>
                <a:lnTo>
                  <a:pt x="1951" y="7756"/>
                </a:lnTo>
                <a:lnTo>
                  <a:pt x="1948" y="7756"/>
                </a:lnTo>
                <a:lnTo>
                  <a:pt x="1946" y="7755"/>
                </a:lnTo>
                <a:lnTo>
                  <a:pt x="1943" y="7754"/>
                </a:lnTo>
                <a:lnTo>
                  <a:pt x="1941" y="7753"/>
                </a:lnTo>
                <a:lnTo>
                  <a:pt x="1939" y="7752"/>
                </a:lnTo>
                <a:lnTo>
                  <a:pt x="1936" y="7750"/>
                </a:lnTo>
                <a:lnTo>
                  <a:pt x="1934" y="7748"/>
                </a:lnTo>
                <a:lnTo>
                  <a:pt x="1933" y="7746"/>
                </a:lnTo>
                <a:lnTo>
                  <a:pt x="1931" y="7744"/>
                </a:lnTo>
                <a:lnTo>
                  <a:pt x="1930" y="7742"/>
                </a:lnTo>
                <a:lnTo>
                  <a:pt x="1929" y="7740"/>
                </a:lnTo>
                <a:lnTo>
                  <a:pt x="1919" y="7716"/>
                </a:lnTo>
                <a:lnTo>
                  <a:pt x="1918" y="7713"/>
                </a:lnTo>
                <a:lnTo>
                  <a:pt x="1900" y="7651"/>
                </a:lnTo>
                <a:lnTo>
                  <a:pt x="1900" y="7650"/>
                </a:lnTo>
                <a:lnTo>
                  <a:pt x="1882" y="7571"/>
                </a:lnTo>
                <a:lnTo>
                  <a:pt x="1882" y="7571"/>
                </a:lnTo>
                <a:lnTo>
                  <a:pt x="1864" y="7482"/>
                </a:lnTo>
                <a:lnTo>
                  <a:pt x="1864" y="7481"/>
                </a:lnTo>
                <a:lnTo>
                  <a:pt x="1847" y="7388"/>
                </a:lnTo>
                <a:lnTo>
                  <a:pt x="1829" y="7294"/>
                </a:lnTo>
                <a:lnTo>
                  <a:pt x="1812" y="7202"/>
                </a:lnTo>
                <a:lnTo>
                  <a:pt x="1812" y="7202"/>
                </a:lnTo>
                <a:lnTo>
                  <a:pt x="1795" y="7106"/>
                </a:lnTo>
                <a:lnTo>
                  <a:pt x="1795" y="7106"/>
                </a:lnTo>
                <a:lnTo>
                  <a:pt x="1779" y="7006"/>
                </a:lnTo>
                <a:lnTo>
                  <a:pt x="1779" y="7006"/>
                </a:lnTo>
                <a:lnTo>
                  <a:pt x="1763" y="6903"/>
                </a:lnTo>
                <a:lnTo>
                  <a:pt x="1763" y="6902"/>
                </a:lnTo>
                <a:lnTo>
                  <a:pt x="1748" y="6795"/>
                </a:lnTo>
                <a:lnTo>
                  <a:pt x="1748" y="6795"/>
                </a:lnTo>
                <a:lnTo>
                  <a:pt x="1734" y="6684"/>
                </a:lnTo>
                <a:lnTo>
                  <a:pt x="1734" y="6684"/>
                </a:lnTo>
                <a:lnTo>
                  <a:pt x="1721" y="6567"/>
                </a:lnTo>
                <a:lnTo>
                  <a:pt x="1721" y="6567"/>
                </a:lnTo>
                <a:lnTo>
                  <a:pt x="1708" y="6444"/>
                </a:lnTo>
                <a:lnTo>
                  <a:pt x="1708" y="6444"/>
                </a:lnTo>
                <a:lnTo>
                  <a:pt x="1697" y="6318"/>
                </a:lnTo>
                <a:lnTo>
                  <a:pt x="1696" y="6318"/>
                </a:lnTo>
                <a:lnTo>
                  <a:pt x="1686" y="6189"/>
                </a:lnTo>
                <a:lnTo>
                  <a:pt x="1686" y="6189"/>
                </a:lnTo>
                <a:lnTo>
                  <a:pt x="1677" y="6059"/>
                </a:lnTo>
                <a:lnTo>
                  <a:pt x="1677" y="6059"/>
                </a:lnTo>
                <a:lnTo>
                  <a:pt x="1671" y="5930"/>
                </a:lnTo>
                <a:lnTo>
                  <a:pt x="1671" y="5930"/>
                </a:lnTo>
                <a:lnTo>
                  <a:pt x="1666" y="5800"/>
                </a:lnTo>
                <a:lnTo>
                  <a:pt x="1666" y="5800"/>
                </a:lnTo>
                <a:lnTo>
                  <a:pt x="1664" y="5668"/>
                </a:lnTo>
                <a:lnTo>
                  <a:pt x="1664" y="5668"/>
                </a:lnTo>
                <a:lnTo>
                  <a:pt x="1663" y="5536"/>
                </a:lnTo>
                <a:lnTo>
                  <a:pt x="1663" y="5535"/>
                </a:lnTo>
                <a:lnTo>
                  <a:pt x="1664" y="5402"/>
                </a:lnTo>
                <a:lnTo>
                  <a:pt x="1664" y="5402"/>
                </a:lnTo>
                <a:lnTo>
                  <a:pt x="1666" y="5269"/>
                </a:lnTo>
                <a:lnTo>
                  <a:pt x="1666" y="5269"/>
                </a:lnTo>
                <a:lnTo>
                  <a:pt x="1671" y="5136"/>
                </a:lnTo>
                <a:lnTo>
                  <a:pt x="1671" y="5136"/>
                </a:lnTo>
                <a:lnTo>
                  <a:pt x="1677" y="5004"/>
                </a:lnTo>
                <a:lnTo>
                  <a:pt x="1677" y="5003"/>
                </a:lnTo>
                <a:lnTo>
                  <a:pt x="1684" y="4870"/>
                </a:lnTo>
                <a:lnTo>
                  <a:pt x="1684" y="4870"/>
                </a:lnTo>
                <a:lnTo>
                  <a:pt x="1694" y="4737"/>
                </a:lnTo>
                <a:lnTo>
                  <a:pt x="1694" y="4737"/>
                </a:lnTo>
                <a:lnTo>
                  <a:pt x="1705" y="4605"/>
                </a:lnTo>
                <a:lnTo>
                  <a:pt x="1705" y="4604"/>
                </a:lnTo>
                <a:lnTo>
                  <a:pt x="1718" y="4473"/>
                </a:lnTo>
                <a:lnTo>
                  <a:pt x="1718" y="4473"/>
                </a:lnTo>
                <a:lnTo>
                  <a:pt x="1734" y="4344"/>
                </a:lnTo>
                <a:lnTo>
                  <a:pt x="1734" y="4343"/>
                </a:lnTo>
                <a:lnTo>
                  <a:pt x="1752" y="4215"/>
                </a:lnTo>
                <a:lnTo>
                  <a:pt x="1752" y="4214"/>
                </a:lnTo>
                <a:lnTo>
                  <a:pt x="1772" y="4086"/>
                </a:lnTo>
                <a:lnTo>
                  <a:pt x="1772" y="4086"/>
                </a:lnTo>
                <a:lnTo>
                  <a:pt x="1794" y="3959"/>
                </a:lnTo>
                <a:lnTo>
                  <a:pt x="1795" y="3959"/>
                </a:lnTo>
                <a:lnTo>
                  <a:pt x="1819" y="3834"/>
                </a:lnTo>
                <a:lnTo>
                  <a:pt x="1819" y="3833"/>
                </a:lnTo>
                <a:lnTo>
                  <a:pt x="1846" y="3712"/>
                </a:lnTo>
                <a:lnTo>
                  <a:pt x="1846" y="3711"/>
                </a:lnTo>
                <a:lnTo>
                  <a:pt x="1876" y="3593"/>
                </a:lnTo>
                <a:lnTo>
                  <a:pt x="1876" y="3592"/>
                </a:lnTo>
                <a:lnTo>
                  <a:pt x="1909" y="3477"/>
                </a:lnTo>
                <a:lnTo>
                  <a:pt x="1909" y="3476"/>
                </a:lnTo>
                <a:lnTo>
                  <a:pt x="1945" y="3363"/>
                </a:lnTo>
                <a:lnTo>
                  <a:pt x="1945" y="3363"/>
                </a:lnTo>
                <a:lnTo>
                  <a:pt x="1983" y="3252"/>
                </a:lnTo>
                <a:lnTo>
                  <a:pt x="1984" y="3251"/>
                </a:lnTo>
                <a:lnTo>
                  <a:pt x="2024" y="3144"/>
                </a:lnTo>
                <a:lnTo>
                  <a:pt x="2024" y="3144"/>
                </a:lnTo>
                <a:lnTo>
                  <a:pt x="2067" y="3040"/>
                </a:lnTo>
                <a:lnTo>
                  <a:pt x="2067" y="3039"/>
                </a:lnTo>
                <a:lnTo>
                  <a:pt x="2112" y="2940"/>
                </a:lnTo>
                <a:lnTo>
                  <a:pt x="2112" y="2940"/>
                </a:lnTo>
                <a:lnTo>
                  <a:pt x="2159" y="2845"/>
                </a:lnTo>
                <a:lnTo>
                  <a:pt x="2159" y="2844"/>
                </a:lnTo>
                <a:lnTo>
                  <a:pt x="2208" y="2753"/>
                </a:lnTo>
                <a:lnTo>
                  <a:pt x="2208" y="2752"/>
                </a:lnTo>
                <a:lnTo>
                  <a:pt x="2259" y="2664"/>
                </a:lnTo>
                <a:lnTo>
                  <a:pt x="2259" y="2663"/>
                </a:lnTo>
                <a:lnTo>
                  <a:pt x="2311" y="2580"/>
                </a:lnTo>
                <a:lnTo>
                  <a:pt x="2312" y="2579"/>
                </a:lnTo>
                <a:lnTo>
                  <a:pt x="2366" y="2501"/>
                </a:lnTo>
                <a:lnTo>
                  <a:pt x="2367" y="2500"/>
                </a:lnTo>
                <a:lnTo>
                  <a:pt x="2423" y="2426"/>
                </a:lnTo>
                <a:lnTo>
                  <a:pt x="2424" y="2425"/>
                </a:lnTo>
                <a:lnTo>
                  <a:pt x="2483" y="2356"/>
                </a:lnTo>
                <a:lnTo>
                  <a:pt x="2484" y="2355"/>
                </a:lnTo>
                <a:lnTo>
                  <a:pt x="2545" y="2289"/>
                </a:lnTo>
                <a:lnTo>
                  <a:pt x="2546" y="2288"/>
                </a:lnTo>
                <a:lnTo>
                  <a:pt x="2609" y="2227"/>
                </a:lnTo>
                <a:lnTo>
                  <a:pt x="2610" y="2226"/>
                </a:lnTo>
                <a:lnTo>
                  <a:pt x="2674" y="2170"/>
                </a:lnTo>
                <a:lnTo>
                  <a:pt x="2675" y="2169"/>
                </a:lnTo>
                <a:lnTo>
                  <a:pt x="2741" y="2118"/>
                </a:lnTo>
                <a:lnTo>
                  <a:pt x="2742" y="2117"/>
                </a:lnTo>
                <a:lnTo>
                  <a:pt x="2808" y="2072"/>
                </a:lnTo>
                <a:lnTo>
                  <a:pt x="2809" y="2071"/>
                </a:lnTo>
                <a:lnTo>
                  <a:pt x="2877" y="2030"/>
                </a:lnTo>
                <a:lnTo>
                  <a:pt x="2879" y="2029"/>
                </a:lnTo>
                <a:lnTo>
                  <a:pt x="2950" y="1993"/>
                </a:lnTo>
                <a:lnTo>
                  <a:pt x="2952" y="1992"/>
                </a:lnTo>
                <a:lnTo>
                  <a:pt x="3024" y="1960"/>
                </a:lnTo>
                <a:lnTo>
                  <a:pt x="3026" y="1960"/>
                </a:lnTo>
                <a:lnTo>
                  <a:pt x="3097" y="1934"/>
                </a:lnTo>
                <a:lnTo>
                  <a:pt x="3099" y="1934"/>
                </a:lnTo>
                <a:lnTo>
                  <a:pt x="3165" y="1916"/>
                </a:lnTo>
                <a:lnTo>
                  <a:pt x="3168" y="1915"/>
                </a:lnTo>
                <a:lnTo>
                  <a:pt x="3227" y="1905"/>
                </a:lnTo>
                <a:lnTo>
                  <a:pt x="3230" y="1905"/>
                </a:lnTo>
                <a:lnTo>
                  <a:pt x="3283" y="1903"/>
                </a:lnTo>
                <a:lnTo>
                  <a:pt x="3287" y="1903"/>
                </a:lnTo>
                <a:lnTo>
                  <a:pt x="3337" y="1908"/>
                </a:lnTo>
                <a:lnTo>
                  <a:pt x="3341" y="1908"/>
                </a:lnTo>
                <a:lnTo>
                  <a:pt x="3389" y="1919"/>
                </a:lnTo>
                <a:lnTo>
                  <a:pt x="3392" y="1920"/>
                </a:lnTo>
                <a:lnTo>
                  <a:pt x="3437" y="1936"/>
                </a:lnTo>
                <a:lnTo>
                  <a:pt x="3440" y="1937"/>
                </a:lnTo>
                <a:lnTo>
                  <a:pt x="3481" y="1959"/>
                </a:lnTo>
                <a:lnTo>
                  <a:pt x="3484" y="1960"/>
                </a:lnTo>
                <a:lnTo>
                  <a:pt x="3521" y="1987"/>
                </a:lnTo>
                <a:lnTo>
                  <a:pt x="3524" y="1989"/>
                </a:lnTo>
                <a:lnTo>
                  <a:pt x="3556" y="2019"/>
                </a:lnTo>
                <a:lnTo>
                  <a:pt x="3557" y="2020"/>
                </a:lnTo>
                <a:lnTo>
                  <a:pt x="3559" y="2022"/>
                </a:lnTo>
                <a:lnTo>
                  <a:pt x="3586" y="2056"/>
                </a:lnTo>
                <a:lnTo>
                  <a:pt x="3588" y="2059"/>
                </a:lnTo>
                <a:lnTo>
                  <a:pt x="3614" y="2103"/>
                </a:lnTo>
                <a:lnTo>
                  <a:pt x="3615" y="2104"/>
                </a:lnTo>
                <a:lnTo>
                  <a:pt x="3642" y="2158"/>
                </a:lnTo>
                <a:lnTo>
                  <a:pt x="3643" y="2159"/>
                </a:lnTo>
                <a:lnTo>
                  <a:pt x="3672" y="2224"/>
                </a:lnTo>
                <a:lnTo>
                  <a:pt x="3672" y="2224"/>
                </a:lnTo>
                <a:lnTo>
                  <a:pt x="3705" y="2300"/>
                </a:lnTo>
                <a:lnTo>
                  <a:pt x="3705" y="2300"/>
                </a:lnTo>
                <a:lnTo>
                  <a:pt x="3742" y="2385"/>
                </a:lnTo>
                <a:lnTo>
                  <a:pt x="3742" y="2385"/>
                </a:lnTo>
                <a:lnTo>
                  <a:pt x="3780" y="2479"/>
                </a:lnTo>
                <a:lnTo>
                  <a:pt x="3780" y="2480"/>
                </a:lnTo>
                <a:lnTo>
                  <a:pt x="3819" y="2582"/>
                </a:lnTo>
                <a:lnTo>
                  <a:pt x="3819" y="2583"/>
                </a:lnTo>
                <a:lnTo>
                  <a:pt x="3858" y="2693"/>
                </a:lnTo>
                <a:lnTo>
                  <a:pt x="3858" y="2693"/>
                </a:lnTo>
                <a:lnTo>
                  <a:pt x="3895" y="2809"/>
                </a:lnTo>
                <a:lnTo>
                  <a:pt x="3895" y="2810"/>
                </a:lnTo>
                <a:lnTo>
                  <a:pt x="3931" y="2930"/>
                </a:lnTo>
                <a:lnTo>
                  <a:pt x="3931" y="2931"/>
                </a:lnTo>
                <a:lnTo>
                  <a:pt x="3965" y="3059"/>
                </a:lnTo>
                <a:lnTo>
                  <a:pt x="3965" y="3060"/>
                </a:lnTo>
                <a:lnTo>
                  <a:pt x="3998" y="3198"/>
                </a:lnTo>
                <a:lnTo>
                  <a:pt x="3998" y="3198"/>
                </a:lnTo>
                <a:lnTo>
                  <a:pt x="4030" y="3343"/>
                </a:lnTo>
                <a:lnTo>
                  <a:pt x="4030" y="3343"/>
                </a:lnTo>
                <a:lnTo>
                  <a:pt x="4061" y="3491"/>
                </a:lnTo>
                <a:lnTo>
                  <a:pt x="4061" y="3492"/>
                </a:lnTo>
                <a:lnTo>
                  <a:pt x="4090" y="3640"/>
                </a:lnTo>
                <a:lnTo>
                  <a:pt x="4090" y="3641"/>
                </a:lnTo>
                <a:lnTo>
                  <a:pt x="4117" y="3787"/>
                </a:lnTo>
                <a:lnTo>
                  <a:pt x="4117" y="3787"/>
                </a:lnTo>
                <a:lnTo>
                  <a:pt x="4142" y="3932"/>
                </a:lnTo>
                <a:lnTo>
                  <a:pt x="4142" y="3932"/>
                </a:lnTo>
                <a:lnTo>
                  <a:pt x="4164" y="4077"/>
                </a:lnTo>
                <a:lnTo>
                  <a:pt x="4164" y="4077"/>
                </a:lnTo>
                <a:lnTo>
                  <a:pt x="4185" y="4223"/>
                </a:lnTo>
                <a:lnTo>
                  <a:pt x="4185" y="4223"/>
                </a:lnTo>
                <a:lnTo>
                  <a:pt x="4204" y="4369"/>
                </a:lnTo>
                <a:lnTo>
                  <a:pt x="4204" y="4369"/>
                </a:lnTo>
                <a:lnTo>
                  <a:pt x="4223" y="4516"/>
                </a:lnTo>
                <a:lnTo>
                  <a:pt x="4223" y="4516"/>
                </a:lnTo>
                <a:lnTo>
                  <a:pt x="4241" y="4662"/>
                </a:lnTo>
                <a:lnTo>
                  <a:pt x="4241" y="4662"/>
                </a:lnTo>
                <a:lnTo>
                  <a:pt x="4258" y="4808"/>
                </a:lnTo>
                <a:lnTo>
                  <a:pt x="4258" y="4808"/>
                </a:lnTo>
                <a:lnTo>
                  <a:pt x="4274" y="4954"/>
                </a:lnTo>
                <a:lnTo>
                  <a:pt x="4274" y="4954"/>
                </a:lnTo>
                <a:lnTo>
                  <a:pt x="4289" y="5100"/>
                </a:lnTo>
                <a:lnTo>
                  <a:pt x="4289" y="5100"/>
                </a:lnTo>
                <a:lnTo>
                  <a:pt x="4304" y="5246"/>
                </a:lnTo>
                <a:lnTo>
                  <a:pt x="4318" y="5393"/>
                </a:lnTo>
                <a:lnTo>
                  <a:pt x="4333" y="5539"/>
                </a:lnTo>
                <a:lnTo>
                  <a:pt x="4333" y="5540"/>
                </a:lnTo>
                <a:lnTo>
                  <a:pt x="4349" y="5686"/>
                </a:lnTo>
                <a:lnTo>
                  <a:pt x="4349" y="5686"/>
                </a:lnTo>
                <a:lnTo>
                  <a:pt x="4383" y="5978"/>
                </a:lnTo>
                <a:lnTo>
                  <a:pt x="4383" y="5978"/>
                </a:lnTo>
                <a:lnTo>
                  <a:pt x="4399" y="6124"/>
                </a:lnTo>
                <a:lnTo>
                  <a:pt x="4399" y="6124"/>
                </a:lnTo>
                <a:lnTo>
                  <a:pt x="4413" y="6270"/>
                </a:lnTo>
                <a:lnTo>
                  <a:pt x="4413" y="6270"/>
                </a:lnTo>
                <a:lnTo>
                  <a:pt x="4426" y="6417"/>
                </a:lnTo>
                <a:lnTo>
                  <a:pt x="4426" y="6418"/>
                </a:lnTo>
                <a:lnTo>
                  <a:pt x="4443" y="6578"/>
                </a:lnTo>
                <a:lnTo>
                  <a:pt x="4443" y="6580"/>
                </a:lnTo>
                <a:lnTo>
                  <a:pt x="4466" y="6757"/>
                </a:lnTo>
                <a:lnTo>
                  <a:pt x="4466" y="6757"/>
                </a:lnTo>
                <a:lnTo>
                  <a:pt x="4487" y="6932"/>
                </a:lnTo>
                <a:lnTo>
                  <a:pt x="4487" y="6933"/>
                </a:lnTo>
                <a:lnTo>
                  <a:pt x="4499" y="7089"/>
                </a:lnTo>
                <a:lnTo>
                  <a:pt x="4499" y="7092"/>
                </a:lnTo>
                <a:lnTo>
                  <a:pt x="4497" y="7207"/>
                </a:lnTo>
                <a:lnTo>
                  <a:pt x="4497" y="7209"/>
                </a:lnTo>
                <a:lnTo>
                  <a:pt x="4496" y="7212"/>
                </a:lnTo>
                <a:lnTo>
                  <a:pt x="4496" y="7214"/>
                </a:lnTo>
                <a:lnTo>
                  <a:pt x="4485" y="7249"/>
                </a:lnTo>
                <a:lnTo>
                  <a:pt x="4484" y="7251"/>
                </a:lnTo>
                <a:lnTo>
                  <a:pt x="4483" y="7254"/>
                </a:lnTo>
                <a:lnTo>
                  <a:pt x="4482" y="7256"/>
                </a:lnTo>
                <a:lnTo>
                  <a:pt x="4480" y="7258"/>
                </a:lnTo>
                <a:lnTo>
                  <a:pt x="4478" y="7260"/>
                </a:lnTo>
                <a:lnTo>
                  <a:pt x="4476" y="7262"/>
                </a:lnTo>
                <a:lnTo>
                  <a:pt x="4474" y="7263"/>
                </a:lnTo>
                <a:lnTo>
                  <a:pt x="4472" y="7264"/>
                </a:lnTo>
                <a:lnTo>
                  <a:pt x="4469" y="7266"/>
                </a:lnTo>
                <a:lnTo>
                  <a:pt x="4467" y="7266"/>
                </a:lnTo>
                <a:lnTo>
                  <a:pt x="4464" y="7267"/>
                </a:lnTo>
                <a:lnTo>
                  <a:pt x="4462" y="7267"/>
                </a:lnTo>
                <a:lnTo>
                  <a:pt x="4459" y="7267"/>
                </a:lnTo>
                <a:lnTo>
                  <a:pt x="4457" y="7267"/>
                </a:lnTo>
                <a:lnTo>
                  <a:pt x="4454" y="7267"/>
                </a:lnTo>
                <a:lnTo>
                  <a:pt x="4420" y="7259"/>
                </a:lnTo>
                <a:lnTo>
                  <a:pt x="4418" y="7259"/>
                </a:lnTo>
                <a:lnTo>
                  <a:pt x="4416" y="7258"/>
                </a:lnTo>
                <a:lnTo>
                  <a:pt x="4414" y="7257"/>
                </a:lnTo>
                <a:lnTo>
                  <a:pt x="4332" y="7216"/>
                </a:lnTo>
                <a:lnTo>
                  <a:pt x="4330" y="7215"/>
                </a:lnTo>
                <a:lnTo>
                  <a:pt x="4230" y="7153"/>
                </a:lnTo>
                <a:lnTo>
                  <a:pt x="4129" y="7092"/>
                </a:lnTo>
                <a:lnTo>
                  <a:pt x="4123" y="7088"/>
                </a:lnTo>
                <a:lnTo>
                  <a:pt x="4032" y="7043"/>
                </a:lnTo>
                <a:lnTo>
                  <a:pt x="4028" y="7041"/>
                </a:lnTo>
                <a:lnTo>
                  <a:pt x="3948" y="7008"/>
                </a:lnTo>
                <a:lnTo>
                  <a:pt x="3947" y="7008"/>
                </a:lnTo>
                <a:lnTo>
                  <a:pt x="3870" y="6973"/>
                </a:lnTo>
                <a:lnTo>
                  <a:pt x="3793" y="6938"/>
                </a:lnTo>
                <a:lnTo>
                  <a:pt x="3790" y="6936"/>
                </a:lnTo>
                <a:lnTo>
                  <a:pt x="3713" y="6905"/>
                </a:lnTo>
                <a:lnTo>
                  <a:pt x="3707" y="6903"/>
                </a:lnTo>
                <a:lnTo>
                  <a:pt x="3628" y="6879"/>
                </a:lnTo>
                <a:lnTo>
                  <a:pt x="3620" y="6877"/>
                </a:lnTo>
                <a:lnTo>
                  <a:pt x="3537" y="6862"/>
                </a:lnTo>
                <a:lnTo>
                  <a:pt x="3530" y="6861"/>
                </a:lnTo>
                <a:lnTo>
                  <a:pt x="3442" y="6855"/>
                </a:lnTo>
                <a:lnTo>
                  <a:pt x="3438" y="6854"/>
                </a:lnTo>
                <a:lnTo>
                  <a:pt x="3347" y="6854"/>
                </a:lnTo>
                <a:lnTo>
                  <a:pt x="3342" y="6854"/>
                </a:lnTo>
                <a:lnTo>
                  <a:pt x="3249" y="6859"/>
                </a:lnTo>
                <a:lnTo>
                  <a:pt x="3243" y="6860"/>
                </a:lnTo>
                <a:lnTo>
                  <a:pt x="3149" y="6873"/>
                </a:lnTo>
                <a:lnTo>
                  <a:pt x="3143" y="6874"/>
                </a:lnTo>
                <a:lnTo>
                  <a:pt x="3049" y="6895"/>
                </a:lnTo>
                <a:lnTo>
                  <a:pt x="3042" y="6897"/>
                </a:lnTo>
                <a:lnTo>
                  <a:pt x="2948" y="6928"/>
                </a:lnTo>
                <a:lnTo>
                  <a:pt x="2941" y="6931"/>
                </a:lnTo>
                <a:lnTo>
                  <a:pt x="2845" y="6973"/>
                </a:lnTo>
                <a:lnTo>
                  <a:pt x="2840" y="6976"/>
                </a:lnTo>
                <a:lnTo>
                  <a:pt x="2740" y="7030"/>
                </a:lnTo>
                <a:lnTo>
                  <a:pt x="2736" y="7032"/>
                </a:lnTo>
                <a:lnTo>
                  <a:pt x="2635" y="7095"/>
                </a:lnTo>
                <a:lnTo>
                  <a:pt x="2632" y="7097"/>
                </a:lnTo>
                <a:lnTo>
                  <a:pt x="2534" y="7165"/>
                </a:lnTo>
                <a:lnTo>
                  <a:pt x="2532" y="7166"/>
                </a:lnTo>
                <a:lnTo>
                  <a:pt x="2439" y="7236"/>
                </a:lnTo>
                <a:lnTo>
                  <a:pt x="2437" y="7238"/>
                </a:lnTo>
                <a:lnTo>
                  <a:pt x="2354" y="7306"/>
                </a:lnTo>
                <a:lnTo>
                  <a:pt x="2349" y="7310"/>
                </a:lnTo>
                <a:lnTo>
                  <a:pt x="2274" y="7382"/>
                </a:lnTo>
                <a:lnTo>
                  <a:pt x="2269" y="7387"/>
                </a:lnTo>
                <a:lnTo>
                  <a:pt x="2200" y="7468"/>
                </a:lnTo>
                <a:lnTo>
                  <a:pt x="2197" y="7471"/>
                </a:lnTo>
                <a:lnTo>
                  <a:pt x="2133" y="7555"/>
                </a:lnTo>
                <a:lnTo>
                  <a:pt x="2132" y="7556"/>
                </a:lnTo>
                <a:lnTo>
                  <a:pt x="2075" y="7633"/>
                </a:lnTo>
                <a:lnTo>
                  <a:pt x="2074" y="7634"/>
                </a:lnTo>
                <a:lnTo>
                  <a:pt x="2025" y="7696"/>
                </a:lnTo>
                <a:lnTo>
                  <a:pt x="2023" y="7698"/>
                </a:lnTo>
                <a:lnTo>
                  <a:pt x="1984" y="7739"/>
                </a:lnTo>
                <a:lnTo>
                  <a:pt x="1982" y="7741"/>
                </a:lnTo>
                <a:lnTo>
                  <a:pt x="1970" y="77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671341" y="2398196"/>
            <a:ext cx="1128542" cy="2371252"/>
          </a:xfrm>
          <a:custGeom>
            <a:avLst/>
            <a:gdLst/>
            <a:ahLst/>
            <a:cxnLst/>
            <a:rect l="0" t="0" r="r" b="b"/>
            <a:pathLst>
              <a:path w="2091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4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7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80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4" y="3698"/>
                </a:lnTo>
                <a:lnTo>
                  <a:pt x="1462" y="3699"/>
                </a:lnTo>
                <a:lnTo>
                  <a:pt x="1522" y="3718"/>
                </a:lnTo>
                <a:lnTo>
                  <a:pt x="1527" y="3720"/>
                </a:lnTo>
                <a:lnTo>
                  <a:pt x="1586" y="3743"/>
                </a:lnTo>
                <a:lnTo>
                  <a:pt x="1588" y="3744"/>
                </a:lnTo>
                <a:lnTo>
                  <a:pt x="1646" y="3771"/>
                </a:lnTo>
                <a:lnTo>
                  <a:pt x="1646" y="3771"/>
                </a:lnTo>
                <a:lnTo>
                  <a:pt x="1704" y="3797"/>
                </a:lnTo>
                <a:lnTo>
                  <a:pt x="1765" y="3822"/>
                </a:lnTo>
                <a:lnTo>
                  <a:pt x="1769" y="3824"/>
                </a:lnTo>
                <a:lnTo>
                  <a:pt x="1838" y="3858"/>
                </a:lnTo>
                <a:lnTo>
                  <a:pt x="1843" y="3861"/>
                </a:lnTo>
                <a:lnTo>
                  <a:pt x="1919" y="3908"/>
                </a:lnTo>
                <a:lnTo>
                  <a:pt x="1994" y="3954"/>
                </a:lnTo>
                <a:lnTo>
                  <a:pt x="2056" y="3985"/>
                </a:lnTo>
                <a:lnTo>
                  <a:pt x="2081" y="3991"/>
                </a:lnTo>
                <a:lnTo>
                  <a:pt x="2089" y="3964"/>
                </a:lnTo>
                <a:lnTo>
                  <a:pt x="2091" y="3878"/>
                </a:lnTo>
                <a:lnTo>
                  <a:pt x="2082" y="3761"/>
                </a:lnTo>
                <a:lnTo>
                  <a:pt x="2066" y="3629"/>
                </a:lnTo>
                <a:lnTo>
                  <a:pt x="2049" y="3497"/>
                </a:lnTo>
                <a:lnTo>
                  <a:pt x="2049" y="3495"/>
                </a:lnTo>
                <a:lnTo>
                  <a:pt x="2036" y="3374"/>
                </a:lnTo>
                <a:lnTo>
                  <a:pt x="2036" y="3373"/>
                </a:lnTo>
                <a:lnTo>
                  <a:pt x="2027" y="3263"/>
                </a:lnTo>
                <a:lnTo>
                  <a:pt x="2016" y="3153"/>
                </a:lnTo>
                <a:lnTo>
                  <a:pt x="2004" y="3044"/>
                </a:lnTo>
                <a:lnTo>
                  <a:pt x="1979" y="2825"/>
                </a:lnTo>
                <a:lnTo>
                  <a:pt x="1979" y="2824"/>
                </a:lnTo>
                <a:lnTo>
                  <a:pt x="1967" y="2714"/>
                </a:lnTo>
                <a:lnTo>
                  <a:pt x="1967" y="2714"/>
                </a:lnTo>
                <a:lnTo>
                  <a:pt x="1955" y="2604"/>
                </a:lnTo>
                <a:lnTo>
                  <a:pt x="1955" y="2604"/>
                </a:lnTo>
                <a:lnTo>
                  <a:pt x="1944" y="2494"/>
                </a:lnTo>
                <a:lnTo>
                  <a:pt x="1933" y="2384"/>
                </a:lnTo>
                <a:lnTo>
                  <a:pt x="1922" y="2274"/>
                </a:lnTo>
                <a:lnTo>
                  <a:pt x="1910" y="2165"/>
                </a:lnTo>
                <a:lnTo>
                  <a:pt x="1897" y="2055"/>
                </a:lnTo>
                <a:lnTo>
                  <a:pt x="1884" y="1945"/>
                </a:lnTo>
                <a:lnTo>
                  <a:pt x="1870" y="1835"/>
                </a:lnTo>
                <a:lnTo>
                  <a:pt x="1855" y="1726"/>
                </a:lnTo>
                <a:lnTo>
                  <a:pt x="1840" y="1616"/>
                </a:lnTo>
                <a:lnTo>
                  <a:pt x="1823" y="1507"/>
                </a:lnTo>
                <a:lnTo>
                  <a:pt x="1804" y="1399"/>
                </a:lnTo>
                <a:lnTo>
                  <a:pt x="1784" y="1289"/>
                </a:lnTo>
                <a:lnTo>
                  <a:pt x="1762" y="1177"/>
                </a:lnTo>
                <a:lnTo>
                  <a:pt x="1739" y="1066"/>
                </a:lnTo>
                <a:lnTo>
                  <a:pt x="1715" y="957"/>
                </a:lnTo>
                <a:lnTo>
                  <a:pt x="1690" y="854"/>
                </a:lnTo>
                <a:lnTo>
                  <a:pt x="1665" y="757"/>
                </a:lnTo>
                <a:lnTo>
                  <a:pt x="1638" y="666"/>
                </a:lnTo>
                <a:lnTo>
                  <a:pt x="1610" y="579"/>
                </a:lnTo>
                <a:lnTo>
                  <a:pt x="1581" y="497"/>
                </a:lnTo>
                <a:lnTo>
                  <a:pt x="1552" y="420"/>
                </a:lnTo>
                <a:lnTo>
                  <a:pt x="1523" y="349"/>
                </a:lnTo>
                <a:lnTo>
                  <a:pt x="1496" y="285"/>
                </a:lnTo>
                <a:lnTo>
                  <a:pt x="1471" y="229"/>
                </a:lnTo>
                <a:lnTo>
                  <a:pt x="1449" y="180"/>
                </a:lnTo>
                <a:lnTo>
                  <a:pt x="1429" y="140"/>
                </a:lnTo>
                <a:lnTo>
                  <a:pt x="1409" y="107"/>
                </a:lnTo>
                <a:lnTo>
                  <a:pt x="1389" y="81"/>
                </a:lnTo>
                <a:lnTo>
                  <a:pt x="1365" y="59"/>
                </a:lnTo>
                <a:lnTo>
                  <a:pt x="1337" y="39"/>
                </a:lnTo>
                <a:lnTo>
                  <a:pt x="1306" y="23"/>
                </a:lnTo>
                <a:lnTo>
                  <a:pt x="1272" y="11"/>
                </a:lnTo>
                <a:lnTo>
                  <a:pt x="1236" y="3"/>
                </a:lnTo>
                <a:lnTo>
                  <a:pt x="1198" y="0"/>
                </a:lnTo>
                <a:lnTo>
                  <a:pt x="1158" y="1"/>
                </a:lnTo>
                <a:lnTo>
                  <a:pt x="1114" y="8"/>
                </a:lnTo>
                <a:lnTo>
                  <a:pt x="1064" y="22"/>
                </a:lnTo>
                <a:lnTo>
                  <a:pt x="1011" y="41"/>
                </a:lnTo>
                <a:lnTo>
                  <a:pt x="956" y="65"/>
                </a:lnTo>
                <a:lnTo>
                  <a:pt x="902" y="92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2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70"/>
                </a:lnTo>
                <a:lnTo>
                  <a:pt x="63" y="3653"/>
                </a:lnTo>
                <a:lnTo>
                  <a:pt x="75" y="3734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77149" y="5066031"/>
            <a:ext cx="3969713" cy="1234643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1" y="371"/>
                </a:lnTo>
                <a:lnTo>
                  <a:pt x="6543" y="426"/>
                </a:lnTo>
                <a:lnTo>
                  <a:pt x="6343" y="494"/>
                </a:lnTo>
                <a:lnTo>
                  <a:pt x="6197" y="567"/>
                </a:lnTo>
                <a:lnTo>
                  <a:pt x="6144" y="637"/>
                </a:lnTo>
                <a:lnTo>
                  <a:pt x="6254" y="715"/>
                </a:lnTo>
                <a:lnTo>
                  <a:pt x="6503" y="805"/>
                </a:lnTo>
                <a:lnTo>
                  <a:pt x="6784" y="893"/>
                </a:lnTo>
                <a:lnTo>
                  <a:pt x="6990" y="960"/>
                </a:lnTo>
                <a:lnTo>
                  <a:pt x="7014" y="991"/>
                </a:lnTo>
                <a:lnTo>
                  <a:pt x="6788" y="970"/>
                </a:lnTo>
                <a:lnTo>
                  <a:pt x="6384" y="911"/>
                </a:lnTo>
                <a:lnTo>
                  <a:pt x="5903" y="832"/>
                </a:lnTo>
                <a:lnTo>
                  <a:pt x="5449" y="757"/>
                </a:lnTo>
                <a:lnTo>
                  <a:pt x="5125" y="705"/>
                </a:lnTo>
                <a:lnTo>
                  <a:pt x="4963" y="686"/>
                </a:lnTo>
                <a:lnTo>
                  <a:pt x="4894" y="686"/>
                </a:lnTo>
                <a:lnTo>
                  <a:pt x="4870" y="692"/>
                </a:lnTo>
                <a:lnTo>
                  <a:pt x="4841" y="689"/>
                </a:lnTo>
                <a:lnTo>
                  <a:pt x="4758" y="664"/>
                </a:lnTo>
                <a:lnTo>
                  <a:pt x="4611" y="613"/>
                </a:lnTo>
                <a:lnTo>
                  <a:pt x="4433" y="543"/>
                </a:lnTo>
                <a:lnTo>
                  <a:pt x="4239" y="464"/>
                </a:lnTo>
                <a:lnTo>
                  <a:pt x="4044" y="383"/>
                </a:lnTo>
                <a:lnTo>
                  <a:pt x="3861" y="311"/>
                </a:lnTo>
                <a:lnTo>
                  <a:pt x="3695" y="241"/>
                </a:lnTo>
                <a:lnTo>
                  <a:pt x="3536" y="168"/>
                </a:lnTo>
                <a:lnTo>
                  <a:pt x="3378" y="100"/>
                </a:lnTo>
                <a:lnTo>
                  <a:pt x="3216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44752" y="1349654"/>
            <a:ext cx="3236976" cy="217627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21" name="Lectura 1"/>
          <p:cNvGrpSpPr/>
          <p:nvPr/>
        </p:nvGrpSpPr>
        <p:grpSpPr>
          <a:xfrm>
            <a:off x="919886" y="914400"/>
            <a:ext cx="10967314" cy="2939796"/>
            <a:chOff x="919886" y="914400"/>
            <a:chExt cx="10967314" cy="2939796"/>
          </a:xfrm>
        </p:grpSpPr>
        <p:sp>
          <p:nvSpPr>
            <p:cNvPr id="22" name="Paso 1"/>
            <p:cNvSpPr/>
            <p:nvPr/>
          </p:nvSpPr>
          <p:spPr>
            <a:xfrm>
              <a:off x="919886" y="3433572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035040" y="914400"/>
              <a:ext cx="5852160" cy="107899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Reforzamiento, aumento de densidad, adherencia a la cara interna costal;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50" dirty="0">
                <a:latin typeface="Mali"/>
              </a:endParaRPr>
            </a:p>
          </p:txBody>
        </p:sp>
      </p:grpSp>
      <p:grpSp>
        <p:nvGrpSpPr>
          <p:cNvPr id="24" name="Lectura 2"/>
          <p:cNvGrpSpPr/>
          <p:nvPr/>
        </p:nvGrpSpPr>
        <p:grpSpPr>
          <a:xfrm>
            <a:off x="1567282" y="2103120"/>
            <a:ext cx="10319918" cy="1315822"/>
            <a:chOff x="1567282" y="2103120"/>
            <a:chExt cx="10319918" cy="1315822"/>
          </a:xfrm>
        </p:grpSpPr>
        <p:sp>
          <p:nvSpPr>
            <p:cNvPr id="25" name="Paso 2"/>
            <p:cNvSpPr/>
            <p:nvPr/>
          </p:nvSpPr>
          <p:spPr>
            <a:xfrm>
              <a:off x="1567282" y="2998318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6035040" y="2103120"/>
              <a:ext cx="5852160" cy="107899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¿Hay trama vascular y bronquial? Comparar lado oscuro y claro: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trama = aire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Buscar el muñón.</a:t>
              </a:r>
              <a:endParaRPr lang="es-AR" sz="1750" dirty="0">
                <a:latin typeface="Mali"/>
              </a:endParaRPr>
            </a:p>
          </p:txBody>
        </p:sp>
      </p:grpSp>
      <p:grpSp>
        <p:nvGrpSpPr>
          <p:cNvPr id="27" name="Lectura 3"/>
          <p:cNvGrpSpPr/>
          <p:nvPr/>
        </p:nvGrpSpPr>
        <p:grpSpPr>
          <a:xfrm>
            <a:off x="3185770" y="3291840"/>
            <a:ext cx="8701430" cy="1324051"/>
            <a:chOff x="3185770" y="3291840"/>
            <a:chExt cx="8701430" cy="1324051"/>
          </a:xfrm>
        </p:grpSpPr>
        <p:sp>
          <p:nvSpPr>
            <p:cNvPr id="28" name="Paso 3"/>
            <p:cNvSpPr/>
            <p:nvPr/>
          </p:nvSpPr>
          <p:spPr>
            <a:xfrm>
              <a:off x="3185770" y="4195267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9" name="Forma 28"/>
            <p:cNvSpPr/>
            <p:nvPr/>
          </p:nvSpPr>
          <p:spPr>
            <a:xfrm>
              <a:off x="6035040" y="3291840"/>
              <a:ext cx="5852160" cy="107899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MASA CARDÍACA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Tamaño, posición,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desplazamiento del mediastino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30" name="Lectura 4"/>
          <p:cNvGrpSpPr/>
          <p:nvPr/>
        </p:nvGrpSpPr>
        <p:grpSpPr>
          <a:xfrm>
            <a:off x="1405433" y="4480560"/>
            <a:ext cx="10481767" cy="1078992"/>
            <a:chOff x="1405433" y="4480560"/>
            <a:chExt cx="10481767" cy="1078992"/>
          </a:xfrm>
        </p:grpSpPr>
        <p:sp>
          <p:nvSpPr>
            <p:cNvPr id="31" name="Paso 4"/>
            <p:cNvSpPr/>
            <p:nvPr/>
          </p:nvSpPr>
          <p:spPr>
            <a:xfrm>
              <a:off x="1405433" y="5011369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83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2" name="Forma 31"/>
            <p:cNvSpPr/>
            <p:nvPr/>
          </p:nvSpPr>
          <p:spPr>
            <a:xfrm>
              <a:off x="6035040" y="4480560"/>
              <a:ext cx="5852160" cy="107899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028"/>
                </a:lnSpc>
                <a:spcAft>
                  <a:spcPts val="300"/>
                </a:spcAft>
                <a:buNone/>
              </a:pP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 Y ÁNGULOS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Profundidad de los senos (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profundo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); cúpula plana o invertida; comparar ambos lados.</a:t>
              </a:r>
              <a:endParaRPr lang="es-AR" sz="1750" dirty="0">
                <a:latin typeface="Mali"/>
              </a:endParaRPr>
            </a:p>
          </p:txBody>
        </p:sp>
      </p:grpSp>
      <p:sp>
        <p:nvSpPr>
          <p:cNvPr id="33" name="Posición"/>
          <p:cNvSpPr/>
          <p:nvPr/>
        </p:nvSpPr>
        <p:spPr>
          <a:xfrm>
            <a:off x="6035040" y="5715000"/>
            <a:ext cx="5852160" cy="6400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Paciente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sentado o de pie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aire se colecta en el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ápice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96219" y="91440"/>
            <a:ext cx="903088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ORDEN DE INTERPRETACIÓN DE LA RADIOGRAFÍA</a:t>
            </a:r>
            <a:endParaRPr lang="es-AR" sz="2400" dirty="0">
              <a:latin typeface="Mali"/>
            </a:endParaRPr>
          </a:p>
        </p:txBody>
      </p:sp>
      <p:sp>
        <p:nvSpPr>
          <p:cNvPr id="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988651" y="1629723"/>
              <a:ext cx="1795893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104809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8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19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0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1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2" name="Forma 21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4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5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6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7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28" name="Forma 27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30" name="!!PulmonDerecho"/>
          <p:cNvGrpSpPr/>
          <p:nvPr/>
        </p:nvGrpSpPr>
        <p:grpSpPr>
          <a:xfrm>
            <a:off x="6597762" y="1230176"/>
            <a:ext cx="840014" cy="1892990"/>
            <a:chOff x="6597762" y="1230176"/>
            <a:chExt cx="840014" cy="1892990"/>
          </a:xfrm>
        </p:grpSpPr>
        <p:sp>
          <p:nvSpPr>
            <p:cNvPr id="31" name="Forma 30"/>
            <p:cNvSpPr/>
            <p:nvPr/>
          </p:nvSpPr>
          <p:spPr>
            <a:xfrm>
              <a:off x="6597762" y="1230176"/>
              <a:ext cx="840014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652094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6617695" y="2054428"/>
              <a:ext cx="706649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4" name="!!PleuraVisceralD"/>
          <p:cNvSpPr/>
          <p:nvPr/>
        </p:nvSpPr>
        <p:spPr>
          <a:xfrm>
            <a:off x="6597762" y="1230176"/>
            <a:ext cx="840014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5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6" name="Forma 35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7" name="Forma 36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9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0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1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2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3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4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5" name="Forma 44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6" name="Forma 45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7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8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49" name="Forma 48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2" name="Forma 51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3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Trama vascular hasta la periferia en ambos campos.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618492" y="91440"/>
            <a:ext cx="540861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TORÁCICA NORMAL</a:t>
            </a:r>
            <a:endParaRPr lang="es-AR" sz="2400" dirty="0">
              <a:latin typeface="Mali"/>
            </a:endParaRPr>
          </a:p>
        </p:txBody>
      </p:sp>
      <p:sp>
        <p:nvSpPr>
          <p:cNvPr id="5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1/8</a:t>
            </a:r>
            <a:endParaRPr lang="es-AR" sz="13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988651" y="1629723"/>
              <a:ext cx="1795893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104809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8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19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0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1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2" name="Forma 21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4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5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6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7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28" name="Forma 27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30" name="!!PulmonDerecho"/>
          <p:cNvGrpSpPr/>
          <p:nvPr/>
        </p:nvGrpSpPr>
        <p:grpSpPr>
          <a:xfrm>
            <a:off x="6597762" y="1230176"/>
            <a:ext cx="840014" cy="1892990"/>
            <a:chOff x="6597762" y="1230176"/>
            <a:chExt cx="840014" cy="1892990"/>
          </a:xfrm>
        </p:grpSpPr>
        <p:sp>
          <p:nvSpPr>
            <p:cNvPr id="31" name="Forma 30"/>
            <p:cNvSpPr/>
            <p:nvPr/>
          </p:nvSpPr>
          <p:spPr>
            <a:xfrm>
              <a:off x="6597762" y="1230176"/>
              <a:ext cx="840014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652094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6617695" y="2054428"/>
              <a:ext cx="706649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4" name="!!PleuraVisceralD"/>
          <p:cNvSpPr/>
          <p:nvPr/>
        </p:nvSpPr>
        <p:spPr>
          <a:xfrm>
            <a:off x="6597762" y="1230176"/>
            <a:ext cx="840014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5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6" name="Forma 35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7" name="Forma 36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9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0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1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2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3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4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5" name="Forma 44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6" name="Forma 45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7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8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49" name="Forma 48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2" name="Forma 51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3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campos pulmonares: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oscuros con trama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(vasos y bronquios).</a:t>
            </a:r>
            <a:endParaRPr lang="es-AR" sz="2000" dirty="0">
              <a:latin typeface="Mali"/>
            </a:endParaRPr>
          </a:p>
        </p:txBody>
      </p:sp>
      <p:sp>
        <p:nvSpPr>
          <p:cNvPr id="54" name="!!MarcaCampo"/>
          <p:cNvSpPr/>
          <p:nvPr/>
        </p:nvSpPr>
        <p:spPr>
          <a:xfrm>
            <a:off x="1068019" y="2514600"/>
            <a:ext cx="1587398" cy="2304288"/>
          </a:xfrm>
          <a:prstGeom prst="ellipse">
            <a:avLst/>
          </a:prstGeom>
          <a:noFill/>
          <a:ln w="38100" cap="rnd">
            <a:solidFill>
              <a:srgbClr val="FFFF0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60306" y="91440"/>
            <a:ext cx="55667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IDENTIFICACIÓN PULMONAR</a:t>
            </a:r>
            <a:endParaRPr lang="es-AR" sz="2400" dirty="0">
              <a:latin typeface="Mali"/>
            </a:endParaRPr>
          </a:p>
        </p:txBody>
      </p:sp>
      <p:sp>
        <p:nvSpPr>
          <p:cNvPr id="5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2/8</a:t>
            </a:r>
            <a:endParaRPr lang="es-AR" sz="13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171655" y="1850300"/>
              <a:ext cx="1580385" cy="350701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278643" y="2194469"/>
              <a:ext cx="1235043" cy="2510577"/>
            </a:xfrm>
            <a:custGeom>
              <a:avLst/>
              <a:gdLst/>
              <a:ahLst/>
              <a:cxnLst/>
              <a:rect l="0" t="0" r="r" b="b"/>
              <a:pathLst>
                <a:path w="2178" h="4576" fill="none">
                  <a:moveTo>
                    <a:pt x="2178" y="2156"/>
                  </a:moveTo>
                  <a:lnTo>
                    <a:pt x="1606" y="1847"/>
                  </a:lnTo>
                  <a:lnTo>
                    <a:pt x="902" y="1319"/>
                  </a:lnTo>
                  <a:lnTo>
                    <a:pt x="506" y="791"/>
                  </a:lnTo>
                </a:path>
                <a:path w="2178" h="4576" fill="none">
                  <a:moveTo>
                    <a:pt x="1606" y="1847"/>
                  </a:moveTo>
                  <a:lnTo>
                    <a:pt x="1342" y="1056"/>
                  </a:lnTo>
                  <a:lnTo>
                    <a:pt x="1210" y="175"/>
                  </a:lnTo>
                </a:path>
                <a:path w="2178" h="4576" fill="none">
                  <a:moveTo>
                    <a:pt x="2178" y="2156"/>
                  </a:moveTo>
                  <a:lnTo>
                    <a:pt x="1342" y="2288"/>
                  </a:lnTo>
                  <a:lnTo>
                    <a:pt x="462" y="2288"/>
                  </a:lnTo>
                  <a:lnTo>
                    <a:pt x="22" y="2376"/>
                  </a:lnTo>
                </a:path>
                <a:path w="2178" h="4576" fill="none">
                  <a:moveTo>
                    <a:pt x="1342" y="2288"/>
                  </a:moveTo>
                  <a:lnTo>
                    <a:pt x="726" y="2904"/>
                  </a:lnTo>
                  <a:lnTo>
                    <a:pt x="242" y="3432"/>
                  </a:lnTo>
                </a:path>
                <a:path w="2178" h="4576" fill="none">
                  <a:moveTo>
                    <a:pt x="2178" y="2156"/>
                  </a:moveTo>
                  <a:lnTo>
                    <a:pt x="1606" y="2904"/>
                  </a:lnTo>
                  <a:lnTo>
                    <a:pt x="1078" y="3784"/>
                  </a:lnTo>
                  <a:lnTo>
                    <a:pt x="594" y="4488"/>
                  </a:lnTo>
                </a:path>
                <a:path w="2178" h="4576" fill="none">
                  <a:moveTo>
                    <a:pt x="1606" y="2904"/>
                  </a:moveTo>
                  <a:lnTo>
                    <a:pt x="1870" y="3784"/>
                  </a:lnTo>
                  <a:lnTo>
                    <a:pt x="1606" y="4576"/>
                  </a:lnTo>
                </a:path>
                <a:path w="2178" h="4576" fill="none">
                  <a:moveTo>
                    <a:pt x="1078" y="3784"/>
                  </a:moveTo>
                  <a:lnTo>
                    <a:pt x="374" y="4224"/>
                  </a:lnTo>
                  <a:lnTo>
                    <a:pt x="22" y="4488"/>
                  </a:lnTo>
                </a:path>
                <a:path w="2178" h="4576" fill="none">
                  <a:moveTo>
                    <a:pt x="902" y="1319"/>
                  </a:moveTo>
                  <a:lnTo>
                    <a:pt x="286" y="1496"/>
                  </a:lnTo>
                  <a:lnTo>
                    <a:pt x="0" y="1710"/>
                  </a:lnTo>
                </a:path>
                <a:path w="2178" h="4576" fill="none">
                  <a:moveTo>
                    <a:pt x="1342" y="1056"/>
                  </a:moveTo>
                  <a:lnTo>
                    <a:pt x="814" y="527"/>
                  </a:lnTo>
                </a:path>
                <a:path w="2178" h="4576" fill="none">
                  <a:moveTo>
                    <a:pt x="726" y="2904"/>
                  </a:moveTo>
                  <a:lnTo>
                    <a:pt x="814" y="3520"/>
                  </a:lnTo>
                  <a:lnTo>
                    <a:pt x="550" y="4136"/>
                  </a:lnTo>
                </a:path>
                <a:path w="2178" h="4576" fill="none">
                  <a:moveTo>
                    <a:pt x="2178" y="2156"/>
                  </a:moveTo>
                  <a:lnTo>
                    <a:pt x="2046" y="1496"/>
                  </a:lnTo>
                  <a:lnTo>
                    <a:pt x="1782" y="791"/>
                  </a:lnTo>
                  <a:lnTo>
                    <a:pt x="1606" y="0"/>
                  </a:lnTo>
                </a:path>
                <a:path w="2178" h="4576" fill="none">
                  <a:moveTo>
                    <a:pt x="462" y="2288"/>
                  </a:moveTo>
                  <a:lnTo>
                    <a:pt x="198" y="2816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979" y="9208"/>
                </a:moveTo>
                <a:lnTo>
                  <a:pt x="977" y="9210"/>
                </a:lnTo>
                <a:lnTo>
                  <a:pt x="975" y="9211"/>
                </a:lnTo>
                <a:lnTo>
                  <a:pt x="973" y="9213"/>
                </a:lnTo>
                <a:lnTo>
                  <a:pt x="970" y="9213"/>
                </a:lnTo>
                <a:lnTo>
                  <a:pt x="968" y="9214"/>
                </a:lnTo>
                <a:lnTo>
                  <a:pt x="965" y="9214"/>
                </a:lnTo>
                <a:lnTo>
                  <a:pt x="963" y="9215"/>
                </a:lnTo>
                <a:lnTo>
                  <a:pt x="960" y="9214"/>
                </a:lnTo>
                <a:lnTo>
                  <a:pt x="957" y="9214"/>
                </a:lnTo>
                <a:lnTo>
                  <a:pt x="955" y="9213"/>
                </a:lnTo>
                <a:lnTo>
                  <a:pt x="952" y="9212"/>
                </a:lnTo>
                <a:lnTo>
                  <a:pt x="950" y="9211"/>
                </a:lnTo>
                <a:lnTo>
                  <a:pt x="948" y="9210"/>
                </a:lnTo>
                <a:lnTo>
                  <a:pt x="946" y="9208"/>
                </a:lnTo>
                <a:lnTo>
                  <a:pt x="944" y="9207"/>
                </a:lnTo>
                <a:lnTo>
                  <a:pt x="942" y="9205"/>
                </a:lnTo>
                <a:lnTo>
                  <a:pt x="940" y="9203"/>
                </a:lnTo>
                <a:lnTo>
                  <a:pt x="939" y="9200"/>
                </a:lnTo>
                <a:lnTo>
                  <a:pt x="938" y="9198"/>
                </a:lnTo>
                <a:lnTo>
                  <a:pt x="923" y="9162"/>
                </a:lnTo>
                <a:lnTo>
                  <a:pt x="922" y="9160"/>
                </a:lnTo>
                <a:lnTo>
                  <a:pt x="897" y="9069"/>
                </a:lnTo>
                <a:lnTo>
                  <a:pt x="896" y="9068"/>
                </a:lnTo>
                <a:lnTo>
                  <a:pt x="870" y="8953"/>
                </a:lnTo>
                <a:lnTo>
                  <a:pt x="870" y="8952"/>
                </a:lnTo>
                <a:lnTo>
                  <a:pt x="844" y="8822"/>
                </a:lnTo>
                <a:lnTo>
                  <a:pt x="844" y="8822"/>
                </a:lnTo>
                <a:lnTo>
                  <a:pt x="818" y="8684"/>
                </a:lnTo>
                <a:lnTo>
                  <a:pt x="793" y="8547"/>
                </a:lnTo>
                <a:lnTo>
                  <a:pt x="768" y="8412"/>
                </a:lnTo>
                <a:lnTo>
                  <a:pt x="768" y="8411"/>
                </a:lnTo>
                <a:lnTo>
                  <a:pt x="743" y="8271"/>
                </a:lnTo>
                <a:lnTo>
                  <a:pt x="743" y="8271"/>
                </a:lnTo>
                <a:lnTo>
                  <a:pt x="719" y="8125"/>
                </a:lnTo>
                <a:lnTo>
                  <a:pt x="719" y="8125"/>
                </a:lnTo>
                <a:lnTo>
                  <a:pt x="696" y="7973"/>
                </a:lnTo>
                <a:lnTo>
                  <a:pt x="696" y="7973"/>
                </a:lnTo>
                <a:lnTo>
                  <a:pt x="674" y="7816"/>
                </a:lnTo>
                <a:lnTo>
                  <a:pt x="674" y="7816"/>
                </a:lnTo>
                <a:lnTo>
                  <a:pt x="654" y="7652"/>
                </a:lnTo>
                <a:lnTo>
                  <a:pt x="653" y="7652"/>
                </a:lnTo>
                <a:lnTo>
                  <a:pt x="634" y="7481"/>
                </a:lnTo>
                <a:lnTo>
                  <a:pt x="634" y="7481"/>
                </a:lnTo>
                <a:lnTo>
                  <a:pt x="616" y="7301"/>
                </a:lnTo>
                <a:lnTo>
                  <a:pt x="616" y="7301"/>
                </a:lnTo>
                <a:lnTo>
                  <a:pt x="598" y="7116"/>
                </a:lnTo>
                <a:lnTo>
                  <a:pt x="598" y="7116"/>
                </a:lnTo>
                <a:lnTo>
                  <a:pt x="583" y="6927"/>
                </a:lnTo>
                <a:lnTo>
                  <a:pt x="583" y="6927"/>
                </a:lnTo>
                <a:lnTo>
                  <a:pt x="570" y="6737"/>
                </a:lnTo>
                <a:lnTo>
                  <a:pt x="570" y="6737"/>
                </a:lnTo>
                <a:lnTo>
                  <a:pt x="560" y="6548"/>
                </a:lnTo>
                <a:lnTo>
                  <a:pt x="560" y="6547"/>
                </a:lnTo>
                <a:lnTo>
                  <a:pt x="554" y="6357"/>
                </a:lnTo>
                <a:lnTo>
                  <a:pt x="554" y="6357"/>
                </a:lnTo>
                <a:lnTo>
                  <a:pt x="550" y="6165"/>
                </a:lnTo>
                <a:lnTo>
                  <a:pt x="550" y="6164"/>
                </a:lnTo>
                <a:lnTo>
                  <a:pt x="549" y="5970"/>
                </a:lnTo>
                <a:lnTo>
                  <a:pt x="549" y="5970"/>
                </a:lnTo>
                <a:lnTo>
                  <a:pt x="550" y="5775"/>
                </a:lnTo>
                <a:lnTo>
                  <a:pt x="550" y="5774"/>
                </a:lnTo>
                <a:lnTo>
                  <a:pt x="554" y="5579"/>
                </a:lnTo>
                <a:lnTo>
                  <a:pt x="554" y="5579"/>
                </a:lnTo>
                <a:lnTo>
                  <a:pt x="560" y="5385"/>
                </a:lnTo>
                <a:lnTo>
                  <a:pt x="560" y="5385"/>
                </a:lnTo>
                <a:lnTo>
                  <a:pt x="569" y="5190"/>
                </a:lnTo>
                <a:lnTo>
                  <a:pt x="569" y="5190"/>
                </a:lnTo>
                <a:lnTo>
                  <a:pt x="580" y="4995"/>
                </a:lnTo>
                <a:lnTo>
                  <a:pt x="580" y="4994"/>
                </a:lnTo>
                <a:lnTo>
                  <a:pt x="594" y="4800"/>
                </a:lnTo>
                <a:lnTo>
                  <a:pt x="594" y="4799"/>
                </a:lnTo>
                <a:lnTo>
                  <a:pt x="610" y="4605"/>
                </a:lnTo>
                <a:lnTo>
                  <a:pt x="610" y="4605"/>
                </a:lnTo>
                <a:lnTo>
                  <a:pt x="630" y="4413"/>
                </a:lnTo>
                <a:lnTo>
                  <a:pt x="630" y="4413"/>
                </a:lnTo>
                <a:lnTo>
                  <a:pt x="653" y="4223"/>
                </a:lnTo>
                <a:lnTo>
                  <a:pt x="653" y="4223"/>
                </a:lnTo>
                <a:lnTo>
                  <a:pt x="680" y="4034"/>
                </a:lnTo>
                <a:lnTo>
                  <a:pt x="680" y="4034"/>
                </a:lnTo>
                <a:lnTo>
                  <a:pt x="709" y="3846"/>
                </a:lnTo>
                <a:lnTo>
                  <a:pt x="709" y="3846"/>
                </a:lnTo>
                <a:lnTo>
                  <a:pt x="742" y="3660"/>
                </a:lnTo>
                <a:lnTo>
                  <a:pt x="742" y="3659"/>
                </a:lnTo>
                <a:lnTo>
                  <a:pt x="778" y="3477"/>
                </a:lnTo>
                <a:lnTo>
                  <a:pt x="778" y="3476"/>
                </a:lnTo>
                <a:lnTo>
                  <a:pt x="818" y="3298"/>
                </a:lnTo>
                <a:lnTo>
                  <a:pt x="818" y="3297"/>
                </a:lnTo>
                <a:lnTo>
                  <a:pt x="861" y="3124"/>
                </a:lnTo>
                <a:lnTo>
                  <a:pt x="862" y="3123"/>
                </a:lnTo>
                <a:lnTo>
                  <a:pt x="910" y="2954"/>
                </a:lnTo>
                <a:lnTo>
                  <a:pt x="910" y="2954"/>
                </a:lnTo>
                <a:lnTo>
                  <a:pt x="962" y="2788"/>
                </a:lnTo>
                <a:lnTo>
                  <a:pt x="962" y="2787"/>
                </a:lnTo>
                <a:lnTo>
                  <a:pt x="1018" y="2625"/>
                </a:lnTo>
                <a:lnTo>
                  <a:pt x="1019" y="2624"/>
                </a:lnTo>
                <a:lnTo>
                  <a:pt x="1078" y="2467"/>
                </a:lnTo>
                <a:lnTo>
                  <a:pt x="1078" y="2466"/>
                </a:lnTo>
                <a:lnTo>
                  <a:pt x="1141" y="2315"/>
                </a:lnTo>
                <a:lnTo>
                  <a:pt x="1141" y="2314"/>
                </a:lnTo>
                <a:lnTo>
                  <a:pt x="1206" y="2169"/>
                </a:lnTo>
                <a:lnTo>
                  <a:pt x="1207" y="2168"/>
                </a:lnTo>
                <a:lnTo>
                  <a:pt x="1275" y="2029"/>
                </a:lnTo>
                <a:lnTo>
                  <a:pt x="1275" y="2028"/>
                </a:lnTo>
                <a:lnTo>
                  <a:pt x="1346" y="1894"/>
                </a:lnTo>
                <a:lnTo>
                  <a:pt x="1347" y="1893"/>
                </a:lnTo>
                <a:lnTo>
                  <a:pt x="1421" y="1765"/>
                </a:lnTo>
                <a:lnTo>
                  <a:pt x="1421" y="1764"/>
                </a:lnTo>
                <a:lnTo>
                  <a:pt x="1498" y="1642"/>
                </a:lnTo>
                <a:lnTo>
                  <a:pt x="1499" y="1641"/>
                </a:lnTo>
                <a:lnTo>
                  <a:pt x="1579" y="1526"/>
                </a:lnTo>
                <a:lnTo>
                  <a:pt x="1579" y="1525"/>
                </a:lnTo>
                <a:lnTo>
                  <a:pt x="1662" y="1417"/>
                </a:lnTo>
                <a:lnTo>
                  <a:pt x="1663" y="1416"/>
                </a:lnTo>
                <a:lnTo>
                  <a:pt x="1748" y="1314"/>
                </a:lnTo>
                <a:lnTo>
                  <a:pt x="1749" y="1313"/>
                </a:lnTo>
                <a:lnTo>
                  <a:pt x="1839" y="1217"/>
                </a:lnTo>
                <a:lnTo>
                  <a:pt x="1840" y="1216"/>
                </a:lnTo>
                <a:lnTo>
                  <a:pt x="1932" y="1126"/>
                </a:lnTo>
                <a:lnTo>
                  <a:pt x="1933" y="1125"/>
                </a:lnTo>
                <a:lnTo>
                  <a:pt x="2028" y="1043"/>
                </a:lnTo>
                <a:lnTo>
                  <a:pt x="2029" y="1042"/>
                </a:lnTo>
                <a:lnTo>
                  <a:pt x="2125" y="967"/>
                </a:lnTo>
                <a:lnTo>
                  <a:pt x="2126" y="966"/>
                </a:lnTo>
                <a:lnTo>
                  <a:pt x="2222" y="900"/>
                </a:lnTo>
                <a:lnTo>
                  <a:pt x="2224" y="899"/>
                </a:lnTo>
                <a:lnTo>
                  <a:pt x="2324" y="840"/>
                </a:lnTo>
                <a:lnTo>
                  <a:pt x="2326" y="839"/>
                </a:lnTo>
                <a:lnTo>
                  <a:pt x="2434" y="785"/>
                </a:lnTo>
                <a:lnTo>
                  <a:pt x="2435" y="785"/>
                </a:lnTo>
                <a:lnTo>
                  <a:pt x="2545" y="738"/>
                </a:lnTo>
                <a:lnTo>
                  <a:pt x="2547" y="737"/>
                </a:lnTo>
                <a:lnTo>
                  <a:pt x="2653" y="700"/>
                </a:lnTo>
                <a:lnTo>
                  <a:pt x="2655" y="699"/>
                </a:lnTo>
                <a:lnTo>
                  <a:pt x="2751" y="673"/>
                </a:lnTo>
                <a:lnTo>
                  <a:pt x="2754" y="672"/>
                </a:lnTo>
                <a:lnTo>
                  <a:pt x="2833" y="658"/>
                </a:lnTo>
                <a:lnTo>
                  <a:pt x="2837" y="658"/>
                </a:lnTo>
                <a:lnTo>
                  <a:pt x="2898" y="655"/>
                </a:lnTo>
                <a:lnTo>
                  <a:pt x="2900" y="655"/>
                </a:lnTo>
                <a:lnTo>
                  <a:pt x="2902" y="655"/>
                </a:lnTo>
                <a:lnTo>
                  <a:pt x="2949" y="660"/>
                </a:lnTo>
                <a:lnTo>
                  <a:pt x="2952" y="661"/>
                </a:lnTo>
                <a:lnTo>
                  <a:pt x="2954" y="661"/>
                </a:lnTo>
                <a:lnTo>
                  <a:pt x="2993" y="673"/>
                </a:lnTo>
                <a:lnTo>
                  <a:pt x="2995" y="674"/>
                </a:lnTo>
                <a:lnTo>
                  <a:pt x="2997" y="675"/>
                </a:lnTo>
                <a:lnTo>
                  <a:pt x="3035" y="695"/>
                </a:lnTo>
                <a:lnTo>
                  <a:pt x="3037" y="696"/>
                </a:lnTo>
                <a:lnTo>
                  <a:pt x="3038" y="697"/>
                </a:lnTo>
                <a:lnTo>
                  <a:pt x="3079" y="727"/>
                </a:lnTo>
                <a:lnTo>
                  <a:pt x="3081" y="728"/>
                </a:lnTo>
                <a:lnTo>
                  <a:pt x="3126" y="768"/>
                </a:lnTo>
                <a:lnTo>
                  <a:pt x="3127" y="770"/>
                </a:lnTo>
                <a:lnTo>
                  <a:pt x="3170" y="817"/>
                </a:lnTo>
                <a:lnTo>
                  <a:pt x="3172" y="819"/>
                </a:lnTo>
                <a:lnTo>
                  <a:pt x="3212" y="874"/>
                </a:lnTo>
                <a:lnTo>
                  <a:pt x="3214" y="876"/>
                </a:lnTo>
                <a:lnTo>
                  <a:pt x="3254" y="942"/>
                </a:lnTo>
                <a:lnTo>
                  <a:pt x="3254" y="943"/>
                </a:lnTo>
                <a:lnTo>
                  <a:pt x="3295" y="1022"/>
                </a:lnTo>
                <a:lnTo>
                  <a:pt x="3296" y="1024"/>
                </a:lnTo>
                <a:lnTo>
                  <a:pt x="3339" y="1117"/>
                </a:lnTo>
                <a:lnTo>
                  <a:pt x="3339" y="1118"/>
                </a:lnTo>
                <a:lnTo>
                  <a:pt x="3385" y="1227"/>
                </a:lnTo>
                <a:lnTo>
                  <a:pt x="3385" y="1227"/>
                </a:lnTo>
                <a:lnTo>
                  <a:pt x="3434" y="1351"/>
                </a:lnTo>
                <a:lnTo>
                  <a:pt x="3434" y="1352"/>
                </a:lnTo>
                <a:lnTo>
                  <a:pt x="3485" y="1490"/>
                </a:lnTo>
                <a:lnTo>
                  <a:pt x="3486" y="1490"/>
                </a:lnTo>
                <a:lnTo>
                  <a:pt x="3538" y="1640"/>
                </a:lnTo>
                <a:lnTo>
                  <a:pt x="3538" y="1641"/>
                </a:lnTo>
                <a:lnTo>
                  <a:pt x="3589" y="1801"/>
                </a:lnTo>
                <a:lnTo>
                  <a:pt x="3589" y="1802"/>
                </a:lnTo>
                <a:lnTo>
                  <a:pt x="3638" y="1972"/>
                </a:lnTo>
                <a:lnTo>
                  <a:pt x="3639" y="1972"/>
                </a:lnTo>
                <a:lnTo>
                  <a:pt x="3685" y="2149"/>
                </a:lnTo>
                <a:lnTo>
                  <a:pt x="3685" y="2150"/>
                </a:lnTo>
                <a:lnTo>
                  <a:pt x="3728" y="2338"/>
                </a:lnTo>
                <a:lnTo>
                  <a:pt x="3728" y="2339"/>
                </a:lnTo>
                <a:lnTo>
                  <a:pt x="3770" y="2541"/>
                </a:lnTo>
                <a:lnTo>
                  <a:pt x="3770" y="2542"/>
                </a:lnTo>
                <a:lnTo>
                  <a:pt x="3811" y="2754"/>
                </a:lnTo>
                <a:lnTo>
                  <a:pt x="3811" y="2754"/>
                </a:lnTo>
                <a:lnTo>
                  <a:pt x="3849" y="2971"/>
                </a:lnTo>
                <a:lnTo>
                  <a:pt x="3849" y="2972"/>
                </a:lnTo>
                <a:lnTo>
                  <a:pt x="3884" y="3190"/>
                </a:lnTo>
                <a:lnTo>
                  <a:pt x="3884" y="3190"/>
                </a:lnTo>
                <a:lnTo>
                  <a:pt x="3917" y="3404"/>
                </a:lnTo>
                <a:lnTo>
                  <a:pt x="3917" y="3405"/>
                </a:lnTo>
                <a:lnTo>
                  <a:pt x="3946" y="3616"/>
                </a:lnTo>
                <a:lnTo>
                  <a:pt x="3946" y="3617"/>
                </a:lnTo>
                <a:lnTo>
                  <a:pt x="3972" y="3829"/>
                </a:lnTo>
                <a:lnTo>
                  <a:pt x="3972" y="3829"/>
                </a:lnTo>
                <a:lnTo>
                  <a:pt x="3995" y="4043"/>
                </a:lnTo>
                <a:lnTo>
                  <a:pt x="3996" y="4043"/>
                </a:lnTo>
                <a:lnTo>
                  <a:pt x="4017" y="4258"/>
                </a:lnTo>
                <a:lnTo>
                  <a:pt x="4017" y="4258"/>
                </a:lnTo>
                <a:lnTo>
                  <a:pt x="4037" y="4472"/>
                </a:lnTo>
                <a:lnTo>
                  <a:pt x="4037" y="4473"/>
                </a:lnTo>
                <a:lnTo>
                  <a:pt x="4057" y="4687"/>
                </a:lnTo>
                <a:lnTo>
                  <a:pt x="4057" y="4687"/>
                </a:lnTo>
                <a:lnTo>
                  <a:pt x="4075" y="4901"/>
                </a:lnTo>
                <a:lnTo>
                  <a:pt x="4075" y="4901"/>
                </a:lnTo>
                <a:lnTo>
                  <a:pt x="4091" y="5115"/>
                </a:lnTo>
                <a:lnTo>
                  <a:pt x="4091" y="5115"/>
                </a:lnTo>
                <a:lnTo>
                  <a:pt x="4106" y="5329"/>
                </a:lnTo>
                <a:lnTo>
                  <a:pt x="4106" y="5329"/>
                </a:lnTo>
                <a:lnTo>
                  <a:pt x="4121" y="5544"/>
                </a:lnTo>
                <a:lnTo>
                  <a:pt x="4135" y="5758"/>
                </a:lnTo>
                <a:lnTo>
                  <a:pt x="4135" y="5759"/>
                </a:lnTo>
                <a:lnTo>
                  <a:pt x="4150" y="5973"/>
                </a:lnTo>
                <a:lnTo>
                  <a:pt x="4150" y="5974"/>
                </a:lnTo>
                <a:lnTo>
                  <a:pt x="4167" y="6188"/>
                </a:lnTo>
                <a:lnTo>
                  <a:pt x="4167" y="6189"/>
                </a:lnTo>
                <a:lnTo>
                  <a:pt x="4183" y="6403"/>
                </a:lnTo>
                <a:lnTo>
                  <a:pt x="4200" y="6617"/>
                </a:lnTo>
                <a:lnTo>
                  <a:pt x="4200" y="6617"/>
                </a:lnTo>
                <a:lnTo>
                  <a:pt x="4216" y="6831"/>
                </a:lnTo>
                <a:lnTo>
                  <a:pt x="4216" y="6831"/>
                </a:lnTo>
                <a:lnTo>
                  <a:pt x="4231" y="7045"/>
                </a:lnTo>
                <a:lnTo>
                  <a:pt x="4231" y="7045"/>
                </a:lnTo>
                <a:lnTo>
                  <a:pt x="4244" y="7260"/>
                </a:lnTo>
                <a:lnTo>
                  <a:pt x="4244" y="7261"/>
                </a:lnTo>
                <a:lnTo>
                  <a:pt x="4260" y="7497"/>
                </a:lnTo>
                <a:lnTo>
                  <a:pt x="4260" y="7499"/>
                </a:lnTo>
                <a:lnTo>
                  <a:pt x="4281" y="7757"/>
                </a:lnTo>
                <a:lnTo>
                  <a:pt x="4281" y="7758"/>
                </a:lnTo>
                <a:lnTo>
                  <a:pt x="4300" y="8016"/>
                </a:lnTo>
                <a:lnTo>
                  <a:pt x="4300" y="8016"/>
                </a:lnTo>
                <a:lnTo>
                  <a:pt x="4311" y="8249"/>
                </a:lnTo>
                <a:lnTo>
                  <a:pt x="4311" y="8251"/>
                </a:lnTo>
                <a:lnTo>
                  <a:pt x="4311" y="8378"/>
                </a:lnTo>
                <a:lnTo>
                  <a:pt x="4311" y="8381"/>
                </a:lnTo>
                <a:lnTo>
                  <a:pt x="4310" y="8384"/>
                </a:lnTo>
                <a:lnTo>
                  <a:pt x="4310" y="8386"/>
                </a:lnTo>
                <a:lnTo>
                  <a:pt x="4309" y="8388"/>
                </a:lnTo>
                <a:lnTo>
                  <a:pt x="4308" y="8391"/>
                </a:lnTo>
                <a:lnTo>
                  <a:pt x="4306" y="8393"/>
                </a:lnTo>
                <a:lnTo>
                  <a:pt x="4305" y="8395"/>
                </a:lnTo>
                <a:lnTo>
                  <a:pt x="4303" y="8397"/>
                </a:lnTo>
                <a:lnTo>
                  <a:pt x="4301" y="8399"/>
                </a:lnTo>
                <a:lnTo>
                  <a:pt x="4299" y="8400"/>
                </a:lnTo>
                <a:lnTo>
                  <a:pt x="4297" y="8402"/>
                </a:lnTo>
                <a:lnTo>
                  <a:pt x="4295" y="8403"/>
                </a:lnTo>
                <a:lnTo>
                  <a:pt x="4292" y="8404"/>
                </a:lnTo>
                <a:lnTo>
                  <a:pt x="4290" y="8404"/>
                </a:lnTo>
                <a:lnTo>
                  <a:pt x="4287" y="8405"/>
                </a:lnTo>
                <a:lnTo>
                  <a:pt x="4284" y="8405"/>
                </a:lnTo>
                <a:lnTo>
                  <a:pt x="4282" y="8405"/>
                </a:lnTo>
                <a:lnTo>
                  <a:pt x="4279" y="8404"/>
                </a:lnTo>
                <a:lnTo>
                  <a:pt x="4277" y="8404"/>
                </a:lnTo>
                <a:lnTo>
                  <a:pt x="4274" y="8403"/>
                </a:lnTo>
                <a:lnTo>
                  <a:pt x="4272" y="8402"/>
                </a:lnTo>
                <a:lnTo>
                  <a:pt x="4270" y="8401"/>
                </a:lnTo>
                <a:lnTo>
                  <a:pt x="4268" y="8399"/>
                </a:lnTo>
                <a:lnTo>
                  <a:pt x="4266" y="8397"/>
                </a:lnTo>
                <a:lnTo>
                  <a:pt x="4264" y="8396"/>
                </a:lnTo>
                <a:lnTo>
                  <a:pt x="4228" y="8353"/>
                </a:lnTo>
                <a:lnTo>
                  <a:pt x="4224" y="8349"/>
                </a:lnTo>
                <a:lnTo>
                  <a:pt x="4138" y="8258"/>
                </a:lnTo>
                <a:lnTo>
                  <a:pt x="4131" y="8251"/>
                </a:lnTo>
                <a:lnTo>
                  <a:pt x="4123" y="8245"/>
                </a:lnTo>
                <a:lnTo>
                  <a:pt x="4032" y="8179"/>
                </a:lnTo>
                <a:lnTo>
                  <a:pt x="4024" y="8174"/>
                </a:lnTo>
                <a:lnTo>
                  <a:pt x="4016" y="8170"/>
                </a:lnTo>
                <a:lnTo>
                  <a:pt x="3918" y="8120"/>
                </a:lnTo>
                <a:lnTo>
                  <a:pt x="3916" y="8120"/>
                </a:lnTo>
                <a:lnTo>
                  <a:pt x="3807" y="8067"/>
                </a:lnTo>
                <a:lnTo>
                  <a:pt x="3803" y="8065"/>
                </a:lnTo>
                <a:lnTo>
                  <a:pt x="3686" y="8014"/>
                </a:lnTo>
                <a:lnTo>
                  <a:pt x="3680" y="8012"/>
                </a:lnTo>
                <a:lnTo>
                  <a:pt x="3558" y="7966"/>
                </a:lnTo>
                <a:lnTo>
                  <a:pt x="3550" y="7964"/>
                </a:lnTo>
                <a:lnTo>
                  <a:pt x="3425" y="7928"/>
                </a:lnTo>
                <a:lnTo>
                  <a:pt x="3413" y="7925"/>
                </a:lnTo>
                <a:lnTo>
                  <a:pt x="3287" y="7903"/>
                </a:lnTo>
                <a:lnTo>
                  <a:pt x="3276" y="7902"/>
                </a:lnTo>
                <a:lnTo>
                  <a:pt x="3147" y="7892"/>
                </a:lnTo>
                <a:lnTo>
                  <a:pt x="3140" y="7892"/>
                </a:lnTo>
                <a:lnTo>
                  <a:pt x="3007" y="7890"/>
                </a:lnTo>
                <a:lnTo>
                  <a:pt x="2998" y="7891"/>
                </a:lnTo>
                <a:lnTo>
                  <a:pt x="2862" y="7899"/>
                </a:lnTo>
                <a:lnTo>
                  <a:pt x="2853" y="7900"/>
                </a:lnTo>
                <a:lnTo>
                  <a:pt x="2715" y="7919"/>
                </a:lnTo>
                <a:lnTo>
                  <a:pt x="2705" y="7921"/>
                </a:lnTo>
                <a:lnTo>
                  <a:pt x="2566" y="7952"/>
                </a:lnTo>
                <a:lnTo>
                  <a:pt x="2556" y="7955"/>
                </a:lnTo>
                <a:lnTo>
                  <a:pt x="2418" y="8000"/>
                </a:lnTo>
                <a:lnTo>
                  <a:pt x="2407" y="8004"/>
                </a:lnTo>
                <a:lnTo>
                  <a:pt x="2266" y="8067"/>
                </a:lnTo>
                <a:lnTo>
                  <a:pt x="2257" y="8071"/>
                </a:lnTo>
                <a:lnTo>
                  <a:pt x="2110" y="8151"/>
                </a:lnTo>
                <a:lnTo>
                  <a:pt x="2104" y="8154"/>
                </a:lnTo>
                <a:lnTo>
                  <a:pt x="1956" y="8246"/>
                </a:lnTo>
                <a:lnTo>
                  <a:pt x="1951" y="8249"/>
                </a:lnTo>
                <a:lnTo>
                  <a:pt x="1807" y="8349"/>
                </a:lnTo>
                <a:lnTo>
                  <a:pt x="1804" y="8352"/>
                </a:lnTo>
                <a:lnTo>
                  <a:pt x="1668" y="8454"/>
                </a:lnTo>
                <a:lnTo>
                  <a:pt x="1664" y="8457"/>
                </a:lnTo>
                <a:lnTo>
                  <a:pt x="1542" y="8557"/>
                </a:lnTo>
                <a:lnTo>
                  <a:pt x="1535" y="8563"/>
                </a:lnTo>
                <a:lnTo>
                  <a:pt x="1424" y="8670"/>
                </a:lnTo>
                <a:lnTo>
                  <a:pt x="1417" y="8677"/>
                </a:lnTo>
                <a:lnTo>
                  <a:pt x="1314" y="8797"/>
                </a:lnTo>
                <a:lnTo>
                  <a:pt x="1311" y="8801"/>
                </a:lnTo>
                <a:lnTo>
                  <a:pt x="1216" y="8924"/>
                </a:lnTo>
                <a:lnTo>
                  <a:pt x="1215" y="8925"/>
                </a:lnTo>
                <a:lnTo>
                  <a:pt x="1130" y="9039"/>
                </a:lnTo>
                <a:lnTo>
                  <a:pt x="1130" y="9039"/>
                </a:lnTo>
                <a:lnTo>
                  <a:pt x="1058" y="9131"/>
                </a:lnTo>
                <a:lnTo>
                  <a:pt x="1056" y="9133"/>
                </a:lnTo>
                <a:lnTo>
                  <a:pt x="999" y="9192"/>
                </a:lnTo>
                <a:lnTo>
                  <a:pt x="997" y="9194"/>
                </a:lnTo>
                <a:lnTo>
                  <a:pt x="979" y="9208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171655" y="1850300"/>
            <a:ext cx="1580385" cy="3507012"/>
          </a:xfrm>
          <a:custGeom>
            <a:avLst/>
            <a:gdLst/>
            <a:ahLst/>
            <a:cxnLst/>
            <a:rect l="0" t="0" r="r" b="b"/>
            <a:pathLst>
              <a:path w="2787" h="6392" fill="none">
                <a:moveTo>
                  <a:pt x="303" y="6381"/>
                </a:moveTo>
                <a:lnTo>
                  <a:pt x="347" y="6336"/>
                </a:lnTo>
                <a:lnTo>
                  <a:pt x="400" y="6268"/>
                </a:lnTo>
                <a:lnTo>
                  <a:pt x="464" y="6182"/>
                </a:lnTo>
                <a:lnTo>
                  <a:pt x="465" y="6181"/>
                </a:lnTo>
                <a:lnTo>
                  <a:pt x="536" y="6089"/>
                </a:lnTo>
                <a:lnTo>
                  <a:pt x="539" y="6085"/>
                </a:lnTo>
                <a:lnTo>
                  <a:pt x="617" y="5995"/>
                </a:lnTo>
                <a:lnTo>
                  <a:pt x="623" y="5988"/>
                </a:lnTo>
                <a:lnTo>
                  <a:pt x="707" y="5908"/>
                </a:lnTo>
                <a:lnTo>
                  <a:pt x="713" y="5902"/>
                </a:lnTo>
                <a:lnTo>
                  <a:pt x="805" y="5827"/>
                </a:lnTo>
                <a:lnTo>
                  <a:pt x="808" y="5824"/>
                </a:lnTo>
                <a:lnTo>
                  <a:pt x="911" y="5747"/>
                </a:lnTo>
                <a:lnTo>
                  <a:pt x="914" y="5745"/>
                </a:lnTo>
                <a:lnTo>
                  <a:pt x="1022" y="5670"/>
                </a:lnTo>
                <a:lnTo>
                  <a:pt x="1026" y="5667"/>
                </a:lnTo>
                <a:lnTo>
                  <a:pt x="1138" y="5598"/>
                </a:lnTo>
                <a:lnTo>
                  <a:pt x="1143" y="5595"/>
                </a:lnTo>
                <a:lnTo>
                  <a:pt x="1254" y="5535"/>
                </a:lnTo>
                <a:lnTo>
                  <a:pt x="1261" y="5531"/>
                </a:lnTo>
                <a:lnTo>
                  <a:pt x="1368" y="5484"/>
                </a:lnTo>
                <a:lnTo>
                  <a:pt x="1377" y="5480"/>
                </a:lnTo>
                <a:lnTo>
                  <a:pt x="1482" y="5446"/>
                </a:lnTo>
                <a:lnTo>
                  <a:pt x="1491" y="5444"/>
                </a:lnTo>
                <a:lnTo>
                  <a:pt x="1596" y="5420"/>
                </a:lnTo>
                <a:lnTo>
                  <a:pt x="1604" y="5419"/>
                </a:lnTo>
                <a:lnTo>
                  <a:pt x="1709" y="5404"/>
                </a:lnTo>
                <a:lnTo>
                  <a:pt x="1716" y="5403"/>
                </a:lnTo>
                <a:lnTo>
                  <a:pt x="1819" y="5397"/>
                </a:lnTo>
                <a:lnTo>
                  <a:pt x="1826" y="5397"/>
                </a:lnTo>
                <a:lnTo>
                  <a:pt x="1927" y="5398"/>
                </a:lnTo>
                <a:lnTo>
                  <a:pt x="1933" y="5398"/>
                </a:lnTo>
                <a:lnTo>
                  <a:pt x="2031" y="5405"/>
                </a:lnTo>
                <a:lnTo>
                  <a:pt x="2040" y="5407"/>
                </a:lnTo>
                <a:lnTo>
                  <a:pt x="2136" y="5423"/>
                </a:lnTo>
                <a:lnTo>
                  <a:pt x="2146" y="5426"/>
                </a:lnTo>
                <a:lnTo>
                  <a:pt x="2240" y="5453"/>
                </a:lnTo>
                <a:lnTo>
                  <a:pt x="2248" y="5455"/>
                </a:lnTo>
                <a:lnTo>
                  <a:pt x="2340" y="5489"/>
                </a:lnTo>
                <a:lnTo>
                  <a:pt x="2345" y="5491"/>
                </a:lnTo>
                <a:lnTo>
                  <a:pt x="2433" y="5530"/>
                </a:lnTo>
                <a:lnTo>
                  <a:pt x="2436" y="5531"/>
                </a:lnTo>
                <a:lnTo>
                  <a:pt x="2519" y="5571"/>
                </a:lnTo>
                <a:lnTo>
                  <a:pt x="2520" y="5572"/>
                </a:lnTo>
                <a:lnTo>
                  <a:pt x="2595" y="5609"/>
                </a:lnTo>
                <a:lnTo>
                  <a:pt x="2602" y="5613"/>
                </a:lnTo>
                <a:lnTo>
                  <a:pt x="2608" y="5617"/>
                </a:lnTo>
                <a:lnTo>
                  <a:pt x="2677" y="5667"/>
                </a:lnTo>
                <a:lnTo>
                  <a:pt x="2684" y="5673"/>
                </a:lnTo>
                <a:lnTo>
                  <a:pt x="2691" y="5679"/>
                </a:lnTo>
                <a:lnTo>
                  <a:pt x="2756" y="5748"/>
                </a:lnTo>
                <a:lnTo>
                  <a:pt x="2759" y="5751"/>
                </a:lnTo>
                <a:lnTo>
                  <a:pt x="2787" y="5783"/>
                </a:lnTo>
                <a:lnTo>
                  <a:pt x="2787" y="5687"/>
                </a:lnTo>
                <a:lnTo>
                  <a:pt x="2778" y="5512"/>
                </a:lnTo>
                <a:lnTo>
                  <a:pt x="2764" y="5318"/>
                </a:lnTo>
                <a:lnTo>
                  <a:pt x="2749" y="5124"/>
                </a:lnTo>
                <a:lnTo>
                  <a:pt x="2748" y="5123"/>
                </a:lnTo>
                <a:lnTo>
                  <a:pt x="2737" y="4945"/>
                </a:lnTo>
                <a:lnTo>
                  <a:pt x="2736" y="4945"/>
                </a:lnTo>
                <a:lnTo>
                  <a:pt x="2727" y="4783"/>
                </a:lnTo>
                <a:lnTo>
                  <a:pt x="2716" y="4622"/>
                </a:lnTo>
                <a:lnTo>
                  <a:pt x="2704" y="4461"/>
                </a:lnTo>
                <a:lnTo>
                  <a:pt x="2691" y="4300"/>
                </a:lnTo>
                <a:lnTo>
                  <a:pt x="2678" y="4140"/>
                </a:lnTo>
                <a:lnTo>
                  <a:pt x="2678" y="4139"/>
                </a:lnTo>
                <a:lnTo>
                  <a:pt x="2666" y="3978"/>
                </a:lnTo>
                <a:lnTo>
                  <a:pt x="2666" y="3978"/>
                </a:lnTo>
                <a:lnTo>
                  <a:pt x="2655" y="3816"/>
                </a:lnTo>
                <a:lnTo>
                  <a:pt x="2655" y="3816"/>
                </a:lnTo>
                <a:lnTo>
                  <a:pt x="2644" y="3655"/>
                </a:lnTo>
                <a:lnTo>
                  <a:pt x="2633" y="3493"/>
                </a:lnTo>
                <a:lnTo>
                  <a:pt x="2622" y="3333"/>
                </a:lnTo>
                <a:lnTo>
                  <a:pt x="2610" y="3172"/>
                </a:lnTo>
                <a:lnTo>
                  <a:pt x="2596" y="3011"/>
                </a:lnTo>
                <a:lnTo>
                  <a:pt x="2581" y="2850"/>
                </a:lnTo>
                <a:lnTo>
                  <a:pt x="2566" y="2689"/>
                </a:lnTo>
                <a:lnTo>
                  <a:pt x="2550" y="2528"/>
                </a:lnTo>
                <a:lnTo>
                  <a:pt x="2532" y="2367"/>
                </a:lnTo>
                <a:lnTo>
                  <a:pt x="2513" y="2208"/>
                </a:lnTo>
                <a:lnTo>
                  <a:pt x="2491" y="2049"/>
                </a:lnTo>
                <a:lnTo>
                  <a:pt x="2466" y="1888"/>
                </a:lnTo>
                <a:lnTo>
                  <a:pt x="2440" y="1724"/>
                </a:lnTo>
                <a:lnTo>
                  <a:pt x="2411" y="1560"/>
                </a:lnTo>
                <a:lnTo>
                  <a:pt x="2381" y="1401"/>
                </a:lnTo>
                <a:lnTo>
                  <a:pt x="2349" y="1249"/>
                </a:lnTo>
                <a:lnTo>
                  <a:pt x="2317" y="1107"/>
                </a:lnTo>
                <a:lnTo>
                  <a:pt x="2282" y="975"/>
                </a:lnTo>
                <a:lnTo>
                  <a:pt x="2245" y="847"/>
                </a:lnTo>
                <a:lnTo>
                  <a:pt x="2207" y="727"/>
                </a:lnTo>
                <a:lnTo>
                  <a:pt x="2168" y="614"/>
                </a:lnTo>
                <a:lnTo>
                  <a:pt x="2129" y="510"/>
                </a:lnTo>
                <a:lnTo>
                  <a:pt x="2092" y="417"/>
                </a:lnTo>
                <a:lnTo>
                  <a:pt x="2058" y="335"/>
                </a:lnTo>
                <a:lnTo>
                  <a:pt x="2026" y="265"/>
                </a:lnTo>
                <a:lnTo>
                  <a:pt x="1995" y="205"/>
                </a:lnTo>
                <a:lnTo>
                  <a:pt x="1965" y="156"/>
                </a:lnTo>
                <a:lnTo>
                  <a:pt x="1935" y="115"/>
                </a:lnTo>
                <a:lnTo>
                  <a:pt x="1903" y="80"/>
                </a:lnTo>
                <a:lnTo>
                  <a:pt x="1869" y="50"/>
                </a:lnTo>
                <a:lnTo>
                  <a:pt x="1839" y="27"/>
                </a:lnTo>
                <a:lnTo>
                  <a:pt x="1810" y="13"/>
                </a:lnTo>
                <a:lnTo>
                  <a:pt x="1781" y="4"/>
                </a:lnTo>
                <a:lnTo>
                  <a:pt x="1746" y="0"/>
                </a:lnTo>
                <a:lnTo>
                  <a:pt x="1700" y="2"/>
                </a:lnTo>
                <a:lnTo>
                  <a:pt x="1640" y="12"/>
                </a:lnTo>
                <a:lnTo>
                  <a:pt x="1568" y="32"/>
                </a:lnTo>
                <a:lnTo>
                  <a:pt x="1488" y="60"/>
                </a:lnTo>
                <a:lnTo>
                  <a:pt x="1405" y="95"/>
                </a:lnTo>
                <a:lnTo>
                  <a:pt x="1324" y="136"/>
                </a:lnTo>
                <a:lnTo>
                  <a:pt x="1248" y="181"/>
                </a:lnTo>
                <a:lnTo>
                  <a:pt x="1176" y="230"/>
                </a:lnTo>
                <a:lnTo>
                  <a:pt x="1104" y="286"/>
                </a:lnTo>
                <a:lnTo>
                  <a:pt x="1033" y="348"/>
                </a:lnTo>
                <a:lnTo>
                  <a:pt x="964" y="416"/>
                </a:lnTo>
                <a:lnTo>
                  <a:pt x="896" y="488"/>
                </a:lnTo>
                <a:lnTo>
                  <a:pt x="832" y="564"/>
                </a:lnTo>
                <a:lnTo>
                  <a:pt x="770" y="645"/>
                </a:lnTo>
                <a:lnTo>
                  <a:pt x="710" y="732"/>
                </a:lnTo>
                <a:lnTo>
                  <a:pt x="652" y="824"/>
                </a:lnTo>
                <a:lnTo>
                  <a:pt x="597" y="920"/>
                </a:lnTo>
                <a:lnTo>
                  <a:pt x="543" y="1021"/>
                </a:lnTo>
                <a:lnTo>
                  <a:pt x="492" y="1126"/>
                </a:lnTo>
                <a:lnTo>
                  <a:pt x="443" y="1235"/>
                </a:lnTo>
                <a:lnTo>
                  <a:pt x="396" y="1348"/>
                </a:lnTo>
                <a:lnTo>
                  <a:pt x="351" y="1467"/>
                </a:lnTo>
                <a:lnTo>
                  <a:pt x="309" y="1588"/>
                </a:lnTo>
                <a:lnTo>
                  <a:pt x="270" y="1713"/>
                </a:lnTo>
                <a:lnTo>
                  <a:pt x="234" y="1840"/>
                </a:lnTo>
                <a:lnTo>
                  <a:pt x="201" y="1970"/>
                </a:lnTo>
                <a:lnTo>
                  <a:pt x="171" y="2104"/>
                </a:lnTo>
                <a:lnTo>
                  <a:pt x="144" y="2241"/>
                </a:lnTo>
                <a:lnTo>
                  <a:pt x="120" y="2381"/>
                </a:lnTo>
                <a:lnTo>
                  <a:pt x="98" y="2522"/>
                </a:lnTo>
                <a:lnTo>
                  <a:pt x="78" y="2663"/>
                </a:lnTo>
                <a:lnTo>
                  <a:pt x="60" y="2806"/>
                </a:lnTo>
                <a:lnTo>
                  <a:pt x="46" y="2950"/>
                </a:lnTo>
                <a:lnTo>
                  <a:pt x="33" y="3096"/>
                </a:lnTo>
                <a:lnTo>
                  <a:pt x="23" y="3242"/>
                </a:lnTo>
                <a:lnTo>
                  <a:pt x="15" y="3389"/>
                </a:lnTo>
                <a:lnTo>
                  <a:pt x="8" y="3535"/>
                </a:lnTo>
                <a:lnTo>
                  <a:pt x="3" y="3681"/>
                </a:lnTo>
                <a:lnTo>
                  <a:pt x="0" y="3827"/>
                </a:lnTo>
                <a:lnTo>
                  <a:pt x="0" y="3974"/>
                </a:lnTo>
                <a:lnTo>
                  <a:pt x="0" y="4119"/>
                </a:lnTo>
                <a:lnTo>
                  <a:pt x="3" y="4264"/>
                </a:lnTo>
                <a:lnTo>
                  <a:pt x="8" y="4407"/>
                </a:lnTo>
                <a:lnTo>
                  <a:pt x="15" y="4549"/>
                </a:lnTo>
                <a:lnTo>
                  <a:pt x="25" y="4691"/>
                </a:lnTo>
                <a:lnTo>
                  <a:pt x="37" y="4833"/>
                </a:lnTo>
                <a:lnTo>
                  <a:pt x="50" y="4972"/>
                </a:lnTo>
                <a:lnTo>
                  <a:pt x="64" y="5107"/>
                </a:lnTo>
                <a:lnTo>
                  <a:pt x="78" y="5235"/>
                </a:lnTo>
                <a:lnTo>
                  <a:pt x="93" y="5358"/>
                </a:lnTo>
                <a:lnTo>
                  <a:pt x="110" y="5476"/>
                </a:lnTo>
                <a:lnTo>
                  <a:pt x="127" y="5590"/>
                </a:lnTo>
                <a:lnTo>
                  <a:pt x="145" y="5699"/>
                </a:lnTo>
                <a:lnTo>
                  <a:pt x="164" y="5805"/>
                </a:lnTo>
                <a:lnTo>
                  <a:pt x="183" y="5907"/>
                </a:lnTo>
                <a:lnTo>
                  <a:pt x="202" y="6009"/>
                </a:lnTo>
                <a:lnTo>
                  <a:pt x="221" y="6113"/>
                </a:lnTo>
                <a:lnTo>
                  <a:pt x="240" y="6211"/>
                </a:lnTo>
                <a:lnTo>
                  <a:pt x="260" y="6297"/>
                </a:lnTo>
                <a:lnTo>
                  <a:pt x="280" y="6365"/>
                </a:lnTo>
                <a:lnTo>
                  <a:pt x="290" y="6392"/>
                </a:lnTo>
                <a:lnTo>
                  <a:pt x="303" y="638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979" y="9208"/>
                </a:moveTo>
                <a:lnTo>
                  <a:pt x="977" y="9210"/>
                </a:lnTo>
                <a:lnTo>
                  <a:pt x="975" y="9211"/>
                </a:lnTo>
                <a:lnTo>
                  <a:pt x="973" y="9213"/>
                </a:lnTo>
                <a:lnTo>
                  <a:pt x="970" y="9213"/>
                </a:lnTo>
                <a:lnTo>
                  <a:pt x="968" y="9214"/>
                </a:lnTo>
                <a:lnTo>
                  <a:pt x="965" y="9214"/>
                </a:lnTo>
                <a:lnTo>
                  <a:pt x="963" y="9215"/>
                </a:lnTo>
                <a:lnTo>
                  <a:pt x="960" y="9214"/>
                </a:lnTo>
                <a:lnTo>
                  <a:pt x="957" y="9214"/>
                </a:lnTo>
                <a:lnTo>
                  <a:pt x="955" y="9213"/>
                </a:lnTo>
                <a:lnTo>
                  <a:pt x="952" y="9212"/>
                </a:lnTo>
                <a:lnTo>
                  <a:pt x="950" y="9211"/>
                </a:lnTo>
                <a:lnTo>
                  <a:pt x="948" y="9210"/>
                </a:lnTo>
                <a:lnTo>
                  <a:pt x="946" y="9208"/>
                </a:lnTo>
                <a:lnTo>
                  <a:pt x="944" y="9207"/>
                </a:lnTo>
                <a:lnTo>
                  <a:pt x="942" y="9205"/>
                </a:lnTo>
                <a:lnTo>
                  <a:pt x="940" y="9203"/>
                </a:lnTo>
                <a:lnTo>
                  <a:pt x="939" y="9200"/>
                </a:lnTo>
                <a:lnTo>
                  <a:pt x="938" y="9198"/>
                </a:lnTo>
                <a:lnTo>
                  <a:pt x="923" y="9162"/>
                </a:lnTo>
                <a:lnTo>
                  <a:pt x="922" y="9160"/>
                </a:lnTo>
                <a:lnTo>
                  <a:pt x="897" y="9069"/>
                </a:lnTo>
                <a:lnTo>
                  <a:pt x="896" y="9068"/>
                </a:lnTo>
                <a:lnTo>
                  <a:pt x="870" y="8953"/>
                </a:lnTo>
                <a:lnTo>
                  <a:pt x="870" y="8952"/>
                </a:lnTo>
                <a:lnTo>
                  <a:pt x="844" y="8822"/>
                </a:lnTo>
                <a:lnTo>
                  <a:pt x="844" y="8822"/>
                </a:lnTo>
                <a:lnTo>
                  <a:pt x="818" y="8684"/>
                </a:lnTo>
                <a:lnTo>
                  <a:pt x="793" y="8547"/>
                </a:lnTo>
                <a:lnTo>
                  <a:pt x="768" y="8412"/>
                </a:lnTo>
                <a:lnTo>
                  <a:pt x="768" y="8411"/>
                </a:lnTo>
                <a:lnTo>
                  <a:pt x="743" y="8271"/>
                </a:lnTo>
                <a:lnTo>
                  <a:pt x="743" y="8271"/>
                </a:lnTo>
                <a:lnTo>
                  <a:pt x="719" y="8125"/>
                </a:lnTo>
                <a:lnTo>
                  <a:pt x="719" y="8125"/>
                </a:lnTo>
                <a:lnTo>
                  <a:pt x="696" y="7973"/>
                </a:lnTo>
                <a:lnTo>
                  <a:pt x="696" y="7973"/>
                </a:lnTo>
                <a:lnTo>
                  <a:pt x="674" y="7816"/>
                </a:lnTo>
                <a:lnTo>
                  <a:pt x="674" y="7816"/>
                </a:lnTo>
                <a:lnTo>
                  <a:pt x="654" y="7652"/>
                </a:lnTo>
                <a:lnTo>
                  <a:pt x="653" y="7652"/>
                </a:lnTo>
                <a:lnTo>
                  <a:pt x="634" y="7481"/>
                </a:lnTo>
                <a:lnTo>
                  <a:pt x="634" y="7481"/>
                </a:lnTo>
                <a:lnTo>
                  <a:pt x="616" y="7301"/>
                </a:lnTo>
                <a:lnTo>
                  <a:pt x="616" y="7301"/>
                </a:lnTo>
                <a:lnTo>
                  <a:pt x="598" y="7116"/>
                </a:lnTo>
                <a:lnTo>
                  <a:pt x="598" y="7116"/>
                </a:lnTo>
                <a:lnTo>
                  <a:pt x="583" y="6927"/>
                </a:lnTo>
                <a:lnTo>
                  <a:pt x="583" y="6927"/>
                </a:lnTo>
                <a:lnTo>
                  <a:pt x="570" y="6737"/>
                </a:lnTo>
                <a:lnTo>
                  <a:pt x="570" y="6737"/>
                </a:lnTo>
                <a:lnTo>
                  <a:pt x="560" y="6548"/>
                </a:lnTo>
                <a:lnTo>
                  <a:pt x="560" y="6547"/>
                </a:lnTo>
                <a:lnTo>
                  <a:pt x="554" y="6357"/>
                </a:lnTo>
                <a:lnTo>
                  <a:pt x="554" y="6357"/>
                </a:lnTo>
                <a:lnTo>
                  <a:pt x="550" y="6165"/>
                </a:lnTo>
                <a:lnTo>
                  <a:pt x="550" y="6164"/>
                </a:lnTo>
                <a:lnTo>
                  <a:pt x="549" y="5970"/>
                </a:lnTo>
                <a:lnTo>
                  <a:pt x="549" y="5970"/>
                </a:lnTo>
                <a:lnTo>
                  <a:pt x="550" y="5775"/>
                </a:lnTo>
                <a:lnTo>
                  <a:pt x="550" y="5774"/>
                </a:lnTo>
                <a:lnTo>
                  <a:pt x="554" y="5579"/>
                </a:lnTo>
                <a:lnTo>
                  <a:pt x="554" y="5579"/>
                </a:lnTo>
                <a:lnTo>
                  <a:pt x="560" y="5385"/>
                </a:lnTo>
                <a:lnTo>
                  <a:pt x="560" y="5385"/>
                </a:lnTo>
                <a:lnTo>
                  <a:pt x="569" y="5190"/>
                </a:lnTo>
                <a:lnTo>
                  <a:pt x="569" y="5190"/>
                </a:lnTo>
                <a:lnTo>
                  <a:pt x="580" y="4995"/>
                </a:lnTo>
                <a:lnTo>
                  <a:pt x="580" y="4994"/>
                </a:lnTo>
                <a:lnTo>
                  <a:pt x="594" y="4800"/>
                </a:lnTo>
                <a:lnTo>
                  <a:pt x="594" y="4799"/>
                </a:lnTo>
                <a:lnTo>
                  <a:pt x="610" y="4605"/>
                </a:lnTo>
                <a:lnTo>
                  <a:pt x="610" y="4605"/>
                </a:lnTo>
                <a:lnTo>
                  <a:pt x="630" y="4413"/>
                </a:lnTo>
                <a:lnTo>
                  <a:pt x="630" y="4413"/>
                </a:lnTo>
                <a:lnTo>
                  <a:pt x="653" y="4223"/>
                </a:lnTo>
                <a:lnTo>
                  <a:pt x="653" y="4223"/>
                </a:lnTo>
                <a:lnTo>
                  <a:pt x="680" y="4034"/>
                </a:lnTo>
                <a:lnTo>
                  <a:pt x="680" y="4034"/>
                </a:lnTo>
                <a:lnTo>
                  <a:pt x="709" y="3846"/>
                </a:lnTo>
                <a:lnTo>
                  <a:pt x="709" y="3846"/>
                </a:lnTo>
                <a:lnTo>
                  <a:pt x="742" y="3660"/>
                </a:lnTo>
                <a:lnTo>
                  <a:pt x="742" y="3659"/>
                </a:lnTo>
                <a:lnTo>
                  <a:pt x="778" y="3477"/>
                </a:lnTo>
                <a:lnTo>
                  <a:pt x="778" y="3476"/>
                </a:lnTo>
                <a:lnTo>
                  <a:pt x="818" y="3298"/>
                </a:lnTo>
                <a:lnTo>
                  <a:pt x="818" y="3297"/>
                </a:lnTo>
                <a:lnTo>
                  <a:pt x="861" y="3124"/>
                </a:lnTo>
                <a:lnTo>
                  <a:pt x="862" y="3123"/>
                </a:lnTo>
                <a:lnTo>
                  <a:pt x="910" y="2954"/>
                </a:lnTo>
                <a:lnTo>
                  <a:pt x="910" y="2954"/>
                </a:lnTo>
                <a:lnTo>
                  <a:pt x="962" y="2788"/>
                </a:lnTo>
                <a:lnTo>
                  <a:pt x="962" y="2787"/>
                </a:lnTo>
                <a:lnTo>
                  <a:pt x="1018" y="2625"/>
                </a:lnTo>
                <a:lnTo>
                  <a:pt x="1019" y="2624"/>
                </a:lnTo>
                <a:lnTo>
                  <a:pt x="1078" y="2467"/>
                </a:lnTo>
                <a:lnTo>
                  <a:pt x="1078" y="2466"/>
                </a:lnTo>
                <a:lnTo>
                  <a:pt x="1141" y="2315"/>
                </a:lnTo>
                <a:lnTo>
                  <a:pt x="1141" y="2314"/>
                </a:lnTo>
                <a:lnTo>
                  <a:pt x="1206" y="2169"/>
                </a:lnTo>
                <a:lnTo>
                  <a:pt x="1207" y="2168"/>
                </a:lnTo>
                <a:lnTo>
                  <a:pt x="1275" y="2029"/>
                </a:lnTo>
                <a:lnTo>
                  <a:pt x="1275" y="2028"/>
                </a:lnTo>
                <a:lnTo>
                  <a:pt x="1346" y="1894"/>
                </a:lnTo>
                <a:lnTo>
                  <a:pt x="1347" y="1893"/>
                </a:lnTo>
                <a:lnTo>
                  <a:pt x="1421" y="1765"/>
                </a:lnTo>
                <a:lnTo>
                  <a:pt x="1421" y="1764"/>
                </a:lnTo>
                <a:lnTo>
                  <a:pt x="1498" y="1642"/>
                </a:lnTo>
                <a:lnTo>
                  <a:pt x="1499" y="1641"/>
                </a:lnTo>
                <a:lnTo>
                  <a:pt x="1579" y="1526"/>
                </a:lnTo>
                <a:lnTo>
                  <a:pt x="1579" y="1525"/>
                </a:lnTo>
                <a:lnTo>
                  <a:pt x="1662" y="1417"/>
                </a:lnTo>
                <a:lnTo>
                  <a:pt x="1663" y="1416"/>
                </a:lnTo>
                <a:lnTo>
                  <a:pt x="1748" y="1314"/>
                </a:lnTo>
                <a:lnTo>
                  <a:pt x="1749" y="1313"/>
                </a:lnTo>
                <a:lnTo>
                  <a:pt x="1839" y="1217"/>
                </a:lnTo>
                <a:lnTo>
                  <a:pt x="1840" y="1216"/>
                </a:lnTo>
                <a:lnTo>
                  <a:pt x="1932" y="1126"/>
                </a:lnTo>
                <a:lnTo>
                  <a:pt x="1933" y="1125"/>
                </a:lnTo>
                <a:lnTo>
                  <a:pt x="2028" y="1043"/>
                </a:lnTo>
                <a:lnTo>
                  <a:pt x="2029" y="1042"/>
                </a:lnTo>
                <a:lnTo>
                  <a:pt x="2125" y="967"/>
                </a:lnTo>
                <a:lnTo>
                  <a:pt x="2126" y="966"/>
                </a:lnTo>
                <a:lnTo>
                  <a:pt x="2222" y="900"/>
                </a:lnTo>
                <a:lnTo>
                  <a:pt x="2224" y="899"/>
                </a:lnTo>
                <a:lnTo>
                  <a:pt x="2324" y="840"/>
                </a:lnTo>
                <a:lnTo>
                  <a:pt x="2326" y="839"/>
                </a:lnTo>
                <a:lnTo>
                  <a:pt x="2434" y="785"/>
                </a:lnTo>
                <a:lnTo>
                  <a:pt x="2435" y="785"/>
                </a:lnTo>
                <a:lnTo>
                  <a:pt x="2545" y="738"/>
                </a:lnTo>
                <a:lnTo>
                  <a:pt x="2547" y="737"/>
                </a:lnTo>
                <a:lnTo>
                  <a:pt x="2653" y="700"/>
                </a:lnTo>
                <a:lnTo>
                  <a:pt x="2655" y="699"/>
                </a:lnTo>
                <a:lnTo>
                  <a:pt x="2751" y="673"/>
                </a:lnTo>
                <a:lnTo>
                  <a:pt x="2754" y="672"/>
                </a:lnTo>
                <a:lnTo>
                  <a:pt x="2833" y="658"/>
                </a:lnTo>
                <a:lnTo>
                  <a:pt x="2837" y="658"/>
                </a:lnTo>
                <a:lnTo>
                  <a:pt x="2898" y="655"/>
                </a:lnTo>
                <a:lnTo>
                  <a:pt x="2900" y="655"/>
                </a:lnTo>
                <a:lnTo>
                  <a:pt x="2902" y="655"/>
                </a:lnTo>
                <a:lnTo>
                  <a:pt x="2949" y="660"/>
                </a:lnTo>
                <a:lnTo>
                  <a:pt x="2952" y="661"/>
                </a:lnTo>
                <a:lnTo>
                  <a:pt x="2954" y="661"/>
                </a:lnTo>
                <a:lnTo>
                  <a:pt x="2993" y="673"/>
                </a:lnTo>
                <a:lnTo>
                  <a:pt x="2995" y="674"/>
                </a:lnTo>
                <a:lnTo>
                  <a:pt x="2997" y="675"/>
                </a:lnTo>
                <a:lnTo>
                  <a:pt x="3035" y="695"/>
                </a:lnTo>
                <a:lnTo>
                  <a:pt x="3037" y="696"/>
                </a:lnTo>
                <a:lnTo>
                  <a:pt x="3038" y="697"/>
                </a:lnTo>
                <a:lnTo>
                  <a:pt x="3079" y="727"/>
                </a:lnTo>
                <a:lnTo>
                  <a:pt x="3081" y="728"/>
                </a:lnTo>
                <a:lnTo>
                  <a:pt x="3126" y="768"/>
                </a:lnTo>
                <a:lnTo>
                  <a:pt x="3127" y="770"/>
                </a:lnTo>
                <a:lnTo>
                  <a:pt x="3170" y="817"/>
                </a:lnTo>
                <a:lnTo>
                  <a:pt x="3172" y="819"/>
                </a:lnTo>
                <a:lnTo>
                  <a:pt x="3212" y="874"/>
                </a:lnTo>
                <a:lnTo>
                  <a:pt x="3214" y="876"/>
                </a:lnTo>
                <a:lnTo>
                  <a:pt x="3254" y="942"/>
                </a:lnTo>
                <a:lnTo>
                  <a:pt x="3254" y="943"/>
                </a:lnTo>
                <a:lnTo>
                  <a:pt x="3295" y="1022"/>
                </a:lnTo>
                <a:lnTo>
                  <a:pt x="3296" y="1024"/>
                </a:lnTo>
                <a:lnTo>
                  <a:pt x="3339" y="1117"/>
                </a:lnTo>
                <a:lnTo>
                  <a:pt x="3339" y="1118"/>
                </a:lnTo>
                <a:lnTo>
                  <a:pt x="3385" y="1227"/>
                </a:lnTo>
                <a:lnTo>
                  <a:pt x="3385" y="1227"/>
                </a:lnTo>
                <a:lnTo>
                  <a:pt x="3434" y="1351"/>
                </a:lnTo>
                <a:lnTo>
                  <a:pt x="3434" y="1352"/>
                </a:lnTo>
                <a:lnTo>
                  <a:pt x="3485" y="1490"/>
                </a:lnTo>
                <a:lnTo>
                  <a:pt x="3486" y="1490"/>
                </a:lnTo>
                <a:lnTo>
                  <a:pt x="3538" y="1640"/>
                </a:lnTo>
                <a:lnTo>
                  <a:pt x="3538" y="1641"/>
                </a:lnTo>
                <a:lnTo>
                  <a:pt x="3589" y="1801"/>
                </a:lnTo>
                <a:lnTo>
                  <a:pt x="3589" y="1802"/>
                </a:lnTo>
                <a:lnTo>
                  <a:pt x="3638" y="1972"/>
                </a:lnTo>
                <a:lnTo>
                  <a:pt x="3639" y="1972"/>
                </a:lnTo>
                <a:lnTo>
                  <a:pt x="3685" y="2149"/>
                </a:lnTo>
                <a:lnTo>
                  <a:pt x="3685" y="2150"/>
                </a:lnTo>
                <a:lnTo>
                  <a:pt x="3728" y="2338"/>
                </a:lnTo>
                <a:lnTo>
                  <a:pt x="3728" y="2339"/>
                </a:lnTo>
                <a:lnTo>
                  <a:pt x="3770" y="2541"/>
                </a:lnTo>
                <a:lnTo>
                  <a:pt x="3770" y="2542"/>
                </a:lnTo>
                <a:lnTo>
                  <a:pt x="3811" y="2754"/>
                </a:lnTo>
                <a:lnTo>
                  <a:pt x="3811" y="2754"/>
                </a:lnTo>
                <a:lnTo>
                  <a:pt x="3849" y="2971"/>
                </a:lnTo>
                <a:lnTo>
                  <a:pt x="3849" y="2972"/>
                </a:lnTo>
                <a:lnTo>
                  <a:pt x="3884" y="3190"/>
                </a:lnTo>
                <a:lnTo>
                  <a:pt x="3884" y="3190"/>
                </a:lnTo>
                <a:lnTo>
                  <a:pt x="3917" y="3404"/>
                </a:lnTo>
                <a:lnTo>
                  <a:pt x="3917" y="3405"/>
                </a:lnTo>
                <a:lnTo>
                  <a:pt x="3946" y="3616"/>
                </a:lnTo>
                <a:lnTo>
                  <a:pt x="3946" y="3617"/>
                </a:lnTo>
                <a:lnTo>
                  <a:pt x="3972" y="3829"/>
                </a:lnTo>
                <a:lnTo>
                  <a:pt x="3972" y="3829"/>
                </a:lnTo>
                <a:lnTo>
                  <a:pt x="3995" y="4043"/>
                </a:lnTo>
                <a:lnTo>
                  <a:pt x="3996" y="4043"/>
                </a:lnTo>
                <a:lnTo>
                  <a:pt x="4017" y="4258"/>
                </a:lnTo>
                <a:lnTo>
                  <a:pt x="4017" y="4258"/>
                </a:lnTo>
                <a:lnTo>
                  <a:pt x="4037" y="4472"/>
                </a:lnTo>
                <a:lnTo>
                  <a:pt x="4037" y="4473"/>
                </a:lnTo>
                <a:lnTo>
                  <a:pt x="4057" y="4687"/>
                </a:lnTo>
                <a:lnTo>
                  <a:pt x="4057" y="4687"/>
                </a:lnTo>
                <a:lnTo>
                  <a:pt x="4075" y="4901"/>
                </a:lnTo>
                <a:lnTo>
                  <a:pt x="4075" y="4901"/>
                </a:lnTo>
                <a:lnTo>
                  <a:pt x="4091" y="5115"/>
                </a:lnTo>
                <a:lnTo>
                  <a:pt x="4091" y="5115"/>
                </a:lnTo>
                <a:lnTo>
                  <a:pt x="4106" y="5329"/>
                </a:lnTo>
                <a:lnTo>
                  <a:pt x="4106" y="5329"/>
                </a:lnTo>
                <a:lnTo>
                  <a:pt x="4121" y="5544"/>
                </a:lnTo>
                <a:lnTo>
                  <a:pt x="4135" y="5758"/>
                </a:lnTo>
                <a:lnTo>
                  <a:pt x="4135" y="5759"/>
                </a:lnTo>
                <a:lnTo>
                  <a:pt x="4150" y="5973"/>
                </a:lnTo>
                <a:lnTo>
                  <a:pt x="4150" y="5974"/>
                </a:lnTo>
                <a:lnTo>
                  <a:pt x="4167" y="6188"/>
                </a:lnTo>
                <a:lnTo>
                  <a:pt x="4167" y="6189"/>
                </a:lnTo>
                <a:lnTo>
                  <a:pt x="4183" y="6403"/>
                </a:lnTo>
                <a:lnTo>
                  <a:pt x="4200" y="6617"/>
                </a:lnTo>
                <a:lnTo>
                  <a:pt x="4200" y="6617"/>
                </a:lnTo>
                <a:lnTo>
                  <a:pt x="4216" y="6831"/>
                </a:lnTo>
                <a:lnTo>
                  <a:pt x="4216" y="6831"/>
                </a:lnTo>
                <a:lnTo>
                  <a:pt x="4231" y="7045"/>
                </a:lnTo>
                <a:lnTo>
                  <a:pt x="4231" y="7045"/>
                </a:lnTo>
                <a:lnTo>
                  <a:pt x="4244" y="7260"/>
                </a:lnTo>
                <a:lnTo>
                  <a:pt x="4244" y="7261"/>
                </a:lnTo>
                <a:lnTo>
                  <a:pt x="4260" y="7497"/>
                </a:lnTo>
                <a:lnTo>
                  <a:pt x="4260" y="7499"/>
                </a:lnTo>
                <a:lnTo>
                  <a:pt x="4281" y="7757"/>
                </a:lnTo>
                <a:lnTo>
                  <a:pt x="4281" y="7758"/>
                </a:lnTo>
                <a:lnTo>
                  <a:pt x="4300" y="8016"/>
                </a:lnTo>
                <a:lnTo>
                  <a:pt x="4300" y="8016"/>
                </a:lnTo>
                <a:lnTo>
                  <a:pt x="4311" y="8249"/>
                </a:lnTo>
                <a:lnTo>
                  <a:pt x="4311" y="8251"/>
                </a:lnTo>
                <a:lnTo>
                  <a:pt x="4311" y="8378"/>
                </a:lnTo>
                <a:lnTo>
                  <a:pt x="4311" y="8381"/>
                </a:lnTo>
                <a:lnTo>
                  <a:pt x="4310" y="8384"/>
                </a:lnTo>
                <a:lnTo>
                  <a:pt x="4310" y="8386"/>
                </a:lnTo>
                <a:lnTo>
                  <a:pt x="4309" y="8388"/>
                </a:lnTo>
                <a:lnTo>
                  <a:pt x="4308" y="8391"/>
                </a:lnTo>
                <a:lnTo>
                  <a:pt x="4306" y="8393"/>
                </a:lnTo>
                <a:lnTo>
                  <a:pt x="4305" y="8395"/>
                </a:lnTo>
                <a:lnTo>
                  <a:pt x="4303" y="8397"/>
                </a:lnTo>
                <a:lnTo>
                  <a:pt x="4301" y="8399"/>
                </a:lnTo>
                <a:lnTo>
                  <a:pt x="4299" y="8400"/>
                </a:lnTo>
                <a:lnTo>
                  <a:pt x="4297" y="8402"/>
                </a:lnTo>
                <a:lnTo>
                  <a:pt x="4295" y="8403"/>
                </a:lnTo>
                <a:lnTo>
                  <a:pt x="4292" y="8404"/>
                </a:lnTo>
                <a:lnTo>
                  <a:pt x="4290" y="8404"/>
                </a:lnTo>
                <a:lnTo>
                  <a:pt x="4287" y="8405"/>
                </a:lnTo>
                <a:lnTo>
                  <a:pt x="4284" y="8405"/>
                </a:lnTo>
                <a:lnTo>
                  <a:pt x="4282" y="8405"/>
                </a:lnTo>
                <a:lnTo>
                  <a:pt x="4279" y="8404"/>
                </a:lnTo>
                <a:lnTo>
                  <a:pt x="4277" y="8404"/>
                </a:lnTo>
                <a:lnTo>
                  <a:pt x="4274" y="8403"/>
                </a:lnTo>
                <a:lnTo>
                  <a:pt x="4272" y="8402"/>
                </a:lnTo>
                <a:lnTo>
                  <a:pt x="4270" y="8401"/>
                </a:lnTo>
                <a:lnTo>
                  <a:pt x="4268" y="8399"/>
                </a:lnTo>
                <a:lnTo>
                  <a:pt x="4266" y="8397"/>
                </a:lnTo>
                <a:lnTo>
                  <a:pt x="4264" y="8396"/>
                </a:lnTo>
                <a:lnTo>
                  <a:pt x="4228" y="8353"/>
                </a:lnTo>
                <a:lnTo>
                  <a:pt x="4224" y="8349"/>
                </a:lnTo>
                <a:lnTo>
                  <a:pt x="4138" y="8258"/>
                </a:lnTo>
                <a:lnTo>
                  <a:pt x="4131" y="8251"/>
                </a:lnTo>
                <a:lnTo>
                  <a:pt x="4123" y="8245"/>
                </a:lnTo>
                <a:lnTo>
                  <a:pt x="4032" y="8179"/>
                </a:lnTo>
                <a:lnTo>
                  <a:pt x="4024" y="8174"/>
                </a:lnTo>
                <a:lnTo>
                  <a:pt x="4016" y="8170"/>
                </a:lnTo>
                <a:lnTo>
                  <a:pt x="3918" y="8120"/>
                </a:lnTo>
                <a:lnTo>
                  <a:pt x="3916" y="8120"/>
                </a:lnTo>
                <a:lnTo>
                  <a:pt x="3807" y="8067"/>
                </a:lnTo>
                <a:lnTo>
                  <a:pt x="3803" y="8065"/>
                </a:lnTo>
                <a:lnTo>
                  <a:pt x="3686" y="8014"/>
                </a:lnTo>
                <a:lnTo>
                  <a:pt x="3680" y="8012"/>
                </a:lnTo>
                <a:lnTo>
                  <a:pt x="3558" y="7966"/>
                </a:lnTo>
                <a:lnTo>
                  <a:pt x="3550" y="7964"/>
                </a:lnTo>
                <a:lnTo>
                  <a:pt x="3425" y="7928"/>
                </a:lnTo>
                <a:lnTo>
                  <a:pt x="3413" y="7925"/>
                </a:lnTo>
                <a:lnTo>
                  <a:pt x="3287" y="7903"/>
                </a:lnTo>
                <a:lnTo>
                  <a:pt x="3276" y="7902"/>
                </a:lnTo>
                <a:lnTo>
                  <a:pt x="3147" y="7892"/>
                </a:lnTo>
                <a:lnTo>
                  <a:pt x="3140" y="7892"/>
                </a:lnTo>
                <a:lnTo>
                  <a:pt x="3007" y="7890"/>
                </a:lnTo>
                <a:lnTo>
                  <a:pt x="2998" y="7891"/>
                </a:lnTo>
                <a:lnTo>
                  <a:pt x="2862" y="7899"/>
                </a:lnTo>
                <a:lnTo>
                  <a:pt x="2853" y="7900"/>
                </a:lnTo>
                <a:lnTo>
                  <a:pt x="2715" y="7919"/>
                </a:lnTo>
                <a:lnTo>
                  <a:pt x="2705" y="7921"/>
                </a:lnTo>
                <a:lnTo>
                  <a:pt x="2566" y="7952"/>
                </a:lnTo>
                <a:lnTo>
                  <a:pt x="2556" y="7955"/>
                </a:lnTo>
                <a:lnTo>
                  <a:pt x="2418" y="8000"/>
                </a:lnTo>
                <a:lnTo>
                  <a:pt x="2407" y="8004"/>
                </a:lnTo>
                <a:lnTo>
                  <a:pt x="2266" y="8067"/>
                </a:lnTo>
                <a:lnTo>
                  <a:pt x="2257" y="8071"/>
                </a:lnTo>
                <a:lnTo>
                  <a:pt x="2110" y="8151"/>
                </a:lnTo>
                <a:lnTo>
                  <a:pt x="2104" y="8154"/>
                </a:lnTo>
                <a:lnTo>
                  <a:pt x="1956" y="8246"/>
                </a:lnTo>
                <a:lnTo>
                  <a:pt x="1951" y="8249"/>
                </a:lnTo>
                <a:lnTo>
                  <a:pt x="1807" y="8349"/>
                </a:lnTo>
                <a:lnTo>
                  <a:pt x="1804" y="8352"/>
                </a:lnTo>
                <a:lnTo>
                  <a:pt x="1668" y="8454"/>
                </a:lnTo>
                <a:lnTo>
                  <a:pt x="1664" y="8457"/>
                </a:lnTo>
                <a:lnTo>
                  <a:pt x="1542" y="8557"/>
                </a:lnTo>
                <a:lnTo>
                  <a:pt x="1535" y="8563"/>
                </a:lnTo>
                <a:lnTo>
                  <a:pt x="1424" y="8670"/>
                </a:lnTo>
                <a:lnTo>
                  <a:pt x="1417" y="8677"/>
                </a:lnTo>
                <a:lnTo>
                  <a:pt x="1314" y="8797"/>
                </a:lnTo>
                <a:lnTo>
                  <a:pt x="1311" y="8801"/>
                </a:lnTo>
                <a:lnTo>
                  <a:pt x="1216" y="8924"/>
                </a:lnTo>
                <a:lnTo>
                  <a:pt x="1215" y="8925"/>
                </a:lnTo>
                <a:lnTo>
                  <a:pt x="1130" y="9039"/>
                </a:lnTo>
                <a:lnTo>
                  <a:pt x="1130" y="9039"/>
                </a:lnTo>
                <a:lnTo>
                  <a:pt x="1058" y="9131"/>
                </a:lnTo>
                <a:lnTo>
                  <a:pt x="1056" y="9133"/>
                </a:lnTo>
                <a:lnTo>
                  <a:pt x="999" y="9192"/>
                </a:lnTo>
                <a:lnTo>
                  <a:pt x="997" y="9194"/>
                </a:lnTo>
                <a:lnTo>
                  <a:pt x="979" y="9208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683361" y="1334949"/>
            <a:ext cx="739213" cy="1665831"/>
            <a:chOff x="6683361" y="1334949"/>
            <a:chExt cx="739213" cy="1665831"/>
          </a:xfrm>
        </p:grpSpPr>
        <p:sp>
          <p:nvSpPr>
            <p:cNvPr id="34" name="Forma 33"/>
            <p:cNvSpPr/>
            <p:nvPr/>
          </p:nvSpPr>
          <p:spPr>
            <a:xfrm>
              <a:off x="6683361" y="1334949"/>
              <a:ext cx="739213" cy="166583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733404" y="1498430"/>
              <a:ext cx="577681" cy="1192524"/>
            </a:xfrm>
            <a:custGeom>
              <a:avLst/>
              <a:gdLst/>
              <a:ahLst/>
              <a:cxnLst/>
              <a:rect l="0" t="0" r="r" b="b"/>
              <a:pathLst>
                <a:path w="2178" h="4576" fill="none">
                  <a:moveTo>
                    <a:pt x="2178" y="2156"/>
                  </a:moveTo>
                  <a:lnTo>
                    <a:pt x="1606" y="1847"/>
                  </a:lnTo>
                  <a:lnTo>
                    <a:pt x="902" y="1319"/>
                  </a:lnTo>
                  <a:lnTo>
                    <a:pt x="506" y="791"/>
                  </a:lnTo>
                </a:path>
                <a:path w="2178" h="4576" fill="none">
                  <a:moveTo>
                    <a:pt x="1606" y="1847"/>
                  </a:moveTo>
                  <a:lnTo>
                    <a:pt x="1342" y="1056"/>
                  </a:lnTo>
                  <a:lnTo>
                    <a:pt x="1210" y="175"/>
                  </a:lnTo>
                </a:path>
                <a:path w="2178" h="4576" fill="none">
                  <a:moveTo>
                    <a:pt x="2178" y="2156"/>
                  </a:moveTo>
                  <a:lnTo>
                    <a:pt x="1342" y="2288"/>
                  </a:lnTo>
                  <a:lnTo>
                    <a:pt x="462" y="2288"/>
                  </a:lnTo>
                  <a:lnTo>
                    <a:pt x="22" y="2376"/>
                  </a:lnTo>
                </a:path>
                <a:path w="2178" h="4576" fill="none">
                  <a:moveTo>
                    <a:pt x="1342" y="2288"/>
                  </a:moveTo>
                  <a:lnTo>
                    <a:pt x="726" y="2904"/>
                  </a:lnTo>
                  <a:lnTo>
                    <a:pt x="242" y="3432"/>
                  </a:lnTo>
                </a:path>
                <a:path w="2178" h="4576" fill="none">
                  <a:moveTo>
                    <a:pt x="2178" y="2156"/>
                  </a:moveTo>
                  <a:lnTo>
                    <a:pt x="1606" y="2904"/>
                  </a:lnTo>
                  <a:lnTo>
                    <a:pt x="1078" y="3784"/>
                  </a:lnTo>
                  <a:lnTo>
                    <a:pt x="594" y="4488"/>
                  </a:lnTo>
                </a:path>
                <a:path w="2178" h="4576" fill="none">
                  <a:moveTo>
                    <a:pt x="1606" y="2904"/>
                  </a:moveTo>
                  <a:lnTo>
                    <a:pt x="1870" y="3784"/>
                  </a:lnTo>
                  <a:lnTo>
                    <a:pt x="1606" y="4576"/>
                  </a:lnTo>
                </a:path>
                <a:path w="2178" h="4576" fill="none">
                  <a:moveTo>
                    <a:pt x="1078" y="3784"/>
                  </a:moveTo>
                  <a:lnTo>
                    <a:pt x="374" y="4224"/>
                  </a:lnTo>
                  <a:lnTo>
                    <a:pt x="22" y="4488"/>
                  </a:lnTo>
                </a:path>
                <a:path w="2178" h="4576" fill="none">
                  <a:moveTo>
                    <a:pt x="902" y="1319"/>
                  </a:moveTo>
                  <a:lnTo>
                    <a:pt x="286" y="1496"/>
                  </a:lnTo>
                  <a:lnTo>
                    <a:pt x="0" y="1710"/>
                  </a:lnTo>
                </a:path>
                <a:path w="2178" h="4576" fill="none">
                  <a:moveTo>
                    <a:pt x="1342" y="1056"/>
                  </a:moveTo>
                  <a:lnTo>
                    <a:pt x="814" y="527"/>
                  </a:lnTo>
                </a:path>
                <a:path w="2178" h="4576" fill="none">
                  <a:moveTo>
                    <a:pt x="726" y="2904"/>
                  </a:moveTo>
                  <a:lnTo>
                    <a:pt x="814" y="3520"/>
                  </a:lnTo>
                  <a:lnTo>
                    <a:pt x="550" y="4136"/>
                  </a:lnTo>
                </a:path>
                <a:path w="2178" h="4576" fill="none">
                  <a:moveTo>
                    <a:pt x="2178" y="2156"/>
                  </a:moveTo>
                  <a:lnTo>
                    <a:pt x="2046" y="1496"/>
                  </a:lnTo>
                  <a:lnTo>
                    <a:pt x="1782" y="791"/>
                  </a:lnTo>
                  <a:lnTo>
                    <a:pt x="1606" y="0"/>
                  </a:lnTo>
                </a:path>
                <a:path w="2178" h="4576" fill="none">
                  <a:moveTo>
                    <a:pt x="462" y="2288"/>
                  </a:moveTo>
                  <a:lnTo>
                    <a:pt x="198" y="281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701535" y="2060292"/>
              <a:ext cx="621218" cy="697869"/>
            </a:xfrm>
            <a:custGeom>
              <a:avLst/>
              <a:gdLst/>
              <a:ahLst/>
              <a:cxnLst/>
              <a:rect l="0" t="0" r="r" b="b"/>
              <a:pathLst>
                <a:path w="2342" h="2677" fill="none">
                  <a:moveTo>
                    <a:pt x="0" y="145"/>
                  </a:moveTo>
                  <a:lnTo>
                    <a:pt x="164" y="161"/>
                  </a:lnTo>
                  <a:lnTo>
                    <a:pt x="370" y="180"/>
                  </a:lnTo>
                  <a:lnTo>
                    <a:pt x="577" y="196"/>
                  </a:lnTo>
                  <a:lnTo>
                    <a:pt x="758" y="202"/>
                  </a:lnTo>
                  <a:lnTo>
                    <a:pt x="909" y="198"/>
                  </a:lnTo>
                  <a:lnTo>
                    <a:pt x="1045" y="187"/>
                  </a:lnTo>
                  <a:lnTo>
                    <a:pt x="1177" y="171"/>
                  </a:lnTo>
                  <a:lnTo>
                    <a:pt x="1313" y="152"/>
                  </a:lnTo>
                  <a:lnTo>
                    <a:pt x="1462" y="131"/>
                  </a:lnTo>
                  <a:lnTo>
                    <a:pt x="1641" y="107"/>
                  </a:lnTo>
                  <a:lnTo>
                    <a:pt x="1844" y="77"/>
                  </a:lnTo>
                  <a:lnTo>
                    <a:pt x="2045" y="46"/>
                  </a:lnTo>
                  <a:lnTo>
                    <a:pt x="2220" y="18"/>
                  </a:lnTo>
                  <a:lnTo>
                    <a:pt x="2342" y="0"/>
                  </a:lnTo>
                </a:path>
                <a:path w="2342" h="2677" fill="none">
                  <a:moveTo>
                    <a:pt x="59" y="2677"/>
                  </a:moveTo>
                  <a:lnTo>
                    <a:pt x="162" y="2552"/>
                  </a:lnTo>
                  <a:lnTo>
                    <a:pt x="314" y="2366"/>
                  </a:lnTo>
                  <a:lnTo>
                    <a:pt x="491" y="2149"/>
                  </a:lnTo>
                  <a:lnTo>
                    <a:pt x="675" y="1925"/>
                  </a:lnTo>
                  <a:lnTo>
                    <a:pt x="846" y="1716"/>
                  </a:lnTo>
                  <a:lnTo>
                    <a:pt x="1006" y="1516"/>
                  </a:lnTo>
                  <a:lnTo>
                    <a:pt x="1167" y="1311"/>
                  </a:lnTo>
                  <a:lnTo>
                    <a:pt x="1328" y="1109"/>
                  </a:lnTo>
                  <a:lnTo>
                    <a:pt x="1485" y="919"/>
                  </a:lnTo>
                  <a:lnTo>
                    <a:pt x="1638" y="747"/>
                  </a:lnTo>
                  <a:lnTo>
                    <a:pt x="1796" y="592"/>
                  </a:lnTo>
                  <a:lnTo>
                    <a:pt x="1960" y="446"/>
                  </a:lnTo>
                  <a:lnTo>
                    <a:pt x="2115" y="317"/>
                  </a:lnTo>
                  <a:lnTo>
                    <a:pt x="2248" y="210"/>
                  </a:lnTo>
                  <a:lnTo>
                    <a:pt x="2342" y="13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683361" y="1334949"/>
            <a:ext cx="739213" cy="1665831"/>
          </a:xfrm>
          <a:custGeom>
            <a:avLst/>
            <a:gdLst/>
            <a:ahLst/>
            <a:cxnLst/>
            <a:rect l="0" t="0" r="r" b="b"/>
            <a:pathLst>
              <a:path w="2787" h="6392" fill="none">
                <a:moveTo>
                  <a:pt x="303" y="6381"/>
                </a:moveTo>
                <a:lnTo>
                  <a:pt x="347" y="6336"/>
                </a:lnTo>
                <a:lnTo>
                  <a:pt x="400" y="6268"/>
                </a:lnTo>
                <a:lnTo>
                  <a:pt x="464" y="6182"/>
                </a:lnTo>
                <a:lnTo>
                  <a:pt x="465" y="6181"/>
                </a:lnTo>
                <a:lnTo>
                  <a:pt x="536" y="6089"/>
                </a:lnTo>
                <a:lnTo>
                  <a:pt x="539" y="6085"/>
                </a:lnTo>
                <a:lnTo>
                  <a:pt x="617" y="5995"/>
                </a:lnTo>
                <a:lnTo>
                  <a:pt x="623" y="5988"/>
                </a:lnTo>
                <a:lnTo>
                  <a:pt x="707" y="5908"/>
                </a:lnTo>
                <a:lnTo>
                  <a:pt x="713" y="5902"/>
                </a:lnTo>
                <a:lnTo>
                  <a:pt x="805" y="5827"/>
                </a:lnTo>
                <a:lnTo>
                  <a:pt x="808" y="5824"/>
                </a:lnTo>
                <a:lnTo>
                  <a:pt x="911" y="5747"/>
                </a:lnTo>
                <a:lnTo>
                  <a:pt x="914" y="5745"/>
                </a:lnTo>
                <a:lnTo>
                  <a:pt x="1022" y="5670"/>
                </a:lnTo>
                <a:lnTo>
                  <a:pt x="1026" y="5667"/>
                </a:lnTo>
                <a:lnTo>
                  <a:pt x="1138" y="5598"/>
                </a:lnTo>
                <a:lnTo>
                  <a:pt x="1143" y="5595"/>
                </a:lnTo>
                <a:lnTo>
                  <a:pt x="1254" y="5535"/>
                </a:lnTo>
                <a:lnTo>
                  <a:pt x="1261" y="5531"/>
                </a:lnTo>
                <a:lnTo>
                  <a:pt x="1368" y="5484"/>
                </a:lnTo>
                <a:lnTo>
                  <a:pt x="1377" y="5480"/>
                </a:lnTo>
                <a:lnTo>
                  <a:pt x="1482" y="5446"/>
                </a:lnTo>
                <a:lnTo>
                  <a:pt x="1491" y="5444"/>
                </a:lnTo>
                <a:lnTo>
                  <a:pt x="1596" y="5420"/>
                </a:lnTo>
                <a:lnTo>
                  <a:pt x="1604" y="5419"/>
                </a:lnTo>
                <a:lnTo>
                  <a:pt x="1709" y="5404"/>
                </a:lnTo>
                <a:lnTo>
                  <a:pt x="1716" y="5403"/>
                </a:lnTo>
                <a:lnTo>
                  <a:pt x="1819" y="5397"/>
                </a:lnTo>
                <a:lnTo>
                  <a:pt x="1826" y="5397"/>
                </a:lnTo>
                <a:lnTo>
                  <a:pt x="1927" y="5398"/>
                </a:lnTo>
                <a:lnTo>
                  <a:pt x="1933" y="5398"/>
                </a:lnTo>
                <a:lnTo>
                  <a:pt x="2031" y="5405"/>
                </a:lnTo>
                <a:lnTo>
                  <a:pt x="2040" y="5407"/>
                </a:lnTo>
                <a:lnTo>
                  <a:pt x="2136" y="5423"/>
                </a:lnTo>
                <a:lnTo>
                  <a:pt x="2146" y="5426"/>
                </a:lnTo>
                <a:lnTo>
                  <a:pt x="2240" y="5453"/>
                </a:lnTo>
                <a:lnTo>
                  <a:pt x="2248" y="5455"/>
                </a:lnTo>
                <a:lnTo>
                  <a:pt x="2340" y="5489"/>
                </a:lnTo>
                <a:lnTo>
                  <a:pt x="2345" y="5491"/>
                </a:lnTo>
                <a:lnTo>
                  <a:pt x="2433" y="5530"/>
                </a:lnTo>
                <a:lnTo>
                  <a:pt x="2436" y="5531"/>
                </a:lnTo>
                <a:lnTo>
                  <a:pt x="2519" y="5571"/>
                </a:lnTo>
                <a:lnTo>
                  <a:pt x="2520" y="5572"/>
                </a:lnTo>
                <a:lnTo>
                  <a:pt x="2595" y="5609"/>
                </a:lnTo>
                <a:lnTo>
                  <a:pt x="2602" y="5613"/>
                </a:lnTo>
                <a:lnTo>
                  <a:pt x="2608" y="5617"/>
                </a:lnTo>
                <a:lnTo>
                  <a:pt x="2677" y="5667"/>
                </a:lnTo>
                <a:lnTo>
                  <a:pt x="2684" y="5673"/>
                </a:lnTo>
                <a:lnTo>
                  <a:pt x="2691" y="5679"/>
                </a:lnTo>
                <a:lnTo>
                  <a:pt x="2756" y="5748"/>
                </a:lnTo>
                <a:lnTo>
                  <a:pt x="2759" y="5751"/>
                </a:lnTo>
                <a:lnTo>
                  <a:pt x="2787" y="5783"/>
                </a:lnTo>
                <a:lnTo>
                  <a:pt x="2787" y="5687"/>
                </a:lnTo>
                <a:lnTo>
                  <a:pt x="2778" y="5512"/>
                </a:lnTo>
                <a:lnTo>
                  <a:pt x="2764" y="5318"/>
                </a:lnTo>
                <a:lnTo>
                  <a:pt x="2749" y="5124"/>
                </a:lnTo>
                <a:lnTo>
                  <a:pt x="2748" y="5123"/>
                </a:lnTo>
                <a:lnTo>
                  <a:pt x="2737" y="4945"/>
                </a:lnTo>
                <a:lnTo>
                  <a:pt x="2736" y="4945"/>
                </a:lnTo>
                <a:lnTo>
                  <a:pt x="2727" y="4783"/>
                </a:lnTo>
                <a:lnTo>
                  <a:pt x="2716" y="4622"/>
                </a:lnTo>
                <a:lnTo>
                  <a:pt x="2704" y="4461"/>
                </a:lnTo>
                <a:lnTo>
                  <a:pt x="2691" y="4300"/>
                </a:lnTo>
                <a:lnTo>
                  <a:pt x="2678" y="4140"/>
                </a:lnTo>
                <a:lnTo>
                  <a:pt x="2678" y="4139"/>
                </a:lnTo>
                <a:lnTo>
                  <a:pt x="2666" y="3978"/>
                </a:lnTo>
                <a:lnTo>
                  <a:pt x="2666" y="3978"/>
                </a:lnTo>
                <a:lnTo>
                  <a:pt x="2655" y="3816"/>
                </a:lnTo>
                <a:lnTo>
                  <a:pt x="2655" y="3816"/>
                </a:lnTo>
                <a:lnTo>
                  <a:pt x="2644" y="3655"/>
                </a:lnTo>
                <a:lnTo>
                  <a:pt x="2633" y="3493"/>
                </a:lnTo>
                <a:lnTo>
                  <a:pt x="2622" y="3333"/>
                </a:lnTo>
                <a:lnTo>
                  <a:pt x="2610" y="3172"/>
                </a:lnTo>
                <a:lnTo>
                  <a:pt x="2596" y="3011"/>
                </a:lnTo>
                <a:lnTo>
                  <a:pt x="2581" y="2850"/>
                </a:lnTo>
                <a:lnTo>
                  <a:pt x="2566" y="2689"/>
                </a:lnTo>
                <a:lnTo>
                  <a:pt x="2550" y="2528"/>
                </a:lnTo>
                <a:lnTo>
                  <a:pt x="2532" y="2367"/>
                </a:lnTo>
                <a:lnTo>
                  <a:pt x="2513" y="2208"/>
                </a:lnTo>
                <a:lnTo>
                  <a:pt x="2491" y="2049"/>
                </a:lnTo>
                <a:lnTo>
                  <a:pt x="2466" y="1888"/>
                </a:lnTo>
                <a:lnTo>
                  <a:pt x="2440" y="1724"/>
                </a:lnTo>
                <a:lnTo>
                  <a:pt x="2411" y="1560"/>
                </a:lnTo>
                <a:lnTo>
                  <a:pt x="2381" y="1401"/>
                </a:lnTo>
                <a:lnTo>
                  <a:pt x="2349" y="1249"/>
                </a:lnTo>
                <a:lnTo>
                  <a:pt x="2317" y="1107"/>
                </a:lnTo>
                <a:lnTo>
                  <a:pt x="2282" y="975"/>
                </a:lnTo>
                <a:lnTo>
                  <a:pt x="2245" y="847"/>
                </a:lnTo>
                <a:lnTo>
                  <a:pt x="2207" y="727"/>
                </a:lnTo>
                <a:lnTo>
                  <a:pt x="2168" y="614"/>
                </a:lnTo>
                <a:lnTo>
                  <a:pt x="2129" y="510"/>
                </a:lnTo>
                <a:lnTo>
                  <a:pt x="2092" y="417"/>
                </a:lnTo>
                <a:lnTo>
                  <a:pt x="2058" y="335"/>
                </a:lnTo>
                <a:lnTo>
                  <a:pt x="2026" y="265"/>
                </a:lnTo>
                <a:lnTo>
                  <a:pt x="1995" y="205"/>
                </a:lnTo>
                <a:lnTo>
                  <a:pt x="1965" y="156"/>
                </a:lnTo>
                <a:lnTo>
                  <a:pt x="1935" y="115"/>
                </a:lnTo>
                <a:lnTo>
                  <a:pt x="1903" y="80"/>
                </a:lnTo>
                <a:lnTo>
                  <a:pt x="1869" y="50"/>
                </a:lnTo>
                <a:lnTo>
                  <a:pt x="1839" y="27"/>
                </a:lnTo>
                <a:lnTo>
                  <a:pt x="1810" y="13"/>
                </a:lnTo>
                <a:lnTo>
                  <a:pt x="1781" y="4"/>
                </a:lnTo>
                <a:lnTo>
                  <a:pt x="1746" y="0"/>
                </a:lnTo>
                <a:lnTo>
                  <a:pt x="1700" y="2"/>
                </a:lnTo>
                <a:lnTo>
                  <a:pt x="1640" y="12"/>
                </a:lnTo>
                <a:lnTo>
                  <a:pt x="1568" y="32"/>
                </a:lnTo>
                <a:lnTo>
                  <a:pt x="1488" y="60"/>
                </a:lnTo>
                <a:lnTo>
                  <a:pt x="1405" y="95"/>
                </a:lnTo>
                <a:lnTo>
                  <a:pt x="1324" y="136"/>
                </a:lnTo>
                <a:lnTo>
                  <a:pt x="1248" y="181"/>
                </a:lnTo>
                <a:lnTo>
                  <a:pt x="1176" y="230"/>
                </a:lnTo>
                <a:lnTo>
                  <a:pt x="1104" y="286"/>
                </a:lnTo>
                <a:lnTo>
                  <a:pt x="1033" y="348"/>
                </a:lnTo>
                <a:lnTo>
                  <a:pt x="964" y="416"/>
                </a:lnTo>
                <a:lnTo>
                  <a:pt x="896" y="488"/>
                </a:lnTo>
                <a:lnTo>
                  <a:pt x="832" y="564"/>
                </a:lnTo>
                <a:lnTo>
                  <a:pt x="770" y="645"/>
                </a:lnTo>
                <a:lnTo>
                  <a:pt x="710" y="732"/>
                </a:lnTo>
                <a:lnTo>
                  <a:pt x="652" y="824"/>
                </a:lnTo>
                <a:lnTo>
                  <a:pt x="597" y="920"/>
                </a:lnTo>
                <a:lnTo>
                  <a:pt x="543" y="1021"/>
                </a:lnTo>
                <a:lnTo>
                  <a:pt x="492" y="1126"/>
                </a:lnTo>
                <a:lnTo>
                  <a:pt x="443" y="1235"/>
                </a:lnTo>
                <a:lnTo>
                  <a:pt x="396" y="1348"/>
                </a:lnTo>
                <a:lnTo>
                  <a:pt x="351" y="1467"/>
                </a:lnTo>
                <a:lnTo>
                  <a:pt x="309" y="1588"/>
                </a:lnTo>
                <a:lnTo>
                  <a:pt x="270" y="1713"/>
                </a:lnTo>
                <a:lnTo>
                  <a:pt x="234" y="1840"/>
                </a:lnTo>
                <a:lnTo>
                  <a:pt x="201" y="1970"/>
                </a:lnTo>
                <a:lnTo>
                  <a:pt x="171" y="2104"/>
                </a:lnTo>
                <a:lnTo>
                  <a:pt x="144" y="2241"/>
                </a:lnTo>
                <a:lnTo>
                  <a:pt x="120" y="2381"/>
                </a:lnTo>
                <a:lnTo>
                  <a:pt x="98" y="2522"/>
                </a:lnTo>
                <a:lnTo>
                  <a:pt x="78" y="2663"/>
                </a:lnTo>
                <a:lnTo>
                  <a:pt x="60" y="2806"/>
                </a:lnTo>
                <a:lnTo>
                  <a:pt x="46" y="2950"/>
                </a:lnTo>
                <a:lnTo>
                  <a:pt x="33" y="3096"/>
                </a:lnTo>
                <a:lnTo>
                  <a:pt x="23" y="3242"/>
                </a:lnTo>
                <a:lnTo>
                  <a:pt x="15" y="3389"/>
                </a:lnTo>
                <a:lnTo>
                  <a:pt x="8" y="3535"/>
                </a:lnTo>
                <a:lnTo>
                  <a:pt x="3" y="3681"/>
                </a:lnTo>
                <a:lnTo>
                  <a:pt x="0" y="3827"/>
                </a:lnTo>
                <a:lnTo>
                  <a:pt x="0" y="3974"/>
                </a:lnTo>
                <a:lnTo>
                  <a:pt x="0" y="4119"/>
                </a:lnTo>
                <a:lnTo>
                  <a:pt x="3" y="4264"/>
                </a:lnTo>
                <a:lnTo>
                  <a:pt x="8" y="4407"/>
                </a:lnTo>
                <a:lnTo>
                  <a:pt x="15" y="4549"/>
                </a:lnTo>
                <a:lnTo>
                  <a:pt x="25" y="4691"/>
                </a:lnTo>
                <a:lnTo>
                  <a:pt x="37" y="4833"/>
                </a:lnTo>
                <a:lnTo>
                  <a:pt x="50" y="4972"/>
                </a:lnTo>
                <a:lnTo>
                  <a:pt x="64" y="5107"/>
                </a:lnTo>
                <a:lnTo>
                  <a:pt x="78" y="5235"/>
                </a:lnTo>
                <a:lnTo>
                  <a:pt x="93" y="5358"/>
                </a:lnTo>
                <a:lnTo>
                  <a:pt x="110" y="5476"/>
                </a:lnTo>
                <a:lnTo>
                  <a:pt x="127" y="5590"/>
                </a:lnTo>
                <a:lnTo>
                  <a:pt x="145" y="5699"/>
                </a:lnTo>
                <a:lnTo>
                  <a:pt x="164" y="5805"/>
                </a:lnTo>
                <a:lnTo>
                  <a:pt x="183" y="5907"/>
                </a:lnTo>
                <a:lnTo>
                  <a:pt x="202" y="6009"/>
                </a:lnTo>
                <a:lnTo>
                  <a:pt x="221" y="6113"/>
                </a:lnTo>
                <a:lnTo>
                  <a:pt x="240" y="6211"/>
                </a:lnTo>
                <a:lnTo>
                  <a:pt x="260" y="6297"/>
                </a:lnTo>
                <a:lnTo>
                  <a:pt x="280" y="6365"/>
                </a:lnTo>
                <a:lnTo>
                  <a:pt x="290" y="6392"/>
                </a:lnTo>
                <a:lnTo>
                  <a:pt x="303" y="638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Aparece una zona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hiperclara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(negra) en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ápice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7" name="Dato extra"/>
          <p:cNvSpPr/>
          <p:nvPr/>
        </p:nvSpPr>
        <p:spPr>
          <a:xfrm>
            <a:off x="6263640" y="5166360"/>
            <a:ext cx="562356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paciente erguido el aire asciende: buscarlo primero en el ápice.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34128" y="91440"/>
            <a:ext cx="569297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APARICIÓN DE AIRE PLEURAL</a:t>
            </a:r>
            <a:endParaRPr lang="es-AR" sz="2400" dirty="0">
              <a:latin typeface="Mali"/>
            </a:endParaRPr>
          </a:p>
        </p:txBody>
      </p: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3/8</a:t>
            </a:r>
            <a:endParaRPr lang="es-AR" sz="13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293658" y="1997351"/>
              <a:ext cx="1436714" cy="318819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394532" y="2310232"/>
              <a:ext cx="1119153" cy="2282342"/>
            </a:xfrm>
            <a:custGeom>
              <a:avLst/>
              <a:gdLst/>
              <a:ahLst/>
              <a:cxnLst/>
              <a:rect l="0" t="0" r="r" b="b"/>
              <a:pathLst>
                <a:path w="1974" h="4160" fill="none">
                  <a:moveTo>
                    <a:pt x="1974" y="1960"/>
                  </a:moveTo>
                  <a:lnTo>
                    <a:pt x="1454" y="1680"/>
                  </a:lnTo>
                  <a:lnTo>
                    <a:pt x="814" y="1200"/>
                  </a:lnTo>
                  <a:lnTo>
                    <a:pt x="454" y="720"/>
                  </a:lnTo>
                </a:path>
                <a:path w="1974" h="4160" fill="none">
                  <a:moveTo>
                    <a:pt x="1454" y="1680"/>
                  </a:moveTo>
                  <a:lnTo>
                    <a:pt x="1214" y="960"/>
                  </a:lnTo>
                  <a:lnTo>
                    <a:pt x="1094" y="160"/>
                  </a:lnTo>
                </a:path>
                <a:path w="1974" h="4160" fill="none">
                  <a:moveTo>
                    <a:pt x="1974" y="1960"/>
                  </a:moveTo>
                  <a:lnTo>
                    <a:pt x="1214" y="2080"/>
                  </a:lnTo>
                  <a:lnTo>
                    <a:pt x="414" y="2080"/>
                  </a:lnTo>
                  <a:lnTo>
                    <a:pt x="14" y="2160"/>
                  </a:lnTo>
                </a:path>
                <a:path w="1974" h="4160" fill="none">
                  <a:moveTo>
                    <a:pt x="1214" y="2080"/>
                  </a:moveTo>
                  <a:lnTo>
                    <a:pt x="654" y="2640"/>
                  </a:lnTo>
                  <a:lnTo>
                    <a:pt x="214" y="3120"/>
                  </a:lnTo>
                </a:path>
                <a:path w="1974" h="4160" fill="none">
                  <a:moveTo>
                    <a:pt x="1974" y="1960"/>
                  </a:moveTo>
                  <a:lnTo>
                    <a:pt x="1454" y="2640"/>
                  </a:lnTo>
                  <a:lnTo>
                    <a:pt x="974" y="3440"/>
                  </a:lnTo>
                  <a:lnTo>
                    <a:pt x="534" y="4080"/>
                  </a:lnTo>
                </a:path>
                <a:path w="1974" h="4160" fill="none">
                  <a:moveTo>
                    <a:pt x="1454" y="2640"/>
                  </a:moveTo>
                  <a:lnTo>
                    <a:pt x="1694" y="3440"/>
                  </a:lnTo>
                  <a:lnTo>
                    <a:pt x="1454" y="4160"/>
                  </a:lnTo>
                </a:path>
                <a:path w="1974" h="4160" fill="none">
                  <a:moveTo>
                    <a:pt x="974" y="3440"/>
                  </a:moveTo>
                  <a:lnTo>
                    <a:pt x="334" y="3840"/>
                  </a:lnTo>
                  <a:lnTo>
                    <a:pt x="14" y="4080"/>
                  </a:lnTo>
                </a:path>
                <a:path w="1974" h="4160" fill="none">
                  <a:moveTo>
                    <a:pt x="814" y="1200"/>
                  </a:moveTo>
                  <a:lnTo>
                    <a:pt x="254" y="1360"/>
                  </a:lnTo>
                  <a:lnTo>
                    <a:pt x="0" y="1550"/>
                  </a:lnTo>
                </a:path>
                <a:path w="1974" h="4160" fill="none">
                  <a:moveTo>
                    <a:pt x="1214" y="960"/>
                  </a:moveTo>
                  <a:lnTo>
                    <a:pt x="734" y="480"/>
                  </a:lnTo>
                </a:path>
                <a:path w="1974" h="4160" fill="none">
                  <a:moveTo>
                    <a:pt x="654" y="2640"/>
                  </a:moveTo>
                  <a:lnTo>
                    <a:pt x="734" y="3200"/>
                  </a:lnTo>
                  <a:lnTo>
                    <a:pt x="494" y="3760"/>
                  </a:lnTo>
                </a:path>
                <a:path w="1974" h="4160" fill="none">
                  <a:moveTo>
                    <a:pt x="1974" y="1960"/>
                  </a:moveTo>
                  <a:lnTo>
                    <a:pt x="1854" y="1360"/>
                  </a:lnTo>
                  <a:lnTo>
                    <a:pt x="1614" y="720"/>
                  </a:lnTo>
                  <a:lnTo>
                    <a:pt x="1454" y="0"/>
                  </a:lnTo>
                </a:path>
                <a:path w="1974" h="4160" fill="none">
                  <a:moveTo>
                    <a:pt x="414" y="2080"/>
                  </a:moveTo>
                  <a:lnTo>
                    <a:pt x="174" y="256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231" y="8792"/>
                </a:moveTo>
                <a:lnTo>
                  <a:pt x="1228" y="8793"/>
                </a:lnTo>
                <a:lnTo>
                  <a:pt x="1226" y="8795"/>
                </a:lnTo>
                <a:lnTo>
                  <a:pt x="1224" y="8796"/>
                </a:lnTo>
                <a:lnTo>
                  <a:pt x="1221" y="8797"/>
                </a:lnTo>
                <a:lnTo>
                  <a:pt x="1219" y="8797"/>
                </a:lnTo>
                <a:lnTo>
                  <a:pt x="1216" y="8798"/>
                </a:lnTo>
                <a:lnTo>
                  <a:pt x="1214" y="8798"/>
                </a:lnTo>
                <a:lnTo>
                  <a:pt x="1211" y="8798"/>
                </a:lnTo>
                <a:lnTo>
                  <a:pt x="1208" y="8797"/>
                </a:lnTo>
                <a:lnTo>
                  <a:pt x="1206" y="8797"/>
                </a:lnTo>
                <a:lnTo>
                  <a:pt x="1203" y="8796"/>
                </a:lnTo>
                <a:lnTo>
                  <a:pt x="1201" y="8795"/>
                </a:lnTo>
                <a:lnTo>
                  <a:pt x="1199" y="8793"/>
                </a:lnTo>
                <a:lnTo>
                  <a:pt x="1197" y="8792"/>
                </a:lnTo>
                <a:lnTo>
                  <a:pt x="1195" y="8790"/>
                </a:lnTo>
                <a:lnTo>
                  <a:pt x="1193" y="8788"/>
                </a:lnTo>
                <a:lnTo>
                  <a:pt x="1192" y="8786"/>
                </a:lnTo>
                <a:lnTo>
                  <a:pt x="1190" y="8784"/>
                </a:lnTo>
                <a:lnTo>
                  <a:pt x="1189" y="8781"/>
                </a:lnTo>
                <a:lnTo>
                  <a:pt x="1176" y="8749"/>
                </a:lnTo>
                <a:lnTo>
                  <a:pt x="1175" y="8746"/>
                </a:lnTo>
                <a:lnTo>
                  <a:pt x="1152" y="8664"/>
                </a:lnTo>
                <a:lnTo>
                  <a:pt x="1151" y="8663"/>
                </a:lnTo>
                <a:lnTo>
                  <a:pt x="1127" y="8558"/>
                </a:lnTo>
                <a:lnTo>
                  <a:pt x="1127" y="8557"/>
                </a:lnTo>
                <a:lnTo>
                  <a:pt x="1104" y="8439"/>
                </a:lnTo>
                <a:lnTo>
                  <a:pt x="1104" y="8439"/>
                </a:lnTo>
                <a:lnTo>
                  <a:pt x="1080" y="8314"/>
                </a:lnTo>
                <a:lnTo>
                  <a:pt x="1057" y="8189"/>
                </a:lnTo>
                <a:lnTo>
                  <a:pt x="1034" y="8066"/>
                </a:lnTo>
                <a:lnTo>
                  <a:pt x="1034" y="8066"/>
                </a:lnTo>
                <a:lnTo>
                  <a:pt x="1012" y="7938"/>
                </a:lnTo>
                <a:lnTo>
                  <a:pt x="1012" y="7938"/>
                </a:lnTo>
                <a:lnTo>
                  <a:pt x="990" y="7805"/>
                </a:lnTo>
                <a:lnTo>
                  <a:pt x="990" y="7805"/>
                </a:lnTo>
                <a:lnTo>
                  <a:pt x="969" y="7667"/>
                </a:lnTo>
                <a:lnTo>
                  <a:pt x="969" y="7667"/>
                </a:lnTo>
                <a:lnTo>
                  <a:pt x="949" y="7524"/>
                </a:lnTo>
                <a:lnTo>
                  <a:pt x="949" y="7524"/>
                </a:lnTo>
                <a:lnTo>
                  <a:pt x="930" y="7376"/>
                </a:lnTo>
                <a:lnTo>
                  <a:pt x="930" y="7375"/>
                </a:lnTo>
                <a:lnTo>
                  <a:pt x="913" y="7220"/>
                </a:lnTo>
                <a:lnTo>
                  <a:pt x="913" y="7219"/>
                </a:lnTo>
                <a:lnTo>
                  <a:pt x="896" y="7056"/>
                </a:lnTo>
                <a:lnTo>
                  <a:pt x="896" y="7056"/>
                </a:lnTo>
                <a:lnTo>
                  <a:pt x="880" y="6888"/>
                </a:lnTo>
                <a:lnTo>
                  <a:pt x="880" y="6888"/>
                </a:lnTo>
                <a:lnTo>
                  <a:pt x="866" y="6716"/>
                </a:lnTo>
                <a:lnTo>
                  <a:pt x="866" y="6716"/>
                </a:lnTo>
                <a:lnTo>
                  <a:pt x="854" y="6544"/>
                </a:lnTo>
                <a:lnTo>
                  <a:pt x="854" y="6543"/>
                </a:lnTo>
                <a:lnTo>
                  <a:pt x="846" y="6371"/>
                </a:lnTo>
                <a:lnTo>
                  <a:pt x="846" y="6371"/>
                </a:lnTo>
                <a:lnTo>
                  <a:pt x="840" y="6198"/>
                </a:lnTo>
                <a:lnTo>
                  <a:pt x="840" y="6198"/>
                </a:lnTo>
                <a:lnTo>
                  <a:pt x="836" y="6023"/>
                </a:lnTo>
                <a:lnTo>
                  <a:pt x="836" y="6022"/>
                </a:lnTo>
                <a:lnTo>
                  <a:pt x="835" y="5846"/>
                </a:lnTo>
                <a:lnTo>
                  <a:pt x="835" y="5846"/>
                </a:lnTo>
                <a:lnTo>
                  <a:pt x="836" y="5668"/>
                </a:lnTo>
                <a:lnTo>
                  <a:pt x="836" y="5668"/>
                </a:lnTo>
                <a:lnTo>
                  <a:pt x="840" y="5491"/>
                </a:lnTo>
                <a:lnTo>
                  <a:pt x="840" y="5490"/>
                </a:lnTo>
                <a:lnTo>
                  <a:pt x="846" y="5314"/>
                </a:lnTo>
                <a:lnTo>
                  <a:pt x="846" y="5314"/>
                </a:lnTo>
                <a:lnTo>
                  <a:pt x="854" y="5137"/>
                </a:lnTo>
                <a:lnTo>
                  <a:pt x="854" y="5137"/>
                </a:lnTo>
                <a:lnTo>
                  <a:pt x="864" y="4959"/>
                </a:lnTo>
                <a:lnTo>
                  <a:pt x="864" y="4959"/>
                </a:lnTo>
                <a:lnTo>
                  <a:pt x="876" y="4782"/>
                </a:lnTo>
                <a:lnTo>
                  <a:pt x="876" y="4781"/>
                </a:lnTo>
                <a:lnTo>
                  <a:pt x="891" y="4605"/>
                </a:lnTo>
                <a:lnTo>
                  <a:pt x="891" y="4605"/>
                </a:lnTo>
                <a:lnTo>
                  <a:pt x="909" y="4430"/>
                </a:lnTo>
                <a:lnTo>
                  <a:pt x="909" y="4430"/>
                </a:lnTo>
                <a:lnTo>
                  <a:pt x="930" y="4258"/>
                </a:lnTo>
                <a:lnTo>
                  <a:pt x="930" y="4257"/>
                </a:lnTo>
                <a:lnTo>
                  <a:pt x="954" y="4086"/>
                </a:lnTo>
                <a:lnTo>
                  <a:pt x="954" y="4085"/>
                </a:lnTo>
                <a:lnTo>
                  <a:pt x="981" y="3915"/>
                </a:lnTo>
                <a:lnTo>
                  <a:pt x="981" y="3914"/>
                </a:lnTo>
                <a:lnTo>
                  <a:pt x="1011" y="3745"/>
                </a:lnTo>
                <a:lnTo>
                  <a:pt x="1011" y="3745"/>
                </a:lnTo>
                <a:lnTo>
                  <a:pt x="1043" y="3579"/>
                </a:lnTo>
                <a:lnTo>
                  <a:pt x="1043" y="3578"/>
                </a:lnTo>
                <a:lnTo>
                  <a:pt x="1079" y="3416"/>
                </a:lnTo>
                <a:lnTo>
                  <a:pt x="1080" y="3415"/>
                </a:lnTo>
                <a:lnTo>
                  <a:pt x="1119" y="3258"/>
                </a:lnTo>
                <a:lnTo>
                  <a:pt x="1120" y="3257"/>
                </a:lnTo>
                <a:lnTo>
                  <a:pt x="1163" y="3104"/>
                </a:lnTo>
                <a:lnTo>
                  <a:pt x="1163" y="3103"/>
                </a:lnTo>
                <a:lnTo>
                  <a:pt x="1211" y="2952"/>
                </a:lnTo>
                <a:lnTo>
                  <a:pt x="1211" y="2951"/>
                </a:lnTo>
                <a:lnTo>
                  <a:pt x="1262" y="2804"/>
                </a:lnTo>
                <a:lnTo>
                  <a:pt x="1262" y="2803"/>
                </a:lnTo>
                <a:lnTo>
                  <a:pt x="1316" y="2661"/>
                </a:lnTo>
                <a:lnTo>
                  <a:pt x="1317" y="2660"/>
                </a:lnTo>
                <a:lnTo>
                  <a:pt x="1374" y="2522"/>
                </a:lnTo>
                <a:lnTo>
                  <a:pt x="1374" y="2521"/>
                </a:lnTo>
                <a:lnTo>
                  <a:pt x="1433" y="2389"/>
                </a:lnTo>
                <a:lnTo>
                  <a:pt x="1434" y="2389"/>
                </a:lnTo>
                <a:lnTo>
                  <a:pt x="1495" y="2262"/>
                </a:lnTo>
                <a:lnTo>
                  <a:pt x="1496" y="2261"/>
                </a:lnTo>
                <a:lnTo>
                  <a:pt x="1561" y="2139"/>
                </a:lnTo>
                <a:lnTo>
                  <a:pt x="1561" y="2138"/>
                </a:lnTo>
                <a:lnTo>
                  <a:pt x="1628" y="2022"/>
                </a:lnTo>
                <a:lnTo>
                  <a:pt x="1629" y="2021"/>
                </a:lnTo>
                <a:lnTo>
                  <a:pt x="1699" y="1910"/>
                </a:lnTo>
                <a:lnTo>
                  <a:pt x="1699" y="1909"/>
                </a:lnTo>
                <a:lnTo>
                  <a:pt x="1772" y="1804"/>
                </a:lnTo>
                <a:lnTo>
                  <a:pt x="1773" y="1803"/>
                </a:lnTo>
                <a:lnTo>
                  <a:pt x="1847" y="1705"/>
                </a:lnTo>
                <a:lnTo>
                  <a:pt x="1848" y="1704"/>
                </a:lnTo>
                <a:lnTo>
                  <a:pt x="1926" y="1612"/>
                </a:lnTo>
                <a:lnTo>
                  <a:pt x="1927" y="1611"/>
                </a:lnTo>
                <a:lnTo>
                  <a:pt x="2009" y="1523"/>
                </a:lnTo>
                <a:lnTo>
                  <a:pt x="2010" y="1522"/>
                </a:lnTo>
                <a:lnTo>
                  <a:pt x="2094" y="1441"/>
                </a:lnTo>
                <a:lnTo>
                  <a:pt x="2095" y="1440"/>
                </a:lnTo>
                <a:lnTo>
                  <a:pt x="2180" y="1365"/>
                </a:lnTo>
                <a:lnTo>
                  <a:pt x="2182" y="1364"/>
                </a:lnTo>
                <a:lnTo>
                  <a:pt x="2269" y="1296"/>
                </a:lnTo>
                <a:lnTo>
                  <a:pt x="2270" y="1295"/>
                </a:lnTo>
                <a:lnTo>
                  <a:pt x="2357" y="1235"/>
                </a:lnTo>
                <a:lnTo>
                  <a:pt x="2359" y="1234"/>
                </a:lnTo>
                <a:lnTo>
                  <a:pt x="2451" y="1180"/>
                </a:lnTo>
                <a:lnTo>
                  <a:pt x="2452" y="1179"/>
                </a:lnTo>
                <a:lnTo>
                  <a:pt x="2550" y="1130"/>
                </a:lnTo>
                <a:lnTo>
                  <a:pt x="2552" y="1130"/>
                </a:lnTo>
                <a:lnTo>
                  <a:pt x="2652" y="1087"/>
                </a:lnTo>
                <a:lnTo>
                  <a:pt x="2653" y="1087"/>
                </a:lnTo>
                <a:lnTo>
                  <a:pt x="2750" y="1052"/>
                </a:lnTo>
                <a:lnTo>
                  <a:pt x="2752" y="1052"/>
                </a:lnTo>
                <a:lnTo>
                  <a:pt x="2839" y="1028"/>
                </a:lnTo>
                <a:lnTo>
                  <a:pt x="2842" y="1027"/>
                </a:lnTo>
                <a:lnTo>
                  <a:pt x="2914" y="1014"/>
                </a:lnTo>
                <a:lnTo>
                  <a:pt x="2917" y="1014"/>
                </a:lnTo>
                <a:lnTo>
                  <a:pt x="2973" y="1011"/>
                </a:lnTo>
                <a:lnTo>
                  <a:pt x="2975" y="1011"/>
                </a:lnTo>
                <a:lnTo>
                  <a:pt x="2977" y="1012"/>
                </a:lnTo>
                <a:lnTo>
                  <a:pt x="3020" y="1017"/>
                </a:lnTo>
                <a:lnTo>
                  <a:pt x="3023" y="1017"/>
                </a:lnTo>
                <a:lnTo>
                  <a:pt x="3025" y="1018"/>
                </a:lnTo>
                <a:lnTo>
                  <a:pt x="3060" y="1029"/>
                </a:lnTo>
                <a:lnTo>
                  <a:pt x="3063" y="1029"/>
                </a:lnTo>
                <a:lnTo>
                  <a:pt x="3065" y="1030"/>
                </a:lnTo>
                <a:lnTo>
                  <a:pt x="3099" y="1048"/>
                </a:lnTo>
                <a:lnTo>
                  <a:pt x="3101" y="1049"/>
                </a:lnTo>
                <a:lnTo>
                  <a:pt x="3102" y="1050"/>
                </a:lnTo>
                <a:lnTo>
                  <a:pt x="3139" y="1077"/>
                </a:lnTo>
                <a:lnTo>
                  <a:pt x="3141" y="1079"/>
                </a:lnTo>
                <a:lnTo>
                  <a:pt x="3182" y="1115"/>
                </a:lnTo>
                <a:lnTo>
                  <a:pt x="3183" y="1117"/>
                </a:lnTo>
                <a:lnTo>
                  <a:pt x="3223" y="1160"/>
                </a:lnTo>
                <a:lnTo>
                  <a:pt x="3225" y="1162"/>
                </a:lnTo>
                <a:lnTo>
                  <a:pt x="3261" y="1211"/>
                </a:lnTo>
                <a:lnTo>
                  <a:pt x="3262" y="1213"/>
                </a:lnTo>
                <a:lnTo>
                  <a:pt x="3299" y="1273"/>
                </a:lnTo>
                <a:lnTo>
                  <a:pt x="3299" y="1275"/>
                </a:lnTo>
                <a:lnTo>
                  <a:pt x="3337" y="1347"/>
                </a:lnTo>
                <a:lnTo>
                  <a:pt x="3337" y="1348"/>
                </a:lnTo>
                <a:lnTo>
                  <a:pt x="3376" y="1433"/>
                </a:lnTo>
                <a:lnTo>
                  <a:pt x="3376" y="1434"/>
                </a:lnTo>
                <a:lnTo>
                  <a:pt x="3418" y="1533"/>
                </a:lnTo>
                <a:lnTo>
                  <a:pt x="3418" y="1533"/>
                </a:lnTo>
                <a:lnTo>
                  <a:pt x="3463" y="1646"/>
                </a:lnTo>
                <a:lnTo>
                  <a:pt x="3463" y="1647"/>
                </a:lnTo>
                <a:lnTo>
                  <a:pt x="3510" y="1772"/>
                </a:lnTo>
                <a:lnTo>
                  <a:pt x="3510" y="1773"/>
                </a:lnTo>
                <a:lnTo>
                  <a:pt x="3557" y="1909"/>
                </a:lnTo>
                <a:lnTo>
                  <a:pt x="3557" y="1910"/>
                </a:lnTo>
                <a:lnTo>
                  <a:pt x="3604" y="2056"/>
                </a:lnTo>
                <a:lnTo>
                  <a:pt x="3604" y="2056"/>
                </a:lnTo>
                <a:lnTo>
                  <a:pt x="3649" y="2210"/>
                </a:lnTo>
                <a:lnTo>
                  <a:pt x="3649" y="2211"/>
                </a:lnTo>
                <a:lnTo>
                  <a:pt x="3691" y="2372"/>
                </a:lnTo>
                <a:lnTo>
                  <a:pt x="3691" y="2372"/>
                </a:lnTo>
                <a:lnTo>
                  <a:pt x="3730" y="2544"/>
                </a:lnTo>
                <a:lnTo>
                  <a:pt x="3730" y="2544"/>
                </a:lnTo>
                <a:lnTo>
                  <a:pt x="3769" y="2728"/>
                </a:lnTo>
                <a:lnTo>
                  <a:pt x="3769" y="2729"/>
                </a:lnTo>
                <a:lnTo>
                  <a:pt x="3805" y="2922"/>
                </a:lnTo>
                <a:lnTo>
                  <a:pt x="3805" y="2922"/>
                </a:lnTo>
                <a:lnTo>
                  <a:pt x="3840" y="3119"/>
                </a:lnTo>
                <a:lnTo>
                  <a:pt x="3840" y="3120"/>
                </a:lnTo>
                <a:lnTo>
                  <a:pt x="3872" y="3318"/>
                </a:lnTo>
                <a:lnTo>
                  <a:pt x="3872" y="3318"/>
                </a:lnTo>
                <a:lnTo>
                  <a:pt x="3902" y="3513"/>
                </a:lnTo>
                <a:lnTo>
                  <a:pt x="3902" y="3513"/>
                </a:lnTo>
                <a:lnTo>
                  <a:pt x="3928" y="3706"/>
                </a:lnTo>
                <a:lnTo>
                  <a:pt x="3928" y="3706"/>
                </a:lnTo>
                <a:lnTo>
                  <a:pt x="3952" y="3899"/>
                </a:lnTo>
                <a:lnTo>
                  <a:pt x="3952" y="3900"/>
                </a:lnTo>
                <a:lnTo>
                  <a:pt x="3973" y="4094"/>
                </a:lnTo>
                <a:lnTo>
                  <a:pt x="3973" y="4094"/>
                </a:lnTo>
                <a:lnTo>
                  <a:pt x="3993" y="4289"/>
                </a:lnTo>
                <a:lnTo>
                  <a:pt x="3993" y="4289"/>
                </a:lnTo>
                <a:lnTo>
                  <a:pt x="4011" y="4484"/>
                </a:lnTo>
                <a:lnTo>
                  <a:pt x="4011" y="4484"/>
                </a:lnTo>
                <a:lnTo>
                  <a:pt x="4029" y="4679"/>
                </a:lnTo>
                <a:lnTo>
                  <a:pt x="4029" y="4679"/>
                </a:lnTo>
                <a:lnTo>
                  <a:pt x="4046" y="4874"/>
                </a:lnTo>
                <a:lnTo>
                  <a:pt x="4046" y="4874"/>
                </a:lnTo>
                <a:lnTo>
                  <a:pt x="4061" y="5068"/>
                </a:lnTo>
                <a:lnTo>
                  <a:pt x="4061" y="5068"/>
                </a:lnTo>
                <a:lnTo>
                  <a:pt x="4074" y="5263"/>
                </a:lnTo>
                <a:lnTo>
                  <a:pt x="4074" y="5263"/>
                </a:lnTo>
                <a:lnTo>
                  <a:pt x="4087" y="5458"/>
                </a:lnTo>
                <a:lnTo>
                  <a:pt x="4100" y="5653"/>
                </a:lnTo>
                <a:lnTo>
                  <a:pt x="4100" y="5654"/>
                </a:lnTo>
                <a:lnTo>
                  <a:pt x="4114" y="5849"/>
                </a:lnTo>
                <a:lnTo>
                  <a:pt x="4114" y="5849"/>
                </a:lnTo>
                <a:lnTo>
                  <a:pt x="4129" y="6044"/>
                </a:lnTo>
                <a:lnTo>
                  <a:pt x="4129" y="6045"/>
                </a:lnTo>
                <a:lnTo>
                  <a:pt x="4144" y="6239"/>
                </a:lnTo>
                <a:lnTo>
                  <a:pt x="4159" y="6434"/>
                </a:lnTo>
                <a:lnTo>
                  <a:pt x="4159" y="6434"/>
                </a:lnTo>
                <a:lnTo>
                  <a:pt x="4174" y="6628"/>
                </a:lnTo>
                <a:lnTo>
                  <a:pt x="4174" y="6628"/>
                </a:lnTo>
                <a:lnTo>
                  <a:pt x="4188" y="6823"/>
                </a:lnTo>
                <a:lnTo>
                  <a:pt x="4188" y="6823"/>
                </a:lnTo>
                <a:lnTo>
                  <a:pt x="4199" y="7019"/>
                </a:lnTo>
                <a:lnTo>
                  <a:pt x="4199" y="7020"/>
                </a:lnTo>
                <a:lnTo>
                  <a:pt x="4214" y="7234"/>
                </a:lnTo>
                <a:lnTo>
                  <a:pt x="4214" y="7235"/>
                </a:lnTo>
                <a:lnTo>
                  <a:pt x="4232" y="7471"/>
                </a:lnTo>
                <a:lnTo>
                  <a:pt x="4232" y="7471"/>
                </a:lnTo>
                <a:lnTo>
                  <a:pt x="4250" y="7706"/>
                </a:lnTo>
                <a:lnTo>
                  <a:pt x="4250" y="7706"/>
                </a:lnTo>
                <a:lnTo>
                  <a:pt x="4261" y="7918"/>
                </a:lnTo>
                <a:lnTo>
                  <a:pt x="4261" y="7919"/>
                </a:lnTo>
                <a:lnTo>
                  <a:pt x="4260" y="8035"/>
                </a:lnTo>
                <a:lnTo>
                  <a:pt x="4260" y="8038"/>
                </a:lnTo>
                <a:lnTo>
                  <a:pt x="4259" y="8041"/>
                </a:lnTo>
                <a:lnTo>
                  <a:pt x="4259" y="8043"/>
                </a:lnTo>
                <a:lnTo>
                  <a:pt x="4258" y="8045"/>
                </a:lnTo>
                <a:lnTo>
                  <a:pt x="4257" y="8048"/>
                </a:lnTo>
                <a:lnTo>
                  <a:pt x="4256" y="8050"/>
                </a:lnTo>
                <a:lnTo>
                  <a:pt x="4254" y="8052"/>
                </a:lnTo>
                <a:lnTo>
                  <a:pt x="4252" y="8054"/>
                </a:lnTo>
                <a:lnTo>
                  <a:pt x="4250" y="8056"/>
                </a:lnTo>
                <a:lnTo>
                  <a:pt x="4248" y="8057"/>
                </a:lnTo>
                <a:lnTo>
                  <a:pt x="4246" y="8059"/>
                </a:lnTo>
                <a:lnTo>
                  <a:pt x="4244" y="8060"/>
                </a:lnTo>
                <a:lnTo>
                  <a:pt x="4241" y="8061"/>
                </a:lnTo>
                <a:lnTo>
                  <a:pt x="4239" y="8061"/>
                </a:lnTo>
                <a:lnTo>
                  <a:pt x="4236" y="8062"/>
                </a:lnTo>
                <a:lnTo>
                  <a:pt x="4234" y="8062"/>
                </a:lnTo>
                <a:lnTo>
                  <a:pt x="4231" y="8062"/>
                </a:lnTo>
                <a:lnTo>
                  <a:pt x="4229" y="8061"/>
                </a:lnTo>
                <a:lnTo>
                  <a:pt x="4226" y="8061"/>
                </a:lnTo>
                <a:lnTo>
                  <a:pt x="4224" y="8060"/>
                </a:lnTo>
                <a:lnTo>
                  <a:pt x="4221" y="8059"/>
                </a:lnTo>
                <a:lnTo>
                  <a:pt x="4219" y="8058"/>
                </a:lnTo>
                <a:lnTo>
                  <a:pt x="4217" y="8056"/>
                </a:lnTo>
                <a:lnTo>
                  <a:pt x="4215" y="8054"/>
                </a:lnTo>
                <a:lnTo>
                  <a:pt x="4213" y="8053"/>
                </a:lnTo>
                <a:lnTo>
                  <a:pt x="4180" y="8014"/>
                </a:lnTo>
                <a:lnTo>
                  <a:pt x="4177" y="8010"/>
                </a:lnTo>
                <a:lnTo>
                  <a:pt x="4098" y="7928"/>
                </a:lnTo>
                <a:lnTo>
                  <a:pt x="4092" y="7922"/>
                </a:lnTo>
                <a:lnTo>
                  <a:pt x="4085" y="7916"/>
                </a:lnTo>
                <a:lnTo>
                  <a:pt x="4003" y="7856"/>
                </a:lnTo>
                <a:lnTo>
                  <a:pt x="3996" y="7852"/>
                </a:lnTo>
                <a:lnTo>
                  <a:pt x="3989" y="7848"/>
                </a:lnTo>
                <a:lnTo>
                  <a:pt x="3899" y="7803"/>
                </a:lnTo>
                <a:lnTo>
                  <a:pt x="3898" y="7802"/>
                </a:lnTo>
                <a:lnTo>
                  <a:pt x="3798" y="7755"/>
                </a:lnTo>
                <a:lnTo>
                  <a:pt x="3795" y="7753"/>
                </a:lnTo>
                <a:lnTo>
                  <a:pt x="3689" y="7707"/>
                </a:lnTo>
                <a:lnTo>
                  <a:pt x="3683" y="7704"/>
                </a:lnTo>
                <a:lnTo>
                  <a:pt x="3573" y="7663"/>
                </a:lnTo>
                <a:lnTo>
                  <a:pt x="3565" y="7661"/>
                </a:lnTo>
                <a:lnTo>
                  <a:pt x="3451" y="7628"/>
                </a:lnTo>
                <a:lnTo>
                  <a:pt x="3441" y="7626"/>
                </a:lnTo>
                <a:lnTo>
                  <a:pt x="3326" y="7606"/>
                </a:lnTo>
                <a:lnTo>
                  <a:pt x="3316" y="7605"/>
                </a:lnTo>
                <a:lnTo>
                  <a:pt x="3200" y="7596"/>
                </a:lnTo>
                <a:lnTo>
                  <a:pt x="3193" y="7595"/>
                </a:lnTo>
                <a:lnTo>
                  <a:pt x="3072" y="7594"/>
                </a:lnTo>
                <a:lnTo>
                  <a:pt x="3065" y="7594"/>
                </a:lnTo>
                <a:lnTo>
                  <a:pt x="2941" y="7602"/>
                </a:lnTo>
                <a:lnTo>
                  <a:pt x="2933" y="7603"/>
                </a:lnTo>
                <a:lnTo>
                  <a:pt x="2807" y="7620"/>
                </a:lnTo>
                <a:lnTo>
                  <a:pt x="2798" y="7622"/>
                </a:lnTo>
                <a:lnTo>
                  <a:pt x="2672" y="7650"/>
                </a:lnTo>
                <a:lnTo>
                  <a:pt x="2663" y="7653"/>
                </a:lnTo>
                <a:lnTo>
                  <a:pt x="2538" y="7694"/>
                </a:lnTo>
                <a:lnTo>
                  <a:pt x="2528" y="7698"/>
                </a:lnTo>
                <a:lnTo>
                  <a:pt x="2399" y="7754"/>
                </a:lnTo>
                <a:lnTo>
                  <a:pt x="2392" y="7758"/>
                </a:lnTo>
                <a:lnTo>
                  <a:pt x="2258" y="7830"/>
                </a:lnTo>
                <a:lnTo>
                  <a:pt x="2253" y="7834"/>
                </a:lnTo>
                <a:lnTo>
                  <a:pt x="2118" y="7917"/>
                </a:lnTo>
                <a:lnTo>
                  <a:pt x="2114" y="7920"/>
                </a:lnTo>
                <a:lnTo>
                  <a:pt x="1983" y="8011"/>
                </a:lnTo>
                <a:lnTo>
                  <a:pt x="1980" y="8013"/>
                </a:lnTo>
                <a:lnTo>
                  <a:pt x="1856" y="8106"/>
                </a:lnTo>
                <a:lnTo>
                  <a:pt x="1853" y="8109"/>
                </a:lnTo>
                <a:lnTo>
                  <a:pt x="1742" y="8199"/>
                </a:lnTo>
                <a:lnTo>
                  <a:pt x="1735" y="8205"/>
                </a:lnTo>
                <a:lnTo>
                  <a:pt x="1635" y="8302"/>
                </a:lnTo>
                <a:lnTo>
                  <a:pt x="1628" y="8309"/>
                </a:lnTo>
                <a:lnTo>
                  <a:pt x="1535" y="8417"/>
                </a:lnTo>
                <a:lnTo>
                  <a:pt x="1532" y="8421"/>
                </a:lnTo>
                <a:lnTo>
                  <a:pt x="1446" y="8532"/>
                </a:lnTo>
                <a:lnTo>
                  <a:pt x="1445" y="8534"/>
                </a:lnTo>
                <a:lnTo>
                  <a:pt x="1368" y="8637"/>
                </a:lnTo>
                <a:lnTo>
                  <a:pt x="1368" y="8638"/>
                </a:lnTo>
                <a:lnTo>
                  <a:pt x="1303" y="8721"/>
                </a:lnTo>
                <a:lnTo>
                  <a:pt x="1301" y="8723"/>
                </a:lnTo>
                <a:lnTo>
                  <a:pt x="1249" y="8777"/>
                </a:lnTo>
                <a:lnTo>
                  <a:pt x="1246" y="8779"/>
                </a:lnTo>
                <a:lnTo>
                  <a:pt x="1231" y="8792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293658" y="1997351"/>
            <a:ext cx="1436714" cy="3188193"/>
          </a:xfrm>
          <a:custGeom>
            <a:avLst/>
            <a:gdLst/>
            <a:ahLst/>
            <a:cxnLst/>
            <a:rect l="0" t="0" r="r" b="b"/>
            <a:pathLst>
              <a:path w="2534" h="5811" fill="none">
                <a:moveTo>
                  <a:pt x="276" y="5801"/>
                </a:moveTo>
                <a:lnTo>
                  <a:pt x="315" y="5760"/>
                </a:lnTo>
                <a:lnTo>
                  <a:pt x="364" y="5698"/>
                </a:lnTo>
                <a:lnTo>
                  <a:pt x="422" y="5620"/>
                </a:lnTo>
                <a:lnTo>
                  <a:pt x="423" y="5619"/>
                </a:lnTo>
                <a:lnTo>
                  <a:pt x="487" y="5535"/>
                </a:lnTo>
                <a:lnTo>
                  <a:pt x="490" y="5532"/>
                </a:lnTo>
                <a:lnTo>
                  <a:pt x="561" y="5450"/>
                </a:lnTo>
                <a:lnTo>
                  <a:pt x="566" y="5444"/>
                </a:lnTo>
                <a:lnTo>
                  <a:pt x="642" y="5370"/>
                </a:lnTo>
                <a:lnTo>
                  <a:pt x="648" y="5366"/>
                </a:lnTo>
                <a:lnTo>
                  <a:pt x="732" y="5297"/>
                </a:lnTo>
                <a:lnTo>
                  <a:pt x="735" y="5295"/>
                </a:lnTo>
                <a:lnTo>
                  <a:pt x="828" y="5225"/>
                </a:lnTo>
                <a:lnTo>
                  <a:pt x="831" y="5223"/>
                </a:lnTo>
                <a:lnTo>
                  <a:pt x="929" y="5154"/>
                </a:lnTo>
                <a:lnTo>
                  <a:pt x="933" y="5152"/>
                </a:lnTo>
                <a:lnTo>
                  <a:pt x="1034" y="5089"/>
                </a:lnTo>
                <a:lnTo>
                  <a:pt x="1039" y="5086"/>
                </a:lnTo>
                <a:lnTo>
                  <a:pt x="1140" y="5031"/>
                </a:lnTo>
                <a:lnTo>
                  <a:pt x="1147" y="5028"/>
                </a:lnTo>
                <a:lnTo>
                  <a:pt x="1244" y="4985"/>
                </a:lnTo>
                <a:lnTo>
                  <a:pt x="1252" y="4982"/>
                </a:lnTo>
                <a:lnTo>
                  <a:pt x="1347" y="4951"/>
                </a:lnTo>
                <a:lnTo>
                  <a:pt x="1355" y="4949"/>
                </a:lnTo>
                <a:lnTo>
                  <a:pt x="1451" y="4927"/>
                </a:lnTo>
                <a:lnTo>
                  <a:pt x="1458" y="4926"/>
                </a:lnTo>
                <a:lnTo>
                  <a:pt x="1553" y="4913"/>
                </a:lnTo>
                <a:lnTo>
                  <a:pt x="1560" y="4912"/>
                </a:lnTo>
                <a:lnTo>
                  <a:pt x="1654" y="4906"/>
                </a:lnTo>
                <a:lnTo>
                  <a:pt x="1660" y="4906"/>
                </a:lnTo>
                <a:lnTo>
                  <a:pt x="1752" y="4907"/>
                </a:lnTo>
                <a:lnTo>
                  <a:pt x="1758" y="4907"/>
                </a:lnTo>
                <a:lnTo>
                  <a:pt x="1846" y="4914"/>
                </a:lnTo>
                <a:lnTo>
                  <a:pt x="1855" y="4915"/>
                </a:lnTo>
                <a:lnTo>
                  <a:pt x="1941" y="4930"/>
                </a:lnTo>
                <a:lnTo>
                  <a:pt x="1951" y="4932"/>
                </a:lnTo>
                <a:lnTo>
                  <a:pt x="2037" y="4957"/>
                </a:lnTo>
                <a:lnTo>
                  <a:pt x="2043" y="4959"/>
                </a:lnTo>
                <a:lnTo>
                  <a:pt x="2127" y="4990"/>
                </a:lnTo>
                <a:lnTo>
                  <a:pt x="2132" y="4992"/>
                </a:lnTo>
                <a:lnTo>
                  <a:pt x="2212" y="5027"/>
                </a:lnTo>
                <a:lnTo>
                  <a:pt x="2215" y="5029"/>
                </a:lnTo>
                <a:lnTo>
                  <a:pt x="2290" y="5065"/>
                </a:lnTo>
                <a:lnTo>
                  <a:pt x="2291" y="5065"/>
                </a:lnTo>
                <a:lnTo>
                  <a:pt x="2359" y="5099"/>
                </a:lnTo>
                <a:lnTo>
                  <a:pt x="2365" y="5103"/>
                </a:lnTo>
                <a:lnTo>
                  <a:pt x="2371" y="5107"/>
                </a:lnTo>
                <a:lnTo>
                  <a:pt x="2434" y="5152"/>
                </a:lnTo>
                <a:lnTo>
                  <a:pt x="2440" y="5157"/>
                </a:lnTo>
                <a:lnTo>
                  <a:pt x="2446" y="5163"/>
                </a:lnTo>
                <a:lnTo>
                  <a:pt x="2505" y="5225"/>
                </a:lnTo>
                <a:lnTo>
                  <a:pt x="2508" y="5228"/>
                </a:lnTo>
                <a:lnTo>
                  <a:pt x="2533" y="5258"/>
                </a:lnTo>
                <a:lnTo>
                  <a:pt x="2534" y="5170"/>
                </a:lnTo>
                <a:lnTo>
                  <a:pt x="2526" y="5011"/>
                </a:lnTo>
                <a:lnTo>
                  <a:pt x="2513" y="4835"/>
                </a:lnTo>
                <a:lnTo>
                  <a:pt x="2499" y="4658"/>
                </a:lnTo>
                <a:lnTo>
                  <a:pt x="2499" y="4657"/>
                </a:lnTo>
                <a:lnTo>
                  <a:pt x="2488" y="4496"/>
                </a:lnTo>
                <a:lnTo>
                  <a:pt x="2488" y="4495"/>
                </a:lnTo>
                <a:lnTo>
                  <a:pt x="2479" y="4348"/>
                </a:lnTo>
                <a:lnTo>
                  <a:pt x="2469" y="4202"/>
                </a:lnTo>
                <a:lnTo>
                  <a:pt x="2458" y="4056"/>
                </a:lnTo>
                <a:lnTo>
                  <a:pt x="2446" y="3909"/>
                </a:lnTo>
                <a:lnTo>
                  <a:pt x="2435" y="3763"/>
                </a:lnTo>
                <a:lnTo>
                  <a:pt x="2435" y="3763"/>
                </a:lnTo>
                <a:lnTo>
                  <a:pt x="2424" y="3616"/>
                </a:lnTo>
                <a:lnTo>
                  <a:pt x="2424" y="3616"/>
                </a:lnTo>
                <a:lnTo>
                  <a:pt x="2413" y="3469"/>
                </a:lnTo>
                <a:lnTo>
                  <a:pt x="2413" y="3469"/>
                </a:lnTo>
                <a:lnTo>
                  <a:pt x="2404" y="3322"/>
                </a:lnTo>
                <a:lnTo>
                  <a:pt x="2394" y="3176"/>
                </a:lnTo>
                <a:lnTo>
                  <a:pt x="2383" y="3030"/>
                </a:lnTo>
                <a:lnTo>
                  <a:pt x="2372" y="2884"/>
                </a:lnTo>
                <a:lnTo>
                  <a:pt x="2360" y="2738"/>
                </a:lnTo>
                <a:lnTo>
                  <a:pt x="2346" y="2591"/>
                </a:lnTo>
                <a:lnTo>
                  <a:pt x="2333" y="2444"/>
                </a:lnTo>
                <a:lnTo>
                  <a:pt x="2318" y="2298"/>
                </a:lnTo>
                <a:lnTo>
                  <a:pt x="2302" y="2152"/>
                </a:lnTo>
                <a:lnTo>
                  <a:pt x="2284" y="2007"/>
                </a:lnTo>
                <a:lnTo>
                  <a:pt x="2264" y="1862"/>
                </a:lnTo>
                <a:lnTo>
                  <a:pt x="2242" y="1716"/>
                </a:lnTo>
                <a:lnTo>
                  <a:pt x="2218" y="1567"/>
                </a:lnTo>
                <a:lnTo>
                  <a:pt x="2192" y="1419"/>
                </a:lnTo>
                <a:lnTo>
                  <a:pt x="2164" y="1274"/>
                </a:lnTo>
                <a:lnTo>
                  <a:pt x="2136" y="1135"/>
                </a:lnTo>
                <a:lnTo>
                  <a:pt x="2106" y="1007"/>
                </a:lnTo>
                <a:lnTo>
                  <a:pt x="2075" y="886"/>
                </a:lnTo>
                <a:lnTo>
                  <a:pt x="2041" y="770"/>
                </a:lnTo>
                <a:lnTo>
                  <a:pt x="2006" y="661"/>
                </a:lnTo>
                <a:lnTo>
                  <a:pt x="1971" y="558"/>
                </a:lnTo>
                <a:lnTo>
                  <a:pt x="1936" y="464"/>
                </a:lnTo>
                <a:lnTo>
                  <a:pt x="1902" y="379"/>
                </a:lnTo>
                <a:lnTo>
                  <a:pt x="1871" y="305"/>
                </a:lnTo>
                <a:lnTo>
                  <a:pt x="1842" y="241"/>
                </a:lnTo>
                <a:lnTo>
                  <a:pt x="1814" y="187"/>
                </a:lnTo>
                <a:lnTo>
                  <a:pt x="1786" y="142"/>
                </a:lnTo>
                <a:lnTo>
                  <a:pt x="1759" y="104"/>
                </a:lnTo>
                <a:lnTo>
                  <a:pt x="1730" y="72"/>
                </a:lnTo>
                <a:lnTo>
                  <a:pt x="1699" y="45"/>
                </a:lnTo>
                <a:lnTo>
                  <a:pt x="1671" y="25"/>
                </a:lnTo>
                <a:lnTo>
                  <a:pt x="1646" y="11"/>
                </a:lnTo>
                <a:lnTo>
                  <a:pt x="1619" y="3"/>
                </a:lnTo>
                <a:lnTo>
                  <a:pt x="1587" y="0"/>
                </a:lnTo>
                <a:lnTo>
                  <a:pt x="1545" y="1"/>
                </a:lnTo>
                <a:lnTo>
                  <a:pt x="1491" y="11"/>
                </a:lnTo>
                <a:lnTo>
                  <a:pt x="1425" y="29"/>
                </a:lnTo>
                <a:lnTo>
                  <a:pt x="1352" y="55"/>
                </a:lnTo>
                <a:lnTo>
                  <a:pt x="1277" y="87"/>
                </a:lnTo>
                <a:lnTo>
                  <a:pt x="1204" y="124"/>
                </a:lnTo>
                <a:lnTo>
                  <a:pt x="1135" y="164"/>
                </a:lnTo>
                <a:lnTo>
                  <a:pt x="1069" y="209"/>
                </a:lnTo>
                <a:lnTo>
                  <a:pt x="1004" y="260"/>
                </a:lnTo>
                <a:lnTo>
                  <a:pt x="939" y="317"/>
                </a:lnTo>
                <a:lnTo>
                  <a:pt x="876" y="378"/>
                </a:lnTo>
                <a:lnTo>
                  <a:pt x="815" y="443"/>
                </a:lnTo>
                <a:lnTo>
                  <a:pt x="756" y="513"/>
                </a:lnTo>
                <a:lnTo>
                  <a:pt x="700" y="587"/>
                </a:lnTo>
                <a:lnTo>
                  <a:pt x="645" y="665"/>
                </a:lnTo>
                <a:lnTo>
                  <a:pt x="593" y="749"/>
                </a:lnTo>
                <a:lnTo>
                  <a:pt x="542" y="836"/>
                </a:lnTo>
                <a:lnTo>
                  <a:pt x="494" y="928"/>
                </a:lnTo>
                <a:lnTo>
                  <a:pt x="447" y="1023"/>
                </a:lnTo>
                <a:lnTo>
                  <a:pt x="403" y="1122"/>
                </a:lnTo>
                <a:lnTo>
                  <a:pt x="360" y="1226"/>
                </a:lnTo>
                <a:lnTo>
                  <a:pt x="319" y="1333"/>
                </a:lnTo>
                <a:lnTo>
                  <a:pt x="281" y="1444"/>
                </a:lnTo>
                <a:lnTo>
                  <a:pt x="245" y="1557"/>
                </a:lnTo>
                <a:lnTo>
                  <a:pt x="212" y="1673"/>
                </a:lnTo>
                <a:lnTo>
                  <a:pt x="183" y="1791"/>
                </a:lnTo>
                <a:lnTo>
                  <a:pt x="156" y="1913"/>
                </a:lnTo>
                <a:lnTo>
                  <a:pt x="131" y="2037"/>
                </a:lnTo>
                <a:lnTo>
                  <a:pt x="109" y="2164"/>
                </a:lnTo>
                <a:lnTo>
                  <a:pt x="89" y="2293"/>
                </a:lnTo>
                <a:lnTo>
                  <a:pt x="71" y="2421"/>
                </a:lnTo>
                <a:lnTo>
                  <a:pt x="55" y="2551"/>
                </a:lnTo>
                <a:lnTo>
                  <a:pt x="41" y="2682"/>
                </a:lnTo>
                <a:lnTo>
                  <a:pt x="30" y="2814"/>
                </a:lnTo>
                <a:lnTo>
                  <a:pt x="21" y="2947"/>
                </a:lnTo>
                <a:lnTo>
                  <a:pt x="13" y="3080"/>
                </a:lnTo>
                <a:lnTo>
                  <a:pt x="7" y="3213"/>
                </a:lnTo>
                <a:lnTo>
                  <a:pt x="3" y="3346"/>
                </a:lnTo>
                <a:lnTo>
                  <a:pt x="0" y="3479"/>
                </a:lnTo>
                <a:lnTo>
                  <a:pt x="0" y="3612"/>
                </a:lnTo>
                <a:lnTo>
                  <a:pt x="0" y="3745"/>
                </a:lnTo>
                <a:lnTo>
                  <a:pt x="3" y="3876"/>
                </a:lnTo>
                <a:lnTo>
                  <a:pt x="7" y="4006"/>
                </a:lnTo>
                <a:lnTo>
                  <a:pt x="14" y="4135"/>
                </a:lnTo>
                <a:lnTo>
                  <a:pt x="23" y="4265"/>
                </a:lnTo>
                <a:lnTo>
                  <a:pt x="33" y="4394"/>
                </a:lnTo>
                <a:lnTo>
                  <a:pt x="45" y="4520"/>
                </a:lnTo>
                <a:lnTo>
                  <a:pt x="58" y="4642"/>
                </a:lnTo>
                <a:lnTo>
                  <a:pt x="71" y="4759"/>
                </a:lnTo>
                <a:lnTo>
                  <a:pt x="85" y="4871"/>
                </a:lnTo>
                <a:lnTo>
                  <a:pt x="100" y="4978"/>
                </a:lnTo>
                <a:lnTo>
                  <a:pt x="115" y="5081"/>
                </a:lnTo>
                <a:lnTo>
                  <a:pt x="132" y="5181"/>
                </a:lnTo>
                <a:lnTo>
                  <a:pt x="149" y="5277"/>
                </a:lnTo>
                <a:lnTo>
                  <a:pt x="166" y="5370"/>
                </a:lnTo>
                <a:lnTo>
                  <a:pt x="183" y="5463"/>
                </a:lnTo>
                <a:lnTo>
                  <a:pt x="201" y="5557"/>
                </a:lnTo>
                <a:lnTo>
                  <a:pt x="219" y="5646"/>
                </a:lnTo>
                <a:lnTo>
                  <a:pt x="236" y="5725"/>
                </a:lnTo>
                <a:lnTo>
                  <a:pt x="254" y="5786"/>
                </a:lnTo>
                <a:lnTo>
                  <a:pt x="264" y="5811"/>
                </a:lnTo>
                <a:lnTo>
                  <a:pt x="276" y="580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231" y="8792"/>
                </a:moveTo>
                <a:lnTo>
                  <a:pt x="1228" y="8793"/>
                </a:lnTo>
                <a:lnTo>
                  <a:pt x="1226" y="8795"/>
                </a:lnTo>
                <a:lnTo>
                  <a:pt x="1224" y="8796"/>
                </a:lnTo>
                <a:lnTo>
                  <a:pt x="1221" y="8797"/>
                </a:lnTo>
                <a:lnTo>
                  <a:pt x="1219" y="8797"/>
                </a:lnTo>
                <a:lnTo>
                  <a:pt x="1216" y="8798"/>
                </a:lnTo>
                <a:lnTo>
                  <a:pt x="1214" y="8798"/>
                </a:lnTo>
                <a:lnTo>
                  <a:pt x="1211" y="8798"/>
                </a:lnTo>
                <a:lnTo>
                  <a:pt x="1208" y="8797"/>
                </a:lnTo>
                <a:lnTo>
                  <a:pt x="1206" y="8797"/>
                </a:lnTo>
                <a:lnTo>
                  <a:pt x="1203" y="8796"/>
                </a:lnTo>
                <a:lnTo>
                  <a:pt x="1201" y="8795"/>
                </a:lnTo>
                <a:lnTo>
                  <a:pt x="1199" y="8793"/>
                </a:lnTo>
                <a:lnTo>
                  <a:pt x="1197" y="8792"/>
                </a:lnTo>
                <a:lnTo>
                  <a:pt x="1195" y="8790"/>
                </a:lnTo>
                <a:lnTo>
                  <a:pt x="1193" y="8788"/>
                </a:lnTo>
                <a:lnTo>
                  <a:pt x="1192" y="8786"/>
                </a:lnTo>
                <a:lnTo>
                  <a:pt x="1190" y="8784"/>
                </a:lnTo>
                <a:lnTo>
                  <a:pt x="1189" y="8781"/>
                </a:lnTo>
                <a:lnTo>
                  <a:pt x="1176" y="8749"/>
                </a:lnTo>
                <a:lnTo>
                  <a:pt x="1175" y="8746"/>
                </a:lnTo>
                <a:lnTo>
                  <a:pt x="1152" y="8664"/>
                </a:lnTo>
                <a:lnTo>
                  <a:pt x="1151" y="8663"/>
                </a:lnTo>
                <a:lnTo>
                  <a:pt x="1127" y="8558"/>
                </a:lnTo>
                <a:lnTo>
                  <a:pt x="1127" y="8557"/>
                </a:lnTo>
                <a:lnTo>
                  <a:pt x="1104" y="8439"/>
                </a:lnTo>
                <a:lnTo>
                  <a:pt x="1104" y="8439"/>
                </a:lnTo>
                <a:lnTo>
                  <a:pt x="1080" y="8314"/>
                </a:lnTo>
                <a:lnTo>
                  <a:pt x="1057" y="8189"/>
                </a:lnTo>
                <a:lnTo>
                  <a:pt x="1034" y="8066"/>
                </a:lnTo>
                <a:lnTo>
                  <a:pt x="1034" y="8066"/>
                </a:lnTo>
                <a:lnTo>
                  <a:pt x="1012" y="7938"/>
                </a:lnTo>
                <a:lnTo>
                  <a:pt x="1012" y="7938"/>
                </a:lnTo>
                <a:lnTo>
                  <a:pt x="990" y="7805"/>
                </a:lnTo>
                <a:lnTo>
                  <a:pt x="990" y="7805"/>
                </a:lnTo>
                <a:lnTo>
                  <a:pt x="969" y="7667"/>
                </a:lnTo>
                <a:lnTo>
                  <a:pt x="969" y="7667"/>
                </a:lnTo>
                <a:lnTo>
                  <a:pt x="949" y="7524"/>
                </a:lnTo>
                <a:lnTo>
                  <a:pt x="949" y="7524"/>
                </a:lnTo>
                <a:lnTo>
                  <a:pt x="930" y="7376"/>
                </a:lnTo>
                <a:lnTo>
                  <a:pt x="930" y="7375"/>
                </a:lnTo>
                <a:lnTo>
                  <a:pt x="913" y="7220"/>
                </a:lnTo>
                <a:lnTo>
                  <a:pt x="913" y="7219"/>
                </a:lnTo>
                <a:lnTo>
                  <a:pt x="896" y="7056"/>
                </a:lnTo>
                <a:lnTo>
                  <a:pt x="896" y="7056"/>
                </a:lnTo>
                <a:lnTo>
                  <a:pt x="880" y="6888"/>
                </a:lnTo>
                <a:lnTo>
                  <a:pt x="880" y="6888"/>
                </a:lnTo>
                <a:lnTo>
                  <a:pt x="866" y="6716"/>
                </a:lnTo>
                <a:lnTo>
                  <a:pt x="866" y="6716"/>
                </a:lnTo>
                <a:lnTo>
                  <a:pt x="854" y="6544"/>
                </a:lnTo>
                <a:lnTo>
                  <a:pt x="854" y="6543"/>
                </a:lnTo>
                <a:lnTo>
                  <a:pt x="846" y="6371"/>
                </a:lnTo>
                <a:lnTo>
                  <a:pt x="846" y="6371"/>
                </a:lnTo>
                <a:lnTo>
                  <a:pt x="840" y="6198"/>
                </a:lnTo>
                <a:lnTo>
                  <a:pt x="840" y="6198"/>
                </a:lnTo>
                <a:lnTo>
                  <a:pt x="836" y="6023"/>
                </a:lnTo>
                <a:lnTo>
                  <a:pt x="836" y="6022"/>
                </a:lnTo>
                <a:lnTo>
                  <a:pt x="835" y="5846"/>
                </a:lnTo>
                <a:lnTo>
                  <a:pt x="835" y="5846"/>
                </a:lnTo>
                <a:lnTo>
                  <a:pt x="836" y="5668"/>
                </a:lnTo>
                <a:lnTo>
                  <a:pt x="836" y="5668"/>
                </a:lnTo>
                <a:lnTo>
                  <a:pt x="840" y="5491"/>
                </a:lnTo>
                <a:lnTo>
                  <a:pt x="840" y="5490"/>
                </a:lnTo>
                <a:lnTo>
                  <a:pt x="846" y="5314"/>
                </a:lnTo>
                <a:lnTo>
                  <a:pt x="846" y="5314"/>
                </a:lnTo>
                <a:lnTo>
                  <a:pt x="854" y="5137"/>
                </a:lnTo>
                <a:lnTo>
                  <a:pt x="854" y="5137"/>
                </a:lnTo>
                <a:lnTo>
                  <a:pt x="864" y="4959"/>
                </a:lnTo>
                <a:lnTo>
                  <a:pt x="864" y="4959"/>
                </a:lnTo>
                <a:lnTo>
                  <a:pt x="876" y="4782"/>
                </a:lnTo>
                <a:lnTo>
                  <a:pt x="876" y="4781"/>
                </a:lnTo>
                <a:lnTo>
                  <a:pt x="891" y="4605"/>
                </a:lnTo>
                <a:lnTo>
                  <a:pt x="891" y="4605"/>
                </a:lnTo>
                <a:lnTo>
                  <a:pt x="909" y="4430"/>
                </a:lnTo>
                <a:lnTo>
                  <a:pt x="909" y="4430"/>
                </a:lnTo>
                <a:lnTo>
                  <a:pt x="930" y="4258"/>
                </a:lnTo>
                <a:lnTo>
                  <a:pt x="930" y="4257"/>
                </a:lnTo>
                <a:lnTo>
                  <a:pt x="954" y="4086"/>
                </a:lnTo>
                <a:lnTo>
                  <a:pt x="954" y="4085"/>
                </a:lnTo>
                <a:lnTo>
                  <a:pt x="981" y="3915"/>
                </a:lnTo>
                <a:lnTo>
                  <a:pt x="981" y="3914"/>
                </a:lnTo>
                <a:lnTo>
                  <a:pt x="1011" y="3745"/>
                </a:lnTo>
                <a:lnTo>
                  <a:pt x="1011" y="3745"/>
                </a:lnTo>
                <a:lnTo>
                  <a:pt x="1043" y="3579"/>
                </a:lnTo>
                <a:lnTo>
                  <a:pt x="1043" y="3578"/>
                </a:lnTo>
                <a:lnTo>
                  <a:pt x="1079" y="3416"/>
                </a:lnTo>
                <a:lnTo>
                  <a:pt x="1080" y="3415"/>
                </a:lnTo>
                <a:lnTo>
                  <a:pt x="1119" y="3258"/>
                </a:lnTo>
                <a:lnTo>
                  <a:pt x="1120" y="3257"/>
                </a:lnTo>
                <a:lnTo>
                  <a:pt x="1163" y="3104"/>
                </a:lnTo>
                <a:lnTo>
                  <a:pt x="1163" y="3103"/>
                </a:lnTo>
                <a:lnTo>
                  <a:pt x="1211" y="2952"/>
                </a:lnTo>
                <a:lnTo>
                  <a:pt x="1211" y="2951"/>
                </a:lnTo>
                <a:lnTo>
                  <a:pt x="1262" y="2804"/>
                </a:lnTo>
                <a:lnTo>
                  <a:pt x="1262" y="2803"/>
                </a:lnTo>
                <a:lnTo>
                  <a:pt x="1316" y="2661"/>
                </a:lnTo>
                <a:lnTo>
                  <a:pt x="1317" y="2660"/>
                </a:lnTo>
                <a:lnTo>
                  <a:pt x="1374" y="2522"/>
                </a:lnTo>
                <a:lnTo>
                  <a:pt x="1374" y="2521"/>
                </a:lnTo>
                <a:lnTo>
                  <a:pt x="1433" y="2389"/>
                </a:lnTo>
                <a:lnTo>
                  <a:pt x="1434" y="2389"/>
                </a:lnTo>
                <a:lnTo>
                  <a:pt x="1495" y="2262"/>
                </a:lnTo>
                <a:lnTo>
                  <a:pt x="1496" y="2261"/>
                </a:lnTo>
                <a:lnTo>
                  <a:pt x="1561" y="2139"/>
                </a:lnTo>
                <a:lnTo>
                  <a:pt x="1561" y="2138"/>
                </a:lnTo>
                <a:lnTo>
                  <a:pt x="1628" y="2022"/>
                </a:lnTo>
                <a:lnTo>
                  <a:pt x="1629" y="2021"/>
                </a:lnTo>
                <a:lnTo>
                  <a:pt x="1699" y="1910"/>
                </a:lnTo>
                <a:lnTo>
                  <a:pt x="1699" y="1909"/>
                </a:lnTo>
                <a:lnTo>
                  <a:pt x="1772" y="1804"/>
                </a:lnTo>
                <a:lnTo>
                  <a:pt x="1773" y="1803"/>
                </a:lnTo>
                <a:lnTo>
                  <a:pt x="1847" y="1705"/>
                </a:lnTo>
                <a:lnTo>
                  <a:pt x="1848" y="1704"/>
                </a:lnTo>
                <a:lnTo>
                  <a:pt x="1926" y="1612"/>
                </a:lnTo>
                <a:lnTo>
                  <a:pt x="1927" y="1611"/>
                </a:lnTo>
                <a:lnTo>
                  <a:pt x="2009" y="1523"/>
                </a:lnTo>
                <a:lnTo>
                  <a:pt x="2010" y="1522"/>
                </a:lnTo>
                <a:lnTo>
                  <a:pt x="2094" y="1441"/>
                </a:lnTo>
                <a:lnTo>
                  <a:pt x="2095" y="1440"/>
                </a:lnTo>
                <a:lnTo>
                  <a:pt x="2180" y="1365"/>
                </a:lnTo>
                <a:lnTo>
                  <a:pt x="2182" y="1364"/>
                </a:lnTo>
                <a:lnTo>
                  <a:pt x="2269" y="1296"/>
                </a:lnTo>
                <a:lnTo>
                  <a:pt x="2270" y="1295"/>
                </a:lnTo>
                <a:lnTo>
                  <a:pt x="2357" y="1235"/>
                </a:lnTo>
                <a:lnTo>
                  <a:pt x="2359" y="1234"/>
                </a:lnTo>
                <a:lnTo>
                  <a:pt x="2451" y="1180"/>
                </a:lnTo>
                <a:lnTo>
                  <a:pt x="2452" y="1179"/>
                </a:lnTo>
                <a:lnTo>
                  <a:pt x="2550" y="1130"/>
                </a:lnTo>
                <a:lnTo>
                  <a:pt x="2552" y="1130"/>
                </a:lnTo>
                <a:lnTo>
                  <a:pt x="2652" y="1087"/>
                </a:lnTo>
                <a:lnTo>
                  <a:pt x="2653" y="1087"/>
                </a:lnTo>
                <a:lnTo>
                  <a:pt x="2750" y="1052"/>
                </a:lnTo>
                <a:lnTo>
                  <a:pt x="2752" y="1052"/>
                </a:lnTo>
                <a:lnTo>
                  <a:pt x="2839" y="1028"/>
                </a:lnTo>
                <a:lnTo>
                  <a:pt x="2842" y="1027"/>
                </a:lnTo>
                <a:lnTo>
                  <a:pt x="2914" y="1014"/>
                </a:lnTo>
                <a:lnTo>
                  <a:pt x="2917" y="1014"/>
                </a:lnTo>
                <a:lnTo>
                  <a:pt x="2973" y="1011"/>
                </a:lnTo>
                <a:lnTo>
                  <a:pt x="2975" y="1011"/>
                </a:lnTo>
                <a:lnTo>
                  <a:pt x="2977" y="1012"/>
                </a:lnTo>
                <a:lnTo>
                  <a:pt x="3020" y="1017"/>
                </a:lnTo>
                <a:lnTo>
                  <a:pt x="3023" y="1017"/>
                </a:lnTo>
                <a:lnTo>
                  <a:pt x="3025" y="1018"/>
                </a:lnTo>
                <a:lnTo>
                  <a:pt x="3060" y="1029"/>
                </a:lnTo>
                <a:lnTo>
                  <a:pt x="3063" y="1029"/>
                </a:lnTo>
                <a:lnTo>
                  <a:pt x="3065" y="1030"/>
                </a:lnTo>
                <a:lnTo>
                  <a:pt x="3099" y="1048"/>
                </a:lnTo>
                <a:lnTo>
                  <a:pt x="3101" y="1049"/>
                </a:lnTo>
                <a:lnTo>
                  <a:pt x="3102" y="1050"/>
                </a:lnTo>
                <a:lnTo>
                  <a:pt x="3139" y="1077"/>
                </a:lnTo>
                <a:lnTo>
                  <a:pt x="3141" y="1079"/>
                </a:lnTo>
                <a:lnTo>
                  <a:pt x="3182" y="1115"/>
                </a:lnTo>
                <a:lnTo>
                  <a:pt x="3183" y="1117"/>
                </a:lnTo>
                <a:lnTo>
                  <a:pt x="3223" y="1160"/>
                </a:lnTo>
                <a:lnTo>
                  <a:pt x="3225" y="1162"/>
                </a:lnTo>
                <a:lnTo>
                  <a:pt x="3261" y="1211"/>
                </a:lnTo>
                <a:lnTo>
                  <a:pt x="3262" y="1213"/>
                </a:lnTo>
                <a:lnTo>
                  <a:pt x="3299" y="1273"/>
                </a:lnTo>
                <a:lnTo>
                  <a:pt x="3299" y="1275"/>
                </a:lnTo>
                <a:lnTo>
                  <a:pt x="3337" y="1347"/>
                </a:lnTo>
                <a:lnTo>
                  <a:pt x="3337" y="1348"/>
                </a:lnTo>
                <a:lnTo>
                  <a:pt x="3376" y="1433"/>
                </a:lnTo>
                <a:lnTo>
                  <a:pt x="3376" y="1434"/>
                </a:lnTo>
                <a:lnTo>
                  <a:pt x="3418" y="1533"/>
                </a:lnTo>
                <a:lnTo>
                  <a:pt x="3418" y="1533"/>
                </a:lnTo>
                <a:lnTo>
                  <a:pt x="3463" y="1646"/>
                </a:lnTo>
                <a:lnTo>
                  <a:pt x="3463" y="1647"/>
                </a:lnTo>
                <a:lnTo>
                  <a:pt x="3510" y="1772"/>
                </a:lnTo>
                <a:lnTo>
                  <a:pt x="3510" y="1773"/>
                </a:lnTo>
                <a:lnTo>
                  <a:pt x="3557" y="1909"/>
                </a:lnTo>
                <a:lnTo>
                  <a:pt x="3557" y="1910"/>
                </a:lnTo>
                <a:lnTo>
                  <a:pt x="3604" y="2056"/>
                </a:lnTo>
                <a:lnTo>
                  <a:pt x="3604" y="2056"/>
                </a:lnTo>
                <a:lnTo>
                  <a:pt x="3649" y="2210"/>
                </a:lnTo>
                <a:lnTo>
                  <a:pt x="3649" y="2211"/>
                </a:lnTo>
                <a:lnTo>
                  <a:pt x="3691" y="2372"/>
                </a:lnTo>
                <a:lnTo>
                  <a:pt x="3691" y="2372"/>
                </a:lnTo>
                <a:lnTo>
                  <a:pt x="3730" y="2544"/>
                </a:lnTo>
                <a:lnTo>
                  <a:pt x="3730" y="2544"/>
                </a:lnTo>
                <a:lnTo>
                  <a:pt x="3769" y="2728"/>
                </a:lnTo>
                <a:lnTo>
                  <a:pt x="3769" y="2729"/>
                </a:lnTo>
                <a:lnTo>
                  <a:pt x="3805" y="2922"/>
                </a:lnTo>
                <a:lnTo>
                  <a:pt x="3805" y="2922"/>
                </a:lnTo>
                <a:lnTo>
                  <a:pt x="3840" y="3119"/>
                </a:lnTo>
                <a:lnTo>
                  <a:pt x="3840" y="3120"/>
                </a:lnTo>
                <a:lnTo>
                  <a:pt x="3872" y="3318"/>
                </a:lnTo>
                <a:lnTo>
                  <a:pt x="3872" y="3318"/>
                </a:lnTo>
                <a:lnTo>
                  <a:pt x="3902" y="3513"/>
                </a:lnTo>
                <a:lnTo>
                  <a:pt x="3902" y="3513"/>
                </a:lnTo>
                <a:lnTo>
                  <a:pt x="3928" y="3706"/>
                </a:lnTo>
                <a:lnTo>
                  <a:pt x="3928" y="3706"/>
                </a:lnTo>
                <a:lnTo>
                  <a:pt x="3952" y="3899"/>
                </a:lnTo>
                <a:lnTo>
                  <a:pt x="3952" y="3900"/>
                </a:lnTo>
                <a:lnTo>
                  <a:pt x="3973" y="4094"/>
                </a:lnTo>
                <a:lnTo>
                  <a:pt x="3973" y="4094"/>
                </a:lnTo>
                <a:lnTo>
                  <a:pt x="3993" y="4289"/>
                </a:lnTo>
                <a:lnTo>
                  <a:pt x="3993" y="4289"/>
                </a:lnTo>
                <a:lnTo>
                  <a:pt x="4011" y="4484"/>
                </a:lnTo>
                <a:lnTo>
                  <a:pt x="4011" y="4484"/>
                </a:lnTo>
                <a:lnTo>
                  <a:pt x="4029" y="4679"/>
                </a:lnTo>
                <a:lnTo>
                  <a:pt x="4029" y="4679"/>
                </a:lnTo>
                <a:lnTo>
                  <a:pt x="4046" y="4874"/>
                </a:lnTo>
                <a:lnTo>
                  <a:pt x="4046" y="4874"/>
                </a:lnTo>
                <a:lnTo>
                  <a:pt x="4061" y="5068"/>
                </a:lnTo>
                <a:lnTo>
                  <a:pt x="4061" y="5068"/>
                </a:lnTo>
                <a:lnTo>
                  <a:pt x="4074" y="5263"/>
                </a:lnTo>
                <a:lnTo>
                  <a:pt x="4074" y="5263"/>
                </a:lnTo>
                <a:lnTo>
                  <a:pt x="4087" y="5458"/>
                </a:lnTo>
                <a:lnTo>
                  <a:pt x="4100" y="5653"/>
                </a:lnTo>
                <a:lnTo>
                  <a:pt x="4100" y="5654"/>
                </a:lnTo>
                <a:lnTo>
                  <a:pt x="4114" y="5849"/>
                </a:lnTo>
                <a:lnTo>
                  <a:pt x="4114" y="5849"/>
                </a:lnTo>
                <a:lnTo>
                  <a:pt x="4129" y="6044"/>
                </a:lnTo>
                <a:lnTo>
                  <a:pt x="4129" y="6045"/>
                </a:lnTo>
                <a:lnTo>
                  <a:pt x="4144" y="6239"/>
                </a:lnTo>
                <a:lnTo>
                  <a:pt x="4159" y="6434"/>
                </a:lnTo>
                <a:lnTo>
                  <a:pt x="4159" y="6434"/>
                </a:lnTo>
                <a:lnTo>
                  <a:pt x="4174" y="6628"/>
                </a:lnTo>
                <a:lnTo>
                  <a:pt x="4174" y="6628"/>
                </a:lnTo>
                <a:lnTo>
                  <a:pt x="4188" y="6823"/>
                </a:lnTo>
                <a:lnTo>
                  <a:pt x="4188" y="6823"/>
                </a:lnTo>
                <a:lnTo>
                  <a:pt x="4199" y="7019"/>
                </a:lnTo>
                <a:lnTo>
                  <a:pt x="4199" y="7020"/>
                </a:lnTo>
                <a:lnTo>
                  <a:pt x="4214" y="7234"/>
                </a:lnTo>
                <a:lnTo>
                  <a:pt x="4214" y="7235"/>
                </a:lnTo>
                <a:lnTo>
                  <a:pt x="4232" y="7471"/>
                </a:lnTo>
                <a:lnTo>
                  <a:pt x="4232" y="7471"/>
                </a:lnTo>
                <a:lnTo>
                  <a:pt x="4250" y="7706"/>
                </a:lnTo>
                <a:lnTo>
                  <a:pt x="4250" y="7706"/>
                </a:lnTo>
                <a:lnTo>
                  <a:pt x="4261" y="7918"/>
                </a:lnTo>
                <a:lnTo>
                  <a:pt x="4261" y="7919"/>
                </a:lnTo>
                <a:lnTo>
                  <a:pt x="4260" y="8035"/>
                </a:lnTo>
                <a:lnTo>
                  <a:pt x="4260" y="8038"/>
                </a:lnTo>
                <a:lnTo>
                  <a:pt x="4259" y="8041"/>
                </a:lnTo>
                <a:lnTo>
                  <a:pt x="4259" y="8043"/>
                </a:lnTo>
                <a:lnTo>
                  <a:pt x="4258" y="8045"/>
                </a:lnTo>
                <a:lnTo>
                  <a:pt x="4257" y="8048"/>
                </a:lnTo>
                <a:lnTo>
                  <a:pt x="4256" y="8050"/>
                </a:lnTo>
                <a:lnTo>
                  <a:pt x="4254" y="8052"/>
                </a:lnTo>
                <a:lnTo>
                  <a:pt x="4252" y="8054"/>
                </a:lnTo>
                <a:lnTo>
                  <a:pt x="4250" y="8056"/>
                </a:lnTo>
                <a:lnTo>
                  <a:pt x="4248" y="8057"/>
                </a:lnTo>
                <a:lnTo>
                  <a:pt x="4246" y="8059"/>
                </a:lnTo>
                <a:lnTo>
                  <a:pt x="4244" y="8060"/>
                </a:lnTo>
                <a:lnTo>
                  <a:pt x="4241" y="8061"/>
                </a:lnTo>
                <a:lnTo>
                  <a:pt x="4239" y="8061"/>
                </a:lnTo>
                <a:lnTo>
                  <a:pt x="4236" y="8062"/>
                </a:lnTo>
                <a:lnTo>
                  <a:pt x="4234" y="8062"/>
                </a:lnTo>
                <a:lnTo>
                  <a:pt x="4231" y="8062"/>
                </a:lnTo>
                <a:lnTo>
                  <a:pt x="4229" y="8061"/>
                </a:lnTo>
                <a:lnTo>
                  <a:pt x="4226" y="8061"/>
                </a:lnTo>
                <a:lnTo>
                  <a:pt x="4224" y="8060"/>
                </a:lnTo>
                <a:lnTo>
                  <a:pt x="4221" y="8059"/>
                </a:lnTo>
                <a:lnTo>
                  <a:pt x="4219" y="8058"/>
                </a:lnTo>
                <a:lnTo>
                  <a:pt x="4217" y="8056"/>
                </a:lnTo>
                <a:lnTo>
                  <a:pt x="4215" y="8054"/>
                </a:lnTo>
                <a:lnTo>
                  <a:pt x="4213" y="8053"/>
                </a:lnTo>
                <a:lnTo>
                  <a:pt x="4180" y="8014"/>
                </a:lnTo>
                <a:lnTo>
                  <a:pt x="4177" y="8010"/>
                </a:lnTo>
                <a:lnTo>
                  <a:pt x="4098" y="7928"/>
                </a:lnTo>
                <a:lnTo>
                  <a:pt x="4092" y="7922"/>
                </a:lnTo>
                <a:lnTo>
                  <a:pt x="4085" y="7916"/>
                </a:lnTo>
                <a:lnTo>
                  <a:pt x="4003" y="7856"/>
                </a:lnTo>
                <a:lnTo>
                  <a:pt x="3996" y="7852"/>
                </a:lnTo>
                <a:lnTo>
                  <a:pt x="3989" y="7848"/>
                </a:lnTo>
                <a:lnTo>
                  <a:pt x="3899" y="7803"/>
                </a:lnTo>
                <a:lnTo>
                  <a:pt x="3898" y="7802"/>
                </a:lnTo>
                <a:lnTo>
                  <a:pt x="3798" y="7755"/>
                </a:lnTo>
                <a:lnTo>
                  <a:pt x="3795" y="7753"/>
                </a:lnTo>
                <a:lnTo>
                  <a:pt x="3689" y="7707"/>
                </a:lnTo>
                <a:lnTo>
                  <a:pt x="3683" y="7704"/>
                </a:lnTo>
                <a:lnTo>
                  <a:pt x="3573" y="7663"/>
                </a:lnTo>
                <a:lnTo>
                  <a:pt x="3565" y="7661"/>
                </a:lnTo>
                <a:lnTo>
                  <a:pt x="3451" y="7628"/>
                </a:lnTo>
                <a:lnTo>
                  <a:pt x="3441" y="7626"/>
                </a:lnTo>
                <a:lnTo>
                  <a:pt x="3326" y="7606"/>
                </a:lnTo>
                <a:lnTo>
                  <a:pt x="3316" y="7605"/>
                </a:lnTo>
                <a:lnTo>
                  <a:pt x="3200" y="7596"/>
                </a:lnTo>
                <a:lnTo>
                  <a:pt x="3193" y="7595"/>
                </a:lnTo>
                <a:lnTo>
                  <a:pt x="3072" y="7594"/>
                </a:lnTo>
                <a:lnTo>
                  <a:pt x="3065" y="7594"/>
                </a:lnTo>
                <a:lnTo>
                  <a:pt x="2941" y="7602"/>
                </a:lnTo>
                <a:lnTo>
                  <a:pt x="2933" y="7603"/>
                </a:lnTo>
                <a:lnTo>
                  <a:pt x="2807" y="7620"/>
                </a:lnTo>
                <a:lnTo>
                  <a:pt x="2798" y="7622"/>
                </a:lnTo>
                <a:lnTo>
                  <a:pt x="2672" y="7650"/>
                </a:lnTo>
                <a:lnTo>
                  <a:pt x="2663" y="7653"/>
                </a:lnTo>
                <a:lnTo>
                  <a:pt x="2538" y="7694"/>
                </a:lnTo>
                <a:lnTo>
                  <a:pt x="2528" y="7698"/>
                </a:lnTo>
                <a:lnTo>
                  <a:pt x="2399" y="7754"/>
                </a:lnTo>
                <a:lnTo>
                  <a:pt x="2392" y="7758"/>
                </a:lnTo>
                <a:lnTo>
                  <a:pt x="2258" y="7830"/>
                </a:lnTo>
                <a:lnTo>
                  <a:pt x="2253" y="7834"/>
                </a:lnTo>
                <a:lnTo>
                  <a:pt x="2118" y="7917"/>
                </a:lnTo>
                <a:lnTo>
                  <a:pt x="2114" y="7920"/>
                </a:lnTo>
                <a:lnTo>
                  <a:pt x="1983" y="8011"/>
                </a:lnTo>
                <a:lnTo>
                  <a:pt x="1980" y="8013"/>
                </a:lnTo>
                <a:lnTo>
                  <a:pt x="1856" y="8106"/>
                </a:lnTo>
                <a:lnTo>
                  <a:pt x="1853" y="8109"/>
                </a:lnTo>
                <a:lnTo>
                  <a:pt x="1742" y="8199"/>
                </a:lnTo>
                <a:lnTo>
                  <a:pt x="1735" y="8205"/>
                </a:lnTo>
                <a:lnTo>
                  <a:pt x="1635" y="8302"/>
                </a:lnTo>
                <a:lnTo>
                  <a:pt x="1628" y="8309"/>
                </a:lnTo>
                <a:lnTo>
                  <a:pt x="1535" y="8417"/>
                </a:lnTo>
                <a:lnTo>
                  <a:pt x="1532" y="8421"/>
                </a:lnTo>
                <a:lnTo>
                  <a:pt x="1446" y="8532"/>
                </a:lnTo>
                <a:lnTo>
                  <a:pt x="1445" y="8534"/>
                </a:lnTo>
                <a:lnTo>
                  <a:pt x="1368" y="8637"/>
                </a:lnTo>
                <a:lnTo>
                  <a:pt x="1368" y="8638"/>
                </a:lnTo>
                <a:lnTo>
                  <a:pt x="1303" y="8721"/>
                </a:lnTo>
                <a:lnTo>
                  <a:pt x="1301" y="8723"/>
                </a:lnTo>
                <a:lnTo>
                  <a:pt x="1249" y="8777"/>
                </a:lnTo>
                <a:lnTo>
                  <a:pt x="1246" y="8779"/>
                </a:lnTo>
                <a:lnTo>
                  <a:pt x="1231" y="87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740427" y="1404799"/>
            <a:ext cx="672011" cy="1514392"/>
            <a:chOff x="6740427" y="1404799"/>
            <a:chExt cx="672011" cy="1514392"/>
          </a:xfrm>
        </p:grpSpPr>
        <p:sp>
          <p:nvSpPr>
            <p:cNvPr id="34" name="Forma 33"/>
            <p:cNvSpPr/>
            <p:nvPr/>
          </p:nvSpPr>
          <p:spPr>
            <a:xfrm>
              <a:off x="6740427" y="1404799"/>
              <a:ext cx="672011" cy="151439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787610" y="1553417"/>
              <a:ext cx="523475" cy="1084113"/>
            </a:xfrm>
            <a:custGeom>
              <a:avLst/>
              <a:gdLst/>
              <a:ahLst/>
              <a:cxnLst/>
              <a:rect l="0" t="0" r="r" b="b"/>
              <a:pathLst>
                <a:path w="1974" h="4160" fill="none">
                  <a:moveTo>
                    <a:pt x="1974" y="1960"/>
                  </a:moveTo>
                  <a:lnTo>
                    <a:pt x="1454" y="1680"/>
                  </a:lnTo>
                  <a:lnTo>
                    <a:pt x="814" y="1200"/>
                  </a:lnTo>
                  <a:lnTo>
                    <a:pt x="454" y="720"/>
                  </a:lnTo>
                </a:path>
                <a:path w="1974" h="4160" fill="none">
                  <a:moveTo>
                    <a:pt x="1454" y="1680"/>
                  </a:moveTo>
                  <a:lnTo>
                    <a:pt x="1214" y="960"/>
                  </a:lnTo>
                  <a:lnTo>
                    <a:pt x="1094" y="160"/>
                  </a:lnTo>
                </a:path>
                <a:path w="1974" h="4160" fill="none">
                  <a:moveTo>
                    <a:pt x="1974" y="1960"/>
                  </a:moveTo>
                  <a:lnTo>
                    <a:pt x="1214" y="2080"/>
                  </a:lnTo>
                  <a:lnTo>
                    <a:pt x="414" y="2080"/>
                  </a:lnTo>
                  <a:lnTo>
                    <a:pt x="14" y="2160"/>
                  </a:lnTo>
                </a:path>
                <a:path w="1974" h="4160" fill="none">
                  <a:moveTo>
                    <a:pt x="1214" y="2080"/>
                  </a:moveTo>
                  <a:lnTo>
                    <a:pt x="654" y="2640"/>
                  </a:lnTo>
                  <a:lnTo>
                    <a:pt x="214" y="3120"/>
                  </a:lnTo>
                </a:path>
                <a:path w="1974" h="4160" fill="none">
                  <a:moveTo>
                    <a:pt x="1974" y="1960"/>
                  </a:moveTo>
                  <a:lnTo>
                    <a:pt x="1454" y="2640"/>
                  </a:lnTo>
                  <a:lnTo>
                    <a:pt x="974" y="3440"/>
                  </a:lnTo>
                  <a:lnTo>
                    <a:pt x="534" y="4080"/>
                  </a:lnTo>
                </a:path>
                <a:path w="1974" h="4160" fill="none">
                  <a:moveTo>
                    <a:pt x="1454" y="2640"/>
                  </a:moveTo>
                  <a:lnTo>
                    <a:pt x="1694" y="3440"/>
                  </a:lnTo>
                  <a:lnTo>
                    <a:pt x="1454" y="4160"/>
                  </a:lnTo>
                </a:path>
                <a:path w="1974" h="4160" fill="none">
                  <a:moveTo>
                    <a:pt x="974" y="3440"/>
                  </a:moveTo>
                  <a:lnTo>
                    <a:pt x="334" y="3840"/>
                  </a:lnTo>
                  <a:lnTo>
                    <a:pt x="14" y="4080"/>
                  </a:lnTo>
                </a:path>
                <a:path w="1974" h="4160" fill="none">
                  <a:moveTo>
                    <a:pt x="814" y="1200"/>
                  </a:moveTo>
                  <a:lnTo>
                    <a:pt x="254" y="1360"/>
                  </a:lnTo>
                  <a:lnTo>
                    <a:pt x="0" y="1550"/>
                  </a:lnTo>
                </a:path>
                <a:path w="1974" h="4160" fill="none">
                  <a:moveTo>
                    <a:pt x="1214" y="960"/>
                  </a:moveTo>
                  <a:lnTo>
                    <a:pt x="734" y="480"/>
                  </a:lnTo>
                </a:path>
                <a:path w="1974" h="4160" fill="none">
                  <a:moveTo>
                    <a:pt x="654" y="2640"/>
                  </a:moveTo>
                  <a:lnTo>
                    <a:pt x="734" y="3200"/>
                  </a:lnTo>
                  <a:lnTo>
                    <a:pt x="494" y="3760"/>
                  </a:lnTo>
                </a:path>
                <a:path w="1974" h="4160" fill="none">
                  <a:moveTo>
                    <a:pt x="1974" y="1960"/>
                  </a:moveTo>
                  <a:lnTo>
                    <a:pt x="1854" y="1360"/>
                  </a:lnTo>
                  <a:lnTo>
                    <a:pt x="1614" y="720"/>
                  </a:lnTo>
                  <a:lnTo>
                    <a:pt x="1454" y="0"/>
                  </a:lnTo>
                </a:path>
                <a:path w="1974" h="4160" fill="none">
                  <a:moveTo>
                    <a:pt x="414" y="2080"/>
                  </a:moveTo>
                  <a:lnTo>
                    <a:pt x="174" y="256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757428" y="2064201"/>
              <a:ext cx="564264" cy="633927"/>
            </a:xfrm>
            <a:custGeom>
              <a:avLst/>
              <a:gdLst/>
              <a:ahLst/>
              <a:cxnLst/>
              <a:rect l="0" t="0" r="r" b="b"/>
              <a:pathLst>
                <a:path w="2127" h="2432" fill="none">
                  <a:moveTo>
                    <a:pt x="0" y="132"/>
                  </a:moveTo>
                  <a:lnTo>
                    <a:pt x="147" y="147"/>
                  </a:lnTo>
                  <a:lnTo>
                    <a:pt x="334" y="164"/>
                  </a:lnTo>
                  <a:lnTo>
                    <a:pt x="522" y="178"/>
                  </a:lnTo>
                  <a:lnTo>
                    <a:pt x="687" y="183"/>
                  </a:lnTo>
                  <a:lnTo>
                    <a:pt x="824" y="180"/>
                  </a:lnTo>
                  <a:lnTo>
                    <a:pt x="948" y="170"/>
                  </a:lnTo>
                  <a:lnTo>
                    <a:pt x="1068" y="155"/>
                  </a:lnTo>
                  <a:lnTo>
                    <a:pt x="1192" y="138"/>
                  </a:lnTo>
                  <a:lnTo>
                    <a:pt x="1327" y="120"/>
                  </a:lnTo>
                  <a:lnTo>
                    <a:pt x="1490" y="97"/>
                  </a:lnTo>
                  <a:lnTo>
                    <a:pt x="1674" y="70"/>
                  </a:lnTo>
                  <a:lnTo>
                    <a:pt x="1857" y="42"/>
                  </a:lnTo>
                  <a:lnTo>
                    <a:pt x="2016" y="17"/>
                  </a:lnTo>
                  <a:lnTo>
                    <a:pt x="2127" y="0"/>
                  </a:lnTo>
                </a:path>
                <a:path w="2127" h="2432" fill="none">
                  <a:moveTo>
                    <a:pt x="53" y="2432"/>
                  </a:moveTo>
                  <a:lnTo>
                    <a:pt x="145" y="2320"/>
                  </a:lnTo>
                  <a:lnTo>
                    <a:pt x="284" y="2151"/>
                  </a:lnTo>
                  <a:lnTo>
                    <a:pt x="445" y="1954"/>
                  </a:lnTo>
                  <a:lnTo>
                    <a:pt x="612" y="1750"/>
                  </a:lnTo>
                  <a:lnTo>
                    <a:pt x="767" y="1560"/>
                  </a:lnTo>
                  <a:lnTo>
                    <a:pt x="913" y="1378"/>
                  </a:lnTo>
                  <a:lnTo>
                    <a:pt x="1059" y="1192"/>
                  </a:lnTo>
                  <a:lnTo>
                    <a:pt x="1205" y="1008"/>
                  </a:lnTo>
                  <a:lnTo>
                    <a:pt x="1349" y="835"/>
                  </a:lnTo>
                  <a:lnTo>
                    <a:pt x="1487" y="680"/>
                  </a:lnTo>
                  <a:lnTo>
                    <a:pt x="1631" y="538"/>
                  </a:lnTo>
                  <a:lnTo>
                    <a:pt x="1780" y="406"/>
                  </a:lnTo>
                  <a:lnTo>
                    <a:pt x="1921" y="288"/>
                  </a:lnTo>
                  <a:lnTo>
                    <a:pt x="2042" y="191"/>
                  </a:lnTo>
                  <a:lnTo>
                    <a:pt x="2127" y="12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740427" y="1404799"/>
            <a:ext cx="672011" cy="1514392"/>
          </a:xfrm>
          <a:custGeom>
            <a:avLst/>
            <a:gdLst/>
            <a:ahLst/>
            <a:cxnLst/>
            <a:rect l="0" t="0" r="r" b="b"/>
            <a:pathLst>
              <a:path w="2534" h="5811" fill="none">
                <a:moveTo>
                  <a:pt x="276" y="5801"/>
                </a:moveTo>
                <a:lnTo>
                  <a:pt x="315" y="5760"/>
                </a:lnTo>
                <a:lnTo>
                  <a:pt x="364" y="5698"/>
                </a:lnTo>
                <a:lnTo>
                  <a:pt x="422" y="5620"/>
                </a:lnTo>
                <a:lnTo>
                  <a:pt x="423" y="5619"/>
                </a:lnTo>
                <a:lnTo>
                  <a:pt x="487" y="5535"/>
                </a:lnTo>
                <a:lnTo>
                  <a:pt x="490" y="5532"/>
                </a:lnTo>
                <a:lnTo>
                  <a:pt x="561" y="5450"/>
                </a:lnTo>
                <a:lnTo>
                  <a:pt x="566" y="5444"/>
                </a:lnTo>
                <a:lnTo>
                  <a:pt x="642" y="5370"/>
                </a:lnTo>
                <a:lnTo>
                  <a:pt x="648" y="5366"/>
                </a:lnTo>
                <a:lnTo>
                  <a:pt x="732" y="5297"/>
                </a:lnTo>
                <a:lnTo>
                  <a:pt x="735" y="5295"/>
                </a:lnTo>
                <a:lnTo>
                  <a:pt x="828" y="5225"/>
                </a:lnTo>
                <a:lnTo>
                  <a:pt x="831" y="5223"/>
                </a:lnTo>
                <a:lnTo>
                  <a:pt x="929" y="5154"/>
                </a:lnTo>
                <a:lnTo>
                  <a:pt x="933" y="5152"/>
                </a:lnTo>
                <a:lnTo>
                  <a:pt x="1034" y="5089"/>
                </a:lnTo>
                <a:lnTo>
                  <a:pt x="1039" y="5086"/>
                </a:lnTo>
                <a:lnTo>
                  <a:pt x="1140" y="5031"/>
                </a:lnTo>
                <a:lnTo>
                  <a:pt x="1147" y="5028"/>
                </a:lnTo>
                <a:lnTo>
                  <a:pt x="1244" y="4985"/>
                </a:lnTo>
                <a:lnTo>
                  <a:pt x="1252" y="4982"/>
                </a:lnTo>
                <a:lnTo>
                  <a:pt x="1347" y="4951"/>
                </a:lnTo>
                <a:lnTo>
                  <a:pt x="1355" y="4949"/>
                </a:lnTo>
                <a:lnTo>
                  <a:pt x="1451" y="4927"/>
                </a:lnTo>
                <a:lnTo>
                  <a:pt x="1458" y="4926"/>
                </a:lnTo>
                <a:lnTo>
                  <a:pt x="1553" y="4913"/>
                </a:lnTo>
                <a:lnTo>
                  <a:pt x="1560" y="4912"/>
                </a:lnTo>
                <a:lnTo>
                  <a:pt x="1654" y="4906"/>
                </a:lnTo>
                <a:lnTo>
                  <a:pt x="1660" y="4906"/>
                </a:lnTo>
                <a:lnTo>
                  <a:pt x="1752" y="4907"/>
                </a:lnTo>
                <a:lnTo>
                  <a:pt x="1758" y="4907"/>
                </a:lnTo>
                <a:lnTo>
                  <a:pt x="1846" y="4914"/>
                </a:lnTo>
                <a:lnTo>
                  <a:pt x="1855" y="4915"/>
                </a:lnTo>
                <a:lnTo>
                  <a:pt x="1941" y="4930"/>
                </a:lnTo>
                <a:lnTo>
                  <a:pt x="1951" y="4932"/>
                </a:lnTo>
                <a:lnTo>
                  <a:pt x="2037" y="4957"/>
                </a:lnTo>
                <a:lnTo>
                  <a:pt x="2043" y="4959"/>
                </a:lnTo>
                <a:lnTo>
                  <a:pt x="2127" y="4990"/>
                </a:lnTo>
                <a:lnTo>
                  <a:pt x="2132" y="4992"/>
                </a:lnTo>
                <a:lnTo>
                  <a:pt x="2212" y="5027"/>
                </a:lnTo>
                <a:lnTo>
                  <a:pt x="2215" y="5029"/>
                </a:lnTo>
                <a:lnTo>
                  <a:pt x="2290" y="5065"/>
                </a:lnTo>
                <a:lnTo>
                  <a:pt x="2291" y="5065"/>
                </a:lnTo>
                <a:lnTo>
                  <a:pt x="2359" y="5099"/>
                </a:lnTo>
                <a:lnTo>
                  <a:pt x="2365" y="5103"/>
                </a:lnTo>
                <a:lnTo>
                  <a:pt x="2371" y="5107"/>
                </a:lnTo>
                <a:lnTo>
                  <a:pt x="2434" y="5152"/>
                </a:lnTo>
                <a:lnTo>
                  <a:pt x="2440" y="5157"/>
                </a:lnTo>
                <a:lnTo>
                  <a:pt x="2446" y="5163"/>
                </a:lnTo>
                <a:lnTo>
                  <a:pt x="2505" y="5225"/>
                </a:lnTo>
                <a:lnTo>
                  <a:pt x="2508" y="5228"/>
                </a:lnTo>
                <a:lnTo>
                  <a:pt x="2533" y="5258"/>
                </a:lnTo>
                <a:lnTo>
                  <a:pt x="2534" y="5170"/>
                </a:lnTo>
                <a:lnTo>
                  <a:pt x="2526" y="5011"/>
                </a:lnTo>
                <a:lnTo>
                  <a:pt x="2513" y="4835"/>
                </a:lnTo>
                <a:lnTo>
                  <a:pt x="2499" y="4658"/>
                </a:lnTo>
                <a:lnTo>
                  <a:pt x="2499" y="4657"/>
                </a:lnTo>
                <a:lnTo>
                  <a:pt x="2488" y="4496"/>
                </a:lnTo>
                <a:lnTo>
                  <a:pt x="2488" y="4495"/>
                </a:lnTo>
                <a:lnTo>
                  <a:pt x="2479" y="4348"/>
                </a:lnTo>
                <a:lnTo>
                  <a:pt x="2469" y="4202"/>
                </a:lnTo>
                <a:lnTo>
                  <a:pt x="2458" y="4056"/>
                </a:lnTo>
                <a:lnTo>
                  <a:pt x="2446" y="3909"/>
                </a:lnTo>
                <a:lnTo>
                  <a:pt x="2435" y="3763"/>
                </a:lnTo>
                <a:lnTo>
                  <a:pt x="2435" y="3763"/>
                </a:lnTo>
                <a:lnTo>
                  <a:pt x="2424" y="3616"/>
                </a:lnTo>
                <a:lnTo>
                  <a:pt x="2424" y="3616"/>
                </a:lnTo>
                <a:lnTo>
                  <a:pt x="2413" y="3469"/>
                </a:lnTo>
                <a:lnTo>
                  <a:pt x="2413" y="3469"/>
                </a:lnTo>
                <a:lnTo>
                  <a:pt x="2404" y="3322"/>
                </a:lnTo>
                <a:lnTo>
                  <a:pt x="2394" y="3176"/>
                </a:lnTo>
                <a:lnTo>
                  <a:pt x="2383" y="3030"/>
                </a:lnTo>
                <a:lnTo>
                  <a:pt x="2372" y="2884"/>
                </a:lnTo>
                <a:lnTo>
                  <a:pt x="2360" y="2738"/>
                </a:lnTo>
                <a:lnTo>
                  <a:pt x="2346" y="2591"/>
                </a:lnTo>
                <a:lnTo>
                  <a:pt x="2333" y="2444"/>
                </a:lnTo>
                <a:lnTo>
                  <a:pt x="2318" y="2298"/>
                </a:lnTo>
                <a:lnTo>
                  <a:pt x="2302" y="2152"/>
                </a:lnTo>
                <a:lnTo>
                  <a:pt x="2284" y="2007"/>
                </a:lnTo>
                <a:lnTo>
                  <a:pt x="2264" y="1862"/>
                </a:lnTo>
                <a:lnTo>
                  <a:pt x="2242" y="1716"/>
                </a:lnTo>
                <a:lnTo>
                  <a:pt x="2218" y="1567"/>
                </a:lnTo>
                <a:lnTo>
                  <a:pt x="2192" y="1419"/>
                </a:lnTo>
                <a:lnTo>
                  <a:pt x="2164" y="1274"/>
                </a:lnTo>
                <a:lnTo>
                  <a:pt x="2136" y="1135"/>
                </a:lnTo>
                <a:lnTo>
                  <a:pt x="2106" y="1007"/>
                </a:lnTo>
                <a:lnTo>
                  <a:pt x="2075" y="886"/>
                </a:lnTo>
                <a:lnTo>
                  <a:pt x="2041" y="770"/>
                </a:lnTo>
                <a:lnTo>
                  <a:pt x="2006" y="661"/>
                </a:lnTo>
                <a:lnTo>
                  <a:pt x="1971" y="558"/>
                </a:lnTo>
                <a:lnTo>
                  <a:pt x="1936" y="464"/>
                </a:lnTo>
                <a:lnTo>
                  <a:pt x="1902" y="379"/>
                </a:lnTo>
                <a:lnTo>
                  <a:pt x="1871" y="305"/>
                </a:lnTo>
                <a:lnTo>
                  <a:pt x="1842" y="241"/>
                </a:lnTo>
                <a:lnTo>
                  <a:pt x="1814" y="187"/>
                </a:lnTo>
                <a:lnTo>
                  <a:pt x="1786" y="142"/>
                </a:lnTo>
                <a:lnTo>
                  <a:pt x="1759" y="104"/>
                </a:lnTo>
                <a:lnTo>
                  <a:pt x="1730" y="72"/>
                </a:lnTo>
                <a:lnTo>
                  <a:pt x="1699" y="45"/>
                </a:lnTo>
                <a:lnTo>
                  <a:pt x="1671" y="25"/>
                </a:lnTo>
                <a:lnTo>
                  <a:pt x="1646" y="11"/>
                </a:lnTo>
                <a:lnTo>
                  <a:pt x="1619" y="3"/>
                </a:lnTo>
                <a:lnTo>
                  <a:pt x="1587" y="0"/>
                </a:lnTo>
                <a:lnTo>
                  <a:pt x="1545" y="1"/>
                </a:lnTo>
                <a:lnTo>
                  <a:pt x="1491" y="11"/>
                </a:lnTo>
                <a:lnTo>
                  <a:pt x="1425" y="29"/>
                </a:lnTo>
                <a:lnTo>
                  <a:pt x="1352" y="55"/>
                </a:lnTo>
                <a:lnTo>
                  <a:pt x="1277" y="87"/>
                </a:lnTo>
                <a:lnTo>
                  <a:pt x="1204" y="124"/>
                </a:lnTo>
                <a:lnTo>
                  <a:pt x="1135" y="164"/>
                </a:lnTo>
                <a:lnTo>
                  <a:pt x="1069" y="209"/>
                </a:lnTo>
                <a:lnTo>
                  <a:pt x="1004" y="260"/>
                </a:lnTo>
                <a:lnTo>
                  <a:pt x="939" y="317"/>
                </a:lnTo>
                <a:lnTo>
                  <a:pt x="876" y="378"/>
                </a:lnTo>
                <a:lnTo>
                  <a:pt x="815" y="443"/>
                </a:lnTo>
                <a:lnTo>
                  <a:pt x="756" y="513"/>
                </a:lnTo>
                <a:lnTo>
                  <a:pt x="700" y="587"/>
                </a:lnTo>
                <a:lnTo>
                  <a:pt x="645" y="665"/>
                </a:lnTo>
                <a:lnTo>
                  <a:pt x="593" y="749"/>
                </a:lnTo>
                <a:lnTo>
                  <a:pt x="542" y="836"/>
                </a:lnTo>
                <a:lnTo>
                  <a:pt x="494" y="928"/>
                </a:lnTo>
                <a:lnTo>
                  <a:pt x="447" y="1023"/>
                </a:lnTo>
                <a:lnTo>
                  <a:pt x="403" y="1122"/>
                </a:lnTo>
                <a:lnTo>
                  <a:pt x="360" y="1226"/>
                </a:lnTo>
                <a:lnTo>
                  <a:pt x="319" y="1333"/>
                </a:lnTo>
                <a:lnTo>
                  <a:pt x="281" y="1444"/>
                </a:lnTo>
                <a:lnTo>
                  <a:pt x="245" y="1557"/>
                </a:lnTo>
                <a:lnTo>
                  <a:pt x="212" y="1673"/>
                </a:lnTo>
                <a:lnTo>
                  <a:pt x="183" y="1791"/>
                </a:lnTo>
                <a:lnTo>
                  <a:pt x="156" y="1913"/>
                </a:lnTo>
                <a:lnTo>
                  <a:pt x="131" y="2037"/>
                </a:lnTo>
                <a:lnTo>
                  <a:pt x="109" y="2164"/>
                </a:lnTo>
                <a:lnTo>
                  <a:pt x="89" y="2293"/>
                </a:lnTo>
                <a:lnTo>
                  <a:pt x="71" y="2421"/>
                </a:lnTo>
                <a:lnTo>
                  <a:pt x="55" y="2551"/>
                </a:lnTo>
                <a:lnTo>
                  <a:pt x="41" y="2682"/>
                </a:lnTo>
                <a:lnTo>
                  <a:pt x="30" y="2814"/>
                </a:lnTo>
                <a:lnTo>
                  <a:pt x="21" y="2947"/>
                </a:lnTo>
                <a:lnTo>
                  <a:pt x="13" y="3080"/>
                </a:lnTo>
                <a:lnTo>
                  <a:pt x="7" y="3213"/>
                </a:lnTo>
                <a:lnTo>
                  <a:pt x="3" y="3346"/>
                </a:lnTo>
                <a:lnTo>
                  <a:pt x="0" y="3479"/>
                </a:lnTo>
                <a:lnTo>
                  <a:pt x="0" y="3612"/>
                </a:lnTo>
                <a:lnTo>
                  <a:pt x="0" y="3745"/>
                </a:lnTo>
                <a:lnTo>
                  <a:pt x="3" y="3876"/>
                </a:lnTo>
                <a:lnTo>
                  <a:pt x="7" y="4006"/>
                </a:lnTo>
                <a:lnTo>
                  <a:pt x="14" y="4135"/>
                </a:lnTo>
                <a:lnTo>
                  <a:pt x="23" y="4265"/>
                </a:lnTo>
                <a:lnTo>
                  <a:pt x="33" y="4394"/>
                </a:lnTo>
                <a:lnTo>
                  <a:pt x="45" y="4520"/>
                </a:lnTo>
                <a:lnTo>
                  <a:pt x="58" y="4642"/>
                </a:lnTo>
                <a:lnTo>
                  <a:pt x="71" y="4759"/>
                </a:lnTo>
                <a:lnTo>
                  <a:pt x="85" y="4871"/>
                </a:lnTo>
                <a:lnTo>
                  <a:pt x="100" y="4978"/>
                </a:lnTo>
                <a:lnTo>
                  <a:pt x="115" y="5081"/>
                </a:lnTo>
                <a:lnTo>
                  <a:pt x="132" y="5181"/>
                </a:lnTo>
                <a:lnTo>
                  <a:pt x="149" y="5277"/>
                </a:lnTo>
                <a:lnTo>
                  <a:pt x="166" y="5370"/>
                </a:lnTo>
                <a:lnTo>
                  <a:pt x="183" y="5463"/>
                </a:lnTo>
                <a:lnTo>
                  <a:pt x="201" y="5557"/>
                </a:lnTo>
                <a:lnTo>
                  <a:pt x="219" y="5646"/>
                </a:lnTo>
                <a:lnTo>
                  <a:pt x="236" y="5725"/>
                </a:lnTo>
                <a:lnTo>
                  <a:pt x="254" y="5786"/>
                </a:lnTo>
                <a:lnTo>
                  <a:pt x="264" y="5811"/>
                </a:lnTo>
                <a:lnTo>
                  <a:pt x="276" y="580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 pleural visceral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visible: el borde del pulmón separado de la pared.</a:t>
            </a:r>
            <a:endParaRPr lang="es-AR" sz="2000" dirty="0">
              <a:latin typeface="Mali"/>
            </a:endParaRPr>
          </a:p>
        </p:txBody>
      </p:sp>
      <p:grpSp>
        <p:nvGrpSpPr>
          <p:cNvPr id="57" name="Rótulo Línea pleural"/>
          <p:cNvGrpSpPr/>
          <p:nvPr/>
        </p:nvGrpSpPr>
        <p:grpSpPr>
          <a:xfrm>
            <a:off x="1249436" y="914400"/>
            <a:ext cx="10546324" cy="1391717"/>
            <a:chOff x="1249436" y="914400"/>
            <a:chExt cx="10546324" cy="1391717"/>
          </a:xfrm>
        </p:grpSpPr>
        <p:sp>
          <p:nvSpPr>
            <p:cNvPr id="58" name="Flecha 57_2"/>
            <p:cNvSpPr/>
            <p:nvPr/>
          </p:nvSpPr>
          <p:spPr>
            <a:xfrm>
              <a:off x="1249436" y="1188720"/>
              <a:ext cx="7894564" cy="1117397"/>
            </a:xfrm>
            <a:custGeom>
              <a:avLst/>
              <a:gdLst/>
              <a:ahLst/>
              <a:cxnLst/>
              <a:rect l="0" t="0" r="r" b="b"/>
              <a:pathLst>
                <a:path w="8633" h="1222" fill="none">
                  <a:moveTo>
                    <a:pt x="0" y="1222"/>
                  </a:moveTo>
                  <a:lnTo>
                    <a:pt x="8633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9" name="Forma 59"/>
            <p:cNvSpPr/>
            <p:nvPr/>
          </p:nvSpPr>
          <p:spPr>
            <a:xfrm>
              <a:off x="9144000" y="914400"/>
              <a:ext cx="2651760" cy="54864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LÍNEA PLEURAL</a:t>
            </a:r>
            <a:endParaRPr lang="es-AR" sz="2400" dirty="0">
              <a:latin typeface="Mali"/>
            </a:endParaRPr>
          </a:p>
        </p:txBody>
      </p: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4/8</a:t>
            </a:r>
            <a:endParaRPr lang="es-AR" sz="13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452261" y="2188517"/>
              <a:ext cx="1249941" cy="277372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545188" y="2460724"/>
              <a:ext cx="968497" cy="1985638"/>
            </a:xfrm>
            <a:custGeom>
              <a:avLst/>
              <a:gdLst/>
              <a:ahLst/>
              <a:cxnLst/>
              <a:rect l="0" t="0" r="r" b="b"/>
              <a:pathLst>
                <a:path w="1708" h="3619" fill="none">
                  <a:moveTo>
                    <a:pt x="1708" y="1705"/>
                  </a:moveTo>
                  <a:lnTo>
                    <a:pt x="1255" y="1461"/>
                  </a:lnTo>
                  <a:lnTo>
                    <a:pt x="699" y="1043"/>
                  </a:lnTo>
                  <a:lnTo>
                    <a:pt x="385" y="626"/>
                  </a:lnTo>
                </a:path>
                <a:path w="1708" h="3619" fill="none">
                  <a:moveTo>
                    <a:pt x="1255" y="1461"/>
                  </a:moveTo>
                  <a:lnTo>
                    <a:pt x="1047" y="835"/>
                  </a:lnTo>
                  <a:lnTo>
                    <a:pt x="942" y="139"/>
                  </a:lnTo>
                </a:path>
                <a:path w="1708" h="3619" fill="none">
                  <a:moveTo>
                    <a:pt x="1708" y="1705"/>
                  </a:moveTo>
                  <a:lnTo>
                    <a:pt x="1047" y="1809"/>
                  </a:lnTo>
                  <a:lnTo>
                    <a:pt x="351" y="1809"/>
                  </a:lnTo>
                  <a:lnTo>
                    <a:pt x="3" y="1879"/>
                  </a:lnTo>
                </a:path>
                <a:path w="1708" h="3619" fill="none">
                  <a:moveTo>
                    <a:pt x="1047" y="1809"/>
                  </a:moveTo>
                  <a:lnTo>
                    <a:pt x="559" y="2296"/>
                  </a:lnTo>
                  <a:lnTo>
                    <a:pt x="177" y="2714"/>
                  </a:lnTo>
                </a:path>
                <a:path w="1708" h="3619" fill="none">
                  <a:moveTo>
                    <a:pt x="1708" y="1705"/>
                  </a:moveTo>
                  <a:lnTo>
                    <a:pt x="1255" y="2296"/>
                  </a:lnTo>
                  <a:lnTo>
                    <a:pt x="838" y="2992"/>
                  </a:lnTo>
                  <a:lnTo>
                    <a:pt x="455" y="3549"/>
                  </a:lnTo>
                </a:path>
                <a:path w="1708" h="3619" fill="none">
                  <a:moveTo>
                    <a:pt x="1255" y="2296"/>
                  </a:moveTo>
                  <a:lnTo>
                    <a:pt x="1464" y="2992"/>
                  </a:lnTo>
                  <a:lnTo>
                    <a:pt x="1255" y="3619"/>
                  </a:lnTo>
                </a:path>
                <a:path w="1708" h="3619" fill="none">
                  <a:moveTo>
                    <a:pt x="838" y="2992"/>
                  </a:moveTo>
                  <a:lnTo>
                    <a:pt x="281" y="3340"/>
                  </a:lnTo>
                  <a:lnTo>
                    <a:pt x="3" y="3549"/>
                  </a:lnTo>
                </a:path>
                <a:path w="1708" h="3619" fill="none">
                  <a:moveTo>
                    <a:pt x="699" y="1043"/>
                  </a:moveTo>
                  <a:lnTo>
                    <a:pt x="211" y="1183"/>
                  </a:lnTo>
                  <a:lnTo>
                    <a:pt x="0" y="1342"/>
                  </a:lnTo>
                </a:path>
                <a:path w="1708" h="3619" fill="none">
                  <a:moveTo>
                    <a:pt x="1047" y="835"/>
                  </a:moveTo>
                  <a:lnTo>
                    <a:pt x="629" y="417"/>
                  </a:lnTo>
                </a:path>
                <a:path w="1708" h="3619" fill="none">
                  <a:moveTo>
                    <a:pt x="559" y="2296"/>
                  </a:moveTo>
                  <a:lnTo>
                    <a:pt x="629" y="2784"/>
                  </a:lnTo>
                  <a:lnTo>
                    <a:pt x="420" y="3271"/>
                  </a:lnTo>
                </a:path>
                <a:path w="1708" h="3619" fill="none">
                  <a:moveTo>
                    <a:pt x="1708" y="1705"/>
                  </a:moveTo>
                  <a:lnTo>
                    <a:pt x="1603" y="1183"/>
                  </a:lnTo>
                  <a:lnTo>
                    <a:pt x="1395" y="626"/>
                  </a:lnTo>
                  <a:lnTo>
                    <a:pt x="1255" y="0"/>
                  </a:lnTo>
                </a:path>
                <a:path w="1708" h="3619" fill="none">
                  <a:moveTo>
                    <a:pt x="351" y="1809"/>
                  </a:moveTo>
                  <a:lnTo>
                    <a:pt x="142" y="222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557" y="8250"/>
                </a:moveTo>
                <a:lnTo>
                  <a:pt x="1555" y="8252"/>
                </a:lnTo>
                <a:lnTo>
                  <a:pt x="1553" y="8253"/>
                </a:lnTo>
                <a:lnTo>
                  <a:pt x="1550" y="8254"/>
                </a:lnTo>
                <a:lnTo>
                  <a:pt x="1548" y="8255"/>
                </a:lnTo>
                <a:lnTo>
                  <a:pt x="1545" y="8256"/>
                </a:lnTo>
                <a:lnTo>
                  <a:pt x="1543" y="8256"/>
                </a:lnTo>
                <a:lnTo>
                  <a:pt x="1540" y="8256"/>
                </a:lnTo>
                <a:lnTo>
                  <a:pt x="1538" y="8256"/>
                </a:lnTo>
                <a:lnTo>
                  <a:pt x="1535" y="8256"/>
                </a:lnTo>
                <a:lnTo>
                  <a:pt x="1532" y="8255"/>
                </a:lnTo>
                <a:lnTo>
                  <a:pt x="1530" y="8254"/>
                </a:lnTo>
                <a:lnTo>
                  <a:pt x="1528" y="8253"/>
                </a:lnTo>
                <a:lnTo>
                  <a:pt x="1525" y="8252"/>
                </a:lnTo>
                <a:lnTo>
                  <a:pt x="1523" y="8250"/>
                </a:lnTo>
                <a:lnTo>
                  <a:pt x="1521" y="8248"/>
                </a:lnTo>
                <a:lnTo>
                  <a:pt x="1520" y="8246"/>
                </a:lnTo>
                <a:lnTo>
                  <a:pt x="1518" y="8244"/>
                </a:lnTo>
                <a:lnTo>
                  <a:pt x="1517" y="8242"/>
                </a:lnTo>
                <a:lnTo>
                  <a:pt x="1516" y="8240"/>
                </a:lnTo>
                <a:lnTo>
                  <a:pt x="1504" y="8212"/>
                </a:lnTo>
                <a:lnTo>
                  <a:pt x="1503" y="8209"/>
                </a:lnTo>
                <a:lnTo>
                  <a:pt x="1483" y="8137"/>
                </a:lnTo>
                <a:lnTo>
                  <a:pt x="1482" y="8136"/>
                </a:lnTo>
                <a:lnTo>
                  <a:pt x="1462" y="8045"/>
                </a:lnTo>
                <a:lnTo>
                  <a:pt x="1462" y="8044"/>
                </a:lnTo>
                <a:lnTo>
                  <a:pt x="1441" y="7941"/>
                </a:lnTo>
                <a:lnTo>
                  <a:pt x="1441" y="7941"/>
                </a:lnTo>
                <a:lnTo>
                  <a:pt x="1421" y="7832"/>
                </a:lnTo>
                <a:lnTo>
                  <a:pt x="1401" y="7724"/>
                </a:lnTo>
                <a:lnTo>
                  <a:pt x="1381" y="7617"/>
                </a:lnTo>
                <a:lnTo>
                  <a:pt x="1381" y="7616"/>
                </a:lnTo>
                <a:lnTo>
                  <a:pt x="1361" y="7505"/>
                </a:lnTo>
                <a:lnTo>
                  <a:pt x="1361" y="7505"/>
                </a:lnTo>
                <a:lnTo>
                  <a:pt x="1342" y="7390"/>
                </a:lnTo>
                <a:lnTo>
                  <a:pt x="1342" y="7389"/>
                </a:lnTo>
                <a:lnTo>
                  <a:pt x="1324" y="7270"/>
                </a:lnTo>
                <a:lnTo>
                  <a:pt x="1324" y="7269"/>
                </a:lnTo>
                <a:lnTo>
                  <a:pt x="1306" y="7145"/>
                </a:lnTo>
                <a:lnTo>
                  <a:pt x="1306" y="7145"/>
                </a:lnTo>
                <a:lnTo>
                  <a:pt x="1290" y="7016"/>
                </a:lnTo>
                <a:lnTo>
                  <a:pt x="1290" y="7016"/>
                </a:lnTo>
                <a:lnTo>
                  <a:pt x="1275" y="6880"/>
                </a:lnTo>
                <a:lnTo>
                  <a:pt x="1275" y="6880"/>
                </a:lnTo>
                <a:lnTo>
                  <a:pt x="1260" y="6738"/>
                </a:lnTo>
                <a:lnTo>
                  <a:pt x="1260" y="6738"/>
                </a:lnTo>
                <a:lnTo>
                  <a:pt x="1247" y="6592"/>
                </a:lnTo>
                <a:lnTo>
                  <a:pt x="1246" y="6591"/>
                </a:lnTo>
                <a:lnTo>
                  <a:pt x="1234" y="6442"/>
                </a:lnTo>
                <a:lnTo>
                  <a:pt x="1234" y="6442"/>
                </a:lnTo>
                <a:lnTo>
                  <a:pt x="1224" y="6292"/>
                </a:lnTo>
                <a:lnTo>
                  <a:pt x="1224" y="6291"/>
                </a:lnTo>
                <a:lnTo>
                  <a:pt x="1217" y="6142"/>
                </a:lnTo>
                <a:lnTo>
                  <a:pt x="1217" y="6141"/>
                </a:lnTo>
                <a:lnTo>
                  <a:pt x="1212" y="5991"/>
                </a:lnTo>
                <a:lnTo>
                  <a:pt x="1212" y="5991"/>
                </a:lnTo>
                <a:lnTo>
                  <a:pt x="1208" y="5839"/>
                </a:lnTo>
                <a:lnTo>
                  <a:pt x="1208" y="5838"/>
                </a:lnTo>
                <a:lnTo>
                  <a:pt x="1207" y="5685"/>
                </a:lnTo>
                <a:lnTo>
                  <a:pt x="1207" y="5684"/>
                </a:lnTo>
                <a:lnTo>
                  <a:pt x="1208" y="5530"/>
                </a:lnTo>
                <a:lnTo>
                  <a:pt x="1208" y="5530"/>
                </a:lnTo>
                <a:lnTo>
                  <a:pt x="1212" y="5376"/>
                </a:lnTo>
                <a:lnTo>
                  <a:pt x="1212" y="5375"/>
                </a:lnTo>
                <a:lnTo>
                  <a:pt x="1217" y="5222"/>
                </a:lnTo>
                <a:lnTo>
                  <a:pt x="1217" y="5221"/>
                </a:lnTo>
                <a:lnTo>
                  <a:pt x="1224" y="5068"/>
                </a:lnTo>
                <a:lnTo>
                  <a:pt x="1224" y="5067"/>
                </a:lnTo>
                <a:lnTo>
                  <a:pt x="1232" y="4913"/>
                </a:lnTo>
                <a:lnTo>
                  <a:pt x="1232" y="4913"/>
                </a:lnTo>
                <a:lnTo>
                  <a:pt x="1243" y="4758"/>
                </a:lnTo>
                <a:lnTo>
                  <a:pt x="1243" y="4758"/>
                </a:lnTo>
                <a:lnTo>
                  <a:pt x="1256" y="4605"/>
                </a:lnTo>
                <a:lnTo>
                  <a:pt x="1256" y="4604"/>
                </a:lnTo>
                <a:lnTo>
                  <a:pt x="1272" y="4453"/>
                </a:lnTo>
                <a:lnTo>
                  <a:pt x="1272" y="4452"/>
                </a:lnTo>
                <a:lnTo>
                  <a:pt x="1290" y="4302"/>
                </a:lnTo>
                <a:lnTo>
                  <a:pt x="1290" y="4302"/>
                </a:lnTo>
                <a:lnTo>
                  <a:pt x="1311" y="4153"/>
                </a:lnTo>
                <a:lnTo>
                  <a:pt x="1311" y="4152"/>
                </a:lnTo>
                <a:lnTo>
                  <a:pt x="1334" y="4004"/>
                </a:lnTo>
                <a:lnTo>
                  <a:pt x="1334" y="4003"/>
                </a:lnTo>
                <a:lnTo>
                  <a:pt x="1360" y="3856"/>
                </a:lnTo>
                <a:lnTo>
                  <a:pt x="1360" y="3856"/>
                </a:lnTo>
                <a:lnTo>
                  <a:pt x="1389" y="3711"/>
                </a:lnTo>
                <a:lnTo>
                  <a:pt x="1389" y="3711"/>
                </a:lnTo>
                <a:lnTo>
                  <a:pt x="1420" y="3570"/>
                </a:lnTo>
                <a:lnTo>
                  <a:pt x="1420" y="3569"/>
                </a:lnTo>
                <a:lnTo>
                  <a:pt x="1455" y="3432"/>
                </a:lnTo>
                <a:lnTo>
                  <a:pt x="1455" y="3431"/>
                </a:lnTo>
                <a:lnTo>
                  <a:pt x="1493" y="3298"/>
                </a:lnTo>
                <a:lnTo>
                  <a:pt x="1493" y="3297"/>
                </a:lnTo>
                <a:lnTo>
                  <a:pt x="1535" y="3166"/>
                </a:lnTo>
                <a:lnTo>
                  <a:pt x="1535" y="3165"/>
                </a:lnTo>
                <a:lnTo>
                  <a:pt x="1579" y="3037"/>
                </a:lnTo>
                <a:lnTo>
                  <a:pt x="1579" y="3036"/>
                </a:lnTo>
                <a:lnTo>
                  <a:pt x="1626" y="2912"/>
                </a:lnTo>
                <a:lnTo>
                  <a:pt x="1627" y="2911"/>
                </a:lnTo>
                <a:lnTo>
                  <a:pt x="1676" y="2791"/>
                </a:lnTo>
                <a:lnTo>
                  <a:pt x="1676" y="2791"/>
                </a:lnTo>
                <a:lnTo>
                  <a:pt x="1728" y="2676"/>
                </a:lnTo>
                <a:lnTo>
                  <a:pt x="1728" y="2675"/>
                </a:lnTo>
                <a:lnTo>
                  <a:pt x="1782" y="2565"/>
                </a:lnTo>
                <a:lnTo>
                  <a:pt x="1783" y="2564"/>
                </a:lnTo>
                <a:lnTo>
                  <a:pt x="1839" y="2458"/>
                </a:lnTo>
                <a:lnTo>
                  <a:pt x="1839" y="2457"/>
                </a:lnTo>
                <a:lnTo>
                  <a:pt x="1898" y="2356"/>
                </a:lnTo>
                <a:lnTo>
                  <a:pt x="1898" y="2355"/>
                </a:lnTo>
                <a:lnTo>
                  <a:pt x="1959" y="2258"/>
                </a:lnTo>
                <a:lnTo>
                  <a:pt x="1960" y="2258"/>
                </a:lnTo>
                <a:lnTo>
                  <a:pt x="2023" y="2166"/>
                </a:lnTo>
                <a:lnTo>
                  <a:pt x="2024" y="2165"/>
                </a:lnTo>
                <a:lnTo>
                  <a:pt x="2089" y="2080"/>
                </a:lnTo>
                <a:lnTo>
                  <a:pt x="2090" y="2079"/>
                </a:lnTo>
                <a:lnTo>
                  <a:pt x="2158" y="1998"/>
                </a:lnTo>
                <a:lnTo>
                  <a:pt x="2158" y="1997"/>
                </a:lnTo>
                <a:lnTo>
                  <a:pt x="2229" y="1922"/>
                </a:lnTo>
                <a:lnTo>
                  <a:pt x="2230" y="1921"/>
                </a:lnTo>
                <a:lnTo>
                  <a:pt x="2303" y="1850"/>
                </a:lnTo>
                <a:lnTo>
                  <a:pt x="2304" y="1849"/>
                </a:lnTo>
                <a:lnTo>
                  <a:pt x="2379" y="1783"/>
                </a:lnTo>
                <a:lnTo>
                  <a:pt x="2380" y="1783"/>
                </a:lnTo>
                <a:lnTo>
                  <a:pt x="2456" y="1723"/>
                </a:lnTo>
                <a:lnTo>
                  <a:pt x="2457" y="1723"/>
                </a:lnTo>
                <a:lnTo>
                  <a:pt x="2533" y="1670"/>
                </a:lnTo>
                <a:lnTo>
                  <a:pt x="2535" y="1669"/>
                </a:lnTo>
                <a:lnTo>
                  <a:pt x="2615" y="1622"/>
                </a:lnTo>
                <a:lnTo>
                  <a:pt x="2616" y="1622"/>
                </a:lnTo>
                <a:lnTo>
                  <a:pt x="2701" y="1579"/>
                </a:lnTo>
                <a:lnTo>
                  <a:pt x="2703" y="1578"/>
                </a:lnTo>
                <a:lnTo>
                  <a:pt x="2790" y="1541"/>
                </a:lnTo>
                <a:lnTo>
                  <a:pt x="2791" y="1541"/>
                </a:lnTo>
                <a:lnTo>
                  <a:pt x="2875" y="1511"/>
                </a:lnTo>
                <a:lnTo>
                  <a:pt x="2877" y="1510"/>
                </a:lnTo>
                <a:lnTo>
                  <a:pt x="2953" y="1489"/>
                </a:lnTo>
                <a:lnTo>
                  <a:pt x="2956" y="1489"/>
                </a:lnTo>
                <a:lnTo>
                  <a:pt x="3019" y="1478"/>
                </a:lnTo>
                <a:lnTo>
                  <a:pt x="3022" y="1477"/>
                </a:lnTo>
                <a:lnTo>
                  <a:pt x="3071" y="1475"/>
                </a:lnTo>
                <a:lnTo>
                  <a:pt x="3073" y="1475"/>
                </a:lnTo>
                <a:lnTo>
                  <a:pt x="3075" y="1475"/>
                </a:lnTo>
                <a:lnTo>
                  <a:pt x="3112" y="1480"/>
                </a:lnTo>
                <a:lnTo>
                  <a:pt x="3115" y="1480"/>
                </a:lnTo>
                <a:lnTo>
                  <a:pt x="3117" y="1481"/>
                </a:lnTo>
                <a:lnTo>
                  <a:pt x="3148" y="1490"/>
                </a:lnTo>
                <a:lnTo>
                  <a:pt x="3150" y="1491"/>
                </a:lnTo>
                <a:lnTo>
                  <a:pt x="3152" y="1492"/>
                </a:lnTo>
                <a:lnTo>
                  <a:pt x="3182" y="1507"/>
                </a:lnTo>
                <a:lnTo>
                  <a:pt x="3184" y="1508"/>
                </a:lnTo>
                <a:lnTo>
                  <a:pt x="3185" y="1510"/>
                </a:lnTo>
                <a:lnTo>
                  <a:pt x="3218" y="1533"/>
                </a:lnTo>
                <a:lnTo>
                  <a:pt x="3220" y="1535"/>
                </a:lnTo>
                <a:lnTo>
                  <a:pt x="3255" y="1566"/>
                </a:lnTo>
                <a:lnTo>
                  <a:pt x="3256" y="1568"/>
                </a:lnTo>
                <a:lnTo>
                  <a:pt x="3291" y="1605"/>
                </a:lnTo>
                <a:lnTo>
                  <a:pt x="3292" y="1607"/>
                </a:lnTo>
                <a:lnTo>
                  <a:pt x="3324" y="1651"/>
                </a:lnTo>
                <a:lnTo>
                  <a:pt x="3325" y="1653"/>
                </a:lnTo>
                <a:lnTo>
                  <a:pt x="3357" y="1705"/>
                </a:lnTo>
                <a:lnTo>
                  <a:pt x="3358" y="1706"/>
                </a:lnTo>
                <a:lnTo>
                  <a:pt x="3390" y="1769"/>
                </a:lnTo>
                <a:lnTo>
                  <a:pt x="3391" y="1770"/>
                </a:lnTo>
                <a:lnTo>
                  <a:pt x="3425" y="1844"/>
                </a:lnTo>
                <a:lnTo>
                  <a:pt x="3425" y="1845"/>
                </a:lnTo>
                <a:lnTo>
                  <a:pt x="3461" y="1931"/>
                </a:lnTo>
                <a:lnTo>
                  <a:pt x="3461" y="1931"/>
                </a:lnTo>
                <a:lnTo>
                  <a:pt x="3500" y="2029"/>
                </a:lnTo>
                <a:lnTo>
                  <a:pt x="3500" y="2030"/>
                </a:lnTo>
                <a:lnTo>
                  <a:pt x="3541" y="2139"/>
                </a:lnTo>
                <a:lnTo>
                  <a:pt x="3541" y="2140"/>
                </a:lnTo>
                <a:lnTo>
                  <a:pt x="3582" y="2258"/>
                </a:lnTo>
                <a:lnTo>
                  <a:pt x="3582" y="2259"/>
                </a:lnTo>
                <a:lnTo>
                  <a:pt x="3623" y="2386"/>
                </a:lnTo>
                <a:lnTo>
                  <a:pt x="3623" y="2387"/>
                </a:lnTo>
                <a:lnTo>
                  <a:pt x="3662" y="2521"/>
                </a:lnTo>
                <a:lnTo>
                  <a:pt x="3662" y="2521"/>
                </a:lnTo>
                <a:lnTo>
                  <a:pt x="3698" y="2661"/>
                </a:lnTo>
                <a:lnTo>
                  <a:pt x="3699" y="2662"/>
                </a:lnTo>
                <a:lnTo>
                  <a:pt x="3733" y="2811"/>
                </a:lnTo>
                <a:lnTo>
                  <a:pt x="3733" y="2811"/>
                </a:lnTo>
                <a:lnTo>
                  <a:pt x="3766" y="2972"/>
                </a:lnTo>
                <a:lnTo>
                  <a:pt x="3766" y="2972"/>
                </a:lnTo>
                <a:lnTo>
                  <a:pt x="3798" y="3140"/>
                </a:lnTo>
                <a:lnTo>
                  <a:pt x="3798" y="3140"/>
                </a:lnTo>
                <a:lnTo>
                  <a:pt x="3828" y="3312"/>
                </a:lnTo>
                <a:lnTo>
                  <a:pt x="3829" y="3312"/>
                </a:lnTo>
                <a:lnTo>
                  <a:pt x="3857" y="3485"/>
                </a:lnTo>
                <a:lnTo>
                  <a:pt x="3857" y="3485"/>
                </a:lnTo>
                <a:lnTo>
                  <a:pt x="3882" y="3655"/>
                </a:lnTo>
                <a:lnTo>
                  <a:pt x="3882" y="3655"/>
                </a:lnTo>
                <a:lnTo>
                  <a:pt x="3905" y="3822"/>
                </a:lnTo>
                <a:lnTo>
                  <a:pt x="3906" y="3823"/>
                </a:lnTo>
                <a:lnTo>
                  <a:pt x="3926" y="3991"/>
                </a:lnTo>
                <a:lnTo>
                  <a:pt x="3926" y="3991"/>
                </a:lnTo>
                <a:lnTo>
                  <a:pt x="3945" y="4160"/>
                </a:lnTo>
                <a:lnTo>
                  <a:pt x="3945" y="4160"/>
                </a:lnTo>
                <a:lnTo>
                  <a:pt x="3962" y="4330"/>
                </a:lnTo>
                <a:lnTo>
                  <a:pt x="3962" y="4330"/>
                </a:lnTo>
                <a:lnTo>
                  <a:pt x="3978" y="4500"/>
                </a:lnTo>
                <a:lnTo>
                  <a:pt x="3978" y="4500"/>
                </a:lnTo>
                <a:lnTo>
                  <a:pt x="3993" y="4669"/>
                </a:lnTo>
                <a:lnTo>
                  <a:pt x="3993" y="4669"/>
                </a:lnTo>
                <a:lnTo>
                  <a:pt x="4008" y="4838"/>
                </a:lnTo>
                <a:lnTo>
                  <a:pt x="4008" y="4839"/>
                </a:lnTo>
                <a:lnTo>
                  <a:pt x="4020" y="5008"/>
                </a:lnTo>
                <a:lnTo>
                  <a:pt x="4020" y="5008"/>
                </a:lnTo>
                <a:lnTo>
                  <a:pt x="4032" y="5177"/>
                </a:lnTo>
                <a:lnTo>
                  <a:pt x="4032" y="5177"/>
                </a:lnTo>
                <a:lnTo>
                  <a:pt x="4044" y="5347"/>
                </a:lnTo>
                <a:lnTo>
                  <a:pt x="4055" y="5517"/>
                </a:lnTo>
                <a:lnTo>
                  <a:pt x="4055" y="5517"/>
                </a:lnTo>
                <a:lnTo>
                  <a:pt x="4067" y="5687"/>
                </a:lnTo>
                <a:lnTo>
                  <a:pt x="4067" y="5687"/>
                </a:lnTo>
                <a:lnTo>
                  <a:pt x="4080" y="5857"/>
                </a:lnTo>
                <a:lnTo>
                  <a:pt x="4080" y="5857"/>
                </a:lnTo>
                <a:lnTo>
                  <a:pt x="4093" y="6026"/>
                </a:lnTo>
                <a:lnTo>
                  <a:pt x="4106" y="6196"/>
                </a:lnTo>
                <a:lnTo>
                  <a:pt x="4106" y="6196"/>
                </a:lnTo>
                <a:lnTo>
                  <a:pt x="4119" y="6365"/>
                </a:lnTo>
                <a:lnTo>
                  <a:pt x="4119" y="6365"/>
                </a:lnTo>
                <a:lnTo>
                  <a:pt x="4131" y="6534"/>
                </a:lnTo>
                <a:lnTo>
                  <a:pt x="4131" y="6535"/>
                </a:lnTo>
                <a:lnTo>
                  <a:pt x="4141" y="6705"/>
                </a:lnTo>
                <a:lnTo>
                  <a:pt x="4141" y="6706"/>
                </a:lnTo>
                <a:lnTo>
                  <a:pt x="4154" y="6892"/>
                </a:lnTo>
                <a:lnTo>
                  <a:pt x="4154" y="6893"/>
                </a:lnTo>
                <a:lnTo>
                  <a:pt x="4170" y="7098"/>
                </a:lnTo>
                <a:lnTo>
                  <a:pt x="4170" y="7098"/>
                </a:lnTo>
                <a:lnTo>
                  <a:pt x="4185" y="7302"/>
                </a:lnTo>
                <a:lnTo>
                  <a:pt x="4185" y="7303"/>
                </a:lnTo>
                <a:lnTo>
                  <a:pt x="4194" y="7487"/>
                </a:lnTo>
                <a:lnTo>
                  <a:pt x="4194" y="7488"/>
                </a:lnTo>
                <a:lnTo>
                  <a:pt x="4194" y="7589"/>
                </a:lnTo>
                <a:lnTo>
                  <a:pt x="4194" y="7592"/>
                </a:lnTo>
                <a:lnTo>
                  <a:pt x="4193" y="7595"/>
                </a:lnTo>
                <a:lnTo>
                  <a:pt x="4193" y="7597"/>
                </a:lnTo>
                <a:lnTo>
                  <a:pt x="4192" y="7599"/>
                </a:lnTo>
                <a:lnTo>
                  <a:pt x="4191" y="7602"/>
                </a:lnTo>
                <a:lnTo>
                  <a:pt x="4189" y="7604"/>
                </a:lnTo>
                <a:lnTo>
                  <a:pt x="4188" y="7606"/>
                </a:lnTo>
                <a:lnTo>
                  <a:pt x="4186" y="7608"/>
                </a:lnTo>
                <a:lnTo>
                  <a:pt x="4184" y="7610"/>
                </a:lnTo>
                <a:lnTo>
                  <a:pt x="4182" y="7611"/>
                </a:lnTo>
                <a:lnTo>
                  <a:pt x="4180" y="7613"/>
                </a:lnTo>
                <a:lnTo>
                  <a:pt x="4178" y="7614"/>
                </a:lnTo>
                <a:lnTo>
                  <a:pt x="4175" y="7615"/>
                </a:lnTo>
                <a:lnTo>
                  <a:pt x="4173" y="7615"/>
                </a:lnTo>
                <a:lnTo>
                  <a:pt x="4170" y="7616"/>
                </a:lnTo>
                <a:lnTo>
                  <a:pt x="4168" y="7616"/>
                </a:lnTo>
                <a:lnTo>
                  <a:pt x="4165" y="7616"/>
                </a:lnTo>
                <a:lnTo>
                  <a:pt x="4162" y="7615"/>
                </a:lnTo>
                <a:lnTo>
                  <a:pt x="4160" y="7615"/>
                </a:lnTo>
                <a:lnTo>
                  <a:pt x="4158" y="7614"/>
                </a:lnTo>
                <a:lnTo>
                  <a:pt x="4155" y="7613"/>
                </a:lnTo>
                <a:lnTo>
                  <a:pt x="4153" y="7612"/>
                </a:lnTo>
                <a:lnTo>
                  <a:pt x="4151" y="7610"/>
                </a:lnTo>
                <a:lnTo>
                  <a:pt x="4149" y="7608"/>
                </a:lnTo>
                <a:lnTo>
                  <a:pt x="4147" y="7607"/>
                </a:lnTo>
                <a:lnTo>
                  <a:pt x="4119" y="7573"/>
                </a:lnTo>
                <a:lnTo>
                  <a:pt x="4115" y="7570"/>
                </a:lnTo>
                <a:lnTo>
                  <a:pt x="4048" y="7498"/>
                </a:lnTo>
                <a:lnTo>
                  <a:pt x="4042" y="7493"/>
                </a:lnTo>
                <a:lnTo>
                  <a:pt x="4036" y="7488"/>
                </a:lnTo>
                <a:lnTo>
                  <a:pt x="3965" y="7436"/>
                </a:lnTo>
                <a:lnTo>
                  <a:pt x="3959" y="7433"/>
                </a:lnTo>
                <a:lnTo>
                  <a:pt x="3953" y="7429"/>
                </a:lnTo>
                <a:lnTo>
                  <a:pt x="3875" y="7390"/>
                </a:lnTo>
                <a:lnTo>
                  <a:pt x="3874" y="7390"/>
                </a:lnTo>
                <a:lnTo>
                  <a:pt x="3787" y="7348"/>
                </a:lnTo>
                <a:lnTo>
                  <a:pt x="3784" y="7347"/>
                </a:lnTo>
                <a:lnTo>
                  <a:pt x="3692" y="7307"/>
                </a:lnTo>
                <a:lnTo>
                  <a:pt x="3688" y="7305"/>
                </a:lnTo>
                <a:lnTo>
                  <a:pt x="3591" y="7269"/>
                </a:lnTo>
                <a:lnTo>
                  <a:pt x="3585" y="7267"/>
                </a:lnTo>
                <a:lnTo>
                  <a:pt x="3486" y="7238"/>
                </a:lnTo>
                <a:lnTo>
                  <a:pt x="3477" y="7236"/>
                </a:lnTo>
                <a:lnTo>
                  <a:pt x="3378" y="7219"/>
                </a:lnTo>
                <a:lnTo>
                  <a:pt x="3369" y="7218"/>
                </a:lnTo>
                <a:lnTo>
                  <a:pt x="3268" y="7210"/>
                </a:lnTo>
                <a:lnTo>
                  <a:pt x="3262" y="7210"/>
                </a:lnTo>
                <a:lnTo>
                  <a:pt x="3157" y="7209"/>
                </a:lnTo>
                <a:lnTo>
                  <a:pt x="3151" y="7209"/>
                </a:lnTo>
                <a:lnTo>
                  <a:pt x="3043" y="7216"/>
                </a:lnTo>
                <a:lnTo>
                  <a:pt x="3036" y="7216"/>
                </a:lnTo>
                <a:lnTo>
                  <a:pt x="2927" y="7232"/>
                </a:lnTo>
                <a:lnTo>
                  <a:pt x="2920" y="7233"/>
                </a:lnTo>
                <a:lnTo>
                  <a:pt x="2810" y="7258"/>
                </a:lnTo>
                <a:lnTo>
                  <a:pt x="2802" y="7260"/>
                </a:lnTo>
                <a:lnTo>
                  <a:pt x="2693" y="7296"/>
                </a:lnTo>
                <a:lnTo>
                  <a:pt x="2685" y="7299"/>
                </a:lnTo>
                <a:lnTo>
                  <a:pt x="2573" y="7348"/>
                </a:lnTo>
                <a:lnTo>
                  <a:pt x="2567" y="7351"/>
                </a:lnTo>
                <a:lnTo>
                  <a:pt x="2451" y="7414"/>
                </a:lnTo>
                <a:lnTo>
                  <a:pt x="2446" y="7417"/>
                </a:lnTo>
                <a:lnTo>
                  <a:pt x="2329" y="7490"/>
                </a:lnTo>
                <a:lnTo>
                  <a:pt x="2325" y="7492"/>
                </a:lnTo>
                <a:lnTo>
                  <a:pt x="2212" y="7571"/>
                </a:lnTo>
                <a:lnTo>
                  <a:pt x="2209" y="7573"/>
                </a:lnTo>
                <a:lnTo>
                  <a:pt x="2101" y="7654"/>
                </a:lnTo>
                <a:lnTo>
                  <a:pt x="2099" y="7656"/>
                </a:lnTo>
                <a:lnTo>
                  <a:pt x="2002" y="7735"/>
                </a:lnTo>
                <a:lnTo>
                  <a:pt x="1996" y="7740"/>
                </a:lnTo>
                <a:lnTo>
                  <a:pt x="1909" y="7824"/>
                </a:lnTo>
                <a:lnTo>
                  <a:pt x="1904" y="7830"/>
                </a:lnTo>
                <a:lnTo>
                  <a:pt x="1823" y="7924"/>
                </a:lnTo>
                <a:lnTo>
                  <a:pt x="1820" y="7927"/>
                </a:lnTo>
                <a:lnTo>
                  <a:pt x="1745" y="8024"/>
                </a:lnTo>
                <a:lnTo>
                  <a:pt x="1744" y="8025"/>
                </a:lnTo>
                <a:lnTo>
                  <a:pt x="1677" y="8115"/>
                </a:lnTo>
                <a:lnTo>
                  <a:pt x="1677" y="8116"/>
                </a:lnTo>
                <a:lnTo>
                  <a:pt x="1620" y="8188"/>
                </a:lnTo>
                <a:lnTo>
                  <a:pt x="1618" y="8190"/>
                </a:lnTo>
                <a:lnTo>
                  <a:pt x="1573" y="8237"/>
                </a:lnTo>
                <a:lnTo>
                  <a:pt x="1571" y="8239"/>
                </a:lnTo>
                <a:lnTo>
                  <a:pt x="1557" y="82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452261" y="2188517"/>
            <a:ext cx="1249941" cy="2773728"/>
          </a:xfrm>
          <a:custGeom>
            <a:avLst/>
            <a:gdLst/>
            <a:ahLst/>
            <a:cxnLst/>
            <a:rect l="0" t="0" r="r" b="b"/>
            <a:pathLst>
              <a:path w="2204" h="5055" fill="none">
                <a:moveTo>
                  <a:pt x="240" y="5047"/>
                </a:moveTo>
                <a:lnTo>
                  <a:pt x="274" y="5011"/>
                </a:lnTo>
                <a:lnTo>
                  <a:pt x="317" y="4957"/>
                </a:lnTo>
                <a:lnTo>
                  <a:pt x="367" y="4889"/>
                </a:lnTo>
                <a:lnTo>
                  <a:pt x="368" y="4888"/>
                </a:lnTo>
                <a:lnTo>
                  <a:pt x="424" y="4816"/>
                </a:lnTo>
                <a:lnTo>
                  <a:pt x="427" y="4813"/>
                </a:lnTo>
                <a:lnTo>
                  <a:pt x="488" y="4741"/>
                </a:lnTo>
                <a:lnTo>
                  <a:pt x="493" y="4736"/>
                </a:lnTo>
                <a:lnTo>
                  <a:pt x="559" y="4672"/>
                </a:lnTo>
                <a:lnTo>
                  <a:pt x="564" y="4668"/>
                </a:lnTo>
                <a:lnTo>
                  <a:pt x="637" y="4608"/>
                </a:lnTo>
                <a:lnTo>
                  <a:pt x="639" y="4607"/>
                </a:lnTo>
                <a:lnTo>
                  <a:pt x="720" y="4546"/>
                </a:lnTo>
                <a:lnTo>
                  <a:pt x="723" y="4544"/>
                </a:lnTo>
                <a:lnTo>
                  <a:pt x="809" y="4484"/>
                </a:lnTo>
                <a:lnTo>
                  <a:pt x="812" y="4482"/>
                </a:lnTo>
                <a:lnTo>
                  <a:pt x="900" y="4427"/>
                </a:lnTo>
                <a:lnTo>
                  <a:pt x="904" y="4425"/>
                </a:lnTo>
                <a:lnTo>
                  <a:pt x="992" y="4377"/>
                </a:lnTo>
                <a:lnTo>
                  <a:pt x="997" y="4375"/>
                </a:lnTo>
                <a:lnTo>
                  <a:pt x="1082" y="4337"/>
                </a:lnTo>
                <a:lnTo>
                  <a:pt x="1089" y="4334"/>
                </a:lnTo>
                <a:lnTo>
                  <a:pt x="1172" y="4307"/>
                </a:lnTo>
                <a:lnTo>
                  <a:pt x="1179" y="4306"/>
                </a:lnTo>
                <a:lnTo>
                  <a:pt x="1262" y="4287"/>
                </a:lnTo>
                <a:lnTo>
                  <a:pt x="1269" y="4285"/>
                </a:lnTo>
                <a:lnTo>
                  <a:pt x="1351" y="4274"/>
                </a:lnTo>
                <a:lnTo>
                  <a:pt x="1357" y="4273"/>
                </a:lnTo>
                <a:lnTo>
                  <a:pt x="1439" y="4268"/>
                </a:lnTo>
                <a:lnTo>
                  <a:pt x="1444" y="4268"/>
                </a:lnTo>
                <a:lnTo>
                  <a:pt x="1524" y="4269"/>
                </a:lnTo>
                <a:lnTo>
                  <a:pt x="1529" y="4269"/>
                </a:lnTo>
                <a:lnTo>
                  <a:pt x="1606" y="4275"/>
                </a:lnTo>
                <a:lnTo>
                  <a:pt x="1613" y="4276"/>
                </a:lnTo>
                <a:lnTo>
                  <a:pt x="1689" y="4289"/>
                </a:lnTo>
                <a:lnTo>
                  <a:pt x="1697" y="4291"/>
                </a:lnTo>
                <a:lnTo>
                  <a:pt x="1772" y="4312"/>
                </a:lnTo>
                <a:lnTo>
                  <a:pt x="1778" y="4314"/>
                </a:lnTo>
                <a:lnTo>
                  <a:pt x="1851" y="4342"/>
                </a:lnTo>
                <a:lnTo>
                  <a:pt x="1855" y="4343"/>
                </a:lnTo>
                <a:lnTo>
                  <a:pt x="1924" y="4374"/>
                </a:lnTo>
                <a:lnTo>
                  <a:pt x="1927" y="4375"/>
                </a:lnTo>
                <a:lnTo>
                  <a:pt x="1992" y="4406"/>
                </a:lnTo>
                <a:lnTo>
                  <a:pt x="1993" y="4407"/>
                </a:lnTo>
                <a:lnTo>
                  <a:pt x="2052" y="4436"/>
                </a:lnTo>
                <a:lnTo>
                  <a:pt x="2058" y="4439"/>
                </a:lnTo>
                <a:lnTo>
                  <a:pt x="2063" y="4443"/>
                </a:lnTo>
                <a:lnTo>
                  <a:pt x="2118" y="4482"/>
                </a:lnTo>
                <a:lnTo>
                  <a:pt x="2123" y="4487"/>
                </a:lnTo>
                <a:lnTo>
                  <a:pt x="2128" y="4491"/>
                </a:lnTo>
                <a:lnTo>
                  <a:pt x="2180" y="4546"/>
                </a:lnTo>
                <a:lnTo>
                  <a:pt x="2182" y="4549"/>
                </a:lnTo>
                <a:lnTo>
                  <a:pt x="2204" y="4574"/>
                </a:lnTo>
                <a:lnTo>
                  <a:pt x="2204" y="4498"/>
                </a:lnTo>
                <a:lnTo>
                  <a:pt x="2197" y="4360"/>
                </a:lnTo>
                <a:lnTo>
                  <a:pt x="2186" y="4206"/>
                </a:lnTo>
                <a:lnTo>
                  <a:pt x="2174" y="4052"/>
                </a:lnTo>
                <a:lnTo>
                  <a:pt x="2174" y="4051"/>
                </a:lnTo>
                <a:lnTo>
                  <a:pt x="2164" y="3911"/>
                </a:lnTo>
                <a:lnTo>
                  <a:pt x="2164" y="3911"/>
                </a:lnTo>
                <a:lnTo>
                  <a:pt x="2157" y="3783"/>
                </a:lnTo>
                <a:lnTo>
                  <a:pt x="2148" y="3655"/>
                </a:lnTo>
                <a:lnTo>
                  <a:pt x="2138" y="3528"/>
                </a:lnTo>
                <a:lnTo>
                  <a:pt x="2128" y="3401"/>
                </a:lnTo>
                <a:lnTo>
                  <a:pt x="2118" y="3274"/>
                </a:lnTo>
                <a:lnTo>
                  <a:pt x="2118" y="3274"/>
                </a:lnTo>
                <a:lnTo>
                  <a:pt x="2109" y="3146"/>
                </a:lnTo>
                <a:lnTo>
                  <a:pt x="2109" y="3146"/>
                </a:lnTo>
                <a:lnTo>
                  <a:pt x="2100" y="3018"/>
                </a:lnTo>
                <a:lnTo>
                  <a:pt x="2100" y="3018"/>
                </a:lnTo>
                <a:lnTo>
                  <a:pt x="2091" y="2890"/>
                </a:lnTo>
                <a:lnTo>
                  <a:pt x="2082" y="2763"/>
                </a:lnTo>
                <a:lnTo>
                  <a:pt x="2074" y="2636"/>
                </a:lnTo>
                <a:lnTo>
                  <a:pt x="2064" y="2509"/>
                </a:lnTo>
                <a:lnTo>
                  <a:pt x="2053" y="2382"/>
                </a:lnTo>
                <a:lnTo>
                  <a:pt x="2041" y="2254"/>
                </a:lnTo>
                <a:lnTo>
                  <a:pt x="2029" y="2127"/>
                </a:lnTo>
                <a:lnTo>
                  <a:pt x="2017" y="1999"/>
                </a:lnTo>
                <a:lnTo>
                  <a:pt x="2003" y="1872"/>
                </a:lnTo>
                <a:lnTo>
                  <a:pt x="1987" y="1746"/>
                </a:lnTo>
                <a:lnTo>
                  <a:pt x="1970" y="1620"/>
                </a:lnTo>
                <a:lnTo>
                  <a:pt x="1951" y="1493"/>
                </a:lnTo>
                <a:lnTo>
                  <a:pt x="1930" y="1363"/>
                </a:lnTo>
                <a:lnTo>
                  <a:pt x="1907" y="1234"/>
                </a:lnTo>
                <a:lnTo>
                  <a:pt x="1883" y="1108"/>
                </a:lnTo>
                <a:lnTo>
                  <a:pt x="1858" y="988"/>
                </a:lnTo>
                <a:lnTo>
                  <a:pt x="1832" y="876"/>
                </a:lnTo>
                <a:lnTo>
                  <a:pt x="1805" y="771"/>
                </a:lnTo>
                <a:lnTo>
                  <a:pt x="1776" y="670"/>
                </a:lnTo>
                <a:lnTo>
                  <a:pt x="1745" y="575"/>
                </a:lnTo>
                <a:lnTo>
                  <a:pt x="1714" y="485"/>
                </a:lnTo>
                <a:lnTo>
                  <a:pt x="1684" y="403"/>
                </a:lnTo>
                <a:lnTo>
                  <a:pt x="1655" y="330"/>
                </a:lnTo>
                <a:lnTo>
                  <a:pt x="1627" y="265"/>
                </a:lnTo>
                <a:lnTo>
                  <a:pt x="1602" y="209"/>
                </a:lnTo>
                <a:lnTo>
                  <a:pt x="1578" y="162"/>
                </a:lnTo>
                <a:lnTo>
                  <a:pt x="1554" y="123"/>
                </a:lnTo>
                <a:lnTo>
                  <a:pt x="1530" y="91"/>
                </a:lnTo>
                <a:lnTo>
                  <a:pt x="1505" y="63"/>
                </a:lnTo>
                <a:lnTo>
                  <a:pt x="1478" y="39"/>
                </a:lnTo>
                <a:lnTo>
                  <a:pt x="1454" y="22"/>
                </a:lnTo>
                <a:lnTo>
                  <a:pt x="1432" y="10"/>
                </a:lnTo>
                <a:lnTo>
                  <a:pt x="1409" y="3"/>
                </a:lnTo>
                <a:lnTo>
                  <a:pt x="1381" y="0"/>
                </a:lnTo>
                <a:lnTo>
                  <a:pt x="1344" y="1"/>
                </a:lnTo>
                <a:lnTo>
                  <a:pt x="1297" y="10"/>
                </a:lnTo>
                <a:lnTo>
                  <a:pt x="1240" y="25"/>
                </a:lnTo>
                <a:lnTo>
                  <a:pt x="1177" y="48"/>
                </a:lnTo>
                <a:lnTo>
                  <a:pt x="1111" y="75"/>
                </a:lnTo>
                <a:lnTo>
                  <a:pt x="1047" y="107"/>
                </a:lnTo>
                <a:lnTo>
                  <a:pt x="987" y="143"/>
                </a:lnTo>
                <a:lnTo>
                  <a:pt x="930" y="182"/>
                </a:lnTo>
                <a:lnTo>
                  <a:pt x="873" y="226"/>
                </a:lnTo>
                <a:lnTo>
                  <a:pt x="817" y="275"/>
                </a:lnTo>
                <a:lnTo>
                  <a:pt x="762" y="329"/>
                </a:lnTo>
                <a:lnTo>
                  <a:pt x="709" y="386"/>
                </a:lnTo>
                <a:lnTo>
                  <a:pt x="658" y="446"/>
                </a:lnTo>
                <a:lnTo>
                  <a:pt x="609" y="510"/>
                </a:lnTo>
                <a:lnTo>
                  <a:pt x="561" y="579"/>
                </a:lnTo>
                <a:lnTo>
                  <a:pt x="516" y="651"/>
                </a:lnTo>
                <a:lnTo>
                  <a:pt x="472" y="728"/>
                </a:lnTo>
                <a:lnTo>
                  <a:pt x="429" y="807"/>
                </a:lnTo>
                <a:lnTo>
                  <a:pt x="389" y="890"/>
                </a:lnTo>
                <a:lnTo>
                  <a:pt x="350" y="976"/>
                </a:lnTo>
                <a:lnTo>
                  <a:pt x="313" y="1066"/>
                </a:lnTo>
                <a:lnTo>
                  <a:pt x="278" y="1160"/>
                </a:lnTo>
                <a:lnTo>
                  <a:pt x="244" y="1256"/>
                </a:lnTo>
                <a:lnTo>
                  <a:pt x="213" y="1355"/>
                </a:lnTo>
                <a:lnTo>
                  <a:pt x="185" y="1455"/>
                </a:lnTo>
                <a:lnTo>
                  <a:pt x="159" y="1558"/>
                </a:lnTo>
                <a:lnTo>
                  <a:pt x="135" y="1664"/>
                </a:lnTo>
                <a:lnTo>
                  <a:pt x="114" y="1772"/>
                </a:lnTo>
                <a:lnTo>
                  <a:pt x="95" y="1883"/>
                </a:lnTo>
                <a:lnTo>
                  <a:pt x="77" y="1994"/>
                </a:lnTo>
                <a:lnTo>
                  <a:pt x="61" y="2106"/>
                </a:lnTo>
                <a:lnTo>
                  <a:pt x="48" y="2219"/>
                </a:lnTo>
                <a:lnTo>
                  <a:pt x="36" y="2333"/>
                </a:lnTo>
                <a:lnTo>
                  <a:pt x="26" y="2448"/>
                </a:lnTo>
                <a:lnTo>
                  <a:pt x="18" y="2564"/>
                </a:lnTo>
                <a:lnTo>
                  <a:pt x="12" y="2680"/>
                </a:lnTo>
                <a:lnTo>
                  <a:pt x="6" y="2795"/>
                </a:lnTo>
                <a:lnTo>
                  <a:pt x="3" y="2911"/>
                </a:lnTo>
                <a:lnTo>
                  <a:pt x="0" y="3027"/>
                </a:lnTo>
                <a:lnTo>
                  <a:pt x="0" y="3143"/>
                </a:lnTo>
                <a:lnTo>
                  <a:pt x="0" y="3258"/>
                </a:lnTo>
                <a:lnTo>
                  <a:pt x="3" y="3372"/>
                </a:lnTo>
                <a:lnTo>
                  <a:pt x="6" y="3485"/>
                </a:lnTo>
                <a:lnTo>
                  <a:pt x="12" y="3598"/>
                </a:lnTo>
                <a:lnTo>
                  <a:pt x="20" y="3710"/>
                </a:lnTo>
                <a:lnTo>
                  <a:pt x="29" y="3822"/>
                </a:lnTo>
                <a:lnTo>
                  <a:pt x="39" y="3932"/>
                </a:lnTo>
                <a:lnTo>
                  <a:pt x="50" y="4039"/>
                </a:lnTo>
                <a:lnTo>
                  <a:pt x="62" y="4141"/>
                </a:lnTo>
                <a:lnTo>
                  <a:pt x="74" y="4238"/>
                </a:lnTo>
                <a:lnTo>
                  <a:pt x="87" y="4331"/>
                </a:lnTo>
                <a:lnTo>
                  <a:pt x="100" y="4421"/>
                </a:lnTo>
                <a:lnTo>
                  <a:pt x="115" y="4507"/>
                </a:lnTo>
                <a:lnTo>
                  <a:pt x="129" y="4591"/>
                </a:lnTo>
                <a:lnTo>
                  <a:pt x="144" y="4672"/>
                </a:lnTo>
                <a:lnTo>
                  <a:pt x="159" y="4753"/>
                </a:lnTo>
                <a:lnTo>
                  <a:pt x="175" y="4835"/>
                </a:lnTo>
                <a:lnTo>
                  <a:pt x="190" y="4912"/>
                </a:lnTo>
                <a:lnTo>
                  <a:pt x="206" y="4980"/>
                </a:lnTo>
                <a:lnTo>
                  <a:pt x="221" y="5034"/>
                </a:lnTo>
                <a:lnTo>
                  <a:pt x="230" y="5055"/>
                </a:lnTo>
                <a:lnTo>
                  <a:pt x="240" y="5047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557" y="8250"/>
                </a:moveTo>
                <a:lnTo>
                  <a:pt x="1555" y="8252"/>
                </a:lnTo>
                <a:lnTo>
                  <a:pt x="1553" y="8253"/>
                </a:lnTo>
                <a:lnTo>
                  <a:pt x="1550" y="8254"/>
                </a:lnTo>
                <a:lnTo>
                  <a:pt x="1548" y="8255"/>
                </a:lnTo>
                <a:lnTo>
                  <a:pt x="1545" y="8256"/>
                </a:lnTo>
                <a:lnTo>
                  <a:pt x="1543" y="8256"/>
                </a:lnTo>
                <a:lnTo>
                  <a:pt x="1540" y="8256"/>
                </a:lnTo>
                <a:lnTo>
                  <a:pt x="1538" y="8256"/>
                </a:lnTo>
                <a:lnTo>
                  <a:pt x="1535" y="8256"/>
                </a:lnTo>
                <a:lnTo>
                  <a:pt x="1532" y="8255"/>
                </a:lnTo>
                <a:lnTo>
                  <a:pt x="1530" y="8254"/>
                </a:lnTo>
                <a:lnTo>
                  <a:pt x="1528" y="8253"/>
                </a:lnTo>
                <a:lnTo>
                  <a:pt x="1525" y="8252"/>
                </a:lnTo>
                <a:lnTo>
                  <a:pt x="1523" y="8250"/>
                </a:lnTo>
                <a:lnTo>
                  <a:pt x="1521" y="8248"/>
                </a:lnTo>
                <a:lnTo>
                  <a:pt x="1520" y="8246"/>
                </a:lnTo>
                <a:lnTo>
                  <a:pt x="1518" y="8244"/>
                </a:lnTo>
                <a:lnTo>
                  <a:pt x="1517" y="8242"/>
                </a:lnTo>
                <a:lnTo>
                  <a:pt x="1516" y="8240"/>
                </a:lnTo>
                <a:lnTo>
                  <a:pt x="1504" y="8212"/>
                </a:lnTo>
                <a:lnTo>
                  <a:pt x="1503" y="8209"/>
                </a:lnTo>
                <a:lnTo>
                  <a:pt x="1483" y="8137"/>
                </a:lnTo>
                <a:lnTo>
                  <a:pt x="1482" y="8136"/>
                </a:lnTo>
                <a:lnTo>
                  <a:pt x="1462" y="8045"/>
                </a:lnTo>
                <a:lnTo>
                  <a:pt x="1462" y="8044"/>
                </a:lnTo>
                <a:lnTo>
                  <a:pt x="1441" y="7941"/>
                </a:lnTo>
                <a:lnTo>
                  <a:pt x="1441" y="7941"/>
                </a:lnTo>
                <a:lnTo>
                  <a:pt x="1421" y="7832"/>
                </a:lnTo>
                <a:lnTo>
                  <a:pt x="1401" y="7724"/>
                </a:lnTo>
                <a:lnTo>
                  <a:pt x="1381" y="7617"/>
                </a:lnTo>
                <a:lnTo>
                  <a:pt x="1381" y="7616"/>
                </a:lnTo>
                <a:lnTo>
                  <a:pt x="1361" y="7505"/>
                </a:lnTo>
                <a:lnTo>
                  <a:pt x="1361" y="7505"/>
                </a:lnTo>
                <a:lnTo>
                  <a:pt x="1342" y="7390"/>
                </a:lnTo>
                <a:lnTo>
                  <a:pt x="1342" y="7389"/>
                </a:lnTo>
                <a:lnTo>
                  <a:pt x="1324" y="7270"/>
                </a:lnTo>
                <a:lnTo>
                  <a:pt x="1324" y="7269"/>
                </a:lnTo>
                <a:lnTo>
                  <a:pt x="1306" y="7145"/>
                </a:lnTo>
                <a:lnTo>
                  <a:pt x="1306" y="7145"/>
                </a:lnTo>
                <a:lnTo>
                  <a:pt x="1290" y="7016"/>
                </a:lnTo>
                <a:lnTo>
                  <a:pt x="1290" y="7016"/>
                </a:lnTo>
                <a:lnTo>
                  <a:pt x="1275" y="6880"/>
                </a:lnTo>
                <a:lnTo>
                  <a:pt x="1275" y="6880"/>
                </a:lnTo>
                <a:lnTo>
                  <a:pt x="1260" y="6738"/>
                </a:lnTo>
                <a:lnTo>
                  <a:pt x="1260" y="6738"/>
                </a:lnTo>
                <a:lnTo>
                  <a:pt x="1247" y="6592"/>
                </a:lnTo>
                <a:lnTo>
                  <a:pt x="1246" y="6591"/>
                </a:lnTo>
                <a:lnTo>
                  <a:pt x="1234" y="6442"/>
                </a:lnTo>
                <a:lnTo>
                  <a:pt x="1234" y="6442"/>
                </a:lnTo>
                <a:lnTo>
                  <a:pt x="1224" y="6292"/>
                </a:lnTo>
                <a:lnTo>
                  <a:pt x="1224" y="6291"/>
                </a:lnTo>
                <a:lnTo>
                  <a:pt x="1217" y="6142"/>
                </a:lnTo>
                <a:lnTo>
                  <a:pt x="1217" y="6141"/>
                </a:lnTo>
                <a:lnTo>
                  <a:pt x="1212" y="5991"/>
                </a:lnTo>
                <a:lnTo>
                  <a:pt x="1212" y="5991"/>
                </a:lnTo>
                <a:lnTo>
                  <a:pt x="1208" y="5839"/>
                </a:lnTo>
                <a:lnTo>
                  <a:pt x="1208" y="5838"/>
                </a:lnTo>
                <a:lnTo>
                  <a:pt x="1207" y="5685"/>
                </a:lnTo>
                <a:lnTo>
                  <a:pt x="1207" y="5684"/>
                </a:lnTo>
                <a:lnTo>
                  <a:pt x="1208" y="5530"/>
                </a:lnTo>
                <a:lnTo>
                  <a:pt x="1208" y="5530"/>
                </a:lnTo>
                <a:lnTo>
                  <a:pt x="1212" y="5376"/>
                </a:lnTo>
                <a:lnTo>
                  <a:pt x="1212" y="5375"/>
                </a:lnTo>
                <a:lnTo>
                  <a:pt x="1217" y="5222"/>
                </a:lnTo>
                <a:lnTo>
                  <a:pt x="1217" y="5221"/>
                </a:lnTo>
                <a:lnTo>
                  <a:pt x="1224" y="5068"/>
                </a:lnTo>
                <a:lnTo>
                  <a:pt x="1224" y="5067"/>
                </a:lnTo>
                <a:lnTo>
                  <a:pt x="1232" y="4913"/>
                </a:lnTo>
                <a:lnTo>
                  <a:pt x="1232" y="4913"/>
                </a:lnTo>
                <a:lnTo>
                  <a:pt x="1243" y="4758"/>
                </a:lnTo>
                <a:lnTo>
                  <a:pt x="1243" y="4758"/>
                </a:lnTo>
                <a:lnTo>
                  <a:pt x="1256" y="4605"/>
                </a:lnTo>
                <a:lnTo>
                  <a:pt x="1256" y="4604"/>
                </a:lnTo>
                <a:lnTo>
                  <a:pt x="1272" y="4453"/>
                </a:lnTo>
                <a:lnTo>
                  <a:pt x="1272" y="4452"/>
                </a:lnTo>
                <a:lnTo>
                  <a:pt x="1290" y="4302"/>
                </a:lnTo>
                <a:lnTo>
                  <a:pt x="1290" y="4302"/>
                </a:lnTo>
                <a:lnTo>
                  <a:pt x="1311" y="4153"/>
                </a:lnTo>
                <a:lnTo>
                  <a:pt x="1311" y="4152"/>
                </a:lnTo>
                <a:lnTo>
                  <a:pt x="1334" y="4004"/>
                </a:lnTo>
                <a:lnTo>
                  <a:pt x="1334" y="4003"/>
                </a:lnTo>
                <a:lnTo>
                  <a:pt x="1360" y="3856"/>
                </a:lnTo>
                <a:lnTo>
                  <a:pt x="1360" y="3856"/>
                </a:lnTo>
                <a:lnTo>
                  <a:pt x="1389" y="3711"/>
                </a:lnTo>
                <a:lnTo>
                  <a:pt x="1389" y="3711"/>
                </a:lnTo>
                <a:lnTo>
                  <a:pt x="1420" y="3570"/>
                </a:lnTo>
                <a:lnTo>
                  <a:pt x="1420" y="3569"/>
                </a:lnTo>
                <a:lnTo>
                  <a:pt x="1455" y="3432"/>
                </a:lnTo>
                <a:lnTo>
                  <a:pt x="1455" y="3431"/>
                </a:lnTo>
                <a:lnTo>
                  <a:pt x="1493" y="3298"/>
                </a:lnTo>
                <a:lnTo>
                  <a:pt x="1493" y="3297"/>
                </a:lnTo>
                <a:lnTo>
                  <a:pt x="1535" y="3166"/>
                </a:lnTo>
                <a:lnTo>
                  <a:pt x="1535" y="3165"/>
                </a:lnTo>
                <a:lnTo>
                  <a:pt x="1579" y="3037"/>
                </a:lnTo>
                <a:lnTo>
                  <a:pt x="1579" y="3036"/>
                </a:lnTo>
                <a:lnTo>
                  <a:pt x="1626" y="2912"/>
                </a:lnTo>
                <a:lnTo>
                  <a:pt x="1627" y="2911"/>
                </a:lnTo>
                <a:lnTo>
                  <a:pt x="1676" y="2791"/>
                </a:lnTo>
                <a:lnTo>
                  <a:pt x="1676" y="2791"/>
                </a:lnTo>
                <a:lnTo>
                  <a:pt x="1728" y="2676"/>
                </a:lnTo>
                <a:lnTo>
                  <a:pt x="1728" y="2675"/>
                </a:lnTo>
                <a:lnTo>
                  <a:pt x="1782" y="2565"/>
                </a:lnTo>
                <a:lnTo>
                  <a:pt x="1783" y="2564"/>
                </a:lnTo>
                <a:lnTo>
                  <a:pt x="1839" y="2458"/>
                </a:lnTo>
                <a:lnTo>
                  <a:pt x="1839" y="2457"/>
                </a:lnTo>
                <a:lnTo>
                  <a:pt x="1898" y="2356"/>
                </a:lnTo>
                <a:lnTo>
                  <a:pt x="1898" y="2355"/>
                </a:lnTo>
                <a:lnTo>
                  <a:pt x="1959" y="2258"/>
                </a:lnTo>
                <a:lnTo>
                  <a:pt x="1960" y="2258"/>
                </a:lnTo>
                <a:lnTo>
                  <a:pt x="2023" y="2166"/>
                </a:lnTo>
                <a:lnTo>
                  <a:pt x="2024" y="2165"/>
                </a:lnTo>
                <a:lnTo>
                  <a:pt x="2089" y="2080"/>
                </a:lnTo>
                <a:lnTo>
                  <a:pt x="2090" y="2079"/>
                </a:lnTo>
                <a:lnTo>
                  <a:pt x="2158" y="1998"/>
                </a:lnTo>
                <a:lnTo>
                  <a:pt x="2158" y="1997"/>
                </a:lnTo>
                <a:lnTo>
                  <a:pt x="2229" y="1922"/>
                </a:lnTo>
                <a:lnTo>
                  <a:pt x="2230" y="1921"/>
                </a:lnTo>
                <a:lnTo>
                  <a:pt x="2303" y="1850"/>
                </a:lnTo>
                <a:lnTo>
                  <a:pt x="2304" y="1849"/>
                </a:lnTo>
                <a:lnTo>
                  <a:pt x="2379" y="1783"/>
                </a:lnTo>
                <a:lnTo>
                  <a:pt x="2380" y="1783"/>
                </a:lnTo>
                <a:lnTo>
                  <a:pt x="2456" y="1723"/>
                </a:lnTo>
                <a:lnTo>
                  <a:pt x="2457" y="1723"/>
                </a:lnTo>
                <a:lnTo>
                  <a:pt x="2533" y="1670"/>
                </a:lnTo>
                <a:lnTo>
                  <a:pt x="2535" y="1669"/>
                </a:lnTo>
                <a:lnTo>
                  <a:pt x="2615" y="1622"/>
                </a:lnTo>
                <a:lnTo>
                  <a:pt x="2616" y="1622"/>
                </a:lnTo>
                <a:lnTo>
                  <a:pt x="2701" y="1579"/>
                </a:lnTo>
                <a:lnTo>
                  <a:pt x="2703" y="1578"/>
                </a:lnTo>
                <a:lnTo>
                  <a:pt x="2790" y="1541"/>
                </a:lnTo>
                <a:lnTo>
                  <a:pt x="2791" y="1541"/>
                </a:lnTo>
                <a:lnTo>
                  <a:pt x="2875" y="1511"/>
                </a:lnTo>
                <a:lnTo>
                  <a:pt x="2877" y="1510"/>
                </a:lnTo>
                <a:lnTo>
                  <a:pt x="2953" y="1489"/>
                </a:lnTo>
                <a:lnTo>
                  <a:pt x="2956" y="1489"/>
                </a:lnTo>
                <a:lnTo>
                  <a:pt x="3019" y="1478"/>
                </a:lnTo>
                <a:lnTo>
                  <a:pt x="3022" y="1477"/>
                </a:lnTo>
                <a:lnTo>
                  <a:pt x="3071" y="1475"/>
                </a:lnTo>
                <a:lnTo>
                  <a:pt x="3073" y="1475"/>
                </a:lnTo>
                <a:lnTo>
                  <a:pt x="3075" y="1475"/>
                </a:lnTo>
                <a:lnTo>
                  <a:pt x="3112" y="1480"/>
                </a:lnTo>
                <a:lnTo>
                  <a:pt x="3115" y="1480"/>
                </a:lnTo>
                <a:lnTo>
                  <a:pt x="3117" y="1481"/>
                </a:lnTo>
                <a:lnTo>
                  <a:pt x="3148" y="1490"/>
                </a:lnTo>
                <a:lnTo>
                  <a:pt x="3150" y="1491"/>
                </a:lnTo>
                <a:lnTo>
                  <a:pt x="3152" y="1492"/>
                </a:lnTo>
                <a:lnTo>
                  <a:pt x="3182" y="1507"/>
                </a:lnTo>
                <a:lnTo>
                  <a:pt x="3184" y="1508"/>
                </a:lnTo>
                <a:lnTo>
                  <a:pt x="3185" y="1510"/>
                </a:lnTo>
                <a:lnTo>
                  <a:pt x="3218" y="1533"/>
                </a:lnTo>
                <a:lnTo>
                  <a:pt x="3220" y="1535"/>
                </a:lnTo>
                <a:lnTo>
                  <a:pt x="3255" y="1566"/>
                </a:lnTo>
                <a:lnTo>
                  <a:pt x="3256" y="1568"/>
                </a:lnTo>
                <a:lnTo>
                  <a:pt x="3291" y="1605"/>
                </a:lnTo>
                <a:lnTo>
                  <a:pt x="3292" y="1607"/>
                </a:lnTo>
                <a:lnTo>
                  <a:pt x="3324" y="1651"/>
                </a:lnTo>
                <a:lnTo>
                  <a:pt x="3325" y="1653"/>
                </a:lnTo>
                <a:lnTo>
                  <a:pt x="3357" y="1705"/>
                </a:lnTo>
                <a:lnTo>
                  <a:pt x="3358" y="1706"/>
                </a:lnTo>
                <a:lnTo>
                  <a:pt x="3390" y="1769"/>
                </a:lnTo>
                <a:lnTo>
                  <a:pt x="3391" y="1770"/>
                </a:lnTo>
                <a:lnTo>
                  <a:pt x="3425" y="1844"/>
                </a:lnTo>
                <a:lnTo>
                  <a:pt x="3425" y="1845"/>
                </a:lnTo>
                <a:lnTo>
                  <a:pt x="3461" y="1931"/>
                </a:lnTo>
                <a:lnTo>
                  <a:pt x="3461" y="1931"/>
                </a:lnTo>
                <a:lnTo>
                  <a:pt x="3500" y="2029"/>
                </a:lnTo>
                <a:lnTo>
                  <a:pt x="3500" y="2030"/>
                </a:lnTo>
                <a:lnTo>
                  <a:pt x="3541" y="2139"/>
                </a:lnTo>
                <a:lnTo>
                  <a:pt x="3541" y="2140"/>
                </a:lnTo>
                <a:lnTo>
                  <a:pt x="3582" y="2258"/>
                </a:lnTo>
                <a:lnTo>
                  <a:pt x="3582" y="2259"/>
                </a:lnTo>
                <a:lnTo>
                  <a:pt x="3623" y="2386"/>
                </a:lnTo>
                <a:lnTo>
                  <a:pt x="3623" y="2387"/>
                </a:lnTo>
                <a:lnTo>
                  <a:pt x="3662" y="2521"/>
                </a:lnTo>
                <a:lnTo>
                  <a:pt x="3662" y="2521"/>
                </a:lnTo>
                <a:lnTo>
                  <a:pt x="3698" y="2661"/>
                </a:lnTo>
                <a:lnTo>
                  <a:pt x="3699" y="2662"/>
                </a:lnTo>
                <a:lnTo>
                  <a:pt x="3733" y="2811"/>
                </a:lnTo>
                <a:lnTo>
                  <a:pt x="3733" y="2811"/>
                </a:lnTo>
                <a:lnTo>
                  <a:pt x="3766" y="2972"/>
                </a:lnTo>
                <a:lnTo>
                  <a:pt x="3766" y="2972"/>
                </a:lnTo>
                <a:lnTo>
                  <a:pt x="3798" y="3140"/>
                </a:lnTo>
                <a:lnTo>
                  <a:pt x="3798" y="3140"/>
                </a:lnTo>
                <a:lnTo>
                  <a:pt x="3828" y="3312"/>
                </a:lnTo>
                <a:lnTo>
                  <a:pt x="3829" y="3312"/>
                </a:lnTo>
                <a:lnTo>
                  <a:pt x="3857" y="3485"/>
                </a:lnTo>
                <a:lnTo>
                  <a:pt x="3857" y="3485"/>
                </a:lnTo>
                <a:lnTo>
                  <a:pt x="3882" y="3655"/>
                </a:lnTo>
                <a:lnTo>
                  <a:pt x="3882" y="3655"/>
                </a:lnTo>
                <a:lnTo>
                  <a:pt x="3905" y="3822"/>
                </a:lnTo>
                <a:lnTo>
                  <a:pt x="3906" y="3823"/>
                </a:lnTo>
                <a:lnTo>
                  <a:pt x="3926" y="3991"/>
                </a:lnTo>
                <a:lnTo>
                  <a:pt x="3926" y="3991"/>
                </a:lnTo>
                <a:lnTo>
                  <a:pt x="3945" y="4160"/>
                </a:lnTo>
                <a:lnTo>
                  <a:pt x="3945" y="4160"/>
                </a:lnTo>
                <a:lnTo>
                  <a:pt x="3962" y="4330"/>
                </a:lnTo>
                <a:lnTo>
                  <a:pt x="3962" y="4330"/>
                </a:lnTo>
                <a:lnTo>
                  <a:pt x="3978" y="4500"/>
                </a:lnTo>
                <a:lnTo>
                  <a:pt x="3978" y="4500"/>
                </a:lnTo>
                <a:lnTo>
                  <a:pt x="3993" y="4669"/>
                </a:lnTo>
                <a:lnTo>
                  <a:pt x="3993" y="4669"/>
                </a:lnTo>
                <a:lnTo>
                  <a:pt x="4008" y="4838"/>
                </a:lnTo>
                <a:lnTo>
                  <a:pt x="4008" y="4839"/>
                </a:lnTo>
                <a:lnTo>
                  <a:pt x="4020" y="5008"/>
                </a:lnTo>
                <a:lnTo>
                  <a:pt x="4020" y="5008"/>
                </a:lnTo>
                <a:lnTo>
                  <a:pt x="4032" y="5177"/>
                </a:lnTo>
                <a:lnTo>
                  <a:pt x="4032" y="5177"/>
                </a:lnTo>
                <a:lnTo>
                  <a:pt x="4044" y="5347"/>
                </a:lnTo>
                <a:lnTo>
                  <a:pt x="4055" y="5517"/>
                </a:lnTo>
                <a:lnTo>
                  <a:pt x="4055" y="5517"/>
                </a:lnTo>
                <a:lnTo>
                  <a:pt x="4067" y="5687"/>
                </a:lnTo>
                <a:lnTo>
                  <a:pt x="4067" y="5687"/>
                </a:lnTo>
                <a:lnTo>
                  <a:pt x="4080" y="5857"/>
                </a:lnTo>
                <a:lnTo>
                  <a:pt x="4080" y="5857"/>
                </a:lnTo>
                <a:lnTo>
                  <a:pt x="4093" y="6026"/>
                </a:lnTo>
                <a:lnTo>
                  <a:pt x="4106" y="6196"/>
                </a:lnTo>
                <a:lnTo>
                  <a:pt x="4106" y="6196"/>
                </a:lnTo>
                <a:lnTo>
                  <a:pt x="4119" y="6365"/>
                </a:lnTo>
                <a:lnTo>
                  <a:pt x="4119" y="6365"/>
                </a:lnTo>
                <a:lnTo>
                  <a:pt x="4131" y="6534"/>
                </a:lnTo>
                <a:lnTo>
                  <a:pt x="4131" y="6535"/>
                </a:lnTo>
                <a:lnTo>
                  <a:pt x="4141" y="6705"/>
                </a:lnTo>
                <a:lnTo>
                  <a:pt x="4141" y="6706"/>
                </a:lnTo>
                <a:lnTo>
                  <a:pt x="4154" y="6892"/>
                </a:lnTo>
                <a:lnTo>
                  <a:pt x="4154" y="6893"/>
                </a:lnTo>
                <a:lnTo>
                  <a:pt x="4170" y="7098"/>
                </a:lnTo>
                <a:lnTo>
                  <a:pt x="4170" y="7098"/>
                </a:lnTo>
                <a:lnTo>
                  <a:pt x="4185" y="7302"/>
                </a:lnTo>
                <a:lnTo>
                  <a:pt x="4185" y="7303"/>
                </a:lnTo>
                <a:lnTo>
                  <a:pt x="4194" y="7487"/>
                </a:lnTo>
                <a:lnTo>
                  <a:pt x="4194" y="7488"/>
                </a:lnTo>
                <a:lnTo>
                  <a:pt x="4194" y="7589"/>
                </a:lnTo>
                <a:lnTo>
                  <a:pt x="4194" y="7592"/>
                </a:lnTo>
                <a:lnTo>
                  <a:pt x="4193" y="7595"/>
                </a:lnTo>
                <a:lnTo>
                  <a:pt x="4193" y="7597"/>
                </a:lnTo>
                <a:lnTo>
                  <a:pt x="4192" y="7599"/>
                </a:lnTo>
                <a:lnTo>
                  <a:pt x="4191" y="7602"/>
                </a:lnTo>
                <a:lnTo>
                  <a:pt x="4189" y="7604"/>
                </a:lnTo>
                <a:lnTo>
                  <a:pt x="4188" y="7606"/>
                </a:lnTo>
                <a:lnTo>
                  <a:pt x="4186" y="7608"/>
                </a:lnTo>
                <a:lnTo>
                  <a:pt x="4184" y="7610"/>
                </a:lnTo>
                <a:lnTo>
                  <a:pt x="4182" y="7611"/>
                </a:lnTo>
                <a:lnTo>
                  <a:pt x="4180" y="7613"/>
                </a:lnTo>
                <a:lnTo>
                  <a:pt x="4178" y="7614"/>
                </a:lnTo>
                <a:lnTo>
                  <a:pt x="4175" y="7615"/>
                </a:lnTo>
                <a:lnTo>
                  <a:pt x="4173" y="7615"/>
                </a:lnTo>
                <a:lnTo>
                  <a:pt x="4170" y="7616"/>
                </a:lnTo>
                <a:lnTo>
                  <a:pt x="4168" y="7616"/>
                </a:lnTo>
                <a:lnTo>
                  <a:pt x="4165" y="7616"/>
                </a:lnTo>
                <a:lnTo>
                  <a:pt x="4162" y="7615"/>
                </a:lnTo>
                <a:lnTo>
                  <a:pt x="4160" y="7615"/>
                </a:lnTo>
                <a:lnTo>
                  <a:pt x="4158" y="7614"/>
                </a:lnTo>
                <a:lnTo>
                  <a:pt x="4155" y="7613"/>
                </a:lnTo>
                <a:lnTo>
                  <a:pt x="4153" y="7612"/>
                </a:lnTo>
                <a:lnTo>
                  <a:pt x="4151" y="7610"/>
                </a:lnTo>
                <a:lnTo>
                  <a:pt x="4149" y="7608"/>
                </a:lnTo>
                <a:lnTo>
                  <a:pt x="4147" y="7607"/>
                </a:lnTo>
                <a:lnTo>
                  <a:pt x="4119" y="7573"/>
                </a:lnTo>
                <a:lnTo>
                  <a:pt x="4115" y="7570"/>
                </a:lnTo>
                <a:lnTo>
                  <a:pt x="4048" y="7498"/>
                </a:lnTo>
                <a:lnTo>
                  <a:pt x="4042" y="7493"/>
                </a:lnTo>
                <a:lnTo>
                  <a:pt x="4036" y="7488"/>
                </a:lnTo>
                <a:lnTo>
                  <a:pt x="3965" y="7436"/>
                </a:lnTo>
                <a:lnTo>
                  <a:pt x="3959" y="7433"/>
                </a:lnTo>
                <a:lnTo>
                  <a:pt x="3953" y="7429"/>
                </a:lnTo>
                <a:lnTo>
                  <a:pt x="3875" y="7390"/>
                </a:lnTo>
                <a:lnTo>
                  <a:pt x="3874" y="7390"/>
                </a:lnTo>
                <a:lnTo>
                  <a:pt x="3787" y="7348"/>
                </a:lnTo>
                <a:lnTo>
                  <a:pt x="3784" y="7347"/>
                </a:lnTo>
                <a:lnTo>
                  <a:pt x="3692" y="7307"/>
                </a:lnTo>
                <a:lnTo>
                  <a:pt x="3688" y="7305"/>
                </a:lnTo>
                <a:lnTo>
                  <a:pt x="3591" y="7269"/>
                </a:lnTo>
                <a:lnTo>
                  <a:pt x="3585" y="7267"/>
                </a:lnTo>
                <a:lnTo>
                  <a:pt x="3486" y="7238"/>
                </a:lnTo>
                <a:lnTo>
                  <a:pt x="3477" y="7236"/>
                </a:lnTo>
                <a:lnTo>
                  <a:pt x="3378" y="7219"/>
                </a:lnTo>
                <a:lnTo>
                  <a:pt x="3369" y="7218"/>
                </a:lnTo>
                <a:lnTo>
                  <a:pt x="3268" y="7210"/>
                </a:lnTo>
                <a:lnTo>
                  <a:pt x="3262" y="7210"/>
                </a:lnTo>
                <a:lnTo>
                  <a:pt x="3157" y="7209"/>
                </a:lnTo>
                <a:lnTo>
                  <a:pt x="3151" y="7209"/>
                </a:lnTo>
                <a:lnTo>
                  <a:pt x="3043" y="7216"/>
                </a:lnTo>
                <a:lnTo>
                  <a:pt x="3036" y="7216"/>
                </a:lnTo>
                <a:lnTo>
                  <a:pt x="2927" y="7232"/>
                </a:lnTo>
                <a:lnTo>
                  <a:pt x="2920" y="7233"/>
                </a:lnTo>
                <a:lnTo>
                  <a:pt x="2810" y="7258"/>
                </a:lnTo>
                <a:lnTo>
                  <a:pt x="2802" y="7260"/>
                </a:lnTo>
                <a:lnTo>
                  <a:pt x="2693" y="7296"/>
                </a:lnTo>
                <a:lnTo>
                  <a:pt x="2685" y="7299"/>
                </a:lnTo>
                <a:lnTo>
                  <a:pt x="2573" y="7348"/>
                </a:lnTo>
                <a:lnTo>
                  <a:pt x="2567" y="7351"/>
                </a:lnTo>
                <a:lnTo>
                  <a:pt x="2451" y="7414"/>
                </a:lnTo>
                <a:lnTo>
                  <a:pt x="2446" y="7417"/>
                </a:lnTo>
                <a:lnTo>
                  <a:pt x="2329" y="7490"/>
                </a:lnTo>
                <a:lnTo>
                  <a:pt x="2325" y="7492"/>
                </a:lnTo>
                <a:lnTo>
                  <a:pt x="2212" y="7571"/>
                </a:lnTo>
                <a:lnTo>
                  <a:pt x="2209" y="7573"/>
                </a:lnTo>
                <a:lnTo>
                  <a:pt x="2101" y="7654"/>
                </a:lnTo>
                <a:lnTo>
                  <a:pt x="2099" y="7656"/>
                </a:lnTo>
                <a:lnTo>
                  <a:pt x="2002" y="7735"/>
                </a:lnTo>
                <a:lnTo>
                  <a:pt x="1996" y="7740"/>
                </a:lnTo>
                <a:lnTo>
                  <a:pt x="1909" y="7824"/>
                </a:lnTo>
                <a:lnTo>
                  <a:pt x="1904" y="7830"/>
                </a:lnTo>
                <a:lnTo>
                  <a:pt x="1823" y="7924"/>
                </a:lnTo>
                <a:lnTo>
                  <a:pt x="1820" y="7927"/>
                </a:lnTo>
                <a:lnTo>
                  <a:pt x="1745" y="8024"/>
                </a:lnTo>
                <a:lnTo>
                  <a:pt x="1744" y="8025"/>
                </a:lnTo>
                <a:lnTo>
                  <a:pt x="1677" y="8115"/>
                </a:lnTo>
                <a:lnTo>
                  <a:pt x="1677" y="8116"/>
                </a:lnTo>
                <a:lnTo>
                  <a:pt x="1620" y="8188"/>
                </a:lnTo>
                <a:lnTo>
                  <a:pt x="1618" y="8190"/>
                </a:lnTo>
                <a:lnTo>
                  <a:pt x="1573" y="8237"/>
                </a:lnTo>
                <a:lnTo>
                  <a:pt x="1571" y="8239"/>
                </a:lnTo>
                <a:lnTo>
                  <a:pt x="1557" y="82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814613" y="1495603"/>
            <a:ext cx="584650" cy="1317521"/>
            <a:chOff x="6814613" y="1495603"/>
            <a:chExt cx="584650" cy="1317521"/>
          </a:xfrm>
        </p:grpSpPr>
        <p:sp>
          <p:nvSpPr>
            <p:cNvPr id="34" name="Forma 33"/>
            <p:cNvSpPr/>
            <p:nvPr/>
          </p:nvSpPr>
          <p:spPr>
            <a:xfrm>
              <a:off x="6814613" y="1495603"/>
              <a:ext cx="584650" cy="131752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858078" y="1624901"/>
              <a:ext cx="453007" cy="943178"/>
            </a:xfrm>
            <a:custGeom>
              <a:avLst/>
              <a:gdLst/>
              <a:ahLst/>
              <a:cxnLst/>
              <a:rect l="0" t="0" r="r" b="b"/>
              <a:pathLst>
                <a:path w="1708" h="3619" fill="none">
                  <a:moveTo>
                    <a:pt x="1708" y="1705"/>
                  </a:moveTo>
                  <a:lnTo>
                    <a:pt x="1255" y="1461"/>
                  </a:lnTo>
                  <a:lnTo>
                    <a:pt x="699" y="1043"/>
                  </a:lnTo>
                  <a:lnTo>
                    <a:pt x="385" y="626"/>
                  </a:lnTo>
                </a:path>
                <a:path w="1708" h="3619" fill="none">
                  <a:moveTo>
                    <a:pt x="1255" y="1461"/>
                  </a:moveTo>
                  <a:lnTo>
                    <a:pt x="1047" y="835"/>
                  </a:lnTo>
                  <a:lnTo>
                    <a:pt x="942" y="139"/>
                  </a:lnTo>
                </a:path>
                <a:path w="1708" h="3619" fill="none">
                  <a:moveTo>
                    <a:pt x="1708" y="1705"/>
                  </a:moveTo>
                  <a:lnTo>
                    <a:pt x="1047" y="1809"/>
                  </a:lnTo>
                  <a:lnTo>
                    <a:pt x="351" y="1809"/>
                  </a:lnTo>
                  <a:lnTo>
                    <a:pt x="3" y="1879"/>
                  </a:lnTo>
                </a:path>
                <a:path w="1708" h="3619" fill="none">
                  <a:moveTo>
                    <a:pt x="1047" y="1809"/>
                  </a:moveTo>
                  <a:lnTo>
                    <a:pt x="559" y="2296"/>
                  </a:lnTo>
                  <a:lnTo>
                    <a:pt x="177" y="2714"/>
                  </a:lnTo>
                </a:path>
                <a:path w="1708" h="3619" fill="none">
                  <a:moveTo>
                    <a:pt x="1708" y="1705"/>
                  </a:moveTo>
                  <a:lnTo>
                    <a:pt x="1255" y="2296"/>
                  </a:lnTo>
                  <a:lnTo>
                    <a:pt x="838" y="2992"/>
                  </a:lnTo>
                  <a:lnTo>
                    <a:pt x="455" y="3549"/>
                  </a:lnTo>
                </a:path>
                <a:path w="1708" h="3619" fill="none">
                  <a:moveTo>
                    <a:pt x="1255" y="2296"/>
                  </a:moveTo>
                  <a:lnTo>
                    <a:pt x="1464" y="2992"/>
                  </a:lnTo>
                  <a:lnTo>
                    <a:pt x="1255" y="3619"/>
                  </a:lnTo>
                </a:path>
                <a:path w="1708" h="3619" fill="none">
                  <a:moveTo>
                    <a:pt x="838" y="2992"/>
                  </a:moveTo>
                  <a:lnTo>
                    <a:pt x="281" y="3340"/>
                  </a:lnTo>
                  <a:lnTo>
                    <a:pt x="3" y="3549"/>
                  </a:lnTo>
                </a:path>
                <a:path w="1708" h="3619" fill="none">
                  <a:moveTo>
                    <a:pt x="699" y="1043"/>
                  </a:moveTo>
                  <a:lnTo>
                    <a:pt x="211" y="1183"/>
                  </a:lnTo>
                  <a:lnTo>
                    <a:pt x="0" y="1342"/>
                  </a:lnTo>
                </a:path>
                <a:path w="1708" h="3619" fill="none">
                  <a:moveTo>
                    <a:pt x="1047" y="835"/>
                  </a:moveTo>
                  <a:lnTo>
                    <a:pt x="629" y="417"/>
                  </a:lnTo>
                </a:path>
                <a:path w="1708" h="3619" fill="none">
                  <a:moveTo>
                    <a:pt x="559" y="2296"/>
                  </a:moveTo>
                  <a:lnTo>
                    <a:pt x="629" y="2784"/>
                  </a:lnTo>
                  <a:lnTo>
                    <a:pt x="420" y="3271"/>
                  </a:lnTo>
                </a:path>
                <a:path w="1708" h="3619" fill="none">
                  <a:moveTo>
                    <a:pt x="1708" y="1705"/>
                  </a:moveTo>
                  <a:lnTo>
                    <a:pt x="1603" y="1183"/>
                  </a:lnTo>
                  <a:lnTo>
                    <a:pt x="1395" y="626"/>
                  </a:lnTo>
                  <a:lnTo>
                    <a:pt x="1255" y="0"/>
                  </a:lnTo>
                </a:path>
                <a:path w="1708" h="3619" fill="none">
                  <a:moveTo>
                    <a:pt x="351" y="1809"/>
                  </a:moveTo>
                  <a:lnTo>
                    <a:pt x="142" y="222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830089" y="2069283"/>
              <a:ext cx="490224" cy="550802"/>
            </a:xfrm>
            <a:custGeom>
              <a:avLst/>
              <a:gdLst/>
              <a:ahLst/>
              <a:cxnLst/>
              <a:rect l="0" t="0" r="r" b="b"/>
              <a:pathLst>
                <a:path w="1848" h="2113" fill="none">
                  <a:moveTo>
                    <a:pt x="0" y="115"/>
                  </a:moveTo>
                  <a:lnTo>
                    <a:pt x="126" y="128"/>
                  </a:lnTo>
                  <a:lnTo>
                    <a:pt x="288" y="143"/>
                  </a:lnTo>
                  <a:lnTo>
                    <a:pt x="452" y="155"/>
                  </a:lnTo>
                  <a:lnTo>
                    <a:pt x="595" y="160"/>
                  </a:lnTo>
                  <a:lnTo>
                    <a:pt x="714" y="156"/>
                  </a:lnTo>
                  <a:lnTo>
                    <a:pt x="822" y="148"/>
                  </a:lnTo>
                  <a:lnTo>
                    <a:pt x="927" y="135"/>
                  </a:lnTo>
                  <a:lnTo>
                    <a:pt x="1034" y="120"/>
                  </a:lnTo>
                  <a:lnTo>
                    <a:pt x="1152" y="104"/>
                  </a:lnTo>
                  <a:lnTo>
                    <a:pt x="1294" y="84"/>
                  </a:lnTo>
                  <a:lnTo>
                    <a:pt x="1454" y="61"/>
                  </a:lnTo>
                  <a:lnTo>
                    <a:pt x="1613" y="36"/>
                  </a:lnTo>
                  <a:lnTo>
                    <a:pt x="1751" y="14"/>
                  </a:lnTo>
                  <a:lnTo>
                    <a:pt x="1848" y="0"/>
                  </a:lnTo>
                </a:path>
                <a:path w="1848" h="2113" fill="none">
                  <a:moveTo>
                    <a:pt x="46" y="2113"/>
                  </a:moveTo>
                  <a:lnTo>
                    <a:pt x="124" y="2018"/>
                  </a:lnTo>
                  <a:lnTo>
                    <a:pt x="244" y="1871"/>
                  </a:lnTo>
                  <a:lnTo>
                    <a:pt x="384" y="1700"/>
                  </a:lnTo>
                  <a:lnTo>
                    <a:pt x="530" y="1522"/>
                  </a:lnTo>
                  <a:lnTo>
                    <a:pt x="665" y="1357"/>
                  </a:lnTo>
                  <a:lnTo>
                    <a:pt x="791" y="1199"/>
                  </a:lnTo>
                  <a:lnTo>
                    <a:pt x="919" y="1037"/>
                  </a:lnTo>
                  <a:lnTo>
                    <a:pt x="1046" y="877"/>
                  </a:lnTo>
                  <a:lnTo>
                    <a:pt x="1171" y="726"/>
                  </a:lnTo>
                  <a:lnTo>
                    <a:pt x="1291" y="591"/>
                  </a:lnTo>
                  <a:lnTo>
                    <a:pt x="1416" y="468"/>
                  </a:lnTo>
                  <a:lnTo>
                    <a:pt x="1546" y="353"/>
                  </a:lnTo>
                  <a:lnTo>
                    <a:pt x="1669" y="250"/>
                  </a:lnTo>
                  <a:lnTo>
                    <a:pt x="1774" y="166"/>
                  </a:lnTo>
                  <a:lnTo>
                    <a:pt x="1848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814613" y="1495603"/>
            <a:ext cx="584650" cy="1317521"/>
          </a:xfrm>
          <a:custGeom>
            <a:avLst/>
            <a:gdLst/>
            <a:ahLst/>
            <a:cxnLst/>
            <a:rect l="0" t="0" r="r" b="b"/>
            <a:pathLst>
              <a:path w="2204" h="5055" fill="none">
                <a:moveTo>
                  <a:pt x="240" y="5047"/>
                </a:moveTo>
                <a:lnTo>
                  <a:pt x="274" y="5011"/>
                </a:lnTo>
                <a:lnTo>
                  <a:pt x="317" y="4957"/>
                </a:lnTo>
                <a:lnTo>
                  <a:pt x="367" y="4889"/>
                </a:lnTo>
                <a:lnTo>
                  <a:pt x="368" y="4888"/>
                </a:lnTo>
                <a:lnTo>
                  <a:pt x="424" y="4816"/>
                </a:lnTo>
                <a:lnTo>
                  <a:pt x="427" y="4813"/>
                </a:lnTo>
                <a:lnTo>
                  <a:pt x="488" y="4741"/>
                </a:lnTo>
                <a:lnTo>
                  <a:pt x="493" y="4736"/>
                </a:lnTo>
                <a:lnTo>
                  <a:pt x="559" y="4672"/>
                </a:lnTo>
                <a:lnTo>
                  <a:pt x="564" y="4668"/>
                </a:lnTo>
                <a:lnTo>
                  <a:pt x="637" y="4608"/>
                </a:lnTo>
                <a:lnTo>
                  <a:pt x="639" y="4607"/>
                </a:lnTo>
                <a:lnTo>
                  <a:pt x="720" y="4546"/>
                </a:lnTo>
                <a:lnTo>
                  <a:pt x="723" y="4544"/>
                </a:lnTo>
                <a:lnTo>
                  <a:pt x="809" y="4484"/>
                </a:lnTo>
                <a:lnTo>
                  <a:pt x="812" y="4482"/>
                </a:lnTo>
                <a:lnTo>
                  <a:pt x="900" y="4427"/>
                </a:lnTo>
                <a:lnTo>
                  <a:pt x="904" y="4425"/>
                </a:lnTo>
                <a:lnTo>
                  <a:pt x="992" y="4377"/>
                </a:lnTo>
                <a:lnTo>
                  <a:pt x="997" y="4375"/>
                </a:lnTo>
                <a:lnTo>
                  <a:pt x="1082" y="4337"/>
                </a:lnTo>
                <a:lnTo>
                  <a:pt x="1089" y="4334"/>
                </a:lnTo>
                <a:lnTo>
                  <a:pt x="1172" y="4307"/>
                </a:lnTo>
                <a:lnTo>
                  <a:pt x="1179" y="4306"/>
                </a:lnTo>
                <a:lnTo>
                  <a:pt x="1262" y="4287"/>
                </a:lnTo>
                <a:lnTo>
                  <a:pt x="1269" y="4285"/>
                </a:lnTo>
                <a:lnTo>
                  <a:pt x="1351" y="4274"/>
                </a:lnTo>
                <a:lnTo>
                  <a:pt x="1357" y="4273"/>
                </a:lnTo>
                <a:lnTo>
                  <a:pt x="1439" y="4268"/>
                </a:lnTo>
                <a:lnTo>
                  <a:pt x="1444" y="4268"/>
                </a:lnTo>
                <a:lnTo>
                  <a:pt x="1524" y="4269"/>
                </a:lnTo>
                <a:lnTo>
                  <a:pt x="1529" y="4269"/>
                </a:lnTo>
                <a:lnTo>
                  <a:pt x="1606" y="4275"/>
                </a:lnTo>
                <a:lnTo>
                  <a:pt x="1613" y="4276"/>
                </a:lnTo>
                <a:lnTo>
                  <a:pt x="1689" y="4289"/>
                </a:lnTo>
                <a:lnTo>
                  <a:pt x="1697" y="4291"/>
                </a:lnTo>
                <a:lnTo>
                  <a:pt x="1772" y="4312"/>
                </a:lnTo>
                <a:lnTo>
                  <a:pt x="1778" y="4314"/>
                </a:lnTo>
                <a:lnTo>
                  <a:pt x="1851" y="4342"/>
                </a:lnTo>
                <a:lnTo>
                  <a:pt x="1855" y="4343"/>
                </a:lnTo>
                <a:lnTo>
                  <a:pt x="1924" y="4374"/>
                </a:lnTo>
                <a:lnTo>
                  <a:pt x="1927" y="4375"/>
                </a:lnTo>
                <a:lnTo>
                  <a:pt x="1992" y="4406"/>
                </a:lnTo>
                <a:lnTo>
                  <a:pt x="1993" y="4407"/>
                </a:lnTo>
                <a:lnTo>
                  <a:pt x="2052" y="4436"/>
                </a:lnTo>
                <a:lnTo>
                  <a:pt x="2058" y="4439"/>
                </a:lnTo>
                <a:lnTo>
                  <a:pt x="2063" y="4443"/>
                </a:lnTo>
                <a:lnTo>
                  <a:pt x="2118" y="4482"/>
                </a:lnTo>
                <a:lnTo>
                  <a:pt x="2123" y="4487"/>
                </a:lnTo>
                <a:lnTo>
                  <a:pt x="2128" y="4491"/>
                </a:lnTo>
                <a:lnTo>
                  <a:pt x="2180" y="4546"/>
                </a:lnTo>
                <a:lnTo>
                  <a:pt x="2182" y="4549"/>
                </a:lnTo>
                <a:lnTo>
                  <a:pt x="2204" y="4574"/>
                </a:lnTo>
                <a:lnTo>
                  <a:pt x="2204" y="4498"/>
                </a:lnTo>
                <a:lnTo>
                  <a:pt x="2197" y="4360"/>
                </a:lnTo>
                <a:lnTo>
                  <a:pt x="2186" y="4206"/>
                </a:lnTo>
                <a:lnTo>
                  <a:pt x="2174" y="4052"/>
                </a:lnTo>
                <a:lnTo>
                  <a:pt x="2174" y="4051"/>
                </a:lnTo>
                <a:lnTo>
                  <a:pt x="2164" y="3911"/>
                </a:lnTo>
                <a:lnTo>
                  <a:pt x="2164" y="3911"/>
                </a:lnTo>
                <a:lnTo>
                  <a:pt x="2157" y="3783"/>
                </a:lnTo>
                <a:lnTo>
                  <a:pt x="2148" y="3655"/>
                </a:lnTo>
                <a:lnTo>
                  <a:pt x="2138" y="3528"/>
                </a:lnTo>
                <a:lnTo>
                  <a:pt x="2128" y="3401"/>
                </a:lnTo>
                <a:lnTo>
                  <a:pt x="2118" y="3274"/>
                </a:lnTo>
                <a:lnTo>
                  <a:pt x="2118" y="3274"/>
                </a:lnTo>
                <a:lnTo>
                  <a:pt x="2109" y="3146"/>
                </a:lnTo>
                <a:lnTo>
                  <a:pt x="2109" y="3146"/>
                </a:lnTo>
                <a:lnTo>
                  <a:pt x="2100" y="3018"/>
                </a:lnTo>
                <a:lnTo>
                  <a:pt x="2100" y="3018"/>
                </a:lnTo>
                <a:lnTo>
                  <a:pt x="2091" y="2890"/>
                </a:lnTo>
                <a:lnTo>
                  <a:pt x="2082" y="2763"/>
                </a:lnTo>
                <a:lnTo>
                  <a:pt x="2074" y="2636"/>
                </a:lnTo>
                <a:lnTo>
                  <a:pt x="2064" y="2509"/>
                </a:lnTo>
                <a:lnTo>
                  <a:pt x="2053" y="2382"/>
                </a:lnTo>
                <a:lnTo>
                  <a:pt x="2041" y="2254"/>
                </a:lnTo>
                <a:lnTo>
                  <a:pt x="2029" y="2127"/>
                </a:lnTo>
                <a:lnTo>
                  <a:pt x="2017" y="1999"/>
                </a:lnTo>
                <a:lnTo>
                  <a:pt x="2003" y="1872"/>
                </a:lnTo>
                <a:lnTo>
                  <a:pt x="1987" y="1746"/>
                </a:lnTo>
                <a:lnTo>
                  <a:pt x="1970" y="1620"/>
                </a:lnTo>
                <a:lnTo>
                  <a:pt x="1951" y="1493"/>
                </a:lnTo>
                <a:lnTo>
                  <a:pt x="1930" y="1363"/>
                </a:lnTo>
                <a:lnTo>
                  <a:pt x="1907" y="1234"/>
                </a:lnTo>
                <a:lnTo>
                  <a:pt x="1883" y="1108"/>
                </a:lnTo>
                <a:lnTo>
                  <a:pt x="1858" y="988"/>
                </a:lnTo>
                <a:lnTo>
                  <a:pt x="1832" y="876"/>
                </a:lnTo>
                <a:lnTo>
                  <a:pt x="1805" y="771"/>
                </a:lnTo>
                <a:lnTo>
                  <a:pt x="1776" y="670"/>
                </a:lnTo>
                <a:lnTo>
                  <a:pt x="1745" y="575"/>
                </a:lnTo>
                <a:lnTo>
                  <a:pt x="1714" y="485"/>
                </a:lnTo>
                <a:lnTo>
                  <a:pt x="1684" y="403"/>
                </a:lnTo>
                <a:lnTo>
                  <a:pt x="1655" y="330"/>
                </a:lnTo>
                <a:lnTo>
                  <a:pt x="1627" y="265"/>
                </a:lnTo>
                <a:lnTo>
                  <a:pt x="1602" y="209"/>
                </a:lnTo>
                <a:lnTo>
                  <a:pt x="1578" y="162"/>
                </a:lnTo>
                <a:lnTo>
                  <a:pt x="1554" y="123"/>
                </a:lnTo>
                <a:lnTo>
                  <a:pt x="1530" y="91"/>
                </a:lnTo>
                <a:lnTo>
                  <a:pt x="1505" y="63"/>
                </a:lnTo>
                <a:lnTo>
                  <a:pt x="1478" y="39"/>
                </a:lnTo>
                <a:lnTo>
                  <a:pt x="1454" y="22"/>
                </a:lnTo>
                <a:lnTo>
                  <a:pt x="1432" y="10"/>
                </a:lnTo>
                <a:lnTo>
                  <a:pt x="1409" y="3"/>
                </a:lnTo>
                <a:lnTo>
                  <a:pt x="1381" y="0"/>
                </a:lnTo>
                <a:lnTo>
                  <a:pt x="1344" y="1"/>
                </a:lnTo>
                <a:lnTo>
                  <a:pt x="1297" y="10"/>
                </a:lnTo>
                <a:lnTo>
                  <a:pt x="1240" y="25"/>
                </a:lnTo>
                <a:lnTo>
                  <a:pt x="1177" y="48"/>
                </a:lnTo>
                <a:lnTo>
                  <a:pt x="1111" y="75"/>
                </a:lnTo>
                <a:lnTo>
                  <a:pt x="1047" y="107"/>
                </a:lnTo>
                <a:lnTo>
                  <a:pt x="987" y="143"/>
                </a:lnTo>
                <a:lnTo>
                  <a:pt x="930" y="182"/>
                </a:lnTo>
                <a:lnTo>
                  <a:pt x="873" y="226"/>
                </a:lnTo>
                <a:lnTo>
                  <a:pt x="817" y="275"/>
                </a:lnTo>
                <a:lnTo>
                  <a:pt x="762" y="329"/>
                </a:lnTo>
                <a:lnTo>
                  <a:pt x="709" y="386"/>
                </a:lnTo>
                <a:lnTo>
                  <a:pt x="658" y="446"/>
                </a:lnTo>
                <a:lnTo>
                  <a:pt x="609" y="510"/>
                </a:lnTo>
                <a:lnTo>
                  <a:pt x="561" y="579"/>
                </a:lnTo>
                <a:lnTo>
                  <a:pt x="516" y="651"/>
                </a:lnTo>
                <a:lnTo>
                  <a:pt x="472" y="728"/>
                </a:lnTo>
                <a:lnTo>
                  <a:pt x="429" y="807"/>
                </a:lnTo>
                <a:lnTo>
                  <a:pt x="389" y="890"/>
                </a:lnTo>
                <a:lnTo>
                  <a:pt x="350" y="976"/>
                </a:lnTo>
                <a:lnTo>
                  <a:pt x="313" y="1066"/>
                </a:lnTo>
                <a:lnTo>
                  <a:pt x="278" y="1160"/>
                </a:lnTo>
                <a:lnTo>
                  <a:pt x="244" y="1256"/>
                </a:lnTo>
                <a:lnTo>
                  <a:pt x="213" y="1355"/>
                </a:lnTo>
                <a:lnTo>
                  <a:pt x="185" y="1455"/>
                </a:lnTo>
                <a:lnTo>
                  <a:pt x="159" y="1558"/>
                </a:lnTo>
                <a:lnTo>
                  <a:pt x="135" y="1664"/>
                </a:lnTo>
                <a:lnTo>
                  <a:pt x="114" y="1772"/>
                </a:lnTo>
                <a:lnTo>
                  <a:pt x="95" y="1883"/>
                </a:lnTo>
                <a:lnTo>
                  <a:pt x="77" y="1994"/>
                </a:lnTo>
                <a:lnTo>
                  <a:pt x="61" y="2106"/>
                </a:lnTo>
                <a:lnTo>
                  <a:pt x="48" y="2219"/>
                </a:lnTo>
                <a:lnTo>
                  <a:pt x="36" y="2333"/>
                </a:lnTo>
                <a:lnTo>
                  <a:pt x="26" y="2448"/>
                </a:lnTo>
                <a:lnTo>
                  <a:pt x="18" y="2564"/>
                </a:lnTo>
                <a:lnTo>
                  <a:pt x="12" y="2680"/>
                </a:lnTo>
                <a:lnTo>
                  <a:pt x="6" y="2795"/>
                </a:lnTo>
                <a:lnTo>
                  <a:pt x="3" y="2911"/>
                </a:lnTo>
                <a:lnTo>
                  <a:pt x="0" y="3027"/>
                </a:lnTo>
                <a:lnTo>
                  <a:pt x="0" y="3143"/>
                </a:lnTo>
                <a:lnTo>
                  <a:pt x="0" y="3258"/>
                </a:lnTo>
                <a:lnTo>
                  <a:pt x="3" y="3372"/>
                </a:lnTo>
                <a:lnTo>
                  <a:pt x="6" y="3485"/>
                </a:lnTo>
                <a:lnTo>
                  <a:pt x="12" y="3598"/>
                </a:lnTo>
                <a:lnTo>
                  <a:pt x="20" y="3710"/>
                </a:lnTo>
                <a:lnTo>
                  <a:pt x="29" y="3822"/>
                </a:lnTo>
                <a:lnTo>
                  <a:pt x="39" y="3932"/>
                </a:lnTo>
                <a:lnTo>
                  <a:pt x="50" y="4039"/>
                </a:lnTo>
                <a:lnTo>
                  <a:pt x="62" y="4141"/>
                </a:lnTo>
                <a:lnTo>
                  <a:pt x="74" y="4238"/>
                </a:lnTo>
                <a:lnTo>
                  <a:pt x="87" y="4331"/>
                </a:lnTo>
                <a:lnTo>
                  <a:pt x="100" y="4421"/>
                </a:lnTo>
                <a:lnTo>
                  <a:pt x="115" y="4507"/>
                </a:lnTo>
                <a:lnTo>
                  <a:pt x="129" y="4591"/>
                </a:lnTo>
                <a:lnTo>
                  <a:pt x="144" y="4672"/>
                </a:lnTo>
                <a:lnTo>
                  <a:pt x="159" y="4753"/>
                </a:lnTo>
                <a:lnTo>
                  <a:pt x="175" y="4835"/>
                </a:lnTo>
                <a:lnTo>
                  <a:pt x="190" y="4912"/>
                </a:lnTo>
                <a:lnTo>
                  <a:pt x="206" y="4980"/>
                </a:lnTo>
                <a:lnTo>
                  <a:pt x="221" y="5034"/>
                </a:lnTo>
                <a:lnTo>
                  <a:pt x="230" y="5055"/>
                </a:lnTo>
                <a:lnTo>
                  <a:pt x="240" y="504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Entre la línea pleural y la pared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hay trama vascular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7" name="Sin trama"/>
          <p:cNvSpPr/>
          <p:nvPr/>
        </p:nvSpPr>
        <p:spPr>
          <a:xfrm>
            <a:off x="9144000" y="914400"/>
            <a:ext cx="2743200" cy="256032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 =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radiolúcido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espacio negro,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trama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40936" y="91440"/>
            <a:ext cx="748616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MARCAS PERIFÉRICAS</a:t>
            </a:r>
            <a:endParaRPr lang="es-AR" sz="2400" dirty="0">
              <a:latin typeface="Mali"/>
            </a:endParaRPr>
          </a:p>
        </p:txBody>
      </p: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5/8</a:t>
            </a:r>
            <a:endParaRPr lang="es-AR" sz="13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720667" y="2512030"/>
              <a:ext cx="933864" cy="20723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791419" y="2715402"/>
              <a:ext cx="722266" cy="1483523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720667" y="2512030"/>
            <a:ext cx="933864" cy="207232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940157" y="1649271"/>
            <a:ext cx="436807" cy="984355"/>
            <a:chOff x="6940157" y="1649271"/>
            <a:chExt cx="436807" cy="984355"/>
          </a:xfrm>
        </p:grpSpPr>
        <p:sp>
          <p:nvSpPr>
            <p:cNvPr id="34" name="Forma 33"/>
            <p:cNvSpPr/>
            <p:nvPr/>
          </p:nvSpPr>
          <p:spPr>
            <a:xfrm>
              <a:off x="6940157" y="1649271"/>
              <a:ext cx="436807" cy="98435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973251" y="1745873"/>
              <a:ext cx="337834" cy="704673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953055" y="2077883"/>
              <a:ext cx="364925" cy="410128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940157" y="1649271"/>
            <a:ext cx="436807" cy="98435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se retrae hacia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hilio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7" name="Dato extra"/>
          <p:cNvSpPr/>
          <p:nvPr/>
        </p:nvSpPr>
        <p:spPr>
          <a:xfrm>
            <a:off x="6263640" y="5166360"/>
            <a:ext cx="562356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Distancia ápice-borde torácico mayor del lado afectado.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889855" y="91440"/>
            <a:ext cx="51372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RETRACCIÓN DEL PULMÓN</a:t>
            </a:r>
            <a:endParaRPr lang="es-AR" sz="2400" dirty="0">
              <a:latin typeface="Mali"/>
            </a:endParaRPr>
          </a:p>
        </p:txBody>
      </p: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6/8</a:t>
            </a:r>
            <a:endParaRPr lang="es-AR" sz="13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2062275" y="2923773"/>
              <a:ext cx="531584" cy="117963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104395" y="3039539"/>
              <a:ext cx="409290" cy="844467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2062275" y="2923773"/>
            <a:ext cx="531584" cy="1179631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7099942" y="1844849"/>
            <a:ext cx="248644" cy="560325"/>
            <a:chOff x="7099942" y="1844849"/>
            <a:chExt cx="248644" cy="560325"/>
          </a:xfrm>
        </p:grpSpPr>
        <p:sp>
          <p:nvSpPr>
            <p:cNvPr id="34" name="Forma 33"/>
            <p:cNvSpPr/>
            <p:nvPr/>
          </p:nvSpPr>
          <p:spPr>
            <a:xfrm>
              <a:off x="7099942" y="1844849"/>
              <a:ext cx="248644" cy="5603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7119643" y="1899838"/>
              <a:ext cx="191442" cy="401122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109556" y="2088828"/>
              <a:ext cx="205453" cy="231089"/>
            </a:xfrm>
            <a:custGeom>
              <a:avLst/>
              <a:gdLst/>
              <a:ahLst/>
              <a:cxnLst/>
              <a:rect l="0" t="0" r="r" b="b"/>
              <a:pathLst>
                <a:path w="774" h="886" fill="none">
                  <a:moveTo>
                    <a:pt x="0" y="50"/>
                  </a:moveTo>
                  <a:lnTo>
                    <a:pt x="42" y="54"/>
                  </a:lnTo>
                  <a:lnTo>
                    <a:pt x="111" y="60"/>
                  </a:lnTo>
                  <a:lnTo>
                    <a:pt x="180" y="65"/>
                  </a:lnTo>
                  <a:lnTo>
                    <a:pt x="241" y="68"/>
                  </a:lnTo>
                  <a:lnTo>
                    <a:pt x="292" y="66"/>
                  </a:lnTo>
                  <a:lnTo>
                    <a:pt x="338" y="63"/>
                  </a:lnTo>
                  <a:lnTo>
                    <a:pt x="382" y="57"/>
                  </a:lnTo>
                  <a:lnTo>
                    <a:pt x="428" y="51"/>
                  </a:lnTo>
                  <a:lnTo>
                    <a:pt x="478" y="44"/>
                  </a:lnTo>
                  <a:lnTo>
                    <a:pt x="538" y="36"/>
                  </a:lnTo>
                  <a:lnTo>
                    <a:pt x="607" y="26"/>
                  </a:lnTo>
                  <a:lnTo>
                    <a:pt x="674" y="15"/>
                  </a:lnTo>
                  <a:lnTo>
                    <a:pt x="733" y="6"/>
                  </a:lnTo>
                  <a:lnTo>
                    <a:pt x="774" y="0"/>
                  </a:lnTo>
                </a:path>
                <a:path w="774" h="886" fill="none">
                  <a:moveTo>
                    <a:pt x="18" y="886"/>
                  </a:moveTo>
                  <a:lnTo>
                    <a:pt x="41" y="858"/>
                  </a:lnTo>
                  <a:lnTo>
                    <a:pt x="92" y="796"/>
                  </a:lnTo>
                  <a:lnTo>
                    <a:pt x="152" y="723"/>
                  </a:lnTo>
                  <a:lnTo>
                    <a:pt x="214" y="647"/>
                  </a:lnTo>
                  <a:lnTo>
                    <a:pt x="271" y="577"/>
                  </a:lnTo>
                  <a:lnTo>
                    <a:pt x="325" y="510"/>
                  </a:lnTo>
                  <a:lnTo>
                    <a:pt x="379" y="441"/>
                  </a:lnTo>
                  <a:lnTo>
                    <a:pt x="433" y="373"/>
                  </a:lnTo>
                  <a:lnTo>
                    <a:pt x="486" y="309"/>
                  </a:lnTo>
                  <a:lnTo>
                    <a:pt x="537" y="251"/>
                  </a:lnTo>
                  <a:lnTo>
                    <a:pt x="591" y="199"/>
                  </a:lnTo>
                  <a:lnTo>
                    <a:pt x="646" y="150"/>
                  </a:lnTo>
                  <a:lnTo>
                    <a:pt x="698" y="106"/>
                  </a:lnTo>
                  <a:lnTo>
                    <a:pt x="743" y="70"/>
                  </a:lnTo>
                  <a:lnTo>
                    <a:pt x="774" y="4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7099942" y="1844849"/>
            <a:ext cx="248644" cy="560325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Signo del muñón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pulmón colapsado como masa densa hiliar rodeada de aire.</a:t>
            </a:r>
            <a:endParaRPr lang="es-AR" sz="2000" dirty="0">
              <a:latin typeface="Mali"/>
            </a:endParaRPr>
          </a:p>
        </p:txBody>
      </p:sp>
      <p:grpSp>
        <p:nvGrpSpPr>
          <p:cNvPr id="57" name="Rótulo Muñón pulmonar"/>
          <p:cNvGrpSpPr/>
          <p:nvPr/>
        </p:nvGrpSpPr>
        <p:grpSpPr>
          <a:xfrm>
            <a:off x="2485339" y="914400"/>
            <a:ext cx="9310421" cy="2532888"/>
            <a:chOff x="2485339" y="914400"/>
            <a:chExt cx="9310421" cy="2532888"/>
          </a:xfrm>
        </p:grpSpPr>
        <p:sp>
          <p:nvSpPr>
            <p:cNvPr id="58" name="Flecha 57_2"/>
            <p:cNvSpPr/>
            <p:nvPr/>
          </p:nvSpPr>
          <p:spPr>
            <a:xfrm>
              <a:off x="2485339" y="1188720"/>
              <a:ext cx="6658661" cy="2258568"/>
            </a:xfrm>
            <a:custGeom>
              <a:avLst/>
              <a:gdLst/>
              <a:ahLst/>
              <a:cxnLst/>
              <a:rect l="0" t="0" r="r" b="b"/>
              <a:pathLst>
                <a:path w="7282" h="2469" fill="none">
                  <a:moveTo>
                    <a:pt x="0" y="2469"/>
                  </a:moveTo>
                  <a:lnTo>
                    <a:pt x="7282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9" name="Forma 59"/>
            <p:cNvSpPr/>
            <p:nvPr/>
          </p:nvSpPr>
          <p:spPr>
            <a:xfrm>
              <a:off x="9144000" y="914400"/>
              <a:ext cx="2651760" cy="548640"/>
            </a:xfrm>
            <a:prstGeom prst="rect">
              <a:avLst/>
            </a:prstGeom>
            <a:solidFill>
              <a:srgbClr val="F79646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 pulmonar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FINAL</a:t>
            </a:r>
            <a:endParaRPr lang="es-AR" sz="2400" dirty="0">
              <a:latin typeface="Mali"/>
            </a:endParaRPr>
          </a:p>
        </p:txBody>
      </p: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7/8</a:t>
            </a:r>
            <a:endParaRPr lang="es-AR" sz="13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2062275" y="2923773"/>
              <a:ext cx="531584" cy="117963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104395" y="3039539"/>
              <a:ext cx="409290" cy="844467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2062275" y="2923773"/>
            <a:ext cx="531584" cy="1179631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7099942" y="1844849"/>
            <a:ext cx="248644" cy="560325"/>
            <a:chOff x="7099942" y="1844849"/>
            <a:chExt cx="248644" cy="560325"/>
          </a:xfrm>
        </p:grpSpPr>
        <p:sp>
          <p:nvSpPr>
            <p:cNvPr id="34" name="Forma 33"/>
            <p:cNvSpPr/>
            <p:nvPr/>
          </p:nvSpPr>
          <p:spPr>
            <a:xfrm>
              <a:off x="7099942" y="1844849"/>
              <a:ext cx="248644" cy="5603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7119643" y="1899838"/>
              <a:ext cx="191442" cy="401122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109556" y="2088828"/>
              <a:ext cx="205453" cy="231089"/>
            </a:xfrm>
            <a:custGeom>
              <a:avLst/>
              <a:gdLst/>
              <a:ahLst/>
              <a:cxnLst/>
              <a:rect l="0" t="0" r="r" b="b"/>
              <a:pathLst>
                <a:path w="774" h="886" fill="none">
                  <a:moveTo>
                    <a:pt x="0" y="50"/>
                  </a:moveTo>
                  <a:lnTo>
                    <a:pt x="42" y="54"/>
                  </a:lnTo>
                  <a:lnTo>
                    <a:pt x="111" y="60"/>
                  </a:lnTo>
                  <a:lnTo>
                    <a:pt x="180" y="65"/>
                  </a:lnTo>
                  <a:lnTo>
                    <a:pt x="241" y="68"/>
                  </a:lnTo>
                  <a:lnTo>
                    <a:pt x="292" y="66"/>
                  </a:lnTo>
                  <a:lnTo>
                    <a:pt x="338" y="63"/>
                  </a:lnTo>
                  <a:lnTo>
                    <a:pt x="382" y="57"/>
                  </a:lnTo>
                  <a:lnTo>
                    <a:pt x="428" y="51"/>
                  </a:lnTo>
                  <a:lnTo>
                    <a:pt x="478" y="44"/>
                  </a:lnTo>
                  <a:lnTo>
                    <a:pt x="538" y="36"/>
                  </a:lnTo>
                  <a:lnTo>
                    <a:pt x="607" y="26"/>
                  </a:lnTo>
                  <a:lnTo>
                    <a:pt x="674" y="15"/>
                  </a:lnTo>
                  <a:lnTo>
                    <a:pt x="733" y="6"/>
                  </a:lnTo>
                  <a:lnTo>
                    <a:pt x="774" y="0"/>
                  </a:lnTo>
                </a:path>
                <a:path w="774" h="886" fill="none">
                  <a:moveTo>
                    <a:pt x="18" y="886"/>
                  </a:moveTo>
                  <a:lnTo>
                    <a:pt x="41" y="858"/>
                  </a:lnTo>
                  <a:lnTo>
                    <a:pt x="92" y="796"/>
                  </a:lnTo>
                  <a:lnTo>
                    <a:pt x="152" y="723"/>
                  </a:lnTo>
                  <a:lnTo>
                    <a:pt x="214" y="647"/>
                  </a:lnTo>
                  <a:lnTo>
                    <a:pt x="271" y="577"/>
                  </a:lnTo>
                  <a:lnTo>
                    <a:pt x="325" y="510"/>
                  </a:lnTo>
                  <a:lnTo>
                    <a:pt x="379" y="441"/>
                  </a:lnTo>
                  <a:lnTo>
                    <a:pt x="433" y="373"/>
                  </a:lnTo>
                  <a:lnTo>
                    <a:pt x="486" y="309"/>
                  </a:lnTo>
                  <a:lnTo>
                    <a:pt x="537" y="251"/>
                  </a:lnTo>
                  <a:lnTo>
                    <a:pt x="591" y="199"/>
                  </a:lnTo>
                  <a:lnTo>
                    <a:pt x="646" y="150"/>
                  </a:lnTo>
                  <a:lnTo>
                    <a:pt x="698" y="106"/>
                  </a:lnTo>
                  <a:lnTo>
                    <a:pt x="743" y="70"/>
                  </a:lnTo>
                  <a:lnTo>
                    <a:pt x="774" y="4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7099942" y="1844849"/>
            <a:ext cx="248644" cy="560325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464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Integrar con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estabilidad hemodinámica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nunca la imagen sola.</a:t>
            </a:r>
            <a:endParaRPr lang="es-AR" sz="2000" dirty="0">
              <a:latin typeface="Mali"/>
            </a:endParaRPr>
          </a:p>
        </p:txBody>
      </p:sp>
      <p:sp>
        <p:nvSpPr>
          <p:cNvPr id="57" name="Integrar"/>
          <p:cNvSpPr/>
          <p:nvPr/>
        </p:nvSpPr>
        <p:spPr>
          <a:xfrm>
            <a:off x="9144000" y="914400"/>
            <a:ext cx="2743200" cy="25603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Tamaño +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FR, FC, TA, SpO</a:t>
            </a:r>
            <a:r>
              <a:rPr lang="es-AR" sz="19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decidir observar o evacuar.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</a:t>
            </a:r>
            <a:endParaRPr lang="es-AR" sz="2400" dirty="0">
              <a:latin typeface="Mali"/>
            </a:endParaRPr>
          </a:p>
        </p:txBody>
      </p: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8/8</a:t>
            </a:r>
            <a:endParaRPr lang="es-AR" sz="13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21208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489387" y="1088136"/>
            <a:ext cx="4690506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863194" y="1569212"/>
            <a:ext cx="1734759" cy="4122699"/>
            <a:chOff x="863194" y="1569212"/>
            <a:chExt cx="1734759" cy="4122699"/>
          </a:xfrm>
        </p:grpSpPr>
        <p:sp>
          <p:nvSpPr>
            <p:cNvPr id="7" name="Forma 6"/>
            <p:cNvSpPr/>
            <p:nvPr/>
          </p:nvSpPr>
          <p:spPr>
            <a:xfrm>
              <a:off x="863194" y="1569212"/>
              <a:ext cx="1734759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470502" y="2364979"/>
              <a:ext cx="973258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544239" y="2599639"/>
              <a:ext cx="752734" cy="1711757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182535" y="1569212"/>
            <a:ext cx="1623551" cy="4254373"/>
            <a:chOff x="3182535" y="1569212"/>
            <a:chExt cx="1623551" cy="4254373"/>
          </a:xfrm>
        </p:grpSpPr>
        <p:sp>
          <p:nvSpPr>
            <p:cNvPr id="11" name="Forma 10"/>
            <p:cNvSpPr/>
            <p:nvPr/>
          </p:nvSpPr>
          <p:spPr>
            <a:xfrm>
              <a:off x="3182535" y="1569212"/>
              <a:ext cx="1623551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238869" y="1629723"/>
              <a:ext cx="1510890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372307" y="2020824"/>
              <a:ext cx="1272534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581558" y="1527048"/>
            <a:ext cx="4506163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1964131" y="1389888"/>
            <a:ext cx="1956084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2834640" y="1088136"/>
            <a:ext cx="5121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863194" y="1569212"/>
            <a:ext cx="1734759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470502" y="2364979"/>
            <a:ext cx="973258" cy="2391145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949537" y="5055198"/>
            <a:ext cx="37678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298448" y="1307592"/>
            <a:ext cx="3072384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Distancia ápice-cúpula"/>
          <p:cNvSpPr/>
          <p:nvPr/>
        </p:nvSpPr>
        <p:spPr>
          <a:xfrm>
            <a:off x="1810512" y="1609344"/>
            <a:ext cx="9144" cy="1014984"/>
          </a:xfrm>
          <a:custGeom>
            <a:avLst/>
            <a:gdLst/>
            <a:ahLst/>
            <a:cxnLst/>
            <a:rect l="0" t="0" r="r" b="b"/>
            <a:pathLst>
              <a:path w="10" h="1110" fill="none">
                <a:moveTo>
                  <a:pt x="0" y="0"/>
                </a:moveTo>
                <a:lnTo>
                  <a:pt x="0" y="1110"/>
                </a:lnTo>
              </a:path>
            </a:pathLst>
          </a:custGeom>
          <a:noFill/>
          <a:ln w="50800" cap="rnd">
            <a:solidFill>
              <a:srgbClr val="FFFF00"/>
            </a:solidFill>
            <a:round/>
            <a:headEnd type="triangle" w="med" len="med"/>
            <a:tailEnd type="triangle" w="med" len="med"/>
          </a:ln>
        </p:spPr>
      </p:sp>
      <p:sp>
        <p:nvSpPr>
          <p:cNvPr id="22" name="Distancia interpleural hiliar"/>
          <p:cNvSpPr/>
          <p:nvPr/>
        </p:nvSpPr>
        <p:spPr>
          <a:xfrm>
            <a:off x="888797" y="3447288"/>
            <a:ext cx="665683" cy="9144"/>
          </a:xfrm>
          <a:custGeom>
            <a:avLst/>
            <a:gdLst/>
            <a:ahLst/>
            <a:cxnLst/>
            <a:rect l="0" t="0" r="r" b="b"/>
            <a:pathLst>
              <a:path w="728" h="10" fill="none">
                <a:moveTo>
                  <a:pt x="0" y="0"/>
                </a:moveTo>
                <a:lnTo>
                  <a:pt x="728" y="0"/>
                </a:lnTo>
              </a:path>
            </a:pathLst>
          </a:custGeom>
          <a:noFill/>
          <a:ln w="50800" cap="rnd">
            <a:solidFill>
              <a:srgbClr val="00FFFF"/>
            </a:solidFill>
            <a:round/>
            <a:headEnd type="triangle" w="med" len="med"/>
            <a:tailEnd type="triangle" w="med" len="med"/>
          </a:ln>
        </p:spPr>
      </p:sp>
      <p:grpSp>
        <p:nvGrpSpPr>
          <p:cNvPr id="23" name="Tabla encabezado"/>
          <p:cNvGrpSpPr/>
          <p:nvPr/>
        </p:nvGrpSpPr>
        <p:grpSpPr>
          <a:xfrm>
            <a:off x="5669280" y="914400"/>
            <a:ext cx="6217920" cy="864142"/>
            <a:chOff x="5669280" y="914400"/>
            <a:chExt cx="6217920" cy="864142"/>
          </a:xfrm>
        </p:grpSpPr>
        <p:sp>
          <p:nvSpPr>
            <p:cNvPr id="24" name="Forma 23"/>
            <p:cNvSpPr/>
            <p:nvPr/>
          </p:nvSpPr>
          <p:spPr>
            <a:xfrm>
              <a:off x="5669280" y="914400"/>
              <a:ext cx="2618072" cy="86414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8287352" y="914400"/>
              <a:ext cx="1799924" cy="864142"/>
            </a:xfrm>
            <a:prstGeom prst="rect">
              <a:avLst/>
            </a:prstGeom>
            <a:solidFill>
              <a:srgbClr val="92D05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 → OBSERVAR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10087276" y="914400"/>
              <a:ext cx="1799924" cy="864142"/>
            </a:xfrm>
            <a:prstGeom prst="rect">
              <a:avLst/>
            </a:prstGeom>
            <a:solidFill>
              <a:srgbClr val="F79646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96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GRANDE → DRENAR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7" name="Tabla fila 1"/>
          <p:cNvGrpSpPr/>
          <p:nvPr/>
        </p:nvGrpSpPr>
        <p:grpSpPr>
          <a:xfrm>
            <a:off x="5669280" y="1778542"/>
            <a:ext cx="6217920" cy="663876"/>
            <a:chOff x="5669280" y="1778542"/>
            <a:chExt cx="6217920" cy="663876"/>
          </a:xfrm>
        </p:grpSpPr>
        <p:sp>
          <p:nvSpPr>
            <p:cNvPr id="28" name="Forma 27"/>
            <p:cNvSpPr/>
            <p:nvPr/>
          </p:nvSpPr>
          <p:spPr>
            <a:xfrm>
              <a:off x="5669280" y="1778542"/>
              <a:ext cx="2618072" cy="66387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ACCP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(ápice–cúpula)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9" name="Forma 28"/>
            <p:cNvSpPr/>
            <p:nvPr/>
          </p:nvSpPr>
          <p:spPr>
            <a:xfrm>
              <a:off x="8287352" y="1778542"/>
              <a:ext cx="1799924" cy="66387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3 cm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10087276" y="1778542"/>
              <a:ext cx="1799924" cy="66387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3 cm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31" name="Tabla fila 2"/>
          <p:cNvGrpSpPr/>
          <p:nvPr/>
        </p:nvGrpSpPr>
        <p:grpSpPr>
          <a:xfrm>
            <a:off x="5669280" y="2442417"/>
            <a:ext cx="6217920" cy="849423"/>
            <a:chOff x="5669280" y="2442417"/>
            <a:chExt cx="6217920" cy="849423"/>
          </a:xfrm>
        </p:grpSpPr>
        <p:sp>
          <p:nvSpPr>
            <p:cNvPr id="32" name="Forma 31"/>
            <p:cNvSpPr/>
            <p:nvPr/>
          </p:nvSpPr>
          <p:spPr>
            <a:xfrm>
              <a:off x="5669280" y="2442417"/>
              <a:ext cx="2618072" cy="84942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BTS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(interpleural a nivel del hilio)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8287352" y="2442417"/>
              <a:ext cx="1799924" cy="84942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2 cm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10087276" y="2442417"/>
              <a:ext cx="1799924" cy="84942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739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 cm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35" name="Discordancia"/>
          <p:cNvSpPr/>
          <p:nvPr/>
        </p:nvSpPr>
        <p:spPr>
          <a:xfrm>
            <a:off x="5669280" y="3474720"/>
            <a:ext cx="6217920" cy="12801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criterios pueden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discordar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si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indica «grande» →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36" name="Nunca imagen sola"/>
          <p:cNvSpPr/>
          <p:nvPr/>
        </p:nvSpPr>
        <p:spPr>
          <a:xfrm>
            <a:off x="5669280" y="4937760"/>
            <a:ext cx="6217920" cy="14173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Nunca la imagen sola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integrar siempre con FC, FR, TA y SpO</a:t>
            </a:r>
            <a:r>
              <a:rPr lang="es-AR" sz="2100" b="1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371842" y="91440"/>
            <a:ext cx="865526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PONDERAR EL TAMAÑO: CRITERIOS ACCP Y BTS</a:t>
            </a:r>
            <a:endParaRPr lang="es-AR" sz="2400" dirty="0">
              <a:latin typeface="Mali"/>
            </a:endParaRPr>
          </a:p>
        </p:txBody>
      </p:sp>
      <p:sp>
        <p:nvSpPr>
          <p:cNvPr id="3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5" grpId="0" animBg="1"/>
      <p:bldP spid="36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Grado 1"/>
          <p:cNvGrpSpPr/>
          <p:nvPr/>
        </p:nvGrpSpPr>
        <p:grpSpPr>
          <a:xfrm>
            <a:off x="365760" y="868680"/>
            <a:ext cx="3703320" cy="4846320"/>
            <a:chOff x="365760" y="868680"/>
            <a:chExt cx="3703320" cy="4846320"/>
          </a:xfrm>
        </p:grpSpPr>
        <p:sp>
          <p:nvSpPr>
            <p:cNvPr id="5" name="G0 Placa"/>
            <p:cNvSpPr/>
            <p:nvPr/>
          </p:nvSpPr>
          <p:spPr>
            <a:xfrm>
              <a:off x="777240" y="868680"/>
              <a:ext cx="2880360" cy="2834640"/>
            </a:xfrm>
            <a:prstGeom prst="rect">
              <a:avLst/>
            </a:prstGeom>
            <a:solidFill>
              <a:srgbClr val="0B0B0B"/>
            </a:solidFill>
            <a:ln w="31750" cap="rnd">
              <a:solidFill>
                <a:srgbClr val="5A5A5A"/>
              </a:solidFill>
              <a:round/>
            </a:ln>
          </p:spPr>
        </p:sp>
        <p:sp>
          <p:nvSpPr>
            <p:cNvPr id="6" name="G0 PartesBlandas"/>
            <p:cNvSpPr/>
            <p:nvPr/>
          </p:nvSpPr>
          <p:spPr>
            <a:xfrm>
              <a:off x="940095" y="102412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7A7A7A"/>
                </a:gs>
                <a:gs pos="50000">
                  <a:srgbClr val="5C5C5C"/>
                </a:gs>
                <a:gs pos="100000">
                  <a:srgbClr val="7A7A7A"/>
                </a:gs>
              </a:gsLst>
              <a:lin ang="0" scaled="0"/>
            </a:gradFill>
            <a:ln>
              <a:noFill/>
            </a:ln>
          </p:spPr>
        </p:sp>
        <p:grpSp>
          <p:nvGrpSpPr>
            <p:cNvPr id="7" name="G0 PulmonD"/>
            <p:cNvGrpSpPr/>
            <p:nvPr/>
          </p:nvGrpSpPr>
          <p:grpSpPr>
            <a:xfrm>
              <a:off x="1143686" y="1264666"/>
              <a:ext cx="944824" cy="2061350"/>
              <a:chOff x="1143686" y="1264666"/>
              <a:chExt cx="944824" cy="2061350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1143686" y="1264666"/>
                <a:ext cx="944824" cy="2061350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2701" y="4"/>
                    </a:moveTo>
                    <a:lnTo>
                      <a:pt x="2594" y="23"/>
                    </a:lnTo>
                    <a:lnTo>
                      <a:pt x="2473" y="56"/>
                    </a:lnTo>
                    <a:lnTo>
                      <a:pt x="2343" y="102"/>
                    </a:lnTo>
                    <a:lnTo>
                      <a:pt x="2210" y="158"/>
                    </a:lnTo>
                    <a:lnTo>
                      <a:pt x="2079" y="224"/>
                    </a:lnTo>
                    <a:lnTo>
                      <a:pt x="1956" y="296"/>
                    </a:lnTo>
                    <a:lnTo>
                      <a:pt x="1839" y="377"/>
                    </a:lnTo>
                    <a:lnTo>
                      <a:pt x="1723" y="467"/>
                    </a:lnTo>
                    <a:lnTo>
                      <a:pt x="1610" y="566"/>
                    </a:lnTo>
                    <a:lnTo>
                      <a:pt x="1499" y="673"/>
                    </a:lnTo>
                    <a:lnTo>
                      <a:pt x="1393" y="787"/>
                    </a:lnTo>
                    <a:lnTo>
                      <a:pt x="1290" y="909"/>
                    </a:lnTo>
                    <a:lnTo>
                      <a:pt x="1192" y="1037"/>
                    </a:lnTo>
                    <a:lnTo>
                      <a:pt x="1098" y="1173"/>
                    </a:lnTo>
                    <a:lnTo>
                      <a:pt x="1007" y="1317"/>
                    </a:lnTo>
                    <a:lnTo>
                      <a:pt x="921" y="1468"/>
                    </a:lnTo>
                    <a:lnTo>
                      <a:pt x="837" y="1624"/>
                    </a:lnTo>
                    <a:lnTo>
                      <a:pt x="758" y="1787"/>
                    </a:lnTo>
                    <a:lnTo>
                      <a:pt x="682" y="1956"/>
                    </a:lnTo>
                    <a:lnTo>
                      <a:pt x="609" y="2132"/>
                    </a:lnTo>
                    <a:lnTo>
                      <a:pt x="540" y="2315"/>
                    </a:lnTo>
                    <a:lnTo>
                      <a:pt x="475" y="2503"/>
                    </a:lnTo>
                    <a:lnTo>
                      <a:pt x="415" y="2696"/>
                    </a:lnTo>
                    <a:lnTo>
                      <a:pt x="359" y="2891"/>
                    </a:lnTo>
                    <a:lnTo>
                      <a:pt x="308" y="3092"/>
                    </a:lnTo>
                    <a:lnTo>
                      <a:pt x="262" y="3299"/>
                    </a:lnTo>
                    <a:lnTo>
                      <a:pt x="221" y="3509"/>
                    </a:lnTo>
                    <a:lnTo>
                      <a:pt x="183" y="3723"/>
                    </a:lnTo>
                    <a:lnTo>
                      <a:pt x="150" y="3939"/>
                    </a:lnTo>
                    <a:lnTo>
                      <a:pt x="119" y="4156"/>
                    </a:lnTo>
                    <a:lnTo>
                      <a:pt x="93" y="4374"/>
                    </a:lnTo>
                    <a:lnTo>
                      <a:pt x="70" y="4594"/>
                    </a:lnTo>
                    <a:lnTo>
                      <a:pt x="51" y="4817"/>
                    </a:lnTo>
                    <a:lnTo>
                      <a:pt x="35" y="5040"/>
                    </a:lnTo>
                    <a:lnTo>
                      <a:pt x="23" y="5264"/>
                    </a:lnTo>
                    <a:lnTo>
                      <a:pt x="13" y="5486"/>
                    </a:lnTo>
                    <a:lnTo>
                      <a:pt x="5" y="5709"/>
                    </a:lnTo>
                    <a:lnTo>
                      <a:pt x="1" y="5933"/>
                    </a:lnTo>
                    <a:lnTo>
                      <a:pt x="0" y="6156"/>
                    </a:lnTo>
                    <a:lnTo>
                      <a:pt x="1" y="6379"/>
                    </a:lnTo>
                    <a:lnTo>
                      <a:pt x="5" y="6599"/>
                    </a:lnTo>
                    <a:lnTo>
                      <a:pt x="13" y="6817"/>
                    </a:lnTo>
                    <a:lnTo>
                      <a:pt x="24" y="7035"/>
                    </a:lnTo>
                    <a:lnTo>
                      <a:pt x="38" y="7252"/>
                    </a:lnTo>
                    <a:lnTo>
                      <a:pt x="56" y="7469"/>
                    </a:lnTo>
                    <a:lnTo>
                      <a:pt x="76" y="7680"/>
                    </a:lnTo>
                    <a:lnTo>
                      <a:pt x="97" y="7885"/>
                    </a:lnTo>
                    <a:lnTo>
                      <a:pt x="119" y="8082"/>
                    </a:lnTo>
                    <a:lnTo>
                      <a:pt x="142" y="8269"/>
                    </a:lnTo>
                    <a:lnTo>
                      <a:pt x="168" y="8449"/>
                    </a:lnTo>
                    <a:lnTo>
                      <a:pt x="194" y="8623"/>
                    </a:lnTo>
                    <a:lnTo>
                      <a:pt x="222" y="8790"/>
                    </a:lnTo>
                    <a:lnTo>
                      <a:pt x="250" y="8951"/>
                    </a:lnTo>
                    <a:lnTo>
                      <a:pt x="279" y="9106"/>
                    </a:lnTo>
                    <a:lnTo>
                      <a:pt x="308" y="9262"/>
                    </a:lnTo>
                    <a:lnTo>
                      <a:pt x="337" y="9419"/>
                    </a:lnTo>
                    <a:lnTo>
                      <a:pt x="367" y="9569"/>
                    </a:lnTo>
                    <a:lnTo>
                      <a:pt x="398" y="9706"/>
                    </a:lnTo>
                    <a:lnTo>
                      <a:pt x="431" y="9820"/>
                    </a:lnTo>
                    <a:lnTo>
                      <a:pt x="465" y="9905"/>
                    </a:lnTo>
                    <a:lnTo>
                      <a:pt x="498" y="9959"/>
                    </a:lnTo>
                    <a:lnTo>
                      <a:pt x="527" y="9990"/>
                    </a:lnTo>
                    <a:lnTo>
                      <a:pt x="558" y="10000"/>
                    </a:lnTo>
                    <a:lnTo>
                      <a:pt x="595" y="9987"/>
                    </a:lnTo>
                    <a:lnTo>
                      <a:pt x="643" y="9956"/>
                    </a:lnTo>
                    <a:lnTo>
                      <a:pt x="705" y="9905"/>
                    </a:lnTo>
                    <a:lnTo>
                      <a:pt x="781" y="9825"/>
                    </a:lnTo>
                    <a:lnTo>
                      <a:pt x="868" y="9714"/>
                    </a:lnTo>
                    <a:lnTo>
                      <a:pt x="966" y="9584"/>
                    </a:lnTo>
                    <a:lnTo>
                      <a:pt x="1073" y="9444"/>
                    </a:lnTo>
                    <a:lnTo>
                      <a:pt x="1191" y="9308"/>
                    </a:lnTo>
                    <a:lnTo>
                      <a:pt x="1317" y="9186"/>
                    </a:lnTo>
                    <a:lnTo>
                      <a:pt x="1457" y="9072"/>
                    </a:lnTo>
                    <a:lnTo>
                      <a:pt x="1612" y="8955"/>
                    </a:lnTo>
                    <a:lnTo>
                      <a:pt x="1776" y="8842"/>
                    </a:lnTo>
                    <a:lnTo>
                      <a:pt x="1945" y="8737"/>
                    </a:lnTo>
                    <a:lnTo>
                      <a:pt x="2113" y="8645"/>
                    </a:lnTo>
                    <a:lnTo>
                      <a:pt x="2275" y="8574"/>
                    </a:lnTo>
                    <a:lnTo>
                      <a:pt x="2433" y="8522"/>
                    </a:lnTo>
                    <a:lnTo>
                      <a:pt x="2592" y="8486"/>
                    </a:lnTo>
                    <a:lnTo>
                      <a:pt x="2751" y="8464"/>
                    </a:lnTo>
                    <a:lnTo>
                      <a:pt x="2907" y="8455"/>
                    </a:lnTo>
                    <a:lnTo>
                      <a:pt x="3059" y="8456"/>
                    </a:lnTo>
                    <a:lnTo>
                      <a:pt x="3206" y="8467"/>
                    </a:lnTo>
                    <a:lnTo>
                      <a:pt x="3351" y="8493"/>
                    </a:lnTo>
                    <a:lnTo>
                      <a:pt x="3494" y="8533"/>
                    </a:lnTo>
                    <a:lnTo>
                      <a:pt x="3634" y="8586"/>
                    </a:lnTo>
                    <a:lnTo>
                      <a:pt x="3767" y="8644"/>
                    </a:lnTo>
                    <a:lnTo>
                      <a:pt x="3892" y="8704"/>
                    </a:lnTo>
                    <a:lnTo>
                      <a:pt x="4005" y="8760"/>
                    </a:lnTo>
                    <a:lnTo>
                      <a:pt x="4109" y="8836"/>
                    </a:lnTo>
                    <a:lnTo>
                      <a:pt x="4208" y="8940"/>
                    </a:lnTo>
                    <a:lnTo>
                      <a:pt x="4298" y="9045"/>
                    </a:lnTo>
                    <a:lnTo>
                      <a:pt x="4375" y="9125"/>
                    </a:lnTo>
                    <a:lnTo>
                      <a:pt x="4439" y="9154"/>
                    </a:lnTo>
                    <a:lnTo>
                      <a:pt x="4484" y="9106"/>
                    </a:lnTo>
                    <a:lnTo>
                      <a:pt x="4506" y="8964"/>
                    </a:lnTo>
                    <a:lnTo>
                      <a:pt x="4508" y="8744"/>
                    </a:lnTo>
                    <a:lnTo>
                      <a:pt x="4494" y="8474"/>
                    </a:lnTo>
                    <a:lnTo>
                      <a:pt x="4472" y="8179"/>
                    </a:lnTo>
                    <a:lnTo>
                      <a:pt x="4449" y="7884"/>
                    </a:lnTo>
                    <a:lnTo>
                      <a:pt x="4431" y="7616"/>
                    </a:lnTo>
                    <a:lnTo>
                      <a:pt x="4416" y="7370"/>
                    </a:lnTo>
                    <a:lnTo>
                      <a:pt x="4399" y="7126"/>
                    </a:lnTo>
                    <a:lnTo>
                      <a:pt x="4381" y="6882"/>
                    </a:lnTo>
                    <a:lnTo>
                      <a:pt x="4362" y="6639"/>
                    </a:lnTo>
                    <a:lnTo>
                      <a:pt x="4343" y="6396"/>
                    </a:lnTo>
                    <a:lnTo>
                      <a:pt x="4324" y="6152"/>
                    </a:lnTo>
                    <a:lnTo>
                      <a:pt x="4307" y="5908"/>
                    </a:lnTo>
                    <a:lnTo>
                      <a:pt x="4291" y="5664"/>
                    </a:lnTo>
                    <a:lnTo>
                      <a:pt x="4274" y="5420"/>
                    </a:lnTo>
                    <a:lnTo>
                      <a:pt x="4257" y="5176"/>
                    </a:lnTo>
                    <a:lnTo>
                      <a:pt x="4239" y="4932"/>
                    </a:lnTo>
                    <a:lnTo>
                      <a:pt x="4218" y="4688"/>
                    </a:lnTo>
                    <a:lnTo>
                      <a:pt x="4195" y="4444"/>
                    </a:lnTo>
                    <a:lnTo>
                      <a:pt x="4172" y="4199"/>
                    </a:lnTo>
                    <a:lnTo>
                      <a:pt x="4148" y="3954"/>
                    </a:lnTo>
                    <a:lnTo>
                      <a:pt x="4121" y="3710"/>
                    </a:lnTo>
                    <a:lnTo>
                      <a:pt x="4091" y="3467"/>
                    </a:lnTo>
                    <a:lnTo>
                      <a:pt x="4058" y="3224"/>
                    </a:lnTo>
                    <a:lnTo>
                      <a:pt x="4021" y="2979"/>
                    </a:lnTo>
                    <a:lnTo>
                      <a:pt x="3980" y="2729"/>
                    </a:lnTo>
                    <a:lnTo>
                      <a:pt x="3937" y="2481"/>
                    </a:lnTo>
                    <a:lnTo>
                      <a:pt x="3890" y="2237"/>
                    </a:lnTo>
                    <a:lnTo>
                      <a:pt x="3842" y="2005"/>
                    </a:lnTo>
                    <a:lnTo>
                      <a:pt x="3792" y="1787"/>
                    </a:lnTo>
                    <a:lnTo>
                      <a:pt x="3739" y="1582"/>
                    </a:lnTo>
                    <a:lnTo>
                      <a:pt x="3682" y="1386"/>
                    </a:lnTo>
                    <a:lnTo>
                      <a:pt x="3622" y="1200"/>
                    </a:lnTo>
                    <a:lnTo>
                      <a:pt x="3562" y="1026"/>
                    </a:lnTo>
                    <a:lnTo>
                      <a:pt x="3503" y="866"/>
                    </a:lnTo>
                    <a:lnTo>
                      <a:pt x="3446" y="722"/>
                    </a:lnTo>
                    <a:lnTo>
                      <a:pt x="3392" y="595"/>
                    </a:lnTo>
                    <a:lnTo>
                      <a:pt x="3341" y="484"/>
                    </a:lnTo>
                    <a:lnTo>
                      <a:pt x="3291" y="386"/>
                    </a:lnTo>
                    <a:lnTo>
                      <a:pt x="3240" y="301"/>
                    </a:lnTo>
                    <a:lnTo>
                      <a:pt x="3186" y="228"/>
                    </a:lnTo>
                    <a:lnTo>
                      <a:pt x="3127" y="163"/>
                    </a:lnTo>
                    <a:lnTo>
                      <a:pt x="3065" y="108"/>
                    </a:lnTo>
                    <a:lnTo>
                      <a:pt x="3004" y="64"/>
                    </a:lnTo>
                    <a:lnTo>
                      <a:pt x="2940" y="30"/>
                    </a:lnTo>
                    <a:lnTo>
                      <a:pt x="2870" y="9"/>
                    </a:lnTo>
                    <a:lnTo>
                      <a:pt x="2791" y="0"/>
                    </a:lnTo>
                    <a:lnTo>
                      <a:pt x="2701" y="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324408" y="1478735"/>
                <a:ext cx="706771" cy="1594097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374032" y="1635176"/>
                <a:ext cx="550551" cy="1141171"/>
              </a:xfrm>
              <a:custGeom>
                <a:avLst/>
                <a:gdLst/>
                <a:ahLst/>
                <a:cxnLst/>
                <a:rect l="0" t="0" r="r" b="b"/>
                <a:pathLst>
                  <a:path w="1974" h="4160" fill="none">
                    <a:moveTo>
                      <a:pt x="1974" y="1960"/>
                    </a:moveTo>
                    <a:lnTo>
                      <a:pt x="1454" y="1680"/>
                    </a:lnTo>
                    <a:lnTo>
                      <a:pt x="814" y="1200"/>
                    </a:lnTo>
                    <a:lnTo>
                      <a:pt x="454" y="720"/>
                    </a:lnTo>
                  </a:path>
                  <a:path w="1974" h="4160" fill="none">
                    <a:moveTo>
                      <a:pt x="1454" y="1680"/>
                    </a:moveTo>
                    <a:lnTo>
                      <a:pt x="1214" y="960"/>
                    </a:lnTo>
                    <a:lnTo>
                      <a:pt x="1094" y="160"/>
                    </a:lnTo>
                  </a:path>
                  <a:path w="1974" h="4160" fill="none">
                    <a:moveTo>
                      <a:pt x="1974" y="1960"/>
                    </a:moveTo>
                    <a:lnTo>
                      <a:pt x="1214" y="2080"/>
                    </a:lnTo>
                    <a:lnTo>
                      <a:pt x="414" y="2080"/>
                    </a:lnTo>
                    <a:lnTo>
                      <a:pt x="14" y="2160"/>
                    </a:lnTo>
                  </a:path>
                  <a:path w="1974" h="4160" fill="none">
                    <a:moveTo>
                      <a:pt x="1214" y="2080"/>
                    </a:moveTo>
                    <a:lnTo>
                      <a:pt x="654" y="2640"/>
                    </a:lnTo>
                    <a:lnTo>
                      <a:pt x="214" y="3120"/>
                    </a:lnTo>
                  </a:path>
                  <a:path w="1974" h="4160" fill="none">
                    <a:moveTo>
                      <a:pt x="1974" y="1960"/>
                    </a:moveTo>
                    <a:lnTo>
                      <a:pt x="1454" y="2640"/>
                    </a:lnTo>
                    <a:lnTo>
                      <a:pt x="974" y="3440"/>
                    </a:lnTo>
                    <a:lnTo>
                      <a:pt x="534" y="4080"/>
                    </a:lnTo>
                  </a:path>
                  <a:path w="1974" h="4160" fill="none">
                    <a:moveTo>
                      <a:pt x="1454" y="2640"/>
                    </a:moveTo>
                    <a:lnTo>
                      <a:pt x="1694" y="3440"/>
                    </a:lnTo>
                    <a:lnTo>
                      <a:pt x="1454" y="4160"/>
                    </a:lnTo>
                  </a:path>
                  <a:path w="1974" h="4160" fill="none">
                    <a:moveTo>
                      <a:pt x="974" y="3440"/>
                    </a:moveTo>
                    <a:lnTo>
                      <a:pt x="334" y="3840"/>
                    </a:lnTo>
                    <a:lnTo>
                      <a:pt x="14" y="4080"/>
                    </a:lnTo>
                  </a:path>
                  <a:path w="1974" h="4160" fill="none">
                    <a:moveTo>
                      <a:pt x="814" y="1200"/>
                    </a:moveTo>
                    <a:lnTo>
                      <a:pt x="254" y="1360"/>
                    </a:lnTo>
                    <a:lnTo>
                      <a:pt x="0" y="1550"/>
                    </a:lnTo>
                  </a:path>
                  <a:path w="1974" h="4160" fill="none">
                    <a:moveTo>
                      <a:pt x="1214" y="960"/>
                    </a:moveTo>
                    <a:lnTo>
                      <a:pt x="734" y="480"/>
                    </a:lnTo>
                  </a:path>
                  <a:path w="1974" h="4160" fill="none">
                    <a:moveTo>
                      <a:pt x="654" y="2640"/>
                    </a:moveTo>
                    <a:lnTo>
                      <a:pt x="734" y="3200"/>
                    </a:lnTo>
                    <a:lnTo>
                      <a:pt x="494" y="3760"/>
                    </a:lnTo>
                  </a:path>
                  <a:path w="1974" h="4160" fill="none">
                    <a:moveTo>
                      <a:pt x="1974" y="1960"/>
                    </a:moveTo>
                    <a:lnTo>
                      <a:pt x="1854" y="1360"/>
                    </a:lnTo>
                    <a:lnTo>
                      <a:pt x="1614" y="720"/>
                    </a:lnTo>
                    <a:lnTo>
                      <a:pt x="1454" y="0"/>
                    </a:lnTo>
                  </a:path>
                  <a:path w="1974" h="4160" fill="none">
                    <a:moveTo>
                      <a:pt x="414" y="2080"/>
                    </a:moveTo>
                    <a:lnTo>
                      <a:pt x="174" y="256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grpSp>
          <p:nvGrpSpPr>
            <p:cNvPr id="11" name="G0 PulmonI"/>
            <p:cNvGrpSpPr/>
            <p:nvPr/>
          </p:nvGrpSpPr>
          <p:grpSpPr>
            <a:xfrm>
              <a:off x="2406899" y="1264666"/>
              <a:ext cx="884255" cy="2127186"/>
              <a:chOff x="2406899" y="1264666"/>
              <a:chExt cx="884255" cy="2127186"/>
            </a:xfrm>
          </p:grpSpPr>
          <p:sp>
            <p:nvSpPr>
              <p:cNvPr id="12" name="Forma 11"/>
              <p:cNvSpPr/>
              <p:nvPr/>
            </p:nvSpPr>
            <p:spPr>
              <a:xfrm>
                <a:off x="2406899" y="1264666"/>
                <a:ext cx="884255" cy="2127186"/>
              </a:xfrm>
              <a:custGeom>
                <a:avLst/>
                <a:gdLst/>
                <a:ahLst/>
                <a:cxnLst/>
                <a:rect l="0" t="0" r="r" b="b"/>
                <a:pathLst>
                  <a:path w="4088" h="10000">
                    <a:moveTo>
                      <a:pt x="650" y="8585"/>
                    </a:moveTo>
                    <a:lnTo>
                      <a:pt x="668" y="8579"/>
                    </a:lnTo>
                    <a:lnTo>
                      <a:pt x="830" y="8539"/>
                    </a:lnTo>
                    <a:lnTo>
                      <a:pt x="980" y="8515"/>
                    </a:lnTo>
                    <a:lnTo>
                      <a:pt x="1123" y="8504"/>
                    </a:lnTo>
                    <a:lnTo>
                      <a:pt x="1271" y="8502"/>
                    </a:lnTo>
                    <a:lnTo>
                      <a:pt x="1422" y="8512"/>
                    </a:lnTo>
                    <a:lnTo>
                      <a:pt x="1575" y="8533"/>
                    </a:lnTo>
                    <a:lnTo>
                      <a:pt x="1729" y="8568"/>
                    </a:lnTo>
                    <a:lnTo>
                      <a:pt x="1883" y="8618"/>
                    </a:lnTo>
                    <a:lnTo>
                      <a:pt x="2040" y="8687"/>
                    </a:lnTo>
                    <a:lnTo>
                      <a:pt x="2203" y="8776"/>
                    </a:lnTo>
                    <a:lnTo>
                      <a:pt x="2366" y="8878"/>
                    </a:lnTo>
                    <a:lnTo>
                      <a:pt x="2525" y="8988"/>
                    </a:lnTo>
                    <a:lnTo>
                      <a:pt x="2675" y="9101"/>
                    </a:lnTo>
                    <a:lnTo>
                      <a:pt x="2811" y="9211"/>
                    </a:lnTo>
                    <a:lnTo>
                      <a:pt x="2933" y="9329"/>
                    </a:lnTo>
                    <a:lnTo>
                      <a:pt x="3047" y="9462"/>
                    </a:lnTo>
                    <a:lnTo>
                      <a:pt x="3151" y="9597"/>
                    </a:lnTo>
                    <a:lnTo>
                      <a:pt x="3246" y="9723"/>
                    </a:lnTo>
                    <a:lnTo>
                      <a:pt x="3330" y="9831"/>
                    </a:lnTo>
                    <a:lnTo>
                      <a:pt x="3404" y="9908"/>
                    </a:lnTo>
                    <a:lnTo>
                      <a:pt x="3464" y="9957"/>
                    </a:lnTo>
                    <a:lnTo>
                      <a:pt x="3510" y="9988"/>
                    </a:lnTo>
                    <a:lnTo>
                      <a:pt x="3546" y="10000"/>
                    </a:lnTo>
                    <a:lnTo>
                      <a:pt x="3576" y="9991"/>
                    </a:lnTo>
                    <a:lnTo>
                      <a:pt x="3605" y="9960"/>
                    </a:lnTo>
                    <a:lnTo>
                      <a:pt x="3636" y="9908"/>
                    </a:lnTo>
                    <a:lnTo>
                      <a:pt x="3670" y="9830"/>
                    </a:lnTo>
                    <a:lnTo>
                      <a:pt x="3701" y="9727"/>
                    </a:lnTo>
                    <a:lnTo>
                      <a:pt x="3731" y="9602"/>
                    </a:lnTo>
                    <a:lnTo>
                      <a:pt x="3760" y="9460"/>
                    </a:lnTo>
                    <a:lnTo>
                      <a:pt x="3789" y="9302"/>
                    </a:lnTo>
                    <a:lnTo>
                      <a:pt x="3817" y="9134"/>
                    </a:lnTo>
                    <a:lnTo>
                      <a:pt x="3845" y="8946"/>
                    </a:lnTo>
                    <a:lnTo>
                      <a:pt x="3872" y="8736"/>
                    </a:lnTo>
                    <a:lnTo>
                      <a:pt x="3899" y="8511"/>
                    </a:lnTo>
                    <a:lnTo>
                      <a:pt x="3925" y="8279"/>
                    </a:lnTo>
                    <a:lnTo>
                      <a:pt x="3949" y="8050"/>
                    </a:lnTo>
                    <a:lnTo>
                      <a:pt x="3971" y="7831"/>
                    </a:lnTo>
                    <a:lnTo>
                      <a:pt x="3993" y="7623"/>
                    </a:lnTo>
                    <a:lnTo>
                      <a:pt x="4013" y="7420"/>
                    </a:lnTo>
                    <a:lnTo>
                      <a:pt x="4033" y="7218"/>
                    </a:lnTo>
                    <a:lnTo>
                      <a:pt x="4050" y="7017"/>
                    </a:lnTo>
                    <a:lnTo>
                      <a:pt x="4064" y="6813"/>
                    </a:lnTo>
                    <a:lnTo>
                      <a:pt x="4075" y="6606"/>
                    </a:lnTo>
                    <a:lnTo>
                      <a:pt x="4082" y="6395"/>
                    </a:lnTo>
                    <a:lnTo>
                      <a:pt x="4086" y="6181"/>
                    </a:lnTo>
                    <a:lnTo>
                      <a:pt x="4088" y="5965"/>
                    </a:lnTo>
                    <a:lnTo>
                      <a:pt x="4086" y="5749"/>
                    </a:lnTo>
                    <a:lnTo>
                      <a:pt x="4082" y="5532"/>
                    </a:lnTo>
                    <a:lnTo>
                      <a:pt x="4075" y="5317"/>
                    </a:lnTo>
                    <a:lnTo>
                      <a:pt x="4065" y="5101"/>
                    </a:lnTo>
                    <a:lnTo>
                      <a:pt x="4053" y="4884"/>
                    </a:lnTo>
                    <a:lnTo>
                      <a:pt x="4038" y="4668"/>
                    </a:lnTo>
                    <a:lnTo>
                      <a:pt x="4019" y="4452"/>
                    </a:lnTo>
                    <a:lnTo>
                      <a:pt x="3997" y="4238"/>
                    </a:lnTo>
                    <a:lnTo>
                      <a:pt x="3971" y="4027"/>
                    </a:lnTo>
                    <a:lnTo>
                      <a:pt x="3942" y="3817"/>
                    </a:lnTo>
                    <a:lnTo>
                      <a:pt x="3909" y="3608"/>
                    </a:lnTo>
                    <a:lnTo>
                      <a:pt x="3873" y="3401"/>
                    </a:lnTo>
                    <a:lnTo>
                      <a:pt x="3833" y="3196"/>
                    </a:lnTo>
                    <a:lnTo>
                      <a:pt x="3789" y="2996"/>
                    </a:lnTo>
                    <a:lnTo>
                      <a:pt x="3739" y="2802"/>
                    </a:lnTo>
                    <a:lnTo>
                      <a:pt x="3685" y="2612"/>
                    </a:lnTo>
                    <a:lnTo>
                      <a:pt x="3627" y="2426"/>
                    </a:lnTo>
                    <a:lnTo>
                      <a:pt x="3564" y="2243"/>
                    </a:lnTo>
                    <a:lnTo>
                      <a:pt x="3497" y="2066"/>
                    </a:lnTo>
                    <a:lnTo>
                      <a:pt x="3426" y="1896"/>
                    </a:lnTo>
                    <a:lnTo>
                      <a:pt x="3353" y="1732"/>
                    </a:lnTo>
                    <a:lnTo>
                      <a:pt x="3276" y="1574"/>
                    </a:lnTo>
                    <a:lnTo>
                      <a:pt x="3195" y="1422"/>
                    </a:lnTo>
                    <a:lnTo>
                      <a:pt x="3111" y="1276"/>
                    </a:lnTo>
                    <a:lnTo>
                      <a:pt x="3023" y="1137"/>
                    </a:lnTo>
                    <a:lnTo>
                      <a:pt x="2932" y="1005"/>
                    </a:lnTo>
                    <a:lnTo>
                      <a:pt x="2837" y="880"/>
                    </a:lnTo>
                    <a:lnTo>
                      <a:pt x="2738" y="763"/>
                    </a:lnTo>
                    <a:lnTo>
                      <a:pt x="2634" y="652"/>
                    </a:lnTo>
                    <a:lnTo>
                      <a:pt x="2527" y="548"/>
                    </a:lnTo>
                    <a:lnTo>
                      <a:pt x="2418" y="453"/>
                    </a:lnTo>
                    <a:lnTo>
                      <a:pt x="2306" y="365"/>
                    </a:lnTo>
                    <a:lnTo>
                      <a:pt x="2192" y="287"/>
                    </a:lnTo>
                    <a:lnTo>
                      <a:pt x="2073" y="217"/>
                    </a:lnTo>
                    <a:lnTo>
                      <a:pt x="1946" y="154"/>
                    </a:lnTo>
                    <a:lnTo>
                      <a:pt x="1817" y="99"/>
                    </a:lnTo>
                    <a:lnTo>
                      <a:pt x="1691" y="54"/>
                    </a:lnTo>
                    <a:lnTo>
                      <a:pt x="1573" y="22"/>
                    </a:lnTo>
                    <a:lnTo>
                      <a:pt x="1470" y="4"/>
                    </a:lnTo>
                    <a:lnTo>
                      <a:pt x="1382" y="0"/>
                    </a:lnTo>
                    <a:lnTo>
                      <a:pt x="1306" y="8"/>
                    </a:lnTo>
                    <a:lnTo>
                      <a:pt x="1238" y="29"/>
                    </a:lnTo>
                    <a:lnTo>
                      <a:pt x="1176" y="62"/>
                    </a:lnTo>
                    <a:lnTo>
                      <a:pt x="1117" y="105"/>
                    </a:lnTo>
                    <a:lnTo>
                      <a:pt x="1058" y="158"/>
                    </a:lnTo>
                    <a:lnTo>
                      <a:pt x="1000" y="221"/>
                    </a:lnTo>
                    <a:lnTo>
                      <a:pt x="948" y="292"/>
                    </a:lnTo>
                    <a:lnTo>
                      <a:pt x="898" y="374"/>
                    </a:lnTo>
                    <a:lnTo>
                      <a:pt x="849" y="469"/>
                    </a:lnTo>
                    <a:lnTo>
                      <a:pt x="800" y="577"/>
                    </a:lnTo>
                    <a:lnTo>
                      <a:pt x="748" y="700"/>
                    </a:lnTo>
                    <a:lnTo>
                      <a:pt x="693" y="839"/>
                    </a:lnTo>
                    <a:lnTo>
                      <a:pt x="635" y="994"/>
                    </a:lnTo>
                    <a:lnTo>
                      <a:pt x="577" y="1163"/>
                    </a:lnTo>
                    <a:lnTo>
                      <a:pt x="520" y="1343"/>
                    </a:lnTo>
                    <a:lnTo>
                      <a:pt x="465" y="1533"/>
                    </a:lnTo>
                    <a:lnTo>
                      <a:pt x="413" y="1732"/>
                    </a:lnTo>
                    <a:lnTo>
                      <a:pt x="364" y="1943"/>
                    </a:lnTo>
                    <a:lnTo>
                      <a:pt x="317" y="2168"/>
                    </a:lnTo>
                    <a:lnTo>
                      <a:pt x="273" y="2404"/>
                    </a:lnTo>
                    <a:lnTo>
                      <a:pt x="230" y="2645"/>
                    </a:lnTo>
                    <a:lnTo>
                      <a:pt x="191" y="2887"/>
                    </a:lnTo>
                    <a:lnTo>
                      <a:pt x="155" y="3124"/>
                    </a:lnTo>
                    <a:lnTo>
                      <a:pt x="118" y="3359"/>
                    </a:lnTo>
                    <a:lnTo>
                      <a:pt x="80" y="3595"/>
                    </a:lnTo>
                    <a:lnTo>
                      <a:pt x="44" y="3832"/>
                    </a:lnTo>
                    <a:lnTo>
                      <a:pt x="16" y="4069"/>
                    </a:lnTo>
                    <a:lnTo>
                      <a:pt x="0" y="4306"/>
                    </a:lnTo>
                    <a:lnTo>
                      <a:pt x="0" y="4543"/>
                    </a:lnTo>
                    <a:lnTo>
                      <a:pt x="22" y="4779"/>
                    </a:lnTo>
                    <a:lnTo>
                      <a:pt x="63" y="5016"/>
                    </a:lnTo>
                    <a:lnTo>
                      <a:pt x="116" y="5252"/>
                    </a:lnTo>
                    <a:lnTo>
                      <a:pt x="175" y="5489"/>
                    </a:lnTo>
                    <a:lnTo>
                      <a:pt x="233" y="5725"/>
                    </a:lnTo>
                    <a:lnTo>
                      <a:pt x="284" y="5961"/>
                    </a:lnTo>
                    <a:lnTo>
                      <a:pt x="330" y="6194"/>
                    </a:lnTo>
                    <a:lnTo>
                      <a:pt x="378" y="6422"/>
                    </a:lnTo>
                    <a:lnTo>
                      <a:pt x="424" y="6650"/>
                    </a:lnTo>
                    <a:lnTo>
                      <a:pt x="468" y="6882"/>
                    </a:lnTo>
                    <a:lnTo>
                      <a:pt x="508" y="7124"/>
                    </a:lnTo>
                    <a:lnTo>
                      <a:pt x="542" y="7380"/>
                    </a:lnTo>
                    <a:lnTo>
                      <a:pt x="574" y="7677"/>
                    </a:lnTo>
                    <a:lnTo>
                      <a:pt x="608" y="8017"/>
                    </a:lnTo>
                    <a:lnTo>
                      <a:pt x="637" y="8367"/>
                    </a:lnTo>
                    <a:lnTo>
                      <a:pt x="650" y="858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13" name="Forma 12"/>
              <p:cNvSpPr/>
              <p:nvPr/>
            </p:nvSpPr>
            <p:spPr>
              <a:xfrm>
                <a:off x="2437580" y="129492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14" name="Forma 13"/>
              <p:cNvSpPr/>
              <p:nvPr/>
            </p:nvSpPr>
            <p:spPr>
              <a:xfrm>
                <a:off x="2510257" y="149047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sp>
          <p:nvSpPr>
            <p:cNvPr id="15" name="G0 Costillas"/>
            <p:cNvSpPr/>
            <p:nvPr/>
          </p:nvSpPr>
          <p:spPr>
            <a:xfrm>
              <a:off x="990295" y="1243584"/>
              <a:ext cx="2454250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57150" cap="rnd">
              <a:solidFill>
                <a:srgbClr val="B5B5B5"/>
              </a:solidFill>
              <a:round/>
            </a:ln>
          </p:spPr>
        </p:sp>
        <p:sp>
          <p:nvSpPr>
            <p:cNvPr id="16" name="G0 Mediastino"/>
            <p:cNvSpPr/>
            <p:nvPr/>
          </p:nvSpPr>
          <p:spPr>
            <a:xfrm>
              <a:off x="1743304" y="1175004"/>
              <a:ext cx="1065367" cy="2016252"/>
            </a:xfrm>
            <a:custGeom>
              <a:avLst/>
              <a:gdLst/>
              <a:ahLst/>
              <a:cxnLst/>
              <a:rect l="0" t="0" r="r" b="b"/>
              <a:pathLst>
                <a:path w="5197" h="10000">
                  <a:moveTo>
                    <a:pt x="4137" y="68"/>
                  </a:moveTo>
                  <a:lnTo>
                    <a:pt x="3861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7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4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50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40" y="3481"/>
                  </a:lnTo>
                  <a:lnTo>
                    <a:pt x="1240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3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9" y="4983"/>
                  </a:lnTo>
                  <a:lnTo>
                    <a:pt x="1419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9" y="7228"/>
                  </a:lnTo>
                  <a:lnTo>
                    <a:pt x="1601" y="7391"/>
                  </a:lnTo>
                  <a:lnTo>
                    <a:pt x="1592" y="7489"/>
                  </a:lnTo>
                  <a:lnTo>
                    <a:pt x="1581" y="7676"/>
                  </a:lnTo>
                  <a:lnTo>
                    <a:pt x="1579" y="7866"/>
                  </a:lnTo>
                  <a:lnTo>
                    <a:pt x="1586" y="8053"/>
                  </a:lnTo>
                  <a:lnTo>
                    <a:pt x="1605" y="8231"/>
                  </a:lnTo>
                  <a:lnTo>
                    <a:pt x="1632" y="8407"/>
                  </a:lnTo>
                  <a:lnTo>
                    <a:pt x="1665" y="8588"/>
                  </a:lnTo>
                  <a:lnTo>
                    <a:pt x="1694" y="8704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7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9" y="9845"/>
                  </a:lnTo>
                  <a:lnTo>
                    <a:pt x="1645" y="9848"/>
                  </a:lnTo>
                  <a:lnTo>
                    <a:pt x="1640" y="9851"/>
                  </a:lnTo>
                  <a:lnTo>
                    <a:pt x="1636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1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6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7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621"/>
                  </a:lnTo>
                  <a:lnTo>
                    <a:pt x="4656" y="9611"/>
                  </a:lnTo>
                  <a:lnTo>
                    <a:pt x="4787" y="9545"/>
                  </a:lnTo>
                  <a:lnTo>
                    <a:pt x="4897" y="9455"/>
                  </a:lnTo>
                  <a:lnTo>
                    <a:pt x="4987" y="9337"/>
                  </a:lnTo>
                  <a:lnTo>
                    <a:pt x="5060" y="9193"/>
                  </a:lnTo>
                  <a:lnTo>
                    <a:pt x="5117" y="9030"/>
                  </a:lnTo>
                  <a:lnTo>
                    <a:pt x="5158" y="8856"/>
                  </a:lnTo>
                  <a:lnTo>
                    <a:pt x="5184" y="8677"/>
                  </a:lnTo>
                  <a:lnTo>
                    <a:pt x="5197" y="8503"/>
                  </a:lnTo>
                  <a:lnTo>
                    <a:pt x="5193" y="8327"/>
                  </a:lnTo>
                  <a:lnTo>
                    <a:pt x="5173" y="8143"/>
                  </a:lnTo>
                  <a:lnTo>
                    <a:pt x="5138" y="7954"/>
                  </a:lnTo>
                  <a:lnTo>
                    <a:pt x="5090" y="7767"/>
                  </a:lnTo>
                  <a:lnTo>
                    <a:pt x="5032" y="7586"/>
                  </a:lnTo>
                  <a:lnTo>
                    <a:pt x="4965" y="7414"/>
                  </a:lnTo>
                  <a:lnTo>
                    <a:pt x="4888" y="7251"/>
                  </a:lnTo>
                  <a:lnTo>
                    <a:pt x="4797" y="7089"/>
                  </a:lnTo>
                  <a:lnTo>
                    <a:pt x="4696" y="6934"/>
                  </a:lnTo>
                  <a:lnTo>
                    <a:pt x="4586" y="6787"/>
                  </a:lnTo>
                  <a:lnTo>
                    <a:pt x="4471" y="6652"/>
                  </a:lnTo>
                  <a:lnTo>
                    <a:pt x="4353" y="6530"/>
                  </a:lnTo>
                  <a:lnTo>
                    <a:pt x="4230" y="6424"/>
                  </a:lnTo>
                  <a:lnTo>
                    <a:pt x="4101" y="6330"/>
                  </a:lnTo>
                  <a:lnTo>
                    <a:pt x="3966" y="6247"/>
                  </a:lnTo>
                  <a:lnTo>
                    <a:pt x="3826" y="6174"/>
                  </a:lnTo>
                  <a:lnTo>
                    <a:pt x="3683" y="6110"/>
                  </a:lnTo>
                  <a:lnTo>
                    <a:pt x="3537" y="6054"/>
                  </a:lnTo>
                  <a:lnTo>
                    <a:pt x="3383" y="6002"/>
                  </a:lnTo>
                  <a:lnTo>
                    <a:pt x="3302" y="5978"/>
                  </a:lnTo>
                  <a:lnTo>
                    <a:pt x="3251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7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200" y="4731"/>
                  </a:lnTo>
                  <a:lnTo>
                    <a:pt x="3229" y="4481"/>
                  </a:lnTo>
                  <a:lnTo>
                    <a:pt x="3230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7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7" y="3226"/>
                  </a:lnTo>
                  <a:lnTo>
                    <a:pt x="3427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9" y="2722"/>
                  </a:lnTo>
                  <a:lnTo>
                    <a:pt x="3519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20" y="2259"/>
                  </a:lnTo>
                  <a:lnTo>
                    <a:pt x="3620" y="2258"/>
                  </a:lnTo>
                  <a:lnTo>
                    <a:pt x="3675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4" y="1845"/>
                  </a:lnTo>
                  <a:lnTo>
                    <a:pt x="3794" y="1655"/>
                  </a:lnTo>
                  <a:lnTo>
                    <a:pt x="3795" y="1654"/>
                  </a:lnTo>
                  <a:lnTo>
                    <a:pt x="3856" y="1476"/>
                  </a:lnTo>
                  <a:lnTo>
                    <a:pt x="3857" y="1475"/>
                  </a:lnTo>
                  <a:lnTo>
                    <a:pt x="3917" y="1311"/>
                  </a:lnTo>
                  <a:lnTo>
                    <a:pt x="3918" y="1310"/>
                  </a:lnTo>
                  <a:lnTo>
                    <a:pt x="3976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2" y="1031"/>
                  </a:lnTo>
                  <a:lnTo>
                    <a:pt x="4084" y="917"/>
                  </a:lnTo>
                  <a:lnTo>
                    <a:pt x="4085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1" y="725"/>
                  </a:lnTo>
                  <a:lnTo>
                    <a:pt x="4193" y="721"/>
                  </a:lnTo>
                  <a:lnTo>
                    <a:pt x="4249" y="645"/>
                  </a:lnTo>
                  <a:lnTo>
                    <a:pt x="4253" y="641"/>
                  </a:lnTo>
                  <a:lnTo>
                    <a:pt x="4313" y="575"/>
                  </a:lnTo>
                  <a:lnTo>
                    <a:pt x="4317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6" y="466"/>
                  </a:lnTo>
                  <a:lnTo>
                    <a:pt x="4449" y="464"/>
                  </a:lnTo>
                  <a:lnTo>
                    <a:pt x="4453" y="462"/>
                  </a:lnTo>
                  <a:lnTo>
                    <a:pt x="4518" y="427"/>
                  </a:lnTo>
                  <a:lnTo>
                    <a:pt x="4523" y="425"/>
                  </a:lnTo>
                  <a:lnTo>
                    <a:pt x="4527" y="424"/>
                  </a:lnTo>
                  <a:lnTo>
                    <a:pt x="4599" y="402"/>
                  </a:lnTo>
                  <a:lnTo>
                    <a:pt x="4604" y="400"/>
                  </a:lnTo>
                  <a:lnTo>
                    <a:pt x="4609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lnTo>
                    <a:pt x="4137" y="68"/>
                  </a:lnTo>
                  <a:close/>
                </a:path>
              </a:pathLst>
            </a:custGeom>
            <a:gradFill rotWithShape="1">
              <a:gsLst>
                <a:gs pos="0">
                  <a:srgbClr val="F2F2F2"/>
                </a:gs>
                <a:gs pos="100000">
                  <a:srgbClr val="C8C8C8"/>
                </a:gs>
              </a:gsLst>
              <a:path path="circle">
                <a:fillToRect l="50000" t="60000" r="50000" b="40000"/>
              </a:path>
            </a:gradFill>
            <a:ln>
              <a:noFill/>
            </a:ln>
          </p:spPr>
        </p:sp>
        <p:sp>
          <p:nvSpPr>
            <p:cNvPr id="17" name="G0 Traquea"/>
            <p:cNvSpPr/>
            <p:nvPr/>
          </p:nvSpPr>
          <p:spPr>
            <a:xfrm>
              <a:off x="2217420" y="1024128"/>
              <a:ext cx="2789" cy="822960"/>
            </a:xfrm>
            <a:custGeom>
              <a:avLst/>
              <a:gdLst/>
              <a:ahLst/>
              <a:cxnLst/>
              <a:rect l="0" t="0" r="r" b="b"/>
              <a:pathLst>
                <a:path w="10" h="3000" fill="none">
                  <a:moveTo>
                    <a:pt x="0" y="0"/>
                  </a:moveTo>
                  <a:lnTo>
                    <a:pt x="0" y="176"/>
                  </a:lnTo>
                  <a:lnTo>
                    <a:pt x="0" y="422"/>
                  </a:lnTo>
                  <a:lnTo>
                    <a:pt x="0" y="712"/>
                  </a:lnTo>
                  <a:lnTo>
                    <a:pt x="0" y="1022"/>
                  </a:lnTo>
                  <a:lnTo>
                    <a:pt x="0" y="1326"/>
                  </a:lnTo>
                  <a:lnTo>
                    <a:pt x="0" y="1600"/>
                  </a:lnTo>
                  <a:lnTo>
                    <a:pt x="0" y="1861"/>
                  </a:lnTo>
                  <a:lnTo>
                    <a:pt x="0" y="2133"/>
                  </a:lnTo>
                  <a:lnTo>
                    <a:pt x="0" y="2400"/>
                  </a:lnTo>
                  <a:lnTo>
                    <a:pt x="0" y="2644"/>
                  </a:lnTo>
                  <a:lnTo>
                    <a:pt x="0" y="2850"/>
                  </a:lnTo>
                  <a:lnTo>
                    <a:pt x="0" y="3000"/>
                  </a:lnTo>
                </a:path>
              </a:pathLst>
            </a:custGeom>
            <a:noFill/>
            <a:ln w="114300" cap="rnd">
              <a:solidFill>
                <a:srgbClr val="2A2A2A"/>
              </a:solidFill>
              <a:round/>
            </a:ln>
          </p:spPr>
        </p:sp>
        <p:sp>
          <p:nvSpPr>
            <p:cNvPr id="18" name="G0 AireD"/>
            <p:cNvSpPr/>
            <p:nvPr/>
          </p:nvSpPr>
          <p:spPr>
            <a:xfrm>
              <a:off x="1143686" y="126466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231" y="8792"/>
                  </a:moveTo>
                  <a:lnTo>
                    <a:pt x="1228" y="8793"/>
                  </a:lnTo>
                  <a:lnTo>
                    <a:pt x="1226" y="8795"/>
                  </a:lnTo>
                  <a:lnTo>
                    <a:pt x="1224" y="8796"/>
                  </a:lnTo>
                  <a:lnTo>
                    <a:pt x="1221" y="8797"/>
                  </a:lnTo>
                  <a:lnTo>
                    <a:pt x="1219" y="8797"/>
                  </a:lnTo>
                  <a:lnTo>
                    <a:pt x="1216" y="8798"/>
                  </a:lnTo>
                  <a:lnTo>
                    <a:pt x="1214" y="8798"/>
                  </a:lnTo>
                  <a:lnTo>
                    <a:pt x="1211" y="8798"/>
                  </a:lnTo>
                  <a:lnTo>
                    <a:pt x="1208" y="8797"/>
                  </a:lnTo>
                  <a:lnTo>
                    <a:pt x="1206" y="8797"/>
                  </a:lnTo>
                  <a:lnTo>
                    <a:pt x="1203" y="8796"/>
                  </a:lnTo>
                  <a:lnTo>
                    <a:pt x="1201" y="8795"/>
                  </a:lnTo>
                  <a:lnTo>
                    <a:pt x="1199" y="8793"/>
                  </a:lnTo>
                  <a:lnTo>
                    <a:pt x="1197" y="8792"/>
                  </a:lnTo>
                  <a:lnTo>
                    <a:pt x="1195" y="8790"/>
                  </a:lnTo>
                  <a:lnTo>
                    <a:pt x="1193" y="8788"/>
                  </a:lnTo>
                  <a:lnTo>
                    <a:pt x="1192" y="8786"/>
                  </a:lnTo>
                  <a:lnTo>
                    <a:pt x="1190" y="8784"/>
                  </a:lnTo>
                  <a:lnTo>
                    <a:pt x="1189" y="8781"/>
                  </a:lnTo>
                  <a:lnTo>
                    <a:pt x="1176" y="8749"/>
                  </a:lnTo>
                  <a:lnTo>
                    <a:pt x="1175" y="8746"/>
                  </a:lnTo>
                  <a:lnTo>
                    <a:pt x="1152" y="8664"/>
                  </a:lnTo>
                  <a:lnTo>
                    <a:pt x="1151" y="8663"/>
                  </a:lnTo>
                  <a:lnTo>
                    <a:pt x="1127" y="8558"/>
                  </a:lnTo>
                  <a:lnTo>
                    <a:pt x="1127" y="8557"/>
                  </a:lnTo>
                  <a:lnTo>
                    <a:pt x="1104" y="8439"/>
                  </a:lnTo>
                  <a:lnTo>
                    <a:pt x="1104" y="8439"/>
                  </a:lnTo>
                  <a:lnTo>
                    <a:pt x="1080" y="8314"/>
                  </a:lnTo>
                  <a:lnTo>
                    <a:pt x="1057" y="8189"/>
                  </a:lnTo>
                  <a:lnTo>
                    <a:pt x="1034" y="8066"/>
                  </a:lnTo>
                  <a:lnTo>
                    <a:pt x="1034" y="8066"/>
                  </a:lnTo>
                  <a:lnTo>
                    <a:pt x="1012" y="7938"/>
                  </a:lnTo>
                  <a:lnTo>
                    <a:pt x="1012" y="7938"/>
                  </a:lnTo>
                  <a:lnTo>
                    <a:pt x="990" y="7805"/>
                  </a:lnTo>
                  <a:lnTo>
                    <a:pt x="990" y="7805"/>
                  </a:lnTo>
                  <a:lnTo>
                    <a:pt x="969" y="7667"/>
                  </a:lnTo>
                  <a:lnTo>
                    <a:pt x="969" y="7667"/>
                  </a:lnTo>
                  <a:lnTo>
                    <a:pt x="949" y="7524"/>
                  </a:lnTo>
                  <a:lnTo>
                    <a:pt x="949" y="7524"/>
                  </a:lnTo>
                  <a:lnTo>
                    <a:pt x="930" y="7376"/>
                  </a:lnTo>
                  <a:lnTo>
                    <a:pt x="930" y="7375"/>
                  </a:lnTo>
                  <a:lnTo>
                    <a:pt x="913" y="7220"/>
                  </a:lnTo>
                  <a:lnTo>
                    <a:pt x="913" y="7219"/>
                  </a:lnTo>
                  <a:lnTo>
                    <a:pt x="896" y="7056"/>
                  </a:lnTo>
                  <a:lnTo>
                    <a:pt x="896" y="7056"/>
                  </a:lnTo>
                  <a:lnTo>
                    <a:pt x="880" y="6888"/>
                  </a:lnTo>
                  <a:lnTo>
                    <a:pt x="880" y="6888"/>
                  </a:lnTo>
                  <a:lnTo>
                    <a:pt x="866" y="6716"/>
                  </a:lnTo>
                  <a:lnTo>
                    <a:pt x="866" y="6716"/>
                  </a:lnTo>
                  <a:lnTo>
                    <a:pt x="854" y="6544"/>
                  </a:lnTo>
                  <a:lnTo>
                    <a:pt x="854" y="6543"/>
                  </a:lnTo>
                  <a:lnTo>
                    <a:pt x="846" y="6371"/>
                  </a:lnTo>
                  <a:lnTo>
                    <a:pt x="846" y="6371"/>
                  </a:lnTo>
                  <a:lnTo>
                    <a:pt x="840" y="6198"/>
                  </a:lnTo>
                  <a:lnTo>
                    <a:pt x="840" y="6198"/>
                  </a:lnTo>
                  <a:lnTo>
                    <a:pt x="836" y="6023"/>
                  </a:lnTo>
                  <a:lnTo>
                    <a:pt x="836" y="6022"/>
                  </a:lnTo>
                  <a:lnTo>
                    <a:pt x="835" y="5846"/>
                  </a:lnTo>
                  <a:lnTo>
                    <a:pt x="835" y="5846"/>
                  </a:lnTo>
                  <a:lnTo>
                    <a:pt x="836" y="5668"/>
                  </a:lnTo>
                  <a:lnTo>
                    <a:pt x="836" y="5668"/>
                  </a:lnTo>
                  <a:lnTo>
                    <a:pt x="840" y="5491"/>
                  </a:lnTo>
                  <a:lnTo>
                    <a:pt x="840" y="5490"/>
                  </a:lnTo>
                  <a:lnTo>
                    <a:pt x="846" y="5314"/>
                  </a:lnTo>
                  <a:lnTo>
                    <a:pt x="846" y="5314"/>
                  </a:lnTo>
                  <a:lnTo>
                    <a:pt x="854" y="5137"/>
                  </a:lnTo>
                  <a:lnTo>
                    <a:pt x="854" y="5137"/>
                  </a:lnTo>
                  <a:lnTo>
                    <a:pt x="864" y="4959"/>
                  </a:lnTo>
                  <a:lnTo>
                    <a:pt x="864" y="4959"/>
                  </a:lnTo>
                  <a:lnTo>
                    <a:pt x="876" y="4782"/>
                  </a:lnTo>
                  <a:lnTo>
                    <a:pt x="876" y="4781"/>
                  </a:lnTo>
                  <a:lnTo>
                    <a:pt x="891" y="4605"/>
                  </a:lnTo>
                  <a:lnTo>
                    <a:pt x="891" y="4605"/>
                  </a:lnTo>
                  <a:lnTo>
                    <a:pt x="909" y="4430"/>
                  </a:lnTo>
                  <a:lnTo>
                    <a:pt x="909" y="4430"/>
                  </a:lnTo>
                  <a:lnTo>
                    <a:pt x="930" y="4258"/>
                  </a:lnTo>
                  <a:lnTo>
                    <a:pt x="930" y="4257"/>
                  </a:lnTo>
                  <a:lnTo>
                    <a:pt x="954" y="4086"/>
                  </a:lnTo>
                  <a:lnTo>
                    <a:pt x="954" y="4085"/>
                  </a:lnTo>
                  <a:lnTo>
                    <a:pt x="981" y="3915"/>
                  </a:lnTo>
                  <a:lnTo>
                    <a:pt x="981" y="3914"/>
                  </a:lnTo>
                  <a:lnTo>
                    <a:pt x="1011" y="3745"/>
                  </a:lnTo>
                  <a:lnTo>
                    <a:pt x="1011" y="3745"/>
                  </a:lnTo>
                  <a:lnTo>
                    <a:pt x="1043" y="3579"/>
                  </a:lnTo>
                  <a:lnTo>
                    <a:pt x="1043" y="3578"/>
                  </a:lnTo>
                  <a:lnTo>
                    <a:pt x="1079" y="3416"/>
                  </a:lnTo>
                  <a:lnTo>
                    <a:pt x="1080" y="3415"/>
                  </a:lnTo>
                  <a:lnTo>
                    <a:pt x="1119" y="3258"/>
                  </a:lnTo>
                  <a:lnTo>
                    <a:pt x="1120" y="3257"/>
                  </a:lnTo>
                  <a:lnTo>
                    <a:pt x="1163" y="3104"/>
                  </a:lnTo>
                  <a:lnTo>
                    <a:pt x="1163" y="3103"/>
                  </a:lnTo>
                  <a:lnTo>
                    <a:pt x="1211" y="2952"/>
                  </a:lnTo>
                  <a:lnTo>
                    <a:pt x="1211" y="2951"/>
                  </a:lnTo>
                  <a:lnTo>
                    <a:pt x="1262" y="2804"/>
                  </a:lnTo>
                  <a:lnTo>
                    <a:pt x="1262" y="2803"/>
                  </a:lnTo>
                  <a:lnTo>
                    <a:pt x="1316" y="2661"/>
                  </a:lnTo>
                  <a:lnTo>
                    <a:pt x="1317" y="2660"/>
                  </a:lnTo>
                  <a:lnTo>
                    <a:pt x="1374" y="2522"/>
                  </a:lnTo>
                  <a:lnTo>
                    <a:pt x="1374" y="2521"/>
                  </a:lnTo>
                  <a:lnTo>
                    <a:pt x="1433" y="2389"/>
                  </a:lnTo>
                  <a:lnTo>
                    <a:pt x="1434" y="2389"/>
                  </a:lnTo>
                  <a:lnTo>
                    <a:pt x="1495" y="2262"/>
                  </a:lnTo>
                  <a:lnTo>
                    <a:pt x="1496" y="2261"/>
                  </a:lnTo>
                  <a:lnTo>
                    <a:pt x="1561" y="2139"/>
                  </a:lnTo>
                  <a:lnTo>
                    <a:pt x="1561" y="2138"/>
                  </a:lnTo>
                  <a:lnTo>
                    <a:pt x="1628" y="2022"/>
                  </a:lnTo>
                  <a:lnTo>
                    <a:pt x="1629" y="2021"/>
                  </a:lnTo>
                  <a:lnTo>
                    <a:pt x="1699" y="1910"/>
                  </a:lnTo>
                  <a:lnTo>
                    <a:pt x="1699" y="1909"/>
                  </a:lnTo>
                  <a:lnTo>
                    <a:pt x="1772" y="1804"/>
                  </a:lnTo>
                  <a:lnTo>
                    <a:pt x="1773" y="1803"/>
                  </a:lnTo>
                  <a:lnTo>
                    <a:pt x="1847" y="1705"/>
                  </a:lnTo>
                  <a:lnTo>
                    <a:pt x="1848" y="1704"/>
                  </a:lnTo>
                  <a:lnTo>
                    <a:pt x="1926" y="1612"/>
                  </a:lnTo>
                  <a:lnTo>
                    <a:pt x="1927" y="1611"/>
                  </a:lnTo>
                  <a:lnTo>
                    <a:pt x="2009" y="1523"/>
                  </a:lnTo>
                  <a:lnTo>
                    <a:pt x="2010" y="1522"/>
                  </a:lnTo>
                  <a:lnTo>
                    <a:pt x="2094" y="1441"/>
                  </a:lnTo>
                  <a:lnTo>
                    <a:pt x="2095" y="1440"/>
                  </a:lnTo>
                  <a:lnTo>
                    <a:pt x="2180" y="1365"/>
                  </a:lnTo>
                  <a:lnTo>
                    <a:pt x="2182" y="1364"/>
                  </a:lnTo>
                  <a:lnTo>
                    <a:pt x="2269" y="1296"/>
                  </a:lnTo>
                  <a:lnTo>
                    <a:pt x="2270" y="1295"/>
                  </a:lnTo>
                  <a:lnTo>
                    <a:pt x="2357" y="1235"/>
                  </a:lnTo>
                  <a:lnTo>
                    <a:pt x="2359" y="1234"/>
                  </a:lnTo>
                  <a:lnTo>
                    <a:pt x="2451" y="1180"/>
                  </a:lnTo>
                  <a:lnTo>
                    <a:pt x="2452" y="1179"/>
                  </a:lnTo>
                  <a:lnTo>
                    <a:pt x="2550" y="1130"/>
                  </a:lnTo>
                  <a:lnTo>
                    <a:pt x="2552" y="1130"/>
                  </a:lnTo>
                  <a:lnTo>
                    <a:pt x="2652" y="1087"/>
                  </a:lnTo>
                  <a:lnTo>
                    <a:pt x="2653" y="1087"/>
                  </a:lnTo>
                  <a:lnTo>
                    <a:pt x="2750" y="1052"/>
                  </a:lnTo>
                  <a:lnTo>
                    <a:pt x="2752" y="1052"/>
                  </a:lnTo>
                  <a:lnTo>
                    <a:pt x="2839" y="1028"/>
                  </a:lnTo>
                  <a:lnTo>
                    <a:pt x="2842" y="1027"/>
                  </a:lnTo>
                  <a:lnTo>
                    <a:pt x="2914" y="1014"/>
                  </a:lnTo>
                  <a:lnTo>
                    <a:pt x="2917" y="1014"/>
                  </a:lnTo>
                  <a:lnTo>
                    <a:pt x="2973" y="1011"/>
                  </a:lnTo>
                  <a:lnTo>
                    <a:pt x="2975" y="1011"/>
                  </a:lnTo>
                  <a:lnTo>
                    <a:pt x="2977" y="1012"/>
                  </a:lnTo>
                  <a:lnTo>
                    <a:pt x="3020" y="1017"/>
                  </a:lnTo>
                  <a:lnTo>
                    <a:pt x="3023" y="1017"/>
                  </a:lnTo>
                  <a:lnTo>
                    <a:pt x="3025" y="1018"/>
                  </a:lnTo>
                  <a:lnTo>
                    <a:pt x="3060" y="1029"/>
                  </a:lnTo>
                  <a:lnTo>
                    <a:pt x="3063" y="1029"/>
                  </a:lnTo>
                  <a:lnTo>
                    <a:pt x="3065" y="1030"/>
                  </a:lnTo>
                  <a:lnTo>
                    <a:pt x="3099" y="1048"/>
                  </a:lnTo>
                  <a:lnTo>
                    <a:pt x="3101" y="1049"/>
                  </a:lnTo>
                  <a:lnTo>
                    <a:pt x="3102" y="1050"/>
                  </a:lnTo>
                  <a:lnTo>
                    <a:pt x="3139" y="1077"/>
                  </a:lnTo>
                  <a:lnTo>
                    <a:pt x="3141" y="1079"/>
                  </a:lnTo>
                  <a:lnTo>
                    <a:pt x="3182" y="1115"/>
                  </a:lnTo>
                  <a:lnTo>
                    <a:pt x="3183" y="1117"/>
                  </a:lnTo>
                  <a:lnTo>
                    <a:pt x="3223" y="1160"/>
                  </a:lnTo>
                  <a:lnTo>
                    <a:pt x="3225" y="1162"/>
                  </a:lnTo>
                  <a:lnTo>
                    <a:pt x="3261" y="1211"/>
                  </a:lnTo>
                  <a:lnTo>
                    <a:pt x="3262" y="1213"/>
                  </a:lnTo>
                  <a:lnTo>
                    <a:pt x="3299" y="1273"/>
                  </a:lnTo>
                  <a:lnTo>
                    <a:pt x="3299" y="1275"/>
                  </a:lnTo>
                  <a:lnTo>
                    <a:pt x="3337" y="1347"/>
                  </a:lnTo>
                  <a:lnTo>
                    <a:pt x="3337" y="1348"/>
                  </a:lnTo>
                  <a:lnTo>
                    <a:pt x="3376" y="1433"/>
                  </a:lnTo>
                  <a:lnTo>
                    <a:pt x="3376" y="1434"/>
                  </a:lnTo>
                  <a:lnTo>
                    <a:pt x="3418" y="1533"/>
                  </a:lnTo>
                  <a:lnTo>
                    <a:pt x="3418" y="1533"/>
                  </a:lnTo>
                  <a:lnTo>
                    <a:pt x="3463" y="1646"/>
                  </a:lnTo>
                  <a:lnTo>
                    <a:pt x="3463" y="1647"/>
                  </a:lnTo>
                  <a:lnTo>
                    <a:pt x="3510" y="1772"/>
                  </a:lnTo>
                  <a:lnTo>
                    <a:pt x="3510" y="1773"/>
                  </a:lnTo>
                  <a:lnTo>
                    <a:pt x="3557" y="1909"/>
                  </a:lnTo>
                  <a:lnTo>
                    <a:pt x="3557" y="1910"/>
                  </a:lnTo>
                  <a:lnTo>
                    <a:pt x="3604" y="2056"/>
                  </a:lnTo>
                  <a:lnTo>
                    <a:pt x="3604" y="2056"/>
                  </a:lnTo>
                  <a:lnTo>
                    <a:pt x="3649" y="2210"/>
                  </a:lnTo>
                  <a:lnTo>
                    <a:pt x="3649" y="2211"/>
                  </a:lnTo>
                  <a:lnTo>
                    <a:pt x="3691" y="2372"/>
                  </a:lnTo>
                  <a:lnTo>
                    <a:pt x="3691" y="2372"/>
                  </a:lnTo>
                  <a:lnTo>
                    <a:pt x="3730" y="2544"/>
                  </a:lnTo>
                  <a:lnTo>
                    <a:pt x="3730" y="2544"/>
                  </a:lnTo>
                  <a:lnTo>
                    <a:pt x="3769" y="2728"/>
                  </a:lnTo>
                  <a:lnTo>
                    <a:pt x="3769" y="2729"/>
                  </a:lnTo>
                  <a:lnTo>
                    <a:pt x="3805" y="2922"/>
                  </a:lnTo>
                  <a:lnTo>
                    <a:pt x="3805" y="2922"/>
                  </a:lnTo>
                  <a:lnTo>
                    <a:pt x="3840" y="3119"/>
                  </a:lnTo>
                  <a:lnTo>
                    <a:pt x="3840" y="3120"/>
                  </a:lnTo>
                  <a:lnTo>
                    <a:pt x="3872" y="3318"/>
                  </a:lnTo>
                  <a:lnTo>
                    <a:pt x="3872" y="3318"/>
                  </a:lnTo>
                  <a:lnTo>
                    <a:pt x="3902" y="3513"/>
                  </a:lnTo>
                  <a:lnTo>
                    <a:pt x="3902" y="3513"/>
                  </a:lnTo>
                  <a:lnTo>
                    <a:pt x="3928" y="3706"/>
                  </a:lnTo>
                  <a:lnTo>
                    <a:pt x="3928" y="3706"/>
                  </a:lnTo>
                  <a:lnTo>
                    <a:pt x="3952" y="3899"/>
                  </a:lnTo>
                  <a:lnTo>
                    <a:pt x="3952" y="3900"/>
                  </a:lnTo>
                  <a:lnTo>
                    <a:pt x="3973" y="4094"/>
                  </a:lnTo>
                  <a:lnTo>
                    <a:pt x="3973" y="4094"/>
                  </a:lnTo>
                  <a:lnTo>
                    <a:pt x="3993" y="4289"/>
                  </a:lnTo>
                  <a:lnTo>
                    <a:pt x="3993" y="4289"/>
                  </a:lnTo>
                  <a:lnTo>
                    <a:pt x="4011" y="4484"/>
                  </a:lnTo>
                  <a:lnTo>
                    <a:pt x="4011" y="4484"/>
                  </a:lnTo>
                  <a:lnTo>
                    <a:pt x="4029" y="4679"/>
                  </a:lnTo>
                  <a:lnTo>
                    <a:pt x="4029" y="4679"/>
                  </a:lnTo>
                  <a:lnTo>
                    <a:pt x="4046" y="4874"/>
                  </a:lnTo>
                  <a:lnTo>
                    <a:pt x="4046" y="4874"/>
                  </a:lnTo>
                  <a:lnTo>
                    <a:pt x="4061" y="5068"/>
                  </a:lnTo>
                  <a:lnTo>
                    <a:pt x="4061" y="5068"/>
                  </a:lnTo>
                  <a:lnTo>
                    <a:pt x="4074" y="5263"/>
                  </a:lnTo>
                  <a:lnTo>
                    <a:pt x="4074" y="5263"/>
                  </a:lnTo>
                  <a:lnTo>
                    <a:pt x="4087" y="5458"/>
                  </a:lnTo>
                  <a:lnTo>
                    <a:pt x="4100" y="5653"/>
                  </a:lnTo>
                  <a:lnTo>
                    <a:pt x="4100" y="5654"/>
                  </a:lnTo>
                  <a:lnTo>
                    <a:pt x="4114" y="5849"/>
                  </a:lnTo>
                  <a:lnTo>
                    <a:pt x="4114" y="5849"/>
                  </a:lnTo>
                  <a:lnTo>
                    <a:pt x="4129" y="6044"/>
                  </a:lnTo>
                  <a:lnTo>
                    <a:pt x="4129" y="6045"/>
                  </a:lnTo>
                  <a:lnTo>
                    <a:pt x="4144" y="6239"/>
                  </a:lnTo>
                  <a:lnTo>
                    <a:pt x="4159" y="6434"/>
                  </a:lnTo>
                  <a:lnTo>
                    <a:pt x="4159" y="6434"/>
                  </a:lnTo>
                  <a:lnTo>
                    <a:pt x="4174" y="6628"/>
                  </a:lnTo>
                  <a:lnTo>
                    <a:pt x="4174" y="6628"/>
                  </a:lnTo>
                  <a:lnTo>
                    <a:pt x="4188" y="6823"/>
                  </a:lnTo>
                  <a:lnTo>
                    <a:pt x="4188" y="6823"/>
                  </a:lnTo>
                  <a:lnTo>
                    <a:pt x="4199" y="7019"/>
                  </a:lnTo>
                  <a:lnTo>
                    <a:pt x="4199" y="7020"/>
                  </a:lnTo>
                  <a:lnTo>
                    <a:pt x="4214" y="7234"/>
                  </a:lnTo>
                  <a:lnTo>
                    <a:pt x="4214" y="7235"/>
                  </a:lnTo>
                  <a:lnTo>
                    <a:pt x="4232" y="7471"/>
                  </a:lnTo>
                  <a:lnTo>
                    <a:pt x="4232" y="7471"/>
                  </a:lnTo>
                  <a:lnTo>
                    <a:pt x="4250" y="7706"/>
                  </a:lnTo>
                  <a:lnTo>
                    <a:pt x="4250" y="7706"/>
                  </a:lnTo>
                  <a:lnTo>
                    <a:pt x="4261" y="7918"/>
                  </a:lnTo>
                  <a:lnTo>
                    <a:pt x="4261" y="7919"/>
                  </a:lnTo>
                  <a:lnTo>
                    <a:pt x="4260" y="8035"/>
                  </a:lnTo>
                  <a:lnTo>
                    <a:pt x="4260" y="8038"/>
                  </a:lnTo>
                  <a:lnTo>
                    <a:pt x="4259" y="8041"/>
                  </a:lnTo>
                  <a:lnTo>
                    <a:pt x="4259" y="8043"/>
                  </a:lnTo>
                  <a:lnTo>
                    <a:pt x="4258" y="8045"/>
                  </a:lnTo>
                  <a:lnTo>
                    <a:pt x="4257" y="8048"/>
                  </a:lnTo>
                  <a:lnTo>
                    <a:pt x="4256" y="8050"/>
                  </a:lnTo>
                  <a:lnTo>
                    <a:pt x="4254" y="8052"/>
                  </a:lnTo>
                  <a:lnTo>
                    <a:pt x="4252" y="8054"/>
                  </a:lnTo>
                  <a:lnTo>
                    <a:pt x="4250" y="8056"/>
                  </a:lnTo>
                  <a:lnTo>
                    <a:pt x="4248" y="8057"/>
                  </a:lnTo>
                  <a:lnTo>
                    <a:pt x="4246" y="8059"/>
                  </a:lnTo>
                  <a:lnTo>
                    <a:pt x="4244" y="8060"/>
                  </a:lnTo>
                  <a:lnTo>
                    <a:pt x="4241" y="8061"/>
                  </a:lnTo>
                  <a:lnTo>
                    <a:pt x="4239" y="8061"/>
                  </a:lnTo>
                  <a:lnTo>
                    <a:pt x="4236" y="8062"/>
                  </a:lnTo>
                  <a:lnTo>
                    <a:pt x="4234" y="8062"/>
                  </a:lnTo>
                  <a:lnTo>
                    <a:pt x="4231" y="8062"/>
                  </a:lnTo>
                  <a:lnTo>
                    <a:pt x="4229" y="8061"/>
                  </a:lnTo>
                  <a:lnTo>
                    <a:pt x="4226" y="8061"/>
                  </a:lnTo>
                  <a:lnTo>
                    <a:pt x="4224" y="8060"/>
                  </a:lnTo>
                  <a:lnTo>
                    <a:pt x="4221" y="8059"/>
                  </a:lnTo>
                  <a:lnTo>
                    <a:pt x="4219" y="8058"/>
                  </a:lnTo>
                  <a:lnTo>
                    <a:pt x="4217" y="8056"/>
                  </a:lnTo>
                  <a:lnTo>
                    <a:pt x="4215" y="8054"/>
                  </a:lnTo>
                  <a:lnTo>
                    <a:pt x="4213" y="8053"/>
                  </a:lnTo>
                  <a:lnTo>
                    <a:pt x="4180" y="8014"/>
                  </a:lnTo>
                  <a:lnTo>
                    <a:pt x="4177" y="8010"/>
                  </a:lnTo>
                  <a:lnTo>
                    <a:pt x="4098" y="7928"/>
                  </a:lnTo>
                  <a:lnTo>
                    <a:pt x="4092" y="7922"/>
                  </a:lnTo>
                  <a:lnTo>
                    <a:pt x="4085" y="7916"/>
                  </a:lnTo>
                  <a:lnTo>
                    <a:pt x="4003" y="7856"/>
                  </a:lnTo>
                  <a:lnTo>
                    <a:pt x="3996" y="7852"/>
                  </a:lnTo>
                  <a:lnTo>
                    <a:pt x="3989" y="7848"/>
                  </a:lnTo>
                  <a:lnTo>
                    <a:pt x="3899" y="7803"/>
                  </a:lnTo>
                  <a:lnTo>
                    <a:pt x="3898" y="7802"/>
                  </a:lnTo>
                  <a:lnTo>
                    <a:pt x="3798" y="7755"/>
                  </a:lnTo>
                  <a:lnTo>
                    <a:pt x="3795" y="7753"/>
                  </a:lnTo>
                  <a:lnTo>
                    <a:pt x="3689" y="7707"/>
                  </a:lnTo>
                  <a:lnTo>
                    <a:pt x="3683" y="7704"/>
                  </a:lnTo>
                  <a:lnTo>
                    <a:pt x="3573" y="7663"/>
                  </a:lnTo>
                  <a:lnTo>
                    <a:pt x="3565" y="7661"/>
                  </a:lnTo>
                  <a:lnTo>
                    <a:pt x="3451" y="7628"/>
                  </a:lnTo>
                  <a:lnTo>
                    <a:pt x="3441" y="7626"/>
                  </a:lnTo>
                  <a:lnTo>
                    <a:pt x="3326" y="7606"/>
                  </a:lnTo>
                  <a:lnTo>
                    <a:pt x="3316" y="7605"/>
                  </a:lnTo>
                  <a:lnTo>
                    <a:pt x="3200" y="7596"/>
                  </a:lnTo>
                  <a:lnTo>
                    <a:pt x="3193" y="7595"/>
                  </a:lnTo>
                  <a:lnTo>
                    <a:pt x="3072" y="7594"/>
                  </a:lnTo>
                  <a:lnTo>
                    <a:pt x="3065" y="7594"/>
                  </a:lnTo>
                  <a:lnTo>
                    <a:pt x="2941" y="7602"/>
                  </a:lnTo>
                  <a:lnTo>
                    <a:pt x="2933" y="7603"/>
                  </a:lnTo>
                  <a:lnTo>
                    <a:pt x="2807" y="7620"/>
                  </a:lnTo>
                  <a:lnTo>
                    <a:pt x="2798" y="7622"/>
                  </a:lnTo>
                  <a:lnTo>
                    <a:pt x="2672" y="7650"/>
                  </a:lnTo>
                  <a:lnTo>
                    <a:pt x="2663" y="7653"/>
                  </a:lnTo>
                  <a:lnTo>
                    <a:pt x="2538" y="7694"/>
                  </a:lnTo>
                  <a:lnTo>
                    <a:pt x="2528" y="7698"/>
                  </a:lnTo>
                  <a:lnTo>
                    <a:pt x="2399" y="7754"/>
                  </a:lnTo>
                  <a:lnTo>
                    <a:pt x="2392" y="7758"/>
                  </a:lnTo>
                  <a:lnTo>
                    <a:pt x="2258" y="7830"/>
                  </a:lnTo>
                  <a:lnTo>
                    <a:pt x="2253" y="7834"/>
                  </a:lnTo>
                  <a:lnTo>
                    <a:pt x="2118" y="7917"/>
                  </a:lnTo>
                  <a:lnTo>
                    <a:pt x="2114" y="7920"/>
                  </a:lnTo>
                  <a:lnTo>
                    <a:pt x="1983" y="8011"/>
                  </a:lnTo>
                  <a:lnTo>
                    <a:pt x="1980" y="8013"/>
                  </a:lnTo>
                  <a:lnTo>
                    <a:pt x="1856" y="8106"/>
                  </a:lnTo>
                  <a:lnTo>
                    <a:pt x="1853" y="8109"/>
                  </a:lnTo>
                  <a:lnTo>
                    <a:pt x="1742" y="8199"/>
                  </a:lnTo>
                  <a:lnTo>
                    <a:pt x="1735" y="8205"/>
                  </a:lnTo>
                  <a:lnTo>
                    <a:pt x="1635" y="8302"/>
                  </a:lnTo>
                  <a:lnTo>
                    <a:pt x="1628" y="8309"/>
                  </a:lnTo>
                  <a:lnTo>
                    <a:pt x="1535" y="8417"/>
                  </a:lnTo>
                  <a:lnTo>
                    <a:pt x="1532" y="8421"/>
                  </a:lnTo>
                  <a:lnTo>
                    <a:pt x="1446" y="8532"/>
                  </a:lnTo>
                  <a:lnTo>
                    <a:pt x="1445" y="8534"/>
                  </a:lnTo>
                  <a:lnTo>
                    <a:pt x="1368" y="8637"/>
                  </a:lnTo>
                  <a:lnTo>
                    <a:pt x="1368" y="8638"/>
                  </a:lnTo>
                  <a:lnTo>
                    <a:pt x="1303" y="8721"/>
                  </a:lnTo>
                  <a:lnTo>
                    <a:pt x="1301" y="8723"/>
                  </a:lnTo>
                  <a:lnTo>
                    <a:pt x="1249" y="8777"/>
                  </a:lnTo>
                  <a:lnTo>
                    <a:pt x="1246" y="8779"/>
                  </a:lnTo>
                  <a:lnTo>
                    <a:pt x="1231" y="8792"/>
                  </a:lnTo>
                  <a:close/>
                </a:path>
              </a:pathLst>
            </a:custGeom>
            <a:solidFill>
              <a:srgbClr val="050505"/>
            </a:solidFill>
            <a:ln>
              <a:noFill/>
            </a:ln>
          </p:spPr>
        </p:sp>
        <p:sp>
          <p:nvSpPr>
            <p:cNvPr id="19" name="G0 LineaPleuralD"/>
            <p:cNvSpPr/>
            <p:nvPr/>
          </p:nvSpPr>
          <p:spPr>
            <a:xfrm>
              <a:off x="1324408" y="1478735"/>
              <a:ext cx="706771" cy="1594097"/>
            </a:xfrm>
            <a:custGeom>
              <a:avLst/>
              <a:gdLst/>
              <a:ahLst/>
              <a:cxnLst/>
              <a:rect l="0" t="0" r="r" b="b"/>
              <a:pathLst>
                <a:path w="2534" h="5811" fill="none">
                  <a:moveTo>
                    <a:pt x="276" y="5801"/>
                  </a:moveTo>
                  <a:lnTo>
                    <a:pt x="315" y="5760"/>
                  </a:lnTo>
                  <a:lnTo>
                    <a:pt x="364" y="5698"/>
                  </a:lnTo>
                  <a:lnTo>
                    <a:pt x="422" y="5620"/>
                  </a:lnTo>
                  <a:lnTo>
                    <a:pt x="423" y="5619"/>
                  </a:lnTo>
                  <a:lnTo>
                    <a:pt x="487" y="5535"/>
                  </a:lnTo>
                  <a:lnTo>
                    <a:pt x="490" y="5532"/>
                  </a:lnTo>
                  <a:lnTo>
                    <a:pt x="561" y="5450"/>
                  </a:lnTo>
                  <a:lnTo>
                    <a:pt x="566" y="5444"/>
                  </a:lnTo>
                  <a:lnTo>
                    <a:pt x="642" y="5370"/>
                  </a:lnTo>
                  <a:lnTo>
                    <a:pt x="648" y="5366"/>
                  </a:lnTo>
                  <a:lnTo>
                    <a:pt x="732" y="5297"/>
                  </a:lnTo>
                  <a:lnTo>
                    <a:pt x="735" y="5295"/>
                  </a:lnTo>
                  <a:lnTo>
                    <a:pt x="828" y="5225"/>
                  </a:lnTo>
                  <a:lnTo>
                    <a:pt x="831" y="5223"/>
                  </a:lnTo>
                  <a:lnTo>
                    <a:pt x="929" y="5154"/>
                  </a:lnTo>
                  <a:lnTo>
                    <a:pt x="933" y="5152"/>
                  </a:lnTo>
                  <a:lnTo>
                    <a:pt x="1034" y="5089"/>
                  </a:lnTo>
                  <a:lnTo>
                    <a:pt x="1039" y="5086"/>
                  </a:lnTo>
                  <a:lnTo>
                    <a:pt x="1140" y="5031"/>
                  </a:lnTo>
                  <a:lnTo>
                    <a:pt x="1147" y="5028"/>
                  </a:lnTo>
                  <a:lnTo>
                    <a:pt x="1244" y="4985"/>
                  </a:lnTo>
                  <a:lnTo>
                    <a:pt x="1252" y="4982"/>
                  </a:lnTo>
                  <a:lnTo>
                    <a:pt x="1347" y="4951"/>
                  </a:lnTo>
                  <a:lnTo>
                    <a:pt x="1355" y="4949"/>
                  </a:lnTo>
                  <a:lnTo>
                    <a:pt x="1451" y="4927"/>
                  </a:lnTo>
                  <a:lnTo>
                    <a:pt x="1458" y="4926"/>
                  </a:lnTo>
                  <a:lnTo>
                    <a:pt x="1553" y="4913"/>
                  </a:lnTo>
                  <a:lnTo>
                    <a:pt x="1560" y="4912"/>
                  </a:lnTo>
                  <a:lnTo>
                    <a:pt x="1654" y="4906"/>
                  </a:lnTo>
                  <a:lnTo>
                    <a:pt x="1660" y="4906"/>
                  </a:lnTo>
                  <a:lnTo>
                    <a:pt x="1752" y="4907"/>
                  </a:lnTo>
                  <a:lnTo>
                    <a:pt x="1758" y="4907"/>
                  </a:lnTo>
                  <a:lnTo>
                    <a:pt x="1846" y="4914"/>
                  </a:lnTo>
                  <a:lnTo>
                    <a:pt x="1855" y="4915"/>
                  </a:lnTo>
                  <a:lnTo>
                    <a:pt x="1941" y="4930"/>
                  </a:lnTo>
                  <a:lnTo>
                    <a:pt x="1951" y="4932"/>
                  </a:lnTo>
                  <a:lnTo>
                    <a:pt x="2037" y="4957"/>
                  </a:lnTo>
                  <a:lnTo>
                    <a:pt x="2043" y="4959"/>
                  </a:lnTo>
                  <a:lnTo>
                    <a:pt x="2127" y="4990"/>
                  </a:lnTo>
                  <a:lnTo>
                    <a:pt x="2132" y="4992"/>
                  </a:lnTo>
                  <a:lnTo>
                    <a:pt x="2212" y="5027"/>
                  </a:lnTo>
                  <a:lnTo>
                    <a:pt x="2215" y="5029"/>
                  </a:lnTo>
                  <a:lnTo>
                    <a:pt x="2290" y="5065"/>
                  </a:lnTo>
                  <a:lnTo>
                    <a:pt x="2291" y="5065"/>
                  </a:lnTo>
                  <a:lnTo>
                    <a:pt x="2359" y="5099"/>
                  </a:lnTo>
                  <a:lnTo>
                    <a:pt x="2365" y="5103"/>
                  </a:lnTo>
                  <a:lnTo>
                    <a:pt x="2371" y="5107"/>
                  </a:lnTo>
                  <a:lnTo>
                    <a:pt x="2434" y="5152"/>
                  </a:lnTo>
                  <a:lnTo>
                    <a:pt x="2440" y="5157"/>
                  </a:lnTo>
                  <a:lnTo>
                    <a:pt x="2446" y="5163"/>
                  </a:lnTo>
                  <a:lnTo>
                    <a:pt x="2505" y="5225"/>
                  </a:lnTo>
                  <a:lnTo>
                    <a:pt x="2508" y="5228"/>
                  </a:lnTo>
                  <a:lnTo>
                    <a:pt x="2533" y="5258"/>
                  </a:lnTo>
                  <a:lnTo>
                    <a:pt x="2534" y="5170"/>
                  </a:lnTo>
                  <a:lnTo>
                    <a:pt x="2526" y="5011"/>
                  </a:lnTo>
                  <a:lnTo>
                    <a:pt x="2513" y="4835"/>
                  </a:lnTo>
                  <a:lnTo>
                    <a:pt x="2499" y="4658"/>
                  </a:lnTo>
                  <a:lnTo>
                    <a:pt x="2499" y="4657"/>
                  </a:lnTo>
                  <a:lnTo>
                    <a:pt x="2488" y="4496"/>
                  </a:lnTo>
                  <a:lnTo>
                    <a:pt x="2488" y="4495"/>
                  </a:lnTo>
                  <a:lnTo>
                    <a:pt x="2479" y="4348"/>
                  </a:lnTo>
                  <a:lnTo>
                    <a:pt x="2469" y="4202"/>
                  </a:lnTo>
                  <a:lnTo>
                    <a:pt x="2458" y="4056"/>
                  </a:lnTo>
                  <a:lnTo>
                    <a:pt x="2446" y="3909"/>
                  </a:lnTo>
                  <a:lnTo>
                    <a:pt x="2435" y="3763"/>
                  </a:lnTo>
                  <a:lnTo>
                    <a:pt x="2435" y="3763"/>
                  </a:lnTo>
                  <a:lnTo>
                    <a:pt x="2424" y="3616"/>
                  </a:lnTo>
                  <a:lnTo>
                    <a:pt x="2424" y="3616"/>
                  </a:lnTo>
                  <a:lnTo>
                    <a:pt x="2413" y="3469"/>
                  </a:lnTo>
                  <a:lnTo>
                    <a:pt x="2413" y="3469"/>
                  </a:lnTo>
                  <a:lnTo>
                    <a:pt x="2404" y="3322"/>
                  </a:lnTo>
                  <a:lnTo>
                    <a:pt x="2394" y="3176"/>
                  </a:lnTo>
                  <a:lnTo>
                    <a:pt x="2383" y="3030"/>
                  </a:lnTo>
                  <a:lnTo>
                    <a:pt x="2372" y="2884"/>
                  </a:lnTo>
                  <a:lnTo>
                    <a:pt x="2360" y="2738"/>
                  </a:lnTo>
                  <a:lnTo>
                    <a:pt x="2346" y="2591"/>
                  </a:lnTo>
                  <a:lnTo>
                    <a:pt x="2333" y="2444"/>
                  </a:lnTo>
                  <a:lnTo>
                    <a:pt x="2318" y="2298"/>
                  </a:lnTo>
                  <a:lnTo>
                    <a:pt x="2302" y="2152"/>
                  </a:lnTo>
                  <a:lnTo>
                    <a:pt x="2284" y="2007"/>
                  </a:lnTo>
                  <a:lnTo>
                    <a:pt x="2264" y="1862"/>
                  </a:lnTo>
                  <a:lnTo>
                    <a:pt x="2242" y="1716"/>
                  </a:lnTo>
                  <a:lnTo>
                    <a:pt x="2218" y="1567"/>
                  </a:lnTo>
                  <a:lnTo>
                    <a:pt x="2192" y="1419"/>
                  </a:lnTo>
                  <a:lnTo>
                    <a:pt x="2164" y="1274"/>
                  </a:lnTo>
                  <a:lnTo>
                    <a:pt x="2136" y="1135"/>
                  </a:lnTo>
                  <a:lnTo>
                    <a:pt x="2106" y="1007"/>
                  </a:lnTo>
                  <a:lnTo>
                    <a:pt x="2075" y="886"/>
                  </a:lnTo>
                  <a:lnTo>
                    <a:pt x="2041" y="770"/>
                  </a:lnTo>
                  <a:lnTo>
                    <a:pt x="2006" y="661"/>
                  </a:lnTo>
                  <a:lnTo>
                    <a:pt x="1971" y="558"/>
                  </a:lnTo>
                  <a:lnTo>
                    <a:pt x="1936" y="464"/>
                  </a:lnTo>
                  <a:lnTo>
                    <a:pt x="1902" y="379"/>
                  </a:lnTo>
                  <a:lnTo>
                    <a:pt x="1871" y="305"/>
                  </a:lnTo>
                  <a:lnTo>
                    <a:pt x="1842" y="241"/>
                  </a:lnTo>
                  <a:lnTo>
                    <a:pt x="1814" y="187"/>
                  </a:lnTo>
                  <a:lnTo>
                    <a:pt x="1786" y="142"/>
                  </a:lnTo>
                  <a:lnTo>
                    <a:pt x="1759" y="104"/>
                  </a:lnTo>
                  <a:lnTo>
                    <a:pt x="1730" y="72"/>
                  </a:lnTo>
                  <a:lnTo>
                    <a:pt x="1699" y="45"/>
                  </a:lnTo>
                  <a:lnTo>
                    <a:pt x="1671" y="25"/>
                  </a:lnTo>
                  <a:lnTo>
                    <a:pt x="1646" y="11"/>
                  </a:lnTo>
                  <a:lnTo>
                    <a:pt x="1619" y="3"/>
                  </a:lnTo>
                  <a:lnTo>
                    <a:pt x="1587" y="0"/>
                  </a:lnTo>
                  <a:lnTo>
                    <a:pt x="1545" y="1"/>
                  </a:lnTo>
                  <a:lnTo>
                    <a:pt x="1491" y="11"/>
                  </a:lnTo>
                  <a:lnTo>
                    <a:pt x="1425" y="29"/>
                  </a:lnTo>
                  <a:lnTo>
                    <a:pt x="1352" y="55"/>
                  </a:lnTo>
                  <a:lnTo>
                    <a:pt x="1277" y="87"/>
                  </a:lnTo>
                  <a:lnTo>
                    <a:pt x="1204" y="124"/>
                  </a:lnTo>
                  <a:lnTo>
                    <a:pt x="1135" y="164"/>
                  </a:lnTo>
                  <a:lnTo>
                    <a:pt x="1069" y="209"/>
                  </a:lnTo>
                  <a:lnTo>
                    <a:pt x="1004" y="260"/>
                  </a:lnTo>
                  <a:lnTo>
                    <a:pt x="939" y="317"/>
                  </a:lnTo>
                  <a:lnTo>
                    <a:pt x="876" y="378"/>
                  </a:lnTo>
                  <a:lnTo>
                    <a:pt x="815" y="443"/>
                  </a:lnTo>
                  <a:lnTo>
                    <a:pt x="756" y="513"/>
                  </a:lnTo>
                  <a:lnTo>
                    <a:pt x="700" y="587"/>
                  </a:lnTo>
                  <a:lnTo>
                    <a:pt x="645" y="665"/>
                  </a:lnTo>
                  <a:lnTo>
                    <a:pt x="593" y="749"/>
                  </a:lnTo>
                  <a:lnTo>
                    <a:pt x="542" y="836"/>
                  </a:lnTo>
                  <a:lnTo>
                    <a:pt x="494" y="928"/>
                  </a:lnTo>
                  <a:lnTo>
                    <a:pt x="447" y="1023"/>
                  </a:lnTo>
                  <a:lnTo>
                    <a:pt x="403" y="1122"/>
                  </a:lnTo>
                  <a:lnTo>
                    <a:pt x="360" y="1226"/>
                  </a:lnTo>
                  <a:lnTo>
                    <a:pt x="319" y="1333"/>
                  </a:lnTo>
                  <a:lnTo>
                    <a:pt x="281" y="1444"/>
                  </a:lnTo>
                  <a:lnTo>
                    <a:pt x="245" y="1557"/>
                  </a:lnTo>
                  <a:lnTo>
                    <a:pt x="212" y="1673"/>
                  </a:lnTo>
                  <a:lnTo>
                    <a:pt x="183" y="1791"/>
                  </a:lnTo>
                  <a:lnTo>
                    <a:pt x="156" y="1913"/>
                  </a:lnTo>
                  <a:lnTo>
                    <a:pt x="131" y="2037"/>
                  </a:lnTo>
                  <a:lnTo>
                    <a:pt x="109" y="2164"/>
                  </a:lnTo>
                  <a:lnTo>
                    <a:pt x="89" y="2293"/>
                  </a:lnTo>
                  <a:lnTo>
                    <a:pt x="71" y="2421"/>
                  </a:lnTo>
                  <a:lnTo>
                    <a:pt x="55" y="2551"/>
                  </a:lnTo>
                  <a:lnTo>
                    <a:pt x="41" y="2682"/>
                  </a:lnTo>
                  <a:lnTo>
                    <a:pt x="30" y="2814"/>
                  </a:lnTo>
                  <a:lnTo>
                    <a:pt x="21" y="2947"/>
                  </a:lnTo>
                  <a:lnTo>
                    <a:pt x="13" y="3080"/>
                  </a:lnTo>
                  <a:lnTo>
                    <a:pt x="7" y="3213"/>
                  </a:lnTo>
                  <a:lnTo>
                    <a:pt x="3" y="3346"/>
                  </a:lnTo>
                  <a:lnTo>
                    <a:pt x="0" y="3479"/>
                  </a:lnTo>
                  <a:lnTo>
                    <a:pt x="0" y="3612"/>
                  </a:lnTo>
                  <a:lnTo>
                    <a:pt x="0" y="3745"/>
                  </a:lnTo>
                  <a:lnTo>
                    <a:pt x="3" y="3876"/>
                  </a:lnTo>
                  <a:lnTo>
                    <a:pt x="7" y="4006"/>
                  </a:lnTo>
                  <a:lnTo>
                    <a:pt x="14" y="4135"/>
                  </a:lnTo>
                  <a:lnTo>
                    <a:pt x="23" y="4265"/>
                  </a:lnTo>
                  <a:lnTo>
                    <a:pt x="33" y="4394"/>
                  </a:lnTo>
                  <a:lnTo>
                    <a:pt x="45" y="4520"/>
                  </a:lnTo>
                  <a:lnTo>
                    <a:pt x="58" y="4642"/>
                  </a:lnTo>
                  <a:lnTo>
                    <a:pt x="71" y="4759"/>
                  </a:lnTo>
                  <a:lnTo>
                    <a:pt x="85" y="4871"/>
                  </a:lnTo>
                  <a:lnTo>
                    <a:pt x="100" y="4978"/>
                  </a:lnTo>
                  <a:lnTo>
                    <a:pt x="115" y="5081"/>
                  </a:lnTo>
                  <a:lnTo>
                    <a:pt x="132" y="5181"/>
                  </a:lnTo>
                  <a:lnTo>
                    <a:pt x="149" y="5277"/>
                  </a:lnTo>
                  <a:lnTo>
                    <a:pt x="166" y="5370"/>
                  </a:lnTo>
                  <a:lnTo>
                    <a:pt x="183" y="5463"/>
                  </a:lnTo>
                  <a:lnTo>
                    <a:pt x="201" y="5557"/>
                  </a:lnTo>
                  <a:lnTo>
                    <a:pt x="219" y="5646"/>
                  </a:lnTo>
                  <a:lnTo>
                    <a:pt x="236" y="5725"/>
                  </a:lnTo>
                  <a:lnTo>
                    <a:pt x="254" y="5786"/>
                  </a:lnTo>
                  <a:lnTo>
                    <a:pt x="264" y="5811"/>
                  </a:lnTo>
                  <a:lnTo>
                    <a:pt x="276" y="5801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20" name="G0 Diafragma"/>
            <p:cNvSpPr/>
            <p:nvPr/>
          </p:nvSpPr>
          <p:spPr>
            <a:xfrm>
              <a:off x="1190712" y="3007659"/>
              <a:ext cx="2052140" cy="622509"/>
            </a:xfrm>
            <a:custGeom>
              <a:avLst/>
              <a:gdLst/>
              <a:ahLst/>
              <a:cxnLst/>
              <a:rect l="0" t="0" r="r" b="b"/>
              <a:pathLst>
                <a:path w="10000" h="3084">
                  <a:moveTo>
                    <a:pt x="0" y="2934"/>
                  </a:moveTo>
                  <a:lnTo>
                    <a:pt x="310" y="2991"/>
                  </a:lnTo>
                  <a:lnTo>
                    <a:pt x="1117" y="3078"/>
                  </a:lnTo>
                  <a:lnTo>
                    <a:pt x="1190" y="3084"/>
                  </a:lnTo>
                  <a:lnTo>
                    <a:pt x="8815" y="3084"/>
                  </a:lnTo>
                  <a:lnTo>
                    <a:pt x="8888" y="3078"/>
                  </a:lnTo>
                  <a:lnTo>
                    <a:pt x="9695" y="2991"/>
                  </a:lnTo>
                  <a:lnTo>
                    <a:pt x="10000" y="2935"/>
                  </a:lnTo>
                  <a:lnTo>
                    <a:pt x="9759" y="1806"/>
                  </a:lnTo>
                  <a:lnTo>
                    <a:pt x="9732" y="1818"/>
                  </a:lnTo>
                  <a:lnTo>
                    <a:pt x="9697" y="1841"/>
                  </a:lnTo>
                  <a:lnTo>
                    <a:pt x="9652" y="1859"/>
                  </a:lnTo>
                  <a:lnTo>
                    <a:pt x="9592" y="1853"/>
                  </a:lnTo>
                  <a:lnTo>
                    <a:pt x="9515" y="1806"/>
                  </a:lnTo>
                  <a:lnTo>
                    <a:pt x="9420" y="1704"/>
                  </a:lnTo>
                  <a:lnTo>
                    <a:pt x="9309" y="1560"/>
                  </a:lnTo>
                  <a:lnTo>
                    <a:pt x="9183" y="1393"/>
                  </a:lnTo>
                  <a:lnTo>
                    <a:pt x="9043" y="1224"/>
                  </a:lnTo>
                  <a:lnTo>
                    <a:pt x="8889" y="1072"/>
                  </a:lnTo>
                  <a:lnTo>
                    <a:pt x="8716" y="932"/>
                  </a:lnTo>
                  <a:lnTo>
                    <a:pt x="8522" y="789"/>
                  </a:lnTo>
                  <a:lnTo>
                    <a:pt x="8317" y="655"/>
                  </a:lnTo>
                  <a:lnTo>
                    <a:pt x="8111" y="537"/>
                  </a:lnTo>
                  <a:lnTo>
                    <a:pt x="7911" y="447"/>
                  </a:lnTo>
                  <a:lnTo>
                    <a:pt x="7717" y="386"/>
                  </a:lnTo>
                  <a:lnTo>
                    <a:pt x="7522" y="347"/>
                  </a:lnTo>
                  <a:lnTo>
                    <a:pt x="7329" y="328"/>
                  </a:lnTo>
                  <a:lnTo>
                    <a:pt x="7141" y="326"/>
                  </a:lnTo>
                  <a:lnTo>
                    <a:pt x="6960" y="338"/>
                  </a:lnTo>
                  <a:lnTo>
                    <a:pt x="6767" y="371"/>
                  </a:lnTo>
                  <a:lnTo>
                    <a:pt x="6562" y="426"/>
                  </a:lnTo>
                  <a:lnTo>
                    <a:pt x="6372" y="494"/>
                  </a:lnTo>
                  <a:lnTo>
                    <a:pt x="6223" y="567"/>
                  </a:lnTo>
                  <a:lnTo>
                    <a:pt x="6144" y="637"/>
                  </a:lnTo>
                  <a:lnTo>
                    <a:pt x="6188" y="715"/>
                  </a:lnTo>
                  <a:lnTo>
                    <a:pt x="6336" y="805"/>
                  </a:lnTo>
                  <a:lnTo>
                    <a:pt x="6509" y="893"/>
                  </a:lnTo>
                  <a:lnTo>
                    <a:pt x="6626" y="960"/>
                  </a:lnTo>
                  <a:lnTo>
                    <a:pt x="6606" y="991"/>
                  </a:lnTo>
                  <a:lnTo>
                    <a:pt x="6403" y="970"/>
                  </a:lnTo>
                  <a:lnTo>
                    <a:pt x="6068" y="911"/>
                  </a:lnTo>
                  <a:lnTo>
                    <a:pt x="5675" y="832"/>
                  </a:lnTo>
                  <a:lnTo>
                    <a:pt x="5296" y="757"/>
                  </a:lnTo>
                  <a:lnTo>
                    <a:pt x="5003" y="705"/>
                  </a:lnTo>
                  <a:lnTo>
                    <a:pt x="4809" y="686"/>
                  </a:lnTo>
                  <a:lnTo>
                    <a:pt x="4665" y="686"/>
                  </a:lnTo>
                  <a:lnTo>
                    <a:pt x="4554" y="692"/>
                  </a:lnTo>
                  <a:lnTo>
                    <a:pt x="4455" y="689"/>
                  </a:lnTo>
                  <a:lnTo>
                    <a:pt x="4350" y="664"/>
                  </a:lnTo>
                  <a:lnTo>
                    <a:pt x="4247" y="613"/>
                  </a:lnTo>
                  <a:lnTo>
                    <a:pt x="4158" y="543"/>
                  </a:lnTo>
                  <a:lnTo>
                    <a:pt x="4072" y="464"/>
                  </a:lnTo>
                  <a:lnTo>
                    <a:pt x="3977" y="383"/>
                  </a:lnTo>
                  <a:lnTo>
                    <a:pt x="3861" y="311"/>
                  </a:lnTo>
                  <a:lnTo>
                    <a:pt x="3721" y="241"/>
                  </a:lnTo>
                  <a:lnTo>
                    <a:pt x="3565" y="168"/>
                  </a:lnTo>
                  <a:lnTo>
                    <a:pt x="3397" y="100"/>
                  </a:lnTo>
                  <a:lnTo>
                    <a:pt x="3223" y="45"/>
                  </a:lnTo>
                  <a:lnTo>
                    <a:pt x="3046" y="12"/>
                  </a:lnTo>
                  <a:lnTo>
                    <a:pt x="2864" y="0"/>
                  </a:lnTo>
                  <a:lnTo>
                    <a:pt x="2676" y="1"/>
                  </a:lnTo>
                  <a:lnTo>
                    <a:pt x="2483" y="21"/>
                  </a:lnTo>
                  <a:lnTo>
                    <a:pt x="2288" y="60"/>
                  </a:lnTo>
                  <a:lnTo>
                    <a:pt x="2094" y="121"/>
                  </a:lnTo>
                  <a:lnTo>
                    <a:pt x="1895" y="211"/>
                  </a:lnTo>
                  <a:lnTo>
                    <a:pt x="1688" y="328"/>
                  </a:lnTo>
                  <a:lnTo>
                    <a:pt x="1483" y="463"/>
                  </a:lnTo>
                  <a:lnTo>
                    <a:pt x="1289" y="606"/>
                  </a:lnTo>
                  <a:lnTo>
                    <a:pt x="1116" y="746"/>
                  </a:lnTo>
                  <a:lnTo>
                    <a:pt x="962" y="898"/>
                  </a:lnTo>
                  <a:lnTo>
                    <a:pt x="822" y="1067"/>
                  </a:lnTo>
                  <a:lnTo>
                    <a:pt x="696" y="1234"/>
                  </a:lnTo>
                  <a:lnTo>
                    <a:pt x="586" y="1378"/>
                  </a:lnTo>
                  <a:lnTo>
                    <a:pt x="491" y="1480"/>
                  </a:lnTo>
                  <a:lnTo>
                    <a:pt x="413" y="1527"/>
                  </a:lnTo>
                  <a:lnTo>
                    <a:pt x="354" y="1533"/>
                  </a:lnTo>
                  <a:lnTo>
                    <a:pt x="308" y="1515"/>
                  </a:lnTo>
                  <a:lnTo>
                    <a:pt x="273" y="1492"/>
                  </a:lnTo>
                  <a:lnTo>
                    <a:pt x="246" y="1480"/>
                  </a:lnTo>
                  <a:lnTo>
                    <a:pt x="0" y="2934"/>
                  </a:lnTo>
                  <a:close/>
                </a:path>
              </a:pathLst>
            </a:custGeom>
            <a:gradFill rotWithShape="1">
              <a:gsLst>
                <a:gs pos="0">
                  <a:srgbClr val="EDEDED"/>
                </a:gs>
                <a:gs pos="100000">
                  <a:srgbClr val="BFBFB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1" name="G0 Clavículas"/>
            <p:cNvSpPr/>
            <p:nvPr/>
          </p:nvSpPr>
          <p:spPr>
            <a:xfrm>
              <a:off x="1380744" y="1133856"/>
              <a:ext cx="1673352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76200" cap="rnd">
              <a:solidFill>
                <a:srgbClr val="E0E0E0"/>
              </a:solidFill>
              <a:round/>
            </a:ln>
          </p:spPr>
        </p:sp>
        <p:grpSp>
          <p:nvGrpSpPr>
            <p:cNvPr id="22" name="Recuadro GRADO I (&lt; 20 %)"/>
            <p:cNvGrpSpPr/>
            <p:nvPr/>
          </p:nvGrpSpPr>
          <p:grpSpPr>
            <a:xfrm>
              <a:off x="365760" y="3794760"/>
              <a:ext cx="3703320" cy="1920240"/>
              <a:chOff x="365760" y="3794760"/>
              <a:chExt cx="3703320" cy="1920240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365760" y="4160520"/>
                <a:ext cx="3703320" cy="1554480"/>
              </a:xfrm>
              <a:prstGeom prst="rect">
                <a:avLst/>
              </a:prstGeom>
              <a:solidFill>
                <a:srgbClr val="92D05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144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Separación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apical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sin despegamiento completo.</a:t>
                </a:r>
                <a:endParaRPr lang="es-AR" sz="1850" dirty="0">
                  <a:latin typeface="Mali"/>
                </a:endParaRPr>
              </a:p>
              <a:p>
                <a:pPr algn="ctr">
                  <a:lnSpc>
                    <a:spcPts val="2144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O</a:t>
                </a:r>
                <a:r>
                  <a:rPr lang="es-AR" sz="1850" baseline="-25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2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+ kinesioterapia; se reabsorbe; control.</a:t>
                </a:r>
                <a:endParaRPr lang="es-AR" sz="1850" dirty="0">
                  <a:latin typeface="Mali"/>
                </a:endParaRPr>
              </a:p>
            </p:txBody>
          </p:sp>
          <p:sp>
            <p:nvSpPr>
              <p:cNvPr id="24" name="Forma 23"/>
              <p:cNvSpPr/>
              <p:nvPr/>
            </p:nvSpPr>
            <p:spPr>
              <a:xfrm>
                <a:off x="365760" y="37947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GRADO I (&lt; 20 %)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5" name="Grado 2"/>
          <p:cNvGrpSpPr/>
          <p:nvPr/>
        </p:nvGrpSpPr>
        <p:grpSpPr>
          <a:xfrm>
            <a:off x="4251960" y="868680"/>
            <a:ext cx="3703320" cy="4846320"/>
            <a:chOff x="4251960" y="868680"/>
            <a:chExt cx="3703320" cy="4846320"/>
          </a:xfrm>
        </p:grpSpPr>
        <p:sp>
          <p:nvSpPr>
            <p:cNvPr id="26" name="G1 Placa"/>
            <p:cNvSpPr/>
            <p:nvPr/>
          </p:nvSpPr>
          <p:spPr>
            <a:xfrm>
              <a:off x="4663440" y="868680"/>
              <a:ext cx="2880360" cy="2834640"/>
            </a:xfrm>
            <a:prstGeom prst="rect">
              <a:avLst/>
            </a:prstGeom>
            <a:solidFill>
              <a:srgbClr val="0B0B0B"/>
            </a:solidFill>
            <a:ln w="31750" cap="rnd">
              <a:solidFill>
                <a:srgbClr val="5A5A5A"/>
              </a:solidFill>
              <a:round/>
            </a:ln>
          </p:spPr>
        </p:sp>
        <p:sp>
          <p:nvSpPr>
            <p:cNvPr id="27" name="G1 PartesBlandas"/>
            <p:cNvSpPr/>
            <p:nvPr/>
          </p:nvSpPr>
          <p:spPr>
            <a:xfrm>
              <a:off x="4826295" y="102412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7A7A7A"/>
                </a:gs>
                <a:gs pos="50000">
                  <a:srgbClr val="5C5C5C"/>
                </a:gs>
                <a:gs pos="100000">
                  <a:srgbClr val="7A7A7A"/>
                </a:gs>
              </a:gsLst>
              <a:lin ang="0" scaled="0"/>
            </a:gradFill>
            <a:ln>
              <a:noFill/>
            </a:ln>
          </p:spPr>
        </p:sp>
        <p:grpSp>
          <p:nvGrpSpPr>
            <p:cNvPr id="28" name="G1 PulmonD"/>
            <p:cNvGrpSpPr/>
            <p:nvPr/>
          </p:nvGrpSpPr>
          <p:grpSpPr>
            <a:xfrm>
              <a:off x="5029886" y="1264666"/>
              <a:ext cx="944824" cy="2061350"/>
              <a:chOff x="5029886" y="1264666"/>
              <a:chExt cx="944824" cy="2061350"/>
            </a:xfrm>
          </p:grpSpPr>
          <p:sp>
            <p:nvSpPr>
              <p:cNvPr id="29" name="Forma 28"/>
              <p:cNvSpPr/>
              <p:nvPr/>
            </p:nvSpPr>
            <p:spPr>
              <a:xfrm>
                <a:off x="5029886" y="1264666"/>
                <a:ext cx="944824" cy="2061350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2701" y="4"/>
                    </a:moveTo>
                    <a:lnTo>
                      <a:pt x="2594" y="23"/>
                    </a:lnTo>
                    <a:lnTo>
                      <a:pt x="2473" y="56"/>
                    </a:lnTo>
                    <a:lnTo>
                      <a:pt x="2343" y="102"/>
                    </a:lnTo>
                    <a:lnTo>
                      <a:pt x="2210" y="158"/>
                    </a:lnTo>
                    <a:lnTo>
                      <a:pt x="2079" y="224"/>
                    </a:lnTo>
                    <a:lnTo>
                      <a:pt x="1956" y="296"/>
                    </a:lnTo>
                    <a:lnTo>
                      <a:pt x="1839" y="377"/>
                    </a:lnTo>
                    <a:lnTo>
                      <a:pt x="1723" y="467"/>
                    </a:lnTo>
                    <a:lnTo>
                      <a:pt x="1610" y="566"/>
                    </a:lnTo>
                    <a:lnTo>
                      <a:pt x="1499" y="673"/>
                    </a:lnTo>
                    <a:lnTo>
                      <a:pt x="1393" y="787"/>
                    </a:lnTo>
                    <a:lnTo>
                      <a:pt x="1290" y="909"/>
                    </a:lnTo>
                    <a:lnTo>
                      <a:pt x="1192" y="1037"/>
                    </a:lnTo>
                    <a:lnTo>
                      <a:pt x="1098" y="1173"/>
                    </a:lnTo>
                    <a:lnTo>
                      <a:pt x="1007" y="1317"/>
                    </a:lnTo>
                    <a:lnTo>
                      <a:pt x="921" y="1468"/>
                    </a:lnTo>
                    <a:lnTo>
                      <a:pt x="837" y="1624"/>
                    </a:lnTo>
                    <a:lnTo>
                      <a:pt x="758" y="1787"/>
                    </a:lnTo>
                    <a:lnTo>
                      <a:pt x="682" y="1956"/>
                    </a:lnTo>
                    <a:lnTo>
                      <a:pt x="609" y="2132"/>
                    </a:lnTo>
                    <a:lnTo>
                      <a:pt x="540" y="2315"/>
                    </a:lnTo>
                    <a:lnTo>
                      <a:pt x="475" y="2503"/>
                    </a:lnTo>
                    <a:lnTo>
                      <a:pt x="415" y="2696"/>
                    </a:lnTo>
                    <a:lnTo>
                      <a:pt x="359" y="2891"/>
                    </a:lnTo>
                    <a:lnTo>
                      <a:pt x="308" y="3092"/>
                    </a:lnTo>
                    <a:lnTo>
                      <a:pt x="262" y="3299"/>
                    </a:lnTo>
                    <a:lnTo>
                      <a:pt x="221" y="3509"/>
                    </a:lnTo>
                    <a:lnTo>
                      <a:pt x="183" y="3723"/>
                    </a:lnTo>
                    <a:lnTo>
                      <a:pt x="150" y="3939"/>
                    </a:lnTo>
                    <a:lnTo>
                      <a:pt x="119" y="4156"/>
                    </a:lnTo>
                    <a:lnTo>
                      <a:pt x="93" y="4374"/>
                    </a:lnTo>
                    <a:lnTo>
                      <a:pt x="70" y="4594"/>
                    </a:lnTo>
                    <a:lnTo>
                      <a:pt x="51" y="4817"/>
                    </a:lnTo>
                    <a:lnTo>
                      <a:pt x="35" y="5040"/>
                    </a:lnTo>
                    <a:lnTo>
                      <a:pt x="23" y="5264"/>
                    </a:lnTo>
                    <a:lnTo>
                      <a:pt x="13" y="5486"/>
                    </a:lnTo>
                    <a:lnTo>
                      <a:pt x="5" y="5709"/>
                    </a:lnTo>
                    <a:lnTo>
                      <a:pt x="1" y="5933"/>
                    </a:lnTo>
                    <a:lnTo>
                      <a:pt x="0" y="6156"/>
                    </a:lnTo>
                    <a:lnTo>
                      <a:pt x="1" y="6379"/>
                    </a:lnTo>
                    <a:lnTo>
                      <a:pt x="5" y="6599"/>
                    </a:lnTo>
                    <a:lnTo>
                      <a:pt x="13" y="6817"/>
                    </a:lnTo>
                    <a:lnTo>
                      <a:pt x="24" y="7035"/>
                    </a:lnTo>
                    <a:lnTo>
                      <a:pt x="38" y="7252"/>
                    </a:lnTo>
                    <a:lnTo>
                      <a:pt x="56" y="7469"/>
                    </a:lnTo>
                    <a:lnTo>
                      <a:pt x="76" y="7680"/>
                    </a:lnTo>
                    <a:lnTo>
                      <a:pt x="97" y="7885"/>
                    </a:lnTo>
                    <a:lnTo>
                      <a:pt x="119" y="8082"/>
                    </a:lnTo>
                    <a:lnTo>
                      <a:pt x="142" y="8269"/>
                    </a:lnTo>
                    <a:lnTo>
                      <a:pt x="168" y="8449"/>
                    </a:lnTo>
                    <a:lnTo>
                      <a:pt x="194" y="8623"/>
                    </a:lnTo>
                    <a:lnTo>
                      <a:pt x="222" y="8790"/>
                    </a:lnTo>
                    <a:lnTo>
                      <a:pt x="250" y="8951"/>
                    </a:lnTo>
                    <a:lnTo>
                      <a:pt x="279" y="9106"/>
                    </a:lnTo>
                    <a:lnTo>
                      <a:pt x="308" y="9262"/>
                    </a:lnTo>
                    <a:lnTo>
                      <a:pt x="337" y="9419"/>
                    </a:lnTo>
                    <a:lnTo>
                      <a:pt x="367" y="9569"/>
                    </a:lnTo>
                    <a:lnTo>
                      <a:pt x="398" y="9706"/>
                    </a:lnTo>
                    <a:lnTo>
                      <a:pt x="431" y="9820"/>
                    </a:lnTo>
                    <a:lnTo>
                      <a:pt x="465" y="9905"/>
                    </a:lnTo>
                    <a:lnTo>
                      <a:pt x="498" y="9959"/>
                    </a:lnTo>
                    <a:lnTo>
                      <a:pt x="527" y="9990"/>
                    </a:lnTo>
                    <a:lnTo>
                      <a:pt x="558" y="10000"/>
                    </a:lnTo>
                    <a:lnTo>
                      <a:pt x="595" y="9987"/>
                    </a:lnTo>
                    <a:lnTo>
                      <a:pt x="643" y="9956"/>
                    </a:lnTo>
                    <a:lnTo>
                      <a:pt x="705" y="9905"/>
                    </a:lnTo>
                    <a:lnTo>
                      <a:pt x="781" y="9825"/>
                    </a:lnTo>
                    <a:lnTo>
                      <a:pt x="868" y="9714"/>
                    </a:lnTo>
                    <a:lnTo>
                      <a:pt x="966" y="9584"/>
                    </a:lnTo>
                    <a:lnTo>
                      <a:pt x="1073" y="9444"/>
                    </a:lnTo>
                    <a:lnTo>
                      <a:pt x="1191" y="9308"/>
                    </a:lnTo>
                    <a:lnTo>
                      <a:pt x="1317" y="9186"/>
                    </a:lnTo>
                    <a:lnTo>
                      <a:pt x="1457" y="9072"/>
                    </a:lnTo>
                    <a:lnTo>
                      <a:pt x="1612" y="8955"/>
                    </a:lnTo>
                    <a:lnTo>
                      <a:pt x="1776" y="8842"/>
                    </a:lnTo>
                    <a:lnTo>
                      <a:pt x="1945" y="8737"/>
                    </a:lnTo>
                    <a:lnTo>
                      <a:pt x="2113" y="8645"/>
                    </a:lnTo>
                    <a:lnTo>
                      <a:pt x="2275" y="8574"/>
                    </a:lnTo>
                    <a:lnTo>
                      <a:pt x="2433" y="8522"/>
                    </a:lnTo>
                    <a:lnTo>
                      <a:pt x="2592" y="8486"/>
                    </a:lnTo>
                    <a:lnTo>
                      <a:pt x="2751" y="8464"/>
                    </a:lnTo>
                    <a:lnTo>
                      <a:pt x="2907" y="8455"/>
                    </a:lnTo>
                    <a:lnTo>
                      <a:pt x="3059" y="8456"/>
                    </a:lnTo>
                    <a:lnTo>
                      <a:pt x="3206" y="8467"/>
                    </a:lnTo>
                    <a:lnTo>
                      <a:pt x="3351" y="8493"/>
                    </a:lnTo>
                    <a:lnTo>
                      <a:pt x="3494" y="8533"/>
                    </a:lnTo>
                    <a:lnTo>
                      <a:pt x="3634" y="8586"/>
                    </a:lnTo>
                    <a:lnTo>
                      <a:pt x="3767" y="8644"/>
                    </a:lnTo>
                    <a:lnTo>
                      <a:pt x="3892" y="8704"/>
                    </a:lnTo>
                    <a:lnTo>
                      <a:pt x="4005" y="8760"/>
                    </a:lnTo>
                    <a:lnTo>
                      <a:pt x="4109" y="8836"/>
                    </a:lnTo>
                    <a:lnTo>
                      <a:pt x="4208" y="8940"/>
                    </a:lnTo>
                    <a:lnTo>
                      <a:pt x="4298" y="9045"/>
                    </a:lnTo>
                    <a:lnTo>
                      <a:pt x="4375" y="9125"/>
                    </a:lnTo>
                    <a:lnTo>
                      <a:pt x="4439" y="9154"/>
                    </a:lnTo>
                    <a:lnTo>
                      <a:pt x="4484" y="9106"/>
                    </a:lnTo>
                    <a:lnTo>
                      <a:pt x="4506" y="8964"/>
                    </a:lnTo>
                    <a:lnTo>
                      <a:pt x="4508" y="8744"/>
                    </a:lnTo>
                    <a:lnTo>
                      <a:pt x="4494" y="8474"/>
                    </a:lnTo>
                    <a:lnTo>
                      <a:pt x="4472" y="8179"/>
                    </a:lnTo>
                    <a:lnTo>
                      <a:pt x="4449" y="7884"/>
                    </a:lnTo>
                    <a:lnTo>
                      <a:pt x="4431" y="7616"/>
                    </a:lnTo>
                    <a:lnTo>
                      <a:pt x="4416" y="7370"/>
                    </a:lnTo>
                    <a:lnTo>
                      <a:pt x="4399" y="7126"/>
                    </a:lnTo>
                    <a:lnTo>
                      <a:pt x="4381" y="6882"/>
                    </a:lnTo>
                    <a:lnTo>
                      <a:pt x="4362" y="6639"/>
                    </a:lnTo>
                    <a:lnTo>
                      <a:pt x="4343" y="6396"/>
                    </a:lnTo>
                    <a:lnTo>
                      <a:pt x="4324" y="6152"/>
                    </a:lnTo>
                    <a:lnTo>
                      <a:pt x="4307" y="5908"/>
                    </a:lnTo>
                    <a:lnTo>
                      <a:pt x="4291" y="5664"/>
                    </a:lnTo>
                    <a:lnTo>
                      <a:pt x="4274" y="5420"/>
                    </a:lnTo>
                    <a:lnTo>
                      <a:pt x="4257" y="5176"/>
                    </a:lnTo>
                    <a:lnTo>
                      <a:pt x="4239" y="4932"/>
                    </a:lnTo>
                    <a:lnTo>
                      <a:pt x="4218" y="4688"/>
                    </a:lnTo>
                    <a:lnTo>
                      <a:pt x="4195" y="4444"/>
                    </a:lnTo>
                    <a:lnTo>
                      <a:pt x="4172" y="4199"/>
                    </a:lnTo>
                    <a:lnTo>
                      <a:pt x="4148" y="3954"/>
                    </a:lnTo>
                    <a:lnTo>
                      <a:pt x="4121" y="3710"/>
                    </a:lnTo>
                    <a:lnTo>
                      <a:pt x="4091" y="3467"/>
                    </a:lnTo>
                    <a:lnTo>
                      <a:pt x="4058" y="3224"/>
                    </a:lnTo>
                    <a:lnTo>
                      <a:pt x="4021" y="2979"/>
                    </a:lnTo>
                    <a:lnTo>
                      <a:pt x="3980" y="2729"/>
                    </a:lnTo>
                    <a:lnTo>
                      <a:pt x="3937" y="2481"/>
                    </a:lnTo>
                    <a:lnTo>
                      <a:pt x="3890" y="2237"/>
                    </a:lnTo>
                    <a:lnTo>
                      <a:pt x="3842" y="2005"/>
                    </a:lnTo>
                    <a:lnTo>
                      <a:pt x="3792" y="1787"/>
                    </a:lnTo>
                    <a:lnTo>
                      <a:pt x="3739" y="1582"/>
                    </a:lnTo>
                    <a:lnTo>
                      <a:pt x="3682" y="1386"/>
                    </a:lnTo>
                    <a:lnTo>
                      <a:pt x="3622" y="1200"/>
                    </a:lnTo>
                    <a:lnTo>
                      <a:pt x="3562" y="1026"/>
                    </a:lnTo>
                    <a:lnTo>
                      <a:pt x="3503" y="866"/>
                    </a:lnTo>
                    <a:lnTo>
                      <a:pt x="3446" y="722"/>
                    </a:lnTo>
                    <a:lnTo>
                      <a:pt x="3392" y="595"/>
                    </a:lnTo>
                    <a:lnTo>
                      <a:pt x="3341" y="484"/>
                    </a:lnTo>
                    <a:lnTo>
                      <a:pt x="3291" y="386"/>
                    </a:lnTo>
                    <a:lnTo>
                      <a:pt x="3240" y="301"/>
                    </a:lnTo>
                    <a:lnTo>
                      <a:pt x="3186" y="228"/>
                    </a:lnTo>
                    <a:lnTo>
                      <a:pt x="3127" y="163"/>
                    </a:lnTo>
                    <a:lnTo>
                      <a:pt x="3065" y="108"/>
                    </a:lnTo>
                    <a:lnTo>
                      <a:pt x="3004" y="64"/>
                    </a:lnTo>
                    <a:lnTo>
                      <a:pt x="2940" y="30"/>
                    </a:lnTo>
                    <a:lnTo>
                      <a:pt x="2870" y="9"/>
                    </a:lnTo>
                    <a:lnTo>
                      <a:pt x="2791" y="0"/>
                    </a:lnTo>
                    <a:lnTo>
                      <a:pt x="2701" y="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5360652" y="1662549"/>
                <a:ext cx="530078" cy="1195572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5400812" y="1779880"/>
                <a:ext cx="409971" cy="855878"/>
              </a:xfrm>
              <a:custGeom>
                <a:avLst/>
                <a:gdLst/>
                <a:ahLst/>
                <a:cxnLst/>
                <a:rect l="0" t="0" r="r" b="b"/>
                <a:pathLst>
                  <a:path w="1470" h="3120" fill="none">
                    <a:moveTo>
                      <a:pt x="1470" y="1470"/>
                    </a:moveTo>
                    <a:lnTo>
                      <a:pt x="1080" y="1260"/>
                    </a:lnTo>
                    <a:lnTo>
                      <a:pt x="600" y="900"/>
                    </a:lnTo>
                    <a:lnTo>
                      <a:pt x="330" y="540"/>
                    </a:lnTo>
                  </a:path>
                  <a:path w="1470" h="3120" fill="none">
                    <a:moveTo>
                      <a:pt x="1080" y="1260"/>
                    </a:moveTo>
                    <a:lnTo>
                      <a:pt x="900" y="720"/>
                    </a:lnTo>
                    <a:lnTo>
                      <a:pt x="810" y="120"/>
                    </a:lnTo>
                  </a:path>
                  <a:path w="1470" h="3120" fill="none">
                    <a:moveTo>
                      <a:pt x="1470" y="1470"/>
                    </a:moveTo>
                    <a:lnTo>
                      <a:pt x="900" y="1560"/>
                    </a:lnTo>
                    <a:lnTo>
                      <a:pt x="300" y="1560"/>
                    </a:lnTo>
                    <a:lnTo>
                      <a:pt x="0" y="1620"/>
                    </a:lnTo>
                  </a:path>
                  <a:path w="1470" h="3120" fill="none">
                    <a:moveTo>
                      <a:pt x="900" y="1560"/>
                    </a:moveTo>
                    <a:lnTo>
                      <a:pt x="480" y="1980"/>
                    </a:lnTo>
                    <a:lnTo>
                      <a:pt x="150" y="2340"/>
                    </a:lnTo>
                  </a:path>
                  <a:path w="1470" h="3120" fill="none">
                    <a:moveTo>
                      <a:pt x="1470" y="1470"/>
                    </a:moveTo>
                    <a:lnTo>
                      <a:pt x="1080" y="1980"/>
                    </a:lnTo>
                    <a:lnTo>
                      <a:pt x="720" y="2580"/>
                    </a:lnTo>
                    <a:lnTo>
                      <a:pt x="390" y="3060"/>
                    </a:lnTo>
                  </a:path>
                  <a:path w="1470" h="3120" fill="none">
                    <a:moveTo>
                      <a:pt x="1080" y="1980"/>
                    </a:moveTo>
                    <a:lnTo>
                      <a:pt x="1260" y="2580"/>
                    </a:lnTo>
                    <a:lnTo>
                      <a:pt x="1080" y="3120"/>
                    </a:lnTo>
                  </a:path>
                  <a:path w="1470" h="3120" fill="none">
                    <a:moveTo>
                      <a:pt x="720" y="2580"/>
                    </a:moveTo>
                    <a:lnTo>
                      <a:pt x="240" y="2880"/>
                    </a:lnTo>
                    <a:lnTo>
                      <a:pt x="0" y="3060"/>
                    </a:lnTo>
                  </a:path>
                  <a:path w="1470" h="3120" fill="none">
                    <a:moveTo>
                      <a:pt x="600" y="900"/>
                    </a:moveTo>
                    <a:lnTo>
                      <a:pt x="180" y="1020"/>
                    </a:lnTo>
                    <a:lnTo>
                      <a:pt x="6" y="1149"/>
                    </a:lnTo>
                  </a:path>
                  <a:path w="1470" h="3120" fill="none">
                    <a:moveTo>
                      <a:pt x="900" y="720"/>
                    </a:moveTo>
                    <a:lnTo>
                      <a:pt x="540" y="360"/>
                    </a:lnTo>
                  </a:path>
                  <a:path w="1470" h="3120" fill="none">
                    <a:moveTo>
                      <a:pt x="480" y="1980"/>
                    </a:moveTo>
                    <a:lnTo>
                      <a:pt x="540" y="2400"/>
                    </a:lnTo>
                    <a:lnTo>
                      <a:pt x="360" y="2820"/>
                    </a:lnTo>
                  </a:path>
                  <a:path w="1470" h="3120" fill="none">
                    <a:moveTo>
                      <a:pt x="1470" y="1470"/>
                    </a:moveTo>
                    <a:lnTo>
                      <a:pt x="1380" y="1020"/>
                    </a:lnTo>
                    <a:lnTo>
                      <a:pt x="1200" y="540"/>
                    </a:lnTo>
                    <a:lnTo>
                      <a:pt x="1080" y="0"/>
                    </a:lnTo>
                  </a:path>
                  <a:path w="1470" h="3120" fill="none">
                    <a:moveTo>
                      <a:pt x="300" y="1560"/>
                    </a:moveTo>
                    <a:lnTo>
                      <a:pt x="120" y="192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grpSp>
          <p:nvGrpSpPr>
            <p:cNvPr id="32" name="G1 PulmonI"/>
            <p:cNvGrpSpPr/>
            <p:nvPr/>
          </p:nvGrpSpPr>
          <p:grpSpPr>
            <a:xfrm>
              <a:off x="6293099" y="1264666"/>
              <a:ext cx="884255" cy="2127186"/>
              <a:chOff x="6293099" y="1264666"/>
              <a:chExt cx="884255" cy="2127186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6293099" y="1264666"/>
                <a:ext cx="884255" cy="2127186"/>
              </a:xfrm>
              <a:custGeom>
                <a:avLst/>
                <a:gdLst/>
                <a:ahLst/>
                <a:cxnLst/>
                <a:rect l="0" t="0" r="r" b="b"/>
                <a:pathLst>
                  <a:path w="4088" h="10000">
                    <a:moveTo>
                      <a:pt x="650" y="8585"/>
                    </a:moveTo>
                    <a:lnTo>
                      <a:pt x="668" y="8579"/>
                    </a:lnTo>
                    <a:lnTo>
                      <a:pt x="830" y="8539"/>
                    </a:lnTo>
                    <a:lnTo>
                      <a:pt x="980" y="8515"/>
                    </a:lnTo>
                    <a:lnTo>
                      <a:pt x="1123" y="8504"/>
                    </a:lnTo>
                    <a:lnTo>
                      <a:pt x="1271" y="8502"/>
                    </a:lnTo>
                    <a:lnTo>
                      <a:pt x="1422" y="8512"/>
                    </a:lnTo>
                    <a:lnTo>
                      <a:pt x="1575" y="8533"/>
                    </a:lnTo>
                    <a:lnTo>
                      <a:pt x="1729" y="8568"/>
                    </a:lnTo>
                    <a:lnTo>
                      <a:pt x="1883" y="8618"/>
                    </a:lnTo>
                    <a:lnTo>
                      <a:pt x="2040" y="8687"/>
                    </a:lnTo>
                    <a:lnTo>
                      <a:pt x="2203" y="8776"/>
                    </a:lnTo>
                    <a:lnTo>
                      <a:pt x="2366" y="8878"/>
                    </a:lnTo>
                    <a:lnTo>
                      <a:pt x="2525" y="8988"/>
                    </a:lnTo>
                    <a:lnTo>
                      <a:pt x="2675" y="9101"/>
                    </a:lnTo>
                    <a:lnTo>
                      <a:pt x="2811" y="9211"/>
                    </a:lnTo>
                    <a:lnTo>
                      <a:pt x="2933" y="9329"/>
                    </a:lnTo>
                    <a:lnTo>
                      <a:pt x="3047" y="9462"/>
                    </a:lnTo>
                    <a:lnTo>
                      <a:pt x="3151" y="9597"/>
                    </a:lnTo>
                    <a:lnTo>
                      <a:pt x="3246" y="9723"/>
                    </a:lnTo>
                    <a:lnTo>
                      <a:pt x="3330" y="9831"/>
                    </a:lnTo>
                    <a:lnTo>
                      <a:pt x="3404" y="9908"/>
                    </a:lnTo>
                    <a:lnTo>
                      <a:pt x="3464" y="9957"/>
                    </a:lnTo>
                    <a:lnTo>
                      <a:pt x="3510" y="9988"/>
                    </a:lnTo>
                    <a:lnTo>
                      <a:pt x="3546" y="10000"/>
                    </a:lnTo>
                    <a:lnTo>
                      <a:pt x="3576" y="9991"/>
                    </a:lnTo>
                    <a:lnTo>
                      <a:pt x="3605" y="9960"/>
                    </a:lnTo>
                    <a:lnTo>
                      <a:pt x="3636" y="9908"/>
                    </a:lnTo>
                    <a:lnTo>
                      <a:pt x="3670" y="9830"/>
                    </a:lnTo>
                    <a:lnTo>
                      <a:pt x="3701" y="9727"/>
                    </a:lnTo>
                    <a:lnTo>
                      <a:pt x="3731" y="9602"/>
                    </a:lnTo>
                    <a:lnTo>
                      <a:pt x="3760" y="9460"/>
                    </a:lnTo>
                    <a:lnTo>
                      <a:pt x="3789" y="9302"/>
                    </a:lnTo>
                    <a:lnTo>
                      <a:pt x="3817" y="9134"/>
                    </a:lnTo>
                    <a:lnTo>
                      <a:pt x="3845" y="8946"/>
                    </a:lnTo>
                    <a:lnTo>
                      <a:pt x="3872" y="8736"/>
                    </a:lnTo>
                    <a:lnTo>
                      <a:pt x="3899" y="8511"/>
                    </a:lnTo>
                    <a:lnTo>
                      <a:pt x="3925" y="8279"/>
                    </a:lnTo>
                    <a:lnTo>
                      <a:pt x="3949" y="8050"/>
                    </a:lnTo>
                    <a:lnTo>
                      <a:pt x="3971" y="7831"/>
                    </a:lnTo>
                    <a:lnTo>
                      <a:pt x="3993" y="7623"/>
                    </a:lnTo>
                    <a:lnTo>
                      <a:pt x="4013" y="7420"/>
                    </a:lnTo>
                    <a:lnTo>
                      <a:pt x="4033" y="7218"/>
                    </a:lnTo>
                    <a:lnTo>
                      <a:pt x="4050" y="7017"/>
                    </a:lnTo>
                    <a:lnTo>
                      <a:pt x="4064" y="6813"/>
                    </a:lnTo>
                    <a:lnTo>
                      <a:pt x="4075" y="6606"/>
                    </a:lnTo>
                    <a:lnTo>
                      <a:pt x="4082" y="6395"/>
                    </a:lnTo>
                    <a:lnTo>
                      <a:pt x="4086" y="6181"/>
                    </a:lnTo>
                    <a:lnTo>
                      <a:pt x="4088" y="5965"/>
                    </a:lnTo>
                    <a:lnTo>
                      <a:pt x="4086" y="5749"/>
                    </a:lnTo>
                    <a:lnTo>
                      <a:pt x="4082" y="5532"/>
                    </a:lnTo>
                    <a:lnTo>
                      <a:pt x="4075" y="5317"/>
                    </a:lnTo>
                    <a:lnTo>
                      <a:pt x="4065" y="5101"/>
                    </a:lnTo>
                    <a:lnTo>
                      <a:pt x="4053" y="4884"/>
                    </a:lnTo>
                    <a:lnTo>
                      <a:pt x="4038" y="4668"/>
                    </a:lnTo>
                    <a:lnTo>
                      <a:pt x="4019" y="4452"/>
                    </a:lnTo>
                    <a:lnTo>
                      <a:pt x="3997" y="4238"/>
                    </a:lnTo>
                    <a:lnTo>
                      <a:pt x="3971" y="4027"/>
                    </a:lnTo>
                    <a:lnTo>
                      <a:pt x="3942" y="3817"/>
                    </a:lnTo>
                    <a:lnTo>
                      <a:pt x="3909" y="3608"/>
                    </a:lnTo>
                    <a:lnTo>
                      <a:pt x="3873" y="3401"/>
                    </a:lnTo>
                    <a:lnTo>
                      <a:pt x="3833" y="3196"/>
                    </a:lnTo>
                    <a:lnTo>
                      <a:pt x="3789" y="2996"/>
                    </a:lnTo>
                    <a:lnTo>
                      <a:pt x="3739" y="2802"/>
                    </a:lnTo>
                    <a:lnTo>
                      <a:pt x="3685" y="2612"/>
                    </a:lnTo>
                    <a:lnTo>
                      <a:pt x="3627" y="2426"/>
                    </a:lnTo>
                    <a:lnTo>
                      <a:pt x="3564" y="2243"/>
                    </a:lnTo>
                    <a:lnTo>
                      <a:pt x="3497" y="2066"/>
                    </a:lnTo>
                    <a:lnTo>
                      <a:pt x="3426" y="1896"/>
                    </a:lnTo>
                    <a:lnTo>
                      <a:pt x="3353" y="1732"/>
                    </a:lnTo>
                    <a:lnTo>
                      <a:pt x="3276" y="1574"/>
                    </a:lnTo>
                    <a:lnTo>
                      <a:pt x="3195" y="1422"/>
                    </a:lnTo>
                    <a:lnTo>
                      <a:pt x="3111" y="1276"/>
                    </a:lnTo>
                    <a:lnTo>
                      <a:pt x="3023" y="1137"/>
                    </a:lnTo>
                    <a:lnTo>
                      <a:pt x="2932" y="1005"/>
                    </a:lnTo>
                    <a:lnTo>
                      <a:pt x="2837" y="880"/>
                    </a:lnTo>
                    <a:lnTo>
                      <a:pt x="2738" y="763"/>
                    </a:lnTo>
                    <a:lnTo>
                      <a:pt x="2634" y="652"/>
                    </a:lnTo>
                    <a:lnTo>
                      <a:pt x="2527" y="548"/>
                    </a:lnTo>
                    <a:lnTo>
                      <a:pt x="2418" y="453"/>
                    </a:lnTo>
                    <a:lnTo>
                      <a:pt x="2306" y="365"/>
                    </a:lnTo>
                    <a:lnTo>
                      <a:pt x="2192" y="287"/>
                    </a:lnTo>
                    <a:lnTo>
                      <a:pt x="2073" y="217"/>
                    </a:lnTo>
                    <a:lnTo>
                      <a:pt x="1946" y="154"/>
                    </a:lnTo>
                    <a:lnTo>
                      <a:pt x="1817" y="99"/>
                    </a:lnTo>
                    <a:lnTo>
                      <a:pt x="1691" y="54"/>
                    </a:lnTo>
                    <a:lnTo>
                      <a:pt x="1573" y="22"/>
                    </a:lnTo>
                    <a:lnTo>
                      <a:pt x="1470" y="4"/>
                    </a:lnTo>
                    <a:lnTo>
                      <a:pt x="1382" y="0"/>
                    </a:lnTo>
                    <a:lnTo>
                      <a:pt x="1306" y="8"/>
                    </a:lnTo>
                    <a:lnTo>
                      <a:pt x="1238" y="29"/>
                    </a:lnTo>
                    <a:lnTo>
                      <a:pt x="1176" y="62"/>
                    </a:lnTo>
                    <a:lnTo>
                      <a:pt x="1117" y="105"/>
                    </a:lnTo>
                    <a:lnTo>
                      <a:pt x="1058" y="158"/>
                    </a:lnTo>
                    <a:lnTo>
                      <a:pt x="1000" y="221"/>
                    </a:lnTo>
                    <a:lnTo>
                      <a:pt x="948" y="292"/>
                    </a:lnTo>
                    <a:lnTo>
                      <a:pt x="898" y="374"/>
                    </a:lnTo>
                    <a:lnTo>
                      <a:pt x="849" y="469"/>
                    </a:lnTo>
                    <a:lnTo>
                      <a:pt x="800" y="577"/>
                    </a:lnTo>
                    <a:lnTo>
                      <a:pt x="748" y="700"/>
                    </a:lnTo>
                    <a:lnTo>
                      <a:pt x="693" y="839"/>
                    </a:lnTo>
                    <a:lnTo>
                      <a:pt x="635" y="994"/>
                    </a:lnTo>
                    <a:lnTo>
                      <a:pt x="577" y="1163"/>
                    </a:lnTo>
                    <a:lnTo>
                      <a:pt x="520" y="1343"/>
                    </a:lnTo>
                    <a:lnTo>
                      <a:pt x="465" y="1533"/>
                    </a:lnTo>
                    <a:lnTo>
                      <a:pt x="413" y="1732"/>
                    </a:lnTo>
                    <a:lnTo>
                      <a:pt x="364" y="1943"/>
                    </a:lnTo>
                    <a:lnTo>
                      <a:pt x="317" y="2168"/>
                    </a:lnTo>
                    <a:lnTo>
                      <a:pt x="273" y="2404"/>
                    </a:lnTo>
                    <a:lnTo>
                      <a:pt x="230" y="2645"/>
                    </a:lnTo>
                    <a:lnTo>
                      <a:pt x="191" y="2887"/>
                    </a:lnTo>
                    <a:lnTo>
                      <a:pt x="155" y="3124"/>
                    </a:lnTo>
                    <a:lnTo>
                      <a:pt x="118" y="3359"/>
                    </a:lnTo>
                    <a:lnTo>
                      <a:pt x="80" y="3595"/>
                    </a:lnTo>
                    <a:lnTo>
                      <a:pt x="44" y="3832"/>
                    </a:lnTo>
                    <a:lnTo>
                      <a:pt x="16" y="4069"/>
                    </a:lnTo>
                    <a:lnTo>
                      <a:pt x="0" y="4306"/>
                    </a:lnTo>
                    <a:lnTo>
                      <a:pt x="0" y="4543"/>
                    </a:lnTo>
                    <a:lnTo>
                      <a:pt x="22" y="4779"/>
                    </a:lnTo>
                    <a:lnTo>
                      <a:pt x="63" y="5016"/>
                    </a:lnTo>
                    <a:lnTo>
                      <a:pt x="116" y="5252"/>
                    </a:lnTo>
                    <a:lnTo>
                      <a:pt x="175" y="5489"/>
                    </a:lnTo>
                    <a:lnTo>
                      <a:pt x="233" y="5725"/>
                    </a:lnTo>
                    <a:lnTo>
                      <a:pt x="284" y="5961"/>
                    </a:lnTo>
                    <a:lnTo>
                      <a:pt x="330" y="6194"/>
                    </a:lnTo>
                    <a:lnTo>
                      <a:pt x="378" y="6422"/>
                    </a:lnTo>
                    <a:lnTo>
                      <a:pt x="424" y="6650"/>
                    </a:lnTo>
                    <a:lnTo>
                      <a:pt x="468" y="6882"/>
                    </a:lnTo>
                    <a:lnTo>
                      <a:pt x="508" y="7124"/>
                    </a:lnTo>
                    <a:lnTo>
                      <a:pt x="542" y="7380"/>
                    </a:lnTo>
                    <a:lnTo>
                      <a:pt x="574" y="7677"/>
                    </a:lnTo>
                    <a:lnTo>
                      <a:pt x="608" y="8017"/>
                    </a:lnTo>
                    <a:lnTo>
                      <a:pt x="637" y="8367"/>
                    </a:lnTo>
                    <a:lnTo>
                      <a:pt x="650" y="858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34" name="Forma 33"/>
              <p:cNvSpPr/>
              <p:nvPr/>
            </p:nvSpPr>
            <p:spPr>
              <a:xfrm>
                <a:off x="6323780" y="129492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35" name="Forma 34"/>
              <p:cNvSpPr/>
              <p:nvPr/>
            </p:nvSpPr>
            <p:spPr>
              <a:xfrm>
                <a:off x="6396457" y="149047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sp>
          <p:nvSpPr>
            <p:cNvPr id="36" name="G1 Costillas"/>
            <p:cNvSpPr/>
            <p:nvPr/>
          </p:nvSpPr>
          <p:spPr>
            <a:xfrm>
              <a:off x="4876495" y="1243584"/>
              <a:ext cx="2454250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57150" cap="rnd">
              <a:solidFill>
                <a:srgbClr val="B5B5B5"/>
              </a:solidFill>
              <a:round/>
            </a:ln>
          </p:spPr>
        </p:sp>
        <p:sp>
          <p:nvSpPr>
            <p:cNvPr id="37" name="G1 Mediastino"/>
            <p:cNvSpPr/>
            <p:nvPr/>
          </p:nvSpPr>
          <p:spPr>
            <a:xfrm>
              <a:off x="5629504" y="1175004"/>
              <a:ext cx="1065367" cy="2016252"/>
            </a:xfrm>
            <a:custGeom>
              <a:avLst/>
              <a:gdLst/>
              <a:ahLst/>
              <a:cxnLst/>
              <a:rect l="0" t="0" r="r" b="b"/>
              <a:pathLst>
                <a:path w="5197" h="10000">
                  <a:moveTo>
                    <a:pt x="4137" y="68"/>
                  </a:moveTo>
                  <a:lnTo>
                    <a:pt x="3861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7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4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50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40" y="3481"/>
                  </a:lnTo>
                  <a:lnTo>
                    <a:pt x="1240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3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9" y="4983"/>
                  </a:lnTo>
                  <a:lnTo>
                    <a:pt x="1419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9" y="7228"/>
                  </a:lnTo>
                  <a:lnTo>
                    <a:pt x="1601" y="7391"/>
                  </a:lnTo>
                  <a:lnTo>
                    <a:pt x="1592" y="7489"/>
                  </a:lnTo>
                  <a:lnTo>
                    <a:pt x="1581" y="7676"/>
                  </a:lnTo>
                  <a:lnTo>
                    <a:pt x="1579" y="7866"/>
                  </a:lnTo>
                  <a:lnTo>
                    <a:pt x="1586" y="8053"/>
                  </a:lnTo>
                  <a:lnTo>
                    <a:pt x="1605" y="8231"/>
                  </a:lnTo>
                  <a:lnTo>
                    <a:pt x="1632" y="8407"/>
                  </a:lnTo>
                  <a:lnTo>
                    <a:pt x="1665" y="8588"/>
                  </a:lnTo>
                  <a:lnTo>
                    <a:pt x="1694" y="8704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7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9" y="9845"/>
                  </a:lnTo>
                  <a:lnTo>
                    <a:pt x="1645" y="9848"/>
                  </a:lnTo>
                  <a:lnTo>
                    <a:pt x="1640" y="9851"/>
                  </a:lnTo>
                  <a:lnTo>
                    <a:pt x="1636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1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6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7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621"/>
                  </a:lnTo>
                  <a:lnTo>
                    <a:pt x="4656" y="9611"/>
                  </a:lnTo>
                  <a:lnTo>
                    <a:pt x="4787" y="9545"/>
                  </a:lnTo>
                  <a:lnTo>
                    <a:pt x="4897" y="9455"/>
                  </a:lnTo>
                  <a:lnTo>
                    <a:pt x="4987" y="9337"/>
                  </a:lnTo>
                  <a:lnTo>
                    <a:pt x="5060" y="9193"/>
                  </a:lnTo>
                  <a:lnTo>
                    <a:pt x="5117" y="9030"/>
                  </a:lnTo>
                  <a:lnTo>
                    <a:pt x="5158" y="8856"/>
                  </a:lnTo>
                  <a:lnTo>
                    <a:pt x="5184" y="8677"/>
                  </a:lnTo>
                  <a:lnTo>
                    <a:pt x="5197" y="8503"/>
                  </a:lnTo>
                  <a:lnTo>
                    <a:pt x="5193" y="8327"/>
                  </a:lnTo>
                  <a:lnTo>
                    <a:pt x="5173" y="8143"/>
                  </a:lnTo>
                  <a:lnTo>
                    <a:pt x="5138" y="7954"/>
                  </a:lnTo>
                  <a:lnTo>
                    <a:pt x="5090" y="7767"/>
                  </a:lnTo>
                  <a:lnTo>
                    <a:pt x="5032" y="7586"/>
                  </a:lnTo>
                  <a:lnTo>
                    <a:pt x="4965" y="7414"/>
                  </a:lnTo>
                  <a:lnTo>
                    <a:pt x="4888" y="7251"/>
                  </a:lnTo>
                  <a:lnTo>
                    <a:pt x="4797" y="7089"/>
                  </a:lnTo>
                  <a:lnTo>
                    <a:pt x="4696" y="6934"/>
                  </a:lnTo>
                  <a:lnTo>
                    <a:pt x="4586" y="6787"/>
                  </a:lnTo>
                  <a:lnTo>
                    <a:pt x="4471" y="6652"/>
                  </a:lnTo>
                  <a:lnTo>
                    <a:pt x="4353" y="6530"/>
                  </a:lnTo>
                  <a:lnTo>
                    <a:pt x="4230" y="6424"/>
                  </a:lnTo>
                  <a:lnTo>
                    <a:pt x="4101" y="6330"/>
                  </a:lnTo>
                  <a:lnTo>
                    <a:pt x="3966" y="6247"/>
                  </a:lnTo>
                  <a:lnTo>
                    <a:pt x="3826" y="6174"/>
                  </a:lnTo>
                  <a:lnTo>
                    <a:pt x="3683" y="6110"/>
                  </a:lnTo>
                  <a:lnTo>
                    <a:pt x="3537" y="6054"/>
                  </a:lnTo>
                  <a:lnTo>
                    <a:pt x="3383" y="6002"/>
                  </a:lnTo>
                  <a:lnTo>
                    <a:pt x="3302" y="5978"/>
                  </a:lnTo>
                  <a:lnTo>
                    <a:pt x="3251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7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200" y="4731"/>
                  </a:lnTo>
                  <a:lnTo>
                    <a:pt x="3229" y="4481"/>
                  </a:lnTo>
                  <a:lnTo>
                    <a:pt x="3230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7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7" y="3226"/>
                  </a:lnTo>
                  <a:lnTo>
                    <a:pt x="3427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9" y="2722"/>
                  </a:lnTo>
                  <a:lnTo>
                    <a:pt x="3519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20" y="2259"/>
                  </a:lnTo>
                  <a:lnTo>
                    <a:pt x="3620" y="2258"/>
                  </a:lnTo>
                  <a:lnTo>
                    <a:pt x="3675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4" y="1845"/>
                  </a:lnTo>
                  <a:lnTo>
                    <a:pt x="3794" y="1655"/>
                  </a:lnTo>
                  <a:lnTo>
                    <a:pt x="3795" y="1654"/>
                  </a:lnTo>
                  <a:lnTo>
                    <a:pt x="3856" y="1476"/>
                  </a:lnTo>
                  <a:lnTo>
                    <a:pt x="3857" y="1475"/>
                  </a:lnTo>
                  <a:lnTo>
                    <a:pt x="3917" y="1311"/>
                  </a:lnTo>
                  <a:lnTo>
                    <a:pt x="3918" y="1310"/>
                  </a:lnTo>
                  <a:lnTo>
                    <a:pt x="3976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2" y="1031"/>
                  </a:lnTo>
                  <a:lnTo>
                    <a:pt x="4084" y="917"/>
                  </a:lnTo>
                  <a:lnTo>
                    <a:pt x="4085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1" y="725"/>
                  </a:lnTo>
                  <a:lnTo>
                    <a:pt x="4193" y="721"/>
                  </a:lnTo>
                  <a:lnTo>
                    <a:pt x="4249" y="645"/>
                  </a:lnTo>
                  <a:lnTo>
                    <a:pt x="4253" y="641"/>
                  </a:lnTo>
                  <a:lnTo>
                    <a:pt x="4313" y="575"/>
                  </a:lnTo>
                  <a:lnTo>
                    <a:pt x="4317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6" y="466"/>
                  </a:lnTo>
                  <a:lnTo>
                    <a:pt x="4449" y="464"/>
                  </a:lnTo>
                  <a:lnTo>
                    <a:pt x="4453" y="462"/>
                  </a:lnTo>
                  <a:lnTo>
                    <a:pt x="4518" y="427"/>
                  </a:lnTo>
                  <a:lnTo>
                    <a:pt x="4523" y="425"/>
                  </a:lnTo>
                  <a:lnTo>
                    <a:pt x="4527" y="424"/>
                  </a:lnTo>
                  <a:lnTo>
                    <a:pt x="4599" y="402"/>
                  </a:lnTo>
                  <a:lnTo>
                    <a:pt x="4604" y="400"/>
                  </a:lnTo>
                  <a:lnTo>
                    <a:pt x="4609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lnTo>
                    <a:pt x="4137" y="68"/>
                  </a:lnTo>
                  <a:close/>
                </a:path>
              </a:pathLst>
            </a:custGeom>
            <a:gradFill rotWithShape="1">
              <a:gsLst>
                <a:gs pos="0">
                  <a:srgbClr val="F2F2F2"/>
                </a:gs>
                <a:gs pos="100000">
                  <a:srgbClr val="C8C8C8"/>
                </a:gs>
              </a:gsLst>
              <a:path path="circle">
                <a:fillToRect l="50000" t="60000" r="50000" b="40000"/>
              </a:path>
            </a:gradFill>
            <a:ln>
              <a:noFill/>
            </a:ln>
          </p:spPr>
        </p:sp>
        <p:sp>
          <p:nvSpPr>
            <p:cNvPr id="38" name="G1 Traquea"/>
            <p:cNvSpPr/>
            <p:nvPr/>
          </p:nvSpPr>
          <p:spPr>
            <a:xfrm>
              <a:off x="6103620" y="1024128"/>
              <a:ext cx="2789" cy="822960"/>
            </a:xfrm>
            <a:custGeom>
              <a:avLst/>
              <a:gdLst/>
              <a:ahLst/>
              <a:cxnLst/>
              <a:rect l="0" t="0" r="r" b="b"/>
              <a:pathLst>
                <a:path w="10" h="3000" fill="none">
                  <a:moveTo>
                    <a:pt x="0" y="0"/>
                  </a:moveTo>
                  <a:lnTo>
                    <a:pt x="0" y="176"/>
                  </a:lnTo>
                  <a:lnTo>
                    <a:pt x="0" y="422"/>
                  </a:lnTo>
                  <a:lnTo>
                    <a:pt x="0" y="712"/>
                  </a:lnTo>
                  <a:lnTo>
                    <a:pt x="0" y="1022"/>
                  </a:lnTo>
                  <a:lnTo>
                    <a:pt x="0" y="1326"/>
                  </a:lnTo>
                  <a:lnTo>
                    <a:pt x="0" y="1600"/>
                  </a:lnTo>
                  <a:lnTo>
                    <a:pt x="0" y="1861"/>
                  </a:lnTo>
                  <a:lnTo>
                    <a:pt x="0" y="2133"/>
                  </a:lnTo>
                  <a:lnTo>
                    <a:pt x="0" y="2400"/>
                  </a:lnTo>
                  <a:lnTo>
                    <a:pt x="0" y="2644"/>
                  </a:lnTo>
                  <a:lnTo>
                    <a:pt x="0" y="2850"/>
                  </a:lnTo>
                  <a:lnTo>
                    <a:pt x="0" y="3000"/>
                  </a:lnTo>
                </a:path>
              </a:pathLst>
            </a:custGeom>
            <a:noFill/>
            <a:ln w="114300" cap="rnd">
              <a:solidFill>
                <a:srgbClr val="2A2A2A"/>
              </a:solidFill>
              <a:round/>
            </a:ln>
          </p:spPr>
        </p:sp>
        <p:sp>
          <p:nvSpPr>
            <p:cNvPr id="39" name="G1 AireD"/>
            <p:cNvSpPr/>
            <p:nvPr/>
          </p:nvSpPr>
          <p:spPr>
            <a:xfrm>
              <a:off x="5029886" y="126466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859" y="7750"/>
                  </a:moveTo>
                  <a:lnTo>
                    <a:pt x="1856" y="7752"/>
                  </a:lnTo>
                  <a:lnTo>
                    <a:pt x="1854" y="7753"/>
                  </a:lnTo>
                  <a:lnTo>
                    <a:pt x="1852" y="7754"/>
                  </a:lnTo>
                  <a:lnTo>
                    <a:pt x="1849" y="7755"/>
                  </a:lnTo>
                  <a:lnTo>
                    <a:pt x="1847" y="7756"/>
                  </a:lnTo>
                  <a:lnTo>
                    <a:pt x="1844" y="7756"/>
                  </a:lnTo>
                  <a:lnTo>
                    <a:pt x="1842" y="7756"/>
                  </a:lnTo>
                  <a:lnTo>
                    <a:pt x="1839" y="7756"/>
                  </a:lnTo>
                  <a:lnTo>
                    <a:pt x="1836" y="7756"/>
                  </a:lnTo>
                  <a:lnTo>
                    <a:pt x="1834" y="7755"/>
                  </a:lnTo>
                  <a:lnTo>
                    <a:pt x="1831" y="7754"/>
                  </a:lnTo>
                  <a:lnTo>
                    <a:pt x="1829" y="7753"/>
                  </a:lnTo>
                  <a:lnTo>
                    <a:pt x="1827" y="7752"/>
                  </a:lnTo>
                  <a:lnTo>
                    <a:pt x="1825" y="7750"/>
                  </a:lnTo>
                  <a:lnTo>
                    <a:pt x="1823" y="7748"/>
                  </a:lnTo>
                  <a:lnTo>
                    <a:pt x="1821" y="7746"/>
                  </a:lnTo>
                  <a:lnTo>
                    <a:pt x="1819" y="7744"/>
                  </a:lnTo>
                  <a:lnTo>
                    <a:pt x="1818" y="7742"/>
                  </a:lnTo>
                  <a:lnTo>
                    <a:pt x="1817" y="7740"/>
                  </a:lnTo>
                  <a:lnTo>
                    <a:pt x="1807" y="7716"/>
                  </a:lnTo>
                  <a:lnTo>
                    <a:pt x="1806" y="7713"/>
                  </a:lnTo>
                  <a:lnTo>
                    <a:pt x="1789" y="7651"/>
                  </a:lnTo>
                  <a:lnTo>
                    <a:pt x="1788" y="7650"/>
                  </a:lnTo>
                  <a:lnTo>
                    <a:pt x="1770" y="7571"/>
                  </a:lnTo>
                  <a:lnTo>
                    <a:pt x="1770" y="7571"/>
                  </a:lnTo>
                  <a:lnTo>
                    <a:pt x="1753" y="7482"/>
                  </a:lnTo>
                  <a:lnTo>
                    <a:pt x="1752" y="7481"/>
                  </a:lnTo>
                  <a:lnTo>
                    <a:pt x="1735" y="7388"/>
                  </a:lnTo>
                  <a:lnTo>
                    <a:pt x="1718" y="7294"/>
                  </a:lnTo>
                  <a:lnTo>
                    <a:pt x="1701" y="7202"/>
                  </a:lnTo>
                  <a:lnTo>
                    <a:pt x="1700" y="7202"/>
                  </a:lnTo>
                  <a:lnTo>
                    <a:pt x="1684" y="7106"/>
                  </a:lnTo>
                  <a:lnTo>
                    <a:pt x="1684" y="7106"/>
                  </a:lnTo>
                  <a:lnTo>
                    <a:pt x="1667" y="7006"/>
                  </a:lnTo>
                  <a:lnTo>
                    <a:pt x="1667" y="7006"/>
                  </a:lnTo>
                  <a:lnTo>
                    <a:pt x="1651" y="6903"/>
                  </a:lnTo>
                  <a:lnTo>
                    <a:pt x="1651" y="6902"/>
                  </a:lnTo>
                  <a:lnTo>
                    <a:pt x="1636" y="6795"/>
                  </a:lnTo>
                  <a:lnTo>
                    <a:pt x="1636" y="6795"/>
                  </a:lnTo>
                  <a:lnTo>
                    <a:pt x="1623" y="6684"/>
                  </a:lnTo>
                  <a:lnTo>
                    <a:pt x="1622" y="6684"/>
                  </a:lnTo>
                  <a:lnTo>
                    <a:pt x="1609" y="6567"/>
                  </a:lnTo>
                  <a:lnTo>
                    <a:pt x="1609" y="6567"/>
                  </a:lnTo>
                  <a:lnTo>
                    <a:pt x="1597" y="6444"/>
                  </a:lnTo>
                  <a:lnTo>
                    <a:pt x="1597" y="6444"/>
                  </a:lnTo>
                  <a:lnTo>
                    <a:pt x="1585" y="6318"/>
                  </a:lnTo>
                  <a:lnTo>
                    <a:pt x="1585" y="6318"/>
                  </a:lnTo>
                  <a:lnTo>
                    <a:pt x="1574" y="6189"/>
                  </a:lnTo>
                  <a:lnTo>
                    <a:pt x="1574" y="6189"/>
                  </a:lnTo>
                  <a:lnTo>
                    <a:pt x="1566" y="6059"/>
                  </a:lnTo>
                  <a:lnTo>
                    <a:pt x="1566" y="6059"/>
                  </a:lnTo>
                  <a:lnTo>
                    <a:pt x="1559" y="5930"/>
                  </a:lnTo>
                  <a:lnTo>
                    <a:pt x="1559" y="5930"/>
                  </a:lnTo>
                  <a:lnTo>
                    <a:pt x="1555" y="5800"/>
                  </a:lnTo>
                  <a:lnTo>
                    <a:pt x="1555" y="5800"/>
                  </a:lnTo>
                  <a:lnTo>
                    <a:pt x="1552" y="5668"/>
                  </a:lnTo>
                  <a:lnTo>
                    <a:pt x="1552" y="5668"/>
                  </a:lnTo>
                  <a:lnTo>
                    <a:pt x="1551" y="5536"/>
                  </a:lnTo>
                  <a:lnTo>
                    <a:pt x="1551" y="5535"/>
                  </a:lnTo>
                  <a:lnTo>
                    <a:pt x="1552" y="5402"/>
                  </a:lnTo>
                  <a:lnTo>
                    <a:pt x="1552" y="5402"/>
                  </a:lnTo>
                  <a:lnTo>
                    <a:pt x="1555" y="5269"/>
                  </a:lnTo>
                  <a:lnTo>
                    <a:pt x="1555" y="5269"/>
                  </a:lnTo>
                  <a:lnTo>
                    <a:pt x="1559" y="5136"/>
                  </a:lnTo>
                  <a:lnTo>
                    <a:pt x="1559" y="5136"/>
                  </a:lnTo>
                  <a:lnTo>
                    <a:pt x="1565" y="5004"/>
                  </a:lnTo>
                  <a:lnTo>
                    <a:pt x="1565" y="5003"/>
                  </a:lnTo>
                  <a:lnTo>
                    <a:pt x="1573" y="4870"/>
                  </a:lnTo>
                  <a:lnTo>
                    <a:pt x="1573" y="4870"/>
                  </a:lnTo>
                  <a:lnTo>
                    <a:pt x="1582" y="4737"/>
                  </a:lnTo>
                  <a:lnTo>
                    <a:pt x="1582" y="4737"/>
                  </a:lnTo>
                  <a:lnTo>
                    <a:pt x="1593" y="4605"/>
                  </a:lnTo>
                  <a:lnTo>
                    <a:pt x="1593" y="4604"/>
                  </a:lnTo>
                  <a:lnTo>
                    <a:pt x="1607" y="4473"/>
                  </a:lnTo>
                  <a:lnTo>
                    <a:pt x="1607" y="4473"/>
                  </a:lnTo>
                  <a:lnTo>
                    <a:pt x="1622" y="4344"/>
                  </a:lnTo>
                  <a:lnTo>
                    <a:pt x="1622" y="4343"/>
                  </a:lnTo>
                  <a:lnTo>
                    <a:pt x="1640" y="4215"/>
                  </a:lnTo>
                  <a:lnTo>
                    <a:pt x="1641" y="4214"/>
                  </a:lnTo>
                  <a:lnTo>
                    <a:pt x="1660" y="4086"/>
                  </a:lnTo>
                  <a:lnTo>
                    <a:pt x="1661" y="4086"/>
                  </a:lnTo>
                  <a:lnTo>
                    <a:pt x="1683" y="3959"/>
                  </a:lnTo>
                  <a:lnTo>
                    <a:pt x="1683" y="3959"/>
                  </a:lnTo>
                  <a:lnTo>
                    <a:pt x="1707" y="3834"/>
                  </a:lnTo>
                  <a:lnTo>
                    <a:pt x="1707" y="3833"/>
                  </a:lnTo>
                  <a:lnTo>
                    <a:pt x="1734" y="3712"/>
                  </a:lnTo>
                  <a:lnTo>
                    <a:pt x="1735" y="3711"/>
                  </a:lnTo>
                  <a:lnTo>
                    <a:pt x="1764" y="3593"/>
                  </a:lnTo>
                  <a:lnTo>
                    <a:pt x="1765" y="3592"/>
                  </a:lnTo>
                  <a:lnTo>
                    <a:pt x="1797" y="3477"/>
                  </a:lnTo>
                  <a:lnTo>
                    <a:pt x="1798" y="3476"/>
                  </a:lnTo>
                  <a:lnTo>
                    <a:pt x="1833" y="3363"/>
                  </a:lnTo>
                  <a:lnTo>
                    <a:pt x="1833" y="3363"/>
                  </a:lnTo>
                  <a:lnTo>
                    <a:pt x="1872" y="3252"/>
                  </a:lnTo>
                  <a:lnTo>
                    <a:pt x="1872" y="3251"/>
                  </a:lnTo>
                  <a:lnTo>
                    <a:pt x="1912" y="3144"/>
                  </a:lnTo>
                  <a:lnTo>
                    <a:pt x="1913" y="3144"/>
                  </a:lnTo>
                  <a:lnTo>
                    <a:pt x="1955" y="3040"/>
                  </a:lnTo>
                  <a:lnTo>
                    <a:pt x="1956" y="3039"/>
                  </a:lnTo>
                  <a:lnTo>
                    <a:pt x="2000" y="2940"/>
                  </a:lnTo>
                  <a:lnTo>
                    <a:pt x="2001" y="2940"/>
                  </a:lnTo>
                  <a:lnTo>
                    <a:pt x="2047" y="2845"/>
                  </a:lnTo>
                  <a:lnTo>
                    <a:pt x="2047" y="2844"/>
                  </a:lnTo>
                  <a:lnTo>
                    <a:pt x="2096" y="2753"/>
                  </a:lnTo>
                  <a:lnTo>
                    <a:pt x="2096" y="2752"/>
                  </a:lnTo>
                  <a:lnTo>
                    <a:pt x="2147" y="2664"/>
                  </a:lnTo>
                  <a:lnTo>
                    <a:pt x="2147" y="2663"/>
                  </a:lnTo>
                  <a:lnTo>
                    <a:pt x="2200" y="2580"/>
                  </a:lnTo>
                  <a:lnTo>
                    <a:pt x="2200" y="2579"/>
                  </a:lnTo>
                  <a:lnTo>
                    <a:pt x="2255" y="2501"/>
                  </a:lnTo>
                  <a:lnTo>
                    <a:pt x="2255" y="2500"/>
                  </a:lnTo>
                  <a:lnTo>
                    <a:pt x="2312" y="2426"/>
                  </a:lnTo>
                  <a:lnTo>
                    <a:pt x="2312" y="2425"/>
                  </a:lnTo>
                  <a:lnTo>
                    <a:pt x="2371" y="2356"/>
                  </a:lnTo>
                  <a:lnTo>
                    <a:pt x="2372" y="2355"/>
                  </a:lnTo>
                  <a:lnTo>
                    <a:pt x="2433" y="2289"/>
                  </a:lnTo>
                  <a:lnTo>
                    <a:pt x="2434" y="2288"/>
                  </a:lnTo>
                  <a:lnTo>
                    <a:pt x="2497" y="2227"/>
                  </a:lnTo>
                  <a:lnTo>
                    <a:pt x="2498" y="2226"/>
                  </a:lnTo>
                  <a:lnTo>
                    <a:pt x="2562" y="2170"/>
                  </a:lnTo>
                  <a:lnTo>
                    <a:pt x="2563" y="2169"/>
                  </a:lnTo>
                  <a:lnTo>
                    <a:pt x="2629" y="2118"/>
                  </a:lnTo>
                  <a:lnTo>
                    <a:pt x="2630" y="2117"/>
                  </a:lnTo>
                  <a:lnTo>
                    <a:pt x="2696" y="2072"/>
                  </a:lnTo>
                  <a:lnTo>
                    <a:pt x="2697" y="2071"/>
                  </a:lnTo>
                  <a:lnTo>
                    <a:pt x="2766" y="2031"/>
                  </a:lnTo>
                  <a:lnTo>
                    <a:pt x="2768" y="2030"/>
                  </a:lnTo>
                  <a:lnTo>
                    <a:pt x="2841" y="1993"/>
                  </a:lnTo>
                  <a:lnTo>
                    <a:pt x="2843" y="1992"/>
                  </a:lnTo>
                  <a:lnTo>
                    <a:pt x="2917" y="1960"/>
                  </a:lnTo>
                  <a:lnTo>
                    <a:pt x="2919" y="1960"/>
                  </a:lnTo>
                  <a:lnTo>
                    <a:pt x="2991" y="1934"/>
                  </a:lnTo>
                  <a:lnTo>
                    <a:pt x="2993" y="1934"/>
                  </a:lnTo>
                  <a:lnTo>
                    <a:pt x="3059" y="1916"/>
                  </a:lnTo>
                  <a:lnTo>
                    <a:pt x="3061" y="1915"/>
                  </a:lnTo>
                  <a:lnTo>
                    <a:pt x="3116" y="1905"/>
                  </a:lnTo>
                  <a:lnTo>
                    <a:pt x="3119" y="1905"/>
                  </a:lnTo>
                  <a:lnTo>
                    <a:pt x="3161" y="1903"/>
                  </a:lnTo>
                  <a:lnTo>
                    <a:pt x="3163" y="1903"/>
                  </a:lnTo>
                  <a:lnTo>
                    <a:pt x="3165" y="1903"/>
                  </a:lnTo>
                  <a:lnTo>
                    <a:pt x="3197" y="1907"/>
                  </a:lnTo>
                  <a:lnTo>
                    <a:pt x="3200" y="1907"/>
                  </a:lnTo>
                  <a:lnTo>
                    <a:pt x="3202" y="1908"/>
                  </a:lnTo>
                  <a:lnTo>
                    <a:pt x="3229" y="1916"/>
                  </a:lnTo>
                  <a:lnTo>
                    <a:pt x="3231" y="1917"/>
                  </a:lnTo>
                  <a:lnTo>
                    <a:pt x="3233" y="1918"/>
                  </a:lnTo>
                  <a:lnTo>
                    <a:pt x="3259" y="1931"/>
                  </a:lnTo>
                  <a:lnTo>
                    <a:pt x="3260" y="1932"/>
                  </a:lnTo>
                  <a:lnTo>
                    <a:pt x="3262" y="1934"/>
                  </a:lnTo>
                  <a:lnTo>
                    <a:pt x="3290" y="1954"/>
                  </a:lnTo>
                  <a:lnTo>
                    <a:pt x="3292" y="1956"/>
                  </a:lnTo>
                  <a:lnTo>
                    <a:pt x="3322" y="1983"/>
                  </a:lnTo>
                  <a:lnTo>
                    <a:pt x="3324" y="1984"/>
                  </a:lnTo>
                  <a:lnTo>
                    <a:pt x="3353" y="2016"/>
                  </a:lnTo>
                  <a:lnTo>
                    <a:pt x="3355" y="2019"/>
                  </a:lnTo>
                  <a:lnTo>
                    <a:pt x="3382" y="2056"/>
                  </a:lnTo>
                  <a:lnTo>
                    <a:pt x="3384" y="2058"/>
                  </a:lnTo>
                  <a:lnTo>
                    <a:pt x="3411" y="2103"/>
                  </a:lnTo>
                  <a:lnTo>
                    <a:pt x="3412" y="2104"/>
                  </a:lnTo>
                  <a:lnTo>
                    <a:pt x="3440" y="2158"/>
                  </a:lnTo>
                  <a:lnTo>
                    <a:pt x="3440" y="2160"/>
                  </a:lnTo>
                  <a:lnTo>
                    <a:pt x="3469" y="2223"/>
                  </a:lnTo>
                  <a:lnTo>
                    <a:pt x="3470" y="2224"/>
                  </a:lnTo>
                  <a:lnTo>
                    <a:pt x="3501" y="2298"/>
                  </a:lnTo>
                  <a:lnTo>
                    <a:pt x="3501" y="2299"/>
                  </a:lnTo>
                  <a:lnTo>
                    <a:pt x="3535" y="2383"/>
                  </a:lnTo>
                  <a:lnTo>
                    <a:pt x="3535" y="2384"/>
                  </a:lnTo>
                  <a:lnTo>
                    <a:pt x="3570" y="2478"/>
                  </a:lnTo>
                  <a:lnTo>
                    <a:pt x="3570" y="2478"/>
                  </a:lnTo>
                  <a:lnTo>
                    <a:pt x="3605" y="2581"/>
                  </a:lnTo>
                  <a:lnTo>
                    <a:pt x="3605" y="2581"/>
                  </a:lnTo>
                  <a:lnTo>
                    <a:pt x="3640" y="2691"/>
                  </a:lnTo>
                  <a:lnTo>
                    <a:pt x="3641" y="2692"/>
                  </a:lnTo>
                  <a:lnTo>
                    <a:pt x="3674" y="2807"/>
                  </a:lnTo>
                  <a:lnTo>
                    <a:pt x="3674" y="2808"/>
                  </a:lnTo>
                  <a:lnTo>
                    <a:pt x="3706" y="2928"/>
                  </a:lnTo>
                  <a:lnTo>
                    <a:pt x="3706" y="2929"/>
                  </a:lnTo>
                  <a:lnTo>
                    <a:pt x="3736" y="3058"/>
                  </a:lnTo>
                  <a:lnTo>
                    <a:pt x="3736" y="3058"/>
                  </a:lnTo>
                  <a:lnTo>
                    <a:pt x="3764" y="3196"/>
                  </a:lnTo>
                  <a:lnTo>
                    <a:pt x="3764" y="3197"/>
                  </a:lnTo>
                  <a:lnTo>
                    <a:pt x="3792" y="3341"/>
                  </a:lnTo>
                  <a:lnTo>
                    <a:pt x="3792" y="3341"/>
                  </a:lnTo>
                  <a:lnTo>
                    <a:pt x="3818" y="3490"/>
                  </a:lnTo>
                  <a:lnTo>
                    <a:pt x="3818" y="3490"/>
                  </a:lnTo>
                  <a:lnTo>
                    <a:pt x="3842" y="3639"/>
                  </a:lnTo>
                  <a:lnTo>
                    <a:pt x="3842" y="3639"/>
                  </a:lnTo>
                  <a:lnTo>
                    <a:pt x="3864" y="3785"/>
                  </a:lnTo>
                  <a:lnTo>
                    <a:pt x="3864" y="3785"/>
                  </a:lnTo>
                  <a:lnTo>
                    <a:pt x="3884" y="3930"/>
                  </a:lnTo>
                  <a:lnTo>
                    <a:pt x="3884" y="3930"/>
                  </a:lnTo>
                  <a:lnTo>
                    <a:pt x="3902" y="4075"/>
                  </a:lnTo>
                  <a:lnTo>
                    <a:pt x="3902" y="4075"/>
                  </a:lnTo>
                  <a:lnTo>
                    <a:pt x="3918" y="4221"/>
                  </a:lnTo>
                  <a:lnTo>
                    <a:pt x="3918" y="4221"/>
                  </a:lnTo>
                  <a:lnTo>
                    <a:pt x="3933" y="4367"/>
                  </a:lnTo>
                  <a:lnTo>
                    <a:pt x="3933" y="4367"/>
                  </a:lnTo>
                  <a:lnTo>
                    <a:pt x="3946" y="4514"/>
                  </a:lnTo>
                  <a:lnTo>
                    <a:pt x="3946" y="4514"/>
                  </a:lnTo>
                  <a:lnTo>
                    <a:pt x="3960" y="4660"/>
                  </a:lnTo>
                  <a:lnTo>
                    <a:pt x="3960" y="4660"/>
                  </a:lnTo>
                  <a:lnTo>
                    <a:pt x="3972" y="4806"/>
                  </a:lnTo>
                  <a:lnTo>
                    <a:pt x="3972" y="4806"/>
                  </a:lnTo>
                  <a:lnTo>
                    <a:pt x="3983" y="4952"/>
                  </a:lnTo>
                  <a:lnTo>
                    <a:pt x="3983" y="4952"/>
                  </a:lnTo>
                  <a:lnTo>
                    <a:pt x="3994" y="5098"/>
                  </a:lnTo>
                  <a:lnTo>
                    <a:pt x="3994" y="5098"/>
                  </a:lnTo>
                  <a:lnTo>
                    <a:pt x="4003" y="5244"/>
                  </a:lnTo>
                  <a:lnTo>
                    <a:pt x="4013" y="5391"/>
                  </a:lnTo>
                  <a:lnTo>
                    <a:pt x="4024" y="5537"/>
                  </a:lnTo>
                  <a:lnTo>
                    <a:pt x="4024" y="5538"/>
                  </a:lnTo>
                  <a:lnTo>
                    <a:pt x="4035" y="5684"/>
                  </a:lnTo>
                  <a:lnTo>
                    <a:pt x="4035" y="5684"/>
                  </a:lnTo>
                  <a:lnTo>
                    <a:pt x="4046" y="5830"/>
                  </a:lnTo>
                  <a:lnTo>
                    <a:pt x="4058" y="5976"/>
                  </a:lnTo>
                  <a:lnTo>
                    <a:pt x="4058" y="5976"/>
                  </a:lnTo>
                  <a:lnTo>
                    <a:pt x="4069" y="6122"/>
                  </a:lnTo>
                  <a:lnTo>
                    <a:pt x="4069" y="6122"/>
                  </a:lnTo>
                  <a:lnTo>
                    <a:pt x="4079" y="6268"/>
                  </a:lnTo>
                  <a:lnTo>
                    <a:pt x="4079" y="6268"/>
                  </a:lnTo>
                  <a:lnTo>
                    <a:pt x="4087" y="6415"/>
                  </a:lnTo>
                  <a:lnTo>
                    <a:pt x="4087" y="6416"/>
                  </a:lnTo>
                  <a:lnTo>
                    <a:pt x="4098" y="6576"/>
                  </a:lnTo>
                  <a:lnTo>
                    <a:pt x="4098" y="6577"/>
                  </a:lnTo>
                  <a:lnTo>
                    <a:pt x="4112" y="6754"/>
                  </a:lnTo>
                  <a:lnTo>
                    <a:pt x="4112" y="6754"/>
                  </a:lnTo>
                  <a:lnTo>
                    <a:pt x="4125" y="6930"/>
                  </a:lnTo>
                  <a:lnTo>
                    <a:pt x="4125" y="6931"/>
                  </a:lnTo>
                  <a:lnTo>
                    <a:pt x="4133" y="7089"/>
                  </a:lnTo>
                  <a:lnTo>
                    <a:pt x="4133" y="7091"/>
                  </a:lnTo>
                  <a:lnTo>
                    <a:pt x="4133" y="7178"/>
                  </a:lnTo>
                  <a:lnTo>
                    <a:pt x="4133" y="7180"/>
                  </a:lnTo>
                  <a:lnTo>
                    <a:pt x="4132" y="7183"/>
                  </a:lnTo>
                  <a:lnTo>
                    <a:pt x="4132" y="7185"/>
                  </a:lnTo>
                  <a:lnTo>
                    <a:pt x="4131" y="7188"/>
                  </a:lnTo>
                  <a:lnTo>
                    <a:pt x="4130" y="7190"/>
                  </a:lnTo>
                  <a:lnTo>
                    <a:pt x="4129" y="7192"/>
                  </a:lnTo>
                  <a:lnTo>
                    <a:pt x="4127" y="7194"/>
                  </a:lnTo>
                  <a:lnTo>
                    <a:pt x="4125" y="7196"/>
                  </a:lnTo>
                  <a:lnTo>
                    <a:pt x="4123" y="7198"/>
                  </a:lnTo>
                  <a:lnTo>
                    <a:pt x="4121" y="7200"/>
                  </a:lnTo>
                  <a:lnTo>
                    <a:pt x="4119" y="7201"/>
                  </a:lnTo>
                  <a:lnTo>
                    <a:pt x="4117" y="7202"/>
                  </a:lnTo>
                  <a:lnTo>
                    <a:pt x="4114" y="7203"/>
                  </a:lnTo>
                  <a:lnTo>
                    <a:pt x="4112" y="7204"/>
                  </a:lnTo>
                  <a:lnTo>
                    <a:pt x="4109" y="7204"/>
                  </a:lnTo>
                  <a:lnTo>
                    <a:pt x="4107" y="7204"/>
                  </a:lnTo>
                  <a:lnTo>
                    <a:pt x="4104" y="7204"/>
                  </a:lnTo>
                  <a:lnTo>
                    <a:pt x="4102" y="7204"/>
                  </a:lnTo>
                  <a:lnTo>
                    <a:pt x="4099" y="7203"/>
                  </a:lnTo>
                  <a:lnTo>
                    <a:pt x="4097" y="7202"/>
                  </a:lnTo>
                  <a:lnTo>
                    <a:pt x="4094" y="7201"/>
                  </a:lnTo>
                  <a:lnTo>
                    <a:pt x="4092" y="7200"/>
                  </a:lnTo>
                  <a:lnTo>
                    <a:pt x="4090" y="7199"/>
                  </a:lnTo>
                  <a:lnTo>
                    <a:pt x="4088" y="7197"/>
                  </a:lnTo>
                  <a:lnTo>
                    <a:pt x="4086" y="7195"/>
                  </a:lnTo>
                  <a:lnTo>
                    <a:pt x="4062" y="7166"/>
                  </a:lnTo>
                  <a:lnTo>
                    <a:pt x="4059" y="7163"/>
                  </a:lnTo>
                  <a:lnTo>
                    <a:pt x="4000" y="7102"/>
                  </a:lnTo>
                  <a:lnTo>
                    <a:pt x="3996" y="7098"/>
                  </a:lnTo>
                  <a:lnTo>
                    <a:pt x="3991" y="7094"/>
                  </a:lnTo>
                  <a:lnTo>
                    <a:pt x="3929" y="7049"/>
                  </a:lnTo>
                  <a:lnTo>
                    <a:pt x="3925" y="7046"/>
                  </a:lnTo>
                  <a:lnTo>
                    <a:pt x="3920" y="7043"/>
                  </a:lnTo>
                  <a:lnTo>
                    <a:pt x="3853" y="7009"/>
                  </a:lnTo>
                  <a:lnTo>
                    <a:pt x="3852" y="7009"/>
                  </a:lnTo>
                  <a:lnTo>
                    <a:pt x="3777" y="6973"/>
                  </a:lnTo>
                  <a:lnTo>
                    <a:pt x="3775" y="6972"/>
                  </a:lnTo>
                  <a:lnTo>
                    <a:pt x="3695" y="6937"/>
                  </a:lnTo>
                  <a:lnTo>
                    <a:pt x="3692" y="6936"/>
                  </a:lnTo>
                  <a:lnTo>
                    <a:pt x="3609" y="6905"/>
                  </a:lnTo>
                  <a:lnTo>
                    <a:pt x="3603" y="6903"/>
                  </a:lnTo>
                  <a:lnTo>
                    <a:pt x="3518" y="6879"/>
                  </a:lnTo>
                  <a:lnTo>
                    <a:pt x="3510" y="6877"/>
                  </a:lnTo>
                  <a:lnTo>
                    <a:pt x="3425" y="6862"/>
                  </a:lnTo>
                  <a:lnTo>
                    <a:pt x="3418" y="6861"/>
                  </a:lnTo>
                  <a:lnTo>
                    <a:pt x="3331" y="6855"/>
                  </a:lnTo>
                  <a:lnTo>
                    <a:pt x="3326" y="6854"/>
                  </a:lnTo>
                  <a:lnTo>
                    <a:pt x="3235" y="6854"/>
                  </a:lnTo>
                  <a:lnTo>
                    <a:pt x="3230" y="6854"/>
                  </a:lnTo>
                  <a:lnTo>
                    <a:pt x="3137" y="6859"/>
                  </a:lnTo>
                  <a:lnTo>
                    <a:pt x="3132" y="6860"/>
                  </a:lnTo>
                  <a:lnTo>
                    <a:pt x="3038" y="6873"/>
                  </a:lnTo>
                  <a:lnTo>
                    <a:pt x="3031" y="6874"/>
                  </a:lnTo>
                  <a:lnTo>
                    <a:pt x="2937" y="6895"/>
                  </a:lnTo>
                  <a:lnTo>
                    <a:pt x="2931" y="6897"/>
                  </a:lnTo>
                  <a:lnTo>
                    <a:pt x="2837" y="6928"/>
                  </a:lnTo>
                  <a:lnTo>
                    <a:pt x="2830" y="6931"/>
                  </a:lnTo>
                  <a:lnTo>
                    <a:pt x="2734" y="6973"/>
                  </a:lnTo>
                  <a:lnTo>
                    <a:pt x="2728" y="6976"/>
                  </a:lnTo>
                  <a:lnTo>
                    <a:pt x="2628" y="7030"/>
                  </a:lnTo>
                  <a:lnTo>
                    <a:pt x="2624" y="7032"/>
                  </a:lnTo>
                  <a:lnTo>
                    <a:pt x="2524" y="7095"/>
                  </a:lnTo>
                  <a:lnTo>
                    <a:pt x="2521" y="7097"/>
                  </a:lnTo>
                  <a:lnTo>
                    <a:pt x="2422" y="7165"/>
                  </a:lnTo>
                  <a:lnTo>
                    <a:pt x="2420" y="7166"/>
                  </a:lnTo>
                  <a:lnTo>
                    <a:pt x="2328" y="7236"/>
                  </a:lnTo>
                  <a:lnTo>
                    <a:pt x="2325" y="7238"/>
                  </a:lnTo>
                  <a:lnTo>
                    <a:pt x="2242" y="7306"/>
                  </a:lnTo>
                  <a:lnTo>
                    <a:pt x="2237" y="7310"/>
                  </a:lnTo>
                  <a:lnTo>
                    <a:pt x="2162" y="7382"/>
                  </a:lnTo>
                  <a:lnTo>
                    <a:pt x="2158" y="7387"/>
                  </a:lnTo>
                  <a:lnTo>
                    <a:pt x="2088" y="7468"/>
                  </a:lnTo>
                  <a:lnTo>
                    <a:pt x="2086" y="7471"/>
                  </a:lnTo>
                  <a:lnTo>
                    <a:pt x="2021" y="7555"/>
                  </a:lnTo>
                  <a:lnTo>
                    <a:pt x="2021" y="7556"/>
                  </a:lnTo>
                  <a:lnTo>
                    <a:pt x="1963" y="7633"/>
                  </a:lnTo>
                  <a:lnTo>
                    <a:pt x="1962" y="7634"/>
                  </a:lnTo>
                  <a:lnTo>
                    <a:pt x="1913" y="7696"/>
                  </a:lnTo>
                  <a:lnTo>
                    <a:pt x="1912" y="7698"/>
                  </a:lnTo>
                  <a:lnTo>
                    <a:pt x="1873" y="7739"/>
                  </a:lnTo>
                  <a:lnTo>
                    <a:pt x="1870" y="7741"/>
                  </a:lnTo>
                  <a:lnTo>
                    <a:pt x="1859" y="7750"/>
                  </a:lnTo>
                  <a:close/>
                </a:path>
              </a:pathLst>
            </a:custGeom>
            <a:solidFill>
              <a:srgbClr val="050505"/>
            </a:solidFill>
            <a:ln>
              <a:noFill/>
            </a:ln>
          </p:spPr>
        </p:sp>
        <p:sp>
          <p:nvSpPr>
            <p:cNvPr id="40" name="G1 LineaPleuralD"/>
            <p:cNvSpPr/>
            <p:nvPr/>
          </p:nvSpPr>
          <p:spPr>
            <a:xfrm>
              <a:off x="5360652" y="1662549"/>
              <a:ext cx="530078" cy="1195572"/>
            </a:xfrm>
            <a:custGeom>
              <a:avLst/>
              <a:gdLst/>
              <a:ahLst/>
              <a:cxnLst/>
              <a:rect l="0" t="0" r="r" b="b"/>
              <a:pathLst>
                <a:path w="1900" h="4358" fill="none">
                  <a:moveTo>
                    <a:pt x="207" y="4351"/>
                  </a:moveTo>
                  <a:lnTo>
                    <a:pt x="236" y="4320"/>
                  </a:lnTo>
                  <a:lnTo>
                    <a:pt x="273" y="4273"/>
                  </a:lnTo>
                  <a:lnTo>
                    <a:pt x="316" y="4215"/>
                  </a:lnTo>
                  <a:lnTo>
                    <a:pt x="317" y="4214"/>
                  </a:lnTo>
                  <a:lnTo>
                    <a:pt x="365" y="4151"/>
                  </a:lnTo>
                  <a:lnTo>
                    <a:pt x="368" y="4149"/>
                  </a:lnTo>
                  <a:lnTo>
                    <a:pt x="420" y="4087"/>
                  </a:lnTo>
                  <a:lnTo>
                    <a:pt x="425" y="4083"/>
                  </a:lnTo>
                  <a:lnTo>
                    <a:pt x="482" y="4028"/>
                  </a:lnTo>
                  <a:lnTo>
                    <a:pt x="486" y="4024"/>
                  </a:lnTo>
                  <a:lnTo>
                    <a:pt x="549" y="3973"/>
                  </a:lnTo>
                  <a:lnTo>
                    <a:pt x="551" y="3971"/>
                  </a:lnTo>
                  <a:lnTo>
                    <a:pt x="621" y="3919"/>
                  </a:lnTo>
                  <a:lnTo>
                    <a:pt x="623" y="3917"/>
                  </a:lnTo>
                  <a:lnTo>
                    <a:pt x="697" y="3866"/>
                  </a:lnTo>
                  <a:lnTo>
                    <a:pt x="700" y="3864"/>
                  </a:lnTo>
                  <a:lnTo>
                    <a:pt x="776" y="3817"/>
                  </a:lnTo>
                  <a:lnTo>
                    <a:pt x="779" y="3815"/>
                  </a:lnTo>
                  <a:lnTo>
                    <a:pt x="855" y="3773"/>
                  </a:lnTo>
                  <a:lnTo>
                    <a:pt x="860" y="3771"/>
                  </a:lnTo>
                  <a:lnTo>
                    <a:pt x="933" y="3739"/>
                  </a:lnTo>
                  <a:lnTo>
                    <a:pt x="939" y="3736"/>
                  </a:lnTo>
                  <a:lnTo>
                    <a:pt x="1010" y="3713"/>
                  </a:lnTo>
                  <a:lnTo>
                    <a:pt x="1016" y="3712"/>
                  </a:lnTo>
                  <a:lnTo>
                    <a:pt x="1088" y="3695"/>
                  </a:lnTo>
                  <a:lnTo>
                    <a:pt x="1094" y="3694"/>
                  </a:lnTo>
                  <a:lnTo>
                    <a:pt x="1165" y="3684"/>
                  </a:lnTo>
                  <a:lnTo>
                    <a:pt x="1170" y="3684"/>
                  </a:lnTo>
                  <a:lnTo>
                    <a:pt x="1240" y="3680"/>
                  </a:lnTo>
                  <a:lnTo>
                    <a:pt x="1245" y="3679"/>
                  </a:lnTo>
                  <a:lnTo>
                    <a:pt x="1314" y="3680"/>
                  </a:lnTo>
                  <a:lnTo>
                    <a:pt x="1318" y="3680"/>
                  </a:lnTo>
                  <a:lnTo>
                    <a:pt x="1385" y="3685"/>
                  </a:lnTo>
                  <a:lnTo>
                    <a:pt x="1391" y="3686"/>
                  </a:lnTo>
                  <a:lnTo>
                    <a:pt x="1456" y="3697"/>
                  </a:lnTo>
                  <a:lnTo>
                    <a:pt x="1463" y="3699"/>
                  </a:lnTo>
                  <a:lnTo>
                    <a:pt x="1527" y="3718"/>
                  </a:lnTo>
                  <a:lnTo>
                    <a:pt x="1532" y="3719"/>
                  </a:lnTo>
                  <a:lnTo>
                    <a:pt x="1595" y="3743"/>
                  </a:lnTo>
                  <a:lnTo>
                    <a:pt x="1599" y="3744"/>
                  </a:lnTo>
                  <a:lnTo>
                    <a:pt x="1659" y="3770"/>
                  </a:lnTo>
                  <a:lnTo>
                    <a:pt x="1661" y="3771"/>
                  </a:lnTo>
                  <a:lnTo>
                    <a:pt x="1717" y="3798"/>
                  </a:lnTo>
                  <a:lnTo>
                    <a:pt x="1718" y="3799"/>
                  </a:lnTo>
                  <a:lnTo>
                    <a:pt x="1769" y="3824"/>
                  </a:lnTo>
                  <a:lnTo>
                    <a:pt x="1774" y="3827"/>
                  </a:lnTo>
                  <a:lnTo>
                    <a:pt x="1778" y="3830"/>
                  </a:lnTo>
                  <a:lnTo>
                    <a:pt x="1825" y="3864"/>
                  </a:lnTo>
                  <a:lnTo>
                    <a:pt x="1830" y="3868"/>
                  </a:lnTo>
                  <a:lnTo>
                    <a:pt x="1834" y="3872"/>
                  </a:lnTo>
                  <a:lnTo>
                    <a:pt x="1879" y="3919"/>
                  </a:lnTo>
                  <a:lnTo>
                    <a:pt x="1881" y="3921"/>
                  </a:lnTo>
                  <a:lnTo>
                    <a:pt x="1900" y="3943"/>
                  </a:lnTo>
                  <a:lnTo>
                    <a:pt x="1900" y="3878"/>
                  </a:lnTo>
                  <a:lnTo>
                    <a:pt x="1894" y="3758"/>
                  </a:lnTo>
                  <a:lnTo>
                    <a:pt x="1884" y="3626"/>
                  </a:lnTo>
                  <a:lnTo>
                    <a:pt x="1874" y="3493"/>
                  </a:lnTo>
                  <a:lnTo>
                    <a:pt x="1874" y="3493"/>
                  </a:lnTo>
                  <a:lnTo>
                    <a:pt x="1866" y="3372"/>
                  </a:lnTo>
                  <a:lnTo>
                    <a:pt x="1866" y="3371"/>
                  </a:lnTo>
                  <a:lnTo>
                    <a:pt x="1859" y="3261"/>
                  </a:lnTo>
                  <a:lnTo>
                    <a:pt x="1851" y="3151"/>
                  </a:lnTo>
                  <a:lnTo>
                    <a:pt x="1843" y="3042"/>
                  </a:lnTo>
                  <a:lnTo>
                    <a:pt x="1835" y="2932"/>
                  </a:lnTo>
                  <a:lnTo>
                    <a:pt x="1826" y="2822"/>
                  </a:lnTo>
                  <a:lnTo>
                    <a:pt x="1826" y="2822"/>
                  </a:lnTo>
                  <a:lnTo>
                    <a:pt x="1818" y="2712"/>
                  </a:lnTo>
                  <a:lnTo>
                    <a:pt x="1818" y="2712"/>
                  </a:lnTo>
                  <a:lnTo>
                    <a:pt x="1810" y="2602"/>
                  </a:lnTo>
                  <a:lnTo>
                    <a:pt x="1810" y="2602"/>
                  </a:lnTo>
                  <a:lnTo>
                    <a:pt x="1803" y="2492"/>
                  </a:lnTo>
                  <a:lnTo>
                    <a:pt x="1795" y="2382"/>
                  </a:lnTo>
                  <a:lnTo>
                    <a:pt x="1787" y="2272"/>
                  </a:lnTo>
                  <a:lnTo>
                    <a:pt x="1779" y="2163"/>
                  </a:lnTo>
                  <a:lnTo>
                    <a:pt x="1770" y="2053"/>
                  </a:lnTo>
                  <a:lnTo>
                    <a:pt x="1760" y="1943"/>
                  </a:lnTo>
                  <a:lnTo>
                    <a:pt x="1749" y="1833"/>
                  </a:lnTo>
                  <a:lnTo>
                    <a:pt x="1738" y="1723"/>
                  </a:lnTo>
                  <a:lnTo>
                    <a:pt x="1726" y="1614"/>
                  </a:lnTo>
                  <a:lnTo>
                    <a:pt x="1713" y="1505"/>
                  </a:lnTo>
                  <a:lnTo>
                    <a:pt x="1698" y="1397"/>
                  </a:lnTo>
                  <a:lnTo>
                    <a:pt x="1681" y="1287"/>
                  </a:lnTo>
                  <a:lnTo>
                    <a:pt x="1663" y="1175"/>
                  </a:lnTo>
                  <a:lnTo>
                    <a:pt x="1644" y="1064"/>
                  </a:lnTo>
                  <a:lnTo>
                    <a:pt x="1623" y="955"/>
                  </a:lnTo>
                  <a:lnTo>
                    <a:pt x="1602" y="851"/>
                  </a:lnTo>
                  <a:lnTo>
                    <a:pt x="1579" y="755"/>
                  </a:lnTo>
                  <a:lnTo>
                    <a:pt x="1556" y="664"/>
                  </a:lnTo>
                  <a:lnTo>
                    <a:pt x="1531" y="578"/>
                  </a:lnTo>
                  <a:lnTo>
                    <a:pt x="1504" y="495"/>
                  </a:lnTo>
                  <a:lnTo>
                    <a:pt x="1478" y="418"/>
                  </a:lnTo>
                  <a:lnTo>
                    <a:pt x="1452" y="348"/>
                  </a:lnTo>
                  <a:lnTo>
                    <a:pt x="1426" y="284"/>
                  </a:lnTo>
                  <a:lnTo>
                    <a:pt x="1403" y="228"/>
                  </a:lnTo>
                  <a:lnTo>
                    <a:pt x="1381" y="181"/>
                  </a:lnTo>
                  <a:lnTo>
                    <a:pt x="1360" y="140"/>
                  </a:lnTo>
                  <a:lnTo>
                    <a:pt x="1340" y="106"/>
                  </a:lnTo>
                  <a:lnTo>
                    <a:pt x="1319" y="78"/>
                  </a:lnTo>
                  <a:lnTo>
                    <a:pt x="1297" y="54"/>
                  </a:lnTo>
                  <a:lnTo>
                    <a:pt x="1274" y="34"/>
                  </a:lnTo>
                  <a:lnTo>
                    <a:pt x="1253" y="19"/>
                  </a:lnTo>
                  <a:lnTo>
                    <a:pt x="1234" y="8"/>
                  </a:lnTo>
                  <a:lnTo>
                    <a:pt x="1214" y="2"/>
                  </a:lnTo>
                  <a:lnTo>
                    <a:pt x="1190" y="0"/>
                  </a:lnTo>
                  <a:lnTo>
                    <a:pt x="1159" y="1"/>
                  </a:lnTo>
                  <a:lnTo>
                    <a:pt x="1118" y="8"/>
                  </a:lnTo>
                  <a:lnTo>
                    <a:pt x="1069" y="22"/>
                  </a:lnTo>
                  <a:lnTo>
                    <a:pt x="1014" y="41"/>
                  </a:lnTo>
                  <a:lnTo>
                    <a:pt x="958" y="65"/>
                  </a:lnTo>
                  <a:lnTo>
                    <a:pt x="903" y="93"/>
                  </a:lnTo>
                  <a:lnTo>
                    <a:pt x="851" y="123"/>
                  </a:lnTo>
                  <a:lnTo>
                    <a:pt x="802" y="157"/>
                  </a:lnTo>
                  <a:lnTo>
                    <a:pt x="753" y="195"/>
                  </a:lnTo>
                  <a:lnTo>
                    <a:pt x="704" y="237"/>
                  </a:lnTo>
                  <a:lnTo>
                    <a:pt x="657" y="283"/>
                  </a:lnTo>
                  <a:lnTo>
                    <a:pt x="611" y="332"/>
                  </a:lnTo>
                  <a:lnTo>
                    <a:pt x="567" y="385"/>
                  </a:lnTo>
                  <a:lnTo>
                    <a:pt x="525" y="440"/>
                  </a:lnTo>
                  <a:lnTo>
                    <a:pt x="484" y="499"/>
                  </a:lnTo>
                  <a:lnTo>
                    <a:pt x="445" y="561"/>
                  </a:lnTo>
                  <a:lnTo>
                    <a:pt x="407" y="627"/>
                  </a:lnTo>
                  <a:lnTo>
                    <a:pt x="370" y="696"/>
                  </a:lnTo>
                  <a:lnTo>
                    <a:pt x="335" y="767"/>
                  </a:lnTo>
                  <a:lnTo>
                    <a:pt x="302" y="842"/>
                  </a:lnTo>
                  <a:lnTo>
                    <a:pt x="270" y="919"/>
                  </a:lnTo>
                  <a:lnTo>
                    <a:pt x="239" y="1000"/>
                  </a:lnTo>
                  <a:lnTo>
                    <a:pt x="211" y="1083"/>
                  </a:lnTo>
                  <a:lnTo>
                    <a:pt x="184" y="1168"/>
                  </a:lnTo>
                  <a:lnTo>
                    <a:pt x="159" y="1254"/>
                  </a:lnTo>
                  <a:lnTo>
                    <a:pt x="137" y="1343"/>
                  </a:lnTo>
                  <a:lnTo>
                    <a:pt x="117" y="1434"/>
                  </a:lnTo>
                  <a:lnTo>
                    <a:pt x="98" y="1528"/>
                  </a:lnTo>
                  <a:lnTo>
                    <a:pt x="82" y="1623"/>
                  </a:lnTo>
                  <a:lnTo>
                    <a:pt x="66" y="1719"/>
                  </a:lnTo>
                  <a:lnTo>
                    <a:pt x="53" y="1816"/>
                  </a:lnTo>
                  <a:lnTo>
                    <a:pt x="41" y="1913"/>
                  </a:lnTo>
                  <a:lnTo>
                    <a:pt x="31" y="2011"/>
                  </a:lnTo>
                  <a:lnTo>
                    <a:pt x="23" y="2110"/>
                  </a:lnTo>
                  <a:lnTo>
                    <a:pt x="16" y="2210"/>
                  </a:lnTo>
                  <a:lnTo>
                    <a:pt x="10" y="2310"/>
                  </a:lnTo>
                  <a:lnTo>
                    <a:pt x="5" y="2410"/>
                  </a:lnTo>
                  <a:lnTo>
                    <a:pt x="2" y="2509"/>
                  </a:lnTo>
                  <a:lnTo>
                    <a:pt x="0" y="2609"/>
                  </a:lnTo>
                  <a:lnTo>
                    <a:pt x="0" y="2709"/>
                  </a:lnTo>
                  <a:lnTo>
                    <a:pt x="0" y="2809"/>
                  </a:lnTo>
                  <a:lnTo>
                    <a:pt x="2" y="2907"/>
                  </a:lnTo>
                  <a:lnTo>
                    <a:pt x="5" y="3004"/>
                  </a:lnTo>
                  <a:lnTo>
                    <a:pt x="10" y="3101"/>
                  </a:lnTo>
                  <a:lnTo>
                    <a:pt x="17" y="3199"/>
                  </a:lnTo>
                  <a:lnTo>
                    <a:pt x="25" y="3295"/>
                  </a:lnTo>
                  <a:lnTo>
                    <a:pt x="34" y="3390"/>
                  </a:lnTo>
                  <a:lnTo>
                    <a:pt x="43" y="3482"/>
                  </a:lnTo>
                  <a:lnTo>
                    <a:pt x="53" y="3569"/>
                  </a:lnTo>
                  <a:lnTo>
                    <a:pt x="63" y="3653"/>
                  </a:lnTo>
                  <a:lnTo>
                    <a:pt x="75" y="3733"/>
                  </a:lnTo>
                  <a:lnTo>
                    <a:pt x="86" y="3811"/>
                  </a:lnTo>
                  <a:lnTo>
                    <a:pt x="99" y="3886"/>
                  </a:lnTo>
                  <a:lnTo>
                    <a:pt x="111" y="3958"/>
                  </a:lnTo>
                  <a:lnTo>
                    <a:pt x="124" y="4027"/>
                  </a:lnTo>
                  <a:lnTo>
                    <a:pt x="137" y="4097"/>
                  </a:lnTo>
                  <a:lnTo>
                    <a:pt x="151" y="4168"/>
                  </a:lnTo>
                  <a:lnTo>
                    <a:pt x="164" y="4234"/>
                  </a:lnTo>
                  <a:lnTo>
                    <a:pt x="177" y="4293"/>
                  </a:lnTo>
                  <a:lnTo>
                    <a:pt x="190" y="4340"/>
                  </a:lnTo>
                  <a:lnTo>
                    <a:pt x="198" y="4358"/>
                  </a:lnTo>
                  <a:lnTo>
                    <a:pt x="207" y="4351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41" name="G1 Diafragma"/>
            <p:cNvSpPr/>
            <p:nvPr/>
          </p:nvSpPr>
          <p:spPr>
            <a:xfrm>
              <a:off x="5076912" y="3007659"/>
              <a:ext cx="2052140" cy="622509"/>
            </a:xfrm>
            <a:custGeom>
              <a:avLst/>
              <a:gdLst/>
              <a:ahLst/>
              <a:cxnLst/>
              <a:rect l="0" t="0" r="r" b="b"/>
              <a:pathLst>
                <a:path w="10000" h="3084">
                  <a:moveTo>
                    <a:pt x="0" y="2934"/>
                  </a:moveTo>
                  <a:lnTo>
                    <a:pt x="310" y="2991"/>
                  </a:lnTo>
                  <a:lnTo>
                    <a:pt x="1117" y="3078"/>
                  </a:lnTo>
                  <a:lnTo>
                    <a:pt x="1190" y="3084"/>
                  </a:lnTo>
                  <a:lnTo>
                    <a:pt x="8815" y="3084"/>
                  </a:lnTo>
                  <a:lnTo>
                    <a:pt x="8888" y="3078"/>
                  </a:lnTo>
                  <a:lnTo>
                    <a:pt x="9695" y="2991"/>
                  </a:lnTo>
                  <a:lnTo>
                    <a:pt x="10000" y="2935"/>
                  </a:lnTo>
                  <a:lnTo>
                    <a:pt x="9759" y="1806"/>
                  </a:lnTo>
                  <a:lnTo>
                    <a:pt x="9732" y="1818"/>
                  </a:lnTo>
                  <a:lnTo>
                    <a:pt x="9697" y="1841"/>
                  </a:lnTo>
                  <a:lnTo>
                    <a:pt x="9652" y="1859"/>
                  </a:lnTo>
                  <a:lnTo>
                    <a:pt x="9592" y="1853"/>
                  </a:lnTo>
                  <a:lnTo>
                    <a:pt x="9515" y="1806"/>
                  </a:lnTo>
                  <a:lnTo>
                    <a:pt x="9420" y="1704"/>
                  </a:lnTo>
                  <a:lnTo>
                    <a:pt x="9309" y="1560"/>
                  </a:lnTo>
                  <a:lnTo>
                    <a:pt x="9183" y="1393"/>
                  </a:lnTo>
                  <a:lnTo>
                    <a:pt x="9043" y="1224"/>
                  </a:lnTo>
                  <a:lnTo>
                    <a:pt x="8889" y="1072"/>
                  </a:lnTo>
                  <a:lnTo>
                    <a:pt x="8716" y="932"/>
                  </a:lnTo>
                  <a:lnTo>
                    <a:pt x="8522" y="789"/>
                  </a:lnTo>
                  <a:lnTo>
                    <a:pt x="8317" y="655"/>
                  </a:lnTo>
                  <a:lnTo>
                    <a:pt x="8111" y="537"/>
                  </a:lnTo>
                  <a:lnTo>
                    <a:pt x="7911" y="447"/>
                  </a:lnTo>
                  <a:lnTo>
                    <a:pt x="7717" y="386"/>
                  </a:lnTo>
                  <a:lnTo>
                    <a:pt x="7522" y="347"/>
                  </a:lnTo>
                  <a:lnTo>
                    <a:pt x="7329" y="328"/>
                  </a:lnTo>
                  <a:lnTo>
                    <a:pt x="7141" y="326"/>
                  </a:lnTo>
                  <a:lnTo>
                    <a:pt x="6960" y="338"/>
                  </a:lnTo>
                  <a:lnTo>
                    <a:pt x="6767" y="371"/>
                  </a:lnTo>
                  <a:lnTo>
                    <a:pt x="6562" y="426"/>
                  </a:lnTo>
                  <a:lnTo>
                    <a:pt x="6372" y="494"/>
                  </a:lnTo>
                  <a:lnTo>
                    <a:pt x="6223" y="567"/>
                  </a:lnTo>
                  <a:lnTo>
                    <a:pt x="6144" y="637"/>
                  </a:lnTo>
                  <a:lnTo>
                    <a:pt x="6188" y="715"/>
                  </a:lnTo>
                  <a:lnTo>
                    <a:pt x="6336" y="805"/>
                  </a:lnTo>
                  <a:lnTo>
                    <a:pt x="6509" y="893"/>
                  </a:lnTo>
                  <a:lnTo>
                    <a:pt x="6626" y="960"/>
                  </a:lnTo>
                  <a:lnTo>
                    <a:pt x="6606" y="991"/>
                  </a:lnTo>
                  <a:lnTo>
                    <a:pt x="6403" y="970"/>
                  </a:lnTo>
                  <a:lnTo>
                    <a:pt x="6068" y="911"/>
                  </a:lnTo>
                  <a:lnTo>
                    <a:pt x="5675" y="832"/>
                  </a:lnTo>
                  <a:lnTo>
                    <a:pt x="5296" y="757"/>
                  </a:lnTo>
                  <a:lnTo>
                    <a:pt x="5003" y="705"/>
                  </a:lnTo>
                  <a:lnTo>
                    <a:pt x="4809" y="686"/>
                  </a:lnTo>
                  <a:lnTo>
                    <a:pt x="4665" y="686"/>
                  </a:lnTo>
                  <a:lnTo>
                    <a:pt x="4554" y="692"/>
                  </a:lnTo>
                  <a:lnTo>
                    <a:pt x="4455" y="689"/>
                  </a:lnTo>
                  <a:lnTo>
                    <a:pt x="4350" y="664"/>
                  </a:lnTo>
                  <a:lnTo>
                    <a:pt x="4247" y="613"/>
                  </a:lnTo>
                  <a:lnTo>
                    <a:pt x="4158" y="543"/>
                  </a:lnTo>
                  <a:lnTo>
                    <a:pt x="4072" y="464"/>
                  </a:lnTo>
                  <a:lnTo>
                    <a:pt x="3977" y="383"/>
                  </a:lnTo>
                  <a:lnTo>
                    <a:pt x="3861" y="311"/>
                  </a:lnTo>
                  <a:lnTo>
                    <a:pt x="3721" y="241"/>
                  </a:lnTo>
                  <a:lnTo>
                    <a:pt x="3565" y="168"/>
                  </a:lnTo>
                  <a:lnTo>
                    <a:pt x="3397" y="100"/>
                  </a:lnTo>
                  <a:lnTo>
                    <a:pt x="3223" y="45"/>
                  </a:lnTo>
                  <a:lnTo>
                    <a:pt x="3046" y="12"/>
                  </a:lnTo>
                  <a:lnTo>
                    <a:pt x="2864" y="0"/>
                  </a:lnTo>
                  <a:lnTo>
                    <a:pt x="2676" y="1"/>
                  </a:lnTo>
                  <a:lnTo>
                    <a:pt x="2483" y="21"/>
                  </a:lnTo>
                  <a:lnTo>
                    <a:pt x="2288" y="60"/>
                  </a:lnTo>
                  <a:lnTo>
                    <a:pt x="2094" y="121"/>
                  </a:lnTo>
                  <a:lnTo>
                    <a:pt x="1895" y="211"/>
                  </a:lnTo>
                  <a:lnTo>
                    <a:pt x="1688" y="328"/>
                  </a:lnTo>
                  <a:lnTo>
                    <a:pt x="1483" y="463"/>
                  </a:lnTo>
                  <a:lnTo>
                    <a:pt x="1289" y="606"/>
                  </a:lnTo>
                  <a:lnTo>
                    <a:pt x="1116" y="746"/>
                  </a:lnTo>
                  <a:lnTo>
                    <a:pt x="962" y="898"/>
                  </a:lnTo>
                  <a:lnTo>
                    <a:pt x="822" y="1067"/>
                  </a:lnTo>
                  <a:lnTo>
                    <a:pt x="696" y="1234"/>
                  </a:lnTo>
                  <a:lnTo>
                    <a:pt x="586" y="1378"/>
                  </a:lnTo>
                  <a:lnTo>
                    <a:pt x="491" y="1480"/>
                  </a:lnTo>
                  <a:lnTo>
                    <a:pt x="413" y="1527"/>
                  </a:lnTo>
                  <a:lnTo>
                    <a:pt x="354" y="1533"/>
                  </a:lnTo>
                  <a:lnTo>
                    <a:pt x="308" y="1515"/>
                  </a:lnTo>
                  <a:lnTo>
                    <a:pt x="273" y="1492"/>
                  </a:lnTo>
                  <a:lnTo>
                    <a:pt x="246" y="1480"/>
                  </a:lnTo>
                  <a:lnTo>
                    <a:pt x="0" y="2934"/>
                  </a:lnTo>
                  <a:close/>
                </a:path>
              </a:pathLst>
            </a:custGeom>
            <a:gradFill rotWithShape="1">
              <a:gsLst>
                <a:gs pos="0">
                  <a:srgbClr val="EDEDED"/>
                </a:gs>
                <a:gs pos="100000">
                  <a:srgbClr val="BFBFB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G1 Clavículas"/>
            <p:cNvSpPr/>
            <p:nvPr/>
          </p:nvSpPr>
          <p:spPr>
            <a:xfrm>
              <a:off x="5266944" y="1133856"/>
              <a:ext cx="1673352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76200" cap="rnd">
              <a:solidFill>
                <a:srgbClr val="E0E0E0"/>
              </a:solidFill>
              <a:round/>
            </a:ln>
          </p:spPr>
        </p:sp>
        <p:grpSp>
          <p:nvGrpSpPr>
            <p:cNvPr id="43" name="Recuadro GRADO II (20–50 %)"/>
            <p:cNvGrpSpPr/>
            <p:nvPr/>
          </p:nvGrpSpPr>
          <p:grpSpPr>
            <a:xfrm>
              <a:off x="4251960" y="3794760"/>
              <a:ext cx="3703320" cy="1920240"/>
              <a:chOff x="4251960" y="3794760"/>
              <a:chExt cx="3703320" cy="192024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4251960" y="4160520"/>
                <a:ext cx="3703320" cy="155448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2144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Borde pulmonar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distal a la línea media clavicular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850" dirty="0">
                  <a:latin typeface="Mali"/>
                </a:endParaRPr>
              </a:p>
              <a:p>
                <a:pPr algn="ctr">
                  <a:lnSpc>
                    <a:spcPts val="2144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Pleurostomía con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trampa de agua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85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4251960" y="37947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GRADO II (20–50 %)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46" name="Grado 3"/>
          <p:cNvGrpSpPr/>
          <p:nvPr/>
        </p:nvGrpSpPr>
        <p:grpSpPr>
          <a:xfrm>
            <a:off x="8138160" y="868680"/>
            <a:ext cx="3703320" cy="4846320"/>
            <a:chOff x="8138160" y="868680"/>
            <a:chExt cx="3703320" cy="4846320"/>
          </a:xfrm>
        </p:grpSpPr>
        <p:sp>
          <p:nvSpPr>
            <p:cNvPr id="47" name="G2 Placa"/>
            <p:cNvSpPr/>
            <p:nvPr/>
          </p:nvSpPr>
          <p:spPr>
            <a:xfrm>
              <a:off x="8549640" y="868680"/>
              <a:ext cx="2880360" cy="2834640"/>
            </a:xfrm>
            <a:prstGeom prst="rect">
              <a:avLst/>
            </a:prstGeom>
            <a:solidFill>
              <a:srgbClr val="0B0B0B"/>
            </a:solidFill>
            <a:ln w="31750" cap="rnd">
              <a:solidFill>
                <a:srgbClr val="5A5A5A"/>
              </a:solidFill>
              <a:round/>
            </a:ln>
          </p:spPr>
        </p:sp>
        <p:sp>
          <p:nvSpPr>
            <p:cNvPr id="48" name="G2 PartesBlandas"/>
            <p:cNvSpPr/>
            <p:nvPr/>
          </p:nvSpPr>
          <p:spPr>
            <a:xfrm>
              <a:off x="8712495" y="102412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7A7A7A"/>
                </a:gs>
                <a:gs pos="50000">
                  <a:srgbClr val="5C5C5C"/>
                </a:gs>
                <a:gs pos="100000">
                  <a:srgbClr val="7A7A7A"/>
                </a:gs>
              </a:gsLst>
              <a:lin ang="0" scaled="0"/>
            </a:gradFill>
            <a:ln>
              <a:noFill/>
            </a:ln>
          </p:spPr>
        </p:sp>
        <p:grpSp>
          <p:nvGrpSpPr>
            <p:cNvPr id="49" name="G2 PulmonD"/>
            <p:cNvGrpSpPr/>
            <p:nvPr/>
          </p:nvGrpSpPr>
          <p:grpSpPr>
            <a:xfrm>
              <a:off x="8916086" y="1264666"/>
              <a:ext cx="944824" cy="2061350"/>
              <a:chOff x="8916086" y="1264666"/>
              <a:chExt cx="944824" cy="2061350"/>
            </a:xfrm>
          </p:grpSpPr>
          <p:sp>
            <p:nvSpPr>
              <p:cNvPr id="50" name="Forma 49"/>
              <p:cNvSpPr/>
              <p:nvPr/>
            </p:nvSpPr>
            <p:spPr>
              <a:xfrm>
                <a:off x="8916086" y="1264666"/>
                <a:ext cx="944824" cy="2061350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2701" y="4"/>
                    </a:moveTo>
                    <a:lnTo>
                      <a:pt x="2594" y="23"/>
                    </a:lnTo>
                    <a:lnTo>
                      <a:pt x="2473" y="56"/>
                    </a:lnTo>
                    <a:lnTo>
                      <a:pt x="2343" y="102"/>
                    </a:lnTo>
                    <a:lnTo>
                      <a:pt x="2210" y="158"/>
                    </a:lnTo>
                    <a:lnTo>
                      <a:pt x="2079" y="224"/>
                    </a:lnTo>
                    <a:lnTo>
                      <a:pt x="1956" y="296"/>
                    </a:lnTo>
                    <a:lnTo>
                      <a:pt x="1839" y="377"/>
                    </a:lnTo>
                    <a:lnTo>
                      <a:pt x="1723" y="467"/>
                    </a:lnTo>
                    <a:lnTo>
                      <a:pt x="1610" y="566"/>
                    </a:lnTo>
                    <a:lnTo>
                      <a:pt x="1499" y="673"/>
                    </a:lnTo>
                    <a:lnTo>
                      <a:pt x="1393" y="787"/>
                    </a:lnTo>
                    <a:lnTo>
                      <a:pt x="1290" y="909"/>
                    </a:lnTo>
                    <a:lnTo>
                      <a:pt x="1192" y="1037"/>
                    </a:lnTo>
                    <a:lnTo>
                      <a:pt x="1098" y="1173"/>
                    </a:lnTo>
                    <a:lnTo>
                      <a:pt x="1007" y="1317"/>
                    </a:lnTo>
                    <a:lnTo>
                      <a:pt x="921" y="1468"/>
                    </a:lnTo>
                    <a:lnTo>
                      <a:pt x="837" y="1624"/>
                    </a:lnTo>
                    <a:lnTo>
                      <a:pt x="758" y="1787"/>
                    </a:lnTo>
                    <a:lnTo>
                      <a:pt x="682" y="1956"/>
                    </a:lnTo>
                    <a:lnTo>
                      <a:pt x="609" y="2132"/>
                    </a:lnTo>
                    <a:lnTo>
                      <a:pt x="540" y="2315"/>
                    </a:lnTo>
                    <a:lnTo>
                      <a:pt x="475" y="2503"/>
                    </a:lnTo>
                    <a:lnTo>
                      <a:pt x="415" y="2696"/>
                    </a:lnTo>
                    <a:lnTo>
                      <a:pt x="359" y="2891"/>
                    </a:lnTo>
                    <a:lnTo>
                      <a:pt x="308" y="3092"/>
                    </a:lnTo>
                    <a:lnTo>
                      <a:pt x="262" y="3299"/>
                    </a:lnTo>
                    <a:lnTo>
                      <a:pt x="221" y="3509"/>
                    </a:lnTo>
                    <a:lnTo>
                      <a:pt x="183" y="3723"/>
                    </a:lnTo>
                    <a:lnTo>
                      <a:pt x="150" y="3939"/>
                    </a:lnTo>
                    <a:lnTo>
                      <a:pt x="119" y="4156"/>
                    </a:lnTo>
                    <a:lnTo>
                      <a:pt x="93" y="4374"/>
                    </a:lnTo>
                    <a:lnTo>
                      <a:pt x="70" y="4594"/>
                    </a:lnTo>
                    <a:lnTo>
                      <a:pt x="51" y="4817"/>
                    </a:lnTo>
                    <a:lnTo>
                      <a:pt x="35" y="5040"/>
                    </a:lnTo>
                    <a:lnTo>
                      <a:pt x="23" y="5264"/>
                    </a:lnTo>
                    <a:lnTo>
                      <a:pt x="13" y="5486"/>
                    </a:lnTo>
                    <a:lnTo>
                      <a:pt x="5" y="5709"/>
                    </a:lnTo>
                    <a:lnTo>
                      <a:pt x="1" y="5933"/>
                    </a:lnTo>
                    <a:lnTo>
                      <a:pt x="0" y="6156"/>
                    </a:lnTo>
                    <a:lnTo>
                      <a:pt x="1" y="6379"/>
                    </a:lnTo>
                    <a:lnTo>
                      <a:pt x="5" y="6599"/>
                    </a:lnTo>
                    <a:lnTo>
                      <a:pt x="13" y="6817"/>
                    </a:lnTo>
                    <a:lnTo>
                      <a:pt x="24" y="7035"/>
                    </a:lnTo>
                    <a:lnTo>
                      <a:pt x="38" y="7252"/>
                    </a:lnTo>
                    <a:lnTo>
                      <a:pt x="56" y="7469"/>
                    </a:lnTo>
                    <a:lnTo>
                      <a:pt x="76" y="7680"/>
                    </a:lnTo>
                    <a:lnTo>
                      <a:pt x="97" y="7885"/>
                    </a:lnTo>
                    <a:lnTo>
                      <a:pt x="119" y="8082"/>
                    </a:lnTo>
                    <a:lnTo>
                      <a:pt x="142" y="8269"/>
                    </a:lnTo>
                    <a:lnTo>
                      <a:pt x="168" y="8449"/>
                    </a:lnTo>
                    <a:lnTo>
                      <a:pt x="194" y="8623"/>
                    </a:lnTo>
                    <a:lnTo>
                      <a:pt x="222" y="8790"/>
                    </a:lnTo>
                    <a:lnTo>
                      <a:pt x="250" y="8951"/>
                    </a:lnTo>
                    <a:lnTo>
                      <a:pt x="279" y="9106"/>
                    </a:lnTo>
                    <a:lnTo>
                      <a:pt x="308" y="9262"/>
                    </a:lnTo>
                    <a:lnTo>
                      <a:pt x="337" y="9419"/>
                    </a:lnTo>
                    <a:lnTo>
                      <a:pt x="367" y="9569"/>
                    </a:lnTo>
                    <a:lnTo>
                      <a:pt x="398" y="9706"/>
                    </a:lnTo>
                    <a:lnTo>
                      <a:pt x="431" y="9820"/>
                    </a:lnTo>
                    <a:lnTo>
                      <a:pt x="465" y="9905"/>
                    </a:lnTo>
                    <a:lnTo>
                      <a:pt x="498" y="9959"/>
                    </a:lnTo>
                    <a:lnTo>
                      <a:pt x="527" y="9990"/>
                    </a:lnTo>
                    <a:lnTo>
                      <a:pt x="558" y="10000"/>
                    </a:lnTo>
                    <a:lnTo>
                      <a:pt x="595" y="9987"/>
                    </a:lnTo>
                    <a:lnTo>
                      <a:pt x="643" y="9956"/>
                    </a:lnTo>
                    <a:lnTo>
                      <a:pt x="705" y="9905"/>
                    </a:lnTo>
                    <a:lnTo>
                      <a:pt x="781" y="9825"/>
                    </a:lnTo>
                    <a:lnTo>
                      <a:pt x="868" y="9714"/>
                    </a:lnTo>
                    <a:lnTo>
                      <a:pt x="966" y="9584"/>
                    </a:lnTo>
                    <a:lnTo>
                      <a:pt x="1073" y="9444"/>
                    </a:lnTo>
                    <a:lnTo>
                      <a:pt x="1191" y="9308"/>
                    </a:lnTo>
                    <a:lnTo>
                      <a:pt x="1317" y="9186"/>
                    </a:lnTo>
                    <a:lnTo>
                      <a:pt x="1457" y="9072"/>
                    </a:lnTo>
                    <a:lnTo>
                      <a:pt x="1612" y="8955"/>
                    </a:lnTo>
                    <a:lnTo>
                      <a:pt x="1776" y="8842"/>
                    </a:lnTo>
                    <a:lnTo>
                      <a:pt x="1945" y="8737"/>
                    </a:lnTo>
                    <a:lnTo>
                      <a:pt x="2113" y="8645"/>
                    </a:lnTo>
                    <a:lnTo>
                      <a:pt x="2275" y="8574"/>
                    </a:lnTo>
                    <a:lnTo>
                      <a:pt x="2433" y="8522"/>
                    </a:lnTo>
                    <a:lnTo>
                      <a:pt x="2592" y="8486"/>
                    </a:lnTo>
                    <a:lnTo>
                      <a:pt x="2751" y="8464"/>
                    </a:lnTo>
                    <a:lnTo>
                      <a:pt x="2907" y="8455"/>
                    </a:lnTo>
                    <a:lnTo>
                      <a:pt x="3059" y="8456"/>
                    </a:lnTo>
                    <a:lnTo>
                      <a:pt x="3206" y="8467"/>
                    </a:lnTo>
                    <a:lnTo>
                      <a:pt x="3351" y="8493"/>
                    </a:lnTo>
                    <a:lnTo>
                      <a:pt x="3494" y="8533"/>
                    </a:lnTo>
                    <a:lnTo>
                      <a:pt x="3634" y="8586"/>
                    </a:lnTo>
                    <a:lnTo>
                      <a:pt x="3767" y="8644"/>
                    </a:lnTo>
                    <a:lnTo>
                      <a:pt x="3892" y="8704"/>
                    </a:lnTo>
                    <a:lnTo>
                      <a:pt x="4005" y="8760"/>
                    </a:lnTo>
                    <a:lnTo>
                      <a:pt x="4109" y="8836"/>
                    </a:lnTo>
                    <a:lnTo>
                      <a:pt x="4208" y="8940"/>
                    </a:lnTo>
                    <a:lnTo>
                      <a:pt x="4298" y="9045"/>
                    </a:lnTo>
                    <a:lnTo>
                      <a:pt x="4375" y="9125"/>
                    </a:lnTo>
                    <a:lnTo>
                      <a:pt x="4439" y="9154"/>
                    </a:lnTo>
                    <a:lnTo>
                      <a:pt x="4484" y="9106"/>
                    </a:lnTo>
                    <a:lnTo>
                      <a:pt x="4506" y="8964"/>
                    </a:lnTo>
                    <a:lnTo>
                      <a:pt x="4508" y="8744"/>
                    </a:lnTo>
                    <a:lnTo>
                      <a:pt x="4494" y="8474"/>
                    </a:lnTo>
                    <a:lnTo>
                      <a:pt x="4472" y="8179"/>
                    </a:lnTo>
                    <a:lnTo>
                      <a:pt x="4449" y="7884"/>
                    </a:lnTo>
                    <a:lnTo>
                      <a:pt x="4431" y="7616"/>
                    </a:lnTo>
                    <a:lnTo>
                      <a:pt x="4416" y="7370"/>
                    </a:lnTo>
                    <a:lnTo>
                      <a:pt x="4399" y="7126"/>
                    </a:lnTo>
                    <a:lnTo>
                      <a:pt x="4381" y="6882"/>
                    </a:lnTo>
                    <a:lnTo>
                      <a:pt x="4362" y="6639"/>
                    </a:lnTo>
                    <a:lnTo>
                      <a:pt x="4343" y="6396"/>
                    </a:lnTo>
                    <a:lnTo>
                      <a:pt x="4324" y="6152"/>
                    </a:lnTo>
                    <a:lnTo>
                      <a:pt x="4307" y="5908"/>
                    </a:lnTo>
                    <a:lnTo>
                      <a:pt x="4291" y="5664"/>
                    </a:lnTo>
                    <a:lnTo>
                      <a:pt x="4274" y="5420"/>
                    </a:lnTo>
                    <a:lnTo>
                      <a:pt x="4257" y="5176"/>
                    </a:lnTo>
                    <a:lnTo>
                      <a:pt x="4239" y="4932"/>
                    </a:lnTo>
                    <a:lnTo>
                      <a:pt x="4218" y="4688"/>
                    </a:lnTo>
                    <a:lnTo>
                      <a:pt x="4195" y="4444"/>
                    </a:lnTo>
                    <a:lnTo>
                      <a:pt x="4172" y="4199"/>
                    </a:lnTo>
                    <a:lnTo>
                      <a:pt x="4148" y="3954"/>
                    </a:lnTo>
                    <a:lnTo>
                      <a:pt x="4121" y="3710"/>
                    </a:lnTo>
                    <a:lnTo>
                      <a:pt x="4091" y="3467"/>
                    </a:lnTo>
                    <a:lnTo>
                      <a:pt x="4058" y="3224"/>
                    </a:lnTo>
                    <a:lnTo>
                      <a:pt x="4021" y="2979"/>
                    </a:lnTo>
                    <a:lnTo>
                      <a:pt x="3980" y="2729"/>
                    </a:lnTo>
                    <a:lnTo>
                      <a:pt x="3937" y="2481"/>
                    </a:lnTo>
                    <a:lnTo>
                      <a:pt x="3890" y="2237"/>
                    </a:lnTo>
                    <a:lnTo>
                      <a:pt x="3842" y="2005"/>
                    </a:lnTo>
                    <a:lnTo>
                      <a:pt x="3792" y="1787"/>
                    </a:lnTo>
                    <a:lnTo>
                      <a:pt x="3739" y="1582"/>
                    </a:lnTo>
                    <a:lnTo>
                      <a:pt x="3682" y="1386"/>
                    </a:lnTo>
                    <a:lnTo>
                      <a:pt x="3622" y="1200"/>
                    </a:lnTo>
                    <a:lnTo>
                      <a:pt x="3562" y="1026"/>
                    </a:lnTo>
                    <a:lnTo>
                      <a:pt x="3503" y="866"/>
                    </a:lnTo>
                    <a:lnTo>
                      <a:pt x="3446" y="722"/>
                    </a:lnTo>
                    <a:lnTo>
                      <a:pt x="3392" y="595"/>
                    </a:lnTo>
                    <a:lnTo>
                      <a:pt x="3341" y="484"/>
                    </a:lnTo>
                    <a:lnTo>
                      <a:pt x="3291" y="386"/>
                    </a:lnTo>
                    <a:lnTo>
                      <a:pt x="3240" y="301"/>
                    </a:lnTo>
                    <a:lnTo>
                      <a:pt x="3186" y="228"/>
                    </a:lnTo>
                    <a:lnTo>
                      <a:pt x="3127" y="163"/>
                    </a:lnTo>
                    <a:lnTo>
                      <a:pt x="3065" y="108"/>
                    </a:lnTo>
                    <a:lnTo>
                      <a:pt x="3004" y="64"/>
                    </a:lnTo>
                    <a:lnTo>
                      <a:pt x="2940" y="30"/>
                    </a:lnTo>
                    <a:lnTo>
                      <a:pt x="2870" y="9"/>
                    </a:lnTo>
                    <a:lnTo>
                      <a:pt x="2791" y="0"/>
                    </a:lnTo>
                    <a:lnTo>
                      <a:pt x="2701" y="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51" name="Forma 50"/>
              <p:cNvSpPr/>
              <p:nvPr/>
            </p:nvSpPr>
            <p:spPr>
              <a:xfrm>
                <a:off x="9474919" y="1941946"/>
                <a:ext cx="261505" cy="589816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52" name="Forma 51"/>
              <p:cNvSpPr/>
              <p:nvPr/>
            </p:nvSpPr>
            <p:spPr>
              <a:xfrm>
                <a:off x="9495639" y="1999829"/>
                <a:ext cx="201344" cy="422233"/>
              </a:xfrm>
              <a:custGeom>
                <a:avLst/>
                <a:gdLst/>
                <a:ahLst/>
                <a:cxnLst/>
                <a:rect l="0" t="0" r="r" b="b"/>
                <a:pathLst>
                  <a:path w="721" h="1539" fill="none">
                    <a:moveTo>
                      <a:pt x="721" y="725"/>
                    </a:moveTo>
                    <a:lnTo>
                      <a:pt x="529" y="621"/>
                    </a:lnTo>
                    <a:lnTo>
                      <a:pt x="292" y="443"/>
                    </a:lnTo>
                    <a:lnTo>
                      <a:pt x="159" y="266"/>
                    </a:lnTo>
                  </a:path>
                  <a:path w="721" h="1539" fill="none">
                    <a:moveTo>
                      <a:pt x="529" y="621"/>
                    </a:moveTo>
                    <a:lnTo>
                      <a:pt x="440" y="355"/>
                    </a:lnTo>
                    <a:lnTo>
                      <a:pt x="396" y="59"/>
                    </a:lnTo>
                  </a:path>
                  <a:path w="721" h="1539" fill="none">
                    <a:moveTo>
                      <a:pt x="721" y="725"/>
                    </a:moveTo>
                    <a:lnTo>
                      <a:pt x="440" y="769"/>
                    </a:lnTo>
                    <a:lnTo>
                      <a:pt x="144" y="769"/>
                    </a:lnTo>
                    <a:lnTo>
                      <a:pt x="0" y="798"/>
                    </a:lnTo>
                  </a:path>
                  <a:path w="721" h="1539" fill="none">
                    <a:moveTo>
                      <a:pt x="440" y="769"/>
                    </a:moveTo>
                    <a:lnTo>
                      <a:pt x="233" y="976"/>
                    </a:lnTo>
                    <a:lnTo>
                      <a:pt x="70" y="1154"/>
                    </a:lnTo>
                  </a:path>
                  <a:path w="721" h="1539" fill="none">
                    <a:moveTo>
                      <a:pt x="721" y="725"/>
                    </a:moveTo>
                    <a:lnTo>
                      <a:pt x="529" y="976"/>
                    </a:lnTo>
                    <a:lnTo>
                      <a:pt x="351" y="1272"/>
                    </a:lnTo>
                    <a:lnTo>
                      <a:pt x="189" y="1509"/>
                    </a:lnTo>
                  </a:path>
                  <a:path w="721" h="1539" fill="none">
                    <a:moveTo>
                      <a:pt x="529" y="976"/>
                    </a:moveTo>
                    <a:lnTo>
                      <a:pt x="618" y="1272"/>
                    </a:lnTo>
                    <a:lnTo>
                      <a:pt x="529" y="1539"/>
                    </a:lnTo>
                  </a:path>
                  <a:path w="721" h="1539" fill="none">
                    <a:moveTo>
                      <a:pt x="351" y="1272"/>
                    </a:moveTo>
                    <a:lnTo>
                      <a:pt x="115" y="1420"/>
                    </a:lnTo>
                    <a:lnTo>
                      <a:pt x="7" y="1501"/>
                    </a:lnTo>
                  </a:path>
                  <a:path w="721" h="1539" fill="none">
                    <a:moveTo>
                      <a:pt x="292" y="443"/>
                    </a:moveTo>
                    <a:lnTo>
                      <a:pt x="85" y="503"/>
                    </a:lnTo>
                    <a:lnTo>
                      <a:pt x="36" y="540"/>
                    </a:lnTo>
                  </a:path>
                  <a:path w="721" h="1539" fill="none">
                    <a:moveTo>
                      <a:pt x="440" y="355"/>
                    </a:moveTo>
                    <a:lnTo>
                      <a:pt x="263" y="177"/>
                    </a:lnTo>
                  </a:path>
                  <a:path w="721" h="1539" fill="none">
                    <a:moveTo>
                      <a:pt x="233" y="976"/>
                    </a:moveTo>
                    <a:lnTo>
                      <a:pt x="263" y="1184"/>
                    </a:lnTo>
                    <a:lnTo>
                      <a:pt x="174" y="1391"/>
                    </a:lnTo>
                  </a:path>
                  <a:path w="721" h="1539" fill="none">
                    <a:moveTo>
                      <a:pt x="721" y="725"/>
                    </a:moveTo>
                    <a:lnTo>
                      <a:pt x="677" y="503"/>
                    </a:lnTo>
                    <a:lnTo>
                      <a:pt x="588" y="266"/>
                    </a:lnTo>
                    <a:lnTo>
                      <a:pt x="529" y="0"/>
                    </a:lnTo>
                  </a:path>
                  <a:path w="721" h="1539" fill="none">
                    <a:moveTo>
                      <a:pt x="144" y="769"/>
                    </a:moveTo>
                    <a:lnTo>
                      <a:pt x="55" y="947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grpSp>
          <p:nvGrpSpPr>
            <p:cNvPr id="53" name="G2 PulmonI"/>
            <p:cNvGrpSpPr/>
            <p:nvPr/>
          </p:nvGrpSpPr>
          <p:grpSpPr>
            <a:xfrm>
              <a:off x="10179299" y="1264666"/>
              <a:ext cx="884255" cy="2127186"/>
              <a:chOff x="10179299" y="1264666"/>
              <a:chExt cx="884255" cy="2127186"/>
            </a:xfrm>
          </p:grpSpPr>
          <p:sp>
            <p:nvSpPr>
              <p:cNvPr id="54" name="Forma 53"/>
              <p:cNvSpPr/>
              <p:nvPr/>
            </p:nvSpPr>
            <p:spPr>
              <a:xfrm>
                <a:off x="10179299" y="1264666"/>
                <a:ext cx="884255" cy="2127186"/>
              </a:xfrm>
              <a:custGeom>
                <a:avLst/>
                <a:gdLst/>
                <a:ahLst/>
                <a:cxnLst/>
                <a:rect l="0" t="0" r="r" b="b"/>
                <a:pathLst>
                  <a:path w="4088" h="10000">
                    <a:moveTo>
                      <a:pt x="650" y="8585"/>
                    </a:moveTo>
                    <a:lnTo>
                      <a:pt x="668" y="8579"/>
                    </a:lnTo>
                    <a:lnTo>
                      <a:pt x="830" y="8539"/>
                    </a:lnTo>
                    <a:lnTo>
                      <a:pt x="980" y="8515"/>
                    </a:lnTo>
                    <a:lnTo>
                      <a:pt x="1123" y="8504"/>
                    </a:lnTo>
                    <a:lnTo>
                      <a:pt x="1271" y="8502"/>
                    </a:lnTo>
                    <a:lnTo>
                      <a:pt x="1422" y="8512"/>
                    </a:lnTo>
                    <a:lnTo>
                      <a:pt x="1575" y="8533"/>
                    </a:lnTo>
                    <a:lnTo>
                      <a:pt x="1729" y="8568"/>
                    </a:lnTo>
                    <a:lnTo>
                      <a:pt x="1883" y="8618"/>
                    </a:lnTo>
                    <a:lnTo>
                      <a:pt x="2040" y="8687"/>
                    </a:lnTo>
                    <a:lnTo>
                      <a:pt x="2203" y="8776"/>
                    </a:lnTo>
                    <a:lnTo>
                      <a:pt x="2366" y="8878"/>
                    </a:lnTo>
                    <a:lnTo>
                      <a:pt x="2525" y="8988"/>
                    </a:lnTo>
                    <a:lnTo>
                      <a:pt x="2675" y="9101"/>
                    </a:lnTo>
                    <a:lnTo>
                      <a:pt x="2811" y="9211"/>
                    </a:lnTo>
                    <a:lnTo>
                      <a:pt x="2933" y="9329"/>
                    </a:lnTo>
                    <a:lnTo>
                      <a:pt x="3047" y="9462"/>
                    </a:lnTo>
                    <a:lnTo>
                      <a:pt x="3151" y="9597"/>
                    </a:lnTo>
                    <a:lnTo>
                      <a:pt x="3246" y="9723"/>
                    </a:lnTo>
                    <a:lnTo>
                      <a:pt x="3330" y="9831"/>
                    </a:lnTo>
                    <a:lnTo>
                      <a:pt x="3404" y="9908"/>
                    </a:lnTo>
                    <a:lnTo>
                      <a:pt x="3464" y="9957"/>
                    </a:lnTo>
                    <a:lnTo>
                      <a:pt x="3510" y="9988"/>
                    </a:lnTo>
                    <a:lnTo>
                      <a:pt x="3546" y="10000"/>
                    </a:lnTo>
                    <a:lnTo>
                      <a:pt x="3576" y="9991"/>
                    </a:lnTo>
                    <a:lnTo>
                      <a:pt x="3605" y="9960"/>
                    </a:lnTo>
                    <a:lnTo>
                      <a:pt x="3636" y="9908"/>
                    </a:lnTo>
                    <a:lnTo>
                      <a:pt x="3670" y="9830"/>
                    </a:lnTo>
                    <a:lnTo>
                      <a:pt x="3701" y="9727"/>
                    </a:lnTo>
                    <a:lnTo>
                      <a:pt x="3731" y="9602"/>
                    </a:lnTo>
                    <a:lnTo>
                      <a:pt x="3760" y="9460"/>
                    </a:lnTo>
                    <a:lnTo>
                      <a:pt x="3789" y="9302"/>
                    </a:lnTo>
                    <a:lnTo>
                      <a:pt x="3817" y="9134"/>
                    </a:lnTo>
                    <a:lnTo>
                      <a:pt x="3845" y="8946"/>
                    </a:lnTo>
                    <a:lnTo>
                      <a:pt x="3872" y="8736"/>
                    </a:lnTo>
                    <a:lnTo>
                      <a:pt x="3899" y="8511"/>
                    </a:lnTo>
                    <a:lnTo>
                      <a:pt x="3925" y="8279"/>
                    </a:lnTo>
                    <a:lnTo>
                      <a:pt x="3949" y="8050"/>
                    </a:lnTo>
                    <a:lnTo>
                      <a:pt x="3971" y="7831"/>
                    </a:lnTo>
                    <a:lnTo>
                      <a:pt x="3993" y="7623"/>
                    </a:lnTo>
                    <a:lnTo>
                      <a:pt x="4013" y="7420"/>
                    </a:lnTo>
                    <a:lnTo>
                      <a:pt x="4033" y="7218"/>
                    </a:lnTo>
                    <a:lnTo>
                      <a:pt x="4050" y="7017"/>
                    </a:lnTo>
                    <a:lnTo>
                      <a:pt x="4064" y="6813"/>
                    </a:lnTo>
                    <a:lnTo>
                      <a:pt x="4075" y="6606"/>
                    </a:lnTo>
                    <a:lnTo>
                      <a:pt x="4082" y="6395"/>
                    </a:lnTo>
                    <a:lnTo>
                      <a:pt x="4086" y="6181"/>
                    </a:lnTo>
                    <a:lnTo>
                      <a:pt x="4088" y="5965"/>
                    </a:lnTo>
                    <a:lnTo>
                      <a:pt x="4086" y="5749"/>
                    </a:lnTo>
                    <a:lnTo>
                      <a:pt x="4082" y="5532"/>
                    </a:lnTo>
                    <a:lnTo>
                      <a:pt x="4075" y="5317"/>
                    </a:lnTo>
                    <a:lnTo>
                      <a:pt x="4065" y="5101"/>
                    </a:lnTo>
                    <a:lnTo>
                      <a:pt x="4053" y="4884"/>
                    </a:lnTo>
                    <a:lnTo>
                      <a:pt x="4038" y="4668"/>
                    </a:lnTo>
                    <a:lnTo>
                      <a:pt x="4019" y="4452"/>
                    </a:lnTo>
                    <a:lnTo>
                      <a:pt x="3997" y="4238"/>
                    </a:lnTo>
                    <a:lnTo>
                      <a:pt x="3971" y="4027"/>
                    </a:lnTo>
                    <a:lnTo>
                      <a:pt x="3942" y="3817"/>
                    </a:lnTo>
                    <a:lnTo>
                      <a:pt x="3909" y="3608"/>
                    </a:lnTo>
                    <a:lnTo>
                      <a:pt x="3873" y="3401"/>
                    </a:lnTo>
                    <a:lnTo>
                      <a:pt x="3833" y="3196"/>
                    </a:lnTo>
                    <a:lnTo>
                      <a:pt x="3789" y="2996"/>
                    </a:lnTo>
                    <a:lnTo>
                      <a:pt x="3739" y="2802"/>
                    </a:lnTo>
                    <a:lnTo>
                      <a:pt x="3685" y="2612"/>
                    </a:lnTo>
                    <a:lnTo>
                      <a:pt x="3627" y="2426"/>
                    </a:lnTo>
                    <a:lnTo>
                      <a:pt x="3564" y="2243"/>
                    </a:lnTo>
                    <a:lnTo>
                      <a:pt x="3497" y="2066"/>
                    </a:lnTo>
                    <a:lnTo>
                      <a:pt x="3426" y="1896"/>
                    </a:lnTo>
                    <a:lnTo>
                      <a:pt x="3353" y="1732"/>
                    </a:lnTo>
                    <a:lnTo>
                      <a:pt x="3276" y="1574"/>
                    </a:lnTo>
                    <a:lnTo>
                      <a:pt x="3195" y="1422"/>
                    </a:lnTo>
                    <a:lnTo>
                      <a:pt x="3111" y="1276"/>
                    </a:lnTo>
                    <a:lnTo>
                      <a:pt x="3023" y="1137"/>
                    </a:lnTo>
                    <a:lnTo>
                      <a:pt x="2932" y="1005"/>
                    </a:lnTo>
                    <a:lnTo>
                      <a:pt x="2837" y="880"/>
                    </a:lnTo>
                    <a:lnTo>
                      <a:pt x="2738" y="763"/>
                    </a:lnTo>
                    <a:lnTo>
                      <a:pt x="2634" y="652"/>
                    </a:lnTo>
                    <a:lnTo>
                      <a:pt x="2527" y="548"/>
                    </a:lnTo>
                    <a:lnTo>
                      <a:pt x="2418" y="453"/>
                    </a:lnTo>
                    <a:lnTo>
                      <a:pt x="2306" y="365"/>
                    </a:lnTo>
                    <a:lnTo>
                      <a:pt x="2192" y="287"/>
                    </a:lnTo>
                    <a:lnTo>
                      <a:pt x="2073" y="217"/>
                    </a:lnTo>
                    <a:lnTo>
                      <a:pt x="1946" y="154"/>
                    </a:lnTo>
                    <a:lnTo>
                      <a:pt x="1817" y="99"/>
                    </a:lnTo>
                    <a:lnTo>
                      <a:pt x="1691" y="54"/>
                    </a:lnTo>
                    <a:lnTo>
                      <a:pt x="1573" y="22"/>
                    </a:lnTo>
                    <a:lnTo>
                      <a:pt x="1470" y="4"/>
                    </a:lnTo>
                    <a:lnTo>
                      <a:pt x="1382" y="0"/>
                    </a:lnTo>
                    <a:lnTo>
                      <a:pt x="1306" y="8"/>
                    </a:lnTo>
                    <a:lnTo>
                      <a:pt x="1238" y="29"/>
                    </a:lnTo>
                    <a:lnTo>
                      <a:pt x="1176" y="62"/>
                    </a:lnTo>
                    <a:lnTo>
                      <a:pt x="1117" y="105"/>
                    </a:lnTo>
                    <a:lnTo>
                      <a:pt x="1058" y="158"/>
                    </a:lnTo>
                    <a:lnTo>
                      <a:pt x="1000" y="221"/>
                    </a:lnTo>
                    <a:lnTo>
                      <a:pt x="948" y="292"/>
                    </a:lnTo>
                    <a:lnTo>
                      <a:pt x="898" y="374"/>
                    </a:lnTo>
                    <a:lnTo>
                      <a:pt x="849" y="469"/>
                    </a:lnTo>
                    <a:lnTo>
                      <a:pt x="800" y="577"/>
                    </a:lnTo>
                    <a:lnTo>
                      <a:pt x="748" y="700"/>
                    </a:lnTo>
                    <a:lnTo>
                      <a:pt x="693" y="839"/>
                    </a:lnTo>
                    <a:lnTo>
                      <a:pt x="635" y="994"/>
                    </a:lnTo>
                    <a:lnTo>
                      <a:pt x="577" y="1163"/>
                    </a:lnTo>
                    <a:lnTo>
                      <a:pt x="520" y="1343"/>
                    </a:lnTo>
                    <a:lnTo>
                      <a:pt x="465" y="1533"/>
                    </a:lnTo>
                    <a:lnTo>
                      <a:pt x="413" y="1732"/>
                    </a:lnTo>
                    <a:lnTo>
                      <a:pt x="364" y="1943"/>
                    </a:lnTo>
                    <a:lnTo>
                      <a:pt x="317" y="2168"/>
                    </a:lnTo>
                    <a:lnTo>
                      <a:pt x="273" y="2404"/>
                    </a:lnTo>
                    <a:lnTo>
                      <a:pt x="230" y="2645"/>
                    </a:lnTo>
                    <a:lnTo>
                      <a:pt x="191" y="2887"/>
                    </a:lnTo>
                    <a:lnTo>
                      <a:pt x="155" y="3124"/>
                    </a:lnTo>
                    <a:lnTo>
                      <a:pt x="118" y="3359"/>
                    </a:lnTo>
                    <a:lnTo>
                      <a:pt x="80" y="3595"/>
                    </a:lnTo>
                    <a:lnTo>
                      <a:pt x="44" y="3832"/>
                    </a:lnTo>
                    <a:lnTo>
                      <a:pt x="16" y="4069"/>
                    </a:lnTo>
                    <a:lnTo>
                      <a:pt x="0" y="4306"/>
                    </a:lnTo>
                    <a:lnTo>
                      <a:pt x="0" y="4543"/>
                    </a:lnTo>
                    <a:lnTo>
                      <a:pt x="22" y="4779"/>
                    </a:lnTo>
                    <a:lnTo>
                      <a:pt x="63" y="5016"/>
                    </a:lnTo>
                    <a:lnTo>
                      <a:pt x="116" y="5252"/>
                    </a:lnTo>
                    <a:lnTo>
                      <a:pt x="175" y="5489"/>
                    </a:lnTo>
                    <a:lnTo>
                      <a:pt x="233" y="5725"/>
                    </a:lnTo>
                    <a:lnTo>
                      <a:pt x="284" y="5961"/>
                    </a:lnTo>
                    <a:lnTo>
                      <a:pt x="330" y="6194"/>
                    </a:lnTo>
                    <a:lnTo>
                      <a:pt x="378" y="6422"/>
                    </a:lnTo>
                    <a:lnTo>
                      <a:pt x="424" y="6650"/>
                    </a:lnTo>
                    <a:lnTo>
                      <a:pt x="468" y="6882"/>
                    </a:lnTo>
                    <a:lnTo>
                      <a:pt x="508" y="7124"/>
                    </a:lnTo>
                    <a:lnTo>
                      <a:pt x="542" y="7380"/>
                    </a:lnTo>
                    <a:lnTo>
                      <a:pt x="574" y="7677"/>
                    </a:lnTo>
                    <a:lnTo>
                      <a:pt x="608" y="8017"/>
                    </a:lnTo>
                    <a:lnTo>
                      <a:pt x="637" y="8367"/>
                    </a:lnTo>
                    <a:lnTo>
                      <a:pt x="650" y="858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10209980" y="129492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10282657" y="149047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sp>
          <p:nvSpPr>
            <p:cNvPr id="57" name="G2 Costillas"/>
            <p:cNvSpPr/>
            <p:nvPr/>
          </p:nvSpPr>
          <p:spPr>
            <a:xfrm>
              <a:off x="8762695" y="1243584"/>
              <a:ext cx="2454250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57150" cap="rnd">
              <a:solidFill>
                <a:srgbClr val="B5B5B5"/>
              </a:solidFill>
              <a:round/>
            </a:ln>
          </p:spPr>
        </p:sp>
        <p:sp>
          <p:nvSpPr>
            <p:cNvPr id="58" name="G2 Mediastino"/>
            <p:cNvSpPr/>
            <p:nvPr/>
          </p:nvSpPr>
          <p:spPr>
            <a:xfrm>
              <a:off x="9515704" y="1175004"/>
              <a:ext cx="1065367" cy="2016252"/>
            </a:xfrm>
            <a:custGeom>
              <a:avLst/>
              <a:gdLst/>
              <a:ahLst/>
              <a:cxnLst/>
              <a:rect l="0" t="0" r="r" b="b"/>
              <a:pathLst>
                <a:path w="5197" h="10000">
                  <a:moveTo>
                    <a:pt x="4137" y="68"/>
                  </a:moveTo>
                  <a:lnTo>
                    <a:pt x="3861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7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4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50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40" y="3481"/>
                  </a:lnTo>
                  <a:lnTo>
                    <a:pt x="1240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3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9" y="4983"/>
                  </a:lnTo>
                  <a:lnTo>
                    <a:pt x="1419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9" y="7228"/>
                  </a:lnTo>
                  <a:lnTo>
                    <a:pt x="1601" y="7391"/>
                  </a:lnTo>
                  <a:lnTo>
                    <a:pt x="1592" y="7489"/>
                  </a:lnTo>
                  <a:lnTo>
                    <a:pt x="1581" y="7676"/>
                  </a:lnTo>
                  <a:lnTo>
                    <a:pt x="1579" y="7866"/>
                  </a:lnTo>
                  <a:lnTo>
                    <a:pt x="1586" y="8053"/>
                  </a:lnTo>
                  <a:lnTo>
                    <a:pt x="1605" y="8231"/>
                  </a:lnTo>
                  <a:lnTo>
                    <a:pt x="1632" y="8407"/>
                  </a:lnTo>
                  <a:lnTo>
                    <a:pt x="1665" y="8588"/>
                  </a:lnTo>
                  <a:lnTo>
                    <a:pt x="1694" y="8704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7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9" y="9845"/>
                  </a:lnTo>
                  <a:lnTo>
                    <a:pt x="1645" y="9848"/>
                  </a:lnTo>
                  <a:lnTo>
                    <a:pt x="1640" y="9851"/>
                  </a:lnTo>
                  <a:lnTo>
                    <a:pt x="1636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1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6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7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621"/>
                  </a:lnTo>
                  <a:lnTo>
                    <a:pt x="4656" y="9611"/>
                  </a:lnTo>
                  <a:lnTo>
                    <a:pt x="4787" y="9545"/>
                  </a:lnTo>
                  <a:lnTo>
                    <a:pt x="4897" y="9455"/>
                  </a:lnTo>
                  <a:lnTo>
                    <a:pt x="4987" y="9337"/>
                  </a:lnTo>
                  <a:lnTo>
                    <a:pt x="5060" y="9193"/>
                  </a:lnTo>
                  <a:lnTo>
                    <a:pt x="5117" y="9030"/>
                  </a:lnTo>
                  <a:lnTo>
                    <a:pt x="5158" y="8856"/>
                  </a:lnTo>
                  <a:lnTo>
                    <a:pt x="5184" y="8677"/>
                  </a:lnTo>
                  <a:lnTo>
                    <a:pt x="5197" y="8503"/>
                  </a:lnTo>
                  <a:lnTo>
                    <a:pt x="5193" y="8327"/>
                  </a:lnTo>
                  <a:lnTo>
                    <a:pt x="5173" y="8143"/>
                  </a:lnTo>
                  <a:lnTo>
                    <a:pt x="5138" y="7954"/>
                  </a:lnTo>
                  <a:lnTo>
                    <a:pt x="5090" y="7767"/>
                  </a:lnTo>
                  <a:lnTo>
                    <a:pt x="5032" y="7586"/>
                  </a:lnTo>
                  <a:lnTo>
                    <a:pt x="4965" y="7414"/>
                  </a:lnTo>
                  <a:lnTo>
                    <a:pt x="4888" y="7251"/>
                  </a:lnTo>
                  <a:lnTo>
                    <a:pt x="4797" y="7089"/>
                  </a:lnTo>
                  <a:lnTo>
                    <a:pt x="4696" y="6934"/>
                  </a:lnTo>
                  <a:lnTo>
                    <a:pt x="4586" y="6787"/>
                  </a:lnTo>
                  <a:lnTo>
                    <a:pt x="4471" y="6652"/>
                  </a:lnTo>
                  <a:lnTo>
                    <a:pt x="4353" y="6530"/>
                  </a:lnTo>
                  <a:lnTo>
                    <a:pt x="4230" y="6424"/>
                  </a:lnTo>
                  <a:lnTo>
                    <a:pt x="4101" y="6330"/>
                  </a:lnTo>
                  <a:lnTo>
                    <a:pt x="3966" y="6247"/>
                  </a:lnTo>
                  <a:lnTo>
                    <a:pt x="3826" y="6174"/>
                  </a:lnTo>
                  <a:lnTo>
                    <a:pt x="3683" y="6110"/>
                  </a:lnTo>
                  <a:lnTo>
                    <a:pt x="3537" y="6054"/>
                  </a:lnTo>
                  <a:lnTo>
                    <a:pt x="3383" y="6002"/>
                  </a:lnTo>
                  <a:lnTo>
                    <a:pt x="3302" y="5978"/>
                  </a:lnTo>
                  <a:lnTo>
                    <a:pt x="3251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7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200" y="4731"/>
                  </a:lnTo>
                  <a:lnTo>
                    <a:pt x="3229" y="4481"/>
                  </a:lnTo>
                  <a:lnTo>
                    <a:pt x="3230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7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7" y="3226"/>
                  </a:lnTo>
                  <a:lnTo>
                    <a:pt x="3427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9" y="2722"/>
                  </a:lnTo>
                  <a:lnTo>
                    <a:pt x="3519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20" y="2259"/>
                  </a:lnTo>
                  <a:lnTo>
                    <a:pt x="3620" y="2258"/>
                  </a:lnTo>
                  <a:lnTo>
                    <a:pt x="3675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4" y="1845"/>
                  </a:lnTo>
                  <a:lnTo>
                    <a:pt x="3794" y="1655"/>
                  </a:lnTo>
                  <a:lnTo>
                    <a:pt x="3795" y="1654"/>
                  </a:lnTo>
                  <a:lnTo>
                    <a:pt x="3856" y="1476"/>
                  </a:lnTo>
                  <a:lnTo>
                    <a:pt x="3857" y="1475"/>
                  </a:lnTo>
                  <a:lnTo>
                    <a:pt x="3917" y="1311"/>
                  </a:lnTo>
                  <a:lnTo>
                    <a:pt x="3918" y="1310"/>
                  </a:lnTo>
                  <a:lnTo>
                    <a:pt x="3976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2" y="1031"/>
                  </a:lnTo>
                  <a:lnTo>
                    <a:pt x="4084" y="917"/>
                  </a:lnTo>
                  <a:lnTo>
                    <a:pt x="4085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1" y="725"/>
                  </a:lnTo>
                  <a:lnTo>
                    <a:pt x="4193" y="721"/>
                  </a:lnTo>
                  <a:lnTo>
                    <a:pt x="4249" y="645"/>
                  </a:lnTo>
                  <a:lnTo>
                    <a:pt x="4253" y="641"/>
                  </a:lnTo>
                  <a:lnTo>
                    <a:pt x="4313" y="575"/>
                  </a:lnTo>
                  <a:lnTo>
                    <a:pt x="4317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6" y="466"/>
                  </a:lnTo>
                  <a:lnTo>
                    <a:pt x="4449" y="464"/>
                  </a:lnTo>
                  <a:lnTo>
                    <a:pt x="4453" y="462"/>
                  </a:lnTo>
                  <a:lnTo>
                    <a:pt x="4518" y="427"/>
                  </a:lnTo>
                  <a:lnTo>
                    <a:pt x="4523" y="425"/>
                  </a:lnTo>
                  <a:lnTo>
                    <a:pt x="4527" y="424"/>
                  </a:lnTo>
                  <a:lnTo>
                    <a:pt x="4599" y="402"/>
                  </a:lnTo>
                  <a:lnTo>
                    <a:pt x="4604" y="400"/>
                  </a:lnTo>
                  <a:lnTo>
                    <a:pt x="4609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lnTo>
                    <a:pt x="4137" y="68"/>
                  </a:lnTo>
                  <a:close/>
                </a:path>
              </a:pathLst>
            </a:custGeom>
            <a:gradFill rotWithShape="1">
              <a:gsLst>
                <a:gs pos="0">
                  <a:srgbClr val="F2F2F2"/>
                </a:gs>
                <a:gs pos="100000">
                  <a:srgbClr val="C8C8C8"/>
                </a:gs>
              </a:gsLst>
              <a:path path="circle">
                <a:fillToRect l="50000" t="60000" r="50000" b="40000"/>
              </a:path>
            </a:gradFill>
            <a:ln>
              <a:noFill/>
            </a:ln>
          </p:spPr>
        </p:sp>
        <p:sp>
          <p:nvSpPr>
            <p:cNvPr id="59" name="G2 Traquea"/>
            <p:cNvSpPr/>
            <p:nvPr/>
          </p:nvSpPr>
          <p:spPr>
            <a:xfrm>
              <a:off x="9989820" y="1024128"/>
              <a:ext cx="2789" cy="822960"/>
            </a:xfrm>
            <a:custGeom>
              <a:avLst/>
              <a:gdLst/>
              <a:ahLst/>
              <a:cxnLst/>
              <a:rect l="0" t="0" r="r" b="b"/>
              <a:pathLst>
                <a:path w="10" h="3000" fill="none">
                  <a:moveTo>
                    <a:pt x="0" y="0"/>
                  </a:moveTo>
                  <a:lnTo>
                    <a:pt x="0" y="176"/>
                  </a:lnTo>
                  <a:lnTo>
                    <a:pt x="0" y="422"/>
                  </a:lnTo>
                  <a:lnTo>
                    <a:pt x="0" y="712"/>
                  </a:lnTo>
                  <a:lnTo>
                    <a:pt x="0" y="1022"/>
                  </a:lnTo>
                  <a:lnTo>
                    <a:pt x="0" y="1326"/>
                  </a:lnTo>
                  <a:lnTo>
                    <a:pt x="0" y="1600"/>
                  </a:lnTo>
                  <a:lnTo>
                    <a:pt x="0" y="1861"/>
                  </a:lnTo>
                  <a:lnTo>
                    <a:pt x="0" y="2133"/>
                  </a:lnTo>
                  <a:lnTo>
                    <a:pt x="0" y="2400"/>
                  </a:lnTo>
                  <a:lnTo>
                    <a:pt x="0" y="2644"/>
                  </a:lnTo>
                  <a:lnTo>
                    <a:pt x="0" y="2850"/>
                  </a:lnTo>
                  <a:lnTo>
                    <a:pt x="0" y="3000"/>
                  </a:lnTo>
                </a:path>
              </a:pathLst>
            </a:custGeom>
            <a:noFill/>
            <a:ln w="114300" cap="rnd">
              <a:solidFill>
                <a:srgbClr val="2A2A2A"/>
              </a:solidFill>
              <a:round/>
            </a:ln>
          </p:spPr>
        </p:sp>
        <p:sp>
          <p:nvSpPr>
            <p:cNvPr id="60" name="G2 AireD"/>
            <p:cNvSpPr/>
            <p:nvPr/>
          </p:nvSpPr>
          <p:spPr>
            <a:xfrm>
              <a:off x="8916086" y="126466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813" y="6167"/>
                  </a:moveTo>
                  <a:lnTo>
                    <a:pt x="2811" y="6169"/>
                  </a:lnTo>
                  <a:lnTo>
                    <a:pt x="2809" y="6170"/>
                  </a:lnTo>
                  <a:lnTo>
                    <a:pt x="2806" y="6171"/>
                  </a:lnTo>
                  <a:lnTo>
                    <a:pt x="2804" y="6172"/>
                  </a:lnTo>
                  <a:lnTo>
                    <a:pt x="2801" y="6173"/>
                  </a:lnTo>
                  <a:lnTo>
                    <a:pt x="2799" y="6173"/>
                  </a:lnTo>
                  <a:lnTo>
                    <a:pt x="2796" y="6173"/>
                  </a:lnTo>
                  <a:lnTo>
                    <a:pt x="2793" y="6173"/>
                  </a:lnTo>
                  <a:lnTo>
                    <a:pt x="2791" y="6173"/>
                  </a:lnTo>
                  <a:lnTo>
                    <a:pt x="2788" y="6172"/>
                  </a:lnTo>
                  <a:lnTo>
                    <a:pt x="2786" y="6171"/>
                  </a:lnTo>
                  <a:lnTo>
                    <a:pt x="2783" y="6170"/>
                  </a:lnTo>
                  <a:lnTo>
                    <a:pt x="2781" y="6169"/>
                  </a:lnTo>
                  <a:lnTo>
                    <a:pt x="2779" y="6167"/>
                  </a:lnTo>
                  <a:lnTo>
                    <a:pt x="2777" y="6165"/>
                  </a:lnTo>
                  <a:lnTo>
                    <a:pt x="2775" y="6163"/>
                  </a:lnTo>
                  <a:lnTo>
                    <a:pt x="2774" y="6161"/>
                  </a:lnTo>
                  <a:lnTo>
                    <a:pt x="2773" y="6159"/>
                  </a:lnTo>
                  <a:lnTo>
                    <a:pt x="2771" y="6156"/>
                  </a:lnTo>
                  <a:lnTo>
                    <a:pt x="2767" y="6145"/>
                  </a:lnTo>
                  <a:lnTo>
                    <a:pt x="2766" y="6142"/>
                  </a:lnTo>
                  <a:lnTo>
                    <a:pt x="2757" y="6111"/>
                  </a:lnTo>
                  <a:lnTo>
                    <a:pt x="2757" y="6110"/>
                  </a:lnTo>
                  <a:lnTo>
                    <a:pt x="2748" y="6071"/>
                  </a:lnTo>
                  <a:lnTo>
                    <a:pt x="2748" y="6071"/>
                  </a:lnTo>
                  <a:lnTo>
                    <a:pt x="2739" y="6027"/>
                  </a:lnTo>
                  <a:lnTo>
                    <a:pt x="2739" y="6026"/>
                  </a:lnTo>
                  <a:lnTo>
                    <a:pt x="2730" y="5980"/>
                  </a:lnTo>
                  <a:lnTo>
                    <a:pt x="2722" y="5934"/>
                  </a:lnTo>
                  <a:lnTo>
                    <a:pt x="2713" y="5889"/>
                  </a:lnTo>
                  <a:lnTo>
                    <a:pt x="2713" y="5888"/>
                  </a:lnTo>
                  <a:lnTo>
                    <a:pt x="2705" y="5841"/>
                  </a:lnTo>
                  <a:lnTo>
                    <a:pt x="2705" y="5841"/>
                  </a:lnTo>
                  <a:lnTo>
                    <a:pt x="2697" y="5792"/>
                  </a:lnTo>
                  <a:lnTo>
                    <a:pt x="2697" y="5791"/>
                  </a:lnTo>
                  <a:lnTo>
                    <a:pt x="2689" y="5741"/>
                  </a:lnTo>
                  <a:lnTo>
                    <a:pt x="2689" y="5740"/>
                  </a:lnTo>
                  <a:lnTo>
                    <a:pt x="2681" y="5687"/>
                  </a:lnTo>
                  <a:lnTo>
                    <a:pt x="2681" y="5687"/>
                  </a:lnTo>
                  <a:lnTo>
                    <a:pt x="2675" y="5632"/>
                  </a:lnTo>
                  <a:lnTo>
                    <a:pt x="2675" y="5632"/>
                  </a:lnTo>
                  <a:lnTo>
                    <a:pt x="2668" y="5574"/>
                  </a:lnTo>
                  <a:lnTo>
                    <a:pt x="2668" y="5574"/>
                  </a:lnTo>
                  <a:lnTo>
                    <a:pt x="2662" y="5514"/>
                  </a:lnTo>
                  <a:lnTo>
                    <a:pt x="2662" y="5513"/>
                  </a:lnTo>
                  <a:lnTo>
                    <a:pt x="2656" y="5451"/>
                  </a:lnTo>
                  <a:lnTo>
                    <a:pt x="2656" y="5451"/>
                  </a:lnTo>
                  <a:lnTo>
                    <a:pt x="2651" y="5388"/>
                  </a:lnTo>
                  <a:lnTo>
                    <a:pt x="2651" y="5387"/>
                  </a:lnTo>
                  <a:lnTo>
                    <a:pt x="2646" y="5323"/>
                  </a:lnTo>
                  <a:lnTo>
                    <a:pt x="2646" y="5323"/>
                  </a:lnTo>
                  <a:lnTo>
                    <a:pt x="2643" y="5259"/>
                  </a:lnTo>
                  <a:lnTo>
                    <a:pt x="2643" y="5259"/>
                  </a:lnTo>
                  <a:lnTo>
                    <a:pt x="2641" y="5195"/>
                  </a:lnTo>
                  <a:lnTo>
                    <a:pt x="2641" y="5195"/>
                  </a:lnTo>
                  <a:lnTo>
                    <a:pt x="2640" y="5130"/>
                  </a:lnTo>
                  <a:lnTo>
                    <a:pt x="2640" y="5129"/>
                  </a:lnTo>
                  <a:lnTo>
                    <a:pt x="2639" y="5064"/>
                  </a:lnTo>
                  <a:lnTo>
                    <a:pt x="2639" y="5064"/>
                  </a:lnTo>
                  <a:lnTo>
                    <a:pt x="2640" y="4998"/>
                  </a:lnTo>
                  <a:lnTo>
                    <a:pt x="2640" y="4998"/>
                  </a:lnTo>
                  <a:lnTo>
                    <a:pt x="2641" y="4932"/>
                  </a:lnTo>
                  <a:lnTo>
                    <a:pt x="2641" y="4932"/>
                  </a:lnTo>
                  <a:lnTo>
                    <a:pt x="2643" y="4867"/>
                  </a:lnTo>
                  <a:lnTo>
                    <a:pt x="2643" y="4866"/>
                  </a:lnTo>
                  <a:lnTo>
                    <a:pt x="2646" y="4801"/>
                  </a:lnTo>
                  <a:lnTo>
                    <a:pt x="2646" y="4801"/>
                  </a:lnTo>
                  <a:lnTo>
                    <a:pt x="2650" y="4735"/>
                  </a:lnTo>
                  <a:lnTo>
                    <a:pt x="2650" y="4735"/>
                  </a:lnTo>
                  <a:lnTo>
                    <a:pt x="2654" y="4669"/>
                  </a:lnTo>
                  <a:lnTo>
                    <a:pt x="2654" y="4669"/>
                  </a:lnTo>
                  <a:lnTo>
                    <a:pt x="2660" y="4604"/>
                  </a:lnTo>
                  <a:lnTo>
                    <a:pt x="2660" y="4603"/>
                  </a:lnTo>
                  <a:lnTo>
                    <a:pt x="2667" y="4539"/>
                  </a:lnTo>
                  <a:lnTo>
                    <a:pt x="2667" y="4538"/>
                  </a:lnTo>
                  <a:lnTo>
                    <a:pt x="2675" y="4474"/>
                  </a:lnTo>
                  <a:lnTo>
                    <a:pt x="2675" y="4474"/>
                  </a:lnTo>
                  <a:lnTo>
                    <a:pt x="2683" y="4411"/>
                  </a:lnTo>
                  <a:lnTo>
                    <a:pt x="2684" y="4410"/>
                  </a:lnTo>
                  <a:lnTo>
                    <a:pt x="2693" y="4347"/>
                  </a:lnTo>
                  <a:lnTo>
                    <a:pt x="2693" y="4346"/>
                  </a:lnTo>
                  <a:lnTo>
                    <a:pt x="2704" y="4284"/>
                  </a:lnTo>
                  <a:lnTo>
                    <a:pt x="2704" y="4283"/>
                  </a:lnTo>
                  <a:lnTo>
                    <a:pt x="2717" y="4222"/>
                  </a:lnTo>
                  <a:lnTo>
                    <a:pt x="2717" y="4221"/>
                  </a:lnTo>
                  <a:lnTo>
                    <a:pt x="2730" y="4161"/>
                  </a:lnTo>
                  <a:lnTo>
                    <a:pt x="2730" y="4161"/>
                  </a:lnTo>
                  <a:lnTo>
                    <a:pt x="2745" y="4102"/>
                  </a:lnTo>
                  <a:lnTo>
                    <a:pt x="2745" y="4102"/>
                  </a:lnTo>
                  <a:lnTo>
                    <a:pt x="2761" y="4045"/>
                  </a:lnTo>
                  <a:lnTo>
                    <a:pt x="2761" y="4044"/>
                  </a:lnTo>
                  <a:lnTo>
                    <a:pt x="2779" y="3988"/>
                  </a:lnTo>
                  <a:lnTo>
                    <a:pt x="2779" y="3988"/>
                  </a:lnTo>
                  <a:lnTo>
                    <a:pt x="2798" y="3933"/>
                  </a:lnTo>
                  <a:lnTo>
                    <a:pt x="2798" y="3932"/>
                  </a:lnTo>
                  <a:lnTo>
                    <a:pt x="2818" y="3880"/>
                  </a:lnTo>
                  <a:lnTo>
                    <a:pt x="2819" y="3879"/>
                  </a:lnTo>
                  <a:lnTo>
                    <a:pt x="2840" y="3828"/>
                  </a:lnTo>
                  <a:lnTo>
                    <a:pt x="2840" y="3827"/>
                  </a:lnTo>
                  <a:lnTo>
                    <a:pt x="2862" y="3778"/>
                  </a:lnTo>
                  <a:lnTo>
                    <a:pt x="2862" y="3777"/>
                  </a:lnTo>
                  <a:lnTo>
                    <a:pt x="2885" y="3731"/>
                  </a:lnTo>
                  <a:lnTo>
                    <a:pt x="2886" y="3730"/>
                  </a:lnTo>
                  <a:lnTo>
                    <a:pt x="2910" y="3685"/>
                  </a:lnTo>
                  <a:lnTo>
                    <a:pt x="2910" y="3684"/>
                  </a:lnTo>
                  <a:lnTo>
                    <a:pt x="2935" y="3641"/>
                  </a:lnTo>
                  <a:lnTo>
                    <a:pt x="2935" y="3640"/>
                  </a:lnTo>
                  <a:lnTo>
                    <a:pt x="2961" y="3599"/>
                  </a:lnTo>
                  <a:lnTo>
                    <a:pt x="2962" y="3598"/>
                  </a:lnTo>
                  <a:lnTo>
                    <a:pt x="2989" y="3559"/>
                  </a:lnTo>
                  <a:lnTo>
                    <a:pt x="2989" y="3558"/>
                  </a:lnTo>
                  <a:lnTo>
                    <a:pt x="3017" y="3522"/>
                  </a:lnTo>
                  <a:lnTo>
                    <a:pt x="3018" y="3521"/>
                  </a:lnTo>
                  <a:lnTo>
                    <a:pt x="3047" y="3487"/>
                  </a:lnTo>
                  <a:lnTo>
                    <a:pt x="3048" y="3486"/>
                  </a:lnTo>
                  <a:lnTo>
                    <a:pt x="3078" y="3453"/>
                  </a:lnTo>
                  <a:lnTo>
                    <a:pt x="3079" y="3452"/>
                  </a:lnTo>
                  <a:lnTo>
                    <a:pt x="3110" y="3422"/>
                  </a:lnTo>
                  <a:lnTo>
                    <a:pt x="3111" y="3421"/>
                  </a:lnTo>
                  <a:lnTo>
                    <a:pt x="3143" y="3393"/>
                  </a:lnTo>
                  <a:lnTo>
                    <a:pt x="3144" y="3392"/>
                  </a:lnTo>
                  <a:lnTo>
                    <a:pt x="3176" y="3367"/>
                  </a:lnTo>
                  <a:lnTo>
                    <a:pt x="3177" y="3366"/>
                  </a:lnTo>
                  <a:lnTo>
                    <a:pt x="3210" y="3344"/>
                  </a:lnTo>
                  <a:lnTo>
                    <a:pt x="3211" y="3343"/>
                  </a:lnTo>
                  <a:lnTo>
                    <a:pt x="3245" y="3323"/>
                  </a:lnTo>
                  <a:lnTo>
                    <a:pt x="3247" y="3322"/>
                  </a:lnTo>
                  <a:lnTo>
                    <a:pt x="3283" y="3304"/>
                  </a:lnTo>
                  <a:lnTo>
                    <a:pt x="3285" y="3304"/>
                  </a:lnTo>
                  <a:lnTo>
                    <a:pt x="3322" y="3288"/>
                  </a:lnTo>
                  <a:lnTo>
                    <a:pt x="3323" y="3287"/>
                  </a:lnTo>
                  <a:lnTo>
                    <a:pt x="3359" y="3275"/>
                  </a:lnTo>
                  <a:lnTo>
                    <a:pt x="3361" y="3274"/>
                  </a:lnTo>
                  <a:lnTo>
                    <a:pt x="3393" y="3265"/>
                  </a:lnTo>
                  <a:lnTo>
                    <a:pt x="3395" y="3265"/>
                  </a:lnTo>
                  <a:lnTo>
                    <a:pt x="3422" y="3260"/>
                  </a:lnTo>
                  <a:lnTo>
                    <a:pt x="3426" y="3259"/>
                  </a:lnTo>
                  <a:lnTo>
                    <a:pt x="3446" y="3259"/>
                  </a:lnTo>
                  <a:lnTo>
                    <a:pt x="3448" y="3259"/>
                  </a:lnTo>
                  <a:lnTo>
                    <a:pt x="3450" y="3259"/>
                  </a:lnTo>
                  <a:lnTo>
                    <a:pt x="3466" y="3261"/>
                  </a:lnTo>
                  <a:lnTo>
                    <a:pt x="3469" y="3261"/>
                  </a:lnTo>
                  <a:lnTo>
                    <a:pt x="3471" y="3262"/>
                  </a:lnTo>
                  <a:lnTo>
                    <a:pt x="3484" y="3266"/>
                  </a:lnTo>
                  <a:lnTo>
                    <a:pt x="3487" y="3266"/>
                  </a:lnTo>
                  <a:lnTo>
                    <a:pt x="3489" y="3267"/>
                  </a:lnTo>
                  <a:lnTo>
                    <a:pt x="3501" y="3274"/>
                  </a:lnTo>
                  <a:lnTo>
                    <a:pt x="3503" y="3275"/>
                  </a:lnTo>
                  <a:lnTo>
                    <a:pt x="3505" y="3276"/>
                  </a:lnTo>
                  <a:lnTo>
                    <a:pt x="3518" y="3286"/>
                  </a:lnTo>
                  <a:lnTo>
                    <a:pt x="3520" y="3288"/>
                  </a:lnTo>
                  <a:lnTo>
                    <a:pt x="3535" y="3301"/>
                  </a:lnTo>
                  <a:lnTo>
                    <a:pt x="3537" y="3303"/>
                  </a:lnTo>
                  <a:lnTo>
                    <a:pt x="3552" y="3319"/>
                  </a:lnTo>
                  <a:lnTo>
                    <a:pt x="3554" y="3321"/>
                  </a:lnTo>
                  <a:lnTo>
                    <a:pt x="3567" y="3339"/>
                  </a:lnTo>
                  <a:lnTo>
                    <a:pt x="3568" y="3341"/>
                  </a:lnTo>
                  <a:lnTo>
                    <a:pt x="3582" y="3364"/>
                  </a:lnTo>
                  <a:lnTo>
                    <a:pt x="3583" y="3365"/>
                  </a:lnTo>
                  <a:lnTo>
                    <a:pt x="3596" y="3392"/>
                  </a:lnTo>
                  <a:lnTo>
                    <a:pt x="3597" y="3393"/>
                  </a:lnTo>
                  <a:lnTo>
                    <a:pt x="3611" y="3424"/>
                  </a:lnTo>
                  <a:lnTo>
                    <a:pt x="3612" y="3425"/>
                  </a:lnTo>
                  <a:lnTo>
                    <a:pt x="3627" y="3462"/>
                  </a:lnTo>
                  <a:lnTo>
                    <a:pt x="3627" y="3462"/>
                  </a:lnTo>
                  <a:lnTo>
                    <a:pt x="3644" y="3504"/>
                  </a:lnTo>
                  <a:lnTo>
                    <a:pt x="3644" y="3504"/>
                  </a:lnTo>
                  <a:lnTo>
                    <a:pt x="3661" y="3551"/>
                  </a:lnTo>
                  <a:lnTo>
                    <a:pt x="3661" y="3551"/>
                  </a:lnTo>
                  <a:lnTo>
                    <a:pt x="3679" y="3602"/>
                  </a:lnTo>
                  <a:lnTo>
                    <a:pt x="3679" y="3603"/>
                  </a:lnTo>
                  <a:lnTo>
                    <a:pt x="3696" y="3657"/>
                  </a:lnTo>
                  <a:lnTo>
                    <a:pt x="3696" y="3657"/>
                  </a:lnTo>
                  <a:lnTo>
                    <a:pt x="3713" y="3714"/>
                  </a:lnTo>
                  <a:lnTo>
                    <a:pt x="3713" y="3715"/>
                  </a:lnTo>
                  <a:lnTo>
                    <a:pt x="3729" y="3774"/>
                  </a:lnTo>
                  <a:lnTo>
                    <a:pt x="3729" y="3775"/>
                  </a:lnTo>
                  <a:lnTo>
                    <a:pt x="3744" y="3838"/>
                  </a:lnTo>
                  <a:lnTo>
                    <a:pt x="3744" y="3839"/>
                  </a:lnTo>
                  <a:lnTo>
                    <a:pt x="3758" y="3907"/>
                  </a:lnTo>
                  <a:lnTo>
                    <a:pt x="3758" y="3908"/>
                  </a:lnTo>
                  <a:lnTo>
                    <a:pt x="3771" y="3979"/>
                  </a:lnTo>
                  <a:lnTo>
                    <a:pt x="3771" y="3979"/>
                  </a:lnTo>
                  <a:lnTo>
                    <a:pt x="3784" y="4052"/>
                  </a:lnTo>
                  <a:lnTo>
                    <a:pt x="3784" y="4053"/>
                  </a:lnTo>
                  <a:lnTo>
                    <a:pt x="3796" y="4126"/>
                  </a:lnTo>
                  <a:lnTo>
                    <a:pt x="3796" y="4126"/>
                  </a:lnTo>
                  <a:lnTo>
                    <a:pt x="3807" y="4198"/>
                  </a:lnTo>
                  <a:lnTo>
                    <a:pt x="3807" y="4199"/>
                  </a:lnTo>
                  <a:lnTo>
                    <a:pt x="3817" y="4270"/>
                  </a:lnTo>
                  <a:lnTo>
                    <a:pt x="3817" y="4270"/>
                  </a:lnTo>
                  <a:lnTo>
                    <a:pt x="3826" y="4342"/>
                  </a:lnTo>
                  <a:lnTo>
                    <a:pt x="3826" y="4342"/>
                  </a:lnTo>
                  <a:lnTo>
                    <a:pt x="3834" y="4414"/>
                  </a:lnTo>
                  <a:lnTo>
                    <a:pt x="3834" y="4414"/>
                  </a:lnTo>
                  <a:lnTo>
                    <a:pt x="3841" y="4486"/>
                  </a:lnTo>
                  <a:lnTo>
                    <a:pt x="3841" y="4486"/>
                  </a:lnTo>
                  <a:lnTo>
                    <a:pt x="3848" y="4559"/>
                  </a:lnTo>
                  <a:lnTo>
                    <a:pt x="3848" y="4559"/>
                  </a:lnTo>
                  <a:lnTo>
                    <a:pt x="3854" y="4631"/>
                  </a:lnTo>
                  <a:lnTo>
                    <a:pt x="3854" y="4631"/>
                  </a:lnTo>
                  <a:lnTo>
                    <a:pt x="3861" y="4703"/>
                  </a:lnTo>
                  <a:lnTo>
                    <a:pt x="3861" y="4703"/>
                  </a:lnTo>
                  <a:lnTo>
                    <a:pt x="3866" y="4775"/>
                  </a:lnTo>
                  <a:lnTo>
                    <a:pt x="3866" y="4775"/>
                  </a:lnTo>
                  <a:lnTo>
                    <a:pt x="3871" y="4847"/>
                  </a:lnTo>
                  <a:lnTo>
                    <a:pt x="3871" y="4847"/>
                  </a:lnTo>
                  <a:lnTo>
                    <a:pt x="3876" y="4919"/>
                  </a:lnTo>
                  <a:lnTo>
                    <a:pt x="3881" y="4992"/>
                  </a:lnTo>
                  <a:lnTo>
                    <a:pt x="3886" y="5064"/>
                  </a:lnTo>
                  <a:lnTo>
                    <a:pt x="3891" y="5136"/>
                  </a:lnTo>
                  <a:lnTo>
                    <a:pt x="3897" y="5208"/>
                  </a:lnTo>
                  <a:lnTo>
                    <a:pt x="3903" y="5280"/>
                  </a:lnTo>
                  <a:lnTo>
                    <a:pt x="3903" y="5280"/>
                  </a:lnTo>
                  <a:lnTo>
                    <a:pt x="3908" y="5352"/>
                  </a:lnTo>
                  <a:lnTo>
                    <a:pt x="3908" y="5352"/>
                  </a:lnTo>
                  <a:lnTo>
                    <a:pt x="3913" y="5424"/>
                  </a:lnTo>
                  <a:lnTo>
                    <a:pt x="3913" y="5425"/>
                  </a:lnTo>
                  <a:lnTo>
                    <a:pt x="3917" y="5497"/>
                  </a:lnTo>
                  <a:lnTo>
                    <a:pt x="3917" y="5497"/>
                  </a:lnTo>
                  <a:lnTo>
                    <a:pt x="3923" y="5576"/>
                  </a:lnTo>
                  <a:lnTo>
                    <a:pt x="3923" y="5577"/>
                  </a:lnTo>
                  <a:lnTo>
                    <a:pt x="3930" y="5664"/>
                  </a:lnTo>
                  <a:lnTo>
                    <a:pt x="3930" y="5664"/>
                  </a:lnTo>
                  <a:lnTo>
                    <a:pt x="3936" y="5751"/>
                  </a:lnTo>
                  <a:lnTo>
                    <a:pt x="3936" y="5751"/>
                  </a:lnTo>
                  <a:lnTo>
                    <a:pt x="3940" y="5830"/>
                  </a:lnTo>
                  <a:lnTo>
                    <a:pt x="3940" y="5831"/>
                  </a:lnTo>
                  <a:lnTo>
                    <a:pt x="3940" y="5874"/>
                  </a:lnTo>
                  <a:lnTo>
                    <a:pt x="3940" y="5877"/>
                  </a:lnTo>
                  <a:lnTo>
                    <a:pt x="3939" y="5879"/>
                  </a:lnTo>
                  <a:lnTo>
                    <a:pt x="3939" y="5882"/>
                  </a:lnTo>
                  <a:lnTo>
                    <a:pt x="3938" y="5884"/>
                  </a:lnTo>
                  <a:lnTo>
                    <a:pt x="3937" y="5887"/>
                  </a:lnTo>
                  <a:lnTo>
                    <a:pt x="3935" y="5889"/>
                  </a:lnTo>
                  <a:lnTo>
                    <a:pt x="3934" y="5891"/>
                  </a:lnTo>
                  <a:lnTo>
                    <a:pt x="3932" y="5893"/>
                  </a:lnTo>
                  <a:lnTo>
                    <a:pt x="3930" y="5895"/>
                  </a:lnTo>
                  <a:lnTo>
                    <a:pt x="3928" y="5896"/>
                  </a:lnTo>
                  <a:lnTo>
                    <a:pt x="3926" y="5897"/>
                  </a:lnTo>
                  <a:lnTo>
                    <a:pt x="3924" y="5899"/>
                  </a:lnTo>
                  <a:lnTo>
                    <a:pt x="3921" y="5900"/>
                  </a:lnTo>
                  <a:lnTo>
                    <a:pt x="3919" y="5900"/>
                  </a:lnTo>
                  <a:lnTo>
                    <a:pt x="3916" y="5901"/>
                  </a:lnTo>
                  <a:lnTo>
                    <a:pt x="3914" y="5901"/>
                  </a:lnTo>
                  <a:lnTo>
                    <a:pt x="3911" y="5901"/>
                  </a:lnTo>
                  <a:lnTo>
                    <a:pt x="3908" y="5900"/>
                  </a:lnTo>
                  <a:lnTo>
                    <a:pt x="3906" y="5900"/>
                  </a:lnTo>
                  <a:lnTo>
                    <a:pt x="3904" y="5899"/>
                  </a:lnTo>
                  <a:lnTo>
                    <a:pt x="3901" y="5898"/>
                  </a:lnTo>
                  <a:lnTo>
                    <a:pt x="3899" y="5896"/>
                  </a:lnTo>
                  <a:lnTo>
                    <a:pt x="3897" y="5895"/>
                  </a:lnTo>
                  <a:lnTo>
                    <a:pt x="3895" y="5893"/>
                  </a:lnTo>
                  <a:lnTo>
                    <a:pt x="3893" y="5891"/>
                  </a:lnTo>
                  <a:lnTo>
                    <a:pt x="3881" y="5877"/>
                  </a:lnTo>
                  <a:lnTo>
                    <a:pt x="3880" y="5876"/>
                  </a:lnTo>
                  <a:lnTo>
                    <a:pt x="3852" y="5846"/>
                  </a:lnTo>
                  <a:lnTo>
                    <a:pt x="3850" y="5845"/>
                  </a:lnTo>
                  <a:lnTo>
                    <a:pt x="3848" y="5843"/>
                  </a:lnTo>
                  <a:lnTo>
                    <a:pt x="3818" y="5822"/>
                  </a:lnTo>
                  <a:lnTo>
                    <a:pt x="3817" y="5821"/>
                  </a:lnTo>
                  <a:lnTo>
                    <a:pt x="3815" y="5820"/>
                  </a:lnTo>
                  <a:lnTo>
                    <a:pt x="3782" y="5803"/>
                  </a:lnTo>
                  <a:lnTo>
                    <a:pt x="3782" y="5803"/>
                  </a:lnTo>
                  <a:lnTo>
                    <a:pt x="3745" y="5785"/>
                  </a:lnTo>
                  <a:lnTo>
                    <a:pt x="3744" y="5785"/>
                  </a:lnTo>
                  <a:lnTo>
                    <a:pt x="3705" y="5768"/>
                  </a:lnTo>
                  <a:lnTo>
                    <a:pt x="3704" y="5767"/>
                  </a:lnTo>
                  <a:lnTo>
                    <a:pt x="3663" y="5752"/>
                  </a:lnTo>
                  <a:lnTo>
                    <a:pt x="3661" y="5752"/>
                  </a:lnTo>
                  <a:lnTo>
                    <a:pt x="3620" y="5740"/>
                  </a:lnTo>
                  <a:lnTo>
                    <a:pt x="3617" y="5739"/>
                  </a:lnTo>
                  <a:lnTo>
                    <a:pt x="3575" y="5732"/>
                  </a:lnTo>
                  <a:lnTo>
                    <a:pt x="3572" y="5731"/>
                  </a:lnTo>
                  <a:lnTo>
                    <a:pt x="3530" y="5728"/>
                  </a:lnTo>
                  <a:lnTo>
                    <a:pt x="3528" y="5728"/>
                  </a:lnTo>
                  <a:lnTo>
                    <a:pt x="3484" y="5728"/>
                  </a:lnTo>
                  <a:lnTo>
                    <a:pt x="3482" y="5728"/>
                  </a:lnTo>
                  <a:lnTo>
                    <a:pt x="3436" y="5730"/>
                  </a:lnTo>
                  <a:lnTo>
                    <a:pt x="3434" y="5731"/>
                  </a:lnTo>
                  <a:lnTo>
                    <a:pt x="3388" y="5737"/>
                  </a:lnTo>
                  <a:lnTo>
                    <a:pt x="3386" y="5738"/>
                  </a:lnTo>
                  <a:lnTo>
                    <a:pt x="3340" y="5748"/>
                  </a:lnTo>
                  <a:lnTo>
                    <a:pt x="3337" y="5749"/>
                  </a:lnTo>
                  <a:lnTo>
                    <a:pt x="3291" y="5764"/>
                  </a:lnTo>
                  <a:lnTo>
                    <a:pt x="3289" y="5765"/>
                  </a:lnTo>
                  <a:lnTo>
                    <a:pt x="3242" y="5785"/>
                  </a:lnTo>
                  <a:lnTo>
                    <a:pt x="3240" y="5786"/>
                  </a:lnTo>
                  <a:lnTo>
                    <a:pt x="3191" y="5813"/>
                  </a:lnTo>
                  <a:lnTo>
                    <a:pt x="3189" y="5814"/>
                  </a:lnTo>
                  <a:lnTo>
                    <a:pt x="3140" y="5845"/>
                  </a:lnTo>
                  <a:lnTo>
                    <a:pt x="3139" y="5845"/>
                  </a:lnTo>
                  <a:lnTo>
                    <a:pt x="3090" y="5879"/>
                  </a:lnTo>
                  <a:lnTo>
                    <a:pt x="3089" y="5879"/>
                  </a:lnTo>
                  <a:lnTo>
                    <a:pt x="3044" y="5914"/>
                  </a:lnTo>
                  <a:lnTo>
                    <a:pt x="3043" y="5914"/>
                  </a:lnTo>
                  <a:lnTo>
                    <a:pt x="3002" y="5948"/>
                  </a:lnTo>
                  <a:lnTo>
                    <a:pt x="3000" y="5949"/>
                  </a:lnTo>
                  <a:lnTo>
                    <a:pt x="2964" y="5985"/>
                  </a:lnTo>
                  <a:lnTo>
                    <a:pt x="2962" y="5987"/>
                  </a:lnTo>
                  <a:lnTo>
                    <a:pt x="2928" y="6026"/>
                  </a:lnTo>
                  <a:lnTo>
                    <a:pt x="2927" y="6027"/>
                  </a:lnTo>
                  <a:lnTo>
                    <a:pt x="2895" y="6068"/>
                  </a:lnTo>
                  <a:lnTo>
                    <a:pt x="2895" y="6069"/>
                  </a:lnTo>
                  <a:lnTo>
                    <a:pt x="2867" y="6107"/>
                  </a:lnTo>
                  <a:lnTo>
                    <a:pt x="2866" y="6107"/>
                  </a:lnTo>
                  <a:lnTo>
                    <a:pt x="2842" y="6138"/>
                  </a:lnTo>
                  <a:lnTo>
                    <a:pt x="2840" y="6140"/>
                  </a:lnTo>
                  <a:lnTo>
                    <a:pt x="2821" y="6160"/>
                  </a:lnTo>
                  <a:lnTo>
                    <a:pt x="2819" y="6162"/>
                  </a:lnTo>
                  <a:lnTo>
                    <a:pt x="2813" y="6167"/>
                  </a:lnTo>
                  <a:close/>
                </a:path>
              </a:pathLst>
            </a:custGeom>
            <a:solidFill>
              <a:srgbClr val="050505"/>
            </a:solidFill>
            <a:ln>
              <a:noFill/>
            </a:ln>
          </p:spPr>
        </p:sp>
        <p:sp>
          <p:nvSpPr>
            <p:cNvPr id="61" name="G2 LineaPleuralD"/>
            <p:cNvSpPr/>
            <p:nvPr/>
          </p:nvSpPr>
          <p:spPr>
            <a:xfrm>
              <a:off x="9474919" y="1941946"/>
              <a:ext cx="261505" cy="589816"/>
            </a:xfrm>
            <a:custGeom>
              <a:avLst/>
              <a:gdLst/>
              <a:ahLst/>
              <a:cxnLst/>
              <a:rect l="0" t="0" r="r" b="b"/>
              <a:pathLst>
                <a:path w="937" h="2150" fill="none">
                  <a:moveTo>
                    <a:pt x="102" y="2146"/>
                  </a:moveTo>
                  <a:lnTo>
                    <a:pt x="116" y="2131"/>
                  </a:lnTo>
                  <a:lnTo>
                    <a:pt x="134" y="2108"/>
                  </a:lnTo>
                  <a:lnTo>
                    <a:pt x="156" y="2079"/>
                  </a:lnTo>
                  <a:lnTo>
                    <a:pt x="156" y="2079"/>
                  </a:lnTo>
                  <a:lnTo>
                    <a:pt x="180" y="2048"/>
                  </a:lnTo>
                  <a:lnTo>
                    <a:pt x="181" y="2046"/>
                  </a:lnTo>
                  <a:lnTo>
                    <a:pt x="207" y="2016"/>
                  </a:lnTo>
                  <a:lnTo>
                    <a:pt x="209" y="2014"/>
                  </a:lnTo>
                  <a:lnTo>
                    <a:pt x="237" y="1987"/>
                  </a:lnTo>
                  <a:lnTo>
                    <a:pt x="239" y="1985"/>
                  </a:lnTo>
                  <a:lnTo>
                    <a:pt x="271" y="1960"/>
                  </a:lnTo>
                  <a:lnTo>
                    <a:pt x="272" y="1959"/>
                  </a:lnTo>
                  <a:lnTo>
                    <a:pt x="306" y="1933"/>
                  </a:lnTo>
                  <a:lnTo>
                    <a:pt x="307" y="1932"/>
                  </a:lnTo>
                  <a:lnTo>
                    <a:pt x="344" y="1907"/>
                  </a:lnTo>
                  <a:lnTo>
                    <a:pt x="345" y="1906"/>
                  </a:lnTo>
                  <a:lnTo>
                    <a:pt x="382" y="1883"/>
                  </a:lnTo>
                  <a:lnTo>
                    <a:pt x="384" y="1882"/>
                  </a:lnTo>
                  <a:lnTo>
                    <a:pt x="422" y="1861"/>
                  </a:lnTo>
                  <a:lnTo>
                    <a:pt x="424" y="1860"/>
                  </a:lnTo>
                  <a:lnTo>
                    <a:pt x="460" y="1844"/>
                  </a:lnTo>
                  <a:lnTo>
                    <a:pt x="463" y="1843"/>
                  </a:lnTo>
                  <a:lnTo>
                    <a:pt x="498" y="1832"/>
                  </a:lnTo>
                  <a:lnTo>
                    <a:pt x="501" y="1831"/>
                  </a:lnTo>
                  <a:lnTo>
                    <a:pt x="536" y="1823"/>
                  </a:lnTo>
                  <a:lnTo>
                    <a:pt x="539" y="1822"/>
                  </a:lnTo>
                  <a:lnTo>
                    <a:pt x="574" y="1817"/>
                  </a:lnTo>
                  <a:lnTo>
                    <a:pt x="577" y="1817"/>
                  </a:lnTo>
                  <a:lnTo>
                    <a:pt x="612" y="1815"/>
                  </a:lnTo>
                  <a:lnTo>
                    <a:pt x="614" y="1815"/>
                  </a:lnTo>
                  <a:lnTo>
                    <a:pt x="648" y="1815"/>
                  </a:lnTo>
                  <a:lnTo>
                    <a:pt x="650" y="1815"/>
                  </a:lnTo>
                  <a:lnTo>
                    <a:pt x="683" y="1818"/>
                  </a:lnTo>
                  <a:lnTo>
                    <a:pt x="686" y="1818"/>
                  </a:lnTo>
                  <a:lnTo>
                    <a:pt x="718" y="1824"/>
                  </a:lnTo>
                  <a:lnTo>
                    <a:pt x="721" y="1825"/>
                  </a:lnTo>
                  <a:lnTo>
                    <a:pt x="753" y="1834"/>
                  </a:lnTo>
                  <a:lnTo>
                    <a:pt x="756" y="1835"/>
                  </a:lnTo>
                  <a:lnTo>
                    <a:pt x="787" y="1846"/>
                  </a:lnTo>
                  <a:lnTo>
                    <a:pt x="788" y="1847"/>
                  </a:lnTo>
                  <a:lnTo>
                    <a:pt x="818" y="1860"/>
                  </a:lnTo>
                  <a:lnTo>
                    <a:pt x="819" y="1860"/>
                  </a:lnTo>
                  <a:lnTo>
                    <a:pt x="847" y="1874"/>
                  </a:lnTo>
                  <a:lnTo>
                    <a:pt x="847" y="1874"/>
                  </a:lnTo>
                  <a:lnTo>
                    <a:pt x="872" y="1886"/>
                  </a:lnTo>
                  <a:lnTo>
                    <a:pt x="875" y="1888"/>
                  </a:lnTo>
                  <a:lnTo>
                    <a:pt x="877" y="1889"/>
                  </a:lnTo>
                  <a:lnTo>
                    <a:pt x="900" y="1906"/>
                  </a:lnTo>
                  <a:lnTo>
                    <a:pt x="903" y="1908"/>
                  </a:lnTo>
                  <a:lnTo>
                    <a:pt x="905" y="1910"/>
                  </a:lnTo>
                  <a:lnTo>
                    <a:pt x="927" y="1933"/>
                  </a:lnTo>
                  <a:lnTo>
                    <a:pt x="928" y="1934"/>
                  </a:lnTo>
                  <a:lnTo>
                    <a:pt x="937" y="1945"/>
                  </a:lnTo>
                  <a:lnTo>
                    <a:pt x="937" y="1913"/>
                  </a:lnTo>
                  <a:lnTo>
                    <a:pt x="934" y="1854"/>
                  </a:lnTo>
                  <a:lnTo>
                    <a:pt x="929" y="1789"/>
                  </a:lnTo>
                  <a:lnTo>
                    <a:pt x="924" y="1723"/>
                  </a:lnTo>
                  <a:lnTo>
                    <a:pt x="924" y="1723"/>
                  </a:lnTo>
                  <a:lnTo>
                    <a:pt x="920" y="1663"/>
                  </a:lnTo>
                  <a:lnTo>
                    <a:pt x="920" y="1663"/>
                  </a:lnTo>
                  <a:lnTo>
                    <a:pt x="917" y="1608"/>
                  </a:lnTo>
                  <a:lnTo>
                    <a:pt x="913" y="1554"/>
                  </a:lnTo>
                  <a:lnTo>
                    <a:pt x="909" y="1500"/>
                  </a:lnTo>
                  <a:lnTo>
                    <a:pt x="905" y="1446"/>
                  </a:lnTo>
                  <a:lnTo>
                    <a:pt x="901" y="1392"/>
                  </a:lnTo>
                  <a:lnTo>
                    <a:pt x="901" y="1392"/>
                  </a:lnTo>
                  <a:lnTo>
                    <a:pt x="896" y="1338"/>
                  </a:lnTo>
                  <a:lnTo>
                    <a:pt x="896" y="1338"/>
                  </a:lnTo>
                  <a:lnTo>
                    <a:pt x="893" y="1283"/>
                  </a:lnTo>
                  <a:lnTo>
                    <a:pt x="893" y="1283"/>
                  </a:lnTo>
                  <a:lnTo>
                    <a:pt x="889" y="1229"/>
                  </a:lnTo>
                  <a:lnTo>
                    <a:pt x="885" y="1175"/>
                  </a:lnTo>
                  <a:lnTo>
                    <a:pt x="882" y="1121"/>
                  </a:lnTo>
                  <a:lnTo>
                    <a:pt x="877" y="1067"/>
                  </a:lnTo>
                  <a:lnTo>
                    <a:pt x="873" y="1013"/>
                  </a:lnTo>
                  <a:lnTo>
                    <a:pt x="868" y="958"/>
                  </a:lnTo>
                  <a:lnTo>
                    <a:pt x="863" y="904"/>
                  </a:lnTo>
                  <a:lnTo>
                    <a:pt x="857" y="850"/>
                  </a:lnTo>
                  <a:lnTo>
                    <a:pt x="851" y="796"/>
                  </a:lnTo>
                  <a:lnTo>
                    <a:pt x="845" y="742"/>
                  </a:lnTo>
                  <a:lnTo>
                    <a:pt x="838" y="689"/>
                  </a:lnTo>
                  <a:lnTo>
                    <a:pt x="829" y="635"/>
                  </a:lnTo>
                  <a:lnTo>
                    <a:pt x="820" y="579"/>
                  </a:lnTo>
                  <a:lnTo>
                    <a:pt x="811" y="525"/>
                  </a:lnTo>
                  <a:lnTo>
                    <a:pt x="801" y="471"/>
                  </a:lnTo>
                  <a:lnTo>
                    <a:pt x="790" y="420"/>
                  </a:lnTo>
                  <a:lnTo>
                    <a:pt x="779" y="372"/>
                  </a:lnTo>
                  <a:lnTo>
                    <a:pt x="767" y="328"/>
                  </a:lnTo>
                  <a:lnTo>
                    <a:pt x="755" y="285"/>
                  </a:lnTo>
                  <a:lnTo>
                    <a:pt x="742" y="244"/>
                  </a:lnTo>
                  <a:lnTo>
                    <a:pt x="729" y="206"/>
                  </a:lnTo>
                  <a:lnTo>
                    <a:pt x="716" y="171"/>
                  </a:lnTo>
                  <a:lnTo>
                    <a:pt x="703" y="140"/>
                  </a:lnTo>
                  <a:lnTo>
                    <a:pt x="692" y="112"/>
                  </a:lnTo>
                  <a:lnTo>
                    <a:pt x="681" y="89"/>
                  </a:lnTo>
                  <a:lnTo>
                    <a:pt x="671" y="69"/>
                  </a:lnTo>
                  <a:lnTo>
                    <a:pt x="661" y="52"/>
                  </a:lnTo>
                  <a:lnTo>
                    <a:pt x="651" y="38"/>
                  </a:lnTo>
                  <a:lnTo>
                    <a:pt x="640" y="26"/>
                  </a:lnTo>
                  <a:lnTo>
                    <a:pt x="628" y="16"/>
                  </a:lnTo>
                  <a:lnTo>
                    <a:pt x="618" y="9"/>
                  </a:lnTo>
                  <a:lnTo>
                    <a:pt x="609" y="4"/>
                  </a:lnTo>
                  <a:lnTo>
                    <a:pt x="599" y="1"/>
                  </a:lnTo>
                  <a:lnTo>
                    <a:pt x="587" y="0"/>
                  </a:lnTo>
                  <a:lnTo>
                    <a:pt x="571" y="0"/>
                  </a:lnTo>
                  <a:lnTo>
                    <a:pt x="551" y="4"/>
                  </a:lnTo>
                  <a:lnTo>
                    <a:pt x="527" y="10"/>
                  </a:lnTo>
                  <a:lnTo>
                    <a:pt x="500" y="20"/>
                  </a:lnTo>
                  <a:lnTo>
                    <a:pt x="472" y="32"/>
                  </a:lnTo>
                  <a:lnTo>
                    <a:pt x="445" y="45"/>
                  </a:lnTo>
                  <a:lnTo>
                    <a:pt x="420" y="60"/>
                  </a:lnTo>
                  <a:lnTo>
                    <a:pt x="395" y="77"/>
                  </a:lnTo>
                  <a:lnTo>
                    <a:pt x="371" y="96"/>
                  </a:lnTo>
                  <a:lnTo>
                    <a:pt x="347" y="117"/>
                  </a:lnTo>
                  <a:lnTo>
                    <a:pt x="324" y="139"/>
                  </a:lnTo>
                  <a:lnTo>
                    <a:pt x="301" y="164"/>
                  </a:lnTo>
                  <a:lnTo>
                    <a:pt x="279" y="189"/>
                  </a:lnTo>
                  <a:lnTo>
                    <a:pt x="259" y="217"/>
                  </a:lnTo>
                  <a:lnTo>
                    <a:pt x="238" y="246"/>
                  </a:lnTo>
                  <a:lnTo>
                    <a:pt x="219" y="277"/>
                  </a:lnTo>
                  <a:lnTo>
                    <a:pt x="200" y="309"/>
                  </a:lnTo>
                  <a:lnTo>
                    <a:pt x="182" y="343"/>
                  </a:lnTo>
                  <a:lnTo>
                    <a:pt x="165" y="378"/>
                  </a:lnTo>
                  <a:lnTo>
                    <a:pt x="149" y="415"/>
                  </a:lnTo>
                  <a:lnTo>
                    <a:pt x="133" y="453"/>
                  </a:lnTo>
                  <a:lnTo>
                    <a:pt x="118" y="493"/>
                  </a:lnTo>
                  <a:lnTo>
                    <a:pt x="104" y="534"/>
                  </a:lnTo>
                  <a:lnTo>
                    <a:pt x="90" y="576"/>
                  </a:lnTo>
                  <a:lnTo>
                    <a:pt x="78" y="619"/>
                  </a:lnTo>
                  <a:lnTo>
                    <a:pt x="67" y="662"/>
                  </a:lnTo>
                  <a:lnTo>
                    <a:pt x="57" y="707"/>
                  </a:lnTo>
                  <a:lnTo>
                    <a:pt x="48" y="754"/>
                  </a:lnTo>
                  <a:lnTo>
                    <a:pt x="40" y="800"/>
                  </a:lnTo>
                  <a:lnTo>
                    <a:pt x="33" y="848"/>
                  </a:lnTo>
                  <a:lnTo>
                    <a:pt x="26" y="896"/>
                  </a:lnTo>
                  <a:lnTo>
                    <a:pt x="20" y="943"/>
                  </a:lnTo>
                  <a:lnTo>
                    <a:pt x="15" y="992"/>
                  </a:lnTo>
                  <a:lnTo>
                    <a:pt x="11" y="1041"/>
                  </a:lnTo>
                  <a:lnTo>
                    <a:pt x="7" y="1090"/>
                  </a:lnTo>
                  <a:lnTo>
                    <a:pt x="5" y="1139"/>
                  </a:lnTo>
                  <a:lnTo>
                    <a:pt x="2" y="1189"/>
                  </a:lnTo>
                  <a:lnTo>
                    <a:pt x="1" y="1238"/>
                  </a:lnTo>
                  <a:lnTo>
                    <a:pt x="0" y="1287"/>
                  </a:lnTo>
                  <a:lnTo>
                    <a:pt x="0" y="1336"/>
                  </a:lnTo>
                  <a:lnTo>
                    <a:pt x="0" y="1385"/>
                  </a:lnTo>
                  <a:lnTo>
                    <a:pt x="1" y="1434"/>
                  </a:lnTo>
                  <a:lnTo>
                    <a:pt x="2" y="1482"/>
                  </a:lnTo>
                  <a:lnTo>
                    <a:pt x="5" y="1530"/>
                  </a:lnTo>
                  <a:lnTo>
                    <a:pt x="8" y="1578"/>
                  </a:lnTo>
                  <a:lnTo>
                    <a:pt x="12" y="1625"/>
                  </a:lnTo>
                  <a:lnTo>
                    <a:pt x="16" y="1672"/>
                  </a:lnTo>
                  <a:lnTo>
                    <a:pt x="21" y="1717"/>
                  </a:lnTo>
                  <a:lnTo>
                    <a:pt x="26" y="1761"/>
                  </a:lnTo>
                  <a:lnTo>
                    <a:pt x="31" y="1802"/>
                  </a:lnTo>
                  <a:lnTo>
                    <a:pt x="37" y="1842"/>
                  </a:lnTo>
                  <a:lnTo>
                    <a:pt x="42" y="1880"/>
                  </a:lnTo>
                  <a:lnTo>
                    <a:pt x="48" y="1917"/>
                  </a:lnTo>
                  <a:lnTo>
                    <a:pt x="55" y="1952"/>
                  </a:lnTo>
                  <a:lnTo>
                    <a:pt x="61" y="1986"/>
                  </a:lnTo>
                  <a:lnTo>
                    <a:pt x="68" y="2021"/>
                  </a:lnTo>
                  <a:lnTo>
                    <a:pt x="74" y="2056"/>
                  </a:lnTo>
                  <a:lnTo>
                    <a:pt x="81" y="2089"/>
                  </a:lnTo>
                  <a:lnTo>
                    <a:pt x="87" y="2118"/>
                  </a:lnTo>
                  <a:lnTo>
                    <a:pt x="94" y="2141"/>
                  </a:lnTo>
                  <a:lnTo>
                    <a:pt x="97" y="2150"/>
                  </a:lnTo>
                  <a:lnTo>
                    <a:pt x="102" y="2146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62" name="G2 Diafragma"/>
            <p:cNvSpPr/>
            <p:nvPr/>
          </p:nvSpPr>
          <p:spPr>
            <a:xfrm>
              <a:off x="8963112" y="3007659"/>
              <a:ext cx="2052140" cy="622509"/>
            </a:xfrm>
            <a:custGeom>
              <a:avLst/>
              <a:gdLst/>
              <a:ahLst/>
              <a:cxnLst/>
              <a:rect l="0" t="0" r="r" b="b"/>
              <a:pathLst>
                <a:path w="10000" h="3084">
                  <a:moveTo>
                    <a:pt x="0" y="2934"/>
                  </a:moveTo>
                  <a:lnTo>
                    <a:pt x="310" y="2991"/>
                  </a:lnTo>
                  <a:lnTo>
                    <a:pt x="1117" y="3078"/>
                  </a:lnTo>
                  <a:lnTo>
                    <a:pt x="1190" y="3084"/>
                  </a:lnTo>
                  <a:lnTo>
                    <a:pt x="8815" y="3084"/>
                  </a:lnTo>
                  <a:lnTo>
                    <a:pt x="8888" y="3078"/>
                  </a:lnTo>
                  <a:lnTo>
                    <a:pt x="9695" y="2991"/>
                  </a:lnTo>
                  <a:lnTo>
                    <a:pt x="10000" y="2935"/>
                  </a:lnTo>
                  <a:lnTo>
                    <a:pt x="9759" y="1806"/>
                  </a:lnTo>
                  <a:lnTo>
                    <a:pt x="9732" y="1818"/>
                  </a:lnTo>
                  <a:lnTo>
                    <a:pt x="9697" y="1841"/>
                  </a:lnTo>
                  <a:lnTo>
                    <a:pt x="9652" y="1859"/>
                  </a:lnTo>
                  <a:lnTo>
                    <a:pt x="9592" y="1853"/>
                  </a:lnTo>
                  <a:lnTo>
                    <a:pt x="9515" y="1806"/>
                  </a:lnTo>
                  <a:lnTo>
                    <a:pt x="9420" y="1704"/>
                  </a:lnTo>
                  <a:lnTo>
                    <a:pt x="9309" y="1560"/>
                  </a:lnTo>
                  <a:lnTo>
                    <a:pt x="9183" y="1393"/>
                  </a:lnTo>
                  <a:lnTo>
                    <a:pt x="9043" y="1224"/>
                  </a:lnTo>
                  <a:lnTo>
                    <a:pt x="8889" y="1072"/>
                  </a:lnTo>
                  <a:lnTo>
                    <a:pt x="8716" y="932"/>
                  </a:lnTo>
                  <a:lnTo>
                    <a:pt x="8522" y="789"/>
                  </a:lnTo>
                  <a:lnTo>
                    <a:pt x="8317" y="655"/>
                  </a:lnTo>
                  <a:lnTo>
                    <a:pt x="8111" y="537"/>
                  </a:lnTo>
                  <a:lnTo>
                    <a:pt x="7911" y="447"/>
                  </a:lnTo>
                  <a:lnTo>
                    <a:pt x="7717" y="386"/>
                  </a:lnTo>
                  <a:lnTo>
                    <a:pt x="7522" y="347"/>
                  </a:lnTo>
                  <a:lnTo>
                    <a:pt x="7329" y="328"/>
                  </a:lnTo>
                  <a:lnTo>
                    <a:pt x="7141" y="326"/>
                  </a:lnTo>
                  <a:lnTo>
                    <a:pt x="6960" y="338"/>
                  </a:lnTo>
                  <a:lnTo>
                    <a:pt x="6767" y="371"/>
                  </a:lnTo>
                  <a:lnTo>
                    <a:pt x="6562" y="426"/>
                  </a:lnTo>
                  <a:lnTo>
                    <a:pt x="6372" y="494"/>
                  </a:lnTo>
                  <a:lnTo>
                    <a:pt x="6223" y="567"/>
                  </a:lnTo>
                  <a:lnTo>
                    <a:pt x="6144" y="637"/>
                  </a:lnTo>
                  <a:lnTo>
                    <a:pt x="6188" y="715"/>
                  </a:lnTo>
                  <a:lnTo>
                    <a:pt x="6336" y="805"/>
                  </a:lnTo>
                  <a:lnTo>
                    <a:pt x="6509" y="893"/>
                  </a:lnTo>
                  <a:lnTo>
                    <a:pt x="6626" y="960"/>
                  </a:lnTo>
                  <a:lnTo>
                    <a:pt x="6606" y="991"/>
                  </a:lnTo>
                  <a:lnTo>
                    <a:pt x="6403" y="970"/>
                  </a:lnTo>
                  <a:lnTo>
                    <a:pt x="6068" y="911"/>
                  </a:lnTo>
                  <a:lnTo>
                    <a:pt x="5675" y="832"/>
                  </a:lnTo>
                  <a:lnTo>
                    <a:pt x="5296" y="757"/>
                  </a:lnTo>
                  <a:lnTo>
                    <a:pt x="5003" y="705"/>
                  </a:lnTo>
                  <a:lnTo>
                    <a:pt x="4809" y="686"/>
                  </a:lnTo>
                  <a:lnTo>
                    <a:pt x="4665" y="686"/>
                  </a:lnTo>
                  <a:lnTo>
                    <a:pt x="4554" y="692"/>
                  </a:lnTo>
                  <a:lnTo>
                    <a:pt x="4455" y="689"/>
                  </a:lnTo>
                  <a:lnTo>
                    <a:pt x="4350" y="664"/>
                  </a:lnTo>
                  <a:lnTo>
                    <a:pt x="4247" y="613"/>
                  </a:lnTo>
                  <a:lnTo>
                    <a:pt x="4158" y="543"/>
                  </a:lnTo>
                  <a:lnTo>
                    <a:pt x="4072" y="464"/>
                  </a:lnTo>
                  <a:lnTo>
                    <a:pt x="3977" y="383"/>
                  </a:lnTo>
                  <a:lnTo>
                    <a:pt x="3861" y="311"/>
                  </a:lnTo>
                  <a:lnTo>
                    <a:pt x="3721" y="241"/>
                  </a:lnTo>
                  <a:lnTo>
                    <a:pt x="3565" y="168"/>
                  </a:lnTo>
                  <a:lnTo>
                    <a:pt x="3397" y="100"/>
                  </a:lnTo>
                  <a:lnTo>
                    <a:pt x="3223" y="45"/>
                  </a:lnTo>
                  <a:lnTo>
                    <a:pt x="3046" y="12"/>
                  </a:lnTo>
                  <a:lnTo>
                    <a:pt x="2864" y="0"/>
                  </a:lnTo>
                  <a:lnTo>
                    <a:pt x="2676" y="1"/>
                  </a:lnTo>
                  <a:lnTo>
                    <a:pt x="2483" y="21"/>
                  </a:lnTo>
                  <a:lnTo>
                    <a:pt x="2288" y="60"/>
                  </a:lnTo>
                  <a:lnTo>
                    <a:pt x="2094" y="121"/>
                  </a:lnTo>
                  <a:lnTo>
                    <a:pt x="1895" y="211"/>
                  </a:lnTo>
                  <a:lnTo>
                    <a:pt x="1688" y="328"/>
                  </a:lnTo>
                  <a:lnTo>
                    <a:pt x="1483" y="463"/>
                  </a:lnTo>
                  <a:lnTo>
                    <a:pt x="1289" y="606"/>
                  </a:lnTo>
                  <a:lnTo>
                    <a:pt x="1116" y="746"/>
                  </a:lnTo>
                  <a:lnTo>
                    <a:pt x="962" y="898"/>
                  </a:lnTo>
                  <a:lnTo>
                    <a:pt x="822" y="1067"/>
                  </a:lnTo>
                  <a:lnTo>
                    <a:pt x="696" y="1234"/>
                  </a:lnTo>
                  <a:lnTo>
                    <a:pt x="586" y="1378"/>
                  </a:lnTo>
                  <a:lnTo>
                    <a:pt x="491" y="1480"/>
                  </a:lnTo>
                  <a:lnTo>
                    <a:pt x="413" y="1527"/>
                  </a:lnTo>
                  <a:lnTo>
                    <a:pt x="354" y="1533"/>
                  </a:lnTo>
                  <a:lnTo>
                    <a:pt x="308" y="1515"/>
                  </a:lnTo>
                  <a:lnTo>
                    <a:pt x="273" y="1492"/>
                  </a:lnTo>
                  <a:lnTo>
                    <a:pt x="246" y="1480"/>
                  </a:lnTo>
                  <a:lnTo>
                    <a:pt x="0" y="2934"/>
                  </a:lnTo>
                  <a:close/>
                </a:path>
              </a:pathLst>
            </a:custGeom>
            <a:gradFill rotWithShape="1">
              <a:gsLst>
                <a:gs pos="0">
                  <a:srgbClr val="EDEDED"/>
                </a:gs>
                <a:gs pos="100000">
                  <a:srgbClr val="BFBFB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3" name="G2 Clavículas"/>
            <p:cNvSpPr/>
            <p:nvPr/>
          </p:nvSpPr>
          <p:spPr>
            <a:xfrm>
              <a:off x="9153144" y="1133856"/>
              <a:ext cx="1673352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76200" cap="rnd">
              <a:solidFill>
                <a:srgbClr val="E0E0E0"/>
              </a:solidFill>
              <a:round/>
            </a:ln>
          </p:spPr>
        </p:sp>
        <p:grpSp>
          <p:nvGrpSpPr>
            <p:cNvPr id="64" name="Recuadro GRADO III (&gt; 50 %)"/>
            <p:cNvGrpSpPr/>
            <p:nvPr/>
          </p:nvGrpSpPr>
          <p:grpSpPr>
            <a:xfrm>
              <a:off x="8138160" y="3794760"/>
              <a:ext cx="3703320" cy="1920240"/>
              <a:chOff x="8138160" y="3794760"/>
              <a:chExt cx="3703320" cy="1920240"/>
            </a:xfrm>
          </p:grpSpPr>
          <p:sp>
            <p:nvSpPr>
              <p:cNvPr id="65" name="Forma 64"/>
              <p:cNvSpPr/>
              <p:nvPr/>
            </p:nvSpPr>
            <p:spPr>
              <a:xfrm>
                <a:off x="8138160" y="4160520"/>
                <a:ext cx="3703320" cy="1554480"/>
              </a:xfrm>
              <a:prstGeom prst="rect">
                <a:avLst/>
              </a:prstGeom>
              <a:solidFill>
                <a:srgbClr val="F79646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ts val="1796"/>
                  </a:lnSpc>
                  <a:spcAft>
                    <a:spcPts val="300"/>
                  </a:spcAft>
                  <a:buNone/>
                </a:pPr>
                <a:r>
                  <a:rPr lang="es-AR" sz="15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Borde en la línea media clavicular o medial: </a:t>
                </a:r>
                <a:r>
                  <a:rPr lang="es-AR" sz="15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signo del muñón</a:t>
                </a:r>
                <a:r>
                  <a:rPr lang="es-AR" sz="15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550" dirty="0">
                  <a:latin typeface="Mali"/>
                </a:endParaRPr>
              </a:p>
              <a:p>
                <a:pPr algn="ctr">
                  <a:lnSpc>
                    <a:spcPts val="1796"/>
                  </a:lnSpc>
                  <a:spcAft>
                    <a:spcPts val="300"/>
                  </a:spcAft>
                  <a:buNone/>
                </a:pPr>
                <a:r>
                  <a:rPr lang="es-AR" sz="15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Pleurostomía + trampa de agua (± aspiración).</a:t>
                </a:r>
                <a:endParaRPr lang="es-AR" sz="1550" dirty="0">
                  <a:latin typeface="Mali"/>
                </a:endParaRPr>
              </a:p>
            </p:txBody>
          </p:sp>
          <p:sp>
            <p:nvSpPr>
              <p:cNvPr id="66" name="Forma 65"/>
              <p:cNvSpPr/>
              <p:nvPr/>
            </p:nvSpPr>
            <p:spPr>
              <a:xfrm>
                <a:off x="8138160" y="37947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lnSpc>
                    <a:spcPts val="2074"/>
                  </a:lnSpc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GRADO III (&gt; 50 %)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67" name="Escalas distintas"/>
          <p:cNvSpPr/>
          <p:nvPr/>
        </p:nvSpPr>
        <p:spPr>
          <a:xfrm>
            <a:off x="365760" y="5806440"/>
            <a:ext cx="11521440" cy="566928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12"/>
              </a:lnSpc>
              <a:spcAft>
                <a:spcPts val="300"/>
              </a:spcAft>
              <a:buNone/>
            </a:pPr>
            <a:r>
              <a:rPr lang="es-AR" sz="16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Esta graduación y la de ACCP/BTS provienen de fuentes distintas: </a:t>
            </a:r>
            <a:r>
              <a:rPr lang="es-AR" sz="16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son equivalentes</a:t>
            </a:r>
            <a:r>
              <a:rPr lang="es-AR" sz="16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(ver auditoría).</a:t>
            </a:r>
            <a:endParaRPr lang="es-AR" sz="16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65724" y="91440"/>
            <a:ext cx="966137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GRADOS RADIOLÓGICOS DESCRITOS Y SU CONDUCTA</a:t>
            </a:r>
            <a:endParaRPr lang="es-AR" sz="2400" dirty="0">
              <a:latin typeface="Mali"/>
            </a:endParaRPr>
          </a:p>
        </p:txBody>
      </p:sp>
      <p:sp>
        <p:nvSpPr>
          <p:cNvPr id="6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57784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04749" y="1088136"/>
            <a:ext cx="5025542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841888" y="1569212"/>
            <a:ext cx="2413631" cy="4396499"/>
            <a:chOff x="841888" y="1569212"/>
            <a:chExt cx="2413631" cy="4396499"/>
          </a:xfrm>
        </p:grpSpPr>
        <p:sp>
          <p:nvSpPr>
            <p:cNvPr id="7" name="Forma 6"/>
            <p:cNvSpPr/>
            <p:nvPr/>
          </p:nvSpPr>
          <p:spPr>
            <a:xfrm>
              <a:off x="841888" y="1569212"/>
              <a:ext cx="2413631" cy="4396499"/>
            </a:xfrm>
            <a:custGeom>
              <a:avLst/>
              <a:gdLst/>
              <a:ahLst/>
              <a:cxnLst/>
              <a:rect l="0" t="0" r="r" b="b"/>
              <a:pathLst>
                <a:path w="5489" h="10000">
                  <a:moveTo>
                    <a:pt x="2710" y="3"/>
                  </a:moveTo>
                  <a:lnTo>
                    <a:pt x="2585" y="21"/>
                  </a:lnTo>
                  <a:lnTo>
                    <a:pt x="2458" y="52"/>
                  </a:lnTo>
                  <a:lnTo>
                    <a:pt x="2331" y="95"/>
                  </a:lnTo>
                  <a:lnTo>
                    <a:pt x="2206" y="149"/>
                  </a:lnTo>
                  <a:lnTo>
                    <a:pt x="2082" y="210"/>
                  </a:lnTo>
                  <a:lnTo>
                    <a:pt x="1962" y="278"/>
                  </a:lnTo>
                  <a:lnTo>
                    <a:pt x="1845" y="353"/>
                  </a:lnTo>
                  <a:lnTo>
                    <a:pt x="1729" y="438"/>
                  </a:lnTo>
                  <a:lnTo>
                    <a:pt x="1615" y="531"/>
                  </a:lnTo>
                  <a:lnTo>
                    <a:pt x="1504" y="631"/>
                  </a:lnTo>
                  <a:lnTo>
                    <a:pt x="1397" y="738"/>
                  </a:lnTo>
                  <a:lnTo>
                    <a:pt x="1294" y="852"/>
                  </a:lnTo>
                  <a:lnTo>
                    <a:pt x="1196" y="972"/>
                  </a:lnTo>
                  <a:lnTo>
                    <a:pt x="1102" y="1100"/>
                  </a:lnTo>
                  <a:lnTo>
                    <a:pt x="1011" y="1235"/>
                  </a:lnTo>
                  <a:lnTo>
                    <a:pt x="924" y="1376"/>
                  </a:lnTo>
                  <a:lnTo>
                    <a:pt x="840" y="1523"/>
                  </a:lnTo>
                  <a:lnTo>
                    <a:pt x="760" y="1676"/>
                  </a:lnTo>
                  <a:lnTo>
                    <a:pt x="684" y="1834"/>
                  </a:lnTo>
                  <a:lnTo>
                    <a:pt x="611" y="2000"/>
                  </a:lnTo>
                  <a:lnTo>
                    <a:pt x="542" y="2171"/>
                  </a:lnTo>
                  <a:lnTo>
                    <a:pt x="477" y="2347"/>
                  </a:lnTo>
                  <a:lnTo>
                    <a:pt x="416" y="2528"/>
                  </a:lnTo>
                  <a:lnTo>
                    <a:pt x="360" y="2711"/>
                  </a:lnTo>
                  <a:lnTo>
                    <a:pt x="309" y="2900"/>
                  </a:lnTo>
                  <a:lnTo>
                    <a:pt x="263" y="3093"/>
                  </a:lnTo>
                  <a:lnTo>
                    <a:pt x="221" y="3291"/>
                  </a:lnTo>
                  <a:lnTo>
                    <a:pt x="184" y="3492"/>
                  </a:lnTo>
                  <a:lnTo>
                    <a:pt x="150" y="3694"/>
                  </a:lnTo>
                  <a:lnTo>
                    <a:pt x="120" y="3897"/>
                  </a:lnTo>
                  <a:lnTo>
                    <a:pt x="93" y="4101"/>
                  </a:lnTo>
                  <a:lnTo>
                    <a:pt x="70" y="4308"/>
                  </a:lnTo>
                  <a:lnTo>
                    <a:pt x="51" y="4517"/>
                  </a:lnTo>
                  <a:lnTo>
                    <a:pt x="36" y="4727"/>
                  </a:lnTo>
                  <a:lnTo>
                    <a:pt x="23" y="4936"/>
                  </a:lnTo>
                  <a:lnTo>
                    <a:pt x="13" y="5145"/>
                  </a:lnTo>
                  <a:lnTo>
                    <a:pt x="5" y="5353"/>
                  </a:lnTo>
                  <a:lnTo>
                    <a:pt x="1" y="5563"/>
                  </a:lnTo>
                  <a:lnTo>
                    <a:pt x="0" y="5773"/>
                  </a:lnTo>
                  <a:lnTo>
                    <a:pt x="1" y="5981"/>
                  </a:lnTo>
                  <a:lnTo>
                    <a:pt x="5" y="6188"/>
                  </a:lnTo>
                  <a:lnTo>
                    <a:pt x="13" y="6393"/>
                  </a:lnTo>
                  <a:lnTo>
                    <a:pt x="24" y="6596"/>
                  </a:lnTo>
                  <a:lnTo>
                    <a:pt x="39" y="6801"/>
                  </a:lnTo>
                  <a:lnTo>
                    <a:pt x="56" y="7003"/>
                  </a:lnTo>
                  <a:lnTo>
                    <a:pt x="76" y="7202"/>
                  </a:lnTo>
                  <a:lnTo>
                    <a:pt x="98" y="7394"/>
                  </a:lnTo>
                  <a:lnTo>
                    <a:pt x="120" y="7578"/>
                  </a:lnTo>
                  <a:lnTo>
                    <a:pt x="143" y="7754"/>
                  </a:lnTo>
                  <a:lnTo>
                    <a:pt x="168" y="7923"/>
                  </a:lnTo>
                  <a:lnTo>
                    <a:pt x="195" y="8086"/>
                  </a:lnTo>
                  <a:lnTo>
                    <a:pt x="223" y="8243"/>
                  </a:lnTo>
                  <a:lnTo>
                    <a:pt x="251" y="8394"/>
                  </a:lnTo>
                  <a:lnTo>
                    <a:pt x="280" y="8539"/>
                  </a:lnTo>
                  <a:lnTo>
                    <a:pt x="309" y="8677"/>
                  </a:lnTo>
                  <a:lnTo>
                    <a:pt x="338" y="8807"/>
                  </a:lnTo>
                  <a:lnTo>
                    <a:pt x="368" y="8931"/>
                  </a:lnTo>
                  <a:lnTo>
                    <a:pt x="400" y="9051"/>
                  </a:lnTo>
                  <a:lnTo>
                    <a:pt x="432" y="9169"/>
                  </a:lnTo>
                  <a:lnTo>
                    <a:pt x="467" y="9288"/>
                  </a:lnTo>
                  <a:lnTo>
                    <a:pt x="499" y="9416"/>
                  </a:lnTo>
                  <a:lnTo>
                    <a:pt x="529" y="9553"/>
                  </a:lnTo>
                  <a:lnTo>
                    <a:pt x="560" y="9689"/>
                  </a:lnTo>
                  <a:lnTo>
                    <a:pt x="597" y="9811"/>
                  </a:lnTo>
                  <a:lnTo>
                    <a:pt x="645" y="9910"/>
                  </a:lnTo>
                  <a:lnTo>
                    <a:pt x="707" y="9974"/>
                  </a:lnTo>
                  <a:lnTo>
                    <a:pt x="784" y="10000"/>
                  </a:lnTo>
                  <a:lnTo>
                    <a:pt x="871" y="9995"/>
                  </a:lnTo>
                  <a:lnTo>
                    <a:pt x="969" y="9966"/>
                  </a:lnTo>
                  <a:lnTo>
                    <a:pt x="1077" y="9919"/>
                  </a:lnTo>
                  <a:lnTo>
                    <a:pt x="1194" y="9862"/>
                  </a:lnTo>
                  <a:lnTo>
                    <a:pt x="1321" y="9799"/>
                  </a:lnTo>
                  <a:lnTo>
                    <a:pt x="1462" y="9721"/>
                  </a:lnTo>
                  <a:lnTo>
                    <a:pt x="1617" y="9620"/>
                  </a:lnTo>
                  <a:lnTo>
                    <a:pt x="1782" y="9508"/>
                  </a:lnTo>
                  <a:lnTo>
                    <a:pt x="1951" y="9396"/>
                  </a:lnTo>
                  <a:lnTo>
                    <a:pt x="2120" y="9298"/>
                  </a:lnTo>
                  <a:lnTo>
                    <a:pt x="2282" y="9225"/>
                  </a:lnTo>
                  <a:lnTo>
                    <a:pt x="2441" y="9183"/>
                  </a:lnTo>
                  <a:lnTo>
                    <a:pt x="2601" y="9162"/>
                  </a:lnTo>
                  <a:lnTo>
                    <a:pt x="2760" y="9154"/>
                  </a:lnTo>
                  <a:lnTo>
                    <a:pt x="2916" y="9151"/>
                  </a:lnTo>
                  <a:lnTo>
                    <a:pt x="3069" y="9144"/>
                  </a:lnTo>
                  <a:lnTo>
                    <a:pt x="3217" y="9126"/>
                  </a:lnTo>
                  <a:lnTo>
                    <a:pt x="3351" y="9097"/>
                  </a:lnTo>
                  <a:lnTo>
                    <a:pt x="3472" y="9065"/>
                  </a:lnTo>
                  <a:lnTo>
                    <a:pt x="3589" y="9030"/>
                  </a:lnTo>
                  <a:lnTo>
                    <a:pt x="3712" y="8991"/>
                  </a:lnTo>
                  <a:lnTo>
                    <a:pt x="3852" y="8948"/>
                  </a:lnTo>
                  <a:lnTo>
                    <a:pt x="4018" y="8901"/>
                  </a:lnTo>
                  <a:lnTo>
                    <a:pt x="4233" y="8861"/>
                  </a:lnTo>
                  <a:lnTo>
                    <a:pt x="4493" y="8829"/>
                  </a:lnTo>
                  <a:lnTo>
                    <a:pt x="4770" y="8793"/>
                  </a:lnTo>
                  <a:lnTo>
                    <a:pt x="5034" y="8742"/>
                  </a:lnTo>
                  <a:lnTo>
                    <a:pt x="5257" y="8661"/>
                  </a:lnTo>
                  <a:lnTo>
                    <a:pt x="5409" y="8539"/>
                  </a:lnTo>
                  <a:lnTo>
                    <a:pt x="5479" y="8366"/>
                  </a:lnTo>
                  <a:lnTo>
                    <a:pt x="5489" y="8149"/>
                  </a:lnTo>
                  <a:lnTo>
                    <a:pt x="5456" y="7903"/>
                  </a:lnTo>
                  <a:lnTo>
                    <a:pt x="5402" y="7644"/>
                  </a:lnTo>
                  <a:lnTo>
                    <a:pt x="5344" y="7385"/>
                  </a:lnTo>
                  <a:lnTo>
                    <a:pt x="5302" y="7141"/>
                  </a:lnTo>
                  <a:lnTo>
                    <a:pt x="5271" y="6911"/>
                  </a:lnTo>
                  <a:lnTo>
                    <a:pt x="5235" y="6682"/>
                  </a:lnTo>
                  <a:lnTo>
                    <a:pt x="5196" y="6454"/>
                  </a:lnTo>
                  <a:lnTo>
                    <a:pt x="5155" y="6225"/>
                  </a:lnTo>
                  <a:lnTo>
                    <a:pt x="5114" y="5997"/>
                  </a:lnTo>
                  <a:lnTo>
                    <a:pt x="5075" y="5769"/>
                  </a:lnTo>
                  <a:lnTo>
                    <a:pt x="5038" y="5540"/>
                  </a:lnTo>
                  <a:lnTo>
                    <a:pt x="5002" y="5311"/>
                  </a:lnTo>
                  <a:lnTo>
                    <a:pt x="4965" y="5082"/>
                  </a:lnTo>
                  <a:lnTo>
                    <a:pt x="4928" y="4854"/>
                  </a:lnTo>
                  <a:lnTo>
                    <a:pt x="4890" y="4625"/>
                  </a:lnTo>
                  <a:lnTo>
                    <a:pt x="4849" y="4396"/>
                  </a:lnTo>
                  <a:lnTo>
                    <a:pt x="4807" y="4167"/>
                  </a:lnTo>
                  <a:lnTo>
                    <a:pt x="4764" y="3938"/>
                  </a:lnTo>
                  <a:lnTo>
                    <a:pt x="4720" y="3708"/>
                  </a:lnTo>
                  <a:lnTo>
                    <a:pt x="4674" y="3479"/>
                  </a:lnTo>
                  <a:lnTo>
                    <a:pt x="4625" y="3251"/>
                  </a:lnTo>
                  <a:lnTo>
                    <a:pt x="4573" y="3023"/>
                  </a:lnTo>
                  <a:lnTo>
                    <a:pt x="4517" y="2793"/>
                  </a:lnTo>
                  <a:lnTo>
                    <a:pt x="4457" y="2559"/>
                  </a:lnTo>
                  <a:lnTo>
                    <a:pt x="4395" y="2326"/>
                  </a:lnTo>
                  <a:lnTo>
                    <a:pt x="4331" y="2098"/>
                  </a:lnTo>
                  <a:lnTo>
                    <a:pt x="4265" y="1880"/>
                  </a:lnTo>
                  <a:lnTo>
                    <a:pt x="4199" y="1676"/>
                  </a:lnTo>
                  <a:lnTo>
                    <a:pt x="4132" y="1484"/>
                  </a:lnTo>
                  <a:lnTo>
                    <a:pt x="4061" y="1299"/>
                  </a:lnTo>
                  <a:lnTo>
                    <a:pt x="3989" y="1125"/>
                  </a:lnTo>
                  <a:lnTo>
                    <a:pt x="3918" y="962"/>
                  </a:lnTo>
                  <a:lnTo>
                    <a:pt x="3848" y="812"/>
                  </a:lnTo>
                  <a:lnTo>
                    <a:pt x="3783" y="677"/>
                  </a:lnTo>
                  <a:lnTo>
                    <a:pt x="3727" y="558"/>
                  </a:lnTo>
                  <a:lnTo>
                    <a:pt x="3680" y="454"/>
                  </a:lnTo>
                  <a:lnTo>
                    <a:pt x="3635" y="362"/>
                  </a:lnTo>
                  <a:lnTo>
                    <a:pt x="3586" y="283"/>
                  </a:lnTo>
                  <a:lnTo>
                    <a:pt x="3525" y="213"/>
                  </a:lnTo>
                  <a:lnTo>
                    <a:pt x="3447" y="153"/>
                  </a:lnTo>
                  <a:lnTo>
                    <a:pt x="3347" y="102"/>
                  </a:lnTo>
                  <a:lnTo>
                    <a:pt x="3231" y="60"/>
                  </a:lnTo>
                  <a:lnTo>
                    <a:pt x="3104" y="28"/>
                  </a:lnTo>
                  <a:lnTo>
                    <a:pt x="2971" y="8"/>
                  </a:lnTo>
                  <a:lnTo>
                    <a:pt x="2838" y="0"/>
                  </a:lnTo>
                  <a:lnTo>
                    <a:pt x="2710" y="3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2245507" y="2953155"/>
              <a:ext cx="641972" cy="1197051"/>
            </a:xfrm>
            <a:custGeom>
              <a:avLst/>
              <a:gdLst/>
              <a:ahLst/>
              <a:cxnLst/>
              <a:rect l="0" t="0" r="r" b="b"/>
              <a:pathLst>
                <a:path w="5362" h="10000">
                  <a:moveTo>
                    <a:pt x="2544" y="19"/>
                  </a:moveTo>
                  <a:lnTo>
                    <a:pt x="2426" y="48"/>
                  </a:lnTo>
                  <a:lnTo>
                    <a:pt x="2307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49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1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0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1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0" y="9997"/>
                  </a:lnTo>
                  <a:lnTo>
                    <a:pt x="807" y="9974"/>
                  </a:lnTo>
                  <a:lnTo>
                    <a:pt x="907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3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4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8" y="9217"/>
                  </a:lnTo>
                  <a:lnTo>
                    <a:pt x="2159" y="9213"/>
                  </a:lnTo>
                  <a:lnTo>
                    <a:pt x="2169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6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3" y="9128"/>
                  </a:lnTo>
                  <a:lnTo>
                    <a:pt x="3003" y="9121"/>
                  </a:lnTo>
                  <a:lnTo>
                    <a:pt x="3144" y="9104"/>
                  </a:lnTo>
                  <a:lnTo>
                    <a:pt x="3273" y="9076"/>
                  </a:lnTo>
                  <a:lnTo>
                    <a:pt x="3391" y="9045"/>
                  </a:lnTo>
                  <a:lnTo>
                    <a:pt x="3508" y="9010"/>
                  </a:lnTo>
                  <a:lnTo>
                    <a:pt x="3634" y="8970"/>
                  </a:lnTo>
                  <a:lnTo>
                    <a:pt x="3635" y="8970"/>
                  </a:lnTo>
                  <a:lnTo>
                    <a:pt x="3779" y="8925"/>
                  </a:lnTo>
                  <a:lnTo>
                    <a:pt x="3782" y="8925"/>
                  </a:lnTo>
                  <a:lnTo>
                    <a:pt x="3953" y="8876"/>
                  </a:lnTo>
                  <a:lnTo>
                    <a:pt x="3965" y="8874"/>
                  </a:lnTo>
                  <a:lnTo>
                    <a:pt x="4186" y="8832"/>
                  </a:lnTo>
                  <a:lnTo>
                    <a:pt x="4195" y="8831"/>
                  </a:lnTo>
                  <a:lnTo>
                    <a:pt x="4462" y="8798"/>
                  </a:lnTo>
                  <a:lnTo>
                    <a:pt x="4742" y="8762"/>
                  </a:lnTo>
                  <a:lnTo>
                    <a:pt x="4998" y="8712"/>
                  </a:lnTo>
                  <a:lnTo>
                    <a:pt x="5195" y="8641"/>
                  </a:lnTo>
                  <a:lnTo>
                    <a:pt x="5304" y="8553"/>
                  </a:lnTo>
                  <a:lnTo>
                    <a:pt x="5353" y="8431"/>
                  </a:lnTo>
                  <a:lnTo>
                    <a:pt x="5362" y="8245"/>
                  </a:lnTo>
                  <a:lnTo>
                    <a:pt x="5331" y="8010"/>
                  </a:lnTo>
                  <a:lnTo>
                    <a:pt x="5276" y="7749"/>
                  </a:lnTo>
                  <a:lnTo>
                    <a:pt x="5216" y="7484"/>
                  </a:lnTo>
                  <a:lnTo>
                    <a:pt x="5215" y="7477"/>
                  </a:lnTo>
                  <a:lnTo>
                    <a:pt x="5172" y="7227"/>
                  </a:lnTo>
                  <a:lnTo>
                    <a:pt x="5171" y="7222"/>
                  </a:lnTo>
                  <a:lnTo>
                    <a:pt x="5139" y="6986"/>
                  </a:lnTo>
                  <a:lnTo>
                    <a:pt x="5103" y="6753"/>
                  </a:lnTo>
                  <a:lnTo>
                    <a:pt x="5063" y="6520"/>
                  </a:lnTo>
                  <a:lnTo>
                    <a:pt x="5021" y="6286"/>
                  </a:lnTo>
                  <a:lnTo>
                    <a:pt x="4979" y="6051"/>
                  </a:lnTo>
                  <a:lnTo>
                    <a:pt x="4979" y="6050"/>
                  </a:lnTo>
                  <a:lnTo>
                    <a:pt x="4939" y="5815"/>
                  </a:lnTo>
                  <a:lnTo>
                    <a:pt x="4939" y="5814"/>
                  </a:lnTo>
                  <a:lnTo>
                    <a:pt x="4901" y="5578"/>
                  </a:lnTo>
                  <a:lnTo>
                    <a:pt x="4901" y="5578"/>
                  </a:lnTo>
                  <a:lnTo>
                    <a:pt x="4863" y="5343"/>
                  </a:lnTo>
                  <a:lnTo>
                    <a:pt x="4826" y="5108"/>
                  </a:lnTo>
                  <a:lnTo>
                    <a:pt x="4788" y="4873"/>
                  </a:lnTo>
                  <a:lnTo>
                    <a:pt x="4748" y="4639"/>
                  </a:lnTo>
                  <a:lnTo>
                    <a:pt x="4707" y="4405"/>
                  </a:lnTo>
                  <a:lnTo>
                    <a:pt x="4664" y="4170"/>
                  </a:lnTo>
                  <a:lnTo>
                    <a:pt x="4620" y="3934"/>
                  </a:lnTo>
                  <a:lnTo>
                    <a:pt x="4575" y="3699"/>
                  </a:lnTo>
                  <a:lnTo>
                    <a:pt x="4527" y="3465"/>
                  </a:lnTo>
                  <a:lnTo>
                    <a:pt x="4478" y="3232"/>
                  </a:lnTo>
                  <a:lnTo>
                    <a:pt x="4424" y="3000"/>
                  </a:lnTo>
                  <a:lnTo>
                    <a:pt x="4367" y="2765"/>
                  </a:lnTo>
                  <a:lnTo>
                    <a:pt x="4306" y="2526"/>
                  </a:lnTo>
                  <a:lnTo>
                    <a:pt x="4242" y="2288"/>
                  </a:lnTo>
                  <a:lnTo>
                    <a:pt x="4177" y="2056"/>
                  </a:lnTo>
                  <a:lnTo>
                    <a:pt x="4110" y="1834"/>
                  </a:lnTo>
                  <a:lnTo>
                    <a:pt x="4044" y="1627"/>
                  </a:lnTo>
                  <a:lnTo>
                    <a:pt x="3975" y="1433"/>
                  </a:lnTo>
                  <a:lnTo>
                    <a:pt x="3904" y="1247"/>
                  </a:lnTo>
                  <a:lnTo>
                    <a:pt x="3831" y="1071"/>
                  </a:lnTo>
                  <a:lnTo>
                    <a:pt x="3759" y="906"/>
                  </a:lnTo>
                  <a:lnTo>
                    <a:pt x="3689" y="754"/>
                  </a:lnTo>
                  <a:lnTo>
                    <a:pt x="3622" y="617"/>
                  </a:lnTo>
                  <a:lnTo>
                    <a:pt x="3622" y="615"/>
                  </a:lnTo>
                  <a:lnTo>
                    <a:pt x="3564" y="493"/>
                  </a:lnTo>
                  <a:lnTo>
                    <a:pt x="3563" y="491"/>
                  </a:lnTo>
                  <a:lnTo>
                    <a:pt x="3515" y="385"/>
                  </a:lnTo>
                  <a:lnTo>
                    <a:pt x="3473" y="300"/>
                  </a:lnTo>
                  <a:lnTo>
                    <a:pt x="3432" y="234"/>
                  </a:lnTo>
                  <a:lnTo>
                    <a:pt x="3387" y="182"/>
                  </a:lnTo>
                  <a:lnTo>
                    <a:pt x="3327" y="136"/>
                  </a:lnTo>
                  <a:lnTo>
                    <a:pt x="3245" y="93"/>
                  </a:lnTo>
                  <a:lnTo>
                    <a:pt x="3141" y="56"/>
                  </a:lnTo>
                  <a:lnTo>
                    <a:pt x="3023" y="26"/>
                  </a:lnTo>
                  <a:lnTo>
                    <a:pt x="2899" y="7"/>
                  </a:lnTo>
                  <a:lnTo>
                    <a:pt x="2775" y="0"/>
                  </a:lnTo>
                  <a:lnTo>
                    <a:pt x="2657" y="3"/>
                  </a:lnTo>
                  <a:lnTo>
                    <a:pt x="2544" y="19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300118" y="3062691"/>
              <a:ext cx="376367" cy="798820"/>
            </a:xfrm>
            <a:custGeom>
              <a:avLst/>
              <a:gdLst/>
              <a:ahLst/>
              <a:cxnLst/>
              <a:rect l="0" t="0" r="r" b="b"/>
              <a:pathLst>
                <a:path w="686" h="1456" fill="none">
                  <a:moveTo>
                    <a:pt x="686" y="686"/>
                  </a:moveTo>
                  <a:lnTo>
                    <a:pt x="503" y="588"/>
                  </a:lnTo>
                  <a:lnTo>
                    <a:pt x="280" y="420"/>
                  </a:lnTo>
                  <a:lnTo>
                    <a:pt x="153" y="252"/>
                  </a:lnTo>
                </a:path>
                <a:path w="686" h="1456" fill="none">
                  <a:moveTo>
                    <a:pt x="503" y="588"/>
                  </a:moveTo>
                  <a:lnTo>
                    <a:pt x="420" y="336"/>
                  </a:lnTo>
                  <a:lnTo>
                    <a:pt x="378" y="56"/>
                  </a:lnTo>
                </a:path>
                <a:path w="686" h="1456" fill="none">
                  <a:moveTo>
                    <a:pt x="686" y="686"/>
                  </a:moveTo>
                  <a:lnTo>
                    <a:pt x="420" y="728"/>
                  </a:lnTo>
                  <a:lnTo>
                    <a:pt x="140" y="728"/>
                  </a:lnTo>
                  <a:lnTo>
                    <a:pt x="0" y="756"/>
                  </a:lnTo>
                </a:path>
                <a:path w="686" h="1456" fill="none">
                  <a:moveTo>
                    <a:pt x="420" y="728"/>
                  </a:moveTo>
                  <a:lnTo>
                    <a:pt x="224" y="923"/>
                  </a:lnTo>
                  <a:lnTo>
                    <a:pt x="70" y="1092"/>
                  </a:lnTo>
                </a:path>
                <a:path w="686" h="1456" fill="none">
                  <a:moveTo>
                    <a:pt x="686" y="686"/>
                  </a:moveTo>
                  <a:lnTo>
                    <a:pt x="503" y="923"/>
                  </a:lnTo>
                  <a:lnTo>
                    <a:pt x="336" y="1203"/>
                  </a:lnTo>
                  <a:lnTo>
                    <a:pt x="182" y="1427"/>
                  </a:lnTo>
                </a:path>
                <a:path w="686" h="1456" fill="none">
                  <a:moveTo>
                    <a:pt x="503" y="923"/>
                  </a:moveTo>
                  <a:lnTo>
                    <a:pt x="588" y="1203"/>
                  </a:lnTo>
                  <a:lnTo>
                    <a:pt x="503" y="1456"/>
                  </a:lnTo>
                </a:path>
                <a:path w="686" h="1456" fill="none">
                  <a:moveTo>
                    <a:pt x="336" y="1203"/>
                  </a:moveTo>
                  <a:lnTo>
                    <a:pt x="112" y="1343"/>
                  </a:lnTo>
                  <a:lnTo>
                    <a:pt x="0" y="1427"/>
                  </a:lnTo>
                </a:path>
                <a:path w="686" h="1456" fill="none">
                  <a:moveTo>
                    <a:pt x="280" y="420"/>
                  </a:moveTo>
                  <a:lnTo>
                    <a:pt x="84" y="476"/>
                  </a:lnTo>
                  <a:lnTo>
                    <a:pt x="7" y="533"/>
                  </a:lnTo>
                </a:path>
                <a:path w="686" h="1456" fill="none">
                  <a:moveTo>
                    <a:pt x="420" y="336"/>
                  </a:moveTo>
                  <a:lnTo>
                    <a:pt x="251" y="168"/>
                  </a:lnTo>
                </a:path>
                <a:path w="686" h="1456" fill="none">
                  <a:moveTo>
                    <a:pt x="224" y="923"/>
                  </a:moveTo>
                  <a:lnTo>
                    <a:pt x="251" y="1120"/>
                  </a:lnTo>
                  <a:lnTo>
                    <a:pt x="168" y="1316"/>
                  </a:lnTo>
                </a:path>
                <a:path w="686" h="1456" fill="none">
                  <a:moveTo>
                    <a:pt x="686" y="686"/>
                  </a:moveTo>
                  <a:lnTo>
                    <a:pt x="643" y="476"/>
                  </a:lnTo>
                  <a:lnTo>
                    <a:pt x="560" y="252"/>
                  </a:lnTo>
                  <a:lnTo>
                    <a:pt x="503" y="0"/>
                  </a:lnTo>
                </a:path>
                <a:path w="686" h="1456" fill="none">
                  <a:moveTo>
                    <a:pt x="140" y="728"/>
                  </a:moveTo>
                  <a:lnTo>
                    <a:pt x="56" y="896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708474" y="1569212"/>
            <a:ext cx="1421310" cy="4254373"/>
            <a:chOff x="3708474" y="1569212"/>
            <a:chExt cx="1421310" cy="4254373"/>
          </a:xfrm>
        </p:grpSpPr>
        <p:sp>
          <p:nvSpPr>
            <p:cNvPr id="11" name="Forma 10"/>
            <p:cNvSpPr/>
            <p:nvPr/>
          </p:nvSpPr>
          <p:spPr>
            <a:xfrm>
              <a:off x="3708474" y="1569212"/>
              <a:ext cx="1421310" cy="4254373"/>
            </a:xfrm>
            <a:custGeom>
              <a:avLst/>
              <a:gdLst/>
              <a:ahLst/>
              <a:cxnLst/>
              <a:rect l="0" t="0" r="r" b="b"/>
              <a:pathLst>
                <a:path w="3340" h="10000">
                  <a:moveTo>
                    <a:pt x="722" y="4"/>
                  </a:moveTo>
                  <a:lnTo>
                    <a:pt x="680" y="0"/>
                  </a:lnTo>
                  <a:lnTo>
                    <a:pt x="670" y="8"/>
                  </a:lnTo>
                  <a:lnTo>
                    <a:pt x="680" y="29"/>
                  </a:lnTo>
                  <a:lnTo>
                    <a:pt x="695" y="62"/>
                  </a:lnTo>
                  <a:lnTo>
                    <a:pt x="704" y="105"/>
                  </a:lnTo>
                  <a:lnTo>
                    <a:pt x="693" y="158"/>
                  </a:lnTo>
                  <a:lnTo>
                    <a:pt x="662" y="221"/>
                  </a:lnTo>
                  <a:lnTo>
                    <a:pt x="620" y="292"/>
                  </a:lnTo>
                  <a:lnTo>
                    <a:pt x="571" y="374"/>
                  </a:lnTo>
                  <a:lnTo>
                    <a:pt x="519" y="469"/>
                  </a:lnTo>
                  <a:lnTo>
                    <a:pt x="468" y="577"/>
                  </a:lnTo>
                  <a:lnTo>
                    <a:pt x="422" y="700"/>
                  </a:lnTo>
                  <a:lnTo>
                    <a:pt x="379" y="839"/>
                  </a:lnTo>
                  <a:lnTo>
                    <a:pt x="335" y="994"/>
                  </a:lnTo>
                  <a:lnTo>
                    <a:pt x="293" y="1163"/>
                  </a:lnTo>
                  <a:lnTo>
                    <a:pt x="252" y="1343"/>
                  </a:lnTo>
                  <a:lnTo>
                    <a:pt x="215" y="1533"/>
                  </a:lnTo>
                  <a:lnTo>
                    <a:pt x="182" y="1732"/>
                  </a:lnTo>
                  <a:lnTo>
                    <a:pt x="152" y="1943"/>
                  </a:lnTo>
                  <a:lnTo>
                    <a:pt x="126" y="2168"/>
                  </a:lnTo>
                  <a:lnTo>
                    <a:pt x="103" y="2404"/>
                  </a:lnTo>
                  <a:lnTo>
                    <a:pt x="83" y="2645"/>
                  </a:lnTo>
                  <a:lnTo>
                    <a:pt x="66" y="2887"/>
                  </a:lnTo>
                  <a:lnTo>
                    <a:pt x="52" y="3124"/>
                  </a:lnTo>
                  <a:lnTo>
                    <a:pt x="37" y="3359"/>
                  </a:lnTo>
                  <a:lnTo>
                    <a:pt x="20" y="3595"/>
                  </a:lnTo>
                  <a:lnTo>
                    <a:pt x="6" y="3832"/>
                  </a:lnTo>
                  <a:lnTo>
                    <a:pt x="0" y="4069"/>
                  </a:lnTo>
                  <a:lnTo>
                    <a:pt x="5" y="4306"/>
                  </a:lnTo>
                  <a:lnTo>
                    <a:pt x="28" y="4543"/>
                  </a:lnTo>
                  <a:lnTo>
                    <a:pt x="72" y="4779"/>
                  </a:lnTo>
                  <a:lnTo>
                    <a:pt x="134" y="5016"/>
                  </a:lnTo>
                  <a:lnTo>
                    <a:pt x="209" y="5252"/>
                  </a:lnTo>
                  <a:lnTo>
                    <a:pt x="290" y="5489"/>
                  </a:lnTo>
                  <a:lnTo>
                    <a:pt x="369" y="5725"/>
                  </a:lnTo>
                  <a:lnTo>
                    <a:pt x="442" y="5961"/>
                  </a:lnTo>
                  <a:lnTo>
                    <a:pt x="511" y="6194"/>
                  </a:lnTo>
                  <a:lnTo>
                    <a:pt x="582" y="6422"/>
                  </a:lnTo>
                  <a:lnTo>
                    <a:pt x="652" y="6650"/>
                  </a:lnTo>
                  <a:lnTo>
                    <a:pt x="719" y="6882"/>
                  </a:lnTo>
                  <a:lnTo>
                    <a:pt x="779" y="7124"/>
                  </a:lnTo>
                  <a:lnTo>
                    <a:pt x="831" y="7380"/>
                  </a:lnTo>
                  <a:lnTo>
                    <a:pt x="890" y="7677"/>
                  </a:lnTo>
                  <a:lnTo>
                    <a:pt x="964" y="8017"/>
                  </a:lnTo>
                  <a:lnTo>
                    <a:pt x="1032" y="8367"/>
                  </a:lnTo>
                  <a:lnTo>
                    <a:pt x="1061" y="8594"/>
                  </a:lnTo>
                  <a:lnTo>
                    <a:pt x="1135" y="8618"/>
                  </a:lnTo>
                  <a:lnTo>
                    <a:pt x="1292" y="8687"/>
                  </a:lnTo>
                  <a:lnTo>
                    <a:pt x="1455" y="8776"/>
                  </a:lnTo>
                  <a:lnTo>
                    <a:pt x="1618" y="8878"/>
                  </a:lnTo>
                  <a:lnTo>
                    <a:pt x="1778" y="8988"/>
                  </a:lnTo>
                  <a:lnTo>
                    <a:pt x="1928" y="9101"/>
                  </a:lnTo>
                  <a:lnTo>
                    <a:pt x="2063" y="9211"/>
                  </a:lnTo>
                  <a:lnTo>
                    <a:pt x="2186" y="9329"/>
                  </a:lnTo>
                  <a:lnTo>
                    <a:pt x="2299" y="9462"/>
                  </a:lnTo>
                  <a:lnTo>
                    <a:pt x="2403" y="9597"/>
                  </a:lnTo>
                  <a:lnTo>
                    <a:pt x="2498" y="9723"/>
                  </a:lnTo>
                  <a:lnTo>
                    <a:pt x="2582" y="9831"/>
                  </a:lnTo>
                  <a:lnTo>
                    <a:pt x="2656" y="9908"/>
                  </a:lnTo>
                  <a:lnTo>
                    <a:pt x="2716" y="9957"/>
                  </a:lnTo>
                  <a:lnTo>
                    <a:pt x="2762" y="9988"/>
                  </a:lnTo>
                  <a:lnTo>
                    <a:pt x="2798" y="10000"/>
                  </a:lnTo>
                  <a:lnTo>
                    <a:pt x="2828" y="9991"/>
                  </a:lnTo>
                  <a:lnTo>
                    <a:pt x="2857" y="9960"/>
                  </a:lnTo>
                  <a:lnTo>
                    <a:pt x="2888" y="9908"/>
                  </a:lnTo>
                  <a:lnTo>
                    <a:pt x="2922" y="9830"/>
                  </a:lnTo>
                  <a:lnTo>
                    <a:pt x="2953" y="9727"/>
                  </a:lnTo>
                  <a:lnTo>
                    <a:pt x="2983" y="9602"/>
                  </a:lnTo>
                  <a:lnTo>
                    <a:pt x="3012" y="9460"/>
                  </a:lnTo>
                  <a:lnTo>
                    <a:pt x="3041" y="9302"/>
                  </a:lnTo>
                  <a:lnTo>
                    <a:pt x="3069" y="9134"/>
                  </a:lnTo>
                  <a:lnTo>
                    <a:pt x="3097" y="8946"/>
                  </a:lnTo>
                  <a:lnTo>
                    <a:pt x="3124" y="8736"/>
                  </a:lnTo>
                  <a:lnTo>
                    <a:pt x="3151" y="8511"/>
                  </a:lnTo>
                  <a:lnTo>
                    <a:pt x="3177" y="8279"/>
                  </a:lnTo>
                  <a:lnTo>
                    <a:pt x="3201" y="8050"/>
                  </a:lnTo>
                  <a:lnTo>
                    <a:pt x="3223" y="7831"/>
                  </a:lnTo>
                  <a:lnTo>
                    <a:pt x="3245" y="7623"/>
                  </a:lnTo>
                  <a:lnTo>
                    <a:pt x="3265" y="7420"/>
                  </a:lnTo>
                  <a:lnTo>
                    <a:pt x="3285" y="7218"/>
                  </a:lnTo>
                  <a:lnTo>
                    <a:pt x="3302" y="7017"/>
                  </a:lnTo>
                  <a:lnTo>
                    <a:pt x="3316" y="6813"/>
                  </a:lnTo>
                  <a:lnTo>
                    <a:pt x="3327" y="6606"/>
                  </a:lnTo>
                  <a:lnTo>
                    <a:pt x="3334" y="6395"/>
                  </a:lnTo>
                  <a:lnTo>
                    <a:pt x="3338" y="6181"/>
                  </a:lnTo>
                  <a:lnTo>
                    <a:pt x="3340" y="5965"/>
                  </a:lnTo>
                  <a:lnTo>
                    <a:pt x="3338" y="5749"/>
                  </a:lnTo>
                  <a:lnTo>
                    <a:pt x="3334" y="5532"/>
                  </a:lnTo>
                  <a:lnTo>
                    <a:pt x="3327" y="5317"/>
                  </a:lnTo>
                  <a:lnTo>
                    <a:pt x="3317" y="5101"/>
                  </a:lnTo>
                  <a:lnTo>
                    <a:pt x="3305" y="4884"/>
                  </a:lnTo>
                  <a:lnTo>
                    <a:pt x="3290" y="4668"/>
                  </a:lnTo>
                  <a:lnTo>
                    <a:pt x="3271" y="4452"/>
                  </a:lnTo>
                  <a:lnTo>
                    <a:pt x="3249" y="4238"/>
                  </a:lnTo>
                  <a:lnTo>
                    <a:pt x="3223" y="4027"/>
                  </a:lnTo>
                  <a:lnTo>
                    <a:pt x="3194" y="3817"/>
                  </a:lnTo>
                  <a:lnTo>
                    <a:pt x="3161" y="3608"/>
                  </a:lnTo>
                  <a:lnTo>
                    <a:pt x="3125" y="3401"/>
                  </a:lnTo>
                  <a:lnTo>
                    <a:pt x="3085" y="3196"/>
                  </a:lnTo>
                  <a:lnTo>
                    <a:pt x="3041" y="2996"/>
                  </a:lnTo>
                  <a:lnTo>
                    <a:pt x="2991" y="2802"/>
                  </a:lnTo>
                  <a:lnTo>
                    <a:pt x="2937" y="2612"/>
                  </a:lnTo>
                  <a:lnTo>
                    <a:pt x="2879" y="2426"/>
                  </a:lnTo>
                  <a:lnTo>
                    <a:pt x="2816" y="2243"/>
                  </a:lnTo>
                  <a:lnTo>
                    <a:pt x="2749" y="2066"/>
                  </a:lnTo>
                  <a:lnTo>
                    <a:pt x="2678" y="1896"/>
                  </a:lnTo>
                  <a:lnTo>
                    <a:pt x="2605" y="1732"/>
                  </a:lnTo>
                  <a:lnTo>
                    <a:pt x="2528" y="1574"/>
                  </a:lnTo>
                  <a:lnTo>
                    <a:pt x="2447" y="1422"/>
                  </a:lnTo>
                  <a:lnTo>
                    <a:pt x="2363" y="1276"/>
                  </a:lnTo>
                  <a:lnTo>
                    <a:pt x="2275" y="1137"/>
                  </a:lnTo>
                  <a:lnTo>
                    <a:pt x="2184" y="1005"/>
                  </a:lnTo>
                  <a:lnTo>
                    <a:pt x="2089" y="880"/>
                  </a:lnTo>
                  <a:lnTo>
                    <a:pt x="1990" y="763"/>
                  </a:lnTo>
                  <a:lnTo>
                    <a:pt x="1886" y="652"/>
                  </a:lnTo>
                  <a:lnTo>
                    <a:pt x="1779" y="548"/>
                  </a:lnTo>
                  <a:lnTo>
                    <a:pt x="1670" y="453"/>
                  </a:lnTo>
                  <a:lnTo>
                    <a:pt x="1558" y="365"/>
                  </a:lnTo>
                  <a:lnTo>
                    <a:pt x="1444" y="287"/>
                  </a:lnTo>
                  <a:lnTo>
                    <a:pt x="1320" y="217"/>
                  </a:lnTo>
                  <a:lnTo>
                    <a:pt x="1184" y="154"/>
                  </a:lnTo>
                  <a:lnTo>
                    <a:pt x="1045" y="99"/>
                  </a:lnTo>
                  <a:lnTo>
                    <a:pt x="914" y="54"/>
                  </a:lnTo>
                  <a:lnTo>
                    <a:pt x="803" y="22"/>
                  </a:lnTo>
                  <a:lnTo>
                    <a:pt x="722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768845" y="1645358"/>
              <a:ext cx="1300588" cy="4101446"/>
            </a:xfrm>
            <a:custGeom>
              <a:avLst/>
              <a:gdLst/>
              <a:ahLst/>
              <a:cxnLst/>
              <a:rect l="0" t="0" r="r" b="b"/>
              <a:pathLst>
                <a:path w="3171" h="10000">
                  <a:moveTo>
                    <a:pt x="716" y="8"/>
                  </a:moveTo>
                  <a:lnTo>
                    <a:pt x="713" y="21"/>
                  </a:lnTo>
                  <a:lnTo>
                    <a:pt x="709" y="33"/>
                  </a:lnTo>
                  <a:lnTo>
                    <a:pt x="703" y="45"/>
                  </a:lnTo>
                  <a:lnTo>
                    <a:pt x="671" y="110"/>
                  </a:lnTo>
                  <a:lnTo>
                    <a:pt x="666" y="118"/>
                  </a:lnTo>
                  <a:lnTo>
                    <a:pt x="622" y="192"/>
                  </a:lnTo>
                  <a:lnTo>
                    <a:pt x="622" y="192"/>
                  </a:lnTo>
                  <a:lnTo>
                    <a:pt x="573" y="276"/>
                  </a:lnTo>
                  <a:lnTo>
                    <a:pt x="522" y="367"/>
                  </a:lnTo>
                  <a:lnTo>
                    <a:pt x="474" y="470"/>
                  </a:lnTo>
                  <a:lnTo>
                    <a:pt x="430" y="588"/>
                  </a:lnTo>
                  <a:lnTo>
                    <a:pt x="387" y="727"/>
                  </a:lnTo>
                  <a:lnTo>
                    <a:pt x="343" y="883"/>
                  </a:lnTo>
                  <a:lnTo>
                    <a:pt x="300" y="1054"/>
                  </a:lnTo>
                  <a:lnTo>
                    <a:pt x="259" y="1238"/>
                  </a:lnTo>
                  <a:lnTo>
                    <a:pt x="221" y="1431"/>
                  </a:lnTo>
                  <a:lnTo>
                    <a:pt x="187" y="1633"/>
                  </a:lnTo>
                  <a:lnTo>
                    <a:pt x="157" y="1848"/>
                  </a:lnTo>
                  <a:lnTo>
                    <a:pt x="130" y="2079"/>
                  </a:lnTo>
                  <a:lnTo>
                    <a:pt x="107" y="2321"/>
                  </a:lnTo>
                  <a:lnTo>
                    <a:pt x="86" y="2569"/>
                  </a:lnTo>
                  <a:lnTo>
                    <a:pt x="68" y="2818"/>
                  </a:lnTo>
                  <a:lnTo>
                    <a:pt x="54" y="3064"/>
                  </a:lnTo>
                  <a:lnTo>
                    <a:pt x="54" y="3065"/>
                  </a:lnTo>
                  <a:lnTo>
                    <a:pt x="38" y="3308"/>
                  </a:lnTo>
                  <a:lnTo>
                    <a:pt x="38" y="3309"/>
                  </a:lnTo>
                  <a:lnTo>
                    <a:pt x="20" y="3553"/>
                  </a:lnTo>
                  <a:lnTo>
                    <a:pt x="6" y="3796"/>
                  </a:lnTo>
                  <a:lnTo>
                    <a:pt x="0" y="4035"/>
                  </a:lnTo>
                  <a:lnTo>
                    <a:pt x="5" y="4272"/>
                  </a:lnTo>
                  <a:lnTo>
                    <a:pt x="28" y="4506"/>
                  </a:lnTo>
                  <a:lnTo>
                    <a:pt x="71" y="4740"/>
                  </a:lnTo>
                  <a:lnTo>
                    <a:pt x="134" y="4976"/>
                  </a:lnTo>
                  <a:lnTo>
                    <a:pt x="210" y="5216"/>
                  </a:lnTo>
                  <a:lnTo>
                    <a:pt x="293" y="5460"/>
                  </a:lnTo>
                  <a:lnTo>
                    <a:pt x="293" y="5461"/>
                  </a:lnTo>
                  <a:lnTo>
                    <a:pt x="376" y="5706"/>
                  </a:lnTo>
                  <a:lnTo>
                    <a:pt x="377" y="5710"/>
                  </a:lnTo>
                  <a:lnTo>
                    <a:pt x="452" y="5955"/>
                  </a:lnTo>
                  <a:lnTo>
                    <a:pt x="453" y="5956"/>
                  </a:lnTo>
                  <a:lnTo>
                    <a:pt x="524" y="6197"/>
                  </a:lnTo>
                  <a:lnTo>
                    <a:pt x="597" y="6432"/>
                  </a:lnTo>
                  <a:lnTo>
                    <a:pt x="597" y="6432"/>
                  </a:lnTo>
                  <a:lnTo>
                    <a:pt x="670" y="6669"/>
                  </a:lnTo>
                  <a:lnTo>
                    <a:pt x="671" y="6672"/>
                  </a:lnTo>
                  <a:lnTo>
                    <a:pt x="740" y="6913"/>
                  </a:lnTo>
                  <a:lnTo>
                    <a:pt x="741" y="6918"/>
                  </a:lnTo>
                  <a:lnTo>
                    <a:pt x="804" y="7169"/>
                  </a:lnTo>
                  <a:lnTo>
                    <a:pt x="805" y="7175"/>
                  </a:lnTo>
                  <a:lnTo>
                    <a:pt x="859" y="7441"/>
                  </a:lnTo>
                  <a:lnTo>
                    <a:pt x="921" y="7748"/>
                  </a:lnTo>
                  <a:lnTo>
                    <a:pt x="997" y="8099"/>
                  </a:lnTo>
                  <a:lnTo>
                    <a:pt x="998" y="8102"/>
                  </a:lnTo>
                  <a:lnTo>
                    <a:pt x="1068" y="8465"/>
                  </a:lnTo>
                  <a:lnTo>
                    <a:pt x="1069" y="8474"/>
                  </a:lnTo>
                  <a:lnTo>
                    <a:pt x="1088" y="8618"/>
                  </a:lnTo>
                  <a:lnTo>
                    <a:pt x="1090" y="8619"/>
                  </a:lnTo>
                  <a:lnTo>
                    <a:pt x="1253" y="8691"/>
                  </a:lnTo>
                  <a:lnTo>
                    <a:pt x="1263" y="8696"/>
                  </a:lnTo>
                  <a:lnTo>
                    <a:pt x="1432" y="8788"/>
                  </a:lnTo>
                  <a:lnTo>
                    <a:pt x="1440" y="8792"/>
                  </a:lnTo>
                  <a:lnTo>
                    <a:pt x="1610" y="8898"/>
                  </a:lnTo>
                  <a:lnTo>
                    <a:pt x="1616" y="8902"/>
                  </a:lnTo>
                  <a:lnTo>
                    <a:pt x="1781" y="9016"/>
                  </a:lnTo>
                  <a:lnTo>
                    <a:pt x="1786" y="9020"/>
                  </a:lnTo>
                  <a:lnTo>
                    <a:pt x="1941" y="9137"/>
                  </a:lnTo>
                  <a:lnTo>
                    <a:pt x="1946" y="9140"/>
                  </a:lnTo>
                  <a:lnTo>
                    <a:pt x="2086" y="9255"/>
                  </a:lnTo>
                  <a:lnTo>
                    <a:pt x="2096" y="9263"/>
                  </a:lnTo>
                  <a:lnTo>
                    <a:pt x="2223" y="9386"/>
                  </a:lnTo>
                  <a:lnTo>
                    <a:pt x="2232" y="9396"/>
                  </a:lnTo>
                  <a:lnTo>
                    <a:pt x="2350" y="9533"/>
                  </a:lnTo>
                  <a:lnTo>
                    <a:pt x="2355" y="9539"/>
                  </a:lnTo>
                  <a:lnTo>
                    <a:pt x="2463" y="9679"/>
                  </a:lnTo>
                  <a:lnTo>
                    <a:pt x="2464" y="9681"/>
                  </a:lnTo>
                  <a:lnTo>
                    <a:pt x="2561" y="9811"/>
                  </a:lnTo>
                  <a:lnTo>
                    <a:pt x="2643" y="9915"/>
                  </a:lnTo>
                  <a:lnTo>
                    <a:pt x="2709" y="9983"/>
                  </a:lnTo>
                  <a:lnTo>
                    <a:pt x="2729" y="10000"/>
                  </a:lnTo>
                  <a:lnTo>
                    <a:pt x="2746" y="9960"/>
                  </a:lnTo>
                  <a:lnTo>
                    <a:pt x="2775" y="9865"/>
                  </a:lnTo>
                  <a:lnTo>
                    <a:pt x="2804" y="9742"/>
                  </a:lnTo>
                  <a:lnTo>
                    <a:pt x="2834" y="9599"/>
                  </a:lnTo>
                  <a:lnTo>
                    <a:pt x="2863" y="9438"/>
                  </a:lnTo>
                  <a:lnTo>
                    <a:pt x="2891" y="9266"/>
                  </a:lnTo>
                  <a:lnTo>
                    <a:pt x="2920" y="9074"/>
                  </a:lnTo>
                  <a:lnTo>
                    <a:pt x="2948" y="8858"/>
                  </a:lnTo>
                  <a:lnTo>
                    <a:pt x="2976" y="8626"/>
                  </a:lnTo>
                  <a:lnTo>
                    <a:pt x="3002" y="8387"/>
                  </a:lnTo>
                  <a:lnTo>
                    <a:pt x="3028" y="8149"/>
                  </a:lnTo>
                  <a:lnTo>
                    <a:pt x="3051" y="7923"/>
                  </a:lnTo>
                  <a:lnTo>
                    <a:pt x="3073" y="7707"/>
                  </a:lnTo>
                  <a:lnTo>
                    <a:pt x="3094" y="7496"/>
                  </a:lnTo>
                  <a:lnTo>
                    <a:pt x="3114" y="7288"/>
                  </a:lnTo>
                  <a:lnTo>
                    <a:pt x="3132" y="7081"/>
                  </a:lnTo>
                  <a:lnTo>
                    <a:pt x="3146" y="6873"/>
                  </a:lnTo>
                  <a:lnTo>
                    <a:pt x="3157" y="6661"/>
                  </a:lnTo>
                  <a:lnTo>
                    <a:pt x="3165" y="6444"/>
                  </a:lnTo>
                  <a:lnTo>
                    <a:pt x="3169" y="6224"/>
                  </a:lnTo>
                  <a:lnTo>
                    <a:pt x="3171" y="6002"/>
                  </a:lnTo>
                  <a:lnTo>
                    <a:pt x="3169" y="5780"/>
                  </a:lnTo>
                  <a:lnTo>
                    <a:pt x="3165" y="5557"/>
                  </a:lnTo>
                  <a:lnTo>
                    <a:pt x="3157" y="5335"/>
                  </a:lnTo>
                  <a:lnTo>
                    <a:pt x="3147" y="5113"/>
                  </a:lnTo>
                  <a:lnTo>
                    <a:pt x="3135" y="4890"/>
                  </a:lnTo>
                  <a:lnTo>
                    <a:pt x="3119" y="4668"/>
                  </a:lnTo>
                  <a:lnTo>
                    <a:pt x="3100" y="4446"/>
                  </a:lnTo>
                  <a:lnTo>
                    <a:pt x="3078" y="4227"/>
                  </a:lnTo>
                  <a:lnTo>
                    <a:pt x="3051" y="4011"/>
                  </a:lnTo>
                  <a:lnTo>
                    <a:pt x="3021" y="3796"/>
                  </a:lnTo>
                  <a:lnTo>
                    <a:pt x="2988" y="3581"/>
                  </a:lnTo>
                  <a:lnTo>
                    <a:pt x="2951" y="3369"/>
                  </a:lnTo>
                  <a:lnTo>
                    <a:pt x="2910" y="3160"/>
                  </a:lnTo>
                  <a:lnTo>
                    <a:pt x="2864" y="2957"/>
                  </a:lnTo>
                  <a:lnTo>
                    <a:pt x="2814" y="2759"/>
                  </a:lnTo>
                  <a:lnTo>
                    <a:pt x="2759" y="2566"/>
                  </a:lnTo>
                  <a:lnTo>
                    <a:pt x="2700" y="2377"/>
                  </a:lnTo>
                  <a:lnTo>
                    <a:pt x="2636" y="2192"/>
                  </a:lnTo>
                  <a:lnTo>
                    <a:pt x="2568" y="2012"/>
                  </a:lnTo>
                  <a:lnTo>
                    <a:pt x="2497" y="1839"/>
                  </a:lnTo>
                  <a:lnTo>
                    <a:pt x="2422" y="1673"/>
                  </a:lnTo>
                  <a:lnTo>
                    <a:pt x="2344" y="1514"/>
                  </a:lnTo>
                  <a:lnTo>
                    <a:pt x="2263" y="1361"/>
                  </a:lnTo>
                  <a:lnTo>
                    <a:pt x="2178" y="1214"/>
                  </a:lnTo>
                  <a:lnTo>
                    <a:pt x="2091" y="1075"/>
                  </a:lnTo>
                  <a:lnTo>
                    <a:pt x="2000" y="943"/>
                  </a:lnTo>
                  <a:lnTo>
                    <a:pt x="1905" y="820"/>
                  </a:lnTo>
                  <a:lnTo>
                    <a:pt x="1807" y="704"/>
                  </a:lnTo>
                  <a:lnTo>
                    <a:pt x="1705" y="594"/>
                  </a:lnTo>
                  <a:lnTo>
                    <a:pt x="1599" y="492"/>
                  </a:lnTo>
                  <a:lnTo>
                    <a:pt x="1491" y="397"/>
                  </a:lnTo>
                  <a:lnTo>
                    <a:pt x="1382" y="312"/>
                  </a:lnTo>
                  <a:lnTo>
                    <a:pt x="1273" y="237"/>
                  </a:lnTo>
                  <a:lnTo>
                    <a:pt x="1155" y="170"/>
                  </a:lnTo>
                  <a:lnTo>
                    <a:pt x="1023" y="109"/>
                  </a:lnTo>
                  <a:lnTo>
                    <a:pt x="886" y="55"/>
                  </a:lnTo>
                  <a:lnTo>
                    <a:pt x="757" y="11"/>
                  </a:lnTo>
                  <a:lnTo>
                    <a:pt x="718" y="0"/>
                  </a:lnTo>
                  <a:lnTo>
                    <a:pt x="716" y="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803085" y="2020824"/>
              <a:ext cx="1153936" cy="2798064"/>
            </a:xfrm>
            <a:custGeom>
              <a:avLst/>
              <a:gdLst/>
              <a:ahLst/>
              <a:cxnLst/>
              <a:rect l="0" t="0" r="r" b="b"/>
              <a:pathLst>
                <a:path w="2103" h="5100" fill="none">
                  <a:moveTo>
                    <a:pt x="0" y="2244"/>
                  </a:moveTo>
                  <a:lnTo>
                    <a:pt x="268" y="2100"/>
                  </a:lnTo>
                  <a:lnTo>
                    <a:pt x="1068" y="1500"/>
                  </a:lnTo>
                  <a:lnTo>
                    <a:pt x="1518" y="900"/>
                  </a:lnTo>
                </a:path>
                <a:path w="2103" h="5100" fill="none">
                  <a:moveTo>
                    <a:pt x="268" y="2100"/>
                  </a:moveTo>
                  <a:lnTo>
                    <a:pt x="568" y="1200"/>
                  </a:lnTo>
                  <a:lnTo>
                    <a:pt x="718" y="200"/>
                  </a:lnTo>
                </a:path>
                <a:path w="2103" h="5100" fill="none">
                  <a:moveTo>
                    <a:pt x="2" y="2510"/>
                  </a:moveTo>
                  <a:lnTo>
                    <a:pt x="568" y="2600"/>
                  </a:lnTo>
                  <a:lnTo>
                    <a:pt x="1568" y="2600"/>
                  </a:lnTo>
                  <a:lnTo>
                    <a:pt x="2068" y="2700"/>
                  </a:lnTo>
                </a:path>
                <a:path w="2103" h="5100" fill="none">
                  <a:moveTo>
                    <a:pt x="568" y="2600"/>
                  </a:moveTo>
                  <a:lnTo>
                    <a:pt x="1268" y="3300"/>
                  </a:lnTo>
                  <a:lnTo>
                    <a:pt x="1818" y="3900"/>
                  </a:lnTo>
                </a:path>
                <a:path w="2103" h="5100" fill="none">
                  <a:moveTo>
                    <a:pt x="125" y="3112"/>
                  </a:moveTo>
                  <a:lnTo>
                    <a:pt x="268" y="3300"/>
                  </a:lnTo>
                  <a:lnTo>
                    <a:pt x="868" y="4300"/>
                  </a:lnTo>
                  <a:lnTo>
                    <a:pt x="1418" y="5100"/>
                  </a:lnTo>
                </a:path>
                <a:path w="2103" h="5100" fill="none">
                  <a:moveTo>
                    <a:pt x="268" y="3300"/>
                  </a:moveTo>
                  <a:lnTo>
                    <a:pt x="229" y="3427"/>
                  </a:lnTo>
                </a:path>
                <a:path w="2103" h="5100" fill="none">
                  <a:moveTo>
                    <a:pt x="868" y="4300"/>
                  </a:moveTo>
                  <a:lnTo>
                    <a:pt x="1668" y="4800"/>
                  </a:lnTo>
                  <a:lnTo>
                    <a:pt x="2068" y="5100"/>
                  </a:lnTo>
                </a:path>
                <a:path w="2103" h="5100" fill="none">
                  <a:moveTo>
                    <a:pt x="1068" y="1500"/>
                  </a:moveTo>
                  <a:lnTo>
                    <a:pt x="1768" y="1700"/>
                  </a:lnTo>
                  <a:lnTo>
                    <a:pt x="2103" y="1951"/>
                  </a:lnTo>
                </a:path>
                <a:path w="2103" h="5100" fill="none">
                  <a:moveTo>
                    <a:pt x="568" y="1200"/>
                  </a:moveTo>
                  <a:lnTo>
                    <a:pt x="1168" y="600"/>
                  </a:lnTo>
                </a:path>
                <a:path w="2103" h="5100" fill="none">
                  <a:moveTo>
                    <a:pt x="1268" y="3300"/>
                  </a:moveTo>
                  <a:lnTo>
                    <a:pt x="1168" y="4000"/>
                  </a:lnTo>
                  <a:lnTo>
                    <a:pt x="1468" y="4700"/>
                  </a:lnTo>
                </a:path>
                <a:path w="2103" h="5100" fill="none">
                  <a:moveTo>
                    <a:pt x="120" y="665"/>
                  </a:moveTo>
                  <a:lnTo>
                    <a:pt x="268" y="0"/>
                  </a:lnTo>
                </a:path>
                <a:path w="2103" h="5100" fill="none">
                  <a:moveTo>
                    <a:pt x="1568" y="2600"/>
                  </a:moveTo>
                  <a:lnTo>
                    <a:pt x="1868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03504" y="1527048"/>
            <a:ext cx="4828032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084832" y="1389888"/>
            <a:ext cx="2562149" cy="4032504"/>
          </a:xfrm>
          <a:custGeom>
            <a:avLst/>
            <a:gdLst/>
            <a:ahLst/>
            <a:cxnLst/>
            <a:rect l="0" t="0" r="r" b="b"/>
            <a:pathLst>
              <a:path w="6353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0" y="390"/>
                </a:lnTo>
                <a:lnTo>
                  <a:pt x="16" y="390"/>
                </a:lnTo>
                <a:lnTo>
                  <a:pt x="161" y="399"/>
                </a:lnTo>
                <a:lnTo>
                  <a:pt x="166" y="400"/>
                </a:lnTo>
                <a:lnTo>
                  <a:pt x="311" y="422"/>
                </a:lnTo>
                <a:lnTo>
                  <a:pt x="315" y="423"/>
                </a:lnTo>
                <a:lnTo>
                  <a:pt x="454" y="457"/>
                </a:lnTo>
                <a:lnTo>
                  <a:pt x="460" y="459"/>
                </a:lnTo>
                <a:lnTo>
                  <a:pt x="586" y="504"/>
                </a:lnTo>
                <a:lnTo>
                  <a:pt x="593" y="507"/>
                </a:lnTo>
                <a:lnTo>
                  <a:pt x="701" y="563"/>
                </a:lnTo>
                <a:lnTo>
                  <a:pt x="705" y="566"/>
                </a:lnTo>
                <a:lnTo>
                  <a:pt x="709" y="569"/>
                </a:lnTo>
                <a:lnTo>
                  <a:pt x="795" y="634"/>
                </a:lnTo>
                <a:lnTo>
                  <a:pt x="799" y="638"/>
                </a:lnTo>
                <a:lnTo>
                  <a:pt x="803" y="642"/>
                </a:lnTo>
                <a:lnTo>
                  <a:pt x="869" y="717"/>
                </a:lnTo>
                <a:lnTo>
                  <a:pt x="871" y="720"/>
                </a:lnTo>
                <a:lnTo>
                  <a:pt x="874" y="724"/>
                </a:lnTo>
                <a:lnTo>
                  <a:pt x="928" y="811"/>
                </a:lnTo>
                <a:lnTo>
                  <a:pt x="930" y="816"/>
                </a:lnTo>
                <a:lnTo>
                  <a:pt x="979" y="915"/>
                </a:lnTo>
                <a:lnTo>
                  <a:pt x="980" y="917"/>
                </a:lnTo>
                <a:lnTo>
                  <a:pt x="1031" y="1031"/>
                </a:lnTo>
                <a:lnTo>
                  <a:pt x="1092" y="1160"/>
                </a:lnTo>
                <a:lnTo>
                  <a:pt x="1163" y="1307"/>
                </a:lnTo>
                <a:lnTo>
                  <a:pt x="1163" y="1307"/>
                </a:lnTo>
                <a:lnTo>
                  <a:pt x="1239" y="1471"/>
                </a:lnTo>
                <a:lnTo>
                  <a:pt x="1239" y="1472"/>
                </a:lnTo>
                <a:lnTo>
                  <a:pt x="1317" y="1649"/>
                </a:lnTo>
                <a:lnTo>
                  <a:pt x="1318" y="1651"/>
                </a:lnTo>
                <a:lnTo>
                  <a:pt x="1396" y="1841"/>
                </a:lnTo>
                <a:lnTo>
                  <a:pt x="1396" y="1842"/>
                </a:lnTo>
                <a:lnTo>
                  <a:pt x="1474" y="2043"/>
                </a:lnTo>
                <a:lnTo>
                  <a:pt x="1474" y="2044"/>
                </a:lnTo>
                <a:lnTo>
                  <a:pt x="1548" y="2253"/>
                </a:lnTo>
                <a:lnTo>
                  <a:pt x="1549" y="2255"/>
                </a:lnTo>
                <a:lnTo>
                  <a:pt x="1620" y="2477"/>
                </a:lnTo>
                <a:lnTo>
                  <a:pt x="1621" y="2479"/>
                </a:lnTo>
                <a:lnTo>
                  <a:pt x="1692" y="2717"/>
                </a:lnTo>
                <a:lnTo>
                  <a:pt x="1692" y="2717"/>
                </a:lnTo>
                <a:lnTo>
                  <a:pt x="1762" y="2966"/>
                </a:lnTo>
                <a:lnTo>
                  <a:pt x="1763" y="2967"/>
                </a:lnTo>
                <a:lnTo>
                  <a:pt x="1831" y="3221"/>
                </a:lnTo>
                <a:lnTo>
                  <a:pt x="1831" y="3222"/>
                </a:lnTo>
                <a:lnTo>
                  <a:pt x="1896" y="3477"/>
                </a:lnTo>
                <a:lnTo>
                  <a:pt x="1896" y="3477"/>
                </a:lnTo>
                <a:lnTo>
                  <a:pt x="1957" y="3728"/>
                </a:lnTo>
                <a:lnTo>
                  <a:pt x="1957" y="3729"/>
                </a:lnTo>
                <a:lnTo>
                  <a:pt x="2014" y="3977"/>
                </a:lnTo>
                <a:lnTo>
                  <a:pt x="2014" y="3977"/>
                </a:lnTo>
                <a:lnTo>
                  <a:pt x="2068" y="4226"/>
                </a:lnTo>
                <a:lnTo>
                  <a:pt x="2068" y="4227"/>
                </a:lnTo>
                <a:lnTo>
                  <a:pt x="2118" y="4477"/>
                </a:lnTo>
                <a:lnTo>
                  <a:pt x="2118" y="4477"/>
                </a:lnTo>
                <a:lnTo>
                  <a:pt x="2166" y="4727"/>
                </a:lnTo>
                <a:lnTo>
                  <a:pt x="2166" y="4728"/>
                </a:lnTo>
                <a:lnTo>
                  <a:pt x="2213" y="4978"/>
                </a:lnTo>
                <a:lnTo>
                  <a:pt x="2213" y="4978"/>
                </a:lnTo>
                <a:lnTo>
                  <a:pt x="2259" y="5228"/>
                </a:lnTo>
                <a:lnTo>
                  <a:pt x="2259" y="5228"/>
                </a:lnTo>
                <a:lnTo>
                  <a:pt x="2303" y="5478"/>
                </a:lnTo>
                <a:lnTo>
                  <a:pt x="2303" y="5478"/>
                </a:lnTo>
                <a:lnTo>
                  <a:pt x="2345" y="5727"/>
                </a:lnTo>
                <a:lnTo>
                  <a:pt x="2345" y="5728"/>
                </a:lnTo>
                <a:lnTo>
                  <a:pt x="2386" y="5977"/>
                </a:lnTo>
                <a:lnTo>
                  <a:pt x="2386" y="5977"/>
                </a:lnTo>
                <a:lnTo>
                  <a:pt x="2425" y="6227"/>
                </a:lnTo>
                <a:lnTo>
                  <a:pt x="2465" y="6476"/>
                </a:lnTo>
                <a:lnTo>
                  <a:pt x="2505" y="6725"/>
                </a:lnTo>
                <a:lnTo>
                  <a:pt x="2548" y="6974"/>
                </a:lnTo>
                <a:lnTo>
                  <a:pt x="2592" y="7222"/>
                </a:lnTo>
                <a:lnTo>
                  <a:pt x="2637" y="7471"/>
                </a:lnTo>
                <a:lnTo>
                  <a:pt x="2637" y="7472"/>
                </a:lnTo>
                <a:lnTo>
                  <a:pt x="2679" y="7721"/>
                </a:lnTo>
                <a:lnTo>
                  <a:pt x="2680" y="7722"/>
                </a:lnTo>
                <a:lnTo>
                  <a:pt x="2719" y="7971"/>
                </a:lnTo>
                <a:lnTo>
                  <a:pt x="2719" y="7973"/>
                </a:lnTo>
                <a:lnTo>
                  <a:pt x="2752" y="8223"/>
                </a:lnTo>
                <a:lnTo>
                  <a:pt x="2798" y="8486"/>
                </a:lnTo>
                <a:lnTo>
                  <a:pt x="2861" y="8767"/>
                </a:lnTo>
                <a:lnTo>
                  <a:pt x="2861" y="8767"/>
                </a:lnTo>
                <a:lnTo>
                  <a:pt x="2920" y="9050"/>
                </a:lnTo>
                <a:lnTo>
                  <a:pt x="2921" y="9054"/>
                </a:lnTo>
                <a:lnTo>
                  <a:pt x="2956" y="9322"/>
                </a:lnTo>
                <a:lnTo>
                  <a:pt x="2957" y="9327"/>
                </a:lnTo>
                <a:lnTo>
                  <a:pt x="2957" y="9332"/>
                </a:lnTo>
                <a:lnTo>
                  <a:pt x="2946" y="9568"/>
                </a:lnTo>
                <a:lnTo>
                  <a:pt x="2946" y="9574"/>
                </a:lnTo>
                <a:lnTo>
                  <a:pt x="2944" y="9580"/>
                </a:lnTo>
                <a:lnTo>
                  <a:pt x="2942" y="9586"/>
                </a:lnTo>
                <a:lnTo>
                  <a:pt x="2866" y="9775"/>
                </a:lnTo>
                <a:lnTo>
                  <a:pt x="2864" y="9780"/>
                </a:lnTo>
                <a:lnTo>
                  <a:pt x="2861" y="9785"/>
                </a:lnTo>
                <a:lnTo>
                  <a:pt x="2857" y="9789"/>
                </a:lnTo>
                <a:lnTo>
                  <a:pt x="2854" y="9793"/>
                </a:lnTo>
                <a:lnTo>
                  <a:pt x="2850" y="9797"/>
                </a:lnTo>
                <a:lnTo>
                  <a:pt x="2684" y="9930"/>
                </a:lnTo>
                <a:lnTo>
                  <a:pt x="2679" y="9933"/>
                </a:lnTo>
                <a:lnTo>
                  <a:pt x="2674" y="9936"/>
                </a:lnTo>
                <a:lnTo>
                  <a:pt x="2668" y="9939"/>
                </a:lnTo>
                <a:lnTo>
                  <a:pt x="2500" y="10000"/>
                </a:lnTo>
                <a:lnTo>
                  <a:pt x="4625" y="10000"/>
                </a:lnTo>
                <a:lnTo>
                  <a:pt x="4625" y="9703"/>
                </a:lnTo>
                <a:lnTo>
                  <a:pt x="4795" y="9721"/>
                </a:lnTo>
                <a:lnTo>
                  <a:pt x="4989" y="9731"/>
                </a:lnTo>
                <a:lnTo>
                  <a:pt x="5169" y="9727"/>
                </a:lnTo>
                <a:lnTo>
                  <a:pt x="5339" y="9714"/>
                </a:lnTo>
                <a:lnTo>
                  <a:pt x="5506" y="9692"/>
                </a:lnTo>
                <a:lnTo>
                  <a:pt x="5665" y="9659"/>
                </a:lnTo>
                <a:lnTo>
                  <a:pt x="5812" y="9611"/>
                </a:lnTo>
                <a:lnTo>
                  <a:pt x="5943" y="9545"/>
                </a:lnTo>
                <a:lnTo>
                  <a:pt x="6053" y="9455"/>
                </a:lnTo>
                <a:lnTo>
                  <a:pt x="6143" y="9337"/>
                </a:lnTo>
                <a:lnTo>
                  <a:pt x="6216" y="9193"/>
                </a:lnTo>
                <a:lnTo>
                  <a:pt x="6273" y="9030"/>
                </a:lnTo>
                <a:lnTo>
                  <a:pt x="6314" y="8856"/>
                </a:lnTo>
                <a:lnTo>
                  <a:pt x="6340" y="8677"/>
                </a:lnTo>
                <a:lnTo>
                  <a:pt x="6353" y="8503"/>
                </a:lnTo>
                <a:lnTo>
                  <a:pt x="6349" y="8327"/>
                </a:lnTo>
                <a:lnTo>
                  <a:pt x="6329" y="8143"/>
                </a:lnTo>
                <a:lnTo>
                  <a:pt x="6294" y="7954"/>
                </a:lnTo>
                <a:lnTo>
                  <a:pt x="6246" y="7767"/>
                </a:lnTo>
                <a:lnTo>
                  <a:pt x="6188" y="7586"/>
                </a:lnTo>
                <a:lnTo>
                  <a:pt x="6121" y="7414"/>
                </a:lnTo>
                <a:lnTo>
                  <a:pt x="6044" y="7251"/>
                </a:lnTo>
                <a:lnTo>
                  <a:pt x="5953" y="7089"/>
                </a:lnTo>
                <a:lnTo>
                  <a:pt x="5852" y="6934"/>
                </a:lnTo>
                <a:lnTo>
                  <a:pt x="5742" y="6787"/>
                </a:lnTo>
                <a:lnTo>
                  <a:pt x="5627" y="6652"/>
                </a:lnTo>
                <a:lnTo>
                  <a:pt x="5509" y="6530"/>
                </a:lnTo>
                <a:lnTo>
                  <a:pt x="5386" y="6424"/>
                </a:lnTo>
                <a:lnTo>
                  <a:pt x="5257" y="6330"/>
                </a:lnTo>
                <a:lnTo>
                  <a:pt x="5122" y="6247"/>
                </a:lnTo>
                <a:lnTo>
                  <a:pt x="4983" y="6174"/>
                </a:lnTo>
                <a:lnTo>
                  <a:pt x="4839" y="6110"/>
                </a:lnTo>
                <a:lnTo>
                  <a:pt x="4693" y="6054"/>
                </a:lnTo>
                <a:lnTo>
                  <a:pt x="4539" y="6002"/>
                </a:lnTo>
                <a:lnTo>
                  <a:pt x="4375" y="5954"/>
                </a:lnTo>
                <a:lnTo>
                  <a:pt x="4208" y="5915"/>
                </a:lnTo>
                <a:lnTo>
                  <a:pt x="4165" y="5908"/>
                </a:lnTo>
                <a:lnTo>
                  <a:pt x="4116" y="5753"/>
                </a:lnTo>
                <a:lnTo>
                  <a:pt x="4115" y="5750"/>
                </a:lnTo>
                <a:lnTo>
                  <a:pt x="4049" y="5501"/>
                </a:lnTo>
                <a:lnTo>
                  <a:pt x="4048" y="5497"/>
                </a:lnTo>
                <a:lnTo>
                  <a:pt x="4002" y="5248"/>
                </a:lnTo>
                <a:lnTo>
                  <a:pt x="4001" y="5243"/>
                </a:lnTo>
                <a:lnTo>
                  <a:pt x="3977" y="4993"/>
                </a:lnTo>
                <a:lnTo>
                  <a:pt x="3977" y="4989"/>
                </a:lnTo>
                <a:lnTo>
                  <a:pt x="3971" y="4739"/>
                </a:lnTo>
                <a:lnTo>
                  <a:pt x="3971" y="4736"/>
                </a:lnTo>
                <a:lnTo>
                  <a:pt x="3978" y="4486"/>
                </a:lnTo>
                <a:lnTo>
                  <a:pt x="3978" y="4484"/>
                </a:lnTo>
                <a:lnTo>
                  <a:pt x="3993" y="4235"/>
                </a:lnTo>
                <a:lnTo>
                  <a:pt x="3993" y="4234"/>
                </a:lnTo>
                <a:lnTo>
                  <a:pt x="4010" y="3985"/>
                </a:lnTo>
                <a:lnTo>
                  <a:pt x="4026" y="3738"/>
                </a:lnTo>
                <a:lnTo>
                  <a:pt x="4041" y="3487"/>
                </a:lnTo>
                <a:lnTo>
                  <a:pt x="4041" y="3486"/>
                </a:lnTo>
                <a:lnTo>
                  <a:pt x="4060" y="3231"/>
                </a:lnTo>
                <a:lnTo>
                  <a:pt x="4060" y="3231"/>
                </a:lnTo>
                <a:lnTo>
                  <a:pt x="4081" y="2976"/>
                </a:lnTo>
                <a:lnTo>
                  <a:pt x="4081" y="2976"/>
                </a:lnTo>
                <a:lnTo>
                  <a:pt x="4105" y="2727"/>
                </a:lnTo>
                <a:lnTo>
                  <a:pt x="4105" y="2726"/>
                </a:lnTo>
                <a:lnTo>
                  <a:pt x="4133" y="2488"/>
                </a:lnTo>
                <a:lnTo>
                  <a:pt x="4133" y="2487"/>
                </a:lnTo>
                <a:lnTo>
                  <a:pt x="4164" y="2264"/>
                </a:lnTo>
                <a:lnTo>
                  <a:pt x="4164" y="2263"/>
                </a:lnTo>
                <a:lnTo>
                  <a:pt x="4199" y="2053"/>
                </a:lnTo>
                <a:lnTo>
                  <a:pt x="4199" y="2052"/>
                </a:lnTo>
                <a:lnTo>
                  <a:pt x="4239" y="1851"/>
                </a:lnTo>
                <a:lnTo>
                  <a:pt x="4239" y="1849"/>
                </a:lnTo>
                <a:lnTo>
                  <a:pt x="4282" y="1659"/>
                </a:lnTo>
                <a:lnTo>
                  <a:pt x="4282" y="1658"/>
                </a:lnTo>
                <a:lnTo>
                  <a:pt x="4327" y="1480"/>
                </a:lnTo>
                <a:lnTo>
                  <a:pt x="4327" y="1479"/>
                </a:lnTo>
                <a:lnTo>
                  <a:pt x="4373" y="1316"/>
                </a:lnTo>
                <a:lnTo>
                  <a:pt x="4374" y="1314"/>
                </a:lnTo>
                <a:lnTo>
                  <a:pt x="4419" y="1167"/>
                </a:lnTo>
                <a:lnTo>
                  <a:pt x="4420" y="1164"/>
                </a:lnTo>
                <a:lnTo>
                  <a:pt x="4469" y="1034"/>
                </a:lnTo>
                <a:lnTo>
                  <a:pt x="4471" y="1030"/>
                </a:lnTo>
                <a:lnTo>
                  <a:pt x="4524" y="916"/>
                </a:lnTo>
                <a:lnTo>
                  <a:pt x="4526" y="913"/>
                </a:lnTo>
                <a:lnTo>
                  <a:pt x="4580" y="813"/>
                </a:lnTo>
                <a:lnTo>
                  <a:pt x="4581" y="812"/>
                </a:lnTo>
                <a:lnTo>
                  <a:pt x="4625" y="739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087472" y="1088136"/>
            <a:ext cx="279806" cy="1645920"/>
          </a:xfrm>
          <a:custGeom>
            <a:avLst/>
            <a:gdLst/>
            <a:ahLst/>
            <a:cxnLst/>
            <a:rect l="0" t="0" r="r" b="b"/>
            <a:pathLst>
              <a:path w="510" h="3000" fill="none">
                <a:moveTo>
                  <a:pt x="0" y="0"/>
                </a:moveTo>
                <a:lnTo>
                  <a:pt x="27" y="176"/>
                </a:lnTo>
                <a:lnTo>
                  <a:pt x="66" y="422"/>
                </a:lnTo>
                <a:lnTo>
                  <a:pt x="111" y="712"/>
                </a:lnTo>
                <a:lnTo>
                  <a:pt x="160" y="1022"/>
                </a:lnTo>
                <a:lnTo>
                  <a:pt x="209" y="1326"/>
                </a:lnTo>
                <a:lnTo>
                  <a:pt x="255" y="1600"/>
                </a:lnTo>
                <a:lnTo>
                  <a:pt x="300" y="1861"/>
                </a:lnTo>
                <a:lnTo>
                  <a:pt x="349" y="2133"/>
                </a:lnTo>
                <a:lnTo>
                  <a:pt x="398" y="2400"/>
                </a:lnTo>
                <a:lnTo>
                  <a:pt x="443" y="2644"/>
                </a:lnTo>
                <a:lnTo>
                  <a:pt x="482" y="2850"/>
                </a:lnTo>
                <a:lnTo>
                  <a:pt x="51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841888" y="1569212"/>
            <a:ext cx="2413631" cy="4396499"/>
          </a:xfrm>
          <a:custGeom>
            <a:avLst/>
            <a:gdLst/>
            <a:ahLst/>
            <a:cxnLst/>
            <a:rect l="0" t="0" r="r" b="b"/>
            <a:pathLst>
              <a:path w="5489" h="10000">
                <a:moveTo>
                  <a:pt x="2585" y="21"/>
                </a:moveTo>
                <a:lnTo>
                  <a:pt x="2458" y="52"/>
                </a:lnTo>
                <a:lnTo>
                  <a:pt x="2331" y="95"/>
                </a:lnTo>
                <a:lnTo>
                  <a:pt x="2206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4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0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4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2" y="9225"/>
                </a:lnTo>
                <a:lnTo>
                  <a:pt x="2441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6" y="9151"/>
                </a:lnTo>
                <a:lnTo>
                  <a:pt x="3069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2" y="9065"/>
                </a:lnTo>
                <a:lnTo>
                  <a:pt x="3589" y="9030"/>
                </a:lnTo>
                <a:lnTo>
                  <a:pt x="3712" y="8991"/>
                </a:lnTo>
                <a:lnTo>
                  <a:pt x="3852" y="8948"/>
                </a:lnTo>
                <a:lnTo>
                  <a:pt x="4018" y="8901"/>
                </a:lnTo>
                <a:lnTo>
                  <a:pt x="4233" y="8861"/>
                </a:lnTo>
                <a:lnTo>
                  <a:pt x="4493" y="8829"/>
                </a:lnTo>
                <a:lnTo>
                  <a:pt x="4770" y="8793"/>
                </a:lnTo>
                <a:lnTo>
                  <a:pt x="5034" y="8742"/>
                </a:lnTo>
                <a:lnTo>
                  <a:pt x="5257" y="8661"/>
                </a:lnTo>
                <a:lnTo>
                  <a:pt x="5409" y="8539"/>
                </a:lnTo>
                <a:lnTo>
                  <a:pt x="5479" y="8366"/>
                </a:lnTo>
                <a:lnTo>
                  <a:pt x="5489" y="8149"/>
                </a:lnTo>
                <a:lnTo>
                  <a:pt x="5456" y="7903"/>
                </a:lnTo>
                <a:lnTo>
                  <a:pt x="5402" y="7644"/>
                </a:lnTo>
                <a:lnTo>
                  <a:pt x="5344" y="7385"/>
                </a:lnTo>
                <a:lnTo>
                  <a:pt x="5302" y="7141"/>
                </a:lnTo>
                <a:lnTo>
                  <a:pt x="5271" y="6911"/>
                </a:lnTo>
                <a:lnTo>
                  <a:pt x="5235" y="6682"/>
                </a:lnTo>
                <a:lnTo>
                  <a:pt x="5196" y="6454"/>
                </a:lnTo>
                <a:lnTo>
                  <a:pt x="5155" y="6225"/>
                </a:lnTo>
                <a:lnTo>
                  <a:pt x="5114" y="5997"/>
                </a:lnTo>
                <a:lnTo>
                  <a:pt x="5075" y="5769"/>
                </a:lnTo>
                <a:lnTo>
                  <a:pt x="5038" y="5540"/>
                </a:lnTo>
                <a:lnTo>
                  <a:pt x="5002" y="5311"/>
                </a:lnTo>
                <a:lnTo>
                  <a:pt x="4965" y="5082"/>
                </a:lnTo>
                <a:lnTo>
                  <a:pt x="4928" y="4854"/>
                </a:lnTo>
                <a:lnTo>
                  <a:pt x="4890" y="4625"/>
                </a:lnTo>
                <a:lnTo>
                  <a:pt x="4849" y="4396"/>
                </a:lnTo>
                <a:lnTo>
                  <a:pt x="4807" y="4167"/>
                </a:lnTo>
                <a:lnTo>
                  <a:pt x="4764" y="3938"/>
                </a:lnTo>
                <a:lnTo>
                  <a:pt x="4720" y="3708"/>
                </a:lnTo>
                <a:lnTo>
                  <a:pt x="4674" y="3479"/>
                </a:lnTo>
                <a:lnTo>
                  <a:pt x="4625" y="3251"/>
                </a:lnTo>
                <a:lnTo>
                  <a:pt x="4573" y="3023"/>
                </a:lnTo>
                <a:lnTo>
                  <a:pt x="4517" y="2793"/>
                </a:lnTo>
                <a:lnTo>
                  <a:pt x="4457" y="2559"/>
                </a:lnTo>
                <a:lnTo>
                  <a:pt x="4395" y="2326"/>
                </a:lnTo>
                <a:lnTo>
                  <a:pt x="4331" y="2098"/>
                </a:lnTo>
                <a:lnTo>
                  <a:pt x="4265" y="1880"/>
                </a:lnTo>
                <a:lnTo>
                  <a:pt x="4199" y="1676"/>
                </a:lnTo>
                <a:lnTo>
                  <a:pt x="4132" y="1484"/>
                </a:lnTo>
                <a:lnTo>
                  <a:pt x="4061" y="1299"/>
                </a:lnTo>
                <a:lnTo>
                  <a:pt x="3989" y="1125"/>
                </a:lnTo>
                <a:lnTo>
                  <a:pt x="3918" y="962"/>
                </a:lnTo>
                <a:lnTo>
                  <a:pt x="3848" y="812"/>
                </a:lnTo>
                <a:lnTo>
                  <a:pt x="3783" y="677"/>
                </a:lnTo>
                <a:lnTo>
                  <a:pt x="3727" y="558"/>
                </a:lnTo>
                <a:lnTo>
                  <a:pt x="3680" y="454"/>
                </a:lnTo>
                <a:lnTo>
                  <a:pt x="3635" y="362"/>
                </a:lnTo>
                <a:lnTo>
                  <a:pt x="3586" y="283"/>
                </a:lnTo>
                <a:lnTo>
                  <a:pt x="3525" y="213"/>
                </a:lnTo>
                <a:lnTo>
                  <a:pt x="3447" y="153"/>
                </a:lnTo>
                <a:lnTo>
                  <a:pt x="3347" y="102"/>
                </a:lnTo>
                <a:lnTo>
                  <a:pt x="3231" y="60"/>
                </a:lnTo>
                <a:lnTo>
                  <a:pt x="3104" y="28"/>
                </a:lnTo>
                <a:lnTo>
                  <a:pt x="2971" y="8"/>
                </a:lnTo>
                <a:lnTo>
                  <a:pt x="2838" y="0"/>
                </a:lnTo>
                <a:lnTo>
                  <a:pt x="2710" y="3"/>
                </a:lnTo>
                <a:lnTo>
                  <a:pt x="2585" y="21"/>
                </a:lnTo>
                <a:close/>
                <a:moveTo>
                  <a:pt x="3912" y="3124"/>
                </a:moveTo>
                <a:lnTo>
                  <a:pt x="3915" y="3123"/>
                </a:lnTo>
                <a:lnTo>
                  <a:pt x="3946" y="3122"/>
                </a:lnTo>
                <a:lnTo>
                  <a:pt x="3949" y="3122"/>
                </a:lnTo>
                <a:lnTo>
                  <a:pt x="3983" y="3125"/>
                </a:lnTo>
                <a:lnTo>
                  <a:pt x="3985" y="3125"/>
                </a:lnTo>
                <a:lnTo>
                  <a:pt x="4019" y="3130"/>
                </a:lnTo>
                <a:lnTo>
                  <a:pt x="4021" y="3130"/>
                </a:lnTo>
                <a:lnTo>
                  <a:pt x="4053" y="3138"/>
                </a:lnTo>
                <a:lnTo>
                  <a:pt x="4055" y="3139"/>
                </a:lnTo>
                <a:lnTo>
                  <a:pt x="4084" y="3149"/>
                </a:lnTo>
                <a:lnTo>
                  <a:pt x="4087" y="3151"/>
                </a:lnTo>
                <a:lnTo>
                  <a:pt x="4109" y="3162"/>
                </a:lnTo>
                <a:lnTo>
                  <a:pt x="4111" y="3163"/>
                </a:lnTo>
                <a:lnTo>
                  <a:pt x="4113" y="3165"/>
                </a:lnTo>
                <a:lnTo>
                  <a:pt x="4129" y="3177"/>
                </a:lnTo>
                <a:lnTo>
                  <a:pt x="4131" y="3179"/>
                </a:lnTo>
                <a:lnTo>
                  <a:pt x="4133" y="3180"/>
                </a:lnTo>
                <a:lnTo>
                  <a:pt x="4145" y="3195"/>
                </a:lnTo>
                <a:lnTo>
                  <a:pt x="4146" y="3196"/>
                </a:lnTo>
                <a:lnTo>
                  <a:pt x="4147" y="3198"/>
                </a:lnTo>
                <a:lnTo>
                  <a:pt x="4159" y="3216"/>
                </a:lnTo>
                <a:lnTo>
                  <a:pt x="4160" y="3218"/>
                </a:lnTo>
                <a:lnTo>
                  <a:pt x="4171" y="3241"/>
                </a:lnTo>
                <a:lnTo>
                  <a:pt x="4172" y="3242"/>
                </a:lnTo>
                <a:lnTo>
                  <a:pt x="4185" y="3271"/>
                </a:lnTo>
                <a:lnTo>
                  <a:pt x="4185" y="3271"/>
                </a:lnTo>
                <a:lnTo>
                  <a:pt x="4200" y="3304"/>
                </a:lnTo>
                <a:lnTo>
                  <a:pt x="4200" y="3305"/>
                </a:lnTo>
                <a:lnTo>
                  <a:pt x="4219" y="3342"/>
                </a:lnTo>
                <a:lnTo>
                  <a:pt x="4219" y="3342"/>
                </a:lnTo>
                <a:lnTo>
                  <a:pt x="4238" y="3384"/>
                </a:lnTo>
                <a:lnTo>
                  <a:pt x="4238" y="3384"/>
                </a:lnTo>
                <a:lnTo>
                  <a:pt x="4258" y="3429"/>
                </a:lnTo>
                <a:lnTo>
                  <a:pt x="4258" y="3430"/>
                </a:lnTo>
                <a:lnTo>
                  <a:pt x="4278" y="3478"/>
                </a:lnTo>
                <a:lnTo>
                  <a:pt x="4278" y="3478"/>
                </a:lnTo>
                <a:lnTo>
                  <a:pt x="4297" y="3529"/>
                </a:lnTo>
                <a:lnTo>
                  <a:pt x="4298" y="3529"/>
                </a:lnTo>
                <a:lnTo>
                  <a:pt x="4316" y="3582"/>
                </a:lnTo>
                <a:lnTo>
                  <a:pt x="4316" y="3583"/>
                </a:lnTo>
                <a:lnTo>
                  <a:pt x="4335" y="3639"/>
                </a:lnTo>
                <a:lnTo>
                  <a:pt x="4335" y="3640"/>
                </a:lnTo>
                <a:lnTo>
                  <a:pt x="4353" y="3700"/>
                </a:lnTo>
                <a:lnTo>
                  <a:pt x="4353" y="3700"/>
                </a:lnTo>
                <a:lnTo>
                  <a:pt x="4371" y="3764"/>
                </a:lnTo>
                <a:lnTo>
                  <a:pt x="4371" y="3764"/>
                </a:lnTo>
                <a:lnTo>
                  <a:pt x="4388" y="3829"/>
                </a:lnTo>
                <a:lnTo>
                  <a:pt x="4388" y="3829"/>
                </a:lnTo>
                <a:lnTo>
                  <a:pt x="4405" y="3894"/>
                </a:lnTo>
                <a:lnTo>
                  <a:pt x="4405" y="3894"/>
                </a:lnTo>
                <a:lnTo>
                  <a:pt x="4421" y="3958"/>
                </a:lnTo>
                <a:lnTo>
                  <a:pt x="4421" y="3959"/>
                </a:lnTo>
                <a:lnTo>
                  <a:pt x="4435" y="4022"/>
                </a:lnTo>
                <a:lnTo>
                  <a:pt x="4435" y="4022"/>
                </a:lnTo>
                <a:lnTo>
                  <a:pt x="4449" y="4086"/>
                </a:lnTo>
                <a:lnTo>
                  <a:pt x="4449" y="4086"/>
                </a:lnTo>
                <a:lnTo>
                  <a:pt x="4462" y="4150"/>
                </a:lnTo>
                <a:lnTo>
                  <a:pt x="4462" y="4150"/>
                </a:lnTo>
                <a:lnTo>
                  <a:pt x="4474" y="4214"/>
                </a:lnTo>
                <a:lnTo>
                  <a:pt x="4474" y="4214"/>
                </a:lnTo>
                <a:lnTo>
                  <a:pt x="4486" y="4278"/>
                </a:lnTo>
                <a:lnTo>
                  <a:pt x="4486" y="4278"/>
                </a:lnTo>
                <a:lnTo>
                  <a:pt x="4498" y="4342"/>
                </a:lnTo>
                <a:lnTo>
                  <a:pt x="4498" y="4342"/>
                </a:lnTo>
                <a:lnTo>
                  <a:pt x="4509" y="4406"/>
                </a:lnTo>
                <a:lnTo>
                  <a:pt x="4509" y="4406"/>
                </a:lnTo>
                <a:lnTo>
                  <a:pt x="4520" y="4470"/>
                </a:lnTo>
                <a:lnTo>
                  <a:pt x="4520" y="4470"/>
                </a:lnTo>
                <a:lnTo>
                  <a:pt x="4530" y="4534"/>
                </a:lnTo>
                <a:lnTo>
                  <a:pt x="4530" y="4534"/>
                </a:lnTo>
                <a:lnTo>
                  <a:pt x="4540" y="4598"/>
                </a:lnTo>
                <a:lnTo>
                  <a:pt x="4551" y="4662"/>
                </a:lnTo>
                <a:lnTo>
                  <a:pt x="4561" y="4726"/>
                </a:lnTo>
                <a:lnTo>
                  <a:pt x="4561" y="4727"/>
                </a:lnTo>
                <a:lnTo>
                  <a:pt x="4572" y="4790"/>
                </a:lnTo>
                <a:lnTo>
                  <a:pt x="4572" y="4791"/>
                </a:lnTo>
                <a:lnTo>
                  <a:pt x="4583" y="4854"/>
                </a:lnTo>
                <a:lnTo>
                  <a:pt x="4595" y="4918"/>
                </a:lnTo>
                <a:lnTo>
                  <a:pt x="4595" y="4918"/>
                </a:lnTo>
                <a:lnTo>
                  <a:pt x="4606" y="4982"/>
                </a:lnTo>
                <a:lnTo>
                  <a:pt x="4606" y="4982"/>
                </a:lnTo>
                <a:lnTo>
                  <a:pt x="4616" y="5046"/>
                </a:lnTo>
                <a:lnTo>
                  <a:pt x="4616" y="5046"/>
                </a:lnTo>
                <a:lnTo>
                  <a:pt x="4624" y="5110"/>
                </a:lnTo>
                <a:lnTo>
                  <a:pt x="4624" y="5111"/>
                </a:lnTo>
                <a:lnTo>
                  <a:pt x="4636" y="5179"/>
                </a:lnTo>
                <a:lnTo>
                  <a:pt x="4636" y="5180"/>
                </a:lnTo>
                <a:lnTo>
                  <a:pt x="4653" y="5252"/>
                </a:lnTo>
                <a:lnTo>
                  <a:pt x="4653" y="5252"/>
                </a:lnTo>
                <a:lnTo>
                  <a:pt x="4668" y="5323"/>
                </a:lnTo>
                <a:lnTo>
                  <a:pt x="4668" y="5325"/>
                </a:lnTo>
                <a:lnTo>
                  <a:pt x="4676" y="5389"/>
                </a:lnTo>
                <a:lnTo>
                  <a:pt x="4676" y="5391"/>
                </a:lnTo>
                <a:lnTo>
                  <a:pt x="4676" y="5393"/>
                </a:lnTo>
                <a:lnTo>
                  <a:pt x="4674" y="5444"/>
                </a:lnTo>
                <a:lnTo>
                  <a:pt x="4674" y="5447"/>
                </a:lnTo>
                <a:lnTo>
                  <a:pt x="4673" y="5450"/>
                </a:lnTo>
                <a:lnTo>
                  <a:pt x="4672" y="5452"/>
                </a:lnTo>
                <a:lnTo>
                  <a:pt x="4659" y="5486"/>
                </a:lnTo>
                <a:lnTo>
                  <a:pt x="4658" y="5488"/>
                </a:lnTo>
                <a:lnTo>
                  <a:pt x="4657" y="5490"/>
                </a:lnTo>
                <a:lnTo>
                  <a:pt x="4655" y="5492"/>
                </a:lnTo>
                <a:lnTo>
                  <a:pt x="4653" y="5494"/>
                </a:lnTo>
                <a:lnTo>
                  <a:pt x="4652" y="5496"/>
                </a:lnTo>
                <a:lnTo>
                  <a:pt x="4622" y="5520"/>
                </a:lnTo>
                <a:lnTo>
                  <a:pt x="4620" y="5521"/>
                </a:lnTo>
                <a:lnTo>
                  <a:pt x="4617" y="5522"/>
                </a:lnTo>
                <a:lnTo>
                  <a:pt x="4615" y="5524"/>
                </a:lnTo>
                <a:lnTo>
                  <a:pt x="4561" y="5543"/>
                </a:lnTo>
                <a:lnTo>
                  <a:pt x="4559" y="5544"/>
                </a:lnTo>
                <a:lnTo>
                  <a:pt x="4557" y="5544"/>
                </a:lnTo>
                <a:lnTo>
                  <a:pt x="4488" y="5558"/>
                </a:lnTo>
                <a:lnTo>
                  <a:pt x="4486" y="5558"/>
                </a:lnTo>
                <a:lnTo>
                  <a:pt x="4410" y="5568"/>
                </a:lnTo>
                <a:lnTo>
                  <a:pt x="4410" y="5568"/>
                </a:lnTo>
                <a:lnTo>
                  <a:pt x="4337" y="5577"/>
                </a:lnTo>
                <a:lnTo>
                  <a:pt x="4336" y="5577"/>
                </a:lnTo>
                <a:lnTo>
                  <a:pt x="4276" y="5588"/>
                </a:lnTo>
                <a:lnTo>
                  <a:pt x="4274" y="5588"/>
                </a:lnTo>
                <a:lnTo>
                  <a:pt x="4228" y="5601"/>
                </a:lnTo>
                <a:lnTo>
                  <a:pt x="4228" y="5602"/>
                </a:lnTo>
                <a:lnTo>
                  <a:pt x="4189" y="5613"/>
                </a:lnTo>
                <a:lnTo>
                  <a:pt x="4189" y="5614"/>
                </a:lnTo>
                <a:lnTo>
                  <a:pt x="4154" y="5624"/>
                </a:lnTo>
                <a:lnTo>
                  <a:pt x="4154" y="5624"/>
                </a:lnTo>
                <a:lnTo>
                  <a:pt x="4122" y="5634"/>
                </a:lnTo>
                <a:lnTo>
                  <a:pt x="4121" y="5634"/>
                </a:lnTo>
                <a:lnTo>
                  <a:pt x="4089" y="5643"/>
                </a:lnTo>
                <a:lnTo>
                  <a:pt x="4088" y="5643"/>
                </a:lnTo>
                <a:lnTo>
                  <a:pt x="4053" y="5651"/>
                </a:lnTo>
                <a:lnTo>
                  <a:pt x="4051" y="5651"/>
                </a:lnTo>
                <a:lnTo>
                  <a:pt x="4013" y="5656"/>
                </a:lnTo>
                <a:lnTo>
                  <a:pt x="4011" y="5656"/>
                </a:lnTo>
                <a:lnTo>
                  <a:pt x="3970" y="5658"/>
                </a:lnTo>
                <a:lnTo>
                  <a:pt x="3969" y="5658"/>
                </a:lnTo>
                <a:lnTo>
                  <a:pt x="3926" y="5659"/>
                </a:lnTo>
                <a:lnTo>
                  <a:pt x="3925" y="5659"/>
                </a:lnTo>
                <a:lnTo>
                  <a:pt x="3881" y="5661"/>
                </a:lnTo>
                <a:lnTo>
                  <a:pt x="3879" y="5661"/>
                </a:lnTo>
                <a:lnTo>
                  <a:pt x="3836" y="5667"/>
                </a:lnTo>
                <a:lnTo>
                  <a:pt x="3833" y="5667"/>
                </a:lnTo>
                <a:lnTo>
                  <a:pt x="3789" y="5679"/>
                </a:lnTo>
                <a:lnTo>
                  <a:pt x="3788" y="5679"/>
                </a:lnTo>
                <a:lnTo>
                  <a:pt x="3786" y="5680"/>
                </a:lnTo>
                <a:lnTo>
                  <a:pt x="3742" y="5700"/>
                </a:lnTo>
                <a:lnTo>
                  <a:pt x="3739" y="5701"/>
                </a:lnTo>
                <a:lnTo>
                  <a:pt x="3693" y="5728"/>
                </a:lnTo>
                <a:lnTo>
                  <a:pt x="3692" y="5729"/>
                </a:lnTo>
                <a:lnTo>
                  <a:pt x="3645" y="5760"/>
                </a:lnTo>
                <a:lnTo>
                  <a:pt x="3644" y="5760"/>
                </a:lnTo>
                <a:lnTo>
                  <a:pt x="3599" y="5791"/>
                </a:lnTo>
                <a:lnTo>
                  <a:pt x="3598" y="5792"/>
                </a:lnTo>
                <a:lnTo>
                  <a:pt x="3556" y="5819"/>
                </a:lnTo>
                <a:lnTo>
                  <a:pt x="3555" y="5820"/>
                </a:lnTo>
                <a:lnTo>
                  <a:pt x="3518" y="5841"/>
                </a:lnTo>
                <a:lnTo>
                  <a:pt x="3516" y="5841"/>
                </a:lnTo>
                <a:lnTo>
                  <a:pt x="3482" y="5858"/>
                </a:lnTo>
                <a:lnTo>
                  <a:pt x="3450" y="5874"/>
                </a:lnTo>
                <a:lnTo>
                  <a:pt x="3449" y="5874"/>
                </a:lnTo>
                <a:lnTo>
                  <a:pt x="3421" y="5886"/>
                </a:lnTo>
                <a:lnTo>
                  <a:pt x="3419" y="5887"/>
                </a:lnTo>
                <a:lnTo>
                  <a:pt x="3398" y="5893"/>
                </a:lnTo>
                <a:lnTo>
                  <a:pt x="3395" y="5894"/>
                </a:lnTo>
                <a:lnTo>
                  <a:pt x="3392" y="5894"/>
                </a:lnTo>
                <a:lnTo>
                  <a:pt x="3379" y="5895"/>
                </a:lnTo>
                <a:lnTo>
                  <a:pt x="3377" y="5895"/>
                </a:lnTo>
                <a:lnTo>
                  <a:pt x="3375" y="5895"/>
                </a:lnTo>
                <a:lnTo>
                  <a:pt x="3372" y="5894"/>
                </a:lnTo>
                <a:lnTo>
                  <a:pt x="3370" y="5894"/>
                </a:lnTo>
                <a:lnTo>
                  <a:pt x="3364" y="5892"/>
                </a:lnTo>
                <a:lnTo>
                  <a:pt x="3362" y="5891"/>
                </a:lnTo>
                <a:lnTo>
                  <a:pt x="3360" y="5890"/>
                </a:lnTo>
                <a:lnTo>
                  <a:pt x="3358" y="5889"/>
                </a:lnTo>
                <a:lnTo>
                  <a:pt x="3356" y="5887"/>
                </a:lnTo>
                <a:lnTo>
                  <a:pt x="3354" y="5886"/>
                </a:lnTo>
                <a:lnTo>
                  <a:pt x="3348" y="5879"/>
                </a:lnTo>
                <a:lnTo>
                  <a:pt x="3346" y="5877"/>
                </a:lnTo>
                <a:lnTo>
                  <a:pt x="3345" y="5875"/>
                </a:lnTo>
                <a:lnTo>
                  <a:pt x="3343" y="5872"/>
                </a:lnTo>
                <a:lnTo>
                  <a:pt x="3334" y="5853"/>
                </a:lnTo>
                <a:lnTo>
                  <a:pt x="3333" y="5851"/>
                </a:lnTo>
                <a:lnTo>
                  <a:pt x="3333" y="5849"/>
                </a:lnTo>
                <a:lnTo>
                  <a:pt x="3323" y="5819"/>
                </a:lnTo>
                <a:lnTo>
                  <a:pt x="3323" y="5818"/>
                </a:lnTo>
                <a:lnTo>
                  <a:pt x="3315" y="5781"/>
                </a:lnTo>
                <a:lnTo>
                  <a:pt x="3315" y="5781"/>
                </a:lnTo>
                <a:lnTo>
                  <a:pt x="3306" y="5743"/>
                </a:lnTo>
                <a:lnTo>
                  <a:pt x="3306" y="5742"/>
                </a:lnTo>
                <a:lnTo>
                  <a:pt x="3297" y="5706"/>
                </a:lnTo>
                <a:lnTo>
                  <a:pt x="3297" y="5706"/>
                </a:lnTo>
                <a:lnTo>
                  <a:pt x="3287" y="5673"/>
                </a:lnTo>
                <a:lnTo>
                  <a:pt x="3287" y="5673"/>
                </a:lnTo>
                <a:lnTo>
                  <a:pt x="3278" y="5640"/>
                </a:lnTo>
                <a:lnTo>
                  <a:pt x="3278" y="5640"/>
                </a:lnTo>
                <a:lnTo>
                  <a:pt x="3270" y="5606"/>
                </a:lnTo>
                <a:lnTo>
                  <a:pt x="3269" y="5606"/>
                </a:lnTo>
                <a:lnTo>
                  <a:pt x="3261" y="5572"/>
                </a:lnTo>
                <a:lnTo>
                  <a:pt x="3261" y="5572"/>
                </a:lnTo>
                <a:lnTo>
                  <a:pt x="3253" y="5536"/>
                </a:lnTo>
                <a:lnTo>
                  <a:pt x="3253" y="5535"/>
                </a:lnTo>
                <a:lnTo>
                  <a:pt x="3245" y="5497"/>
                </a:lnTo>
                <a:lnTo>
                  <a:pt x="3245" y="5497"/>
                </a:lnTo>
                <a:lnTo>
                  <a:pt x="3237" y="5457"/>
                </a:lnTo>
                <a:lnTo>
                  <a:pt x="3237" y="5457"/>
                </a:lnTo>
                <a:lnTo>
                  <a:pt x="3229" y="5415"/>
                </a:lnTo>
                <a:lnTo>
                  <a:pt x="3229" y="5414"/>
                </a:lnTo>
                <a:lnTo>
                  <a:pt x="3221" y="5371"/>
                </a:lnTo>
                <a:lnTo>
                  <a:pt x="3221" y="5371"/>
                </a:lnTo>
                <a:lnTo>
                  <a:pt x="3214" y="5326"/>
                </a:lnTo>
                <a:lnTo>
                  <a:pt x="3214" y="5325"/>
                </a:lnTo>
                <a:lnTo>
                  <a:pt x="3207" y="5278"/>
                </a:lnTo>
                <a:lnTo>
                  <a:pt x="3207" y="5278"/>
                </a:lnTo>
                <a:lnTo>
                  <a:pt x="3200" y="5229"/>
                </a:lnTo>
                <a:lnTo>
                  <a:pt x="3200" y="5229"/>
                </a:lnTo>
                <a:lnTo>
                  <a:pt x="3194" y="5178"/>
                </a:lnTo>
                <a:lnTo>
                  <a:pt x="3194" y="5178"/>
                </a:lnTo>
                <a:lnTo>
                  <a:pt x="3188" y="5124"/>
                </a:lnTo>
                <a:lnTo>
                  <a:pt x="3188" y="5124"/>
                </a:lnTo>
                <a:lnTo>
                  <a:pt x="3182" y="5069"/>
                </a:lnTo>
                <a:lnTo>
                  <a:pt x="3182" y="5069"/>
                </a:lnTo>
                <a:lnTo>
                  <a:pt x="3178" y="5012"/>
                </a:lnTo>
                <a:lnTo>
                  <a:pt x="3177" y="5012"/>
                </a:lnTo>
                <a:lnTo>
                  <a:pt x="3173" y="4955"/>
                </a:lnTo>
                <a:lnTo>
                  <a:pt x="3173" y="4955"/>
                </a:lnTo>
                <a:lnTo>
                  <a:pt x="3170" y="4899"/>
                </a:lnTo>
                <a:lnTo>
                  <a:pt x="3170" y="4898"/>
                </a:lnTo>
                <a:lnTo>
                  <a:pt x="3168" y="4842"/>
                </a:lnTo>
                <a:lnTo>
                  <a:pt x="3168" y="4841"/>
                </a:lnTo>
                <a:lnTo>
                  <a:pt x="3167" y="4784"/>
                </a:lnTo>
                <a:lnTo>
                  <a:pt x="3167" y="4783"/>
                </a:lnTo>
                <a:lnTo>
                  <a:pt x="3167" y="4726"/>
                </a:lnTo>
                <a:lnTo>
                  <a:pt x="3167" y="4725"/>
                </a:lnTo>
                <a:lnTo>
                  <a:pt x="3167" y="4667"/>
                </a:lnTo>
                <a:lnTo>
                  <a:pt x="3167" y="4667"/>
                </a:lnTo>
                <a:lnTo>
                  <a:pt x="3168" y="4609"/>
                </a:lnTo>
                <a:lnTo>
                  <a:pt x="3168" y="4608"/>
                </a:lnTo>
                <a:lnTo>
                  <a:pt x="3170" y="4550"/>
                </a:lnTo>
                <a:lnTo>
                  <a:pt x="3170" y="4550"/>
                </a:lnTo>
                <a:lnTo>
                  <a:pt x="3173" y="4492"/>
                </a:lnTo>
                <a:lnTo>
                  <a:pt x="3173" y="4492"/>
                </a:lnTo>
                <a:lnTo>
                  <a:pt x="3177" y="4434"/>
                </a:lnTo>
                <a:lnTo>
                  <a:pt x="3177" y="4433"/>
                </a:lnTo>
                <a:lnTo>
                  <a:pt x="3181" y="4375"/>
                </a:lnTo>
                <a:lnTo>
                  <a:pt x="3181" y="4375"/>
                </a:lnTo>
                <a:lnTo>
                  <a:pt x="3186" y="4317"/>
                </a:lnTo>
                <a:lnTo>
                  <a:pt x="3186" y="4316"/>
                </a:lnTo>
                <a:lnTo>
                  <a:pt x="3193" y="4259"/>
                </a:lnTo>
                <a:lnTo>
                  <a:pt x="3193" y="4259"/>
                </a:lnTo>
                <a:lnTo>
                  <a:pt x="3200" y="4202"/>
                </a:lnTo>
                <a:lnTo>
                  <a:pt x="3200" y="4202"/>
                </a:lnTo>
                <a:lnTo>
                  <a:pt x="3209" y="4146"/>
                </a:lnTo>
                <a:lnTo>
                  <a:pt x="3209" y="4145"/>
                </a:lnTo>
                <a:lnTo>
                  <a:pt x="3218" y="4089"/>
                </a:lnTo>
                <a:lnTo>
                  <a:pt x="3218" y="4089"/>
                </a:lnTo>
                <a:lnTo>
                  <a:pt x="3228" y="4033"/>
                </a:lnTo>
                <a:lnTo>
                  <a:pt x="3229" y="4033"/>
                </a:lnTo>
                <a:lnTo>
                  <a:pt x="3240" y="3978"/>
                </a:lnTo>
                <a:lnTo>
                  <a:pt x="3240" y="3978"/>
                </a:lnTo>
                <a:lnTo>
                  <a:pt x="3253" y="3925"/>
                </a:lnTo>
                <a:lnTo>
                  <a:pt x="3253" y="3924"/>
                </a:lnTo>
                <a:lnTo>
                  <a:pt x="3267" y="3872"/>
                </a:lnTo>
                <a:lnTo>
                  <a:pt x="3267" y="3872"/>
                </a:lnTo>
                <a:lnTo>
                  <a:pt x="3282" y="3821"/>
                </a:lnTo>
                <a:lnTo>
                  <a:pt x="3283" y="3821"/>
                </a:lnTo>
                <a:lnTo>
                  <a:pt x="3299" y="3771"/>
                </a:lnTo>
                <a:lnTo>
                  <a:pt x="3300" y="3770"/>
                </a:lnTo>
                <a:lnTo>
                  <a:pt x="3317" y="3722"/>
                </a:lnTo>
                <a:lnTo>
                  <a:pt x="3318" y="3721"/>
                </a:lnTo>
                <a:lnTo>
                  <a:pt x="3337" y="3674"/>
                </a:lnTo>
                <a:lnTo>
                  <a:pt x="3337" y="3674"/>
                </a:lnTo>
                <a:lnTo>
                  <a:pt x="3357" y="3629"/>
                </a:lnTo>
                <a:lnTo>
                  <a:pt x="3357" y="3628"/>
                </a:lnTo>
                <a:lnTo>
                  <a:pt x="3378" y="3585"/>
                </a:lnTo>
                <a:lnTo>
                  <a:pt x="3378" y="3584"/>
                </a:lnTo>
                <a:lnTo>
                  <a:pt x="3400" y="3542"/>
                </a:lnTo>
                <a:lnTo>
                  <a:pt x="3401" y="3542"/>
                </a:lnTo>
                <a:lnTo>
                  <a:pt x="3423" y="3502"/>
                </a:lnTo>
                <a:lnTo>
                  <a:pt x="3424" y="3501"/>
                </a:lnTo>
                <a:lnTo>
                  <a:pt x="3447" y="3463"/>
                </a:lnTo>
                <a:lnTo>
                  <a:pt x="3448" y="3462"/>
                </a:lnTo>
                <a:lnTo>
                  <a:pt x="3472" y="3425"/>
                </a:lnTo>
                <a:lnTo>
                  <a:pt x="3473" y="3424"/>
                </a:lnTo>
                <a:lnTo>
                  <a:pt x="3499" y="3390"/>
                </a:lnTo>
                <a:lnTo>
                  <a:pt x="3499" y="3389"/>
                </a:lnTo>
                <a:lnTo>
                  <a:pt x="3526" y="3357"/>
                </a:lnTo>
                <a:lnTo>
                  <a:pt x="3526" y="3356"/>
                </a:lnTo>
                <a:lnTo>
                  <a:pt x="3554" y="3325"/>
                </a:lnTo>
                <a:lnTo>
                  <a:pt x="3555" y="3325"/>
                </a:lnTo>
                <a:lnTo>
                  <a:pt x="3583" y="3296"/>
                </a:lnTo>
                <a:lnTo>
                  <a:pt x="3584" y="3295"/>
                </a:lnTo>
                <a:lnTo>
                  <a:pt x="3614" y="3268"/>
                </a:lnTo>
                <a:lnTo>
                  <a:pt x="3615" y="3267"/>
                </a:lnTo>
                <a:lnTo>
                  <a:pt x="3645" y="3243"/>
                </a:lnTo>
                <a:lnTo>
                  <a:pt x="3646" y="3242"/>
                </a:lnTo>
                <a:lnTo>
                  <a:pt x="3677" y="3220"/>
                </a:lnTo>
                <a:lnTo>
                  <a:pt x="3678" y="3219"/>
                </a:lnTo>
                <a:lnTo>
                  <a:pt x="3709" y="3199"/>
                </a:lnTo>
                <a:lnTo>
                  <a:pt x="3710" y="3198"/>
                </a:lnTo>
                <a:lnTo>
                  <a:pt x="3742" y="3180"/>
                </a:lnTo>
                <a:lnTo>
                  <a:pt x="3743" y="3179"/>
                </a:lnTo>
                <a:lnTo>
                  <a:pt x="3776" y="3163"/>
                </a:lnTo>
                <a:lnTo>
                  <a:pt x="3777" y="3163"/>
                </a:lnTo>
                <a:lnTo>
                  <a:pt x="3810" y="3149"/>
                </a:lnTo>
                <a:lnTo>
                  <a:pt x="3812" y="3148"/>
                </a:lnTo>
                <a:lnTo>
                  <a:pt x="3844" y="3137"/>
                </a:lnTo>
                <a:lnTo>
                  <a:pt x="3846" y="3136"/>
                </a:lnTo>
                <a:lnTo>
                  <a:pt x="3878" y="3128"/>
                </a:lnTo>
                <a:lnTo>
                  <a:pt x="3881" y="3128"/>
                </a:lnTo>
                <a:lnTo>
                  <a:pt x="3912" y="312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2245507" y="2953155"/>
            <a:ext cx="641972" cy="1197051"/>
          </a:xfrm>
          <a:custGeom>
            <a:avLst/>
            <a:gdLst/>
            <a:ahLst/>
            <a:cxnLst/>
            <a:rect l="0" t="0" r="r" b="b"/>
            <a:pathLst>
              <a:path w="1170" h="2181" fill="none">
                <a:moveTo>
                  <a:pt x="555" y="4"/>
                </a:moveTo>
                <a:lnTo>
                  <a:pt x="529" y="10"/>
                </a:lnTo>
                <a:lnTo>
                  <a:pt x="503" y="19"/>
                </a:lnTo>
                <a:lnTo>
                  <a:pt x="477" y="30"/>
                </a:lnTo>
                <a:lnTo>
                  <a:pt x="451" y="43"/>
                </a:lnTo>
                <a:lnTo>
                  <a:pt x="425" y="58"/>
                </a:lnTo>
                <a:lnTo>
                  <a:pt x="400" y="74"/>
                </a:lnTo>
                <a:lnTo>
                  <a:pt x="376" y="91"/>
                </a:lnTo>
                <a:lnTo>
                  <a:pt x="351" y="111"/>
                </a:lnTo>
                <a:lnTo>
                  <a:pt x="328" y="133"/>
                </a:lnTo>
                <a:lnTo>
                  <a:pt x="305" y="156"/>
                </a:lnTo>
                <a:lnTo>
                  <a:pt x="283" y="180"/>
                </a:lnTo>
                <a:lnTo>
                  <a:pt x="262" y="206"/>
                </a:lnTo>
                <a:lnTo>
                  <a:pt x="241" y="233"/>
                </a:lnTo>
                <a:lnTo>
                  <a:pt x="222" y="263"/>
                </a:lnTo>
                <a:lnTo>
                  <a:pt x="203" y="293"/>
                </a:lnTo>
                <a:lnTo>
                  <a:pt x="184" y="325"/>
                </a:lnTo>
                <a:lnTo>
                  <a:pt x="167" y="359"/>
                </a:lnTo>
                <a:lnTo>
                  <a:pt x="150" y="393"/>
                </a:lnTo>
                <a:lnTo>
                  <a:pt x="134" y="429"/>
                </a:lnTo>
                <a:lnTo>
                  <a:pt x="119" y="467"/>
                </a:lnTo>
                <a:lnTo>
                  <a:pt x="105" y="506"/>
                </a:lnTo>
                <a:lnTo>
                  <a:pt x="91" y="545"/>
                </a:lnTo>
                <a:lnTo>
                  <a:pt x="79" y="586"/>
                </a:lnTo>
                <a:lnTo>
                  <a:pt x="68" y="627"/>
                </a:lnTo>
                <a:lnTo>
                  <a:pt x="58" y="670"/>
                </a:lnTo>
                <a:lnTo>
                  <a:pt x="49" y="713"/>
                </a:lnTo>
                <a:lnTo>
                  <a:pt x="40" y="758"/>
                </a:lnTo>
                <a:lnTo>
                  <a:pt x="33" y="802"/>
                </a:lnTo>
                <a:lnTo>
                  <a:pt x="26" y="847"/>
                </a:lnTo>
                <a:lnTo>
                  <a:pt x="20" y="893"/>
                </a:lnTo>
                <a:lnTo>
                  <a:pt x="15" y="939"/>
                </a:lnTo>
                <a:lnTo>
                  <a:pt x="11" y="985"/>
                </a:lnTo>
                <a:lnTo>
                  <a:pt x="8" y="1031"/>
                </a:lnTo>
                <a:lnTo>
                  <a:pt x="5" y="1078"/>
                </a:lnTo>
                <a:lnTo>
                  <a:pt x="2" y="1124"/>
                </a:lnTo>
                <a:lnTo>
                  <a:pt x="1" y="1171"/>
                </a:lnTo>
                <a:lnTo>
                  <a:pt x="0" y="1217"/>
                </a:lnTo>
                <a:lnTo>
                  <a:pt x="0" y="1264"/>
                </a:lnTo>
                <a:lnTo>
                  <a:pt x="0" y="1310"/>
                </a:lnTo>
                <a:lnTo>
                  <a:pt x="1" y="1356"/>
                </a:lnTo>
                <a:lnTo>
                  <a:pt x="2" y="1402"/>
                </a:lnTo>
                <a:lnTo>
                  <a:pt x="5" y="1447"/>
                </a:lnTo>
                <a:lnTo>
                  <a:pt x="8" y="1492"/>
                </a:lnTo>
                <a:lnTo>
                  <a:pt x="12" y="1537"/>
                </a:lnTo>
                <a:lnTo>
                  <a:pt x="17" y="1581"/>
                </a:lnTo>
                <a:lnTo>
                  <a:pt x="21" y="1624"/>
                </a:lnTo>
                <a:lnTo>
                  <a:pt x="26" y="1665"/>
                </a:lnTo>
                <a:lnTo>
                  <a:pt x="31" y="1704"/>
                </a:lnTo>
                <a:lnTo>
                  <a:pt x="37" y="1742"/>
                </a:lnTo>
                <a:lnTo>
                  <a:pt x="43" y="1778"/>
                </a:lnTo>
                <a:lnTo>
                  <a:pt x="49" y="1813"/>
                </a:lnTo>
                <a:lnTo>
                  <a:pt x="55" y="1846"/>
                </a:lnTo>
                <a:lnTo>
                  <a:pt x="62" y="1879"/>
                </a:lnTo>
                <a:lnTo>
                  <a:pt x="68" y="1909"/>
                </a:lnTo>
                <a:lnTo>
                  <a:pt x="75" y="1938"/>
                </a:lnTo>
                <a:lnTo>
                  <a:pt x="81" y="1965"/>
                </a:lnTo>
                <a:lnTo>
                  <a:pt x="88" y="1992"/>
                </a:lnTo>
                <a:lnTo>
                  <a:pt x="95" y="2018"/>
                </a:lnTo>
                <a:lnTo>
                  <a:pt x="103" y="2044"/>
                </a:lnTo>
                <a:lnTo>
                  <a:pt x="103" y="2045"/>
                </a:lnTo>
                <a:lnTo>
                  <a:pt x="111" y="2074"/>
                </a:lnTo>
                <a:lnTo>
                  <a:pt x="111" y="2075"/>
                </a:lnTo>
                <a:lnTo>
                  <a:pt x="118" y="2106"/>
                </a:lnTo>
                <a:lnTo>
                  <a:pt x="124" y="2135"/>
                </a:lnTo>
                <a:lnTo>
                  <a:pt x="132" y="2159"/>
                </a:lnTo>
                <a:lnTo>
                  <a:pt x="139" y="2175"/>
                </a:lnTo>
                <a:lnTo>
                  <a:pt x="144" y="2180"/>
                </a:lnTo>
                <a:lnTo>
                  <a:pt x="149" y="2181"/>
                </a:lnTo>
                <a:lnTo>
                  <a:pt x="159" y="2181"/>
                </a:lnTo>
                <a:lnTo>
                  <a:pt x="176" y="2176"/>
                </a:lnTo>
                <a:lnTo>
                  <a:pt x="198" y="2166"/>
                </a:lnTo>
                <a:lnTo>
                  <a:pt x="223" y="2154"/>
                </a:lnTo>
                <a:lnTo>
                  <a:pt x="251" y="2140"/>
                </a:lnTo>
                <a:lnTo>
                  <a:pt x="281" y="2124"/>
                </a:lnTo>
                <a:lnTo>
                  <a:pt x="315" y="2102"/>
                </a:lnTo>
                <a:lnTo>
                  <a:pt x="351" y="2077"/>
                </a:lnTo>
                <a:lnTo>
                  <a:pt x="352" y="2076"/>
                </a:lnTo>
                <a:lnTo>
                  <a:pt x="390" y="2051"/>
                </a:lnTo>
                <a:lnTo>
                  <a:pt x="391" y="2051"/>
                </a:lnTo>
                <a:lnTo>
                  <a:pt x="429" y="2028"/>
                </a:lnTo>
                <a:lnTo>
                  <a:pt x="432" y="2027"/>
                </a:lnTo>
                <a:lnTo>
                  <a:pt x="468" y="2011"/>
                </a:lnTo>
                <a:lnTo>
                  <a:pt x="471" y="2010"/>
                </a:lnTo>
                <a:lnTo>
                  <a:pt x="473" y="2009"/>
                </a:lnTo>
                <a:lnTo>
                  <a:pt x="509" y="1999"/>
                </a:lnTo>
                <a:lnTo>
                  <a:pt x="513" y="1999"/>
                </a:lnTo>
                <a:lnTo>
                  <a:pt x="548" y="1994"/>
                </a:lnTo>
                <a:lnTo>
                  <a:pt x="551" y="1994"/>
                </a:lnTo>
                <a:lnTo>
                  <a:pt x="587" y="1992"/>
                </a:lnTo>
                <a:lnTo>
                  <a:pt x="588" y="1992"/>
                </a:lnTo>
                <a:lnTo>
                  <a:pt x="622" y="1991"/>
                </a:lnTo>
                <a:lnTo>
                  <a:pt x="655" y="1990"/>
                </a:lnTo>
                <a:lnTo>
                  <a:pt x="686" y="1986"/>
                </a:lnTo>
                <a:lnTo>
                  <a:pt x="714" y="1980"/>
                </a:lnTo>
                <a:lnTo>
                  <a:pt x="740" y="1973"/>
                </a:lnTo>
                <a:lnTo>
                  <a:pt x="765" y="1965"/>
                </a:lnTo>
                <a:lnTo>
                  <a:pt x="793" y="1957"/>
                </a:lnTo>
                <a:lnTo>
                  <a:pt x="793" y="1957"/>
                </a:lnTo>
                <a:lnTo>
                  <a:pt x="824" y="1947"/>
                </a:lnTo>
                <a:lnTo>
                  <a:pt x="825" y="1947"/>
                </a:lnTo>
                <a:lnTo>
                  <a:pt x="862" y="1936"/>
                </a:lnTo>
                <a:lnTo>
                  <a:pt x="865" y="1936"/>
                </a:lnTo>
                <a:lnTo>
                  <a:pt x="913" y="1927"/>
                </a:lnTo>
                <a:lnTo>
                  <a:pt x="915" y="1926"/>
                </a:lnTo>
                <a:lnTo>
                  <a:pt x="973" y="1919"/>
                </a:lnTo>
                <a:lnTo>
                  <a:pt x="1034" y="1911"/>
                </a:lnTo>
                <a:lnTo>
                  <a:pt x="1090" y="1900"/>
                </a:lnTo>
                <a:lnTo>
                  <a:pt x="1133" y="1885"/>
                </a:lnTo>
                <a:lnTo>
                  <a:pt x="1157" y="1866"/>
                </a:lnTo>
                <a:lnTo>
                  <a:pt x="1168" y="1839"/>
                </a:lnTo>
                <a:lnTo>
                  <a:pt x="1170" y="1799"/>
                </a:lnTo>
                <a:lnTo>
                  <a:pt x="1163" y="1747"/>
                </a:lnTo>
                <a:lnTo>
                  <a:pt x="1151" y="1690"/>
                </a:lnTo>
                <a:lnTo>
                  <a:pt x="1138" y="1633"/>
                </a:lnTo>
                <a:lnTo>
                  <a:pt x="1138" y="1631"/>
                </a:lnTo>
                <a:lnTo>
                  <a:pt x="1128" y="1576"/>
                </a:lnTo>
                <a:lnTo>
                  <a:pt x="1128" y="1575"/>
                </a:lnTo>
                <a:lnTo>
                  <a:pt x="1121" y="1524"/>
                </a:lnTo>
                <a:lnTo>
                  <a:pt x="1113" y="1473"/>
                </a:lnTo>
                <a:lnTo>
                  <a:pt x="1104" y="1422"/>
                </a:lnTo>
                <a:lnTo>
                  <a:pt x="1095" y="1371"/>
                </a:lnTo>
                <a:lnTo>
                  <a:pt x="1086" y="1320"/>
                </a:lnTo>
                <a:lnTo>
                  <a:pt x="1086" y="1320"/>
                </a:lnTo>
                <a:lnTo>
                  <a:pt x="1077" y="1268"/>
                </a:lnTo>
                <a:lnTo>
                  <a:pt x="1077" y="1268"/>
                </a:lnTo>
                <a:lnTo>
                  <a:pt x="1069" y="1217"/>
                </a:lnTo>
                <a:lnTo>
                  <a:pt x="1069" y="1217"/>
                </a:lnTo>
                <a:lnTo>
                  <a:pt x="1061" y="1165"/>
                </a:lnTo>
                <a:lnTo>
                  <a:pt x="1053" y="1114"/>
                </a:lnTo>
                <a:lnTo>
                  <a:pt x="1044" y="1063"/>
                </a:lnTo>
                <a:lnTo>
                  <a:pt x="1036" y="1012"/>
                </a:lnTo>
                <a:lnTo>
                  <a:pt x="1027" y="961"/>
                </a:lnTo>
                <a:lnTo>
                  <a:pt x="1017" y="909"/>
                </a:lnTo>
                <a:lnTo>
                  <a:pt x="1008" y="858"/>
                </a:lnTo>
                <a:lnTo>
                  <a:pt x="998" y="807"/>
                </a:lnTo>
                <a:lnTo>
                  <a:pt x="988" y="756"/>
                </a:lnTo>
                <a:lnTo>
                  <a:pt x="977" y="705"/>
                </a:lnTo>
                <a:lnTo>
                  <a:pt x="965" y="654"/>
                </a:lnTo>
                <a:lnTo>
                  <a:pt x="953" y="603"/>
                </a:lnTo>
                <a:lnTo>
                  <a:pt x="939" y="551"/>
                </a:lnTo>
                <a:lnTo>
                  <a:pt x="925" y="499"/>
                </a:lnTo>
                <a:lnTo>
                  <a:pt x="911" y="448"/>
                </a:lnTo>
                <a:lnTo>
                  <a:pt x="897" y="400"/>
                </a:lnTo>
                <a:lnTo>
                  <a:pt x="882" y="355"/>
                </a:lnTo>
                <a:lnTo>
                  <a:pt x="867" y="312"/>
                </a:lnTo>
                <a:lnTo>
                  <a:pt x="852" y="272"/>
                </a:lnTo>
                <a:lnTo>
                  <a:pt x="836" y="233"/>
                </a:lnTo>
                <a:lnTo>
                  <a:pt x="820" y="197"/>
                </a:lnTo>
                <a:lnTo>
                  <a:pt x="805" y="164"/>
                </a:lnTo>
                <a:lnTo>
                  <a:pt x="790" y="134"/>
                </a:lnTo>
                <a:lnTo>
                  <a:pt x="790" y="134"/>
                </a:lnTo>
                <a:lnTo>
                  <a:pt x="777" y="107"/>
                </a:lnTo>
                <a:lnTo>
                  <a:pt x="777" y="107"/>
                </a:lnTo>
                <a:lnTo>
                  <a:pt x="767" y="84"/>
                </a:lnTo>
                <a:lnTo>
                  <a:pt x="758" y="65"/>
                </a:lnTo>
                <a:lnTo>
                  <a:pt x="749" y="51"/>
                </a:lnTo>
                <a:lnTo>
                  <a:pt x="739" y="39"/>
                </a:lnTo>
                <a:lnTo>
                  <a:pt x="726" y="29"/>
                </a:lnTo>
                <a:lnTo>
                  <a:pt x="708" y="20"/>
                </a:lnTo>
                <a:lnTo>
                  <a:pt x="685" y="12"/>
                </a:lnTo>
                <a:lnTo>
                  <a:pt x="659" y="5"/>
                </a:lnTo>
                <a:lnTo>
                  <a:pt x="632" y="1"/>
                </a:lnTo>
                <a:lnTo>
                  <a:pt x="605" y="0"/>
                </a:lnTo>
                <a:lnTo>
                  <a:pt x="580" y="0"/>
                </a:lnTo>
                <a:lnTo>
                  <a:pt x="555" y="4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993197" y="5186872"/>
            <a:ext cx="4041566" cy="1113344"/>
          </a:xfrm>
          <a:custGeom>
            <a:avLst/>
            <a:gdLst/>
            <a:ahLst/>
            <a:cxnLst/>
            <a:rect l="0" t="0" r="r" b="b"/>
            <a:pathLst>
              <a:path w="10000" h="2754">
                <a:moveTo>
                  <a:pt x="0" y="2602"/>
                </a:moveTo>
                <a:lnTo>
                  <a:pt x="321" y="2661"/>
                </a:lnTo>
                <a:lnTo>
                  <a:pt x="1127" y="2748"/>
                </a:lnTo>
                <a:lnTo>
                  <a:pt x="1200" y="2754"/>
                </a:lnTo>
                <a:lnTo>
                  <a:pt x="8817" y="2754"/>
                </a:lnTo>
                <a:lnTo>
                  <a:pt x="8890" y="2748"/>
                </a:lnTo>
                <a:lnTo>
                  <a:pt x="9695" y="2661"/>
                </a:lnTo>
                <a:lnTo>
                  <a:pt x="10000" y="2606"/>
                </a:lnTo>
                <a:lnTo>
                  <a:pt x="9759" y="1478"/>
                </a:lnTo>
                <a:lnTo>
                  <a:pt x="9732" y="1490"/>
                </a:lnTo>
                <a:lnTo>
                  <a:pt x="9698" y="1513"/>
                </a:lnTo>
                <a:lnTo>
                  <a:pt x="9652" y="1531"/>
                </a:lnTo>
                <a:lnTo>
                  <a:pt x="9592" y="1525"/>
                </a:lnTo>
                <a:lnTo>
                  <a:pt x="9515" y="1478"/>
                </a:lnTo>
                <a:lnTo>
                  <a:pt x="9420" y="1376"/>
                </a:lnTo>
                <a:lnTo>
                  <a:pt x="9310" y="1232"/>
                </a:lnTo>
                <a:lnTo>
                  <a:pt x="9184" y="1065"/>
                </a:lnTo>
                <a:lnTo>
                  <a:pt x="9044" y="896"/>
                </a:lnTo>
                <a:lnTo>
                  <a:pt x="8891" y="745"/>
                </a:lnTo>
                <a:lnTo>
                  <a:pt x="8717" y="605"/>
                </a:lnTo>
                <a:lnTo>
                  <a:pt x="8524" y="463"/>
                </a:lnTo>
                <a:lnTo>
                  <a:pt x="8319" y="328"/>
                </a:lnTo>
                <a:lnTo>
                  <a:pt x="8113" y="211"/>
                </a:lnTo>
                <a:lnTo>
                  <a:pt x="7913" y="121"/>
                </a:lnTo>
                <a:lnTo>
                  <a:pt x="7719" y="59"/>
                </a:lnTo>
                <a:lnTo>
                  <a:pt x="7525" y="21"/>
                </a:lnTo>
                <a:lnTo>
                  <a:pt x="7332" y="1"/>
                </a:lnTo>
                <a:lnTo>
                  <a:pt x="7144" y="0"/>
                </a:lnTo>
                <a:lnTo>
                  <a:pt x="6963" y="12"/>
                </a:lnTo>
                <a:lnTo>
                  <a:pt x="6753" y="45"/>
                </a:lnTo>
                <a:lnTo>
                  <a:pt x="6511" y="100"/>
                </a:lnTo>
                <a:lnTo>
                  <a:pt x="6293" y="168"/>
                </a:lnTo>
                <a:lnTo>
                  <a:pt x="6154" y="241"/>
                </a:lnTo>
                <a:lnTo>
                  <a:pt x="6149" y="311"/>
                </a:lnTo>
                <a:lnTo>
                  <a:pt x="6381" y="388"/>
                </a:lnTo>
                <a:lnTo>
                  <a:pt x="6813" y="479"/>
                </a:lnTo>
                <a:lnTo>
                  <a:pt x="7291" y="566"/>
                </a:lnTo>
                <a:lnTo>
                  <a:pt x="7660" y="633"/>
                </a:lnTo>
                <a:lnTo>
                  <a:pt x="7764" y="664"/>
                </a:lnTo>
                <a:lnTo>
                  <a:pt x="7499" y="643"/>
                </a:lnTo>
                <a:lnTo>
                  <a:pt x="6967" y="584"/>
                </a:lnTo>
                <a:lnTo>
                  <a:pt x="6327" y="506"/>
                </a:lnTo>
                <a:lnTo>
                  <a:pt x="5737" y="430"/>
                </a:lnTo>
                <a:lnTo>
                  <a:pt x="5354" y="379"/>
                </a:lnTo>
                <a:lnTo>
                  <a:pt x="5354" y="378"/>
                </a:lnTo>
                <a:lnTo>
                  <a:pt x="5304" y="391"/>
                </a:lnTo>
                <a:lnTo>
                  <a:pt x="4995" y="471"/>
                </a:lnTo>
                <a:lnTo>
                  <a:pt x="4636" y="564"/>
                </a:lnTo>
                <a:lnTo>
                  <a:pt x="4285" y="655"/>
                </a:lnTo>
                <a:lnTo>
                  <a:pt x="3997" y="731"/>
                </a:lnTo>
                <a:lnTo>
                  <a:pt x="3784" y="792"/>
                </a:lnTo>
                <a:lnTo>
                  <a:pt x="3609" y="846"/>
                </a:lnTo>
                <a:lnTo>
                  <a:pt x="3454" y="895"/>
                </a:lnTo>
                <a:lnTo>
                  <a:pt x="3299" y="938"/>
                </a:lnTo>
                <a:lnTo>
                  <a:pt x="3126" y="976"/>
                </a:lnTo>
                <a:lnTo>
                  <a:pt x="2932" y="998"/>
                </a:lnTo>
                <a:lnTo>
                  <a:pt x="2731" y="1004"/>
                </a:lnTo>
                <a:lnTo>
                  <a:pt x="2525" y="1010"/>
                </a:lnTo>
                <a:lnTo>
                  <a:pt x="2316" y="1032"/>
                </a:lnTo>
                <a:lnTo>
                  <a:pt x="2109" y="1084"/>
                </a:lnTo>
                <a:lnTo>
                  <a:pt x="1896" y="1183"/>
                </a:lnTo>
                <a:lnTo>
                  <a:pt x="1675" y="1318"/>
                </a:lnTo>
                <a:lnTo>
                  <a:pt x="1456" y="1465"/>
                </a:lnTo>
                <a:lnTo>
                  <a:pt x="1249" y="1603"/>
                </a:lnTo>
                <a:lnTo>
                  <a:pt x="1063" y="1709"/>
                </a:lnTo>
                <a:lnTo>
                  <a:pt x="899" y="1789"/>
                </a:lnTo>
                <a:lnTo>
                  <a:pt x="749" y="1861"/>
                </a:lnTo>
                <a:lnTo>
                  <a:pt x="615" y="1911"/>
                </a:lnTo>
                <a:lnTo>
                  <a:pt x="497" y="1927"/>
                </a:lnTo>
                <a:lnTo>
                  <a:pt x="395" y="1899"/>
                </a:lnTo>
                <a:lnTo>
                  <a:pt x="312" y="1797"/>
                </a:lnTo>
                <a:lnTo>
                  <a:pt x="249" y="1632"/>
                </a:lnTo>
                <a:lnTo>
                  <a:pt x="200" y="1442"/>
                </a:lnTo>
                <a:lnTo>
                  <a:pt x="163" y="1269"/>
                </a:lnTo>
                <a:lnTo>
                  <a:pt x="134" y="1152"/>
                </a:lnTo>
                <a:lnTo>
                  <a:pt x="0" y="2602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371600" y="1307592"/>
            <a:ext cx="3291840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21" name="Rótulo Muñón pulmonar"/>
          <p:cNvGrpSpPr/>
          <p:nvPr/>
        </p:nvGrpSpPr>
        <p:grpSpPr>
          <a:xfrm>
            <a:off x="2578608" y="914400"/>
            <a:ext cx="6839712" cy="2532888"/>
            <a:chOff x="2578608" y="914400"/>
            <a:chExt cx="6839712" cy="2532888"/>
          </a:xfrm>
        </p:grpSpPr>
        <p:sp>
          <p:nvSpPr>
            <p:cNvPr id="22" name="Flecha 21_2"/>
            <p:cNvSpPr/>
            <p:nvPr/>
          </p:nvSpPr>
          <p:spPr>
            <a:xfrm>
              <a:off x="2578608" y="1170432"/>
              <a:ext cx="3547872" cy="2276856"/>
            </a:xfrm>
            <a:custGeom>
              <a:avLst/>
              <a:gdLst/>
              <a:ahLst/>
              <a:cxnLst/>
              <a:rect l="0" t="0" r="r" b="b"/>
              <a:pathLst>
                <a:path w="3880" h="2489" fill="none">
                  <a:moveTo>
                    <a:pt x="0" y="2489"/>
                  </a:moveTo>
                  <a:lnTo>
                    <a:pt x="388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3" name="Forma 23"/>
            <p:cNvSpPr/>
            <p:nvPr/>
          </p:nvSpPr>
          <p:spPr>
            <a:xfrm>
              <a:off x="6126480" y="914400"/>
              <a:ext cx="3291840" cy="530352"/>
            </a:xfrm>
            <a:prstGeom prst="rect">
              <a:avLst/>
            </a:prstGeom>
            <a:solidFill>
              <a:srgbClr val="F79646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 pulmonar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24" name="Rótulo Desviación traqueal"/>
          <p:cNvGrpSpPr/>
          <p:nvPr/>
        </p:nvGrpSpPr>
        <p:grpSpPr>
          <a:xfrm>
            <a:off x="3127248" y="1600200"/>
            <a:ext cx="6291072" cy="530352"/>
            <a:chOff x="3127248" y="1600200"/>
            <a:chExt cx="6291072" cy="530352"/>
          </a:xfrm>
        </p:grpSpPr>
        <p:sp>
          <p:nvSpPr>
            <p:cNvPr id="25" name="Flecha 25_2"/>
            <p:cNvSpPr/>
            <p:nvPr/>
          </p:nvSpPr>
          <p:spPr>
            <a:xfrm>
              <a:off x="3127248" y="1856232"/>
              <a:ext cx="2999232" cy="109728"/>
            </a:xfrm>
            <a:custGeom>
              <a:avLst/>
              <a:gdLst/>
              <a:ahLst/>
              <a:cxnLst/>
              <a:rect l="0" t="0" r="r" b="b"/>
              <a:pathLst>
                <a:path w="3280" h="120" fill="none">
                  <a:moveTo>
                    <a:pt x="0" y="120"/>
                  </a:moveTo>
                  <a:lnTo>
                    <a:pt x="328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6" name="Forma 27"/>
            <p:cNvSpPr/>
            <p:nvPr/>
          </p:nvSpPr>
          <p:spPr>
            <a:xfrm>
              <a:off x="6126480" y="1600200"/>
              <a:ext cx="3291840" cy="530352"/>
            </a:xfrm>
            <a:prstGeom prst="rect">
              <a:avLst/>
            </a:prstGeom>
            <a:solidFill>
              <a:srgbClr val="FFC00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Desviación traqueal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27" name="Rótulo Mediastino al lado con"/>
          <p:cNvGrpSpPr/>
          <p:nvPr/>
        </p:nvGrpSpPr>
        <p:grpSpPr>
          <a:xfrm>
            <a:off x="3785616" y="2286000"/>
            <a:ext cx="5632704" cy="2093976"/>
            <a:chOff x="3785616" y="2286000"/>
            <a:chExt cx="5632704" cy="2093976"/>
          </a:xfrm>
        </p:grpSpPr>
        <p:sp>
          <p:nvSpPr>
            <p:cNvPr id="28" name="Flecha 29_2"/>
            <p:cNvSpPr/>
            <p:nvPr/>
          </p:nvSpPr>
          <p:spPr>
            <a:xfrm>
              <a:off x="3785616" y="2542032"/>
              <a:ext cx="2340864" cy="1837944"/>
            </a:xfrm>
            <a:custGeom>
              <a:avLst/>
              <a:gdLst/>
              <a:ahLst/>
              <a:cxnLst/>
              <a:rect l="0" t="0" r="r" b="b"/>
              <a:pathLst>
                <a:path w="2560" h="2009" fill="none">
                  <a:moveTo>
                    <a:pt x="0" y="2009"/>
                  </a:moveTo>
                  <a:lnTo>
                    <a:pt x="256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9" name="Forma 31"/>
            <p:cNvSpPr/>
            <p:nvPr/>
          </p:nvSpPr>
          <p:spPr>
            <a:xfrm>
              <a:off x="6126480" y="2286000"/>
              <a:ext cx="3291840" cy="530352"/>
            </a:xfrm>
            <a:prstGeom prst="rect">
              <a:avLst/>
            </a:prstGeom>
            <a:solidFill>
              <a:srgbClr val="00B0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739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 al lado contralateral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30" name="Rótulo Seno profundo"/>
          <p:cNvGrpSpPr/>
          <p:nvPr/>
        </p:nvGrpSpPr>
        <p:grpSpPr>
          <a:xfrm>
            <a:off x="987552" y="2971800"/>
            <a:ext cx="8430768" cy="2999232"/>
            <a:chOff x="987552" y="2971800"/>
            <a:chExt cx="8430768" cy="2999232"/>
          </a:xfrm>
        </p:grpSpPr>
        <p:sp>
          <p:nvSpPr>
            <p:cNvPr id="31" name="Flecha 33_2"/>
            <p:cNvSpPr/>
            <p:nvPr/>
          </p:nvSpPr>
          <p:spPr>
            <a:xfrm>
              <a:off x="987552" y="3227832"/>
              <a:ext cx="5138928" cy="2743200"/>
            </a:xfrm>
            <a:custGeom>
              <a:avLst/>
              <a:gdLst/>
              <a:ahLst/>
              <a:cxnLst/>
              <a:rect l="0" t="0" r="r" b="b"/>
              <a:pathLst>
                <a:path w="5620" h="3000" fill="none">
                  <a:moveTo>
                    <a:pt x="0" y="3000"/>
                  </a:moveTo>
                  <a:lnTo>
                    <a:pt x="562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2" name="Forma 35"/>
            <p:cNvSpPr/>
            <p:nvPr/>
          </p:nvSpPr>
          <p:spPr>
            <a:xfrm>
              <a:off x="6126480" y="2971800"/>
              <a:ext cx="3291840" cy="530352"/>
            </a:xfrm>
            <a:prstGeom prst="rect">
              <a:avLst/>
            </a:prstGeom>
            <a:solidFill>
              <a:srgbClr val="92D05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profundo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33" name="Rótulo Cúpula aplanada / inve"/>
          <p:cNvGrpSpPr/>
          <p:nvPr/>
        </p:nvGrpSpPr>
        <p:grpSpPr>
          <a:xfrm>
            <a:off x="1920240" y="3657600"/>
            <a:ext cx="7498080" cy="2148840"/>
            <a:chOff x="1920240" y="3657600"/>
            <a:chExt cx="7498080" cy="2148840"/>
          </a:xfrm>
        </p:grpSpPr>
        <p:sp>
          <p:nvSpPr>
            <p:cNvPr id="34" name="Flecha 37_2"/>
            <p:cNvSpPr/>
            <p:nvPr/>
          </p:nvSpPr>
          <p:spPr>
            <a:xfrm>
              <a:off x="1920240" y="3913632"/>
              <a:ext cx="4206240" cy="1892808"/>
            </a:xfrm>
            <a:custGeom>
              <a:avLst/>
              <a:gdLst/>
              <a:ahLst/>
              <a:cxnLst/>
              <a:rect l="0" t="0" r="r" b="b"/>
              <a:pathLst>
                <a:path w="4600" h="2070" fill="none">
                  <a:moveTo>
                    <a:pt x="0" y="2070"/>
                  </a:moveTo>
                  <a:lnTo>
                    <a:pt x="460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5" name="Forma 39"/>
            <p:cNvSpPr/>
            <p:nvPr/>
          </p:nvSpPr>
          <p:spPr>
            <a:xfrm>
              <a:off x="6126480" y="3657600"/>
              <a:ext cx="3291840" cy="530352"/>
            </a:xfrm>
            <a:prstGeom prst="rect">
              <a:avLst/>
            </a:prstGeom>
            <a:solidFill>
              <a:srgbClr val="BDD7E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Cúpula aplanada / invertida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36" name="Empuje aire"/>
          <p:cNvSpPr/>
          <p:nvPr/>
        </p:nvSpPr>
        <p:spPr>
          <a:xfrm>
            <a:off x="9601200" y="914400"/>
            <a:ext cx="2286000" cy="3291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acumulado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empuja hacia abajo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puede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invertir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cúpula.</a:t>
            </a:r>
            <a:endParaRPr lang="es-AR" sz="1900" dirty="0">
              <a:latin typeface="Mali"/>
            </a:endParaRPr>
          </a:p>
        </p:txBody>
      </p:sp>
      <p:sp>
        <p:nvSpPr>
          <p:cNvPr id="37" name="Seno profundo revisar"/>
          <p:cNvSpPr/>
          <p:nvPr/>
        </p:nvSpPr>
        <p:spPr>
          <a:xfrm>
            <a:off x="6126480" y="4434840"/>
            <a:ext cx="5760720" cy="19202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signo del seno profundo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se describe clásicamente en placas en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decúbito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; la posición de la placa no está precisada →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637766" y="91440"/>
            <a:ext cx="938933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RADIOLÓGICOS DEL NEUMOTÓRAX GRANDE</a:t>
            </a:r>
            <a:endParaRPr lang="es-AR" sz="2400" dirty="0">
              <a:latin typeface="Mali"/>
            </a:endParaRPr>
          </a:p>
        </p:txBody>
      </p:sp>
      <p:sp>
        <p:nvSpPr>
          <p:cNvPr id="3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97215" y="1027786"/>
            <a:ext cx="2680289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239926" y="1183691"/>
            <a:ext cx="994867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2"/>
                </a:lnTo>
                <a:lnTo>
                  <a:pt x="97" y="399"/>
                </a:lnTo>
                <a:lnTo>
                  <a:pt x="102" y="400"/>
                </a:lnTo>
                <a:lnTo>
                  <a:pt x="231" y="422"/>
                </a:lnTo>
                <a:lnTo>
                  <a:pt x="237" y="423"/>
                </a:lnTo>
                <a:lnTo>
                  <a:pt x="360" y="458"/>
                </a:lnTo>
                <a:lnTo>
                  <a:pt x="366" y="459"/>
                </a:lnTo>
                <a:lnTo>
                  <a:pt x="479" y="505"/>
                </a:lnTo>
                <a:lnTo>
                  <a:pt x="486" y="508"/>
                </a:lnTo>
                <a:lnTo>
                  <a:pt x="584" y="564"/>
                </a:lnTo>
                <a:lnTo>
                  <a:pt x="588" y="567"/>
                </a:lnTo>
                <a:lnTo>
                  <a:pt x="592" y="570"/>
                </a:lnTo>
                <a:lnTo>
                  <a:pt x="671" y="635"/>
                </a:lnTo>
                <a:lnTo>
                  <a:pt x="675" y="639"/>
                </a:lnTo>
                <a:lnTo>
                  <a:pt x="678" y="642"/>
                </a:lnTo>
                <a:lnTo>
                  <a:pt x="742" y="718"/>
                </a:lnTo>
                <a:lnTo>
                  <a:pt x="744" y="721"/>
                </a:lnTo>
                <a:lnTo>
                  <a:pt x="746" y="724"/>
                </a:lnTo>
                <a:lnTo>
                  <a:pt x="800" y="811"/>
                </a:lnTo>
                <a:lnTo>
                  <a:pt x="802" y="816"/>
                </a:lnTo>
                <a:lnTo>
                  <a:pt x="851" y="915"/>
                </a:lnTo>
                <a:lnTo>
                  <a:pt x="852" y="917"/>
                </a:lnTo>
                <a:lnTo>
                  <a:pt x="903" y="1031"/>
                </a:lnTo>
                <a:lnTo>
                  <a:pt x="961" y="1161"/>
                </a:lnTo>
                <a:lnTo>
                  <a:pt x="1029" y="1308"/>
                </a:lnTo>
                <a:lnTo>
                  <a:pt x="1029" y="1309"/>
                </a:lnTo>
                <a:lnTo>
                  <a:pt x="1100" y="1472"/>
                </a:lnTo>
                <a:lnTo>
                  <a:pt x="1101" y="1473"/>
                </a:lnTo>
                <a:lnTo>
                  <a:pt x="1174" y="1651"/>
                </a:lnTo>
                <a:lnTo>
                  <a:pt x="1174" y="1652"/>
                </a:lnTo>
                <a:lnTo>
                  <a:pt x="1247" y="1842"/>
                </a:lnTo>
                <a:lnTo>
                  <a:pt x="1248" y="1843"/>
                </a:lnTo>
                <a:lnTo>
                  <a:pt x="1319" y="2044"/>
                </a:lnTo>
                <a:lnTo>
                  <a:pt x="1320" y="2045"/>
                </a:lnTo>
                <a:lnTo>
                  <a:pt x="1388" y="2255"/>
                </a:lnTo>
                <a:lnTo>
                  <a:pt x="1389" y="2256"/>
                </a:lnTo>
                <a:lnTo>
                  <a:pt x="1454" y="2479"/>
                </a:lnTo>
                <a:lnTo>
                  <a:pt x="1455" y="2480"/>
                </a:lnTo>
                <a:lnTo>
                  <a:pt x="1520" y="2718"/>
                </a:lnTo>
                <a:lnTo>
                  <a:pt x="1520" y="2719"/>
                </a:lnTo>
                <a:lnTo>
                  <a:pt x="1583" y="2967"/>
                </a:lnTo>
                <a:lnTo>
                  <a:pt x="1583" y="2968"/>
                </a:lnTo>
                <a:lnTo>
                  <a:pt x="1644" y="3222"/>
                </a:lnTo>
                <a:lnTo>
                  <a:pt x="1645" y="3223"/>
                </a:lnTo>
                <a:lnTo>
                  <a:pt x="1703" y="3478"/>
                </a:lnTo>
                <a:lnTo>
                  <a:pt x="1703" y="3479"/>
                </a:lnTo>
                <a:lnTo>
                  <a:pt x="1757" y="3729"/>
                </a:lnTo>
                <a:lnTo>
                  <a:pt x="1757" y="3730"/>
                </a:lnTo>
                <a:lnTo>
                  <a:pt x="1808" y="3978"/>
                </a:lnTo>
                <a:lnTo>
                  <a:pt x="1808" y="3979"/>
                </a:lnTo>
                <a:lnTo>
                  <a:pt x="1854" y="4228"/>
                </a:lnTo>
                <a:lnTo>
                  <a:pt x="1854" y="4228"/>
                </a:lnTo>
                <a:lnTo>
                  <a:pt x="1898" y="4478"/>
                </a:lnTo>
                <a:lnTo>
                  <a:pt x="1898" y="4479"/>
                </a:lnTo>
                <a:lnTo>
                  <a:pt x="1939" y="4729"/>
                </a:lnTo>
                <a:lnTo>
                  <a:pt x="1939" y="4729"/>
                </a:lnTo>
                <a:lnTo>
                  <a:pt x="1979" y="4979"/>
                </a:lnTo>
                <a:lnTo>
                  <a:pt x="1979" y="4979"/>
                </a:lnTo>
                <a:lnTo>
                  <a:pt x="2018" y="5229"/>
                </a:lnTo>
                <a:lnTo>
                  <a:pt x="2018" y="5230"/>
                </a:lnTo>
                <a:lnTo>
                  <a:pt x="2056" y="5479"/>
                </a:lnTo>
                <a:lnTo>
                  <a:pt x="2056" y="5479"/>
                </a:lnTo>
                <a:lnTo>
                  <a:pt x="2091" y="5729"/>
                </a:lnTo>
                <a:lnTo>
                  <a:pt x="2091" y="5729"/>
                </a:lnTo>
                <a:lnTo>
                  <a:pt x="2125" y="5979"/>
                </a:lnTo>
                <a:lnTo>
                  <a:pt x="2125" y="5979"/>
                </a:lnTo>
                <a:lnTo>
                  <a:pt x="2158" y="6228"/>
                </a:lnTo>
                <a:lnTo>
                  <a:pt x="2191" y="6478"/>
                </a:lnTo>
                <a:lnTo>
                  <a:pt x="2224" y="6727"/>
                </a:lnTo>
                <a:lnTo>
                  <a:pt x="2260" y="6975"/>
                </a:lnTo>
                <a:lnTo>
                  <a:pt x="2297" y="7224"/>
                </a:lnTo>
                <a:lnTo>
                  <a:pt x="2334" y="7473"/>
                </a:lnTo>
                <a:lnTo>
                  <a:pt x="2334" y="7473"/>
                </a:lnTo>
                <a:lnTo>
                  <a:pt x="2370" y="7722"/>
                </a:lnTo>
                <a:lnTo>
                  <a:pt x="2370" y="7723"/>
                </a:lnTo>
                <a:lnTo>
                  <a:pt x="2402" y="7973"/>
                </a:lnTo>
                <a:lnTo>
                  <a:pt x="2403" y="7974"/>
                </a:lnTo>
                <a:lnTo>
                  <a:pt x="2431" y="8224"/>
                </a:lnTo>
                <a:lnTo>
                  <a:pt x="2469" y="8491"/>
                </a:lnTo>
                <a:lnTo>
                  <a:pt x="2523" y="8780"/>
                </a:lnTo>
                <a:lnTo>
                  <a:pt x="2523" y="8780"/>
                </a:lnTo>
                <a:lnTo>
                  <a:pt x="2574" y="9071"/>
                </a:lnTo>
                <a:lnTo>
                  <a:pt x="2575" y="9074"/>
                </a:lnTo>
                <a:lnTo>
                  <a:pt x="2604" y="9346"/>
                </a:lnTo>
                <a:lnTo>
                  <a:pt x="2605" y="9350"/>
                </a:lnTo>
                <a:lnTo>
                  <a:pt x="2605" y="9354"/>
                </a:lnTo>
                <a:lnTo>
                  <a:pt x="2596" y="9585"/>
                </a:lnTo>
                <a:lnTo>
                  <a:pt x="2595" y="9591"/>
                </a:lnTo>
                <a:lnTo>
                  <a:pt x="2594" y="9597"/>
                </a:lnTo>
                <a:lnTo>
                  <a:pt x="2592" y="9603"/>
                </a:lnTo>
                <a:lnTo>
                  <a:pt x="2526" y="9774"/>
                </a:lnTo>
                <a:lnTo>
                  <a:pt x="2524" y="9779"/>
                </a:lnTo>
                <a:lnTo>
                  <a:pt x="2521" y="9784"/>
                </a:lnTo>
                <a:lnTo>
                  <a:pt x="2518" y="9788"/>
                </a:lnTo>
                <a:lnTo>
                  <a:pt x="2515" y="9792"/>
                </a:lnTo>
                <a:lnTo>
                  <a:pt x="2511" y="9796"/>
                </a:lnTo>
                <a:lnTo>
                  <a:pt x="2506" y="9799"/>
                </a:lnTo>
                <a:lnTo>
                  <a:pt x="2364" y="9899"/>
                </a:lnTo>
                <a:lnTo>
                  <a:pt x="2360" y="9902"/>
                </a:lnTo>
                <a:lnTo>
                  <a:pt x="2354" y="9904"/>
                </a:lnTo>
                <a:lnTo>
                  <a:pt x="2349" y="9906"/>
                </a:lnTo>
                <a:lnTo>
                  <a:pt x="2344" y="9907"/>
                </a:lnTo>
                <a:lnTo>
                  <a:pt x="2136" y="9948"/>
                </a:lnTo>
                <a:lnTo>
                  <a:pt x="2131" y="9949"/>
                </a:lnTo>
                <a:lnTo>
                  <a:pt x="2126" y="9949"/>
                </a:lnTo>
                <a:lnTo>
                  <a:pt x="1880" y="9950"/>
                </a:lnTo>
                <a:lnTo>
                  <a:pt x="1875" y="9950"/>
                </a:lnTo>
                <a:lnTo>
                  <a:pt x="1616" y="9930"/>
                </a:lnTo>
                <a:lnTo>
                  <a:pt x="1616" y="9930"/>
                </a:lnTo>
                <a:lnTo>
                  <a:pt x="1372" y="9909"/>
                </a:lnTo>
                <a:lnTo>
                  <a:pt x="1170" y="9904"/>
                </a:lnTo>
                <a:lnTo>
                  <a:pt x="1009" y="9912"/>
                </a:lnTo>
                <a:lnTo>
                  <a:pt x="1008" y="9912"/>
                </a:lnTo>
                <a:lnTo>
                  <a:pt x="867" y="9915"/>
                </a:lnTo>
                <a:lnTo>
                  <a:pt x="867" y="9915"/>
                </a:lnTo>
                <a:lnTo>
                  <a:pt x="740" y="9917"/>
                </a:lnTo>
                <a:lnTo>
                  <a:pt x="618" y="9919"/>
                </a:lnTo>
                <a:lnTo>
                  <a:pt x="494" y="9923"/>
                </a:lnTo>
                <a:lnTo>
                  <a:pt x="357" y="9931"/>
                </a:lnTo>
                <a:lnTo>
                  <a:pt x="356" y="9931"/>
                </a:lnTo>
                <a:lnTo>
                  <a:pt x="205" y="9939"/>
                </a:lnTo>
                <a:lnTo>
                  <a:pt x="204" y="9939"/>
                </a:lnTo>
                <a:lnTo>
                  <a:pt x="49" y="9943"/>
                </a:lnTo>
                <a:lnTo>
                  <a:pt x="0" y="9944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8790"/>
                </a:lnTo>
                <a:lnTo>
                  <a:pt x="4581" y="8554"/>
                </a:lnTo>
                <a:lnTo>
                  <a:pt x="4581" y="8554"/>
                </a:lnTo>
                <a:lnTo>
                  <a:pt x="4527" y="8240"/>
                </a:lnTo>
                <a:lnTo>
                  <a:pt x="4478" y="7972"/>
                </a:lnTo>
                <a:lnTo>
                  <a:pt x="4421" y="7719"/>
                </a:lnTo>
                <a:lnTo>
                  <a:pt x="4358" y="7474"/>
                </a:lnTo>
                <a:lnTo>
                  <a:pt x="4292" y="7235"/>
                </a:lnTo>
                <a:lnTo>
                  <a:pt x="4224" y="6994"/>
                </a:lnTo>
                <a:lnTo>
                  <a:pt x="4224" y="6994"/>
                </a:lnTo>
                <a:lnTo>
                  <a:pt x="4158" y="6749"/>
                </a:lnTo>
                <a:lnTo>
                  <a:pt x="4089" y="6500"/>
                </a:lnTo>
                <a:lnTo>
                  <a:pt x="4012" y="6252"/>
                </a:lnTo>
                <a:lnTo>
                  <a:pt x="3934" y="6002"/>
                </a:lnTo>
                <a:lnTo>
                  <a:pt x="3933" y="6001"/>
                </a:lnTo>
                <a:lnTo>
                  <a:pt x="3861" y="5752"/>
                </a:lnTo>
                <a:lnTo>
                  <a:pt x="3860" y="5749"/>
                </a:lnTo>
                <a:lnTo>
                  <a:pt x="3801" y="5500"/>
                </a:lnTo>
                <a:lnTo>
                  <a:pt x="3800" y="5496"/>
                </a:lnTo>
                <a:lnTo>
                  <a:pt x="3761" y="5246"/>
                </a:lnTo>
                <a:lnTo>
                  <a:pt x="3760" y="5241"/>
                </a:lnTo>
                <a:lnTo>
                  <a:pt x="3743" y="4992"/>
                </a:lnTo>
                <a:lnTo>
                  <a:pt x="3743" y="4988"/>
                </a:lnTo>
                <a:lnTo>
                  <a:pt x="3744" y="4738"/>
                </a:lnTo>
                <a:lnTo>
                  <a:pt x="3744" y="4735"/>
                </a:lnTo>
                <a:lnTo>
                  <a:pt x="3757" y="4485"/>
                </a:lnTo>
                <a:lnTo>
                  <a:pt x="3757" y="4483"/>
                </a:lnTo>
                <a:lnTo>
                  <a:pt x="3779" y="4233"/>
                </a:lnTo>
                <a:lnTo>
                  <a:pt x="3779" y="4233"/>
                </a:lnTo>
                <a:lnTo>
                  <a:pt x="3804" y="3984"/>
                </a:lnTo>
                <a:lnTo>
                  <a:pt x="3826" y="3736"/>
                </a:lnTo>
                <a:lnTo>
                  <a:pt x="3848" y="3485"/>
                </a:lnTo>
                <a:lnTo>
                  <a:pt x="3848" y="3485"/>
                </a:lnTo>
                <a:lnTo>
                  <a:pt x="3873" y="3230"/>
                </a:lnTo>
                <a:lnTo>
                  <a:pt x="3873" y="3229"/>
                </a:lnTo>
                <a:lnTo>
                  <a:pt x="3901" y="2975"/>
                </a:lnTo>
                <a:lnTo>
                  <a:pt x="3901" y="2974"/>
                </a:lnTo>
                <a:lnTo>
                  <a:pt x="3932" y="2725"/>
                </a:lnTo>
                <a:lnTo>
                  <a:pt x="3932" y="2724"/>
                </a:lnTo>
                <a:lnTo>
                  <a:pt x="3966" y="2486"/>
                </a:lnTo>
                <a:lnTo>
                  <a:pt x="3966" y="2485"/>
                </a:lnTo>
                <a:lnTo>
                  <a:pt x="4003" y="2263"/>
                </a:lnTo>
                <a:lnTo>
                  <a:pt x="4004" y="2261"/>
                </a:lnTo>
                <a:lnTo>
                  <a:pt x="4044" y="2052"/>
                </a:lnTo>
                <a:lnTo>
                  <a:pt x="4045" y="2050"/>
                </a:lnTo>
                <a:lnTo>
                  <a:pt x="4090" y="1850"/>
                </a:lnTo>
                <a:lnTo>
                  <a:pt x="4090" y="1848"/>
                </a:lnTo>
                <a:lnTo>
                  <a:pt x="4138" y="1658"/>
                </a:lnTo>
                <a:lnTo>
                  <a:pt x="4138" y="1657"/>
                </a:lnTo>
                <a:lnTo>
                  <a:pt x="4188" y="1479"/>
                </a:lnTo>
                <a:lnTo>
                  <a:pt x="4189" y="1478"/>
                </a:lnTo>
                <a:lnTo>
                  <a:pt x="4239" y="1314"/>
                </a:lnTo>
                <a:lnTo>
                  <a:pt x="4239" y="1313"/>
                </a:lnTo>
                <a:lnTo>
                  <a:pt x="4288" y="1166"/>
                </a:lnTo>
                <a:lnTo>
                  <a:pt x="4289" y="1163"/>
                </a:lnTo>
                <a:lnTo>
                  <a:pt x="4340" y="1034"/>
                </a:lnTo>
                <a:lnTo>
                  <a:pt x="4341" y="1030"/>
                </a:lnTo>
                <a:lnTo>
                  <a:pt x="4394" y="916"/>
                </a:lnTo>
                <a:lnTo>
                  <a:pt x="4396" y="913"/>
                </a:lnTo>
                <a:lnTo>
                  <a:pt x="4449" y="814"/>
                </a:lnTo>
                <a:lnTo>
                  <a:pt x="4451" y="812"/>
                </a:lnTo>
                <a:lnTo>
                  <a:pt x="4502" y="725"/>
                </a:lnTo>
                <a:lnTo>
                  <a:pt x="4503" y="724"/>
                </a:lnTo>
                <a:lnTo>
                  <a:pt x="4551" y="648"/>
                </a:lnTo>
                <a:lnTo>
                  <a:pt x="4590" y="586"/>
                </a:lnTo>
                <a:lnTo>
                  <a:pt x="4613" y="537"/>
                </a:lnTo>
                <a:lnTo>
                  <a:pt x="4623" y="497"/>
                </a:lnTo>
                <a:lnTo>
                  <a:pt x="4625" y="49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449885" y="1254557"/>
            <a:ext cx="2574950" cy="2335743"/>
            <a:chOff x="449885" y="1254557"/>
            <a:chExt cx="2574950" cy="2335743"/>
          </a:xfrm>
        </p:grpSpPr>
        <p:sp>
          <p:nvSpPr>
            <p:cNvPr id="7" name="Forma 6"/>
            <p:cNvSpPr/>
            <p:nvPr/>
          </p:nvSpPr>
          <p:spPr>
            <a:xfrm>
              <a:off x="44988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4988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610819" y="1276342"/>
            <a:ext cx="1177818" cy="2203408"/>
          </a:xfrm>
          <a:custGeom>
            <a:avLst/>
            <a:gdLst/>
            <a:ahLst/>
            <a:cxnLst/>
            <a:rect l="0" t="0" r="r" b="b"/>
            <a:pathLst>
              <a:path w="5178" h="10000">
                <a:moveTo>
                  <a:pt x="2611" y="4"/>
                </a:moveTo>
                <a:lnTo>
                  <a:pt x="2492" y="22"/>
                </a:lnTo>
                <a:lnTo>
                  <a:pt x="2371" y="54"/>
                </a:lnTo>
                <a:lnTo>
                  <a:pt x="2248" y="98"/>
                </a:lnTo>
                <a:lnTo>
                  <a:pt x="2126" y="153"/>
                </a:lnTo>
                <a:lnTo>
                  <a:pt x="2007" y="216"/>
                </a:lnTo>
                <a:lnTo>
                  <a:pt x="1890" y="287"/>
                </a:lnTo>
                <a:lnTo>
                  <a:pt x="1777" y="364"/>
                </a:lnTo>
                <a:lnTo>
                  <a:pt x="1666" y="451"/>
                </a:lnTo>
                <a:lnTo>
                  <a:pt x="1556" y="547"/>
                </a:lnTo>
                <a:lnTo>
                  <a:pt x="1449" y="651"/>
                </a:lnTo>
                <a:lnTo>
                  <a:pt x="1346" y="761"/>
                </a:lnTo>
                <a:lnTo>
                  <a:pt x="1247" y="878"/>
                </a:lnTo>
                <a:lnTo>
                  <a:pt x="1153" y="1002"/>
                </a:lnTo>
                <a:lnTo>
                  <a:pt x="1061" y="1134"/>
                </a:lnTo>
                <a:lnTo>
                  <a:pt x="974" y="1273"/>
                </a:lnTo>
                <a:lnTo>
                  <a:pt x="890" y="1419"/>
                </a:lnTo>
                <a:lnTo>
                  <a:pt x="810" y="1570"/>
                </a:lnTo>
                <a:lnTo>
                  <a:pt x="733" y="1727"/>
                </a:lnTo>
                <a:lnTo>
                  <a:pt x="659" y="1891"/>
                </a:lnTo>
                <a:lnTo>
                  <a:pt x="589" y="2061"/>
                </a:lnTo>
                <a:lnTo>
                  <a:pt x="522" y="2238"/>
                </a:lnTo>
                <a:lnTo>
                  <a:pt x="459" y="2420"/>
                </a:lnTo>
                <a:lnTo>
                  <a:pt x="401" y="2606"/>
                </a:lnTo>
                <a:lnTo>
                  <a:pt x="347" y="2795"/>
                </a:lnTo>
                <a:lnTo>
                  <a:pt x="298" y="2989"/>
                </a:lnTo>
                <a:lnTo>
                  <a:pt x="253" y="3189"/>
                </a:lnTo>
                <a:lnTo>
                  <a:pt x="213" y="3393"/>
                </a:lnTo>
                <a:lnTo>
                  <a:pt x="177" y="3600"/>
                </a:lnTo>
                <a:lnTo>
                  <a:pt x="145" y="3808"/>
                </a:lnTo>
                <a:lnTo>
                  <a:pt x="115" y="4017"/>
                </a:lnTo>
                <a:lnTo>
                  <a:pt x="89" y="4228"/>
                </a:lnTo>
                <a:lnTo>
                  <a:pt x="68" y="4441"/>
                </a:lnTo>
                <a:lnTo>
                  <a:pt x="49" y="4657"/>
                </a:lnTo>
                <a:lnTo>
                  <a:pt x="34" y="4873"/>
                </a:lnTo>
                <a:lnTo>
                  <a:pt x="22" y="5089"/>
                </a:lnTo>
                <a:lnTo>
                  <a:pt x="12" y="5304"/>
                </a:lnTo>
                <a:lnTo>
                  <a:pt x="5" y="5519"/>
                </a:lnTo>
                <a:lnTo>
                  <a:pt x="1" y="5735"/>
                </a:lnTo>
                <a:lnTo>
                  <a:pt x="0" y="5951"/>
                </a:lnTo>
                <a:lnTo>
                  <a:pt x="1" y="6166"/>
                </a:lnTo>
                <a:lnTo>
                  <a:pt x="5" y="6380"/>
                </a:lnTo>
                <a:lnTo>
                  <a:pt x="12" y="6590"/>
                </a:lnTo>
                <a:lnTo>
                  <a:pt x="23" y="6800"/>
                </a:lnTo>
                <a:lnTo>
                  <a:pt x="37" y="7011"/>
                </a:lnTo>
                <a:lnTo>
                  <a:pt x="54" y="7220"/>
                </a:lnTo>
                <a:lnTo>
                  <a:pt x="73" y="7425"/>
                </a:lnTo>
                <a:lnTo>
                  <a:pt x="94" y="7623"/>
                </a:lnTo>
                <a:lnTo>
                  <a:pt x="115" y="7812"/>
                </a:lnTo>
                <a:lnTo>
                  <a:pt x="138" y="7994"/>
                </a:lnTo>
                <a:lnTo>
                  <a:pt x="162" y="8168"/>
                </a:lnTo>
                <a:lnTo>
                  <a:pt x="188" y="8336"/>
                </a:lnTo>
                <a:lnTo>
                  <a:pt x="214" y="8498"/>
                </a:lnTo>
                <a:lnTo>
                  <a:pt x="242" y="8653"/>
                </a:lnTo>
                <a:lnTo>
                  <a:pt x="270" y="8803"/>
                </a:lnTo>
                <a:lnTo>
                  <a:pt x="298" y="8948"/>
                </a:lnTo>
                <a:lnTo>
                  <a:pt x="326" y="9089"/>
                </a:lnTo>
                <a:lnTo>
                  <a:pt x="355" y="9224"/>
                </a:lnTo>
                <a:lnTo>
                  <a:pt x="385" y="9351"/>
                </a:lnTo>
                <a:lnTo>
                  <a:pt x="416" y="9469"/>
                </a:lnTo>
                <a:lnTo>
                  <a:pt x="450" y="9575"/>
                </a:lnTo>
                <a:lnTo>
                  <a:pt x="481" y="9675"/>
                </a:lnTo>
                <a:lnTo>
                  <a:pt x="510" y="9772"/>
                </a:lnTo>
                <a:lnTo>
                  <a:pt x="540" y="9860"/>
                </a:lnTo>
                <a:lnTo>
                  <a:pt x="576" y="9931"/>
                </a:lnTo>
                <a:lnTo>
                  <a:pt x="621" y="9980"/>
                </a:lnTo>
                <a:lnTo>
                  <a:pt x="681" y="10000"/>
                </a:lnTo>
                <a:lnTo>
                  <a:pt x="755" y="9984"/>
                </a:lnTo>
                <a:lnTo>
                  <a:pt x="839" y="9939"/>
                </a:lnTo>
                <a:lnTo>
                  <a:pt x="934" y="9870"/>
                </a:lnTo>
                <a:lnTo>
                  <a:pt x="1038" y="9787"/>
                </a:lnTo>
                <a:lnTo>
                  <a:pt x="1151" y="9699"/>
                </a:lnTo>
                <a:lnTo>
                  <a:pt x="1273" y="9614"/>
                </a:lnTo>
                <a:lnTo>
                  <a:pt x="1408" y="9521"/>
                </a:lnTo>
                <a:lnTo>
                  <a:pt x="1558" y="9413"/>
                </a:lnTo>
                <a:lnTo>
                  <a:pt x="1717" y="9300"/>
                </a:lnTo>
                <a:lnTo>
                  <a:pt x="1880" y="9190"/>
                </a:lnTo>
                <a:lnTo>
                  <a:pt x="2042" y="9094"/>
                </a:lnTo>
                <a:lnTo>
                  <a:pt x="2199" y="9022"/>
                </a:lnTo>
                <a:lnTo>
                  <a:pt x="2352" y="8975"/>
                </a:lnTo>
                <a:lnTo>
                  <a:pt x="2506" y="8948"/>
                </a:lnTo>
                <a:lnTo>
                  <a:pt x="2659" y="8935"/>
                </a:lnTo>
                <a:lnTo>
                  <a:pt x="2810" y="8929"/>
                </a:lnTo>
                <a:lnTo>
                  <a:pt x="2957" y="8926"/>
                </a:lnTo>
                <a:lnTo>
                  <a:pt x="3100" y="8919"/>
                </a:lnTo>
                <a:lnTo>
                  <a:pt x="3230" y="8911"/>
                </a:lnTo>
                <a:lnTo>
                  <a:pt x="3349" y="8907"/>
                </a:lnTo>
                <a:lnTo>
                  <a:pt x="3465" y="8905"/>
                </a:lnTo>
                <a:lnTo>
                  <a:pt x="3585" y="8904"/>
                </a:lnTo>
                <a:lnTo>
                  <a:pt x="3718" y="8900"/>
                </a:lnTo>
                <a:lnTo>
                  <a:pt x="3872" y="8893"/>
                </a:lnTo>
                <a:lnTo>
                  <a:pt x="4066" y="8897"/>
                </a:lnTo>
                <a:lnTo>
                  <a:pt x="4298" y="8918"/>
                </a:lnTo>
                <a:lnTo>
                  <a:pt x="4543" y="8937"/>
                </a:lnTo>
                <a:lnTo>
                  <a:pt x="4776" y="8936"/>
                </a:lnTo>
                <a:lnTo>
                  <a:pt x="4972" y="8897"/>
                </a:lnTo>
                <a:lnTo>
                  <a:pt x="5106" y="8803"/>
                </a:lnTo>
                <a:lnTo>
                  <a:pt x="5169" y="8641"/>
                </a:lnTo>
                <a:lnTo>
                  <a:pt x="5178" y="8422"/>
                </a:lnTo>
                <a:lnTo>
                  <a:pt x="5149" y="8165"/>
                </a:lnTo>
                <a:lnTo>
                  <a:pt x="5101" y="7891"/>
                </a:lnTo>
                <a:lnTo>
                  <a:pt x="5050" y="7617"/>
                </a:lnTo>
                <a:lnTo>
                  <a:pt x="5013" y="7362"/>
                </a:lnTo>
                <a:lnTo>
                  <a:pt x="4987" y="7125"/>
                </a:lnTo>
                <a:lnTo>
                  <a:pt x="4956" y="6889"/>
                </a:lnTo>
                <a:lnTo>
                  <a:pt x="4922" y="6653"/>
                </a:lnTo>
                <a:lnTo>
                  <a:pt x="4887" y="6418"/>
                </a:lnTo>
                <a:lnTo>
                  <a:pt x="4852" y="6183"/>
                </a:lnTo>
                <a:lnTo>
                  <a:pt x="4818" y="5947"/>
                </a:lnTo>
                <a:lnTo>
                  <a:pt x="4786" y="5711"/>
                </a:lnTo>
                <a:lnTo>
                  <a:pt x="4755" y="5475"/>
                </a:lnTo>
                <a:lnTo>
                  <a:pt x="4724" y="5240"/>
                </a:lnTo>
                <a:lnTo>
                  <a:pt x="4692" y="5004"/>
                </a:lnTo>
                <a:lnTo>
                  <a:pt x="4659" y="4768"/>
                </a:lnTo>
                <a:lnTo>
                  <a:pt x="4623" y="4532"/>
                </a:lnTo>
                <a:lnTo>
                  <a:pt x="4586" y="4296"/>
                </a:lnTo>
                <a:lnTo>
                  <a:pt x="4549" y="4059"/>
                </a:lnTo>
                <a:lnTo>
                  <a:pt x="4510" y="3823"/>
                </a:lnTo>
                <a:lnTo>
                  <a:pt x="4469" y="3587"/>
                </a:lnTo>
                <a:lnTo>
                  <a:pt x="4425" y="3351"/>
                </a:lnTo>
                <a:lnTo>
                  <a:pt x="4377" y="3117"/>
                </a:lnTo>
                <a:lnTo>
                  <a:pt x="4326" y="2880"/>
                </a:lnTo>
                <a:lnTo>
                  <a:pt x="4271" y="2638"/>
                </a:lnTo>
                <a:lnTo>
                  <a:pt x="4213" y="2398"/>
                </a:lnTo>
                <a:lnTo>
                  <a:pt x="4153" y="2163"/>
                </a:lnTo>
                <a:lnTo>
                  <a:pt x="4092" y="1938"/>
                </a:lnTo>
                <a:lnTo>
                  <a:pt x="4029" y="1727"/>
                </a:lnTo>
                <a:lnTo>
                  <a:pt x="3965" y="1529"/>
                </a:lnTo>
                <a:lnTo>
                  <a:pt x="3897" y="1340"/>
                </a:lnTo>
                <a:lnTo>
                  <a:pt x="3828" y="1160"/>
                </a:lnTo>
                <a:lnTo>
                  <a:pt x="3759" y="992"/>
                </a:lnTo>
                <a:lnTo>
                  <a:pt x="3692" y="837"/>
                </a:lnTo>
                <a:lnTo>
                  <a:pt x="3628" y="698"/>
                </a:lnTo>
                <a:lnTo>
                  <a:pt x="3572" y="575"/>
                </a:lnTo>
                <a:lnTo>
                  <a:pt x="3524" y="468"/>
                </a:lnTo>
                <a:lnTo>
                  <a:pt x="3478" y="373"/>
                </a:lnTo>
                <a:lnTo>
                  <a:pt x="3428" y="291"/>
                </a:lnTo>
                <a:lnTo>
                  <a:pt x="3368" y="220"/>
                </a:lnTo>
                <a:lnTo>
                  <a:pt x="3293" y="158"/>
                </a:lnTo>
                <a:lnTo>
                  <a:pt x="3199" y="105"/>
                </a:lnTo>
                <a:lnTo>
                  <a:pt x="3092" y="62"/>
                </a:lnTo>
                <a:lnTo>
                  <a:pt x="2976" y="29"/>
                </a:lnTo>
                <a:lnTo>
                  <a:pt x="2854" y="8"/>
                </a:lnTo>
                <a:lnTo>
                  <a:pt x="2731" y="0"/>
                </a:lnTo>
                <a:lnTo>
                  <a:pt x="261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2056878" y="1276342"/>
            <a:ext cx="807023" cy="2198093"/>
          </a:xfrm>
          <a:custGeom>
            <a:avLst/>
            <a:gdLst/>
            <a:ahLst/>
            <a:cxnLst/>
            <a:rect l="0" t="0" r="r" b="b"/>
            <a:pathLst>
              <a:path w="3556" h="10000">
                <a:moveTo>
                  <a:pt x="928" y="8517"/>
                </a:moveTo>
                <a:lnTo>
                  <a:pt x="1043" y="8533"/>
                </a:lnTo>
                <a:lnTo>
                  <a:pt x="1197" y="8568"/>
                </a:lnTo>
                <a:lnTo>
                  <a:pt x="1351" y="8618"/>
                </a:lnTo>
                <a:lnTo>
                  <a:pt x="1508" y="8687"/>
                </a:lnTo>
                <a:lnTo>
                  <a:pt x="1671" y="8776"/>
                </a:lnTo>
                <a:lnTo>
                  <a:pt x="1834" y="8878"/>
                </a:lnTo>
                <a:lnTo>
                  <a:pt x="1994" y="8988"/>
                </a:lnTo>
                <a:lnTo>
                  <a:pt x="2143" y="9101"/>
                </a:lnTo>
                <a:lnTo>
                  <a:pt x="2279" y="9211"/>
                </a:lnTo>
                <a:lnTo>
                  <a:pt x="2401" y="9329"/>
                </a:lnTo>
                <a:lnTo>
                  <a:pt x="2515" y="9462"/>
                </a:lnTo>
                <a:lnTo>
                  <a:pt x="2619" y="9597"/>
                </a:lnTo>
                <a:lnTo>
                  <a:pt x="2714" y="9723"/>
                </a:lnTo>
                <a:lnTo>
                  <a:pt x="2798" y="9831"/>
                </a:lnTo>
                <a:lnTo>
                  <a:pt x="2872" y="9908"/>
                </a:lnTo>
                <a:lnTo>
                  <a:pt x="2932" y="9957"/>
                </a:lnTo>
                <a:lnTo>
                  <a:pt x="2978" y="9988"/>
                </a:lnTo>
                <a:lnTo>
                  <a:pt x="3014" y="10000"/>
                </a:lnTo>
                <a:lnTo>
                  <a:pt x="3044" y="9991"/>
                </a:lnTo>
                <a:lnTo>
                  <a:pt x="3073" y="9960"/>
                </a:lnTo>
                <a:lnTo>
                  <a:pt x="3104" y="9908"/>
                </a:lnTo>
                <a:lnTo>
                  <a:pt x="3138" y="9830"/>
                </a:lnTo>
                <a:lnTo>
                  <a:pt x="3169" y="9727"/>
                </a:lnTo>
                <a:lnTo>
                  <a:pt x="3199" y="9602"/>
                </a:lnTo>
                <a:lnTo>
                  <a:pt x="3228" y="9460"/>
                </a:lnTo>
                <a:lnTo>
                  <a:pt x="3257" y="9302"/>
                </a:lnTo>
                <a:lnTo>
                  <a:pt x="3285" y="9134"/>
                </a:lnTo>
                <a:lnTo>
                  <a:pt x="3313" y="8946"/>
                </a:lnTo>
                <a:lnTo>
                  <a:pt x="3340" y="8736"/>
                </a:lnTo>
                <a:lnTo>
                  <a:pt x="3367" y="8511"/>
                </a:lnTo>
                <a:lnTo>
                  <a:pt x="3393" y="8279"/>
                </a:lnTo>
                <a:lnTo>
                  <a:pt x="3417" y="8050"/>
                </a:lnTo>
                <a:lnTo>
                  <a:pt x="3439" y="7831"/>
                </a:lnTo>
                <a:lnTo>
                  <a:pt x="3461" y="7623"/>
                </a:lnTo>
                <a:lnTo>
                  <a:pt x="3481" y="7420"/>
                </a:lnTo>
                <a:lnTo>
                  <a:pt x="3501" y="7218"/>
                </a:lnTo>
                <a:lnTo>
                  <a:pt x="3518" y="7017"/>
                </a:lnTo>
                <a:lnTo>
                  <a:pt x="3532" y="6813"/>
                </a:lnTo>
                <a:lnTo>
                  <a:pt x="3543" y="6606"/>
                </a:lnTo>
                <a:lnTo>
                  <a:pt x="3550" y="6395"/>
                </a:lnTo>
                <a:lnTo>
                  <a:pt x="3554" y="6181"/>
                </a:lnTo>
                <a:lnTo>
                  <a:pt x="3556" y="5965"/>
                </a:lnTo>
                <a:lnTo>
                  <a:pt x="3554" y="5749"/>
                </a:lnTo>
                <a:lnTo>
                  <a:pt x="3550" y="5532"/>
                </a:lnTo>
                <a:lnTo>
                  <a:pt x="3543" y="5317"/>
                </a:lnTo>
                <a:lnTo>
                  <a:pt x="3533" y="5101"/>
                </a:lnTo>
                <a:lnTo>
                  <a:pt x="3521" y="4884"/>
                </a:lnTo>
                <a:lnTo>
                  <a:pt x="3506" y="4668"/>
                </a:lnTo>
                <a:lnTo>
                  <a:pt x="3487" y="4452"/>
                </a:lnTo>
                <a:lnTo>
                  <a:pt x="3465" y="4238"/>
                </a:lnTo>
                <a:lnTo>
                  <a:pt x="3439" y="4027"/>
                </a:lnTo>
                <a:lnTo>
                  <a:pt x="3410" y="3817"/>
                </a:lnTo>
                <a:lnTo>
                  <a:pt x="3377" y="3608"/>
                </a:lnTo>
                <a:lnTo>
                  <a:pt x="3341" y="3401"/>
                </a:lnTo>
                <a:lnTo>
                  <a:pt x="3301" y="3196"/>
                </a:lnTo>
                <a:lnTo>
                  <a:pt x="3257" y="2996"/>
                </a:lnTo>
                <a:lnTo>
                  <a:pt x="3207" y="2802"/>
                </a:lnTo>
                <a:lnTo>
                  <a:pt x="3153" y="2612"/>
                </a:lnTo>
                <a:lnTo>
                  <a:pt x="3095" y="2426"/>
                </a:lnTo>
                <a:lnTo>
                  <a:pt x="3032" y="2243"/>
                </a:lnTo>
                <a:lnTo>
                  <a:pt x="2965" y="2066"/>
                </a:lnTo>
                <a:lnTo>
                  <a:pt x="2894" y="1896"/>
                </a:lnTo>
                <a:lnTo>
                  <a:pt x="2821" y="1732"/>
                </a:lnTo>
                <a:lnTo>
                  <a:pt x="2744" y="1574"/>
                </a:lnTo>
                <a:lnTo>
                  <a:pt x="2663" y="1422"/>
                </a:lnTo>
                <a:lnTo>
                  <a:pt x="2579" y="1276"/>
                </a:lnTo>
                <a:lnTo>
                  <a:pt x="2491" y="1137"/>
                </a:lnTo>
                <a:lnTo>
                  <a:pt x="2400" y="1005"/>
                </a:lnTo>
                <a:lnTo>
                  <a:pt x="2305" y="880"/>
                </a:lnTo>
                <a:lnTo>
                  <a:pt x="2206" y="763"/>
                </a:lnTo>
                <a:lnTo>
                  <a:pt x="2102" y="652"/>
                </a:lnTo>
                <a:lnTo>
                  <a:pt x="1995" y="548"/>
                </a:lnTo>
                <a:lnTo>
                  <a:pt x="1886" y="453"/>
                </a:lnTo>
                <a:lnTo>
                  <a:pt x="1774" y="365"/>
                </a:lnTo>
                <a:lnTo>
                  <a:pt x="1660" y="287"/>
                </a:lnTo>
                <a:lnTo>
                  <a:pt x="1538" y="217"/>
                </a:lnTo>
                <a:lnTo>
                  <a:pt x="1404" y="154"/>
                </a:lnTo>
                <a:lnTo>
                  <a:pt x="1268" y="99"/>
                </a:lnTo>
                <a:lnTo>
                  <a:pt x="1139" y="54"/>
                </a:lnTo>
                <a:lnTo>
                  <a:pt x="1026" y="22"/>
                </a:lnTo>
                <a:lnTo>
                  <a:pt x="938" y="4"/>
                </a:lnTo>
                <a:lnTo>
                  <a:pt x="883" y="0"/>
                </a:lnTo>
                <a:lnTo>
                  <a:pt x="853" y="8"/>
                </a:lnTo>
                <a:lnTo>
                  <a:pt x="840" y="29"/>
                </a:lnTo>
                <a:lnTo>
                  <a:pt x="833" y="62"/>
                </a:lnTo>
                <a:lnTo>
                  <a:pt x="821" y="105"/>
                </a:lnTo>
                <a:lnTo>
                  <a:pt x="796" y="158"/>
                </a:lnTo>
                <a:lnTo>
                  <a:pt x="757" y="221"/>
                </a:lnTo>
                <a:lnTo>
                  <a:pt x="712" y="292"/>
                </a:lnTo>
                <a:lnTo>
                  <a:pt x="663" y="374"/>
                </a:lnTo>
                <a:lnTo>
                  <a:pt x="612" y="469"/>
                </a:lnTo>
                <a:lnTo>
                  <a:pt x="562" y="577"/>
                </a:lnTo>
                <a:lnTo>
                  <a:pt x="514" y="700"/>
                </a:lnTo>
                <a:lnTo>
                  <a:pt x="467" y="839"/>
                </a:lnTo>
                <a:lnTo>
                  <a:pt x="420" y="994"/>
                </a:lnTo>
                <a:lnTo>
                  <a:pt x="372" y="1163"/>
                </a:lnTo>
                <a:lnTo>
                  <a:pt x="327" y="1343"/>
                </a:lnTo>
                <a:lnTo>
                  <a:pt x="284" y="1533"/>
                </a:lnTo>
                <a:lnTo>
                  <a:pt x="246" y="1732"/>
                </a:lnTo>
                <a:lnTo>
                  <a:pt x="211" y="1943"/>
                </a:lnTo>
                <a:lnTo>
                  <a:pt x="178" y="2168"/>
                </a:lnTo>
                <a:lnTo>
                  <a:pt x="149" y="2404"/>
                </a:lnTo>
                <a:lnTo>
                  <a:pt x="122" y="2645"/>
                </a:lnTo>
                <a:lnTo>
                  <a:pt x="99" y="2887"/>
                </a:lnTo>
                <a:lnTo>
                  <a:pt x="78" y="3124"/>
                </a:lnTo>
                <a:lnTo>
                  <a:pt x="57" y="3359"/>
                </a:lnTo>
                <a:lnTo>
                  <a:pt x="33" y="3595"/>
                </a:lnTo>
                <a:lnTo>
                  <a:pt x="13" y="3832"/>
                </a:lnTo>
                <a:lnTo>
                  <a:pt x="0" y="4069"/>
                </a:lnTo>
                <a:lnTo>
                  <a:pt x="0" y="4306"/>
                </a:lnTo>
                <a:lnTo>
                  <a:pt x="16" y="4543"/>
                </a:lnTo>
                <a:lnTo>
                  <a:pt x="53" y="4779"/>
                </a:lnTo>
                <a:lnTo>
                  <a:pt x="109" y="5016"/>
                </a:lnTo>
                <a:lnTo>
                  <a:pt x="178" y="5252"/>
                </a:lnTo>
                <a:lnTo>
                  <a:pt x="252" y="5489"/>
                </a:lnTo>
                <a:lnTo>
                  <a:pt x="325" y="5725"/>
                </a:lnTo>
                <a:lnTo>
                  <a:pt x="391" y="5961"/>
                </a:lnTo>
                <a:lnTo>
                  <a:pt x="454" y="6194"/>
                </a:lnTo>
                <a:lnTo>
                  <a:pt x="518" y="6422"/>
                </a:lnTo>
                <a:lnTo>
                  <a:pt x="581" y="6650"/>
                </a:lnTo>
                <a:lnTo>
                  <a:pt x="641" y="6882"/>
                </a:lnTo>
                <a:lnTo>
                  <a:pt x="695" y="7124"/>
                </a:lnTo>
                <a:lnTo>
                  <a:pt x="742" y="7380"/>
                </a:lnTo>
                <a:lnTo>
                  <a:pt x="793" y="7677"/>
                </a:lnTo>
                <a:lnTo>
                  <a:pt x="855" y="8017"/>
                </a:lnTo>
                <a:lnTo>
                  <a:pt x="912" y="8367"/>
                </a:lnTo>
                <a:lnTo>
                  <a:pt x="928" y="8517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918096" y="1617070"/>
            <a:ext cx="383290" cy="1817285"/>
          </a:xfrm>
          <a:custGeom>
            <a:avLst/>
            <a:gdLst/>
            <a:ahLst/>
            <a:cxnLst/>
            <a:rect l="0" t="0" r="r" b="b"/>
            <a:pathLst>
              <a:path w="2043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8" y="595"/>
                </a:lnTo>
                <a:lnTo>
                  <a:pt x="1120" y="608"/>
                </a:lnTo>
                <a:lnTo>
                  <a:pt x="1221" y="648"/>
                </a:lnTo>
                <a:lnTo>
                  <a:pt x="1316" y="713"/>
                </a:lnTo>
                <a:lnTo>
                  <a:pt x="1386" y="794"/>
                </a:lnTo>
                <a:lnTo>
                  <a:pt x="1432" y="897"/>
                </a:lnTo>
                <a:lnTo>
                  <a:pt x="1448" y="997"/>
                </a:lnTo>
                <a:lnTo>
                  <a:pt x="1440" y="1102"/>
                </a:lnTo>
                <a:lnTo>
                  <a:pt x="1403" y="1281"/>
                </a:lnTo>
                <a:lnTo>
                  <a:pt x="1402" y="1285"/>
                </a:lnTo>
                <a:lnTo>
                  <a:pt x="1347" y="1572"/>
                </a:lnTo>
                <a:lnTo>
                  <a:pt x="1344" y="1588"/>
                </a:lnTo>
                <a:lnTo>
                  <a:pt x="1286" y="2019"/>
                </a:lnTo>
                <a:lnTo>
                  <a:pt x="1284" y="2036"/>
                </a:lnTo>
                <a:lnTo>
                  <a:pt x="1236" y="2661"/>
                </a:lnTo>
                <a:lnTo>
                  <a:pt x="1236" y="2670"/>
                </a:lnTo>
                <a:lnTo>
                  <a:pt x="1191" y="3624"/>
                </a:lnTo>
                <a:lnTo>
                  <a:pt x="1191" y="3625"/>
                </a:lnTo>
                <a:lnTo>
                  <a:pt x="1138" y="4890"/>
                </a:lnTo>
                <a:lnTo>
                  <a:pt x="1138" y="4891"/>
                </a:lnTo>
                <a:lnTo>
                  <a:pt x="1083" y="6299"/>
                </a:lnTo>
                <a:lnTo>
                  <a:pt x="1083" y="6300"/>
                </a:lnTo>
                <a:lnTo>
                  <a:pt x="1031" y="7682"/>
                </a:lnTo>
                <a:lnTo>
                  <a:pt x="986" y="8869"/>
                </a:lnTo>
                <a:lnTo>
                  <a:pt x="955" y="9692"/>
                </a:lnTo>
                <a:lnTo>
                  <a:pt x="955" y="9721"/>
                </a:lnTo>
                <a:lnTo>
                  <a:pt x="958" y="9750"/>
                </a:lnTo>
                <a:lnTo>
                  <a:pt x="964" y="9778"/>
                </a:lnTo>
                <a:lnTo>
                  <a:pt x="973" y="9806"/>
                </a:lnTo>
                <a:lnTo>
                  <a:pt x="984" y="9833"/>
                </a:lnTo>
                <a:lnTo>
                  <a:pt x="998" y="9858"/>
                </a:lnTo>
                <a:lnTo>
                  <a:pt x="1015" y="9882"/>
                </a:lnTo>
                <a:lnTo>
                  <a:pt x="1033" y="9905"/>
                </a:lnTo>
                <a:lnTo>
                  <a:pt x="1054" y="9925"/>
                </a:lnTo>
                <a:lnTo>
                  <a:pt x="1077" y="9943"/>
                </a:lnTo>
                <a:lnTo>
                  <a:pt x="1101" y="9959"/>
                </a:lnTo>
                <a:lnTo>
                  <a:pt x="1127" y="9973"/>
                </a:lnTo>
                <a:lnTo>
                  <a:pt x="1154" y="9983"/>
                </a:lnTo>
                <a:lnTo>
                  <a:pt x="1182" y="9992"/>
                </a:lnTo>
                <a:lnTo>
                  <a:pt x="1211" y="9997"/>
                </a:lnTo>
                <a:lnTo>
                  <a:pt x="1239" y="10000"/>
                </a:lnTo>
                <a:lnTo>
                  <a:pt x="1269" y="9999"/>
                </a:lnTo>
                <a:lnTo>
                  <a:pt x="1297" y="9996"/>
                </a:lnTo>
                <a:lnTo>
                  <a:pt x="1326" y="9990"/>
                </a:lnTo>
                <a:lnTo>
                  <a:pt x="1354" y="9981"/>
                </a:lnTo>
                <a:lnTo>
                  <a:pt x="1380" y="9970"/>
                </a:lnTo>
                <a:lnTo>
                  <a:pt x="1406" y="9956"/>
                </a:lnTo>
                <a:lnTo>
                  <a:pt x="1430" y="9939"/>
                </a:lnTo>
                <a:lnTo>
                  <a:pt x="1452" y="9921"/>
                </a:lnTo>
                <a:lnTo>
                  <a:pt x="1473" y="9900"/>
                </a:lnTo>
                <a:lnTo>
                  <a:pt x="1491" y="9877"/>
                </a:lnTo>
                <a:lnTo>
                  <a:pt x="1507" y="9853"/>
                </a:lnTo>
                <a:lnTo>
                  <a:pt x="1520" y="9827"/>
                </a:lnTo>
                <a:lnTo>
                  <a:pt x="1531" y="9800"/>
                </a:lnTo>
                <a:lnTo>
                  <a:pt x="1539" y="9772"/>
                </a:lnTo>
                <a:lnTo>
                  <a:pt x="1544" y="9744"/>
                </a:lnTo>
                <a:lnTo>
                  <a:pt x="1547" y="9715"/>
                </a:lnTo>
                <a:lnTo>
                  <a:pt x="1579" y="8891"/>
                </a:lnTo>
                <a:lnTo>
                  <a:pt x="1623" y="7704"/>
                </a:lnTo>
                <a:lnTo>
                  <a:pt x="1676" y="6322"/>
                </a:lnTo>
                <a:lnTo>
                  <a:pt x="1731" y="4914"/>
                </a:lnTo>
                <a:lnTo>
                  <a:pt x="1783" y="3650"/>
                </a:lnTo>
                <a:lnTo>
                  <a:pt x="1827" y="2702"/>
                </a:lnTo>
                <a:lnTo>
                  <a:pt x="1875" y="2090"/>
                </a:lnTo>
                <a:lnTo>
                  <a:pt x="1930" y="1676"/>
                </a:lnTo>
                <a:lnTo>
                  <a:pt x="1984" y="1399"/>
                </a:lnTo>
                <a:lnTo>
                  <a:pt x="2024" y="1204"/>
                </a:lnTo>
                <a:lnTo>
                  <a:pt x="2029" y="1168"/>
                </a:lnTo>
                <a:lnTo>
                  <a:pt x="2042" y="1009"/>
                </a:lnTo>
                <a:lnTo>
                  <a:pt x="2043" y="974"/>
                </a:lnTo>
                <a:lnTo>
                  <a:pt x="2039" y="939"/>
                </a:lnTo>
                <a:lnTo>
                  <a:pt x="2011" y="766"/>
                </a:lnTo>
                <a:lnTo>
                  <a:pt x="2006" y="740"/>
                </a:lnTo>
                <a:lnTo>
                  <a:pt x="1999" y="716"/>
                </a:lnTo>
                <a:lnTo>
                  <a:pt x="1989" y="692"/>
                </a:lnTo>
                <a:lnTo>
                  <a:pt x="1910" y="512"/>
                </a:lnTo>
                <a:lnTo>
                  <a:pt x="1896" y="486"/>
                </a:lnTo>
                <a:lnTo>
                  <a:pt x="1880" y="461"/>
                </a:lnTo>
                <a:lnTo>
                  <a:pt x="1862" y="438"/>
                </a:lnTo>
                <a:lnTo>
                  <a:pt x="1738" y="295"/>
                </a:lnTo>
                <a:lnTo>
                  <a:pt x="1720" y="277"/>
                </a:lnTo>
                <a:lnTo>
                  <a:pt x="1702" y="261"/>
                </a:lnTo>
                <a:lnTo>
                  <a:pt x="1682" y="246"/>
                </a:lnTo>
                <a:lnTo>
                  <a:pt x="1530" y="141"/>
                </a:lnTo>
                <a:lnTo>
                  <a:pt x="1502" y="124"/>
                </a:lnTo>
                <a:lnTo>
                  <a:pt x="1472" y="110"/>
                </a:lnTo>
                <a:lnTo>
                  <a:pt x="1309" y="45"/>
                </a:lnTo>
                <a:lnTo>
                  <a:pt x="1277" y="34"/>
                </a:lnTo>
                <a:lnTo>
                  <a:pt x="1244" y="27"/>
                </a:lnTo>
                <a:lnTo>
                  <a:pt x="1087" y="3"/>
                </a:lnTo>
                <a:lnTo>
                  <a:pt x="1059" y="0"/>
                </a:lnTo>
                <a:lnTo>
                  <a:pt x="1031" y="0"/>
                </a:lnTo>
                <a:lnTo>
                  <a:pt x="1003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60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512065" y="1020904"/>
            <a:ext cx="696380" cy="1222929"/>
            <a:chOff x="1512065" y="1020904"/>
            <a:chExt cx="696380" cy="1222929"/>
          </a:xfrm>
        </p:grpSpPr>
        <p:sp>
          <p:nvSpPr>
            <p:cNvPr id="13" name="Forma 12"/>
            <p:cNvSpPr/>
            <p:nvPr/>
          </p:nvSpPr>
          <p:spPr>
            <a:xfrm>
              <a:off x="1512065" y="1020904"/>
              <a:ext cx="696380" cy="1222929"/>
            </a:xfrm>
            <a:custGeom>
              <a:avLst/>
              <a:gdLst/>
              <a:ahLst/>
              <a:cxnLst/>
              <a:rect l="0" t="0" r="r" b="b"/>
              <a:pathLst>
                <a:path w="5516" h="10000">
                  <a:moveTo>
                    <a:pt x="1594" y="1090"/>
                  </a:moveTo>
                  <a:lnTo>
                    <a:pt x="1668" y="1763"/>
                  </a:lnTo>
                  <a:lnTo>
                    <a:pt x="1668" y="1764"/>
                  </a:lnTo>
                  <a:lnTo>
                    <a:pt x="1749" y="2482"/>
                  </a:lnTo>
                  <a:lnTo>
                    <a:pt x="1749" y="2483"/>
                  </a:lnTo>
                  <a:lnTo>
                    <a:pt x="1829" y="3188"/>
                  </a:lnTo>
                  <a:lnTo>
                    <a:pt x="1829" y="3190"/>
                  </a:lnTo>
                  <a:lnTo>
                    <a:pt x="1903" y="3824"/>
                  </a:lnTo>
                  <a:lnTo>
                    <a:pt x="1904" y="3827"/>
                  </a:lnTo>
                  <a:lnTo>
                    <a:pt x="1978" y="4432"/>
                  </a:lnTo>
                  <a:lnTo>
                    <a:pt x="1978" y="4434"/>
                  </a:lnTo>
                  <a:lnTo>
                    <a:pt x="2059" y="5065"/>
                  </a:lnTo>
                  <a:lnTo>
                    <a:pt x="2059" y="5066"/>
                  </a:lnTo>
                  <a:lnTo>
                    <a:pt x="2139" y="5684"/>
                  </a:lnTo>
                  <a:lnTo>
                    <a:pt x="2139" y="5685"/>
                  </a:lnTo>
                  <a:lnTo>
                    <a:pt x="2213" y="6252"/>
                  </a:lnTo>
                  <a:lnTo>
                    <a:pt x="2276" y="6728"/>
                  </a:lnTo>
                  <a:lnTo>
                    <a:pt x="2321" y="7076"/>
                  </a:lnTo>
                  <a:lnTo>
                    <a:pt x="2324" y="7075"/>
                  </a:lnTo>
                  <a:lnTo>
                    <a:pt x="1408" y="8062"/>
                  </a:lnTo>
                  <a:lnTo>
                    <a:pt x="89" y="9452"/>
                  </a:lnTo>
                  <a:lnTo>
                    <a:pt x="68" y="9476"/>
                  </a:lnTo>
                  <a:lnTo>
                    <a:pt x="50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3"/>
                  </a:lnTo>
                  <a:lnTo>
                    <a:pt x="2" y="9715"/>
                  </a:lnTo>
                  <a:lnTo>
                    <a:pt x="7" y="9747"/>
                  </a:lnTo>
                  <a:lnTo>
                    <a:pt x="16" y="9777"/>
                  </a:lnTo>
                  <a:lnTo>
                    <a:pt x="27" y="9807"/>
                  </a:lnTo>
                  <a:lnTo>
                    <a:pt x="42" y="9835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8" y="9988"/>
                  </a:lnTo>
                  <a:lnTo>
                    <a:pt x="269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4" y="9997"/>
                  </a:lnTo>
                  <a:lnTo>
                    <a:pt x="395" y="9992"/>
                  </a:lnTo>
                  <a:lnTo>
                    <a:pt x="426" y="9983"/>
                  </a:lnTo>
                  <a:lnTo>
                    <a:pt x="456" y="9972"/>
                  </a:lnTo>
                  <a:lnTo>
                    <a:pt x="484" y="9957"/>
                  </a:lnTo>
                  <a:lnTo>
                    <a:pt x="511" y="9940"/>
                  </a:lnTo>
                  <a:lnTo>
                    <a:pt x="536" y="9921"/>
                  </a:lnTo>
                  <a:lnTo>
                    <a:pt x="559" y="9899"/>
                  </a:lnTo>
                  <a:lnTo>
                    <a:pt x="1880" y="8508"/>
                  </a:lnTo>
                  <a:lnTo>
                    <a:pt x="1883" y="8505"/>
                  </a:lnTo>
                  <a:lnTo>
                    <a:pt x="2812" y="7503"/>
                  </a:lnTo>
                  <a:lnTo>
                    <a:pt x="3619" y="8490"/>
                  </a:lnTo>
                  <a:lnTo>
                    <a:pt x="3635" y="8508"/>
                  </a:lnTo>
                  <a:lnTo>
                    <a:pt x="4956" y="9899"/>
                  </a:lnTo>
                  <a:lnTo>
                    <a:pt x="4979" y="9921"/>
                  </a:lnTo>
                  <a:lnTo>
                    <a:pt x="5004" y="9940"/>
                  </a:lnTo>
                  <a:lnTo>
                    <a:pt x="5031" y="9957"/>
                  </a:lnTo>
                  <a:lnTo>
                    <a:pt x="5059" y="9972"/>
                  </a:lnTo>
                  <a:lnTo>
                    <a:pt x="5089" y="9983"/>
                  </a:lnTo>
                  <a:lnTo>
                    <a:pt x="5120" y="9992"/>
                  </a:lnTo>
                  <a:lnTo>
                    <a:pt x="5151" y="9997"/>
                  </a:lnTo>
                  <a:lnTo>
                    <a:pt x="5183" y="10000"/>
                  </a:lnTo>
                  <a:lnTo>
                    <a:pt x="5215" y="9999"/>
                  </a:lnTo>
                  <a:lnTo>
                    <a:pt x="5246" y="9995"/>
                  </a:lnTo>
                  <a:lnTo>
                    <a:pt x="5277" y="9988"/>
                  </a:lnTo>
                  <a:lnTo>
                    <a:pt x="5308" y="9978"/>
                  </a:lnTo>
                  <a:lnTo>
                    <a:pt x="5337" y="9965"/>
                  </a:lnTo>
                  <a:lnTo>
                    <a:pt x="5364" y="9949"/>
                  </a:lnTo>
                  <a:lnTo>
                    <a:pt x="5390" y="9931"/>
                  </a:lnTo>
                  <a:lnTo>
                    <a:pt x="5415" y="9910"/>
                  </a:lnTo>
                  <a:lnTo>
                    <a:pt x="5437" y="9887"/>
                  </a:lnTo>
                  <a:lnTo>
                    <a:pt x="5456" y="9862"/>
                  </a:lnTo>
                  <a:lnTo>
                    <a:pt x="5473" y="9835"/>
                  </a:lnTo>
                  <a:lnTo>
                    <a:pt x="5488" y="9807"/>
                  </a:lnTo>
                  <a:lnTo>
                    <a:pt x="5499" y="9777"/>
                  </a:lnTo>
                  <a:lnTo>
                    <a:pt x="5508" y="9747"/>
                  </a:lnTo>
                  <a:lnTo>
                    <a:pt x="5513" y="9715"/>
                  </a:lnTo>
                  <a:lnTo>
                    <a:pt x="5516" y="9683"/>
                  </a:lnTo>
                  <a:lnTo>
                    <a:pt x="5515" y="9652"/>
                  </a:lnTo>
                  <a:lnTo>
                    <a:pt x="5511" y="9620"/>
                  </a:lnTo>
                  <a:lnTo>
                    <a:pt x="5504" y="9589"/>
                  </a:lnTo>
                  <a:lnTo>
                    <a:pt x="5494" y="9559"/>
                  </a:lnTo>
                  <a:lnTo>
                    <a:pt x="5481" y="9530"/>
                  </a:lnTo>
                  <a:lnTo>
                    <a:pt x="5465" y="9502"/>
                  </a:lnTo>
                  <a:lnTo>
                    <a:pt x="5447" y="9476"/>
                  </a:lnTo>
                  <a:lnTo>
                    <a:pt x="5426" y="9452"/>
                  </a:lnTo>
                  <a:lnTo>
                    <a:pt x="4114" y="8070"/>
                  </a:lnTo>
                  <a:lnTo>
                    <a:pt x="3206" y="6960"/>
                  </a:lnTo>
                  <a:lnTo>
                    <a:pt x="3333" y="6943"/>
                  </a:lnTo>
                  <a:lnTo>
                    <a:pt x="3287" y="6596"/>
                  </a:lnTo>
                  <a:lnTo>
                    <a:pt x="3287" y="6595"/>
                  </a:lnTo>
                  <a:lnTo>
                    <a:pt x="3224" y="6119"/>
                  </a:lnTo>
                  <a:lnTo>
                    <a:pt x="3150" y="5553"/>
                  </a:lnTo>
                  <a:lnTo>
                    <a:pt x="3070" y="4936"/>
                  </a:lnTo>
                  <a:lnTo>
                    <a:pt x="2990" y="4306"/>
                  </a:lnTo>
                  <a:lnTo>
                    <a:pt x="2916" y="3704"/>
                  </a:lnTo>
                  <a:lnTo>
                    <a:pt x="2842" y="3072"/>
                  </a:lnTo>
                  <a:lnTo>
                    <a:pt x="2762" y="2368"/>
                  </a:lnTo>
                  <a:lnTo>
                    <a:pt x="2682" y="1651"/>
                  </a:lnTo>
                  <a:lnTo>
                    <a:pt x="2608" y="979"/>
                  </a:lnTo>
                  <a:lnTo>
                    <a:pt x="2545" y="409"/>
                  </a:lnTo>
                  <a:lnTo>
                    <a:pt x="2499" y="0"/>
                  </a:lnTo>
                  <a:lnTo>
                    <a:pt x="1486" y="112"/>
                  </a:lnTo>
                  <a:lnTo>
                    <a:pt x="1531" y="521"/>
                  </a:lnTo>
                  <a:lnTo>
                    <a:pt x="1594" y="1090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711025" y="1112825"/>
              <a:ext cx="197510" cy="620078"/>
            </a:xfrm>
            <a:custGeom>
              <a:avLst/>
              <a:gdLst/>
              <a:ahLst/>
              <a:cxnLst/>
              <a:rect l="0" t="0" r="r" b="b"/>
              <a:pathLst>
                <a:path w="675" h="2187" fill="none">
                  <a:moveTo>
                    <a:pt x="0" y="0"/>
                  </a:moveTo>
                  <a:lnTo>
                    <a:pt x="360" y="0"/>
                  </a:lnTo>
                </a:path>
                <a:path w="675" h="2187" fill="none">
                  <a:moveTo>
                    <a:pt x="45" y="312"/>
                  </a:moveTo>
                  <a:lnTo>
                    <a:pt x="405" y="312"/>
                  </a:lnTo>
                </a:path>
                <a:path w="675" h="2187" fill="none">
                  <a:moveTo>
                    <a:pt x="90" y="625"/>
                  </a:moveTo>
                  <a:lnTo>
                    <a:pt x="450" y="625"/>
                  </a:lnTo>
                </a:path>
                <a:path w="675" h="2187" fill="none">
                  <a:moveTo>
                    <a:pt x="135" y="937"/>
                  </a:moveTo>
                  <a:lnTo>
                    <a:pt x="495" y="937"/>
                  </a:lnTo>
                </a:path>
                <a:path w="675" h="2187" fill="none">
                  <a:moveTo>
                    <a:pt x="180" y="1250"/>
                  </a:moveTo>
                  <a:lnTo>
                    <a:pt x="540" y="1250"/>
                  </a:lnTo>
                </a:path>
                <a:path w="675" h="2187" fill="none">
                  <a:moveTo>
                    <a:pt x="225" y="1562"/>
                  </a:moveTo>
                  <a:lnTo>
                    <a:pt x="585" y="1562"/>
                  </a:lnTo>
                </a:path>
                <a:path w="675" h="2187" fill="none">
                  <a:moveTo>
                    <a:pt x="270" y="1875"/>
                  </a:moveTo>
                  <a:lnTo>
                    <a:pt x="630" y="1875"/>
                  </a:lnTo>
                </a:path>
                <a:path w="675" h="2187" fill="none">
                  <a:moveTo>
                    <a:pt x="315" y="2187"/>
                  </a:moveTo>
                  <a:lnTo>
                    <a:pt x="675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610819" y="1276342"/>
            <a:ext cx="1177818" cy="2203408"/>
          </a:xfrm>
          <a:custGeom>
            <a:avLst/>
            <a:gdLst/>
            <a:ahLst/>
            <a:cxnLst/>
            <a:rect l="0" t="0" r="r" b="b"/>
            <a:pathLst>
              <a:path w="5178" h="10000">
                <a:moveTo>
                  <a:pt x="2492" y="22"/>
                </a:moveTo>
                <a:lnTo>
                  <a:pt x="2371" y="54"/>
                </a:lnTo>
                <a:lnTo>
                  <a:pt x="2248" y="98"/>
                </a:lnTo>
                <a:lnTo>
                  <a:pt x="2126" y="153"/>
                </a:lnTo>
                <a:lnTo>
                  <a:pt x="2007" y="216"/>
                </a:lnTo>
                <a:lnTo>
                  <a:pt x="1890" y="287"/>
                </a:lnTo>
                <a:lnTo>
                  <a:pt x="1777" y="364"/>
                </a:lnTo>
                <a:lnTo>
                  <a:pt x="1666" y="451"/>
                </a:lnTo>
                <a:lnTo>
                  <a:pt x="1556" y="547"/>
                </a:lnTo>
                <a:lnTo>
                  <a:pt x="1449" y="651"/>
                </a:lnTo>
                <a:lnTo>
                  <a:pt x="1346" y="761"/>
                </a:lnTo>
                <a:lnTo>
                  <a:pt x="1247" y="878"/>
                </a:lnTo>
                <a:lnTo>
                  <a:pt x="1153" y="1002"/>
                </a:lnTo>
                <a:lnTo>
                  <a:pt x="1061" y="1134"/>
                </a:lnTo>
                <a:lnTo>
                  <a:pt x="974" y="1273"/>
                </a:lnTo>
                <a:lnTo>
                  <a:pt x="890" y="1419"/>
                </a:lnTo>
                <a:lnTo>
                  <a:pt x="810" y="1570"/>
                </a:lnTo>
                <a:lnTo>
                  <a:pt x="733" y="1727"/>
                </a:lnTo>
                <a:lnTo>
                  <a:pt x="659" y="1891"/>
                </a:lnTo>
                <a:lnTo>
                  <a:pt x="589" y="2061"/>
                </a:lnTo>
                <a:lnTo>
                  <a:pt x="522" y="2238"/>
                </a:lnTo>
                <a:lnTo>
                  <a:pt x="459" y="2420"/>
                </a:lnTo>
                <a:lnTo>
                  <a:pt x="401" y="2606"/>
                </a:lnTo>
                <a:lnTo>
                  <a:pt x="347" y="2795"/>
                </a:lnTo>
                <a:lnTo>
                  <a:pt x="298" y="2989"/>
                </a:lnTo>
                <a:lnTo>
                  <a:pt x="253" y="3189"/>
                </a:lnTo>
                <a:lnTo>
                  <a:pt x="213" y="3393"/>
                </a:lnTo>
                <a:lnTo>
                  <a:pt x="177" y="3600"/>
                </a:lnTo>
                <a:lnTo>
                  <a:pt x="145" y="3808"/>
                </a:lnTo>
                <a:lnTo>
                  <a:pt x="115" y="4017"/>
                </a:lnTo>
                <a:lnTo>
                  <a:pt x="89" y="4228"/>
                </a:lnTo>
                <a:lnTo>
                  <a:pt x="68" y="4441"/>
                </a:lnTo>
                <a:lnTo>
                  <a:pt x="49" y="4657"/>
                </a:lnTo>
                <a:lnTo>
                  <a:pt x="34" y="4873"/>
                </a:lnTo>
                <a:lnTo>
                  <a:pt x="22" y="5089"/>
                </a:lnTo>
                <a:lnTo>
                  <a:pt x="12" y="5304"/>
                </a:lnTo>
                <a:lnTo>
                  <a:pt x="5" y="5519"/>
                </a:lnTo>
                <a:lnTo>
                  <a:pt x="1" y="5735"/>
                </a:lnTo>
                <a:lnTo>
                  <a:pt x="0" y="5951"/>
                </a:lnTo>
                <a:lnTo>
                  <a:pt x="1" y="6166"/>
                </a:lnTo>
                <a:lnTo>
                  <a:pt x="5" y="6380"/>
                </a:lnTo>
                <a:lnTo>
                  <a:pt x="12" y="6590"/>
                </a:lnTo>
                <a:lnTo>
                  <a:pt x="23" y="6800"/>
                </a:lnTo>
                <a:lnTo>
                  <a:pt x="37" y="7011"/>
                </a:lnTo>
                <a:lnTo>
                  <a:pt x="54" y="7220"/>
                </a:lnTo>
                <a:lnTo>
                  <a:pt x="73" y="7425"/>
                </a:lnTo>
                <a:lnTo>
                  <a:pt x="94" y="7623"/>
                </a:lnTo>
                <a:lnTo>
                  <a:pt x="115" y="7812"/>
                </a:lnTo>
                <a:lnTo>
                  <a:pt x="138" y="7994"/>
                </a:lnTo>
                <a:lnTo>
                  <a:pt x="162" y="8168"/>
                </a:lnTo>
                <a:lnTo>
                  <a:pt x="188" y="8336"/>
                </a:lnTo>
                <a:lnTo>
                  <a:pt x="214" y="8498"/>
                </a:lnTo>
                <a:lnTo>
                  <a:pt x="242" y="8653"/>
                </a:lnTo>
                <a:lnTo>
                  <a:pt x="270" y="8803"/>
                </a:lnTo>
                <a:lnTo>
                  <a:pt x="298" y="8948"/>
                </a:lnTo>
                <a:lnTo>
                  <a:pt x="326" y="9089"/>
                </a:lnTo>
                <a:lnTo>
                  <a:pt x="355" y="9224"/>
                </a:lnTo>
                <a:lnTo>
                  <a:pt x="385" y="9351"/>
                </a:lnTo>
                <a:lnTo>
                  <a:pt x="416" y="9469"/>
                </a:lnTo>
                <a:lnTo>
                  <a:pt x="450" y="9575"/>
                </a:lnTo>
                <a:lnTo>
                  <a:pt x="481" y="9675"/>
                </a:lnTo>
                <a:lnTo>
                  <a:pt x="510" y="9772"/>
                </a:lnTo>
                <a:lnTo>
                  <a:pt x="540" y="9860"/>
                </a:lnTo>
                <a:lnTo>
                  <a:pt x="576" y="9931"/>
                </a:lnTo>
                <a:lnTo>
                  <a:pt x="621" y="9980"/>
                </a:lnTo>
                <a:lnTo>
                  <a:pt x="681" y="10000"/>
                </a:lnTo>
                <a:lnTo>
                  <a:pt x="755" y="9984"/>
                </a:lnTo>
                <a:lnTo>
                  <a:pt x="839" y="9939"/>
                </a:lnTo>
                <a:lnTo>
                  <a:pt x="934" y="9870"/>
                </a:lnTo>
                <a:lnTo>
                  <a:pt x="1038" y="9787"/>
                </a:lnTo>
                <a:lnTo>
                  <a:pt x="1151" y="9699"/>
                </a:lnTo>
                <a:lnTo>
                  <a:pt x="1273" y="9614"/>
                </a:lnTo>
                <a:lnTo>
                  <a:pt x="1408" y="9521"/>
                </a:lnTo>
                <a:lnTo>
                  <a:pt x="1558" y="9413"/>
                </a:lnTo>
                <a:lnTo>
                  <a:pt x="1717" y="9300"/>
                </a:lnTo>
                <a:lnTo>
                  <a:pt x="1880" y="9190"/>
                </a:lnTo>
                <a:lnTo>
                  <a:pt x="2042" y="9094"/>
                </a:lnTo>
                <a:lnTo>
                  <a:pt x="2199" y="9022"/>
                </a:lnTo>
                <a:lnTo>
                  <a:pt x="2352" y="8975"/>
                </a:lnTo>
                <a:lnTo>
                  <a:pt x="2506" y="8948"/>
                </a:lnTo>
                <a:lnTo>
                  <a:pt x="2659" y="8935"/>
                </a:lnTo>
                <a:lnTo>
                  <a:pt x="2810" y="8929"/>
                </a:lnTo>
                <a:lnTo>
                  <a:pt x="2957" y="8926"/>
                </a:lnTo>
                <a:lnTo>
                  <a:pt x="3100" y="8919"/>
                </a:lnTo>
                <a:lnTo>
                  <a:pt x="3230" y="8911"/>
                </a:lnTo>
                <a:lnTo>
                  <a:pt x="3349" y="8907"/>
                </a:lnTo>
                <a:lnTo>
                  <a:pt x="3465" y="8905"/>
                </a:lnTo>
                <a:lnTo>
                  <a:pt x="3585" y="8904"/>
                </a:lnTo>
                <a:lnTo>
                  <a:pt x="3718" y="8900"/>
                </a:lnTo>
                <a:lnTo>
                  <a:pt x="3872" y="8893"/>
                </a:lnTo>
                <a:lnTo>
                  <a:pt x="4066" y="8897"/>
                </a:lnTo>
                <a:lnTo>
                  <a:pt x="4298" y="8918"/>
                </a:lnTo>
                <a:lnTo>
                  <a:pt x="4543" y="8937"/>
                </a:lnTo>
                <a:lnTo>
                  <a:pt x="4776" y="8936"/>
                </a:lnTo>
                <a:lnTo>
                  <a:pt x="4972" y="8897"/>
                </a:lnTo>
                <a:lnTo>
                  <a:pt x="5106" y="8803"/>
                </a:lnTo>
                <a:lnTo>
                  <a:pt x="5169" y="8641"/>
                </a:lnTo>
                <a:lnTo>
                  <a:pt x="5178" y="8422"/>
                </a:lnTo>
                <a:lnTo>
                  <a:pt x="5149" y="8165"/>
                </a:lnTo>
                <a:lnTo>
                  <a:pt x="5101" y="7891"/>
                </a:lnTo>
                <a:lnTo>
                  <a:pt x="5050" y="7617"/>
                </a:lnTo>
                <a:lnTo>
                  <a:pt x="5013" y="7362"/>
                </a:lnTo>
                <a:lnTo>
                  <a:pt x="4987" y="7125"/>
                </a:lnTo>
                <a:lnTo>
                  <a:pt x="4956" y="6889"/>
                </a:lnTo>
                <a:lnTo>
                  <a:pt x="4922" y="6653"/>
                </a:lnTo>
                <a:lnTo>
                  <a:pt x="4887" y="6418"/>
                </a:lnTo>
                <a:lnTo>
                  <a:pt x="4852" y="6183"/>
                </a:lnTo>
                <a:lnTo>
                  <a:pt x="4818" y="5947"/>
                </a:lnTo>
                <a:lnTo>
                  <a:pt x="4786" y="5711"/>
                </a:lnTo>
                <a:lnTo>
                  <a:pt x="4755" y="5475"/>
                </a:lnTo>
                <a:lnTo>
                  <a:pt x="4724" y="5240"/>
                </a:lnTo>
                <a:lnTo>
                  <a:pt x="4692" y="5004"/>
                </a:lnTo>
                <a:lnTo>
                  <a:pt x="4659" y="4768"/>
                </a:lnTo>
                <a:lnTo>
                  <a:pt x="4623" y="4532"/>
                </a:lnTo>
                <a:lnTo>
                  <a:pt x="4586" y="4296"/>
                </a:lnTo>
                <a:lnTo>
                  <a:pt x="4549" y="4059"/>
                </a:lnTo>
                <a:lnTo>
                  <a:pt x="4510" y="3823"/>
                </a:lnTo>
                <a:lnTo>
                  <a:pt x="4469" y="3587"/>
                </a:lnTo>
                <a:lnTo>
                  <a:pt x="4425" y="3351"/>
                </a:lnTo>
                <a:lnTo>
                  <a:pt x="4377" y="3117"/>
                </a:lnTo>
                <a:lnTo>
                  <a:pt x="4326" y="2880"/>
                </a:lnTo>
                <a:lnTo>
                  <a:pt x="4271" y="2638"/>
                </a:lnTo>
                <a:lnTo>
                  <a:pt x="4213" y="2398"/>
                </a:lnTo>
                <a:lnTo>
                  <a:pt x="4153" y="2163"/>
                </a:lnTo>
                <a:lnTo>
                  <a:pt x="4092" y="1938"/>
                </a:lnTo>
                <a:lnTo>
                  <a:pt x="4029" y="1727"/>
                </a:lnTo>
                <a:lnTo>
                  <a:pt x="3965" y="1529"/>
                </a:lnTo>
                <a:lnTo>
                  <a:pt x="3897" y="1340"/>
                </a:lnTo>
                <a:lnTo>
                  <a:pt x="3828" y="1160"/>
                </a:lnTo>
                <a:lnTo>
                  <a:pt x="3759" y="992"/>
                </a:lnTo>
                <a:lnTo>
                  <a:pt x="3692" y="837"/>
                </a:lnTo>
                <a:lnTo>
                  <a:pt x="3628" y="698"/>
                </a:lnTo>
                <a:lnTo>
                  <a:pt x="3572" y="575"/>
                </a:lnTo>
                <a:lnTo>
                  <a:pt x="3524" y="468"/>
                </a:lnTo>
                <a:lnTo>
                  <a:pt x="3478" y="373"/>
                </a:lnTo>
                <a:lnTo>
                  <a:pt x="3428" y="291"/>
                </a:lnTo>
                <a:lnTo>
                  <a:pt x="3368" y="220"/>
                </a:lnTo>
                <a:lnTo>
                  <a:pt x="3293" y="158"/>
                </a:lnTo>
                <a:lnTo>
                  <a:pt x="3199" y="105"/>
                </a:lnTo>
                <a:lnTo>
                  <a:pt x="3092" y="62"/>
                </a:lnTo>
                <a:lnTo>
                  <a:pt x="2976" y="29"/>
                </a:lnTo>
                <a:lnTo>
                  <a:pt x="2854" y="8"/>
                </a:lnTo>
                <a:lnTo>
                  <a:pt x="2731" y="0"/>
                </a:lnTo>
                <a:lnTo>
                  <a:pt x="2611" y="4"/>
                </a:lnTo>
                <a:lnTo>
                  <a:pt x="2492" y="22"/>
                </a:lnTo>
                <a:close/>
                <a:moveTo>
                  <a:pt x="2768" y="6637"/>
                </a:moveTo>
                <a:lnTo>
                  <a:pt x="2766" y="6637"/>
                </a:lnTo>
                <a:lnTo>
                  <a:pt x="2763" y="6638"/>
                </a:lnTo>
                <a:lnTo>
                  <a:pt x="2761" y="6637"/>
                </a:lnTo>
                <a:lnTo>
                  <a:pt x="2758" y="6637"/>
                </a:lnTo>
                <a:lnTo>
                  <a:pt x="2755" y="6636"/>
                </a:lnTo>
                <a:lnTo>
                  <a:pt x="2753" y="6635"/>
                </a:lnTo>
                <a:lnTo>
                  <a:pt x="2751" y="6634"/>
                </a:lnTo>
                <a:lnTo>
                  <a:pt x="2748" y="6633"/>
                </a:lnTo>
                <a:lnTo>
                  <a:pt x="2746" y="6631"/>
                </a:lnTo>
                <a:lnTo>
                  <a:pt x="2744" y="6629"/>
                </a:lnTo>
                <a:lnTo>
                  <a:pt x="2743" y="6628"/>
                </a:lnTo>
                <a:lnTo>
                  <a:pt x="2742" y="6626"/>
                </a:lnTo>
                <a:lnTo>
                  <a:pt x="2740" y="6624"/>
                </a:lnTo>
                <a:lnTo>
                  <a:pt x="2739" y="6622"/>
                </a:lnTo>
                <a:lnTo>
                  <a:pt x="2730" y="6604"/>
                </a:lnTo>
                <a:lnTo>
                  <a:pt x="2729" y="6601"/>
                </a:lnTo>
                <a:lnTo>
                  <a:pt x="2719" y="6571"/>
                </a:lnTo>
                <a:lnTo>
                  <a:pt x="2718" y="6570"/>
                </a:lnTo>
                <a:lnTo>
                  <a:pt x="2707" y="6532"/>
                </a:lnTo>
                <a:lnTo>
                  <a:pt x="2707" y="6532"/>
                </a:lnTo>
                <a:lnTo>
                  <a:pt x="2694" y="6492"/>
                </a:lnTo>
                <a:lnTo>
                  <a:pt x="2681" y="6450"/>
                </a:lnTo>
                <a:lnTo>
                  <a:pt x="2681" y="6449"/>
                </a:lnTo>
                <a:lnTo>
                  <a:pt x="2669" y="6404"/>
                </a:lnTo>
                <a:lnTo>
                  <a:pt x="2669" y="6404"/>
                </a:lnTo>
                <a:lnTo>
                  <a:pt x="2657" y="6354"/>
                </a:lnTo>
                <a:lnTo>
                  <a:pt x="2657" y="6354"/>
                </a:lnTo>
                <a:lnTo>
                  <a:pt x="2646" y="6301"/>
                </a:lnTo>
                <a:lnTo>
                  <a:pt x="2646" y="6300"/>
                </a:lnTo>
                <a:lnTo>
                  <a:pt x="2634" y="6244"/>
                </a:lnTo>
                <a:lnTo>
                  <a:pt x="2634" y="6244"/>
                </a:lnTo>
                <a:lnTo>
                  <a:pt x="2623" y="6187"/>
                </a:lnTo>
                <a:lnTo>
                  <a:pt x="2623" y="6186"/>
                </a:lnTo>
                <a:lnTo>
                  <a:pt x="2612" y="6127"/>
                </a:lnTo>
                <a:lnTo>
                  <a:pt x="2612" y="6127"/>
                </a:lnTo>
                <a:lnTo>
                  <a:pt x="2601" y="6065"/>
                </a:lnTo>
                <a:lnTo>
                  <a:pt x="2601" y="6065"/>
                </a:lnTo>
                <a:lnTo>
                  <a:pt x="2591" y="6001"/>
                </a:lnTo>
                <a:lnTo>
                  <a:pt x="2591" y="6000"/>
                </a:lnTo>
                <a:lnTo>
                  <a:pt x="2580" y="5934"/>
                </a:lnTo>
                <a:lnTo>
                  <a:pt x="2580" y="5933"/>
                </a:lnTo>
                <a:lnTo>
                  <a:pt x="2571" y="5865"/>
                </a:lnTo>
                <a:lnTo>
                  <a:pt x="2571" y="5864"/>
                </a:lnTo>
                <a:lnTo>
                  <a:pt x="2562" y="5792"/>
                </a:lnTo>
                <a:lnTo>
                  <a:pt x="2562" y="5792"/>
                </a:lnTo>
                <a:lnTo>
                  <a:pt x="2553" y="5717"/>
                </a:lnTo>
                <a:lnTo>
                  <a:pt x="2553" y="5717"/>
                </a:lnTo>
                <a:lnTo>
                  <a:pt x="2545" y="5638"/>
                </a:lnTo>
                <a:lnTo>
                  <a:pt x="2545" y="5638"/>
                </a:lnTo>
                <a:lnTo>
                  <a:pt x="2537" y="5556"/>
                </a:lnTo>
                <a:lnTo>
                  <a:pt x="2537" y="5556"/>
                </a:lnTo>
                <a:lnTo>
                  <a:pt x="2531" y="5473"/>
                </a:lnTo>
                <a:lnTo>
                  <a:pt x="2531" y="5473"/>
                </a:lnTo>
                <a:lnTo>
                  <a:pt x="2525" y="5390"/>
                </a:lnTo>
                <a:lnTo>
                  <a:pt x="2525" y="5389"/>
                </a:lnTo>
                <a:lnTo>
                  <a:pt x="2521" y="5306"/>
                </a:lnTo>
                <a:lnTo>
                  <a:pt x="2521" y="5306"/>
                </a:lnTo>
                <a:lnTo>
                  <a:pt x="2518" y="5222"/>
                </a:lnTo>
                <a:lnTo>
                  <a:pt x="2518" y="5222"/>
                </a:lnTo>
                <a:lnTo>
                  <a:pt x="2516" y="5137"/>
                </a:lnTo>
                <a:lnTo>
                  <a:pt x="2516" y="5137"/>
                </a:lnTo>
                <a:lnTo>
                  <a:pt x="2516" y="5052"/>
                </a:lnTo>
                <a:lnTo>
                  <a:pt x="2516" y="5051"/>
                </a:lnTo>
                <a:lnTo>
                  <a:pt x="2516" y="4966"/>
                </a:lnTo>
                <a:lnTo>
                  <a:pt x="2516" y="4965"/>
                </a:lnTo>
                <a:lnTo>
                  <a:pt x="2518" y="4880"/>
                </a:lnTo>
                <a:lnTo>
                  <a:pt x="2518" y="4879"/>
                </a:lnTo>
                <a:lnTo>
                  <a:pt x="2521" y="4794"/>
                </a:lnTo>
                <a:lnTo>
                  <a:pt x="2521" y="4794"/>
                </a:lnTo>
                <a:lnTo>
                  <a:pt x="2525" y="4708"/>
                </a:lnTo>
                <a:lnTo>
                  <a:pt x="2525" y="4708"/>
                </a:lnTo>
                <a:lnTo>
                  <a:pt x="2530" y="4622"/>
                </a:lnTo>
                <a:lnTo>
                  <a:pt x="2530" y="4622"/>
                </a:lnTo>
                <a:lnTo>
                  <a:pt x="2535" y="4536"/>
                </a:lnTo>
                <a:lnTo>
                  <a:pt x="2536" y="4536"/>
                </a:lnTo>
                <a:lnTo>
                  <a:pt x="2543" y="4451"/>
                </a:lnTo>
                <a:lnTo>
                  <a:pt x="2543" y="4450"/>
                </a:lnTo>
                <a:lnTo>
                  <a:pt x="2551" y="4366"/>
                </a:lnTo>
                <a:lnTo>
                  <a:pt x="2551" y="4365"/>
                </a:lnTo>
                <a:lnTo>
                  <a:pt x="2562" y="4282"/>
                </a:lnTo>
                <a:lnTo>
                  <a:pt x="2562" y="4282"/>
                </a:lnTo>
                <a:lnTo>
                  <a:pt x="2573" y="4199"/>
                </a:lnTo>
                <a:lnTo>
                  <a:pt x="2573" y="4199"/>
                </a:lnTo>
                <a:lnTo>
                  <a:pt x="2586" y="4116"/>
                </a:lnTo>
                <a:lnTo>
                  <a:pt x="2586" y="4116"/>
                </a:lnTo>
                <a:lnTo>
                  <a:pt x="2601" y="4034"/>
                </a:lnTo>
                <a:lnTo>
                  <a:pt x="2601" y="4033"/>
                </a:lnTo>
                <a:lnTo>
                  <a:pt x="2617" y="3953"/>
                </a:lnTo>
                <a:lnTo>
                  <a:pt x="2617" y="3952"/>
                </a:lnTo>
                <a:lnTo>
                  <a:pt x="2634" y="3874"/>
                </a:lnTo>
                <a:lnTo>
                  <a:pt x="2634" y="3873"/>
                </a:lnTo>
                <a:lnTo>
                  <a:pt x="2653" y="3797"/>
                </a:lnTo>
                <a:lnTo>
                  <a:pt x="2654" y="3797"/>
                </a:lnTo>
                <a:lnTo>
                  <a:pt x="2675" y="3722"/>
                </a:lnTo>
                <a:lnTo>
                  <a:pt x="2675" y="3722"/>
                </a:lnTo>
                <a:lnTo>
                  <a:pt x="2698" y="3649"/>
                </a:lnTo>
                <a:lnTo>
                  <a:pt x="2698" y="3648"/>
                </a:lnTo>
                <a:lnTo>
                  <a:pt x="2723" y="3577"/>
                </a:lnTo>
                <a:lnTo>
                  <a:pt x="2723" y="3576"/>
                </a:lnTo>
                <a:lnTo>
                  <a:pt x="2749" y="3507"/>
                </a:lnTo>
                <a:lnTo>
                  <a:pt x="2749" y="3507"/>
                </a:lnTo>
                <a:lnTo>
                  <a:pt x="2777" y="3440"/>
                </a:lnTo>
                <a:lnTo>
                  <a:pt x="2777" y="3439"/>
                </a:lnTo>
                <a:lnTo>
                  <a:pt x="2806" y="3375"/>
                </a:lnTo>
                <a:lnTo>
                  <a:pt x="2806" y="3375"/>
                </a:lnTo>
                <a:lnTo>
                  <a:pt x="2836" y="3313"/>
                </a:lnTo>
                <a:lnTo>
                  <a:pt x="2837" y="3313"/>
                </a:lnTo>
                <a:lnTo>
                  <a:pt x="2868" y="3254"/>
                </a:lnTo>
                <a:lnTo>
                  <a:pt x="2868" y="3253"/>
                </a:lnTo>
                <a:lnTo>
                  <a:pt x="2901" y="3197"/>
                </a:lnTo>
                <a:lnTo>
                  <a:pt x="2901" y="3196"/>
                </a:lnTo>
                <a:lnTo>
                  <a:pt x="2935" y="3142"/>
                </a:lnTo>
                <a:lnTo>
                  <a:pt x="2936" y="3141"/>
                </a:lnTo>
                <a:lnTo>
                  <a:pt x="2971" y="3091"/>
                </a:lnTo>
                <a:lnTo>
                  <a:pt x="2971" y="3090"/>
                </a:lnTo>
                <a:lnTo>
                  <a:pt x="3008" y="3042"/>
                </a:lnTo>
                <a:lnTo>
                  <a:pt x="3008" y="3041"/>
                </a:lnTo>
                <a:lnTo>
                  <a:pt x="3046" y="2996"/>
                </a:lnTo>
                <a:lnTo>
                  <a:pt x="3047" y="2995"/>
                </a:lnTo>
                <a:lnTo>
                  <a:pt x="3086" y="2953"/>
                </a:lnTo>
                <a:lnTo>
                  <a:pt x="3087" y="2952"/>
                </a:lnTo>
                <a:lnTo>
                  <a:pt x="3128" y="2913"/>
                </a:lnTo>
                <a:lnTo>
                  <a:pt x="3129" y="2912"/>
                </a:lnTo>
                <a:lnTo>
                  <a:pt x="3170" y="2876"/>
                </a:lnTo>
                <a:lnTo>
                  <a:pt x="3171" y="2875"/>
                </a:lnTo>
                <a:lnTo>
                  <a:pt x="3214" y="2842"/>
                </a:lnTo>
                <a:lnTo>
                  <a:pt x="3215" y="2841"/>
                </a:lnTo>
                <a:lnTo>
                  <a:pt x="3257" y="2812"/>
                </a:lnTo>
                <a:lnTo>
                  <a:pt x="3259" y="2811"/>
                </a:lnTo>
                <a:lnTo>
                  <a:pt x="3302" y="2785"/>
                </a:lnTo>
                <a:lnTo>
                  <a:pt x="3303" y="2784"/>
                </a:lnTo>
                <a:lnTo>
                  <a:pt x="3348" y="2760"/>
                </a:lnTo>
                <a:lnTo>
                  <a:pt x="3350" y="2760"/>
                </a:lnTo>
                <a:lnTo>
                  <a:pt x="3395" y="2739"/>
                </a:lnTo>
                <a:lnTo>
                  <a:pt x="3397" y="2739"/>
                </a:lnTo>
                <a:lnTo>
                  <a:pt x="3441" y="2722"/>
                </a:lnTo>
                <a:lnTo>
                  <a:pt x="3444" y="2722"/>
                </a:lnTo>
                <a:lnTo>
                  <a:pt x="3487" y="2710"/>
                </a:lnTo>
                <a:lnTo>
                  <a:pt x="3490" y="2710"/>
                </a:lnTo>
                <a:lnTo>
                  <a:pt x="3531" y="2703"/>
                </a:lnTo>
                <a:lnTo>
                  <a:pt x="3534" y="2703"/>
                </a:lnTo>
                <a:lnTo>
                  <a:pt x="3575" y="2702"/>
                </a:lnTo>
                <a:lnTo>
                  <a:pt x="3578" y="2702"/>
                </a:lnTo>
                <a:lnTo>
                  <a:pt x="3622" y="2705"/>
                </a:lnTo>
                <a:lnTo>
                  <a:pt x="3624" y="2705"/>
                </a:lnTo>
                <a:lnTo>
                  <a:pt x="3667" y="2713"/>
                </a:lnTo>
                <a:lnTo>
                  <a:pt x="3670" y="2713"/>
                </a:lnTo>
                <a:lnTo>
                  <a:pt x="3711" y="2725"/>
                </a:lnTo>
                <a:lnTo>
                  <a:pt x="3713" y="2725"/>
                </a:lnTo>
                <a:lnTo>
                  <a:pt x="3750" y="2740"/>
                </a:lnTo>
                <a:lnTo>
                  <a:pt x="3753" y="2742"/>
                </a:lnTo>
                <a:lnTo>
                  <a:pt x="3783" y="2759"/>
                </a:lnTo>
                <a:lnTo>
                  <a:pt x="3784" y="2760"/>
                </a:lnTo>
                <a:lnTo>
                  <a:pt x="3786" y="2761"/>
                </a:lnTo>
                <a:lnTo>
                  <a:pt x="3808" y="2779"/>
                </a:lnTo>
                <a:lnTo>
                  <a:pt x="3810" y="2781"/>
                </a:lnTo>
                <a:lnTo>
                  <a:pt x="3812" y="2783"/>
                </a:lnTo>
                <a:lnTo>
                  <a:pt x="3830" y="2804"/>
                </a:lnTo>
                <a:lnTo>
                  <a:pt x="3831" y="2806"/>
                </a:lnTo>
                <a:lnTo>
                  <a:pt x="3832" y="2807"/>
                </a:lnTo>
                <a:lnTo>
                  <a:pt x="3848" y="2834"/>
                </a:lnTo>
                <a:lnTo>
                  <a:pt x="3850" y="2836"/>
                </a:lnTo>
                <a:lnTo>
                  <a:pt x="3867" y="2871"/>
                </a:lnTo>
                <a:lnTo>
                  <a:pt x="3867" y="2872"/>
                </a:lnTo>
                <a:lnTo>
                  <a:pt x="3886" y="2914"/>
                </a:lnTo>
                <a:lnTo>
                  <a:pt x="3886" y="2914"/>
                </a:lnTo>
                <a:lnTo>
                  <a:pt x="3908" y="2963"/>
                </a:lnTo>
                <a:lnTo>
                  <a:pt x="3933" y="3018"/>
                </a:lnTo>
                <a:lnTo>
                  <a:pt x="3934" y="3019"/>
                </a:lnTo>
                <a:lnTo>
                  <a:pt x="3960" y="3079"/>
                </a:lnTo>
                <a:lnTo>
                  <a:pt x="3960" y="3080"/>
                </a:lnTo>
                <a:lnTo>
                  <a:pt x="3987" y="3146"/>
                </a:lnTo>
                <a:lnTo>
                  <a:pt x="3988" y="3147"/>
                </a:lnTo>
                <a:lnTo>
                  <a:pt x="4015" y="3217"/>
                </a:lnTo>
                <a:lnTo>
                  <a:pt x="4015" y="3218"/>
                </a:lnTo>
                <a:lnTo>
                  <a:pt x="4042" y="3292"/>
                </a:lnTo>
                <a:lnTo>
                  <a:pt x="4042" y="3293"/>
                </a:lnTo>
                <a:lnTo>
                  <a:pt x="4067" y="3371"/>
                </a:lnTo>
                <a:lnTo>
                  <a:pt x="4067" y="3371"/>
                </a:lnTo>
                <a:lnTo>
                  <a:pt x="4092" y="3454"/>
                </a:lnTo>
                <a:lnTo>
                  <a:pt x="4092" y="3455"/>
                </a:lnTo>
                <a:lnTo>
                  <a:pt x="4116" y="3544"/>
                </a:lnTo>
                <a:lnTo>
                  <a:pt x="4116" y="3544"/>
                </a:lnTo>
                <a:lnTo>
                  <a:pt x="4140" y="3637"/>
                </a:lnTo>
                <a:lnTo>
                  <a:pt x="4140" y="3638"/>
                </a:lnTo>
                <a:lnTo>
                  <a:pt x="4163" y="3733"/>
                </a:lnTo>
                <a:lnTo>
                  <a:pt x="4163" y="3733"/>
                </a:lnTo>
                <a:lnTo>
                  <a:pt x="4185" y="3829"/>
                </a:lnTo>
                <a:lnTo>
                  <a:pt x="4185" y="3830"/>
                </a:lnTo>
                <a:lnTo>
                  <a:pt x="4206" y="3924"/>
                </a:lnTo>
                <a:lnTo>
                  <a:pt x="4206" y="3924"/>
                </a:lnTo>
                <a:lnTo>
                  <a:pt x="4224" y="4017"/>
                </a:lnTo>
                <a:lnTo>
                  <a:pt x="4225" y="4018"/>
                </a:lnTo>
                <a:lnTo>
                  <a:pt x="4242" y="4111"/>
                </a:lnTo>
                <a:lnTo>
                  <a:pt x="4242" y="4111"/>
                </a:lnTo>
                <a:lnTo>
                  <a:pt x="4258" y="4205"/>
                </a:lnTo>
                <a:lnTo>
                  <a:pt x="4258" y="4205"/>
                </a:lnTo>
                <a:lnTo>
                  <a:pt x="4274" y="4300"/>
                </a:lnTo>
                <a:lnTo>
                  <a:pt x="4274" y="4300"/>
                </a:lnTo>
                <a:lnTo>
                  <a:pt x="4289" y="4394"/>
                </a:lnTo>
                <a:lnTo>
                  <a:pt x="4289" y="4394"/>
                </a:lnTo>
                <a:lnTo>
                  <a:pt x="4304" y="4488"/>
                </a:lnTo>
                <a:lnTo>
                  <a:pt x="4304" y="4488"/>
                </a:lnTo>
                <a:lnTo>
                  <a:pt x="4318" y="4582"/>
                </a:lnTo>
                <a:lnTo>
                  <a:pt x="4318" y="4583"/>
                </a:lnTo>
                <a:lnTo>
                  <a:pt x="4331" y="4677"/>
                </a:lnTo>
                <a:lnTo>
                  <a:pt x="4331" y="4677"/>
                </a:lnTo>
                <a:lnTo>
                  <a:pt x="4344" y="4771"/>
                </a:lnTo>
                <a:lnTo>
                  <a:pt x="4344" y="4771"/>
                </a:lnTo>
                <a:lnTo>
                  <a:pt x="4356" y="4865"/>
                </a:lnTo>
                <a:lnTo>
                  <a:pt x="4369" y="4960"/>
                </a:lnTo>
                <a:lnTo>
                  <a:pt x="4382" y="5054"/>
                </a:lnTo>
                <a:lnTo>
                  <a:pt x="4382" y="5054"/>
                </a:lnTo>
                <a:lnTo>
                  <a:pt x="4395" y="5148"/>
                </a:lnTo>
                <a:lnTo>
                  <a:pt x="4395" y="5149"/>
                </a:lnTo>
                <a:lnTo>
                  <a:pt x="4409" y="5243"/>
                </a:lnTo>
                <a:lnTo>
                  <a:pt x="4423" y="5337"/>
                </a:lnTo>
                <a:lnTo>
                  <a:pt x="4423" y="5337"/>
                </a:lnTo>
                <a:lnTo>
                  <a:pt x="4437" y="5430"/>
                </a:lnTo>
                <a:lnTo>
                  <a:pt x="4437" y="5431"/>
                </a:lnTo>
                <a:lnTo>
                  <a:pt x="4449" y="5524"/>
                </a:lnTo>
                <a:lnTo>
                  <a:pt x="4449" y="5525"/>
                </a:lnTo>
                <a:lnTo>
                  <a:pt x="4460" y="5619"/>
                </a:lnTo>
                <a:lnTo>
                  <a:pt x="4460" y="5620"/>
                </a:lnTo>
                <a:lnTo>
                  <a:pt x="4474" y="5722"/>
                </a:lnTo>
                <a:lnTo>
                  <a:pt x="4475" y="5723"/>
                </a:lnTo>
                <a:lnTo>
                  <a:pt x="4495" y="5833"/>
                </a:lnTo>
                <a:lnTo>
                  <a:pt x="4495" y="5833"/>
                </a:lnTo>
                <a:lnTo>
                  <a:pt x="4514" y="5941"/>
                </a:lnTo>
                <a:lnTo>
                  <a:pt x="4514" y="5942"/>
                </a:lnTo>
                <a:lnTo>
                  <a:pt x="4525" y="6039"/>
                </a:lnTo>
                <a:lnTo>
                  <a:pt x="4525" y="6041"/>
                </a:lnTo>
                <a:lnTo>
                  <a:pt x="4525" y="6043"/>
                </a:lnTo>
                <a:lnTo>
                  <a:pt x="4522" y="6117"/>
                </a:lnTo>
                <a:lnTo>
                  <a:pt x="4522" y="6119"/>
                </a:lnTo>
                <a:lnTo>
                  <a:pt x="4521" y="6122"/>
                </a:lnTo>
                <a:lnTo>
                  <a:pt x="4520" y="6125"/>
                </a:lnTo>
                <a:lnTo>
                  <a:pt x="4505" y="6165"/>
                </a:lnTo>
                <a:lnTo>
                  <a:pt x="4504" y="6167"/>
                </a:lnTo>
                <a:lnTo>
                  <a:pt x="4503" y="6169"/>
                </a:lnTo>
                <a:lnTo>
                  <a:pt x="4501" y="6172"/>
                </a:lnTo>
                <a:lnTo>
                  <a:pt x="4500" y="6173"/>
                </a:lnTo>
                <a:lnTo>
                  <a:pt x="4498" y="6175"/>
                </a:lnTo>
                <a:lnTo>
                  <a:pt x="4496" y="6177"/>
                </a:lnTo>
                <a:lnTo>
                  <a:pt x="4466" y="6198"/>
                </a:lnTo>
                <a:lnTo>
                  <a:pt x="4464" y="6199"/>
                </a:lnTo>
                <a:lnTo>
                  <a:pt x="4461" y="6200"/>
                </a:lnTo>
                <a:lnTo>
                  <a:pt x="4459" y="6201"/>
                </a:lnTo>
                <a:lnTo>
                  <a:pt x="4456" y="6202"/>
                </a:lnTo>
                <a:lnTo>
                  <a:pt x="4395" y="6214"/>
                </a:lnTo>
                <a:lnTo>
                  <a:pt x="4392" y="6214"/>
                </a:lnTo>
                <a:lnTo>
                  <a:pt x="4390" y="6214"/>
                </a:lnTo>
                <a:lnTo>
                  <a:pt x="4304" y="6215"/>
                </a:lnTo>
                <a:lnTo>
                  <a:pt x="4302" y="6215"/>
                </a:lnTo>
                <a:lnTo>
                  <a:pt x="4207" y="6207"/>
                </a:lnTo>
                <a:lnTo>
                  <a:pt x="4207" y="6207"/>
                </a:lnTo>
                <a:lnTo>
                  <a:pt x="4114" y="6199"/>
                </a:lnTo>
                <a:lnTo>
                  <a:pt x="4112" y="6199"/>
                </a:lnTo>
                <a:lnTo>
                  <a:pt x="4035" y="6197"/>
                </a:lnTo>
                <a:lnTo>
                  <a:pt x="4032" y="6197"/>
                </a:lnTo>
                <a:lnTo>
                  <a:pt x="3971" y="6200"/>
                </a:lnTo>
                <a:lnTo>
                  <a:pt x="3971" y="6200"/>
                </a:lnTo>
                <a:lnTo>
                  <a:pt x="3918" y="6202"/>
                </a:lnTo>
                <a:lnTo>
                  <a:pt x="3918" y="6202"/>
                </a:lnTo>
                <a:lnTo>
                  <a:pt x="3870" y="6202"/>
                </a:lnTo>
                <a:lnTo>
                  <a:pt x="3824" y="6203"/>
                </a:lnTo>
                <a:lnTo>
                  <a:pt x="3824" y="6203"/>
                </a:lnTo>
                <a:lnTo>
                  <a:pt x="3776" y="6204"/>
                </a:lnTo>
                <a:lnTo>
                  <a:pt x="3775" y="6204"/>
                </a:lnTo>
                <a:lnTo>
                  <a:pt x="3723" y="6208"/>
                </a:lnTo>
                <a:lnTo>
                  <a:pt x="3723" y="6208"/>
                </a:lnTo>
                <a:lnTo>
                  <a:pt x="3667" y="6210"/>
                </a:lnTo>
                <a:lnTo>
                  <a:pt x="3666" y="6210"/>
                </a:lnTo>
                <a:lnTo>
                  <a:pt x="3608" y="6212"/>
                </a:lnTo>
                <a:lnTo>
                  <a:pt x="3608" y="6212"/>
                </a:lnTo>
                <a:lnTo>
                  <a:pt x="3548" y="6214"/>
                </a:lnTo>
                <a:lnTo>
                  <a:pt x="3546" y="6214"/>
                </a:lnTo>
                <a:lnTo>
                  <a:pt x="3485" y="6219"/>
                </a:lnTo>
                <a:lnTo>
                  <a:pt x="3482" y="6220"/>
                </a:lnTo>
                <a:lnTo>
                  <a:pt x="3421" y="6231"/>
                </a:lnTo>
                <a:lnTo>
                  <a:pt x="3416" y="6232"/>
                </a:lnTo>
                <a:lnTo>
                  <a:pt x="3357" y="6250"/>
                </a:lnTo>
                <a:lnTo>
                  <a:pt x="3351" y="6252"/>
                </a:lnTo>
                <a:lnTo>
                  <a:pt x="3290" y="6280"/>
                </a:lnTo>
                <a:lnTo>
                  <a:pt x="3286" y="6282"/>
                </a:lnTo>
                <a:lnTo>
                  <a:pt x="3222" y="6320"/>
                </a:lnTo>
                <a:lnTo>
                  <a:pt x="3219" y="6322"/>
                </a:lnTo>
                <a:lnTo>
                  <a:pt x="3155" y="6365"/>
                </a:lnTo>
                <a:lnTo>
                  <a:pt x="3154" y="6366"/>
                </a:lnTo>
                <a:lnTo>
                  <a:pt x="3090" y="6411"/>
                </a:lnTo>
                <a:lnTo>
                  <a:pt x="3031" y="6454"/>
                </a:lnTo>
                <a:lnTo>
                  <a:pt x="3030" y="6454"/>
                </a:lnTo>
                <a:lnTo>
                  <a:pt x="2977" y="6491"/>
                </a:lnTo>
                <a:lnTo>
                  <a:pt x="2976" y="6491"/>
                </a:lnTo>
                <a:lnTo>
                  <a:pt x="2928" y="6525"/>
                </a:lnTo>
                <a:lnTo>
                  <a:pt x="2926" y="6526"/>
                </a:lnTo>
                <a:lnTo>
                  <a:pt x="2881" y="6562"/>
                </a:lnTo>
                <a:lnTo>
                  <a:pt x="2881" y="6562"/>
                </a:lnTo>
                <a:lnTo>
                  <a:pt x="2840" y="6594"/>
                </a:lnTo>
                <a:lnTo>
                  <a:pt x="2839" y="6595"/>
                </a:lnTo>
                <a:lnTo>
                  <a:pt x="2806" y="6619"/>
                </a:lnTo>
                <a:lnTo>
                  <a:pt x="2803" y="6621"/>
                </a:lnTo>
                <a:lnTo>
                  <a:pt x="2780" y="6634"/>
                </a:lnTo>
                <a:lnTo>
                  <a:pt x="2777" y="6635"/>
                </a:lnTo>
                <a:lnTo>
                  <a:pt x="2775" y="6636"/>
                </a:lnTo>
                <a:lnTo>
                  <a:pt x="2773" y="6636"/>
                </a:lnTo>
                <a:lnTo>
                  <a:pt x="2768" y="663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1189013" y="1877411"/>
            <a:ext cx="445350" cy="855889"/>
            <a:chOff x="1189013" y="1877411"/>
            <a:chExt cx="445350" cy="855889"/>
          </a:xfrm>
        </p:grpSpPr>
        <p:sp>
          <p:nvSpPr>
            <p:cNvPr id="17" name="Forma 16"/>
            <p:cNvSpPr/>
            <p:nvPr/>
          </p:nvSpPr>
          <p:spPr>
            <a:xfrm>
              <a:off x="1189013" y="1877411"/>
              <a:ext cx="445350" cy="855889"/>
            </a:xfrm>
            <a:custGeom>
              <a:avLst/>
              <a:gdLst/>
              <a:ahLst/>
              <a:cxnLst/>
              <a:rect l="0" t="0" r="r" b="b"/>
              <a:pathLst>
                <a:path w="5040" h="10000">
                  <a:moveTo>
                    <a:pt x="581" y="9997"/>
                  </a:moveTo>
                  <a:lnTo>
                    <a:pt x="641" y="9965"/>
                  </a:lnTo>
                  <a:lnTo>
                    <a:pt x="728" y="9902"/>
                  </a:lnTo>
                  <a:lnTo>
                    <a:pt x="832" y="9819"/>
                  </a:lnTo>
                  <a:lnTo>
                    <a:pt x="833" y="9818"/>
                  </a:lnTo>
                  <a:lnTo>
                    <a:pt x="950" y="9727"/>
                  </a:lnTo>
                  <a:lnTo>
                    <a:pt x="956" y="9723"/>
                  </a:lnTo>
                  <a:lnTo>
                    <a:pt x="1081" y="9634"/>
                  </a:lnTo>
                  <a:lnTo>
                    <a:pt x="1083" y="9633"/>
                  </a:lnTo>
                  <a:lnTo>
                    <a:pt x="1221" y="9539"/>
                  </a:lnTo>
                  <a:lnTo>
                    <a:pt x="1373" y="9429"/>
                  </a:lnTo>
                  <a:lnTo>
                    <a:pt x="1374" y="9429"/>
                  </a:lnTo>
                  <a:lnTo>
                    <a:pt x="1537" y="9312"/>
                  </a:lnTo>
                  <a:lnTo>
                    <a:pt x="1541" y="9310"/>
                  </a:lnTo>
                  <a:lnTo>
                    <a:pt x="1709" y="9197"/>
                  </a:lnTo>
                  <a:lnTo>
                    <a:pt x="1716" y="9193"/>
                  </a:lnTo>
                  <a:lnTo>
                    <a:pt x="1883" y="9094"/>
                  </a:lnTo>
                  <a:lnTo>
                    <a:pt x="1896" y="9087"/>
                  </a:lnTo>
                  <a:lnTo>
                    <a:pt x="2057" y="9012"/>
                  </a:lnTo>
                  <a:lnTo>
                    <a:pt x="2077" y="9005"/>
                  </a:lnTo>
                  <a:lnTo>
                    <a:pt x="2234" y="8957"/>
                  </a:lnTo>
                  <a:lnTo>
                    <a:pt x="2251" y="8953"/>
                  </a:lnTo>
                  <a:lnTo>
                    <a:pt x="2410" y="8925"/>
                  </a:lnTo>
                  <a:lnTo>
                    <a:pt x="2422" y="8924"/>
                  </a:lnTo>
                  <a:lnTo>
                    <a:pt x="2580" y="8910"/>
                  </a:lnTo>
                  <a:lnTo>
                    <a:pt x="2587" y="8909"/>
                  </a:lnTo>
                  <a:lnTo>
                    <a:pt x="2742" y="8904"/>
                  </a:lnTo>
                  <a:lnTo>
                    <a:pt x="2744" y="8904"/>
                  </a:lnTo>
                  <a:lnTo>
                    <a:pt x="2894" y="8900"/>
                  </a:lnTo>
                  <a:lnTo>
                    <a:pt x="3038" y="8893"/>
                  </a:lnTo>
                  <a:lnTo>
                    <a:pt x="3172" y="8885"/>
                  </a:lnTo>
                  <a:lnTo>
                    <a:pt x="3176" y="8885"/>
                  </a:lnTo>
                  <a:lnTo>
                    <a:pt x="3298" y="8881"/>
                  </a:lnTo>
                  <a:lnTo>
                    <a:pt x="3301" y="8880"/>
                  </a:lnTo>
                  <a:lnTo>
                    <a:pt x="3420" y="8879"/>
                  </a:lnTo>
                  <a:lnTo>
                    <a:pt x="3420" y="8879"/>
                  </a:lnTo>
                  <a:lnTo>
                    <a:pt x="3543" y="8877"/>
                  </a:lnTo>
                  <a:lnTo>
                    <a:pt x="3677" y="8874"/>
                  </a:lnTo>
                  <a:lnTo>
                    <a:pt x="3834" y="8866"/>
                  </a:lnTo>
                  <a:lnTo>
                    <a:pt x="3844" y="8866"/>
                  </a:lnTo>
                  <a:lnTo>
                    <a:pt x="4044" y="8871"/>
                  </a:lnTo>
                  <a:lnTo>
                    <a:pt x="4054" y="8871"/>
                  </a:lnTo>
                  <a:lnTo>
                    <a:pt x="4292" y="8892"/>
                  </a:lnTo>
                  <a:lnTo>
                    <a:pt x="4537" y="8911"/>
                  </a:lnTo>
                  <a:lnTo>
                    <a:pt x="4758" y="8910"/>
                  </a:lnTo>
                  <a:lnTo>
                    <a:pt x="4916" y="8879"/>
                  </a:lnTo>
                  <a:lnTo>
                    <a:pt x="4992" y="8825"/>
                  </a:lnTo>
                  <a:lnTo>
                    <a:pt x="5032" y="8722"/>
                  </a:lnTo>
                  <a:lnTo>
                    <a:pt x="5040" y="8532"/>
                  </a:lnTo>
                  <a:lnTo>
                    <a:pt x="5012" y="8283"/>
                  </a:lnTo>
                  <a:lnTo>
                    <a:pt x="4963" y="8006"/>
                  </a:lnTo>
                  <a:lnTo>
                    <a:pt x="4911" y="7724"/>
                  </a:lnTo>
                  <a:lnTo>
                    <a:pt x="4910" y="7718"/>
                  </a:lnTo>
                  <a:lnTo>
                    <a:pt x="4872" y="7456"/>
                  </a:lnTo>
                  <a:lnTo>
                    <a:pt x="4872" y="7452"/>
                  </a:lnTo>
                  <a:lnTo>
                    <a:pt x="4844" y="7209"/>
                  </a:lnTo>
                  <a:lnTo>
                    <a:pt x="4813" y="6967"/>
                  </a:lnTo>
                  <a:lnTo>
                    <a:pt x="4778" y="6726"/>
                  </a:lnTo>
                  <a:lnTo>
                    <a:pt x="4742" y="6484"/>
                  </a:lnTo>
                  <a:lnTo>
                    <a:pt x="4706" y="6242"/>
                  </a:lnTo>
                  <a:lnTo>
                    <a:pt x="4706" y="6241"/>
                  </a:lnTo>
                  <a:lnTo>
                    <a:pt x="4671" y="5999"/>
                  </a:lnTo>
                  <a:lnTo>
                    <a:pt x="4671" y="5998"/>
                  </a:lnTo>
                  <a:lnTo>
                    <a:pt x="4638" y="5755"/>
                  </a:lnTo>
                  <a:lnTo>
                    <a:pt x="4638" y="5754"/>
                  </a:lnTo>
                  <a:lnTo>
                    <a:pt x="4606" y="5512"/>
                  </a:lnTo>
                  <a:lnTo>
                    <a:pt x="4574" y="5269"/>
                  </a:lnTo>
                  <a:lnTo>
                    <a:pt x="4541" y="5027"/>
                  </a:lnTo>
                  <a:lnTo>
                    <a:pt x="4507" y="4785"/>
                  </a:lnTo>
                  <a:lnTo>
                    <a:pt x="4471" y="4543"/>
                  </a:lnTo>
                  <a:lnTo>
                    <a:pt x="4433" y="4300"/>
                  </a:lnTo>
                  <a:lnTo>
                    <a:pt x="4394" y="4058"/>
                  </a:lnTo>
                  <a:lnTo>
                    <a:pt x="4354" y="3815"/>
                  </a:lnTo>
                  <a:lnTo>
                    <a:pt x="4312" y="3573"/>
                  </a:lnTo>
                  <a:lnTo>
                    <a:pt x="4267" y="3333"/>
                  </a:lnTo>
                  <a:lnTo>
                    <a:pt x="4219" y="3094"/>
                  </a:lnTo>
                  <a:lnTo>
                    <a:pt x="4166" y="2851"/>
                  </a:lnTo>
                  <a:lnTo>
                    <a:pt x="4110" y="2604"/>
                  </a:lnTo>
                  <a:lnTo>
                    <a:pt x="4051" y="2358"/>
                  </a:lnTo>
                  <a:lnTo>
                    <a:pt x="3990" y="2119"/>
                  </a:lnTo>
                  <a:lnTo>
                    <a:pt x="3927" y="1889"/>
                  </a:lnTo>
                  <a:lnTo>
                    <a:pt x="3864" y="1676"/>
                  </a:lnTo>
                  <a:lnTo>
                    <a:pt x="3799" y="1476"/>
                  </a:lnTo>
                  <a:lnTo>
                    <a:pt x="3731" y="1284"/>
                  </a:lnTo>
                  <a:lnTo>
                    <a:pt x="3661" y="1102"/>
                  </a:lnTo>
                  <a:lnTo>
                    <a:pt x="3591" y="932"/>
                  </a:lnTo>
                  <a:lnTo>
                    <a:pt x="3523" y="776"/>
                  </a:lnTo>
                  <a:lnTo>
                    <a:pt x="3458" y="634"/>
                  </a:lnTo>
                  <a:lnTo>
                    <a:pt x="3457" y="633"/>
                  </a:lnTo>
                  <a:lnTo>
                    <a:pt x="3400" y="507"/>
                  </a:lnTo>
                  <a:lnTo>
                    <a:pt x="3400" y="506"/>
                  </a:lnTo>
                  <a:lnTo>
                    <a:pt x="3351" y="398"/>
                  </a:lnTo>
                  <a:lnTo>
                    <a:pt x="3308" y="309"/>
                  </a:lnTo>
                  <a:lnTo>
                    <a:pt x="3265" y="239"/>
                  </a:lnTo>
                  <a:lnTo>
                    <a:pt x="3219" y="185"/>
                  </a:lnTo>
                  <a:lnTo>
                    <a:pt x="3162" y="137"/>
                  </a:lnTo>
                  <a:lnTo>
                    <a:pt x="3085" y="94"/>
                  </a:lnTo>
                  <a:lnTo>
                    <a:pt x="2992" y="56"/>
                  </a:lnTo>
                  <a:lnTo>
                    <a:pt x="2887" y="27"/>
                  </a:lnTo>
                  <a:lnTo>
                    <a:pt x="2775" y="8"/>
                  </a:lnTo>
                  <a:lnTo>
                    <a:pt x="2663" y="0"/>
                  </a:lnTo>
                  <a:lnTo>
                    <a:pt x="2556" y="3"/>
                  </a:lnTo>
                  <a:lnTo>
                    <a:pt x="2450" y="19"/>
                  </a:lnTo>
                  <a:lnTo>
                    <a:pt x="2339" y="49"/>
                  </a:lnTo>
                  <a:lnTo>
                    <a:pt x="2224" y="91"/>
                  </a:lnTo>
                  <a:lnTo>
                    <a:pt x="2108" y="143"/>
                  </a:lnTo>
                  <a:lnTo>
                    <a:pt x="1992" y="204"/>
                  </a:lnTo>
                  <a:lnTo>
                    <a:pt x="1880" y="272"/>
                  </a:lnTo>
                  <a:lnTo>
                    <a:pt x="1771" y="347"/>
                  </a:lnTo>
                  <a:lnTo>
                    <a:pt x="1662" y="431"/>
                  </a:lnTo>
                  <a:lnTo>
                    <a:pt x="1555" y="525"/>
                  </a:lnTo>
                  <a:lnTo>
                    <a:pt x="1451" y="626"/>
                  </a:lnTo>
                  <a:lnTo>
                    <a:pt x="1349" y="735"/>
                  </a:lnTo>
                  <a:lnTo>
                    <a:pt x="1252" y="850"/>
                  </a:lnTo>
                  <a:lnTo>
                    <a:pt x="1159" y="972"/>
                  </a:lnTo>
                  <a:lnTo>
                    <a:pt x="1069" y="1102"/>
                  </a:lnTo>
                  <a:lnTo>
                    <a:pt x="982" y="1240"/>
                  </a:lnTo>
                  <a:lnTo>
                    <a:pt x="898" y="1386"/>
                  </a:lnTo>
                  <a:lnTo>
                    <a:pt x="818" y="1537"/>
                  </a:lnTo>
                  <a:lnTo>
                    <a:pt x="741" y="1695"/>
                  </a:lnTo>
                  <a:lnTo>
                    <a:pt x="667" y="1859"/>
                  </a:lnTo>
                  <a:lnTo>
                    <a:pt x="596" y="2030"/>
                  </a:lnTo>
                  <a:lnTo>
                    <a:pt x="529" y="2208"/>
                  </a:lnTo>
                  <a:lnTo>
                    <a:pt x="466" y="2392"/>
                  </a:lnTo>
                  <a:lnTo>
                    <a:pt x="407" y="2579"/>
                  </a:lnTo>
                  <a:lnTo>
                    <a:pt x="352" y="2770"/>
                  </a:lnTo>
                  <a:lnTo>
                    <a:pt x="303" y="2966"/>
                  </a:lnTo>
                  <a:lnTo>
                    <a:pt x="258" y="3168"/>
                  </a:lnTo>
                  <a:lnTo>
                    <a:pt x="217" y="3374"/>
                  </a:lnTo>
                  <a:lnTo>
                    <a:pt x="181" y="3585"/>
                  </a:lnTo>
                  <a:lnTo>
                    <a:pt x="147" y="3797"/>
                  </a:lnTo>
                  <a:lnTo>
                    <a:pt x="117" y="4010"/>
                  </a:lnTo>
                  <a:lnTo>
                    <a:pt x="91" y="4224"/>
                  </a:lnTo>
                  <a:lnTo>
                    <a:pt x="69" y="4441"/>
                  </a:lnTo>
                  <a:lnTo>
                    <a:pt x="50" y="4661"/>
                  </a:lnTo>
                  <a:lnTo>
                    <a:pt x="35" y="4881"/>
                  </a:lnTo>
                  <a:lnTo>
                    <a:pt x="23" y="5102"/>
                  </a:lnTo>
                  <a:lnTo>
                    <a:pt x="13" y="5322"/>
                  </a:lnTo>
                  <a:lnTo>
                    <a:pt x="5" y="5541"/>
                  </a:lnTo>
                  <a:lnTo>
                    <a:pt x="1" y="5762"/>
                  </a:lnTo>
                  <a:lnTo>
                    <a:pt x="0" y="5982"/>
                  </a:lnTo>
                  <a:lnTo>
                    <a:pt x="1" y="6202"/>
                  </a:lnTo>
                  <a:lnTo>
                    <a:pt x="5" y="6420"/>
                  </a:lnTo>
                  <a:lnTo>
                    <a:pt x="13" y="6634"/>
                  </a:lnTo>
                  <a:lnTo>
                    <a:pt x="23" y="6848"/>
                  </a:lnTo>
                  <a:lnTo>
                    <a:pt x="38" y="7063"/>
                  </a:lnTo>
                  <a:lnTo>
                    <a:pt x="55" y="7276"/>
                  </a:lnTo>
                  <a:lnTo>
                    <a:pt x="75" y="7485"/>
                  </a:lnTo>
                  <a:lnTo>
                    <a:pt x="96" y="7688"/>
                  </a:lnTo>
                  <a:lnTo>
                    <a:pt x="118" y="7882"/>
                  </a:lnTo>
                  <a:lnTo>
                    <a:pt x="141" y="8067"/>
                  </a:lnTo>
                  <a:lnTo>
                    <a:pt x="165" y="8244"/>
                  </a:lnTo>
                  <a:lnTo>
                    <a:pt x="191" y="8415"/>
                  </a:lnTo>
                  <a:lnTo>
                    <a:pt x="219" y="8580"/>
                  </a:lnTo>
                  <a:lnTo>
                    <a:pt x="247" y="8739"/>
                  </a:lnTo>
                  <a:lnTo>
                    <a:pt x="275" y="8892"/>
                  </a:lnTo>
                  <a:lnTo>
                    <a:pt x="304" y="9041"/>
                  </a:lnTo>
                  <a:lnTo>
                    <a:pt x="333" y="9184"/>
                  </a:lnTo>
                  <a:lnTo>
                    <a:pt x="362" y="9321"/>
                  </a:lnTo>
                  <a:lnTo>
                    <a:pt x="392" y="9448"/>
                  </a:lnTo>
                  <a:lnTo>
                    <a:pt x="423" y="9564"/>
                  </a:lnTo>
                  <a:lnTo>
                    <a:pt x="456" y="9670"/>
                  </a:lnTo>
                  <a:lnTo>
                    <a:pt x="489" y="9774"/>
                  </a:lnTo>
                  <a:lnTo>
                    <a:pt x="490" y="9776"/>
                  </a:lnTo>
                  <a:lnTo>
                    <a:pt x="518" y="9873"/>
                  </a:lnTo>
                  <a:lnTo>
                    <a:pt x="545" y="9951"/>
                  </a:lnTo>
                  <a:lnTo>
                    <a:pt x="568" y="9996"/>
                  </a:lnTo>
                  <a:lnTo>
                    <a:pt x="571" y="10000"/>
                  </a:lnTo>
                  <a:lnTo>
                    <a:pt x="581" y="9997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17103" y="1958256"/>
              <a:ext cx="286756" cy="589605"/>
            </a:xfrm>
            <a:custGeom>
              <a:avLst/>
              <a:gdLst/>
              <a:ahLst/>
              <a:cxnLst/>
              <a:rect l="0" t="0" r="r" b="b"/>
              <a:pathLst>
                <a:path w="979" h="2080" fill="none">
                  <a:moveTo>
                    <a:pt x="979" y="980"/>
                  </a:moveTo>
                  <a:lnTo>
                    <a:pt x="719" y="840"/>
                  </a:lnTo>
                  <a:lnTo>
                    <a:pt x="400" y="600"/>
                  </a:lnTo>
                  <a:lnTo>
                    <a:pt x="220" y="360"/>
                  </a:lnTo>
                </a:path>
                <a:path w="979" h="2080" fill="none">
                  <a:moveTo>
                    <a:pt x="719" y="840"/>
                  </a:moveTo>
                  <a:lnTo>
                    <a:pt x="599" y="480"/>
                  </a:lnTo>
                  <a:lnTo>
                    <a:pt x="540" y="80"/>
                  </a:lnTo>
                </a:path>
                <a:path w="979" h="2080" fill="none">
                  <a:moveTo>
                    <a:pt x="979" y="980"/>
                  </a:moveTo>
                  <a:lnTo>
                    <a:pt x="599" y="1040"/>
                  </a:lnTo>
                  <a:lnTo>
                    <a:pt x="200" y="1040"/>
                  </a:lnTo>
                  <a:lnTo>
                    <a:pt x="0" y="1080"/>
                  </a:lnTo>
                </a:path>
                <a:path w="979" h="2080" fill="none">
                  <a:moveTo>
                    <a:pt x="599" y="1040"/>
                  </a:moveTo>
                  <a:lnTo>
                    <a:pt x="320" y="1320"/>
                  </a:lnTo>
                  <a:lnTo>
                    <a:pt x="100" y="1560"/>
                  </a:lnTo>
                </a:path>
                <a:path w="979" h="2080" fill="none">
                  <a:moveTo>
                    <a:pt x="979" y="980"/>
                  </a:moveTo>
                  <a:lnTo>
                    <a:pt x="719" y="1320"/>
                  </a:lnTo>
                  <a:lnTo>
                    <a:pt x="480" y="1720"/>
                  </a:lnTo>
                  <a:lnTo>
                    <a:pt x="260" y="2040"/>
                  </a:lnTo>
                </a:path>
                <a:path w="979" h="2080" fill="none">
                  <a:moveTo>
                    <a:pt x="719" y="1320"/>
                  </a:moveTo>
                  <a:lnTo>
                    <a:pt x="839" y="1720"/>
                  </a:lnTo>
                  <a:lnTo>
                    <a:pt x="719" y="2080"/>
                  </a:lnTo>
                </a:path>
                <a:path w="979" h="2080" fill="none">
                  <a:moveTo>
                    <a:pt x="480" y="1720"/>
                  </a:moveTo>
                  <a:lnTo>
                    <a:pt x="160" y="1920"/>
                  </a:lnTo>
                  <a:lnTo>
                    <a:pt x="0" y="2040"/>
                  </a:lnTo>
                </a:path>
                <a:path w="979" h="2080" fill="none">
                  <a:moveTo>
                    <a:pt x="400" y="600"/>
                  </a:moveTo>
                  <a:lnTo>
                    <a:pt x="120" y="680"/>
                  </a:lnTo>
                  <a:lnTo>
                    <a:pt x="28" y="748"/>
                  </a:lnTo>
                </a:path>
                <a:path w="979" h="2080" fill="none">
                  <a:moveTo>
                    <a:pt x="599" y="480"/>
                  </a:moveTo>
                  <a:lnTo>
                    <a:pt x="360" y="240"/>
                  </a:lnTo>
                </a:path>
                <a:path w="979" h="2080" fill="none">
                  <a:moveTo>
                    <a:pt x="320" y="1320"/>
                  </a:moveTo>
                  <a:lnTo>
                    <a:pt x="360" y="1600"/>
                  </a:lnTo>
                  <a:lnTo>
                    <a:pt x="240" y="1880"/>
                  </a:lnTo>
                </a:path>
                <a:path w="979" h="2080" fill="none">
                  <a:moveTo>
                    <a:pt x="979" y="980"/>
                  </a:moveTo>
                  <a:lnTo>
                    <a:pt x="919" y="680"/>
                  </a:lnTo>
                  <a:lnTo>
                    <a:pt x="799" y="360"/>
                  </a:lnTo>
                  <a:lnTo>
                    <a:pt x="719" y="0"/>
                  </a:lnTo>
                </a:path>
                <a:path w="979" h="2080" fill="none">
                  <a:moveTo>
                    <a:pt x="200" y="1040"/>
                  </a:moveTo>
                  <a:lnTo>
                    <a:pt x="80" y="128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01304" y="2236051"/>
              <a:ext cx="308407" cy="341777"/>
            </a:xfrm>
            <a:custGeom>
              <a:avLst/>
              <a:gdLst/>
              <a:ahLst/>
              <a:cxnLst/>
              <a:rect l="0" t="0" r="r" b="b"/>
              <a:pathLst>
                <a:path w="1053" h="1205" fill="none">
                  <a:moveTo>
                    <a:pt x="0" y="67"/>
                  </a:moveTo>
                  <a:lnTo>
                    <a:pt x="64" y="73"/>
                  </a:lnTo>
                  <a:lnTo>
                    <a:pt x="157" y="82"/>
                  </a:lnTo>
                  <a:lnTo>
                    <a:pt x="251" y="89"/>
                  </a:lnTo>
                  <a:lnTo>
                    <a:pt x="333" y="91"/>
                  </a:lnTo>
                  <a:lnTo>
                    <a:pt x="402" y="90"/>
                  </a:lnTo>
                  <a:lnTo>
                    <a:pt x="464" y="85"/>
                  </a:lnTo>
                  <a:lnTo>
                    <a:pt x="524" y="77"/>
                  </a:lnTo>
                  <a:lnTo>
                    <a:pt x="586" y="69"/>
                  </a:lnTo>
                  <a:lnTo>
                    <a:pt x="653" y="60"/>
                  </a:lnTo>
                  <a:lnTo>
                    <a:pt x="735" y="48"/>
                  </a:lnTo>
                  <a:lnTo>
                    <a:pt x="827" y="35"/>
                  </a:lnTo>
                  <a:lnTo>
                    <a:pt x="918" y="21"/>
                  </a:lnTo>
                  <a:lnTo>
                    <a:pt x="998" y="8"/>
                  </a:lnTo>
                  <a:lnTo>
                    <a:pt x="1053" y="0"/>
                  </a:lnTo>
                </a:path>
                <a:path w="1053" h="1205" fill="none">
                  <a:moveTo>
                    <a:pt x="25" y="1205"/>
                  </a:moveTo>
                  <a:lnTo>
                    <a:pt x="62" y="1160"/>
                  </a:lnTo>
                  <a:lnTo>
                    <a:pt x="132" y="1075"/>
                  </a:lnTo>
                  <a:lnTo>
                    <a:pt x="212" y="977"/>
                  </a:lnTo>
                  <a:lnTo>
                    <a:pt x="296" y="875"/>
                  </a:lnTo>
                  <a:lnTo>
                    <a:pt x="373" y="780"/>
                  </a:lnTo>
                  <a:lnTo>
                    <a:pt x="446" y="689"/>
                  </a:lnTo>
                  <a:lnTo>
                    <a:pt x="519" y="596"/>
                  </a:lnTo>
                  <a:lnTo>
                    <a:pt x="592" y="504"/>
                  </a:lnTo>
                  <a:lnTo>
                    <a:pt x="664" y="417"/>
                  </a:lnTo>
                  <a:lnTo>
                    <a:pt x="733" y="340"/>
                  </a:lnTo>
                  <a:lnTo>
                    <a:pt x="805" y="269"/>
                  </a:lnTo>
                  <a:lnTo>
                    <a:pt x="880" y="203"/>
                  </a:lnTo>
                  <a:lnTo>
                    <a:pt x="950" y="144"/>
                  </a:lnTo>
                  <a:lnTo>
                    <a:pt x="1011" y="95"/>
                  </a:lnTo>
                  <a:lnTo>
                    <a:pt x="1053" y="6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1189013" y="1877411"/>
            <a:ext cx="445350" cy="855889"/>
          </a:xfrm>
          <a:custGeom>
            <a:avLst/>
            <a:gdLst/>
            <a:ahLst/>
            <a:cxnLst/>
            <a:rect l="0" t="0" r="r" b="b"/>
            <a:pathLst>
              <a:path w="1522" h="3019" fill="none">
                <a:moveTo>
                  <a:pt x="175" y="3018"/>
                </a:moveTo>
                <a:lnTo>
                  <a:pt x="193" y="3008"/>
                </a:lnTo>
                <a:lnTo>
                  <a:pt x="219" y="2989"/>
                </a:lnTo>
                <a:lnTo>
                  <a:pt x="251" y="2964"/>
                </a:lnTo>
                <a:lnTo>
                  <a:pt x="251" y="2964"/>
                </a:lnTo>
                <a:lnTo>
                  <a:pt x="286" y="2937"/>
                </a:lnTo>
                <a:lnTo>
                  <a:pt x="288" y="2935"/>
                </a:lnTo>
                <a:lnTo>
                  <a:pt x="326" y="2909"/>
                </a:lnTo>
                <a:lnTo>
                  <a:pt x="327" y="2908"/>
                </a:lnTo>
                <a:lnTo>
                  <a:pt x="368" y="2880"/>
                </a:lnTo>
                <a:lnTo>
                  <a:pt x="414" y="2847"/>
                </a:lnTo>
                <a:lnTo>
                  <a:pt x="415" y="2847"/>
                </a:lnTo>
                <a:lnTo>
                  <a:pt x="464" y="2811"/>
                </a:lnTo>
                <a:lnTo>
                  <a:pt x="465" y="2811"/>
                </a:lnTo>
                <a:lnTo>
                  <a:pt x="516" y="2777"/>
                </a:lnTo>
                <a:lnTo>
                  <a:pt x="518" y="2775"/>
                </a:lnTo>
                <a:lnTo>
                  <a:pt x="568" y="2745"/>
                </a:lnTo>
                <a:lnTo>
                  <a:pt x="572" y="2743"/>
                </a:lnTo>
                <a:lnTo>
                  <a:pt x="621" y="2721"/>
                </a:lnTo>
                <a:lnTo>
                  <a:pt x="627" y="2719"/>
                </a:lnTo>
                <a:lnTo>
                  <a:pt x="674" y="2704"/>
                </a:lnTo>
                <a:lnTo>
                  <a:pt x="679" y="2703"/>
                </a:lnTo>
                <a:lnTo>
                  <a:pt x="727" y="2695"/>
                </a:lnTo>
                <a:lnTo>
                  <a:pt x="731" y="2694"/>
                </a:lnTo>
                <a:lnTo>
                  <a:pt x="779" y="2690"/>
                </a:lnTo>
                <a:lnTo>
                  <a:pt x="781" y="2690"/>
                </a:lnTo>
                <a:lnTo>
                  <a:pt x="828" y="2688"/>
                </a:lnTo>
                <a:lnTo>
                  <a:pt x="828" y="2688"/>
                </a:lnTo>
                <a:lnTo>
                  <a:pt x="874" y="2687"/>
                </a:lnTo>
                <a:lnTo>
                  <a:pt x="917" y="2685"/>
                </a:lnTo>
                <a:lnTo>
                  <a:pt x="957" y="2682"/>
                </a:lnTo>
                <a:lnTo>
                  <a:pt x="959" y="2682"/>
                </a:lnTo>
                <a:lnTo>
                  <a:pt x="996" y="2681"/>
                </a:lnTo>
                <a:lnTo>
                  <a:pt x="996" y="2681"/>
                </a:lnTo>
                <a:lnTo>
                  <a:pt x="1032" y="2680"/>
                </a:lnTo>
                <a:lnTo>
                  <a:pt x="1032" y="2680"/>
                </a:lnTo>
                <a:lnTo>
                  <a:pt x="1069" y="2680"/>
                </a:lnTo>
                <a:lnTo>
                  <a:pt x="1110" y="2679"/>
                </a:lnTo>
                <a:lnTo>
                  <a:pt x="1157" y="2677"/>
                </a:lnTo>
                <a:lnTo>
                  <a:pt x="1160" y="2677"/>
                </a:lnTo>
                <a:lnTo>
                  <a:pt x="1221" y="2678"/>
                </a:lnTo>
                <a:lnTo>
                  <a:pt x="1224" y="2678"/>
                </a:lnTo>
                <a:lnTo>
                  <a:pt x="1296" y="2685"/>
                </a:lnTo>
                <a:lnTo>
                  <a:pt x="1370" y="2690"/>
                </a:lnTo>
                <a:lnTo>
                  <a:pt x="1436" y="2690"/>
                </a:lnTo>
                <a:lnTo>
                  <a:pt x="1484" y="2681"/>
                </a:lnTo>
                <a:lnTo>
                  <a:pt x="1507" y="2664"/>
                </a:lnTo>
                <a:lnTo>
                  <a:pt x="1519" y="2633"/>
                </a:lnTo>
                <a:lnTo>
                  <a:pt x="1522" y="2576"/>
                </a:lnTo>
                <a:lnTo>
                  <a:pt x="1513" y="2501"/>
                </a:lnTo>
                <a:lnTo>
                  <a:pt x="1499" y="2417"/>
                </a:lnTo>
                <a:lnTo>
                  <a:pt x="1483" y="2332"/>
                </a:lnTo>
                <a:lnTo>
                  <a:pt x="1482" y="2330"/>
                </a:lnTo>
                <a:lnTo>
                  <a:pt x="1471" y="2251"/>
                </a:lnTo>
                <a:lnTo>
                  <a:pt x="1471" y="2250"/>
                </a:lnTo>
                <a:lnTo>
                  <a:pt x="1463" y="2176"/>
                </a:lnTo>
                <a:lnTo>
                  <a:pt x="1453" y="2103"/>
                </a:lnTo>
                <a:lnTo>
                  <a:pt x="1443" y="2031"/>
                </a:lnTo>
                <a:lnTo>
                  <a:pt x="1432" y="1958"/>
                </a:lnTo>
                <a:lnTo>
                  <a:pt x="1421" y="1884"/>
                </a:lnTo>
                <a:lnTo>
                  <a:pt x="1421" y="1884"/>
                </a:lnTo>
                <a:lnTo>
                  <a:pt x="1410" y="1811"/>
                </a:lnTo>
                <a:lnTo>
                  <a:pt x="1410" y="1811"/>
                </a:lnTo>
                <a:lnTo>
                  <a:pt x="1400" y="1737"/>
                </a:lnTo>
                <a:lnTo>
                  <a:pt x="1400" y="1737"/>
                </a:lnTo>
                <a:lnTo>
                  <a:pt x="1391" y="1664"/>
                </a:lnTo>
                <a:lnTo>
                  <a:pt x="1381" y="1591"/>
                </a:lnTo>
                <a:lnTo>
                  <a:pt x="1371" y="1517"/>
                </a:lnTo>
                <a:lnTo>
                  <a:pt x="1361" y="1444"/>
                </a:lnTo>
                <a:lnTo>
                  <a:pt x="1350" y="1371"/>
                </a:lnTo>
                <a:lnTo>
                  <a:pt x="1338" y="1298"/>
                </a:lnTo>
                <a:lnTo>
                  <a:pt x="1327" y="1225"/>
                </a:lnTo>
                <a:lnTo>
                  <a:pt x="1315" y="1152"/>
                </a:lnTo>
                <a:lnTo>
                  <a:pt x="1302" y="1079"/>
                </a:lnTo>
                <a:lnTo>
                  <a:pt x="1288" y="1006"/>
                </a:lnTo>
                <a:lnTo>
                  <a:pt x="1274" y="934"/>
                </a:lnTo>
                <a:lnTo>
                  <a:pt x="1258" y="860"/>
                </a:lnTo>
                <a:lnTo>
                  <a:pt x="1241" y="786"/>
                </a:lnTo>
                <a:lnTo>
                  <a:pt x="1223" y="712"/>
                </a:lnTo>
                <a:lnTo>
                  <a:pt x="1205" y="639"/>
                </a:lnTo>
                <a:lnTo>
                  <a:pt x="1186" y="570"/>
                </a:lnTo>
                <a:lnTo>
                  <a:pt x="1167" y="506"/>
                </a:lnTo>
                <a:lnTo>
                  <a:pt x="1147" y="445"/>
                </a:lnTo>
                <a:lnTo>
                  <a:pt x="1126" y="387"/>
                </a:lnTo>
                <a:lnTo>
                  <a:pt x="1105" y="332"/>
                </a:lnTo>
                <a:lnTo>
                  <a:pt x="1084" y="281"/>
                </a:lnTo>
                <a:lnTo>
                  <a:pt x="1063" y="234"/>
                </a:lnTo>
                <a:lnTo>
                  <a:pt x="1044" y="191"/>
                </a:lnTo>
                <a:lnTo>
                  <a:pt x="1044" y="191"/>
                </a:lnTo>
                <a:lnTo>
                  <a:pt x="1026" y="153"/>
                </a:lnTo>
                <a:lnTo>
                  <a:pt x="1026" y="152"/>
                </a:lnTo>
                <a:lnTo>
                  <a:pt x="1012" y="120"/>
                </a:lnTo>
                <a:lnTo>
                  <a:pt x="999" y="93"/>
                </a:lnTo>
                <a:lnTo>
                  <a:pt x="986" y="72"/>
                </a:lnTo>
                <a:lnTo>
                  <a:pt x="972" y="55"/>
                </a:lnTo>
                <a:lnTo>
                  <a:pt x="954" y="41"/>
                </a:lnTo>
                <a:lnTo>
                  <a:pt x="931" y="28"/>
                </a:lnTo>
                <a:lnTo>
                  <a:pt x="903" y="17"/>
                </a:lnTo>
                <a:lnTo>
                  <a:pt x="871" y="8"/>
                </a:lnTo>
                <a:lnTo>
                  <a:pt x="838" y="2"/>
                </a:lnTo>
                <a:lnTo>
                  <a:pt x="804" y="0"/>
                </a:lnTo>
                <a:lnTo>
                  <a:pt x="772" y="1"/>
                </a:lnTo>
                <a:lnTo>
                  <a:pt x="740" y="6"/>
                </a:lnTo>
                <a:lnTo>
                  <a:pt x="706" y="14"/>
                </a:lnTo>
                <a:lnTo>
                  <a:pt x="671" y="27"/>
                </a:lnTo>
                <a:lnTo>
                  <a:pt x="636" y="43"/>
                </a:lnTo>
                <a:lnTo>
                  <a:pt x="601" y="61"/>
                </a:lnTo>
                <a:lnTo>
                  <a:pt x="567" y="82"/>
                </a:lnTo>
                <a:lnTo>
                  <a:pt x="534" y="104"/>
                </a:lnTo>
                <a:lnTo>
                  <a:pt x="502" y="130"/>
                </a:lnTo>
                <a:lnTo>
                  <a:pt x="469" y="158"/>
                </a:lnTo>
                <a:lnTo>
                  <a:pt x="438" y="189"/>
                </a:lnTo>
                <a:lnTo>
                  <a:pt x="407" y="222"/>
                </a:lnTo>
                <a:lnTo>
                  <a:pt x="378" y="256"/>
                </a:lnTo>
                <a:lnTo>
                  <a:pt x="350" y="293"/>
                </a:lnTo>
                <a:lnTo>
                  <a:pt x="322" y="333"/>
                </a:lnTo>
                <a:lnTo>
                  <a:pt x="296" y="374"/>
                </a:lnTo>
                <a:lnTo>
                  <a:pt x="271" y="418"/>
                </a:lnTo>
                <a:lnTo>
                  <a:pt x="247" y="464"/>
                </a:lnTo>
                <a:lnTo>
                  <a:pt x="223" y="511"/>
                </a:lnTo>
                <a:lnTo>
                  <a:pt x="201" y="561"/>
                </a:lnTo>
                <a:lnTo>
                  <a:pt x="180" y="613"/>
                </a:lnTo>
                <a:lnTo>
                  <a:pt x="159" y="666"/>
                </a:lnTo>
                <a:lnTo>
                  <a:pt x="140" y="722"/>
                </a:lnTo>
                <a:lnTo>
                  <a:pt x="122" y="778"/>
                </a:lnTo>
                <a:lnTo>
                  <a:pt x="106" y="836"/>
                </a:lnTo>
                <a:lnTo>
                  <a:pt x="91" y="895"/>
                </a:lnTo>
                <a:lnTo>
                  <a:pt x="78" y="956"/>
                </a:lnTo>
                <a:lnTo>
                  <a:pt x="65" y="1018"/>
                </a:lnTo>
                <a:lnTo>
                  <a:pt x="54" y="1082"/>
                </a:lnTo>
                <a:lnTo>
                  <a:pt x="44" y="1146"/>
                </a:lnTo>
                <a:lnTo>
                  <a:pt x="35" y="1210"/>
                </a:lnTo>
                <a:lnTo>
                  <a:pt x="27" y="1275"/>
                </a:lnTo>
                <a:lnTo>
                  <a:pt x="20" y="1341"/>
                </a:lnTo>
                <a:lnTo>
                  <a:pt x="15" y="1407"/>
                </a:lnTo>
                <a:lnTo>
                  <a:pt x="10" y="1473"/>
                </a:lnTo>
                <a:lnTo>
                  <a:pt x="6" y="1540"/>
                </a:lnTo>
                <a:lnTo>
                  <a:pt x="3" y="1606"/>
                </a:lnTo>
                <a:lnTo>
                  <a:pt x="1" y="1673"/>
                </a:lnTo>
                <a:lnTo>
                  <a:pt x="0" y="1739"/>
                </a:lnTo>
                <a:lnTo>
                  <a:pt x="0" y="1806"/>
                </a:lnTo>
                <a:lnTo>
                  <a:pt x="0" y="1872"/>
                </a:lnTo>
                <a:lnTo>
                  <a:pt x="1" y="1938"/>
                </a:lnTo>
                <a:lnTo>
                  <a:pt x="3" y="2003"/>
                </a:lnTo>
                <a:lnTo>
                  <a:pt x="7" y="2067"/>
                </a:lnTo>
                <a:lnTo>
                  <a:pt x="11" y="2132"/>
                </a:lnTo>
                <a:lnTo>
                  <a:pt x="16" y="2197"/>
                </a:lnTo>
                <a:lnTo>
                  <a:pt x="22" y="2260"/>
                </a:lnTo>
                <a:lnTo>
                  <a:pt x="29" y="2321"/>
                </a:lnTo>
                <a:lnTo>
                  <a:pt x="35" y="2380"/>
                </a:lnTo>
                <a:lnTo>
                  <a:pt x="42" y="2435"/>
                </a:lnTo>
                <a:lnTo>
                  <a:pt x="50" y="2489"/>
                </a:lnTo>
                <a:lnTo>
                  <a:pt x="57" y="2541"/>
                </a:lnTo>
                <a:lnTo>
                  <a:pt x="66" y="2590"/>
                </a:lnTo>
                <a:lnTo>
                  <a:pt x="74" y="2638"/>
                </a:lnTo>
                <a:lnTo>
                  <a:pt x="83" y="2685"/>
                </a:lnTo>
                <a:lnTo>
                  <a:pt x="91" y="2729"/>
                </a:lnTo>
                <a:lnTo>
                  <a:pt x="100" y="2773"/>
                </a:lnTo>
                <a:lnTo>
                  <a:pt x="109" y="2814"/>
                </a:lnTo>
                <a:lnTo>
                  <a:pt x="118" y="2852"/>
                </a:lnTo>
                <a:lnTo>
                  <a:pt x="127" y="2887"/>
                </a:lnTo>
                <a:lnTo>
                  <a:pt x="137" y="2920"/>
                </a:lnTo>
                <a:lnTo>
                  <a:pt x="147" y="2951"/>
                </a:lnTo>
                <a:lnTo>
                  <a:pt x="147" y="2951"/>
                </a:lnTo>
                <a:lnTo>
                  <a:pt x="156" y="2981"/>
                </a:lnTo>
                <a:lnTo>
                  <a:pt x="164" y="3004"/>
                </a:lnTo>
                <a:lnTo>
                  <a:pt x="171" y="3018"/>
                </a:lnTo>
                <a:lnTo>
                  <a:pt x="172" y="3019"/>
                </a:lnTo>
                <a:lnTo>
                  <a:pt x="175" y="3018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2089068" y="1309871"/>
            <a:ext cx="742645" cy="2124893"/>
            <a:chOff x="2089068" y="1309871"/>
            <a:chExt cx="742645" cy="2124893"/>
          </a:xfrm>
        </p:grpSpPr>
        <p:sp>
          <p:nvSpPr>
            <p:cNvPr id="22" name="Forma 21"/>
            <p:cNvSpPr/>
            <p:nvPr/>
          </p:nvSpPr>
          <p:spPr>
            <a:xfrm>
              <a:off x="2089068" y="1309871"/>
              <a:ext cx="742645" cy="2124893"/>
            </a:xfrm>
            <a:custGeom>
              <a:avLst/>
              <a:gdLst/>
              <a:ahLst/>
              <a:cxnLst/>
              <a:rect l="0" t="0" r="r" b="b"/>
              <a:pathLst>
                <a:path w="3385" h="10000">
                  <a:moveTo>
                    <a:pt x="841" y="1"/>
                  </a:moveTo>
                  <a:lnTo>
                    <a:pt x="836" y="13"/>
                  </a:lnTo>
                  <a:lnTo>
                    <a:pt x="810" y="68"/>
                  </a:lnTo>
                  <a:lnTo>
                    <a:pt x="801" y="84"/>
                  </a:lnTo>
                  <a:lnTo>
                    <a:pt x="761" y="148"/>
                  </a:lnTo>
                  <a:lnTo>
                    <a:pt x="761" y="149"/>
                  </a:lnTo>
                  <a:lnTo>
                    <a:pt x="715" y="221"/>
                  </a:lnTo>
                  <a:lnTo>
                    <a:pt x="667" y="302"/>
                  </a:lnTo>
                  <a:lnTo>
                    <a:pt x="618" y="393"/>
                  </a:lnTo>
                  <a:lnTo>
                    <a:pt x="569" y="497"/>
                  </a:lnTo>
                  <a:lnTo>
                    <a:pt x="523" y="616"/>
                  </a:lnTo>
                  <a:lnTo>
                    <a:pt x="476" y="755"/>
                  </a:lnTo>
                  <a:lnTo>
                    <a:pt x="428" y="912"/>
                  </a:lnTo>
                  <a:lnTo>
                    <a:pt x="380" y="1083"/>
                  </a:lnTo>
                  <a:lnTo>
                    <a:pt x="334" y="1265"/>
                  </a:lnTo>
                  <a:lnTo>
                    <a:pt x="291" y="1458"/>
                  </a:lnTo>
                  <a:lnTo>
                    <a:pt x="252" y="1660"/>
                  </a:lnTo>
                  <a:lnTo>
                    <a:pt x="216" y="1874"/>
                  </a:lnTo>
                  <a:lnTo>
                    <a:pt x="183" y="2105"/>
                  </a:lnTo>
                  <a:lnTo>
                    <a:pt x="153" y="2346"/>
                  </a:lnTo>
                  <a:lnTo>
                    <a:pt x="126" y="2593"/>
                  </a:lnTo>
                  <a:lnTo>
                    <a:pt x="102" y="2842"/>
                  </a:lnTo>
                  <a:lnTo>
                    <a:pt x="80" y="3087"/>
                  </a:lnTo>
                  <a:lnTo>
                    <a:pt x="80" y="3088"/>
                  </a:lnTo>
                  <a:lnTo>
                    <a:pt x="58" y="3331"/>
                  </a:lnTo>
                  <a:lnTo>
                    <a:pt x="58" y="3332"/>
                  </a:lnTo>
                  <a:lnTo>
                    <a:pt x="34" y="3575"/>
                  </a:lnTo>
                  <a:lnTo>
                    <a:pt x="13" y="3817"/>
                  </a:lnTo>
                  <a:lnTo>
                    <a:pt x="0" y="4056"/>
                  </a:lnTo>
                  <a:lnTo>
                    <a:pt x="0" y="4292"/>
                  </a:lnTo>
                  <a:lnTo>
                    <a:pt x="15" y="4525"/>
                  </a:lnTo>
                  <a:lnTo>
                    <a:pt x="52" y="4758"/>
                  </a:lnTo>
                  <a:lnTo>
                    <a:pt x="108" y="4993"/>
                  </a:lnTo>
                  <a:lnTo>
                    <a:pt x="178" y="5233"/>
                  </a:lnTo>
                  <a:lnTo>
                    <a:pt x="254" y="5476"/>
                  </a:lnTo>
                  <a:lnTo>
                    <a:pt x="254" y="5476"/>
                  </a:lnTo>
                  <a:lnTo>
                    <a:pt x="330" y="5721"/>
                  </a:lnTo>
                  <a:lnTo>
                    <a:pt x="331" y="5725"/>
                  </a:lnTo>
                  <a:lnTo>
                    <a:pt x="400" y="5969"/>
                  </a:lnTo>
                  <a:lnTo>
                    <a:pt x="400" y="5971"/>
                  </a:lnTo>
                  <a:lnTo>
                    <a:pt x="464" y="6211"/>
                  </a:lnTo>
                  <a:lnTo>
                    <a:pt x="530" y="6446"/>
                  </a:lnTo>
                  <a:lnTo>
                    <a:pt x="530" y="6446"/>
                  </a:lnTo>
                  <a:lnTo>
                    <a:pt x="596" y="6682"/>
                  </a:lnTo>
                  <a:lnTo>
                    <a:pt x="596" y="6684"/>
                  </a:lnTo>
                  <a:lnTo>
                    <a:pt x="658" y="6925"/>
                  </a:lnTo>
                  <a:lnTo>
                    <a:pt x="660" y="6929"/>
                  </a:lnTo>
                  <a:lnTo>
                    <a:pt x="716" y="7180"/>
                  </a:lnTo>
                  <a:lnTo>
                    <a:pt x="717" y="7186"/>
                  </a:lnTo>
                  <a:lnTo>
                    <a:pt x="765" y="7450"/>
                  </a:lnTo>
                  <a:lnTo>
                    <a:pt x="765" y="7451"/>
                  </a:lnTo>
                  <a:lnTo>
                    <a:pt x="818" y="7758"/>
                  </a:lnTo>
                  <a:lnTo>
                    <a:pt x="882" y="8109"/>
                  </a:lnTo>
                  <a:lnTo>
                    <a:pt x="883" y="8112"/>
                  </a:lnTo>
                  <a:lnTo>
                    <a:pt x="941" y="8474"/>
                  </a:lnTo>
                  <a:lnTo>
                    <a:pt x="942" y="8481"/>
                  </a:lnTo>
                  <a:lnTo>
                    <a:pt x="947" y="8523"/>
                  </a:lnTo>
                  <a:lnTo>
                    <a:pt x="953" y="8524"/>
                  </a:lnTo>
                  <a:lnTo>
                    <a:pt x="965" y="8526"/>
                  </a:lnTo>
                  <a:lnTo>
                    <a:pt x="1124" y="8562"/>
                  </a:lnTo>
                  <a:lnTo>
                    <a:pt x="1137" y="8566"/>
                  </a:lnTo>
                  <a:lnTo>
                    <a:pt x="1296" y="8618"/>
                  </a:lnTo>
                  <a:lnTo>
                    <a:pt x="1310" y="8623"/>
                  </a:lnTo>
                  <a:lnTo>
                    <a:pt x="1472" y="8695"/>
                  </a:lnTo>
                  <a:lnTo>
                    <a:pt x="1483" y="8700"/>
                  </a:lnTo>
                  <a:lnTo>
                    <a:pt x="1651" y="8791"/>
                  </a:lnTo>
                  <a:lnTo>
                    <a:pt x="1659" y="8796"/>
                  </a:lnTo>
                  <a:lnTo>
                    <a:pt x="1828" y="8901"/>
                  </a:lnTo>
                  <a:lnTo>
                    <a:pt x="1834" y="8905"/>
                  </a:lnTo>
                  <a:lnTo>
                    <a:pt x="1999" y="9019"/>
                  </a:lnTo>
                  <a:lnTo>
                    <a:pt x="2004" y="9022"/>
                  </a:lnTo>
                  <a:lnTo>
                    <a:pt x="2159" y="9139"/>
                  </a:lnTo>
                  <a:lnTo>
                    <a:pt x="2163" y="9143"/>
                  </a:lnTo>
                  <a:lnTo>
                    <a:pt x="2303" y="9257"/>
                  </a:lnTo>
                  <a:lnTo>
                    <a:pt x="2313" y="9265"/>
                  </a:lnTo>
                  <a:lnTo>
                    <a:pt x="2439" y="9387"/>
                  </a:lnTo>
                  <a:lnTo>
                    <a:pt x="2449" y="9397"/>
                  </a:lnTo>
                  <a:lnTo>
                    <a:pt x="2566" y="9534"/>
                  </a:lnTo>
                  <a:lnTo>
                    <a:pt x="2571" y="9540"/>
                  </a:lnTo>
                  <a:lnTo>
                    <a:pt x="2679" y="9680"/>
                  </a:lnTo>
                  <a:lnTo>
                    <a:pt x="2680" y="9682"/>
                  </a:lnTo>
                  <a:lnTo>
                    <a:pt x="2777" y="9811"/>
                  </a:lnTo>
                  <a:lnTo>
                    <a:pt x="2858" y="9915"/>
                  </a:lnTo>
                  <a:lnTo>
                    <a:pt x="2924" y="9983"/>
                  </a:lnTo>
                  <a:lnTo>
                    <a:pt x="2944" y="10000"/>
                  </a:lnTo>
                  <a:lnTo>
                    <a:pt x="2961" y="9960"/>
                  </a:lnTo>
                  <a:lnTo>
                    <a:pt x="2990" y="9865"/>
                  </a:lnTo>
                  <a:lnTo>
                    <a:pt x="3020" y="9743"/>
                  </a:lnTo>
                  <a:lnTo>
                    <a:pt x="3049" y="9600"/>
                  </a:lnTo>
                  <a:lnTo>
                    <a:pt x="3078" y="9440"/>
                  </a:lnTo>
                  <a:lnTo>
                    <a:pt x="3106" y="9268"/>
                  </a:lnTo>
                  <a:lnTo>
                    <a:pt x="3135" y="9077"/>
                  </a:lnTo>
                  <a:lnTo>
                    <a:pt x="3163" y="8861"/>
                  </a:lnTo>
                  <a:lnTo>
                    <a:pt x="3190" y="8629"/>
                  </a:lnTo>
                  <a:lnTo>
                    <a:pt x="3217" y="8391"/>
                  </a:lnTo>
                  <a:lnTo>
                    <a:pt x="3242" y="8154"/>
                  </a:lnTo>
                  <a:lnTo>
                    <a:pt x="3265" y="7928"/>
                  </a:lnTo>
                  <a:lnTo>
                    <a:pt x="3287" y="7713"/>
                  </a:lnTo>
                  <a:lnTo>
                    <a:pt x="3309" y="7503"/>
                  </a:lnTo>
                  <a:lnTo>
                    <a:pt x="3328" y="7296"/>
                  </a:lnTo>
                  <a:lnTo>
                    <a:pt x="3346" y="7089"/>
                  </a:lnTo>
                  <a:lnTo>
                    <a:pt x="3360" y="6881"/>
                  </a:lnTo>
                  <a:lnTo>
                    <a:pt x="3371" y="6670"/>
                  </a:lnTo>
                  <a:lnTo>
                    <a:pt x="3379" y="6454"/>
                  </a:lnTo>
                  <a:lnTo>
                    <a:pt x="3383" y="6234"/>
                  </a:lnTo>
                  <a:lnTo>
                    <a:pt x="3385" y="6013"/>
                  </a:lnTo>
                  <a:lnTo>
                    <a:pt x="3383" y="5791"/>
                  </a:lnTo>
                  <a:lnTo>
                    <a:pt x="3379" y="5569"/>
                  </a:lnTo>
                  <a:lnTo>
                    <a:pt x="3371" y="5348"/>
                  </a:lnTo>
                  <a:lnTo>
                    <a:pt x="3361" y="5126"/>
                  </a:lnTo>
                  <a:lnTo>
                    <a:pt x="3349" y="4904"/>
                  </a:lnTo>
                  <a:lnTo>
                    <a:pt x="3333" y="4682"/>
                  </a:lnTo>
                  <a:lnTo>
                    <a:pt x="3315" y="4461"/>
                  </a:lnTo>
                  <a:lnTo>
                    <a:pt x="3292" y="4243"/>
                  </a:lnTo>
                  <a:lnTo>
                    <a:pt x="3266" y="4027"/>
                  </a:lnTo>
                  <a:lnTo>
                    <a:pt x="3236" y="3813"/>
                  </a:lnTo>
                  <a:lnTo>
                    <a:pt x="3202" y="3599"/>
                  </a:lnTo>
                  <a:lnTo>
                    <a:pt x="3165" y="3387"/>
                  </a:lnTo>
                  <a:lnTo>
                    <a:pt x="3124" y="3179"/>
                  </a:lnTo>
                  <a:lnTo>
                    <a:pt x="3079" y="2976"/>
                  </a:lnTo>
                  <a:lnTo>
                    <a:pt x="3029" y="2779"/>
                  </a:lnTo>
                  <a:lnTo>
                    <a:pt x="2975" y="2586"/>
                  </a:lnTo>
                  <a:lnTo>
                    <a:pt x="2915" y="2397"/>
                  </a:lnTo>
                  <a:lnTo>
                    <a:pt x="2851" y="2213"/>
                  </a:lnTo>
                  <a:lnTo>
                    <a:pt x="2784" y="2034"/>
                  </a:lnTo>
                  <a:lnTo>
                    <a:pt x="2713" y="1861"/>
                  </a:lnTo>
                  <a:lnTo>
                    <a:pt x="2638" y="1696"/>
                  </a:lnTo>
                  <a:lnTo>
                    <a:pt x="2561" y="1537"/>
                  </a:lnTo>
                  <a:lnTo>
                    <a:pt x="2480" y="1384"/>
                  </a:lnTo>
                  <a:lnTo>
                    <a:pt x="2395" y="1238"/>
                  </a:lnTo>
                  <a:lnTo>
                    <a:pt x="2308" y="1099"/>
                  </a:lnTo>
                  <a:lnTo>
                    <a:pt x="2217" y="968"/>
                  </a:lnTo>
                  <a:lnTo>
                    <a:pt x="2123" y="845"/>
                  </a:lnTo>
                  <a:lnTo>
                    <a:pt x="2025" y="729"/>
                  </a:lnTo>
                  <a:lnTo>
                    <a:pt x="1923" y="620"/>
                  </a:lnTo>
                  <a:lnTo>
                    <a:pt x="1818" y="518"/>
                  </a:lnTo>
                  <a:lnTo>
                    <a:pt x="1710" y="424"/>
                  </a:lnTo>
                  <a:lnTo>
                    <a:pt x="1601" y="338"/>
                  </a:lnTo>
                  <a:lnTo>
                    <a:pt x="1492" y="264"/>
                  </a:lnTo>
                  <a:lnTo>
                    <a:pt x="1376" y="197"/>
                  </a:lnTo>
                  <a:lnTo>
                    <a:pt x="1246" y="136"/>
                  </a:lnTo>
                  <a:lnTo>
                    <a:pt x="1113" y="82"/>
                  </a:lnTo>
                  <a:lnTo>
                    <a:pt x="987" y="38"/>
                  </a:lnTo>
                  <a:lnTo>
                    <a:pt x="879" y="7"/>
                  </a:lnTo>
                  <a:lnTo>
                    <a:pt x="841" y="0"/>
                  </a:lnTo>
                  <a:lnTo>
                    <a:pt x="841" y="1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106648" y="1509674"/>
              <a:ext cx="665112" cy="1445666"/>
            </a:xfrm>
            <a:custGeom>
              <a:avLst/>
              <a:gdLst/>
              <a:ahLst/>
              <a:cxnLst/>
              <a:rect l="0" t="0" r="r" b="b"/>
              <a:pathLst>
                <a:path w="2273" h="5100" fill="none">
                  <a:moveTo>
                    <a:pt x="0" y="2335"/>
                  </a:moveTo>
                  <a:lnTo>
                    <a:pt x="437" y="2100"/>
                  </a:lnTo>
                  <a:lnTo>
                    <a:pt x="1237" y="1500"/>
                  </a:lnTo>
                  <a:lnTo>
                    <a:pt x="1687" y="900"/>
                  </a:lnTo>
                </a:path>
                <a:path w="2273" h="5100" fill="none">
                  <a:moveTo>
                    <a:pt x="437" y="2100"/>
                  </a:moveTo>
                  <a:lnTo>
                    <a:pt x="737" y="1200"/>
                  </a:lnTo>
                  <a:lnTo>
                    <a:pt x="887" y="200"/>
                  </a:lnTo>
                </a:path>
                <a:path w="2273" h="5100" fill="none">
                  <a:moveTo>
                    <a:pt x="0" y="2483"/>
                  </a:moveTo>
                  <a:lnTo>
                    <a:pt x="737" y="2600"/>
                  </a:lnTo>
                  <a:lnTo>
                    <a:pt x="1737" y="2600"/>
                  </a:lnTo>
                  <a:lnTo>
                    <a:pt x="2237" y="2700"/>
                  </a:lnTo>
                </a:path>
                <a:path w="2273" h="5100" fill="none">
                  <a:moveTo>
                    <a:pt x="737" y="2600"/>
                  </a:moveTo>
                  <a:lnTo>
                    <a:pt x="1437" y="3300"/>
                  </a:lnTo>
                  <a:lnTo>
                    <a:pt x="1987" y="3900"/>
                  </a:lnTo>
                </a:path>
                <a:path w="2273" h="5100" fill="none">
                  <a:moveTo>
                    <a:pt x="23" y="2758"/>
                  </a:moveTo>
                  <a:lnTo>
                    <a:pt x="437" y="3300"/>
                  </a:lnTo>
                  <a:lnTo>
                    <a:pt x="1037" y="4300"/>
                  </a:lnTo>
                  <a:lnTo>
                    <a:pt x="1587" y="5100"/>
                  </a:lnTo>
                </a:path>
                <a:path w="2273" h="5100" fill="none">
                  <a:moveTo>
                    <a:pt x="437" y="3300"/>
                  </a:moveTo>
                  <a:lnTo>
                    <a:pt x="299" y="3761"/>
                  </a:lnTo>
                </a:path>
                <a:path w="2273" h="5100" fill="none">
                  <a:moveTo>
                    <a:pt x="1037" y="4300"/>
                  </a:moveTo>
                  <a:lnTo>
                    <a:pt x="1837" y="4800"/>
                  </a:lnTo>
                  <a:lnTo>
                    <a:pt x="2237" y="5100"/>
                  </a:lnTo>
                </a:path>
                <a:path w="2273" h="5100" fill="none">
                  <a:moveTo>
                    <a:pt x="1237" y="1500"/>
                  </a:moveTo>
                  <a:lnTo>
                    <a:pt x="1937" y="1700"/>
                  </a:lnTo>
                  <a:lnTo>
                    <a:pt x="2273" y="1951"/>
                  </a:lnTo>
                </a:path>
                <a:path w="2273" h="5100" fill="none">
                  <a:moveTo>
                    <a:pt x="737" y="1200"/>
                  </a:moveTo>
                  <a:lnTo>
                    <a:pt x="1337" y="600"/>
                  </a:lnTo>
                </a:path>
                <a:path w="2273" h="5100" fill="none">
                  <a:moveTo>
                    <a:pt x="1437" y="3300"/>
                  </a:moveTo>
                  <a:lnTo>
                    <a:pt x="1337" y="4000"/>
                  </a:lnTo>
                  <a:lnTo>
                    <a:pt x="1637" y="4700"/>
                  </a:lnTo>
                </a:path>
                <a:path w="2273" h="5100" fill="none">
                  <a:moveTo>
                    <a:pt x="89" y="1295"/>
                  </a:moveTo>
                  <a:lnTo>
                    <a:pt x="237" y="900"/>
                  </a:lnTo>
                  <a:lnTo>
                    <a:pt x="437" y="0"/>
                  </a:lnTo>
                </a:path>
                <a:path w="2273" h="5100" fill="none">
                  <a:moveTo>
                    <a:pt x="1737" y="2600"/>
                  </a:moveTo>
                  <a:lnTo>
                    <a:pt x="2037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100083" y="2281252"/>
              <a:ext cx="693576" cy="769696"/>
            </a:xfrm>
            <a:custGeom>
              <a:avLst/>
              <a:gdLst/>
              <a:ahLst/>
              <a:cxnLst/>
              <a:rect l="0" t="0" r="r" b="b"/>
              <a:pathLst>
                <a:path w="2370" h="2715" fill="none">
                  <a:moveTo>
                    <a:pt x="2370" y="2715"/>
                  </a:moveTo>
                  <a:lnTo>
                    <a:pt x="2288" y="2613"/>
                  </a:lnTo>
                  <a:lnTo>
                    <a:pt x="2102" y="2379"/>
                  </a:lnTo>
                  <a:lnTo>
                    <a:pt x="1886" y="2108"/>
                  </a:lnTo>
                  <a:lnTo>
                    <a:pt x="1663" y="1830"/>
                  </a:lnTo>
                  <a:lnTo>
                    <a:pt x="1460" y="1578"/>
                  </a:lnTo>
                  <a:lnTo>
                    <a:pt x="1273" y="1343"/>
                  </a:lnTo>
                  <a:lnTo>
                    <a:pt x="1087" y="1106"/>
                  </a:lnTo>
                  <a:lnTo>
                    <a:pt x="904" y="877"/>
                  </a:lnTo>
                  <a:lnTo>
                    <a:pt x="727" y="664"/>
                  </a:lnTo>
                  <a:lnTo>
                    <a:pt x="560" y="478"/>
                  </a:lnTo>
                  <a:lnTo>
                    <a:pt x="393" y="316"/>
                  </a:lnTo>
                  <a:lnTo>
                    <a:pt x="224" y="173"/>
                  </a:lnTo>
                  <a:lnTo>
                    <a:pt x="67" y="50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2089068" y="1309871"/>
            <a:ext cx="742645" cy="2124893"/>
          </a:xfrm>
          <a:custGeom>
            <a:avLst/>
            <a:gdLst/>
            <a:ahLst/>
            <a:cxnLst/>
            <a:rect l="0" t="0" r="r" b="b"/>
            <a:pathLst>
              <a:path w="2538" h="7496" fill="none">
                <a:moveTo>
                  <a:pt x="630" y="0"/>
                </a:moveTo>
                <a:lnTo>
                  <a:pt x="626" y="10"/>
                </a:lnTo>
                <a:lnTo>
                  <a:pt x="607" y="51"/>
                </a:lnTo>
                <a:lnTo>
                  <a:pt x="601" y="63"/>
                </a:lnTo>
                <a:lnTo>
                  <a:pt x="570" y="111"/>
                </a:lnTo>
                <a:lnTo>
                  <a:pt x="570" y="111"/>
                </a:lnTo>
                <a:lnTo>
                  <a:pt x="536" y="166"/>
                </a:lnTo>
                <a:lnTo>
                  <a:pt x="500" y="226"/>
                </a:lnTo>
                <a:lnTo>
                  <a:pt x="463" y="294"/>
                </a:lnTo>
                <a:lnTo>
                  <a:pt x="427" y="372"/>
                </a:lnTo>
                <a:lnTo>
                  <a:pt x="392" y="462"/>
                </a:lnTo>
                <a:lnTo>
                  <a:pt x="357" y="566"/>
                </a:lnTo>
                <a:lnTo>
                  <a:pt x="321" y="683"/>
                </a:lnTo>
                <a:lnTo>
                  <a:pt x="285" y="811"/>
                </a:lnTo>
                <a:lnTo>
                  <a:pt x="250" y="948"/>
                </a:lnTo>
                <a:lnTo>
                  <a:pt x="218" y="1093"/>
                </a:lnTo>
                <a:lnTo>
                  <a:pt x="189" y="1244"/>
                </a:lnTo>
                <a:lnTo>
                  <a:pt x="162" y="1405"/>
                </a:lnTo>
                <a:lnTo>
                  <a:pt x="137" y="1577"/>
                </a:lnTo>
                <a:lnTo>
                  <a:pt x="115" y="1758"/>
                </a:lnTo>
                <a:lnTo>
                  <a:pt x="94" y="1944"/>
                </a:lnTo>
                <a:lnTo>
                  <a:pt x="76" y="2130"/>
                </a:lnTo>
                <a:lnTo>
                  <a:pt x="60" y="2314"/>
                </a:lnTo>
                <a:lnTo>
                  <a:pt x="60" y="2314"/>
                </a:lnTo>
                <a:lnTo>
                  <a:pt x="43" y="2497"/>
                </a:lnTo>
                <a:lnTo>
                  <a:pt x="43" y="2497"/>
                </a:lnTo>
                <a:lnTo>
                  <a:pt x="25" y="2680"/>
                </a:lnTo>
                <a:lnTo>
                  <a:pt x="10" y="2861"/>
                </a:lnTo>
                <a:lnTo>
                  <a:pt x="0" y="3040"/>
                </a:lnTo>
                <a:lnTo>
                  <a:pt x="0" y="3217"/>
                </a:lnTo>
                <a:lnTo>
                  <a:pt x="11" y="3392"/>
                </a:lnTo>
                <a:lnTo>
                  <a:pt x="39" y="3566"/>
                </a:lnTo>
                <a:lnTo>
                  <a:pt x="81" y="3743"/>
                </a:lnTo>
                <a:lnTo>
                  <a:pt x="133" y="3923"/>
                </a:lnTo>
                <a:lnTo>
                  <a:pt x="190" y="4105"/>
                </a:lnTo>
                <a:lnTo>
                  <a:pt x="190" y="4105"/>
                </a:lnTo>
                <a:lnTo>
                  <a:pt x="247" y="4288"/>
                </a:lnTo>
                <a:lnTo>
                  <a:pt x="248" y="4291"/>
                </a:lnTo>
                <a:lnTo>
                  <a:pt x="299" y="4475"/>
                </a:lnTo>
                <a:lnTo>
                  <a:pt x="300" y="4476"/>
                </a:lnTo>
                <a:lnTo>
                  <a:pt x="348" y="4656"/>
                </a:lnTo>
                <a:lnTo>
                  <a:pt x="397" y="4832"/>
                </a:lnTo>
                <a:lnTo>
                  <a:pt x="397" y="4832"/>
                </a:lnTo>
                <a:lnTo>
                  <a:pt x="446" y="5009"/>
                </a:lnTo>
                <a:lnTo>
                  <a:pt x="447" y="5011"/>
                </a:lnTo>
                <a:lnTo>
                  <a:pt x="494" y="5191"/>
                </a:lnTo>
                <a:lnTo>
                  <a:pt x="494" y="5194"/>
                </a:lnTo>
                <a:lnTo>
                  <a:pt x="537" y="5382"/>
                </a:lnTo>
                <a:lnTo>
                  <a:pt x="537" y="5386"/>
                </a:lnTo>
                <a:lnTo>
                  <a:pt x="573" y="5585"/>
                </a:lnTo>
                <a:lnTo>
                  <a:pt x="573" y="5585"/>
                </a:lnTo>
                <a:lnTo>
                  <a:pt x="613" y="5815"/>
                </a:lnTo>
                <a:lnTo>
                  <a:pt x="661" y="6079"/>
                </a:lnTo>
                <a:lnTo>
                  <a:pt x="662" y="6081"/>
                </a:lnTo>
                <a:lnTo>
                  <a:pt x="706" y="6352"/>
                </a:lnTo>
                <a:lnTo>
                  <a:pt x="706" y="6358"/>
                </a:lnTo>
                <a:lnTo>
                  <a:pt x="710" y="6389"/>
                </a:lnTo>
                <a:lnTo>
                  <a:pt x="714" y="6389"/>
                </a:lnTo>
                <a:lnTo>
                  <a:pt x="723" y="6391"/>
                </a:lnTo>
                <a:lnTo>
                  <a:pt x="843" y="6418"/>
                </a:lnTo>
                <a:lnTo>
                  <a:pt x="853" y="6421"/>
                </a:lnTo>
                <a:lnTo>
                  <a:pt x="972" y="6460"/>
                </a:lnTo>
                <a:lnTo>
                  <a:pt x="982" y="6464"/>
                </a:lnTo>
                <a:lnTo>
                  <a:pt x="1104" y="6517"/>
                </a:lnTo>
                <a:lnTo>
                  <a:pt x="1112" y="6521"/>
                </a:lnTo>
                <a:lnTo>
                  <a:pt x="1238" y="6590"/>
                </a:lnTo>
                <a:lnTo>
                  <a:pt x="1244" y="6593"/>
                </a:lnTo>
                <a:lnTo>
                  <a:pt x="1371" y="6672"/>
                </a:lnTo>
                <a:lnTo>
                  <a:pt x="1375" y="6675"/>
                </a:lnTo>
                <a:lnTo>
                  <a:pt x="1499" y="6761"/>
                </a:lnTo>
                <a:lnTo>
                  <a:pt x="1502" y="6763"/>
                </a:lnTo>
                <a:lnTo>
                  <a:pt x="1619" y="6851"/>
                </a:lnTo>
                <a:lnTo>
                  <a:pt x="1622" y="6853"/>
                </a:lnTo>
                <a:lnTo>
                  <a:pt x="1727" y="6939"/>
                </a:lnTo>
                <a:lnTo>
                  <a:pt x="1734" y="6945"/>
                </a:lnTo>
                <a:lnTo>
                  <a:pt x="1829" y="7037"/>
                </a:lnTo>
                <a:lnTo>
                  <a:pt x="1836" y="7044"/>
                </a:lnTo>
                <a:lnTo>
                  <a:pt x="1924" y="7147"/>
                </a:lnTo>
                <a:lnTo>
                  <a:pt x="1928" y="7151"/>
                </a:lnTo>
                <a:lnTo>
                  <a:pt x="2008" y="7256"/>
                </a:lnTo>
                <a:lnTo>
                  <a:pt x="2009" y="7257"/>
                </a:lnTo>
                <a:lnTo>
                  <a:pt x="2082" y="7355"/>
                </a:lnTo>
                <a:lnTo>
                  <a:pt x="2143" y="7432"/>
                </a:lnTo>
                <a:lnTo>
                  <a:pt x="2192" y="7483"/>
                </a:lnTo>
                <a:lnTo>
                  <a:pt x="2207" y="7496"/>
                </a:lnTo>
                <a:lnTo>
                  <a:pt x="2220" y="7466"/>
                </a:lnTo>
                <a:lnTo>
                  <a:pt x="2242" y="7395"/>
                </a:lnTo>
                <a:lnTo>
                  <a:pt x="2264" y="7304"/>
                </a:lnTo>
                <a:lnTo>
                  <a:pt x="2286" y="7196"/>
                </a:lnTo>
                <a:lnTo>
                  <a:pt x="2307" y="7076"/>
                </a:lnTo>
                <a:lnTo>
                  <a:pt x="2329" y="6947"/>
                </a:lnTo>
                <a:lnTo>
                  <a:pt x="2350" y="6804"/>
                </a:lnTo>
                <a:lnTo>
                  <a:pt x="2371" y="6642"/>
                </a:lnTo>
                <a:lnTo>
                  <a:pt x="2392" y="6469"/>
                </a:lnTo>
                <a:lnTo>
                  <a:pt x="2412" y="6290"/>
                </a:lnTo>
                <a:lnTo>
                  <a:pt x="2431" y="6113"/>
                </a:lnTo>
                <a:lnTo>
                  <a:pt x="2448" y="5943"/>
                </a:lnTo>
                <a:lnTo>
                  <a:pt x="2465" y="5782"/>
                </a:lnTo>
                <a:lnTo>
                  <a:pt x="2481" y="5624"/>
                </a:lnTo>
                <a:lnTo>
                  <a:pt x="2495" y="5469"/>
                </a:lnTo>
                <a:lnTo>
                  <a:pt x="2509" y="5314"/>
                </a:lnTo>
                <a:lnTo>
                  <a:pt x="2519" y="5158"/>
                </a:lnTo>
                <a:lnTo>
                  <a:pt x="2528" y="5000"/>
                </a:lnTo>
                <a:lnTo>
                  <a:pt x="2533" y="4838"/>
                </a:lnTo>
                <a:lnTo>
                  <a:pt x="2536" y="4673"/>
                </a:lnTo>
                <a:lnTo>
                  <a:pt x="2538" y="4507"/>
                </a:lnTo>
                <a:lnTo>
                  <a:pt x="2536" y="4341"/>
                </a:lnTo>
                <a:lnTo>
                  <a:pt x="2533" y="4175"/>
                </a:lnTo>
                <a:lnTo>
                  <a:pt x="2528" y="4009"/>
                </a:lnTo>
                <a:lnTo>
                  <a:pt x="2520" y="3843"/>
                </a:lnTo>
                <a:lnTo>
                  <a:pt x="2511" y="3676"/>
                </a:lnTo>
                <a:lnTo>
                  <a:pt x="2499" y="3510"/>
                </a:lnTo>
                <a:lnTo>
                  <a:pt x="2485" y="3344"/>
                </a:lnTo>
                <a:lnTo>
                  <a:pt x="2468" y="3180"/>
                </a:lnTo>
                <a:lnTo>
                  <a:pt x="2448" y="3019"/>
                </a:lnTo>
                <a:lnTo>
                  <a:pt x="2426" y="2858"/>
                </a:lnTo>
                <a:lnTo>
                  <a:pt x="2401" y="2698"/>
                </a:lnTo>
                <a:lnTo>
                  <a:pt x="2373" y="2539"/>
                </a:lnTo>
                <a:lnTo>
                  <a:pt x="2342" y="2383"/>
                </a:lnTo>
                <a:lnTo>
                  <a:pt x="2309" y="2231"/>
                </a:lnTo>
                <a:lnTo>
                  <a:pt x="2271" y="2083"/>
                </a:lnTo>
                <a:lnTo>
                  <a:pt x="2230" y="1939"/>
                </a:lnTo>
                <a:lnTo>
                  <a:pt x="2186" y="1797"/>
                </a:lnTo>
                <a:lnTo>
                  <a:pt x="2138" y="1659"/>
                </a:lnTo>
                <a:lnTo>
                  <a:pt x="2087" y="1524"/>
                </a:lnTo>
                <a:lnTo>
                  <a:pt x="2034" y="1395"/>
                </a:lnTo>
                <a:lnTo>
                  <a:pt x="1978" y="1271"/>
                </a:lnTo>
                <a:lnTo>
                  <a:pt x="1920" y="1152"/>
                </a:lnTo>
                <a:lnTo>
                  <a:pt x="1859" y="1038"/>
                </a:lnTo>
                <a:lnTo>
                  <a:pt x="1796" y="928"/>
                </a:lnTo>
                <a:lnTo>
                  <a:pt x="1730" y="824"/>
                </a:lnTo>
                <a:lnTo>
                  <a:pt x="1662" y="726"/>
                </a:lnTo>
                <a:lnTo>
                  <a:pt x="1592" y="633"/>
                </a:lnTo>
                <a:lnTo>
                  <a:pt x="1518" y="546"/>
                </a:lnTo>
                <a:lnTo>
                  <a:pt x="1442" y="464"/>
                </a:lnTo>
                <a:lnTo>
                  <a:pt x="1363" y="388"/>
                </a:lnTo>
                <a:lnTo>
                  <a:pt x="1282" y="317"/>
                </a:lnTo>
                <a:lnTo>
                  <a:pt x="1200" y="254"/>
                </a:lnTo>
                <a:lnTo>
                  <a:pt x="1119" y="198"/>
                </a:lnTo>
                <a:lnTo>
                  <a:pt x="1031" y="147"/>
                </a:lnTo>
                <a:lnTo>
                  <a:pt x="934" y="101"/>
                </a:lnTo>
                <a:lnTo>
                  <a:pt x="835" y="61"/>
                </a:lnTo>
                <a:lnTo>
                  <a:pt x="740" y="29"/>
                </a:lnTo>
                <a:lnTo>
                  <a:pt x="659" y="5"/>
                </a:lnTo>
                <a:lnTo>
                  <a:pt x="631" y="0"/>
                </a:lnTo>
                <a:lnTo>
                  <a:pt x="630" y="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610819" y="1276342"/>
            <a:ext cx="1177818" cy="2203408"/>
          </a:xfrm>
          <a:custGeom>
            <a:avLst/>
            <a:gdLst/>
            <a:ahLst/>
            <a:cxnLst/>
            <a:rect l="0" t="0" r="r" b="b"/>
            <a:pathLst>
              <a:path w="4025" h="7773" fill="none">
                <a:moveTo>
                  <a:pt x="2030" y="3"/>
                </a:moveTo>
                <a:lnTo>
                  <a:pt x="1937" y="17"/>
                </a:lnTo>
                <a:lnTo>
                  <a:pt x="1843" y="42"/>
                </a:lnTo>
                <a:lnTo>
                  <a:pt x="1748" y="76"/>
                </a:lnTo>
                <a:lnTo>
                  <a:pt x="1653" y="119"/>
                </a:lnTo>
                <a:lnTo>
                  <a:pt x="1560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6"/>
                </a:lnTo>
                <a:lnTo>
                  <a:pt x="253" y="7065"/>
                </a:lnTo>
                <a:lnTo>
                  <a:pt x="276" y="7170"/>
                </a:lnTo>
                <a:lnTo>
                  <a:pt x="299" y="7269"/>
                </a:lnTo>
                <a:lnTo>
                  <a:pt x="324" y="7360"/>
                </a:lnTo>
                <a:lnTo>
                  <a:pt x="350" y="7443"/>
                </a:lnTo>
                <a:lnTo>
                  <a:pt x="374" y="7521"/>
                </a:lnTo>
                <a:lnTo>
                  <a:pt x="396" y="7596"/>
                </a:lnTo>
                <a:lnTo>
                  <a:pt x="420" y="7664"/>
                </a:lnTo>
                <a:lnTo>
                  <a:pt x="447" y="7719"/>
                </a:lnTo>
                <a:lnTo>
                  <a:pt x="483" y="7757"/>
                </a:lnTo>
                <a:lnTo>
                  <a:pt x="530" y="7773"/>
                </a:lnTo>
                <a:lnTo>
                  <a:pt x="587" y="7761"/>
                </a:lnTo>
                <a:lnTo>
                  <a:pt x="652" y="7725"/>
                </a:lnTo>
                <a:lnTo>
                  <a:pt x="726" y="7672"/>
                </a:lnTo>
                <a:lnTo>
                  <a:pt x="807" y="7608"/>
                </a:lnTo>
                <a:lnTo>
                  <a:pt x="895" y="7539"/>
                </a:lnTo>
                <a:lnTo>
                  <a:pt x="990" y="7473"/>
                </a:lnTo>
                <a:lnTo>
                  <a:pt x="1095" y="7401"/>
                </a:lnTo>
                <a:lnTo>
                  <a:pt x="1211" y="7317"/>
                </a:lnTo>
                <a:lnTo>
                  <a:pt x="1335" y="7229"/>
                </a:lnTo>
                <a:lnTo>
                  <a:pt x="1461" y="7144"/>
                </a:lnTo>
                <a:lnTo>
                  <a:pt x="1588" y="7069"/>
                </a:lnTo>
                <a:lnTo>
                  <a:pt x="1710" y="7013"/>
                </a:lnTo>
                <a:lnTo>
                  <a:pt x="1828" y="6977"/>
                </a:lnTo>
                <a:lnTo>
                  <a:pt x="1948" y="6956"/>
                </a:lnTo>
                <a:lnTo>
                  <a:pt x="2067" y="6945"/>
                </a:lnTo>
                <a:lnTo>
                  <a:pt x="2184" y="6941"/>
                </a:lnTo>
                <a:lnTo>
                  <a:pt x="2299" y="6938"/>
                </a:lnTo>
                <a:lnTo>
                  <a:pt x="2410" y="6933"/>
                </a:lnTo>
                <a:lnTo>
                  <a:pt x="2511" y="6926"/>
                </a:lnTo>
                <a:lnTo>
                  <a:pt x="2604" y="6923"/>
                </a:lnTo>
                <a:lnTo>
                  <a:pt x="2693" y="6922"/>
                </a:lnTo>
                <a:lnTo>
                  <a:pt x="2787" y="6921"/>
                </a:lnTo>
                <a:lnTo>
                  <a:pt x="2890" y="6918"/>
                </a:lnTo>
                <a:lnTo>
                  <a:pt x="3010" y="6913"/>
                </a:lnTo>
                <a:lnTo>
                  <a:pt x="3161" y="6916"/>
                </a:lnTo>
                <a:lnTo>
                  <a:pt x="3341" y="6932"/>
                </a:lnTo>
                <a:lnTo>
                  <a:pt x="3532" y="6946"/>
                </a:lnTo>
                <a:lnTo>
                  <a:pt x="3713" y="6946"/>
                </a:lnTo>
                <a:lnTo>
                  <a:pt x="3865" y="6916"/>
                </a:lnTo>
                <a:lnTo>
                  <a:pt x="3970" y="6843"/>
                </a:lnTo>
                <a:lnTo>
                  <a:pt x="4018" y="6717"/>
                </a:lnTo>
                <a:lnTo>
                  <a:pt x="4025" y="6546"/>
                </a:lnTo>
                <a:lnTo>
                  <a:pt x="4003" y="6347"/>
                </a:lnTo>
                <a:lnTo>
                  <a:pt x="3965" y="6133"/>
                </a:lnTo>
                <a:lnTo>
                  <a:pt x="3926" y="5920"/>
                </a:lnTo>
                <a:lnTo>
                  <a:pt x="3897" y="5723"/>
                </a:lnTo>
                <a:lnTo>
                  <a:pt x="3876" y="5538"/>
                </a:lnTo>
                <a:lnTo>
                  <a:pt x="3852" y="5354"/>
                </a:lnTo>
                <a:lnTo>
                  <a:pt x="3826" y="5171"/>
                </a:lnTo>
                <a:lnTo>
                  <a:pt x="3799" y="4989"/>
                </a:lnTo>
                <a:lnTo>
                  <a:pt x="3772" y="4806"/>
                </a:lnTo>
                <a:lnTo>
                  <a:pt x="3746" y="4623"/>
                </a:lnTo>
                <a:lnTo>
                  <a:pt x="3721" y="4439"/>
                </a:lnTo>
                <a:lnTo>
                  <a:pt x="3696" y="4256"/>
                </a:lnTo>
                <a:lnTo>
                  <a:pt x="3672" y="4073"/>
                </a:lnTo>
                <a:lnTo>
                  <a:pt x="3647" y="3889"/>
                </a:lnTo>
                <a:lnTo>
                  <a:pt x="3622" y="3706"/>
                </a:lnTo>
                <a:lnTo>
                  <a:pt x="3594" y="3523"/>
                </a:lnTo>
                <a:lnTo>
                  <a:pt x="3565" y="3339"/>
                </a:lnTo>
                <a:lnTo>
                  <a:pt x="3536" y="3155"/>
                </a:lnTo>
                <a:lnTo>
                  <a:pt x="3506" y="2971"/>
                </a:lnTo>
                <a:lnTo>
                  <a:pt x="3474" y="2788"/>
                </a:lnTo>
                <a:lnTo>
                  <a:pt x="3439" y="2605"/>
                </a:lnTo>
                <a:lnTo>
                  <a:pt x="3403" y="2423"/>
                </a:lnTo>
                <a:lnTo>
                  <a:pt x="3363" y="2238"/>
                </a:lnTo>
                <a:lnTo>
                  <a:pt x="3320" y="2051"/>
                </a:lnTo>
                <a:lnTo>
                  <a:pt x="3275" y="1864"/>
                </a:lnTo>
                <a:lnTo>
                  <a:pt x="3228" y="1681"/>
                </a:lnTo>
                <a:lnTo>
                  <a:pt x="3181" y="1506"/>
                </a:lnTo>
                <a:lnTo>
                  <a:pt x="3132" y="1343"/>
                </a:lnTo>
                <a:lnTo>
                  <a:pt x="3082" y="1189"/>
                </a:lnTo>
                <a:lnTo>
                  <a:pt x="3030" y="1041"/>
                </a:lnTo>
                <a:lnTo>
                  <a:pt x="2976" y="901"/>
                </a:lnTo>
                <a:lnTo>
                  <a:pt x="2922" y="771"/>
                </a:lnTo>
                <a:lnTo>
                  <a:pt x="2870" y="651"/>
                </a:lnTo>
                <a:lnTo>
                  <a:pt x="2820" y="543"/>
                </a:lnTo>
                <a:lnTo>
                  <a:pt x="2777" y="447"/>
                </a:lnTo>
                <a:lnTo>
                  <a:pt x="2740" y="363"/>
                </a:lnTo>
                <a:lnTo>
                  <a:pt x="2704" y="290"/>
                </a:lnTo>
                <a:lnTo>
                  <a:pt x="2664" y="226"/>
                </a:lnTo>
                <a:lnTo>
                  <a:pt x="2618" y="171"/>
                </a:lnTo>
                <a:lnTo>
                  <a:pt x="2560" y="123"/>
                </a:lnTo>
                <a:lnTo>
                  <a:pt x="2487" y="81"/>
                </a:lnTo>
                <a:lnTo>
                  <a:pt x="2404" y="48"/>
                </a:lnTo>
                <a:lnTo>
                  <a:pt x="2313" y="23"/>
                </a:lnTo>
                <a:lnTo>
                  <a:pt x="2218" y="6"/>
                </a:lnTo>
                <a:lnTo>
                  <a:pt x="2123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2056878" y="1276342"/>
            <a:ext cx="807023" cy="2198093"/>
          </a:xfrm>
          <a:custGeom>
            <a:avLst/>
            <a:gdLst/>
            <a:ahLst/>
            <a:cxnLst/>
            <a:rect l="0" t="0" r="r" b="b"/>
            <a:pathLst>
              <a:path w="2758" h="7754" fill="none">
                <a:moveTo>
                  <a:pt x="719" y="6604"/>
                </a:moveTo>
                <a:lnTo>
                  <a:pt x="809" y="6617"/>
                </a:lnTo>
                <a:lnTo>
                  <a:pt x="929" y="6644"/>
                </a:lnTo>
                <a:lnTo>
                  <a:pt x="1048" y="6683"/>
                </a:lnTo>
                <a:lnTo>
                  <a:pt x="1169" y="6736"/>
                </a:lnTo>
                <a:lnTo>
                  <a:pt x="1296" y="6805"/>
                </a:lnTo>
                <a:lnTo>
                  <a:pt x="1423" y="6884"/>
                </a:lnTo>
                <a:lnTo>
                  <a:pt x="1546" y="6969"/>
                </a:lnTo>
                <a:lnTo>
                  <a:pt x="1662" y="7057"/>
                </a:lnTo>
                <a:lnTo>
                  <a:pt x="1768" y="7143"/>
                </a:lnTo>
                <a:lnTo>
                  <a:pt x="1862" y="7234"/>
                </a:lnTo>
                <a:lnTo>
                  <a:pt x="1950" y="7337"/>
                </a:lnTo>
                <a:lnTo>
                  <a:pt x="2031" y="7441"/>
                </a:lnTo>
                <a:lnTo>
                  <a:pt x="2105" y="7540"/>
                </a:lnTo>
                <a:lnTo>
                  <a:pt x="2170" y="7623"/>
                </a:lnTo>
                <a:lnTo>
                  <a:pt x="2228" y="7683"/>
                </a:lnTo>
                <a:lnTo>
                  <a:pt x="2274" y="7721"/>
                </a:lnTo>
                <a:lnTo>
                  <a:pt x="2310" y="7745"/>
                </a:lnTo>
                <a:lnTo>
                  <a:pt x="2338" y="7754"/>
                </a:lnTo>
                <a:lnTo>
                  <a:pt x="2361" y="7747"/>
                </a:lnTo>
                <a:lnTo>
                  <a:pt x="2383" y="7724"/>
                </a:lnTo>
                <a:lnTo>
                  <a:pt x="2408" y="7683"/>
                </a:lnTo>
                <a:lnTo>
                  <a:pt x="2433" y="7622"/>
                </a:lnTo>
                <a:lnTo>
                  <a:pt x="2458" y="7542"/>
                </a:lnTo>
                <a:lnTo>
                  <a:pt x="2481" y="7446"/>
                </a:lnTo>
                <a:lnTo>
                  <a:pt x="2504" y="7335"/>
                </a:lnTo>
                <a:lnTo>
                  <a:pt x="2526" y="7213"/>
                </a:lnTo>
                <a:lnTo>
                  <a:pt x="2548" y="7083"/>
                </a:lnTo>
                <a:lnTo>
                  <a:pt x="2569" y="6937"/>
                </a:lnTo>
                <a:lnTo>
                  <a:pt x="2590" y="6774"/>
                </a:lnTo>
                <a:lnTo>
                  <a:pt x="2611" y="6600"/>
                </a:lnTo>
                <a:lnTo>
                  <a:pt x="2631" y="6420"/>
                </a:lnTo>
                <a:lnTo>
                  <a:pt x="2650" y="6242"/>
                </a:lnTo>
                <a:lnTo>
                  <a:pt x="2668" y="6073"/>
                </a:lnTo>
                <a:lnTo>
                  <a:pt x="2684" y="5911"/>
                </a:lnTo>
                <a:lnTo>
                  <a:pt x="2700" y="5753"/>
                </a:lnTo>
                <a:lnTo>
                  <a:pt x="2715" y="5597"/>
                </a:lnTo>
                <a:lnTo>
                  <a:pt x="2728" y="5441"/>
                </a:lnTo>
                <a:lnTo>
                  <a:pt x="2739" y="5283"/>
                </a:lnTo>
                <a:lnTo>
                  <a:pt x="2748" y="5123"/>
                </a:lnTo>
                <a:lnTo>
                  <a:pt x="2753" y="4959"/>
                </a:lnTo>
                <a:lnTo>
                  <a:pt x="2756" y="4793"/>
                </a:lnTo>
                <a:lnTo>
                  <a:pt x="2758" y="4626"/>
                </a:lnTo>
                <a:lnTo>
                  <a:pt x="2756" y="4458"/>
                </a:lnTo>
                <a:lnTo>
                  <a:pt x="2753" y="4290"/>
                </a:lnTo>
                <a:lnTo>
                  <a:pt x="2748" y="4123"/>
                </a:lnTo>
                <a:lnTo>
                  <a:pt x="2740" y="3955"/>
                </a:lnTo>
                <a:lnTo>
                  <a:pt x="2730" y="3787"/>
                </a:lnTo>
                <a:lnTo>
                  <a:pt x="2719" y="3620"/>
                </a:lnTo>
                <a:lnTo>
                  <a:pt x="2705" y="3452"/>
                </a:lnTo>
                <a:lnTo>
                  <a:pt x="2688" y="3286"/>
                </a:lnTo>
                <a:lnTo>
                  <a:pt x="2668" y="3123"/>
                </a:lnTo>
                <a:lnTo>
                  <a:pt x="2645" y="2960"/>
                </a:lnTo>
                <a:lnTo>
                  <a:pt x="2619" y="2798"/>
                </a:lnTo>
                <a:lnTo>
                  <a:pt x="2591" y="2637"/>
                </a:lnTo>
                <a:lnTo>
                  <a:pt x="2560" y="2479"/>
                </a:lnTo>
                <a:lnTo>
                  <a:pt x="2526" y="2323"/>
                </a:lnTo>
                <a:lnTo>
                  <a:pt x="2488" y="2173"/>
                </a:lnTo>
                <a:lnTo>
                  <a:pt x="2446" y="2025"/>
                </a:lnTo>
                <a:lnTo>
                  <a:pt x="2400" y="1881"/>
                </a:lnTo>
                <a:lnTo>
                  <a:pt x="2351" y="1740"/>
                </a:lnTo>
                <a:lnTo>
                  <a:pt x="2299" y="1602"/>
                </a:lnTo>
                <a:lnTo>
                  <a:pt x="2245" y="1470"/>
                </a:lnTo>
                <a:lnTo>
                  <a:pt x="2188" y="1343"/>
                </a:lnTo>
                <a:lnTo>
                  <a:pt x="2128" y="1220"/>
                </a:lnTo>
                <a:lnTo>
                  <a:pt x="2065" y="1103"/>
                </a:lnTo>
                <a:lnTo>
                  <a:pt x="2000" y="990"/>
                </a:lnTo>
                <a:lnTo>
                  <a:pt x="1932" y="882"/>
                </a:lnTo>
                <a:lnTo>
                  <a:pt x="1861" y="779"/>
                </a:lnTo>
                <a:lnTo>
                  <a:pt x="1788" y="683"/>
                </a:lnTo>
                <a:lnTo>
                  <a:pt x="1711" y="592"/>
                </a:lnTo>
                <a:lnTo>
                  <a:pt x="1630" y="506"/>
                </a:lnTo>
                <a:lnTo>
                  <a:pt x="1548" y="425"/>
                </a:lnTo>
                <a:lnTo>
                  <a:pt x="1462" y="351"/>
                </a:lnTo>
                <a:lnTo>
                  <a:pt x="1375" y="283"/>
                </a:lnTo>
                <a:lnTo>
                  <a:pt x="1288" y="223"/>
                </a:lnTo>
                <a:lnTo>
                  <a:pt x="1192" y="168"/>
                </a:lnTo>
                <a:lnTo>
                  <a:pt x="1089" y="119"/>
                </a:lnTo>
                <a:lnTo>
                  <a:pt x="983" y="76"/>
                </a:lnTo>
                <a:lnTo>
                  <a:pt x="883" y="42"/>
                </a:lnTo>
                <a:lnTo>
                  <a:pt x="796" y="17"/>
                </a:lnTo>
                <a:lnTo>
                  <a:pt x="728" y="3"/>
                </a:lnTo>
                <a:lnTo>
                  <a:pt x="684" y="0"/>
                </a:lnTo>
                <a:lnTo>
                  <a:pt x="662" y="6"/>
                </a:lnTo>
                <a:lnTo>
                  <a:pt x="651" y="23"/>
                </a:lnTo>
                <a:lnTo>
                  <a:pt x="646" y="48"/>
                </a:lnTo>
                <a:lnTo>
                  <a:pt x="637" y="81"/>
                </a:lnTo>
                <a:lnTo>
                  <a:pt x="618" y="123"/>
                </a:lnTo>
                <a:lnTo>
                  <a:pt x="587" y="171"/>
                </a:lnTo>
                <a:lnTo>
                  <a:pt x="552" y="226"/>
                </a:lnTo>
                <a:lnTo>
                  <a:pt x="514" y="290"/>
                </a:lnTo>
                <a:lnTo>
                  <a:pt x="475" y="363"/>
                </a:lnTo>
                <a:lnTo>
                  <a:pt x="435" y="447"/>
                </a:lnTo>
                <a:lnTo>
                  <a:pt x="398" y="543"/>
                </a:lnTo>
                <a:lnTo>
                  <a:pt x="362" y="651"/>
                </a:lnTo>
                <a:lnTo>
                  <a:pt x="325" y="771"/>
                </a:lnTo>
                <a:lnTo>
                  <a:pt x="289" y="901"/>
                </a:lnTo>
                <a:lnTo>
                  <a:pt x="253" y="1041"/>
                </a:lnTo>
                <a:lnTo>
                  <a:pt x="220" y="1189"/>
                </a:lnTo>
                <a:lnTo>
                  <a:pt x="190" y="1343"/>
                </a:lnTo>
                <a:lnTo>
                  <a:pt x="163" y="1506"/>
                </a:lnTo>
                <a:lnTo>
                  <a:pt x="138" y="1681"/>
                </a:lnTo>
                <a:lnTo>
                  <a:pt x="115" y="1864"/>
                </a:lnTo>
                <a:lnTo>
                  <a:pt x="95" y="2051"/>
                </a:lnTo>
                <a:lnTo>
                  <a:pt x="77" y="2238"/>
                </a:lnTo>
                <a:lnTo>
                  <a:pt x="61" y="2423"/>
                </a:lnTo>
                <a:lnTo>
                  <a:pt x="44" y="2605"/>
                </a:lnTo>
                <a:lnTo>
                  <a:pt x="26" y="2788"/>
                </a:lnTo>
                <a:lnTo>
                  <a:pt x="10" y="2971"/>
                </a:lnTo>
                <a:lnTo>
                  <a:pt x="0" y="3155"/>
                </a:lnTo>
                <a:lnTo>
                  <a:pt x="0" y="3339"/>
                </a:lnTo>
                <a:lnTo>
                  <a:pt x="12" y="3523"/>
                </a:lnTo>
                <a:lnTo>
                  <a:pt x="41" y="3706"/>
                </a:lnTo>
                <a:lnTo>
                  <a:pt x="85" y="3889"/>
                </a:lnTo>
                <a:lnTo>
                  <a:pt x="138" y="4073"/>
                </a:lnTo>
                <a:lnTo>
                  <a:pt x="195" y="4256"/>
                </a:lnTo>
                <a:lnTo>
                  <a:pt x="252" y="4439"/>
                </a:lnTo>
                <a:lnTo>
                  <a:pt x="304" y="4623"/>
                </a:lnTo>
                <a:lnTo>
                  <a:pt x="352" y="4803"/>
                </a:lnTo>
                <a:lnTo>
                  <a:pt x="401" y="4980"/>
                </a:lnTo>
                <a:lnTo>
                  <a:pt x="450" y="5156"/>
                </a:lnTo>
                <a:lnTo>
                  <a:pt x="497" y="5337"/>
                </a:lnTo>
                <a:lnTo>
                  <a:pt x="539" y="5524"/>
                </a:lnTo>
                <a:lnTo>
                  <a:pt x="575" y="5723"/>
                </a:lnTo>
                <a:lnTo>
                  <a:pt x="615" y="5953"/>
                </a:lnTo>
                <a:lnTo>
                  <a:pt x="663" y="6217"/>
                </a:lnTo>
                <a:lnTo>
                  <a:pt x="707" y="6488"/>
                </a:lnTo>
                <a:lnTo>
                  <a:pt x="719" y="6604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661467" y="1519695"/>
            <a:ext cx="207144" cy="988374"/>
          </a:xfrm>
          <a:custGeom>
            <a:avLst/>
            <a:gdLst/>
            <a:ahLst/>
            <a:cxnLst/>
            <a:rect l="0" t="0" r="r" b="b"/>
            <a:pathLst>
              <a:path w="2030" h="10000">
                <a:moveTo>
                  <a:pt x="458" y="5389"/>
                </a:moveTo>
                <a:lnTo>
                  <a:pt x="461" y="5411"/>
                </a:lnTo>
                <a:lnTo>
                  <a:pt x="1063" y="10000"/>
                </a:lnTo>
                <a:lnTo>
                  <a:pt x="2030" y="9873"/>
                </a:lnTo>
                <a:lnTo>
                  <a:pt x="1429" y="5295"/>
                </a:lnTo>
                <a:lnTo>
                  <a:pt x="971" y="0"/>
                </a:lnTo>
                <a:lnTo>
                  <a:pt x="0" y="84"/>
                </a:lnTo>
                <a:lnTo>
                  <a:pt x="458" y="5389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697531" y="3088359"/>
            <a:ext cx="197142" cy="473375"/>
          </a:xfrm>
          <a:custGeom>
            <a:avLst/>
            <a:gdLst/>
            <a:ahLst/>
            <a:cxnLst/>
            <a:rect l="0" t="0" r="r" b="b"/>
            <a:pathLst>
              <a:path w="4034" h="10000">
                <a:moveTo>
                  <a:pt x="3186" y="5808"/>
                </a:moveTo>
                <a:lnTo>
                  <a:pt x="3195" y="5757"/>
                </a:lnTo>
                <a:lnTo>
                  <a:pt x="4034" y="368"/>
                </a:lnTo>
                <a:lnTo>
                  <a:pt x="1667" y="0"/>
                </a:lnTo>
                <a:lnTo>
                  <a:pt x="833" y="5363"/>
                </a:lnTo>
                <a:lnTo>
                  <a:pt x="0" y="9530"/>
                </a:lnTo>
                <a:lnTo>
                  <a:pt x="2348" y="10000"/>
                </a:lnTo>
                <a:lnTo>
                  <a:pt x="3186" y="580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755133" y="2408787"/>
            <a:ext cx="778121" cy="802459"/>
            <a:chOff x="1755133" y="2408787"/>
            <a:chExt cx="778121" cy="802459"/>
          </a:xfrm>
        </p:grpSpPr>
        <p:sp>
          <p:nvSpPr>
            <p:cNvPr id="31" name="Forma 30"/>
            <p:cNvSpPr/>
            <p:nvPr/>
          </p:nvSpPr>
          <p:spPr>
            <a:xfrm>
              <a:off x="1755133" y="2408787"/>
              <a:ext cx="778121" cy="8024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161642" y="2467783"/>
              <a:ext cx="190195" cy="7143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669383" y="3142633"/>
            <a:ext cx="2135992" cy="419291"/>
          </a:xfrm>
          <a:custGeom>
            <a:avLst/>
            <a:gdLst/>
            <a:ahLst/>
            <a:cxnLst/>
            <a:rect l="0" t="0" r="r" b="b"/>
            <a:pathLst>
              <a:path w="10000" h="2026">
                <a:moveTo>
                  <a:pt x="37" y="1509"/>
                </a:moveTo>
                <a:lnTo>
                  <a:pt x="71" y="1618"/>
                </a:lnTo>
                <a:lnTo>
                  <a:pt x="75" y="1630"/>
                </a:lnTo>
                <a:lnTo>
                  <a:pt x="121" y="1752"/>
                </a:lnTo>
                <a:lnTo>
                  <a:pt x="129" y="1770"/>
                </a:lnTo>
                <a:lnTo>
                  <a:pt x="138" y="1787"/>
                </a:lnTo>
                <a:lnTo>
                  <a:pt x="199" y="1885"/>
                </a:lnTo>
                <a:lnTo>
                  <a:pt x="211" y="1903"/>
                </a:lnTo>
                <a:lnTo>
                  <a:pt x="225" y="1919"/>
                </a:lnTo>
                <a:lnTo>
                  <a:pt x="240" y="1934"/>
                </a:lnTo>
                <a:lnTo>
                  <a:pt x="257" y="1947"/>
                </a:lnTo>
                <a:lnTo>
                  <a:pt x="275" y="1958"/>
                </a:lnTo>
                <a:lnTo>
                  <a:pt x="353" y="2001"/>
                </a:lnTo>
                <a:lnTo>
                  <a:pt x="370" y="2009"/>
                </a:lnTo>
                <a:lnTo>
                  <a:pt x="388" y="2016"/>
                </a:lnTo>
                <a:lnTo>
                  <a:pt x="406" y="2021"/>
                </a:lnTo>
                <a:lnTo>
                  <a:pt x="425" y="2024"/>
                </a:lnTo>
                <a:lnTo>
                  <a:pt x="444" y="2026"/>
                </a:lnTo>
                <a:lnTo>
                  <a:pt x="463" y="2025"/>
                </a:lnTo>
                <a:lnTo>
                  <a:pt x="482" y="2023"/>
                </a:lnTo>
                <a:lnTo>
                  <a:pt x="500" y="2020"/>
                </a:lnTo>
                <a:lnTo>
                  <a:pt x="596" y="1996"/>
                </a:lnTo>
                <a:lnTo>
                  <a:pt x="616" y="1990"/>
                </a:lnTo>
                <a:lnTo>
                  <a:pt x="636" y="1982"/>
                </a:lnTo>
                <a:lnTo>
                  <a:pt x="654" y="1972"/>
                </a:lnTo>
                <a:lnTo>
                  <a:pt x="766" y="1904"/>
                </a:lnTo>
                <a:lnTo>
                  <a:pt x="784" y="1891"/>
                </a:lnTo>
                <a:lnTo>
                  <a:pt x="911" y="1794"/>
                </a:lnTo>
                <a:lnTo>
                  <a:pt x="913" y="1792"/>
                </a:lnTo>
                <a:lnTo>
                  <a:pt x="1050" y="1684"/>
                </a:lnTo>
                <a:lnTo>
                  <a:pt x="1199" y="1578"/>
                </a:lnTo>
                <a:lnTo>
                  <a:pt x="1373" y="1458"/>
                </a:lnTo>
                <a:lnTo>
                  <a:pt x="1377" y="1456"/>
                </a:lnTo>
                <a:lnTo>
                  <a:pt x="1571" y="1316"/>
                </a:lnTo>
                <a:lnTo>
                  <a:pt x="1771" y="1176"/>
                </a:lnTo>
                <a:lnTo>
                  <a:pt x="1965" y="1056"/>
                </a:lnTo>
                <a:lnTo>
                  <a:pt x="2141" y="972"/>
                </a:lnTo>
                <a:lnTo>
                  <a:pt x="2307" y="924"/>
                </a:lnTo>
                <a:lnTo>
                  <a:pt x="2481" y="899"/>
                </a:lnTo>
                <a:lnTo>
                  <a:pt x="2663" y="888"/>
                </a:lnTo>
                <a:lnTo>
                  <a:pt x="2849" y="883"/>
                </a:lnTo>
                <a:lnTo>
                  <a:pt x="2854" y="883"/>
                </a:lnTo>
                <a:lnTo>
                  <a:pt x="3036" y="875"/>
                </a:lnTo>
                <a:lnTo>
                  <a:pt x="3039" y="875"/>
                </a:lnTo>
                <a:lnTo>
                  <a:pt x="3201" y="865"/>
                </a:lnTo>
                <a:lnTo>
                  <a:pt x="3346" y="861"/>
                </a:lnTo>
                <a:lnTo>
                  <a:pt x="3494" y="860"/>
                </a:lnTo>
                <a:lnTo>
                  <a:pt x="3495" y="860"/>
                </a:lnTo>
                <a:lnTo>
                  <a:pt x="3659" y="856"/>
                </a:lnTo>
                <a:lnTo>
                  <a:pt x="3664" y="856"/>
                </a:lnTo>
                <a:lnTo>
                  <a:pt x="3858" y="848"/>
                </a:lnTo>
                <a:lnTo>
                  <a:pt x="3863" y="847"/>
                </a:lnTo>
                <a:lnTo>
                  <a:pt x="4114" y="830"/>
                </a:lnTo>
                <a:lnTo>
                  <a:pt x="4116" y="830"/>
                </a:lnTo>
                <a:lnTo>
                  <a:pt x="4414" y="807"/>
                </a:lnTo>
                <a:lnTo>
                  <a:pt x="4415" y="807"/>
                </a:lnTo>
                <a:lnTo>
                  <a:pt x="4719" y="783"/>
                </a:lnTo>
                <a:lnTo>
                  <a:pt x="4986" y="763"/>
                </a:lnTo>
                <a:lnTo>
                  <a:pt x="5057" y="759"/>
                </a:lnTo>
                <a:lnTo>
                  <a:pt x="5074" y="763"/>
                </a:lnTo>
                <a:lnTo>
                  <a:pt x="5206" y="789"/>
                </a:lnTo>
                <a:lnTo>
                  <a:pt x="5217" y="791"/>
                </a:lnTo>
                <a:lnTo>
                  <a:pt x="5576" y="843"/>
                </a:lnTo>
                <a:lnTo>
                  <a:pt x="5576" y="843"/>
                </a:lnTo>
                <a:lnTo>
                  <a:pt x="6109" y="919"/>
                </a:lnTo>
                <a:lnTo>
                  <a:pt x="6110" y="919"/>
                </a:lnTo>
                <a:lnTo>
                  <a:pt x="6682" y="998"/>
                </a:lnTo>
                <a:lnTo>
                  <a:pt x="6685" y="998"/>
                </a:lnTo>
                <a:lnTo>
                  <a:pt x="7163" y="1059"/>
                </a:lnTo>
                <a:lnTo>
                  <a:pt x="7172" y="1060"/>
                </a:lnTo>
                <a:lnTo>
                  <a:pt x="7421" y="1080"/>
                </a:lnTo>
                <a:lnTo>
                  <a:pt x="7441" y="1081"/>
                </a:lnTo>
                <a:lnTo>
                  <a:pt x="7461" y="1079"/>
                </a:lnTo>
                <a:lnTo>
                  <a:pt x="7480" y="1076"/>
                </a:lnTo>
                <a:lnTo>
                  <a:pt x="7500" y="1071"/>
                </a:lnTo>
                <a:lnTo>
                  <a:pt x="7518" y="1064"/>
                </a:lnTo>
                <a:lnTo>
                  <a:pt x="7536" y="1056"/>
                </a:lnTo>
                <a:lnTo>
                  <a:pt x="7553" y="1045"/>
                </a:lnTo>
                <a:lnTo>
                  <a:pt x="7569" y="1033"/>
                </a:lnTo>
                <a:lnTo>
                  <a:pt x="7583" y="1020"/>
                </a:lnTo>
                <a:lnTo>
                  <a:pt x="7597" y="1005"/>
                </a:lnTo>
                <a:lnTo>
                  <a:pt x="7609" y="989"/>
                </a:lnTo>
                <a:lnTo>
                  <a:pt x="7619" y="972"/>
                </a:lnTo>
                <a:lnTo>
                  <a:pt x="7627" y="955"/>
                </a:lnTo>
                <a:lnTo>
                  <a:pt x="7634" y="936"/>
                </a:lnTo>
                <a:lnTo>
                  <a:pt x="7639" y="917"/>
                </a:lnTo>
                <a:lnTo>
                  <a:pt x="7642" y="897"/>
                </a:lnTo>
                <a:lnTo>
                  <a:pt x="7643" y="877"/>
                </a:lnTo>
                <a:lnTo>
                  <a:pt x="7643" y="858"/>
                </a:lnTo>
                <a:lnTo>
                  <a:pt x="7640" y="838"/>
                </a:lnTo>
                <a:lnTo>
                  <a:pt x="7635" y="819"/>
                </a:lnTo>
                <a:lnTo>
                  <a:pt x="7629" y="800"/>
                </a:lnTo>
                <a:lnTo>
                  <a:pt x="7621" y="782"/>
                </a:lnTo>
                <a:lnTo>
                  <a:pt x="7611" y="765"/>
                </a:lnTo>
                <a:lnTo>
                  <a:pt x="7600" y="748"/>
                </a:lnTo>
                <a:lnTo>
                  <a:pt x="7587" y="733"/>
                </a:lnTo>
                <a:lnTo>
                  <a:pt x="7572" y="720"/>
                </a:lnTo>
                <a:lnTo>
                  <a:pt x="7557" y="707"/>
                </a:lnTo>
                <a:lnTo>
                  <a:pt x="7540" y="697"/>
                </a:lnTo>
                <a:lnTo>
                  <a:pt x="7522" y="688"/>
                </a:lnTo>
                <a:lnTo>
                  <a:pt x="7454" y="657"/>
                </a:lnTo>
                <a:lnTo>
                  <a:pt x="7435" y="649"/>
                </a:lnTo>
                <a:lnTo>
                  <a:pt x="7415" y="644"/>
                </a:lnTo>
                <a:lnTo>
                  <a:pt x="7118" y="576"/>
                </a:lnTo>
                <a:lnTo>
                  <a:pt x="7117" y="576"/>
                </a:lnTo>
                <a:lnTo>
                  <a:pt x="6729" y="489"/>
                </a:lnTo>
                <a:lnTo>
                  <a:pt x="6692" y="479"/>
                </a:lnTo>
                <a:lnTo>
                  <a:pt x="6805" y="452"/>
                </a:lnTo>
                <a:lnTo>
                  <a:pt x="6995" y="422"/>
                </a:lnTo>
                <a:lnTo>
                  <a:pt x="7161" y="410"/>
                </a:lnTo>
                <a:lnTo>
                  <a:pt x="7333" y="412"/>
                </a:lnTo>
                <a:lnTo>
                  <a:pt x="7509" y="430"/>
                </a:lnTo>
                <a:lnTo>
                  <a:pt x="7684" y="465"/>
                </a:lnTo>
                <a:lnTo>
                  <a:pt x="7857" y="519"/>
                </a:lnTo>
                <a:lnTo>
                  <a:pt x="8039" y="601"/>
                </a:lnTo>
                <a:lnTo>
                  <a:pt x="8233" y="712"/>
                </a:lnTo>
                <a:lnTo>
                  <a:pt x="8430" y="841"/>
                </a:lnTo>
                <a:lnTo>
                  <a:pt x="8617" y="979"/>
                </a:lnTo>
                <a:lnTo>
                  <a:pt x="8780" y="1111"/>
                </a:lnTo>
                <a:lnTo>
                  <a:pt x="8921" y="1249"/>
                </a:lnTo>
                <a:lnTo>
                  <a:pt x="9052" y="1408"/>
                </a:lnTo>
                <a:lnTo>
                  <a:pt x="9176" y="1573"/>
                </a:lnTo>
                <a:lnTo>
                  <a:pt x="9177" y="1574"/>
                </a:lnTo>
                <a:lnTo>
                  <a:pt x="9289" y="1720"/>
                </a:lnTo>
                <a:lnTo>
                  <a:pt x="9302" y="1735"/>
                </a:lnTo>
                <a:lnTo>
                  <a:pt x="9397" y="1837"/>
                </a:lnTo>
                <a:lnTo>
                  <a:pt x="9411" y="1850"/>
                </a:lnTo>
                <a:lnTo>
                  <a:pt x="9425" y="1862"/>
                </a:lnTo>
                <a:lnTo>
                  <a:pt x="9441" y="1872"/>
                </a:lnTo>
                <a:lnTo>
                  <a:pt x="9518" y="1920"/>
                </a:lnTo>
                <a:lnTo>
                  <a:pt x="9535" y="1929"/>
                </a:lnTo>
                <a:lnTo>
                  <a:pt x="9552" y="1936"/>
                </a:lnTo>
                <a:lnTo>
                  <a:pt x="9569" y="1942"/>
                </a:lnTo>
                <a:lnTo>
                  <a:pt x="9587" y="1946"/>
                </a:lnTo>
                <a:lnTo>
                  <a:pt x="9605" y="1949"/>
                </a:lnTo>
                <a:lnTo>
                  <a:pt x="9665" y="1955"/>
                </a:lnTo>
                <a:lnTo>
                  <a:pt x="9685" y="1956"/>
                </a:lnTo>
                <a:lnTo>
                  <a:pt x="9704" y="1955"/>
                </a:lnTo>
                <a:lnTo>
                  <a:pt x="9723" y="1952"/>
                </a:lnTo>
                <a:lnTo>
                  <a:pt x="9741" y="1948"/>
                </a:lnTo>
                <a:lnTo>
                  <a:pt x="9759" y="1942"/>
                </a:lnTo>
                <a:lnTo>
                  <a:pt x="9806" y="1924"/>
                </a:lnTo>
                <a:lnTo>
                  <a:pt x="9827" y="1915"/>
                </a:lnTo>
                <a:lnTo>
                  <a:pt x="9847" y="1903"/>
                </a:lnTo>
                <a:lnTo>
                  <a:pt x="9866" y="1890"/>
                </a:lnTo>
                <a:lnTo>
                  <a:pt x="9876" y="1886"/>
                </a:lnTo>
                <a:lnTo>
                  <a:pt x="9894" y="1877"/>
                </a:lnTo>
                <a:lnTo>
                  <a:pt x="9911" y="1866"/>
                </a:lnTo>
                <a:lnTo>
                  <a:pt x="9927" y="1854"/>
                </a:lnTo>
                <a:lnTo>
                  <a:pt x="9942" y="1840"/>
                </a:lnTo>
                <a:lnTo>
                  <a:pt x="9955" y="1825"/>
                </a:lnTo>
                <a:lnTo>
                  <a:pt x="9967" y="1808"/>
                </a:lnTo>
                <a:lnTo>
                  <a:pt x="9977" y="1791"/>
                </a:lnTo>
                <a:lnTo>
                  <a:pt x="9985" y="1773"/>
                </a:lnTo>
                <a:lnTo>
                  <a:pt x="9992" y="1754"/>
                </a:lnTo>
                <a:lnTo>
                  <a:pt x="9996" y="1734"/>
                </a:lnTo>
                <a:lnTo>
                  <a:pt x="9999" y="1714"/>
                </a:lnTo>
                <a:lnTo>
                  <a:pt x="10000" y="1694"/>
                </a:lnTo>
                <a:lnTo>
                  <a:pt x="9998" y="1674"/>
                </a:lnTo>
                <a:lnTo>
                  <a:pt x="9995" y="1654"/>
                </a:lnTo>
                <a:lnTo>
                  <a:pt x="9990" y="1634"/>
                </a:lnTo>
                <a:lnTo>
                  <a:pt x="9983" y="1615"/>
                </a:lnTo>
                <a:lnTo>
                  <a:pt x="9974" y="1597"/>
                </a:lnTo>
                <a:lnTo>
                  <a:pt x="9963" y="1580"/>
                </a:lnTo>
                <a:lnTo>
                  <a:pt x="9951" y="1564"/>
                </a:lnTo>
                <a:lnTo>
                  <a:pt x="9937" y="1549"/>
                </a:lnTo>
                <a:lnTo>
                  <a:pt x="9922" y="1536"/>
                </a:lnTo>
                <a:lnTo>
                  <a:pt x="9906" y="1524"/>
                </a:lnTo>
                <a:lnTo>
                  <a:pt x="9888" y="1514"/>
                </a:lnTo>
                <a:lnTo>
                  <a:pt x="9870" y="1506"/>
                </a:lnTo>
                <a:lnTo>
                  <a:pt x="9851" y="1499"/>
                </a:lnTo>
                <a:lnTo>
                  <a:pt x="9831" y="1495"/>
                </a:lnTo>
                <a:lnTo>
                  <a:pt x="9811" y="1492"/>
                </a:lnTo>
                <a:lnTo>
                  <a:pt x="9791" y="1491"/>
                </a:lnTo>
                <a:lnTo>
                  <a:pt x="9771" y="1493"/>
                </a:lnTo>
                <a:lnTo>
                  <a:pt x="9751" y="1496"/>
                </a:lnTo>
                <a:lnTo>
                  <a:pt x="9731" y="1501"/>
                </a:lnTo>
                <a:lnTo>
                  <a:pt x="9713" y="1508"/>
                </a:lnTo>
                <a:lnTo>
                  <a:pt x="9685" y="1520"/>
                </a:lnTo>
                <a:lnTo>
                  <a:pt x="9670" y="1527"/>
                </a:lnTo>
                <a:lnTo>
                  <a:pt x="9609" y="1462"/>
                </a:lnTo>
                <a:lnTo>
                  <a:pt x="9504" y="1325"/>
                </a:lnTo>
                <a:lnTo>
                  <a:pt x="9378" y="1157"/>
                </a:lnTo>
                <a:lnTo>
                  <a:pt x="9372" y="1150"/>
                </a:lnTo>
                <a:lnTo>
                  <a:pt x="9231" y="979"/>
                </a:lnTo>
                <a:lnTo>
                  <a:pt x="9217" y="964"/>
                </a:lnTo>
                <a:lnTo>
                  <a:pt x="9062" y="811"/>
                </a:lnTo>
                <a:lnTo>
                  <a:pt x="9046" y="797"/>
                </a:lnTo>
                <a:lnTo>
                  <a:pt x="8872" y="656"/>
                </a:lnTo>
                <a:lnTo>
                  <a:pt x="8864" y="650"/>
                </a:lnTo>
                <a:lnTo>
                  <a:pt x="8669" y="507"/>
                </a:lnTo>
                <a:lnTo>
                  <a:pt x="8660" y="501"/>
                </a:lnTo>
                <a:lnTo>
                  <a:pt x="8454" y="365"/>
                </a:lnTo>
                <a:lnTo>
                  <a:pt x="8442" y="358"/>
                </a:lnTo>
                <a:lnTo>
                  <a:pt x="8234" y="240"/>
                </a:lnTo>
                <a:lnTo>
                  <a:pt x="8217" y="231"/>
                </a:lnTo>
                <a:lnTo>
                  <a:pt x="8016" y="140"/>
                </a:lnTo>
                <a:lnTo>
                  <a:pt x="7993" y="131"/>
                </a:lnTo>
                <a:lnTo>
                  <a:pt x="7797" y="70"/>
                </a:lnTo>
                <a:lnTo>
                  <a:pt x="7776" y="64"/>
                </a:lnTo>
                <a:lnTo>
                  <a:pt x="7579" y="25"/>
                </a:lnTo>
                <a:lnTo>
                  <a:pt x="7559" y="22"/>
                </a:lnTo>
                <a:lnTo>
                  <a:pt x="7365" y="2"/>
                </a:lnTo>
                <a:lnTo>
                  <a:pt x="7347" y="1"/>
                </a:lnTo>
                <a:lnTo>
                  <a:pt x="7157" y="0"/>
                </a:lnTo>
                <a:lnTo>
                  <a:pt x="7140" y="0"/>
                </a:lnTo>
                <a:lnTo>
                  <a:pt x="6958" y="13"/>
                </a:lnTo>
                <a:lnTo>
                  <a:pt x="6940" y="15"/>
                </a:lnTo>
                <a:lnTo>
                  <a:pt x="6733" y="48"/>
                </a:lnTo>
                <a:lnTo>
                  <a:pt x="6718" y="51"/>
                </a:lnTo>
                <a:lnTo>
                  <a:pt x="6485" y="106"/>
                </a:lnTo>
                <a:lnTo>
                  <a:pt x="6469" y="111"/>
                </a:lnTo>
                <a:lnTo>
                  <a:pt x="6257" y="179"/>
                </a:lnTo>
                <a:lnTo>
                  <a:pt x="6241" y="185"/>
                </a:lnTo>
                <a:lnTo>
                  <a:pt x="6226" y="192"/>
                </a:lnTo>
                <a:lnTo>
                  <a:pt x="6083" y="266"/>
                </a:lnTo>
                <a:lnTo>
                  <a:pt x="6065" y="277"/>
                </a:lnTo>
                <a:lnTo>
                  <a:pt x="6047" y="289"/>
                </a:lnTo>
                <a:lnTo>
                  <a:pt x="6032" y="304"/>
                </a:lnTo>
                <a:lnTo>
                  <a:pt x="6017" y="320"/>
                </a:lnTo>
                <a:lnTo>
                  <a:pt x="6005" y="337"/>
                </a:lnTo>
                <a:lnTo>
                  <a:pt x="5994" y="355"/>
                </a:lnTo>
                <a:lnTo>
                  <a:pt x="5986" y="375"/>
                </a:lnTo>
                <a:lnTo>
                  <a:pt x="5958" y="445"/>
                </a:lnTo>
                <a:lnTo>
                  <a:pt x="5952" y="464"/>
                </a:lnTo>
                <a:lnTo>
                  <a:pt x="5948" y="481"/>
                </a:lnTo>
                <a:lnTo>
                  <a:pt x="5634" y="436"/>
                </a:lnTo>
                <a:lnTo>
                  <a:pt x="5372" y="398"/>
                </a:lnTo>
                <a:lnTo>
                  <a:pt x="5359" y="386"/>
                </a:lnTo>
                <a:lnTo>
                  <a:pt x="5343" y="373"/>
                </a:lnTo>
                <a:lnTo>
                  <a:pt x="5326" y="363"/>
                </a:lnTo>
                <a:lnTo>
                  <a:pt x="5308" y="354"/>
                </a:lnTo>
                <a:lnTo>
                  <a:pt x="5289" y="346"/>
                </a:lnTo>
                <a:lnTo>
                  <a:pt x="5269" y="341"/>
                </a:lnTo>
                <a:lnTo>
                  <a:pt x="5249" y="338"/>
                </a:lnTo>
                <a:lnTo>
                  <a:pt x="5229" y="336"/>
                </a:lnTo>
                <a:lnTo>
                  <a:pt x="5188" y="336"/>
                </a:lnTo>
                <a:lnTo>
                  <a:pt x="5166" y="336"/>
                </a:lnTo>
                <a:lnTo>
                  <a:pt x="5102" y="342"/>
                </a:lnTo>
                <a:lnTo>
                  <a:pt x="5082" y="345"/>
                </a:lnTo>
                <a:lnTo>
                  <a:pt x="5079" y="346"/>
                </a:lnTo>
                <a:lnTo>
                  <a:pt x="4960" y="353"/>
                </a:lnTo>
                <a:lnTo>
                  <a:pt x="4956" y="353"/>
                </a:lnTo>
                <a:lnTo>
                  <a:pt x="4687" y="373"/>
                </a:lnTo>
                <a:lnTo>
                  <a:pt x="4687" y="373"/>
                </a:lnTo>
                <a:lnTo>
                  <a:pt x="4382" y="397"/>
                </a:lnTo>
                <a:lnTo>
                  <a:pt x="4085" y="420"/>
                </a:lnTo>
                <a:lnTo>
                  <a:pt x="3837" y="437"/>
                </a:lnTo>
                <a:lnTo>
                  <a:pt x="3648" y="445"/>
                </a:lnTo>
                <a:lnTo>
                  <a:pt x="3488" y="449"/>
                </a:lnTo>
                <a:lnTo>
                  <a:pt x="3339" y="451"/>
                </a:lnTo>
                <a:lnTo>
                  <a:pt x="3336" y="451"/>
                </a:lnTo>
                <a:lnTo>
                  <a:pt x="3187" y="455"/>
                </a:lnTo>
                <a:lnTo>
                  <a:pt x="3180" y="455"/>
                </a:lnTo>
                <a:lnTo>
                  <a:pt x="3016" y="464"/>
                </a:lnTo>
                <a:lnTo>
                  <a:pt x="2837" y="473"/>
                </a:lnTo>
                <a:lnTo>
                  <a:pt x="2649" y="477"/>
                </a:lnTo>
                <a:lnTo>
                  <a:pt x="2642" y="477"/>
                </a:lnTo>
                <a:lnTo>
                  <a:pt x="2448" y="489"/>
                </a:lnTo>
                <a:lnTo>
                  <a:pt x="2430" y="491"/>
                </a:lnTo>
                <a:lnTo>
                  <a:pt x="2234" y="519"/>
                </a:lnTo>
                <a:lnTo>
                  <a:pt x="2207" y="525"/>
                </a:lnTo>
                <a:lnTo>
                  <a:pt x="2011" y="582"/>
                </a:lnTo>
                <a:lnTo>
                  <a:pt x="1995" y="587"/>
                </a:lnTo>
                <a:lnTo>
                  <a:pt x="1979" y="594"/>
                </a:lnTo>
                <a:lnTo>
                  <a:pt x="1778" y="690"/>
                </a:lnTo>
                <a:lnTo>
                  <a:pt x="1759" y="701"/>
                </a:lnTo>
                <a:lnTo>
                  <a:pt x="1550" y="830"/>
                </a:lnTo>
                <a:lnTo>
                  <a:pt x="1541" y="836"/>
                </a:lnTo>
                <a:lnTo>
                  <a:pt x="1334" y="979"/>
                </a:lnTo>
                <a:lnTo>
                  <a:pt x="1331" y="981"/>
                </a:lnTo>
                <a:lnTo>
                  <a:pt x="1138" y="1121"/>
                </a:lnTo>
                <a:lnTo>
                  <a:pt x="965" y="1240"/>
                </a:lnTo>
                <a:lnTo>
                  <a:pt x="963" y="1242"/>
                </a:lnTo>
                <a:lnTo>
                  <a:pt x="808" y="1352"/>
                </a:lnTo>
                <a:lnTo>
                  <a:pt x="799" y="1358"/>
                </a:lnTo>
                <a:lnTo>
                  <a:pt x="659" y="1469"/>
                </a:lnTo>
                <a:lnTo>
                  <a:pt x="542" y="1559"/>
                </a:lnTo>
                <a:lnTo>
                  <a:pt x="498" y="1586"/>
                </a:lnTo>
                <a:lnTo>
                  <a:pt x="462" y="1491"/>
                </a:lnTo>
                <a:lnTo>
                  <a:pt x="429" y="1383"/>
                </a:lnTo>
                <a:lnTo>
                  <a:pt x="425" y="1373"/>
                </a:lnTo>
                <a:lnTo>
                  <a:pt x="398" y="1298"/>
                </a:lnTo>
                <a:lnTo>
                  <a:pt x="390" y="1279"/>
                </a:lnTo>
                <a:lnTo>
                  <a:pt x="380" y="1262"/>
                </a:lnTo>
                <a:lnTo>
                  <a:pt x="369" y="1245"/>
                </a:lnTo>
                <a:lnTo>
                  <a:pt x="356" y="1229"/>
                </a:lnTo>
                <a:lnTo>
                  <a:pt x="342" y="1215"/>
                </a:lnTo>
                <a:lnTo>
                  <a:pt x="326" y="1203"/>
                </a:lnTo>
                <a:lnTo>
                  <a:pt x="309" y="1191"/>
                </a:lnTo>
                <a:lnTo>
                  <a:pt x="292" y="1182"/>
                </a:lnTo>
                <a:lnTo>
                  <a:pt x="273" y="1174"/>
                </a:lnTo>
                <a:lnTo>
                  <a:pt x="254" y="1169"/>
                </a:lnTo>
                <a:lnTo>
                  <a:pt x="234" y="1165"/>
                </a:lnTo>
                <a:lnTo>
                  <a:pt x="214" y="1163"/>
                </a:lnTo>
                <a:lnTo>
                  <a:pt x="194" y="1163"/>
                </a:lnTo>
                <a:lnTo>
                  <a:pt x="174" y="1165"/>
                </a:lnTo>
                <a:lnTo>
                  <a:pt x="154" y="1169"/>
                </a:lnTo>
                <a:lnTo>
                  <a:pt x="135" y="1175"/>
                </a:lnTo>
                <a:lnTo>
                  <a:pt x="116" y="1183"/>
                </a:lnTo>
                <a:lnTo>
                  <a:pt x="98" y="1193"/>
                </a:lnTo>
                <a:lnTo>
                  <a:pt x="81" y="1204"/>
                </a:lnTo>
                <a:lnTo>
                  <a:pt x="66" y="1217"/>
                </a:lnTo>
                <a:lnTo>
                  <a:pt x="52" y="1231"/>
                </a:lnTo>
                <a:lnTo>
                  <a:pt x="39" y="1247"/>
                </a:lnTo>
                <a:lnTo>
                  <a:pt x="28" y="1264"/>
                </a:lnTo>
                <a:lnTo>
                  <a:pt x="19" y="1281"/>
                </a:lnTo>
                <a:lnTo>
                  <a:pt x="11" y="1300"/>
                </a:lnTo>
                <a:lnTo>
                  <a:pt x="5" y="1319"/>
                </a:lnTo>
                <a:lnTo>
                  <a:pt x="1" y="1339"/>
                </a:lnTo>
                <a:lnTo>
                  <a:pt x="0" y="1359"/>
                </a:lnTo>
                <a:lnTo>
                  <a:pt x="0" y="1379"/>
                </a:lnTo>
                <a:lnTo>
                  <a:pt x="2" y="1399"/>
                </a:lnTo>
                <a:lnTo>
                  <a:pt x="6" y="1419"/>
                </a:lnTo>
                <a:lnTo>
                  <a:pt x="12" y="1438"/>
                </a:lnTo>
                <a:lnTo>
                  <a:pt x="37" y="150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859536" y="1141171"/>
            <a:ext cx="1755648" cy="113386"/>
            <a:chOff x="859536" y="1141171"/>
            <a:chExt cx="1755648" cy="113386"/>
          </a:xfrm>
        </p:grpSpPr>
        <p:sp>
          <p:nvSpPr>
            <p:cNvPr id="35" name="Forma 34"/>
            <p:cNvSpPr/>
            <p:nvPr/>
          </p:nvSpPr>
          <p:spPr>
            <a:xfrm>
              <a:off x="85953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85953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TX Placa"/>
          <p:cNvSpPr/>
          <p:nvPr/>
        </p:nvSpPr>
        <p:spPr>
          <a:xfrm>
            <a:off x="3246120" y="868680"/>
            <a:ext cx="2834640" cy="292608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PTX PartesBlandas"/>
          <p:cNvSpPr/>
          <p:nvPr/>
        </p:nvSpPr>
        <p:spPr>
          <a:xfrm>
            <a:off x="3407054" y="1027786"/>
            <a:ext cx="2512771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PTX PulmonD"/>
          <p:cNvGrpSpPr/>
          <p:nvPr/>
        </p:nvGrpSpPr>
        <p:grpSpPr>
          <a:xfrm>
            <a:off x="3607308" y="1276342"/>
            <a:ext cx="1104204" cy="2203408"/>
            <a:chOff x="3607308" y="1276342"/>
            <a:chExt cx="1104204" cy="2203408"/>
          </a:xfrm>
        </p:grpSpPr>
        <p:sp>
          <p:nvSpPr>
            <p:cNvPr id="40" name="Forma 39"/>
            <p:cNvSpPr/>
            <p:nvPr/>
          </p:nvSpPr>
          <p:spPr>
            <a:xfrm>
              <a:off x="3607308" y="1276342"/>
              <a:ext cx="1104204" cy="2203408"/>
            </a:xfrm>
            <a:custGeom>
              <a:avLst/>
              <a:gdLst/>
              <a:ahLst/>
              <a:cxnLst/>
              <a:rect l="0" t="0" r="r" b="b"/>
              <a:pathLst>
                <a:path w="5178" h="10000">
                  <a:moveTo>
                    <a:pt x="2611" y="4"/>
                  </a:moveTo>
                  <a:lnTo>
                    <a:pt x="2492" y="22"/>
                  </a:lnTo>
                  <a:lnTo>
                    <a:pt x="2371" y="54"/>
                  </a:lnTo>
                  <a:lnTo>
                    <a:pt x="2248" y="98"/>
                  </a:lnTo>
                  <a:lnTo>
                    <a:pt x="2126" y="153"/>
                  </a:lnTo>
                  <a:lnTo>
                    <a:pt x="2007" y="216"/>
                  </a:lnTo>
                  <a:lnTo>
                    <a:pt x="1890" y="287"/>
                  </a:lnTo>
                  <a:lnTo>
                    <a:pt x="1777" y="364"/>
                  </a:lnTo>
                  <a:lnTo>
                    <a:pt x="1666" y="451"/>
                  </a:lnTo>
                  <a:lnTo>
                    <a:pt x="1556" y="547"/>
                  </a:lnTo>
                  <a:lnTo>
                    <a:pt x="1449" y="651"/>
                  </a:lnTo>
                  <a:lnTo>
                    <a:pt x="1346" y="761"/>
                  </a:lnTo>
                  <a:lnTo>
                    <a:pt x="1247" y="878"/>
                  </a:lnTo>
                  <a:lnTo>
                    <a:pt x="1153" y="1002"/>
                  </a:lnTo>
                  <a:lnTo>
                    <a:pt x="1061" y="1134"/>
                  </a:lnTo>
                  <a:lnTo>
                    <a:pt x="974" y="1273"/>
                  </a:lnTo>
                  <a:lnTo>
                    <a:pt x="890" y="1419"/>
                  </a:lnTo>
                  <a:lnTo>
                    <a:pt x="810" y="1570"/>
                  </a:lnTo>
                  <a:lnTo>
                    <a:pt x="733" y="1727"/>
                  </a:lnTo>
                  <a:lnTo>
                    <a:pt x="659" y="1891"/>
                  </a:lnTo>
                  <a:lnTo>
                    <a:pt x="589" y="2061"/>
                  </a:lnTo>
                  <a:lnTo>
                    <a:pt x="522" y="2238"/>
                  </a:lnTo>
                  <a:lnTo>
                    <a:pt x="459" y="2420"/>
                  </a:lnTo>
                  <a:lnTo>
                    <a:pt x="401" y="2606"/>
                  </a:lnTo>
                  <a:lnTo>
                    <a:pt x="347" y="2795"/>
                  </a:lnTo>
                  <a:lnTo>
                    <a:pt x="298" y="2989"/>
                  </a:lnTo>
                  <a:lnTo>
                    <a:pt x="253" y="3189"/>
                  </a:lnTo>
                  <a:lnTo>
                    <a:pt x="213" y="3393"/>
                  </a:lnTo>
                  <a:lnTo>
                    <a:pt x="177" y="3600"/>
                  </a:lnTo>
                  <a:lnTo>
                    <a:pt x="145" y="3808"/>
                  </a:lnTo>
                  <a:lnTo>
                    <a:pt x="115" y="4017"/>
                  </a:lnTo>
                  <a:lnTo>
                    <a:pt x="89" y="4228"/>
                  </a:lnTo>
                  <a:lnTo>
                    <a:pt x="68" y="4441"/>
                  </a:lnTo>
                  <a:lnTo>
                    <a:pt x="49" y="4657"/>
                  </a:lnTo>
                  <a:lnTo>
                    <a:pt x="34" y="4873"/>
                  </a:lnTo>
                  <a:lnTo>
                    <a:pt x="22" y="5089"/>
                  </a:lnTo>
                  <a:lnTo>
                    <a:pt x="12" y="5304"/>
                  </a:lnTo>
                  <a:lnTo>
                    <a:pt x="5" y="5519"/>
                  </a:lnTo>
                  <a:lnTo>
                    <a:pt x="1" y="5735"/>
                  </a:lnTo>
                  <a:lnTo>
                    <a:pt x="0" y="5951"/>
                  </a:lnTo>
                  <a:lnTo>
                    <a:pt x="1" y="6166"/>
                  </a:lnTo>
                  <a:lnTo>
                    <a:pt x="5" y="6380"/>
                  </a:lnTo>
                  <a:lnTo>
                    <a:pt x="12" y="6590"/>
                  </a:lnTo>
                  <a:lnTo>
                    <a:pt x="23" y="6800"/>
                  </a:lnTo>
                  <a:lnTo>
                    <a:pt x="37" y="7011"/>
                  </a:lnTo>
                  <a:lnTo>
                    <a:pt x="54" y="7220"/>
                  </a:lnTo>
                  <a:lnTo>
                    <a:pt x="73" y="7425"/>
                  </a:lnTo>
                  <a:lnTo>
                    <a:pt x="94" y="7623"/>
                  </a:lnTo>
                  <a:lnTo>
                    <a:pt x="115" y="7812"/>
                  </a:lnTo>
                  <a:lnTo>
                    <a:pt x="138" y="7994"/>
                  </a:lnTo>
                  <a:lnTo>
                    <a:pt x="162" y="8168"/>
                  </a:lnTo>
                  <a:lnTo>
                    <a:pt x="188" y="8336"/>
                  </a:lnTo>
                  <a:lnTo>
                    <a:pt x="214" y="8498"/>
                  </a:lnTo>
                  <a:lnTo>
                    <a:pt x="242" y="8653"/>
                  </a:lnTo>
                  <a:lnTo>
                    <a:pt x="270" y="8803"/>
                  </a:lnTo>
                  <a:lnTo>
                    <a:pt x="298" y="8948"/>
                  </a:lnTo>
                  <a:lnTo>
                    <a:pt x="326" y="9089"/>
                  </a:lnTo>
                  <a:lnTo>
                    <a:pt x="355" y="9224"/>
                  </a:lnTo>
                  <a:lnTo>
                    <a:pt x="385" y="9351"/>
                  </a:lnTo>
                  <a:lnTo>
                    <a:pt x="416" y="9469"/>
                  </a:lnTo>
                  <a:lnTo>
                    <a:pt x="450" y="9575"/>
                  </a:lnTo>
                  <a:lnTo>
                    <a:pt x="481" y="9675"/>
                  </a:lnTo>
                  <a:lnTo>
                    <a:pt x="510" y="9772"/>
                  </a:lnTo>
                  <a:lnTo>
                    <a:pt x="540" y="9860"/>
                  </a:lnTo>
                  <a:lnTo>
                    <a:pt x="576" y="9931"/>
                  </a:lnTo>
                  <a:lnTo>
                    <a:pt x="621" y="9980"/>
                  </a:lnTo>
                  <a:lnTo>
                    <a:pt x="681" y="10000"/>
                  </a:lnTo>
                  <a:lnTo>
                    <a:pt x="755" y="9984"/>
                  </a:lnTo>
                  <a:lnTo>
                    <a:pt x="839" y="9939"/>
                  </a:lnTo>
                  <a:lnTo>
                    <a:pt x="934" y="9870"/>
                  </a:lnTo>
                  <a:lnTo>
                    <a:pt x="1038" y="9787"/>
                  </a:lnTo>
                  <a:lnTo>
                    <a:pt x="1151" y="9699"/>
                  </a:lnTo>
                  <a:lnTo>
                    <a:pt x="1273" y="9614"/>
                  </a:lnTo>
                  <a:lnTo>
                    <a:pt x="1408" y="9521"/>
                  </a:lnTo>
                  <a:lnTo>
                    <a:pt x="1558" y="9413"/>
                  </a:lnTo>
                  <a:lnTo>
                    <a:pt x="1717" y="9300"/>
                  </a:lnTo>
                  <a:lnTo>
                    <a:pt x="1880" y="9190"/>
                  </a:lnTo>
                  <a:lnTo>
                    <a:pt x="2042" y="9094"/>
                  </a:lnTo>
                  <a:lnTo>
                    <a:pt x="2199" y="9022"/>
                  </a:lnTo>
                  <a:lnTo>
                    <a:pt x="2352" y="8975"/>
                  </a:lnTo>
                  <a:lnTo>
                    <a:pt x="2506" y="8948"/>
                  </a:lnTo>
                  <a:lnTo>
                    <a:pt x="2659" y="8935"/>
                  </a:lnTo>
                  <a:lnTo>
                    <a:pt x="2810" y="8929"/>
                  </a:lnTo>
                  <a:lnTo>
                    <a:pt x="2957" y="8926"/>
                  </a:lnTo>
                  <a:lnTo>
                    <a:pt x="3100" y="8919"/>
                  </a:lnTo>
                  <a:lnTo>
                    <a:pt x="3230" y="8911"/>
                  </a:lnTo>
                  <a:lnTo>
                    <a:pt x="3349" y="8907"/>
                  </a:lnTo>
                  <a:lnTo>
                    <a:pt x="3465" y="8905"/>
                  </a:lnTo>
                  <a:lnTo>
                    <a:pt x="3585" y="8904"/>
                  </a:lnTo>
                  <a:lnTo>
                    <a:pt x="3718" y="8900"/>
                  </a:lnTo>
                  <a:lnTo>
                    <a:pt x="3872" y="8893"/>
                  </a:lnTo>
                  <a:lnTo>
                    <a:pt x="4066" y="8897"/>
                  </a:lnTo>
                  <a:lnTo>
                    <a:pt x="4298" y="8918"/>
                  </a:lnTo>
                  <a:lnTo>
                    <a:pt x="4543" y="8937"/>
                  </a:lnTo>
                  <a:lnTo>
                    <a:pt x="4776" y="8936"/>
                  </a:lnTo>
                  <a:lnTo>
                    <a:pt x="4972" y="8897"/>
                  </a:lnTo>
                  <a:lnTo>
                    <a:pt x="5106" y="8803"/>
                  </a:lnTo>
                  <a:lnTo>
                    <a:pt x="5169" y="8641"/>
                  </a:lnTo>
                  <a:lnTo>
                    <a:pt x="5178" y="8422"/>
                  </a:lnTo>
                  <a:lnTo>
                    <a:pt x="5149" y="8165"/>
                  </a:lnTo>
                  <a:lnTo>
                    <a:pt x="5101" y="7891"/>
                  </a:lnTo>
                  <a:lnTo>
                    <a:pt x="5050" y="7617"/>
                  </a:lnTo>
                  <a:lnTo>
                    <a:pt x="5013" y="7362"/>
                  </a:lnTo>
                  <a:lnTo>
                    <a:pt x="4987" y="7125"/>
                  </a:lnTo>
                  <a:lnTo>
                    <a:pt x="4956" y="6889"/>
                  </a:lnTo>
                  <a:lnTo>
                    <a:pt x="4922" y="6653"/>
                  </a:lnTo>
                  <a:lnTo>
                    <a:pt x="4887" y="6418"/>
                  </a:lnTo>
                  <a:lnTo>
                    <a:pt x="4852" y="6183"/>
                  </a:lnTo>
                  <a:lnTo>
                    <a:pt x="4818" y="5947"/>
                  </a:lnTo>
                  <a:lnTo>
                    <a:pt x="4786" y="5711"/>
                  </a:lnTo>
                  <a:lnTo>
                    <a:pt x="4755" y="5475"/>
                  </a:lnTo>
                  <a:lnTo>
                    <a:pt x="4724" y="5240"/>
                  </a:lnTo>
                  <a:lnTo>
                    <a:pt x="4692" y="5004"/>
                  </a:lnTo>
                  <a:lnTo>
                    <a:pt x="4659" y="4768"/>
                  </a:lnTo>
                  <a:lnTo>
                    <a:pt x="4623" y="4532"/>
                  </a:lnTo>
                  <a:lnTo>
                    <a:pt x="4586" y="4296"/>
                  </a:lnTo>
                  <a:lnTo>
                    <a:pt x="4549" y="4059"/>
                  </a:lnTo>
                  <a:lnTo>
                    <a:pt x="4510" y="3823"/>
                  </a:lnTo>
                  <a:lnTo>
                    <a:pt x="4469" y="3587"/>
                  </a:lnTo>
                  <a:lnTo>
                    <a:pt x="4425" y="3351"/>
                  </a:lnTo>
                  <a:lnTo>
                    <a:pt x="4377" y="3117"/>
                  </a:lnTo>
                  <a:lnTo>
                    <a:pt x="4326" y="2880"/>
                  </a:lnTo>
                  <a:lnTo>
                    <a:pt x="4271" y="2638"/>
                  </a:lnTo>
                  <a:lnTo>
                    <a:pt x="4213" y="2398"/>
                  </a:lnTo>
                  <a:lnTo>
                    <a:pt x="4153" y="2163"/>
                  </a:lnTo>
                  <a:lnTo>
                    <a:pt x="4092" y="1938"/>
                  </a:lnTo>
                  <a:lnTo>
                    <a:pt x="4029" y="1727"/>
                  </a:lnTo>
                  <a:lnTo>
                    <a:pt x="3965" y="1529"/>
                  </a:lnTo>
                  <a:lnTo>
                    <a:pt x="3897" y="1340"/>
                  </a:lnTo>
                  <a:lnTo>
                    <a:pt x="3828" y="1160"/>
                  </a:lnTo>
                  <a:lnTo>
                    <a:pt x="3759" y="992"/>
                  </a:lnTo>
                  <a:lnTo>
                    <a:pt x="3692" y="837"/>
                  </a:lnTo>
                  <a:lnTo>
                    <a:pt x="3628" y="698"/>
                  </a:lnTo>
                  <a:lnTo>
                    <a:pt x="3572" y="575"/>
                  </a:lnTo>
                  <a:lnTo>
                    <a:pt x="3524" y="468"/>
                  </a:lnTo>
                  <a:lnTo>
                    <a:pt x="3478" y="373"/>
                  </a:lnTo>
                  <a:lnTo>
                    <a:pt x="3428" y="291"/>
                  </a:lnTo>
                  <a:lnTo>
                    <a:pt x="3368" y="220"/>
                  </a:lnTo>
                  <a:lnTo>
                    <a:pt x="3293" y="158"/>
                  </a:lnTo>
                  <a:lnTo>
                    <a:pt x="3199" y="105"/>
                  </a:lnTo>
                  <a:lnTo>
                    <a:pt x="3092" y="62"/>
                  </a:lnTo>
                  <a:lnTo>
                    <a:pt x="2976" y="29"/>
                  </a:lnTo>
                  <a:lnTo>
                    <a:pt x="2854" y="8"/>
                  </a:lnTo>
                  <a:lnTo>
                    <a:pt x="2731" y="0"/>
                  </a:lnTo>
                  <a:lnTo>
                    <a:pt x="261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149365" y="1877411"/>
              <a:ext cx="417515" cy="855889"/>
            </a:xfrm>
            <a:custGeom>
              <a:avLst/>
              <a:gdLst/>
              <a:ahLst/>
              <a:cxnLst/>
              <a:rect l="0" t="0" r="r" b="b"/>
              <a:pathLst>
                <a:path w="5040" h="10000">
                  <a:moveTo>
                    <a:pt x="581" y="9997"/>
                  </a:moveTo>
                  <a:lnTo>
                    <a:pt x="641" y="9965"/>
                  </a:lnTo>
                  <a:lnTo>
                    <a:pt x="728" y="9902"/>
                  </a:lnTo>
                  <a:lnTo>
                    <a:pt x="832" y="9819"/>
                  </a:lnTo>
                  <a:lnTo>
                    <a:pt x="833" y="9818"/>
                  </a:lnTo>
                  <a:lnTo>
                    <a:pt x="950" y="9727"/>
                  </a:lnTo>
                  <a:lnTo>
                    <a:pt x="956" y="9723"/>
                  </a:lnTo>
                  <a:lnTo>
                    <a:pt x="1081" y="9634"/>
                  </a:lnTo>
                  <a:lnTo>
                    <a:pt x="1083" y="9633"/>
                  </a:lnTo>
                  <a:lnTo>
                    <a:pt x="1221" y="9539"/>
                  </a:lnTo>
                  <a:lnTo>
                    <a:pt x="1373" y="9429"/>
                  </a:lnTo>
                  <a:lnTo>
                    <a:pt x="1374" y="9429"/>
                  </a:lnTo>
                  <a:lnTo>
                    <a:pt x="1537" y="9312"/>
                  </a:lnTo>
                  <a:lnTo>
                    <a:pt x="1541" y="9310"/>
                  </a:lnTo>
                  <a:lnTo>
                    <a:pt x="1709" y="9197"/>
                  </a:lnTo>
                  <a:lnTo>
                    <a:pt x="1716" y="9193"/>
                  </a:lnTo>
                  <a:lnTo>
                    <a:pt x="1883" y="9094"/>
                  </a:lnTo>
                  <a:lnTo>
                    <a:pt x="1896" y="9087"/>
                  </a:lnTo>
                  <a:lnTo>
                    <a:pt x="2057" y="9012"/>
                  </a:lnTo>
                  <a:lnTo>
                    <a:pt x="2077" y="9005"/>
                  </a:lnTo>
                  <a:lnTo>
                    <a:pt x="2234" y="8957"/>
                  </a:lnTo>
                  <a:lnTo>
                    <a:pt x="2251" y="8953"/>
                  </a:lnTo>
                  <a:lnTo>
                    <a:pt x="2410" y="8925"/>
                  </a:lnTo>
                  <a:lnTo>
                    <a:pt x="2422" y="8924"/>
                  </a:lnTo>
                  <a:lnTo>
                    <a:pt x="2580" y="8910"/>
                  </a:lnTo>
                  <a:lnTo>
                    <a:pt x="2587" y="8909"/>
                  </a:lnTo>
                  <a:lnTo>
                    <a:pt x="2742" y="8904"/>
                  </a:lnTo>
                  <a:lnTo>
                    <a:pt x="2744" y="8904"/>
                  </a:lnTo>
                  <a:lnTo>
                    <a:pt x="2894" y="8900"/>
                  </a:lnTo>
                  <a:lnTo>
                    <a:pt x="3038" y="8893"/>
                  </a:lnTo>
                  <a:lnTo>
                    <a:pt x="3172" y="8885"/>
                  </a:lnTo>
                  <a:lnTo>
                    <a:pt x="3176" y="8885"/>
                  </a:lnTo>
                  <a:lnTo>
                    <a:pt x="3298" y="8881"/>
                  </a:lnTo>
                  <a:lnTo>
                    <a:pt x="3301" y="8880"/>
                  </a:lnTo>
                  <a:lnTo>
                    <a:pt x="3420" y="8879"/>
                  </a:lnTo>
                  <a:lnTo>
                    <a:pt x="3420" y="8879"/>
                  </a:lnTo>
                  <a:lnTo>
                    <a:pt x="3543" y="8877"/>
                  </a:lnTo>
                  <a:lnTo>
                    <a:pt x="3677" y="8874"/>
                  </a:lnTo>
                  <a:lnTo>
                    <a:pt x="3834" y="8866"/>
                  </a:lnTo>
                  <a:lnTo>
                    <a:pt x="3844" y="8866"/>
                  </a:lnTo>
                  <a:lnTo>
                    <a:pt x="4044" y="8871"/>
                  </a:lnTo>
                  <a:lnTo>
                    <a:pt x="4054" y="8871"/>
                  </a:lnTo>
                  <a:lnTo>
                    <a:pt x="4292" y="8892"/>
                  </a:lnTo>
                  <a:lnTo>
                    <a:pt x="4537" y="8911"/>
                  </a:lnTo>
                  <a:lnTo>
                    <a:pt x="4758" y="8910"/>
                  </a:lnTo>
                  <a:lnTo>
                    <a:pt x="4916" y="8879"/>
                  </a:lnTo>
                  <a:lnTo>
                    <a:pt x="4992" y="8825"/>
                  </a:lnTo>
                  <a:lnTo>
                    <a:pt x="5032" y="8722"/>
                  </a:lnTo>
                  <a:lnTo>
                    <a:pt x="5040" y="8532"/>
                  </a:lnTo>
                  <a:lnTo>
                    <a:pt x="5012" y="8283"/>
                  </a:lnTo>
                  <a:lnTo>
                    <a:pt x="4963" y="8006"/>
                  </a:lnTo>
                  <a:lnTo>
                    <a:pt x="4911" y="7724"/>
                  </a:lnTo>
                  <a:lnTo>
                    <a:pt x="4910" y="7718"/>
                  </a:lnTo>
                  <a:lnTo>
                    <a:pt x="4872" y="7456"/>
                  </a:lnTo>
                  <a:lnTo>
                    <a:pt x="4872" y="7452"/>
                  </a:lnTo>
                  <a:lnTo>
                    <a:pt x="4844" y="7209"/>
                  </a:lnTo>
                  <a:lnTo>
                    <a:pt x="4813" y="6967"/>
                  </a:lnTo>
                  <a:lnTo>
                    <a:pt x="4778" y="6726"/>
                  </a:lnTo>
                  <a:lnTo>
                    <a:pt x="4742" y="6484"/>
                  </a:lnTo>
                  <a:lnTo>
                    <a:pt x="4706" y="6242"/>
                  </a:lnTo>
                  <a:lnTo>
                    <a:pt x="4706" y="6241"/>
                  </a:lnTo>
                  <a:lnTo>
                    <a:pt x="4671" y="5999"/>
                  </a:lnTo>
                  <a:lnTo>
                    <a:pt x="4671" y="5998"/>
                  </a:lnTo>
                  <a:lnTo>
                    <a:pt x="4638" y="5755"/>
                  </a:lnTo>
                  <a:lnTo>
                    <a:pt x="4638" y="5754"/>
                  </a:lnTo>
                  <a:lnTo>
                    <a:pt x="4606" y="5512"/>
                  </a:lnTo>
                  <a:lnTo>
                    <a:pt x="4574" y="5269"/>
                  </a:lnTo>
                  <a:lnTo>
                    <a:pt x="4541" y="5027"/>
                  </a:lnTo>
                  <a:lnTo>
                    <a:pt x="4507" y="4785"/>
                  </a:lnTo>
                  <a:lnTo>
                    <a:pt x="4471" y="4543"/>
                  </a:lnTo>
                  <a:lnTo>
                    <a:pt x="4433" y="4300"/>
                  </a:lnTo>
                  <a:lnTo>
                    <a:pt x="4394" y="4058"/>
                  </a:lnTo>
                  <a:lnTo>
                    <a:pt x="4354" y="3815"/>
                  </a:lnTo>
                  <a:lnTo>
                    <a:pt x="4312" y="3573"/>
                  </a:lnTo>
                  <a:lnTo>
                    <a:pt x="4267" y="3333"/>
                  </a:lnTo>
                  <a:lnTo>
                    <a:pt x="4219" y="3094"/>
                  </a:lnTo>
                  <a:lnTo>
                    <a:pt x="4166" y="2851"/>
                  </a:lnTo>
                  <a:lnTo>
                    <a:pt x="4110" y="2604"/>
                  </a:lnTo>
                  <a:lnTo>
                    <a:pt x="4051" y="2358"/>
                  </a:lnTo>
                  <a:lnTo>
                    <a:pt x="3990" y="2119"/>
                  </a:lnTo>
                  <a:lnTo>
                    <a:pt x="3927" y="1889"/>
                  </a:lnTo>
                  <a:lnTo>
                    <a:pt x="3864" y="1676"/>
                  </a:lnTo>
                  <a:lnTo>
                    <a:pt x="3799" y="1476"/>
                  </a:lnTo>
                  <a:lnTo>
                    <a:pt x="3731" y="1284"/>
                  </a:lnTo>
                  <a:lnTo>
                    <a:pt x="3661" y="1102"/>
                  </a:lnTo>
                  <a:lnTo>
                    <a:pt x="3591" y="932"/>
                  </a:lnTo>
                  <a:lnTo>
                    <a:pt x="3523" y="776"/>
                  </a:lnTo>
                  <a:lnTo>
                    <a:pt x="3458" y="634"/>
                  </a:lnTo>
                  <a:lnTo>
                    <a:pt x="3457" y="633"/>
                  </a:lnTo>
                  <a:lnTo>
                    <a:pt x="3400" y="507"/>
                  </a:lnTo>
                  <a:lnTo>
                    <a:pt x="3400" y="506"/>
                  </a:lnTo>
                  <a:lnTo>
                    <a:pt x="3351" y="398"/>
                  </a:lnTo>
                  <a:lnTo>
                    <a:pt x="3308" y="309"/>
                  </a:lnTo>
                  <a:lnTo>
                    <a:pt x="3265" y="239"/>
                  </a:lnTo>
                  <a:lnTo>
                    <a:pt x="3219" y="185"/>
                  </a:lnTo>
                  <a:lnTo>
                    <a:pt x="3162" y="137"/>
                  </a:lnTo>
                  <a:lnTo>
                    <a:pt x="3085" y="94"/>
                  </a:lnTo>
                  <a:lnTo>
                    <a:pt x="2992" y="56"/>
                  </a:lnTo>
                  <a:lnTo>
                    <a:pt x="2887" y="27"/>
                  </a:lnTo>
                  <a:lnTo>
                    <a:pt x="2775" y="8"/>
                  </a:lnTo>
                  <a:lnTo>
                    <a:pt x="2663" y="0"/>
                  </a:lnTo>
                  <a:lnTo>
                    <a:pt x="2556" y="3"/>
                  </a:lnTo>
                  <a:lnTo>
                    <a:pt x="2450" y="19"/>
                  </a:lnTo>
                  <a:lnTo>
                    <a:pt x="2339" y="49"/>
                  </a:lnTo>
                  <a:lnTo>
                    <a:pt x="2224" y="91"/>
                  </a:lnTo>
                  <a:lnTo>
                    <a:pt x="2108" y="143"/>
                  </a:lnTo>
                  <a:lnTo>
                    <a:pt x="1992" y="204"/>
                  </a:lnTo>
                  <a:lnTo>
                    <a:pt x="1880" y="272"/>
                  </a:lnTo>
                  <a:lnTo>
                    <a:pt x="1771" y="347"/>
                  </a:lnTo>
                  <a:lnTo>
                    <a:pt x="1662" y="431"/>
                  </a:lnTo>
                  <a:lnTo>
                    <a:pt x="1555" y="525"/>
                  </a:lnTo>
                  <a:lnTo>
                    <a:pt x="1451" y="626"/>
                  </a:lnTo>
                  <a:lnTo>
                    <a:pt x="1349" y="735"/>
                  </a:lnTo>
                  <a:lnTo>
                    <a:pt x="1252" y="850"/>
                  </a:lnTo>
                  <a:lnTo>
                    <a:pt x="1159" y="972"/>
                  </a:lnTo>
                  <a:lnTo>
                    <a:pt x="1069" y="1102"/>
                  </a:lnTo>
                  <a:lnTo>
                    <a:pt x="982" y="1240"/>
                  </a:lnTo>
                  <a:lnTo>
                    <a:pt x="898" y="1386"/>
                  </a:lnTo>
                  <a:lnTo>
                    <a:pt x="818" y="1537"/>
                  </a:lnTo>
                  <a:lnTo>
                    <a:pt x="741" y="1695"/>
                  </a:lnTo>
                  <a:lnTo>
                    <a:pt x="667" y="1859"/>
                  </a:lnTo>
                  <a:lnTo>
                    <a:pt x="596" y="2030"/>
                  </a:lnTo>
                  <a:lnTo>
                    <a:pt x="529" y="2208"/>
                  </a:lnTo>
                  <a:lnTo>
                    <a:pt x="466" y="2392"/>
                  </a:lnTo>
                  <a:lnTo>
                    <a:pt x="407" y="2579"/>
                  </a:lnTo>
                  <a:lnTo>
                    <a:pt x="352" y="2770"/>
                  </a:lnTo>
                  <a:lnTo>
                    <a:pt x="303" y="2966"/>
                  </a:lnTo>
                  <a:lnTo>
                    <a:pt x="258" y="3168"/>
                  </a:lnTo>
                  <a:lnTo>
                    <a:pt x="217" y="3374"/>
                  </a:lnTo>
                  <a:lnTo>
                    <a:pt x="181" y="3585"/>
                  </a:lnTo>
                  <a:lnTo>
                    <a:pt x="147" y="3797"/>
                  </a:lnTo>
                  <a:lnTo>
                    <a:pt x="117" y="4010"/>
                  </a:lnTo>
                  <a:lnTo>
                    <a:pt x="91" y="4224"/>
                  </a:lnTo>
                  <a:lnTo>
                    <a:pt x="69" y="4441"/>
                  </a:lnTo>
                  <a:lnTo>
                    <a:pt x="50" y="4661"/>
                  </a:lnTo>
                  <a:lnTo>
                    <a:pt x="35" y="4881"/>
                  </a:lnTo>
                  <a:lnTo>
                    <a:pt x="23" y="5102"/>
                  </a:lnTo>
                  <a:lnTo>
                    <a:pt x="13" y="5322"/>
                  </a:lnTo>
                  <a:lnTo>
                    <a:pt x="5" y="5541"/>
                  </a:lnTo>
                  <a:lnTo>
                    <a:pt x="1" y="5762"/>
                  </a:lnTo>
                  <a:lnTo>
                    <a:pt x="0" y="5982"/>
                  </a:lnTo>
                  <a:lnTo>
                    <a:pt x="1" y="6202"/>
                  </a:lnTo>
                  <a:lnTo>
                    <a:pt x="5" y="6420"/>
                  </a:lnTo>
                  <a:lnTo>
                    <a:pt x="13" y="6634"/>
                  </a:lnTo>
                  <a:lnTo>
                    <a:pt x="23" y="6848"/>
                  </a:lnTo>
                  <a:lnTo>
                    <a:pt x="38" y="7063"/>
                  </a:lnTo>
                  <a:lnTo>
                    <a:pt x="55" y="7276"/>
                  </a:lnTo>
                  <a:lnTo>
                    <a:pt x="75" y="7485"/>
                  </a:lnTo>
                  <a:lnTo>
                    <a:pt x="96" y="7688"/>
                  </a:lnTo>
                  <a:lnTo>
                    <a:pt x="118" y="7882"/>
                  </a:lnTo>
                  <a:lnTo>
                    <a:pt x="141" y="8067"/>
                  </a:lnTo>
                  <a:lnTo>
                    <a:pt x="165" y="8244"/>
                  </a:lnTo>
                  <a:lnTo>
                    <a:pt x="191" y="8415"/>
                  </a:lnTo>
                  <a:lnTo>
                    <a:pt x="219" y="8580"/>
                  </a:lnTo>
                  <a:lnTo>
                    <a:pt x="247" y="8739"/>
                  </a:lnTo>
                  <a:lnTo>
                    <a:pt x="275" y="8892"/>
                  </a:lnTo>
                  <a:lnTo>
                    <a:pt x="304" y="9041"/>
                  </a:lnTo>
                  <a:lnTo>
                    <a:pt x="333" y="9184"/>
                  </a:lnTo>
                  <a:lnTo>
                    <a:pt x="362" y="9321"/>
                  </a:lnTo>
                  <a:lnTo>
                    <a:pt x="392" y="9448"/>
                  </a:lnTo>
                  <a:lnTo>
                    <a:pt x="423" y="9564"/>
                  </a:lnTo>
                  <a:lnTo>
                    <a:pt x="456" y="9670"/>
                  </a:lnTo>
                  <a:lnTo>
                    <a:pt x="489" y="9774"/>
                  </a:lnTo>
                  <a:lnTo>
                    <a:pt x="490" y="9776"/>
                  </a:lnTo>
                  <a:lnTo>
                    <a:pt x="518" y="9873"/>
                  </a:lnTo>
                  <a:lnTo>
                    <a:pt x="545" y="9951"/>
                  </a:lnTo>
                  <a:lnTo>
                    <a:pt x="568" y="9996"/>
                  </a:lnTo>
                  <a:lnTo>
                    <a:pt x="571" y="10000"/>
                  </a:lnTo>
                  <a:lnTo>
                    <a:pt x="581" y="9997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75699" y="1958256"/>
              <a:ext cx="268834" cy="589605"/>
            </a:xfrm>
            <a:custGeom>
              <a:avLst/>
              <a:gdLst/>
              <a:ahLst/>
              <a:cxnLst/>
              <a:rect l="0" t="0" r="r" b="b"/>
              <a:pathLst>
                <a:path w="979" h="2080" fill="none">
                  <a:moveTo>
                    <a:pt x="979" y="980"/>
                  </a:moveTo>
                  <a:lnTo>
                    <a:pt x="719" y="840"/>
                  </a:lnTo>
                  <a:lnTo>
                    <a:pt x="400" y="600"/>
                  </a:lnTo>
                  <a:lnTo>
                    <a:pt x="220" y="360"/>
                  </a:lnTo>
                </a:path>
                <a:path w="979" h="2080" fill="none">
                  <a:moveTo>
                    <a:pt x="719" y="840"/>
                  </a:moveTo>
                  <a:lnTo>
                    <a:pt x="599" y="480"/>
                  </a:lnTo>
                  <a:lnTo>
                    <a:pt x="540" y="80"/>
                  </a:lnTo>
                </a:path>
                <a:path w="979" h="2080" fill="none">
                  <a:moveTo>
                    <a:pt x="979" y="980"/>
                  </a:moveTo>
                  <a:lnTo>
                    <a:pt x="599" y="1040"/>
                  </a:lnTo>
                  <a:lnTo>
                    <a:pt x="200" y="1040"/>
                  </a:lnTo>
                  <a:lnTo>
                    <a:pt x="0" y="1080"/>
                  </a:lnTo>
                </a:path>
                <a:path w="979" h="2080" fill="none">
                  <a:moveTo>
                    <a:pt x="599" y="1040"/>
                  </a:moveTo>
                  <a:lnTo>
                    <a:pt x="320" y="1320"/>
                  </a:lnTo>
                  <a:lnTo>
                    <a:pt x="100" y="1560"/>
                  </a:lnTo>
                </a:path>
                <a:path w="979" h="2080" fill="none">
                  <a:moveTo>
                    <a:pt x="979" y="980"/>
                  </a:moveTo>
                  <a:lnTo>
                    <a:pt x="719" y="1320"/>
                  </a:lnTo>
                  <a:lnTo>
                    <a:pt x="480" y="1720"/>
                  </a:lnTo>
                  <a:lnTo>
                    <a:pt x="260" y="2040"/>
                  </a:lnTo>
                </a:path>
                <a:path w="979" h="2080" fill="none">
                  <a:moveTo>
                    <a:pt x="719" y="1320"/>
                  </a:moveTo>
                  <a:lnTo>
                    <a:pt x="839" y="1720"/>
                  </a:lnTo>
                  <a:lnTo>
                    <a:pt x="719" y="2080"/>
                  </a:lnTo>
                </a:path>
                <a:path w="979" h="2080" fill="none">
                  <a:moveTo>
                    <a:pt x="480" y="1720"/>
                  </a:moveTo>
                  <a:lnTo>
                    <a:pt x="160" y="1920"/>
                  </a:lnTo>
                  <a:lnTo>
                    <a:pt x="0" y="2040"/>
                  </a:lnTo>
                </a:path>
                <a:path w="979" h="2080" fill="none">
                  <a:moveTo>
                    <a:pt x="400" y="600"/>
                  </a:moveTo>
                  <a:lnTo>
                    <a:pt x="120" y="680"/>
                  </a:lnTo>
                  <a:lnTo>
                    <a:pt x="28" y="748"/>
                  </a:lnTo>
                </a:path>
                <a:path w="979" h="2080" fill="none">
                  <a:moveTo>
                    <a:pt x="599" y="480"/>
                  </a:moveTo>
                  <a:lnTo>
                    <a:pt x="360" y="240"/>
                  </a:lnTo>
                </a:path>
                <a:path w="979" h="2080" fill="none">
                  <a:moveTo>
                    <a:pt x="320" y="1320"/>
                  </a:moveTo>
                  <a:lnTo>
                    <a:pt x="360" y="1600"/>
                  </a:lnTo>
                  <a:lnTo>
                    <a:pt x="240" y="1880"/>
                  </a:lnTo>
                </a:path>
                <a:path w="979" h="2080" fill="none">
                  <a:moveTo>
                    <a:pt x="979" y="980"/>
                  </a:moveTo>
                  <a:lnTo>
                    <a:pt x="919" y="680"/>
                  </a:lnTo>
                  <a:lnTo>
                    <a:pt x="799" y="360"/>
                  </a:lnTo>
                  <a:lnTo>
                    <a:pt x="719" y="0"/>
                  </a:lnTo>
                </a:path>
                <a:path w="979" h="2080" fill="none">
                  <a:moveTo>
                    <a:pt x="200" y="1040"/>
                  </a:moveTo>
                  <a:lnTo>
                    <a:pt x="80" y="128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PTX PulmonI"/>
          <p:cNvGrpSpPr/>
          <p:nvPr/>
        </p:nvGrpSpPr>
        <p:grpSpPr>
          <a:xfrm>
            <a:off x="4962988" y="1276342"/>
            <a:ext cx="756584" cy="2198093"/>
            <a:chOff x="4962988" y="1276342"/>
            <a:chExt cx="756584" cy="2198093"/>
          </a:xfrm>
        </p:grpSpPr>
        <p:sp>
          <p:nvSpPr>
            <p:cNvPr id="44" name="Forma 43"/>
            <p:cNvSpPr/>
            <p:nvPr/>
          </p:nvSpPr>
          <p:spPr>
            <a:xfrm>
              <a:off x="4962988" y="1276342"/>
              <a:ext cx="756584" cy="2198093"/>
            </a:xfrm>
            <a:custGeom>
              <a:avLst/>
              <a:gdLst/>
              <a:ahLst/>
              <a:cxnLst/>
              <a:rect l="0" t="0" r="r" b="b"/>
              <a:pathLst>
                <a:path w="3556" h="10000">
                  <a:moveTo>
                    <a:pt x="928" y="8517"/>
                  </a:moveTo>
                  <a:lnTo>
                    <a:pt x="1043" y="8533"/>
                  </a:lnTo>
                  <a:lnTo>
                    <a:pt x="1197" y="8568"/>
                  </a:lnTo>
                  <a:lnTo>
                    <a:pt x="1351" y="8618"/>
                  </a:lnTo>
                  <a:lnTo>
                    <a:pt x="1508" y="8687"/>
                  </a:lnTo>
                  <a:lnTo>
                    <a:pt x="1671" y="8776"/>
                  </a:lnTo>
                  <a:lnTo>
                    <a:pt x="1834" y="8878"/>
                  </a:lnTo>
                  <a:lnTo>
                    <a:pt x="1994" y="8988"/>
                  </a:lnTo>
                  <a:lnTo>
                    <a:pt x="2143" y="9101"/>
                  </a:lnTo>
                  <a:lnTo>
                    <a:pt x="2279" y="9211"/>
                  </a:lnTo>
                  <a:lnTo>
                    <a:pt x="2401" y="9329"/>
                  </a:lnTo>
                  <a:lnTo>
                    <a:pt x="2515" y="9462"/>
                  </a:lnTo>
                  <a:lnTo>
                    <a:pt x="2619" y="9597"/>
                  </a:lnTo>
                  <a:lnTo>
                    <a:pt x="2714" y="9723"/>
                  </a:lnTo>
                  <a:lnTo>
                    <a:pt x="2798" y="9831"/>
                  </a:lnTo>
                  <a:lnTo>
                    <a:pt x="2872" y="9908"/>
                  </a:lnTo>
                  <a:lnTo>
                    <a:pt x="2932" y="9957"/>
                  </a:lnTo>
                  <a:lnTo>
                    <a:pt x="2978" y="9988"/>
                  </a:lnTo>
                  <a:lnTo>
                    <a:pt x="3014" y="10000"/>
                  </a:lnTo>
                  <a:lnTo>
                    <a:pt x="3044" y="9991"/>
                  </a:lnTo>
                  <a:lnTo>
                    <a:pt x="3073" y="9960"/>
                  </a:lnTo>
                  <a:lnTo>
                    <a:pt x="3104" y="9908"/>
                  </a:lnTo>
                  <a:lnTo>
                    <a:pt x="3138" y="9830"/>
                  </a:lnTo>
                  <a:lnTo>
                    <a:pt x="3169" y="9727"/>
                  </a:lnTo>
                  <a:lnTo>
                    <a:pt x="3199" y="9602"/>
                  </a:lnTo>
                  <a:lnTo>
                    <a:pt x="3228" y="9460"/>
                  </a:lnTo>
                  <a:lnTo>
                    <a:pt x="3257" y="9302"/>
                  </a:lnTo>
                  <a:lnTo>
                    <a:pt x="3285" y="9134"/>
                  </a:lnTo>
                  <a:lnTo>
                    <a:pt x="3313" y="8946"/>
                  </a:lnTo>
                  <a:lnTo>
                    <a:pt x="3340" y="8736"/>
                  </a:lnTo>
                  <a:lnTo>
                    <a:pt x="3367" y="8511"/>
                  </a:lnTo>
                  <a:lnTo>
                    <a:pt x="3393" y="8279"/>
                  </a:lnTo>
                  <a:lnTo>
                    <a:pt x="3417" y="8050"/>
                  </a:lnTo>
                  <a:lnTo>
                    <a:pt x="3439" y="7831"/>
                  </a:lnTo>
                  <a:lnTo>
                    <a:pt x="3461" y="7623"/>
                  </a:lnTo>
                  <a:lnTo>
                    <a:pt x="3481" y="7420"/>
                  </a:lnTo>
                  <a:lnTo>
                    <a:pt x="3501" y="7218"/>
                  </a:lnTo>
                  <a:lnTo>
                    <a:pt x="3518" y="7017"/>
                  </a:lnTo>
                  <a:lnTo>
                    <a:pt x="3532" y="6813"/>
                  </a:lnTo>
                  <a:lnTo>
                    <a:pt x="3543" y="6606"/>
                  </a:lnTo>
                  <a:lnTo>
                    <a:pt x="3550" y="6395"/>
                  </a:lnTo>
                  <a:lnTo>
                    <a:pt x="3554" y="6181"/>
                  </a:lnTo>
                  <a:lnTo>
                    <a:pt x="3556" y="5965"/>
                  </a:lnTo>
                  <a:lnTo>
                    <a:pt x="3554" y="5749"/>
                  </a:lnTo>
                  <a:lnTo>
                    <a:pt x="3550" y="5532"/>
                  </a:lnTo>
                  <a:lnTo>
                    <a:pt x="3543" y="5317"/>
                  </a:lnTo>
                  <a:lnTo>
                    <a:pt x="3533" y="5101"/>
                  </a:lnTo>
                  <a:lnTo>
                    <a:pt x="3521" y="4884"/>
                  </a:lnTo>
                  <a:lnTo>
                    <a:pt x="3506" y="4668"/>
                  </a:lnTo>
                  <a:lnTo>
                    <a:pt x="3487" y="4452"/>
                  </a:lnTo>
                  <a:lnTo>
                    <a:pt x="3465" y="4238"/>
                  </a:lnTo>
                  <a:lnTo>
                    <a:pt x="3439" y="4027"/>
                  </a:lnTo>
                  <a:lnTo>
                    <a:pt x="3410" y="3817"/>
                  </a:lnTo>
                  <a:lnTo>
                    <a:pt x="3377" y="3608"/>
                  </a:lnTo>
                  <a:lnTo>
                    <a:pt x="3341" y="3401"/>
                  </a:lnTo>
                  <a:lnTo>
                    <a:pt x="3301" y="3196"/>
                  </a:lnTo>
                  <a:lnTo>
                    <a:pt x="3257" y="2996"/>
                  </a:lnTo>
                  <a:lnTo>
                    <a:pt x="3207" y="2802"/>
                  </a:lnTo>
                  <a:lnTo>
                    <a:pt x="3153" y="2612"/>
                  </a:lnTo>
                  <a:lnTo>
                    <a:pt x="3095" y="2426"/>
                  </a:lnTo>
                  <a:lnTo>
                    <a:pt x="3032" y="2243"/>
                  </a:lnTo>
                  <a:lnTo>
                    <a:pt x="2965" y="2066"/>
                  </a:lnTo>
                  <a:lnTo>
                    <a:pt x="2894" y="1896"/>
                  </a:lnTo>
                  <a:lnTo>
                    <a:pt x="2821" y="1732"/>
                  </a:lnTo>
                  <a:lnTo>
                    <a:pt x="2744" y="1574"/>
                  </a:lnTo>
                  <a:lnTo>
                    <a:pt x="2663" y="1422"/>
                  </a:lnTo>
                  <a:lnTo>
                    <a:pt x="2579" y="1276"/>
                  </a:lnTo>
                  <a:lnTo>
                    <a:pt x="2491" y="1137"/>
                  </a:lnTo>
                  <a:lnTo>
                    <a:pt x="2400" y="1005"/>
                  </a:lnTo>
                  <a:lnTo>
                    <a:pt x="2305" y="880"/>
                  </a:lnTo>
                  <a:lnTo>
                    <a:pt x="2206" y="763"/>
                  </a:lnTo>
                  <a:lnTo>
                    <a:pt x="2102" y="652"/>
                  </a:lnTo>
                  <a:lnTo>
                    <a:pt x="1995" y="548"/>
                  </a:lnTo>
                  <a:lnTo>
                    <a:pt x="1886" y="453"/>
                  </a:lnTo>
                  <a:lnTo>
                    <a:pt x="1774" y="365"/>
                  </a:lnTo>
                  <a:lnTo>
                    <a:pt x="1660" y="287"/>
                  </a:lnTo>
                  <a:lnTo>
                    <a:pt x="1538" y="217"/>
                  </a:lnTo>
                  <a:lnTo>
                    <a:pt x="1404" y="154"/>
                  </a:lnTo>
                  <a:lnTo>
                    <a:pt x="1268" y="99"/>
                  </a:lnTo>
                  <a:lnTo>
                    <a:pt x="1139" y="54"/>
                  </a:lnTo>
                  <a:lnTo>
                    <a:pt x="1026" y="22"/>
                  </a:lnTo>
                  <a:lnTo>
                    <a:pt x="938" y="4"/>
                  </a:lnTo>
                  <a:lnTo>
                    <a:pt x="883" y="0"/>
                  </a:lnTo>
                  <a:lnTo>
                    <a:pt x="853" y="8"/>
                  </a:lnTo>
                  <a:lnTo>
                    <a:pt x="840" y="29"/>
                  </a:lnTo>
                  <a:lnTo>
                    <a:pt x="833" y="62"/>
                  </a:lnTo>
                  <a:lnTo>
                    <a:pt x="821" y="105"/>
                  </a:lnTo>
                  <a:lnTo>
                    <a:pt x="796" y="158"/>
                  </a:lnTo>
                  <a:lnTo>
                    <a:pt x="757" y="221"/>
                  </a:lnTo>
                  <a:lnTo>
                    <a:pt x="712" y="292"/>
                  </a:lnTo>
                  <a:lnTo>
                    <a:pt x="663" y="374"/>
                  </a:lnTo>
                  <a:lnTo>
                    <a:pt x="612" y="469"/>
                  </a:lnTo>
                  <a:lnTo>
                    <a:pt x="562" y="577"/>
                  </a:lnTo>
                  <a:lnTo>
                    <a:pt x="514" y="700"/>
                  </a:lnTo>
                  <a:lnTo>
                    <a:pt x="467" y="839"/>
                  </a:lnTo>
                  <a:lnTo>
                    <a:pt x="420" y="994"/>
                  </a:lnTo>
                  <a:lnTo>
                    <a:pt x="372" y="1163"/>
                  </a:lnTo>
                  <a:lnTo>
                    <a:pt x="327" y="1343"/>
                  </a:lnTo>
                  <a:lnTo>
                    <a:pt x="284" y="1533"/>
                  </a:lnTo>
                  <a:lnTo>
                    <a:pt x="246" y="1732"/>
                  </a:lnTo>
                  <a:lnTo>
                    <a:pt x="211" y="1943"/>
                  </a:lnTo>
                  <a:lnTo>
                    <a:pt x="178" y="2168"/>
                  </a:lnTo>
                  <a:lnTo>
                    <a:pt x="149" y="2404"/>
                  </a:lnTo>
                  <a:lnTo>
                    <a:pt x="122" y="2645"/>
                  </a:lnTo>
                  <a:lnTo>
                    <a:pt x="99" y="2887"/>
                  </a:lnTo>
                  <a:lnTo>
                    <a:pt x="78" y="3124"/>
                  </a:lnTo>
                  <a:lnTo>
                    <a:pt x="57" y="3359"/>
                  </a:lnTo>
                  <a:lnTo>
                    <a:pt x="33" y="3595"/>
                  </a:lnTo>
                  <a:lnTo>
                    <a:pt x="13" y="3832"/>
                  </a:lnTo>
                  <a:lnTo>
                    <a:pt x="0" y="4069"/>
                  </a:lnTo>
                  <a:lnTo>
                    <a:pt x="0" y="4306"/>
                  </a:lnTo>
                  <a:lnTo>
                    <a:pt x="16" y="4543"/>
                  </a:lnTo>
                  <a:lnTo>
                    <a:pt x="53" y="4779"/>
                  </a:lnTo>
                  <a:lnTo>
                    <a:pt x="109" y="5016"/>
                  </a:lnTo>
                  <a:lnTo>
                    <a:pt x="178" y="5252"/>
                  </a:lnTo>
                  <a:lnTo>
                    <a:pt x="252" y="5489"/>
                  </a:lnTo>
                  <a:lnTo>
                    <a:pt x="325" y="5725"/>
                  </a:lnTo>
                  <a:lnTo>
                    <a:pt x="391" y="5961"/>
                  </a:lnTo>
                  <a:lnTo>
                    <a:pt x="454" y="6194"/>
                  </a:lnTo>
                  <a:lnTo>
                    <a:pt x="518" y="6422"/>
                  </a:lnTo>
                  <a:lnTo>
                    <a:pt x="581" y="6650"/>
                  </a:lnTo>
                  <a:lnTo>
                    <a:pt x="641" y="6882"/>
                  </a:lnTo>
                  <a:lnTo>
                    <a:pt x="695" y="7124"/>
                  </a:lnTo>
                  <a:lnTo>
                    <a:pt x="742" y="7380"/>
                  </a:lnTo>
                  <a:lnTo>
                    <a:pt x="793" y="7677"/>
                  </a:lnTo>
                  <a:lnTo>
                    <a:pt x="855" y="8017"/>
                  </a:lnTo>
                  <a:lnTo>
                    <a:pt x="912" y="8367"/>
                  </a:lnTo>
                  <a:lnTo>
                    <a:pt x="928" y="8517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993166" y="1309871"/>
              <a:ext cx="696230" cy="2124893"/>
            </a:xfrm>
            <a:custGeom>
              <a:avLst/>
              <a:gdLst/>
              <a:ahLst/>
              <a:cxnLst/>
              <a:rect l="0" t="0" r="r" b="b"/>
              <a:pathLst>
                <a:path w="3385" h="10000">
                  <a:moveTo>
                    <a:pt x="841" y="1"/>
                  </a:moveTo>
                  <a:lnTo>
                    <a:pt x="836" y="13"/>
                  </a:lnTo>
                  <a:lnTo>
                    <a:pt x="810" y="68"/>
                  </a:lnTo>
                  <a:lnTo>
                    <a:pt x="801" y="84"/>
                  </a:lnTo>
                  <a:lnTo>
                    <a:pt x="761" y="148"/>
                  </a:lnTo>
                  <a:lnTo>
                    <a:pt x="761" y="149"/>
                  </a:lnTo>
                  <a:lnTo>
                    <a:pt x="715" y="221"/>
                  </a:lnTo>
                  <a:lnTo>
                    <a:pt x="667" y="302"/>
                  </a:lnTo>
                  <a:lnTo>
                    <a:pt x="618" y="393"/>
                  </a:lnTo>
                  <a:lnTo>
                    <a:pt x="569" y="497"/>
                  </a:lnTo>
                  <a:lnTo>
                    <a:pt x="523" y="616"/>
                  </a:lnTo>
                  <a:lnTo>
                    <a:pt x="476" y="755"/>
                  </a:lnTo>
                  <a:lnTo>
                    <a:pt x="428" y="912"/>
                  </a:lnTo>
                  <a:lnTo>
                    <a:pt x="380" y="1083"/>
                  </a:lnTo>
                  <a:lnTo>
                    <a:pt x="334" y="1265"/>
                  </a:lnTo>
                  <a:lnTo>
                    <a:pt x="291" y="1458"/>
                  </a:lnTo>
                  <a:lnTo>
                    <a:pt x="252" y="1660"/>
                  </a:lnTo>
                  <a:lnTo>
                    <a:pt x="216" y="1874"/>
                  </a:lnTo>
                  <a:lnTo>
                    <a:pt x="183" y="2105"/>
                  </a:lnTo>
                  <a:lnTo>
                    <a:pt x="153" y="2346"/>
                  </a:lnTo>
                  <a:lnTo>
                    <a:pt x="126" y="2593"/>
                  </a:lnTo>
                  <a:lnTo>
                    <a:pt x="102" y="2842"/>
                  </a:lnTo>
                  <a:lnTo>
                    <a:pt x="80" y="3087"/>
                  </a:lnTo>
                  <a:lnTo>
                    <a:pt x="80" y="3088"/>
                  </a:lnTo>
                  <a:lnTo>
                    <a:pt x="58" y="3331"/>
                  </a:lnTo>
                  <a:lnTo>
                    <a:pt x="58" y="3332"/>
                  </a:lnTo>
                  <a:lnTo>
                    <a:pt x="34" y="3575"/>
                  </a:lnTo>
                  <a:lnTo>
                    <a:pt x="13" y="3817"/>
                  </a:lnTo>
                  <a:lnTo>
                    <a:pt x="0" y="4056"/>
                  </a:lnTo>
                  <a:lnTo>
                    <a:pt x="0" y="4292"/>
                  </a:lnTo>
                  <a:lnTo>
                    <a:pt x="15" y="4525"/>
                  </a:lnTo>
                  <a:lnTo>
                    <a:pt x="52" y="4758"/>
                  </a:lnTo>
                  <a:lnTo>
                    <a:pt x="108" y="4993"/>
                  </a:lnTo>
                  <a:lnTo>
                    <a:pt x="178" y="5233"/>
                  </a:lnTo>
                  <a:lnTo>
                    <a:pt x="254" y="5476"/>
                  </a:lnTo>
                  <a:lnTo>
                    <a:pt x="254" y="5476"/>
                  </a:lnTo>
                  <a:lnTo>
                    <a:pt x="330" y="5721"/>
                  </a:lnTo>
                  <a:lnTo>
                    <a:pt x="331" y="5725"/>
                  </a:lnTo>
                  <a:lnTo>
                    <a:pt x="400" y="5969"/>
                  </a:lnTo>
                  <a:lnTo>
                    <a:pt x="400" y="5971"/>
                  </a:lnTo>
                  <a:lnTo>
                    <a:pt x="464" y="6211"/>
                  </a:lnTo>
                  <a:lnTo>
                    <a:pt x="530" y="6446"/>
                  </a:lnTo>
                  <a:lnTo>
                    <a:pt x="530" y="6446"/>
                  </a:lnTo>
                  <a:lnTo>
                    <a:pt x="596" y="6682"/>
                  </a:lnTo>
                  <a:lnTo>
                    <a:pt x="596" y="6684"/>
                  </a:lnTo>
                  <a:lnTo>
                    <a:pt x="658" y="6925"/>
                  </a:lnTo>
                  <a:lnTo>
                    <a:pt x="660" y="6929"/>
                  </a:lnTo>
                  <a:lnTo>
                    <a:pt x="716" y="7180"/>
                  </a:lnTo>
                  <a:lnTo>
                    <a:pt x="717" y="7186"/>
                  </a:lnTo>
                  <a:lnTo>
                    <a:pt x="765" y="7450"/>
                  </a:lnTo>
                  <a:lnTo>
                    <a:pt x="765" y="7451"/>
                  </a:lnTo>
                  <a:lnTo>
                    <a:pt x="818" y="7758"/>
                  </a:lnTo>
                  <a:lnTo>
                    <a:pt x="882" y="8109"/>
                  </a:lnTo>
                  <a:lnTo>
                    <a:pt x="883" y="8112"/>
                  </a:lnTo>
                  <a:lnTo>
                    <a:pt x="941" y="8474"/>
                  </a:lnTo>
                  <a:lnTo>
                    <a:pt x="942" y="8481"/>
                  </a:lnTo>
                  <a:lnTo>
                    <a:pt x="947" y="8523"/>
                  </a:lnTo>
                  <a:lnTo>
                    <a:pt x="953" y="8524"/>
                  </a:lnTo>
                  <a:lnTo>
                    <a:pt x="965" y="8526"/>
                  </a:lnTo>
                  <a:lnTo>
                    <a:pt x="1124" y="8562"/>
                  </a:lnTo>
                  <a:lnTo>
                    <a:pt x="1137" y="8566"/>
                  </a:lnTo>
                  <a:lnTo>
                    <a:pt x="1296" y="8618"/>
                  </a:lnTo>
                  <a:lnTo>
                    <a:pt x="1310" y="8623"/>
                  </a:lnTo>
                  <a:lnTo>
                    <a:pt x="1472" y="8695"/>
                  </a:lnTo>
                  <a:lnTo>
                    <a:pt x="1483" y="8700"/>
                  </a:lnTo>
                  <a:lnTo>
                    <a:pt x="1651" y="8791"/>
                  </a:lnTo>
                  <a:lnTo>
                    <a:pt x="1659" y="8796"/>
                  </a:lnTo>
                  <a:lnTo>
                    <a:pt x="1828" y="8901"/>
                  </a:lnTo>
                  <a:lnTo>
                    <a:pt x="1834" y="8905"/>
                  </a:lnTo>
                  <a:lnTo>
                    <a:pt x="1999" y="9019"/>
                  </a:lnTo>
                  <a:lnTo>
                    <a:pt x="2004" y="9022"/>
                  </a:lnTo>
                  <a:lnTo>
                    <a:pt x="2159" y="9139"/>
                  </a:lnTo>
                  <a:lnTo>
                    <a:pt x="2163" y="9143"/>
                  </a:lnTo>
                  <a:lnTo>
                    <a:pt x="2303" y="9257"/>
                  </a:lnTo>
                  <a:lnTo>
                    <a:pt x="2313" y="9265"/>
                  </a:lnTo>
                  <a:lnTo>
                    <a:pt x="2439" y="9387"/>
                  </a:lnTo>
                  <a:lnTo>
                    <a:pt x="2449" y="9397"/>
                  </a:lnTo>
                  <a:lnTo>
                    <a:pt x="2566" y="9534"/>
                  </a:lnTo>
                  <a:lnTo>
                    <a:pt x="2571" y="9540"/>
                  </a:lnTo>
                  <a:lnTo>
                    <a:pt x="2679" y="9680"/>
                  </a:lnTo>
                  <a:lnTo>
                    <a:pt x="2680" y="9682"/>
                  </a:lnTo>
                  <a:lnTo>
                    <a:pt x="2777" y="9811"/>
                  </a:lnTo>
                  <a:lnTo>
                    <a:pt x="2858" y="9915"/>
                  </a:lnTo>
                  <a:lnTo>
                    <a:pt x="2924" y="9983"/>
                  </a:lnTo>
                  <a:lnTo>
                    <a:pt x="2944" y="10000"/>
                  </a:lnTo>
                  <a:lnTo>
                    <a:pt x="2961" y="9960"/>
                  </a:lnTo>
                  <a:lnTo>
                    <a:pt x="2990" y="9865"/>
                  </a:lnTo>
                  <a:lnTo>
                    <a:pt x="3020" y="9743"/>
                  </a:lnTo>
                  <a:lnTo>
                    <a:pt x="3049" y="9600"/>
                  </a:lnTo>
                  <a:lnTo>
                    <a:pt x="3078" y="9440"/>
                  </a:lnTo>
                  <a:lnTo>
                    <a:pt x="3106" y="9268"/>
                  </a:lnTo>
                  <a:lnTo>
                    <a:pt x="3135" y="9077"/>
                  </a:lnTo>
                  <a:lnTo>
                    <a:pt x="3163" y="8861"/>
                  </a:lnTo>
                  <a:lnTo>
                    <a:pt x="3190" y="8629"/>
                  </a:lnTo>
                  <a:lnTo>
                    <a:pt x="3217" y="8391"/>
                  </a:lnTo>
                  <a:lnTo>
                    <a:pt x="3242" y="8154"/>
                  </a:lnTo>
                  <a:lnTo>
                    <a:pt x="3265" y="7928"/>
                  </a:lnTo>
                  <a:lnTo>
                    <a:pt x="3287" y="7713"/>
                  </a:lnTo>
                  <a:lnTo>
                    <a:pt x="3309" y="7503"/>
                  </a:lnTo>
                  <a:lnTo>
                    <a:pt x="3328" y="7296"/>
                  </a:lnTo>
                  <a:lnTo>
                    <a:pt x="3346" y="7089"/>
                  </a:lnTo>
                  <a:lnTo>
                    <a:pt x="3360" y="6881"/>
                  </a:lnTo>
                  <a:lnTo>
                    <a:pt x="3371" y="6670"/>
                  </a:lnTo>
                  <a:lnTo>
                    <a:pt x="3379" y="6454"/>
                  </a:lnTo>
                  <a:lnTo>
                    <a:pt x="3383" y="6234"/>
                  </a:lnTo>
                  <a:lnTo>
                    <a:pt x="3385" y="6013"/>
                  </a:lnTo>
                  <a:lnTo>
                    <a:pt x="3383" y="5791"/>
                  </a:lnTo>
                  <a:lnTo>
                    <a:pt x="3379" y="5569"/>
                  </a:lnTo>
                  <a:lnTo>
                    <a:pt x="3371" y="5348"/>
                  </a:lnTo>
                  <a:lnTo>
                    <a:pt x="3361" y="5126"/>
                  </a:lnTo>
                  <a:lnTo>
                    <a:pt x="3349" y="4904"/>
                  </a:lnTo>
                  <a:lnTo>
                    <a:pt x="3333" y="4682"/>
                  </a:lnTo>
                  <a:lnTo>
                    <a:pt x="3315" y="4461"/>
                  </a:lnTo>
                  <a:lnTo>
                    <a:pt x="3292" y="4243"/>
                  </a:lnTo>
                  <a:lnTo>
                    <a:pt x="3266" y="4027"/>
                  </a:lnTo>
                  <a:lnTo>
                    <a:pt x="3236" y="3813"/>
                  </a:lnTo>
                  <a:lnTo>
                    <a:pt x="3202" y="3599"/>
                  </a:lnTo>
                  <a:lnTo>
                    <a:pt x="3165" y="3387"/>
                  </a:lnTo>
                  <a:lnTo>
                    <a:pt x="3124" y="3179"/>
                  </a:lnTo>
                  <a:lnTo>
                    <a:pt x="3079" y="2976"/>
                  </a:lnTo>
                  <a:lnTo>
                    <a:pt x="3029" y="2779"/>
                  </a:lnTo>
                  <a:lnTo>
                    <a:pt x="2975" y="2586"/>
                  </a:lnTo>
                  <a:lnTo>
                    <a:pt x="2915" y="2397"/>
                  </a:lnTo>
                  <a:lnTo>
                    <a:pt x="2851" y="2213"/>
                  </a:lnTo>
                  <a:lnTo>
                    <a:pt x="2784" y="2034"/>
                  </a:lnTo>
                  <a:lnTo>
                    <a:pt x="2713" y="1861"/>
                  </a:lnTo>
                  <a:lnTo>
                    <a:pt x="2638" y="1696"/>
                  </a:lnTo>
                  <a:lnTo>
                    <a:pt x="2561" y="1537"/>
                  </a:lnTo>
                  <a:lnTo>
                    <a:pt x="2480" y="1384"/>
                  </a:lnTo>
                  <a:lnTo>
                    <a:pt x="2395" y="1238"/>
                  </a:lnTo>
                  <a:lnTo>
                    <a:pt x="2308" y="1099"/>
                  </a:lnTo>
                  <a:lnTo>
                    <a:pt x="2217" y="968"/>
                  </a:lnTo>
                  <a:lnTo>
                    <a:pt x="2123" y="845"/>
                  </a:lnTo>
                  <a:lnTo>
                    <a:pt x="2025" y="729"/>
                  </a:lnTo>
                  <a:lnTo>
                    <a:pt x="1923" y="620"/>
                  </a:lnTo>
                  <a:lnTo>
                    <a:pt x="1818" y="518"/>
                  </a:lnTo>
                  <a:lnTo>
                    <a:pt x="1710" y="424"/>
                  </a:lnTo>
                  <a:lnTo>
                    <a:pt x="1601" y="338"/>
                  </a:lnTo>
                  <a:lnTo>
                    <a:pt x="1492" y="264"/>
                  </a:lnTo>
                  <a:lnTo>
                    <a:pt x="1376" y="197"/>
                  </a:lnTo>
                  <a:lnTo>
                    <a:pt x="1246" y="136"/>
                  </a:lnTo>
                  <a:lnTo>
                    <a:pt x="1113" y="82"/>
                  </a:lnTo>
                  <a:lnTo>
                    <a:pt x="987" y="38"/>
                  </a:lnTo>
                  <a:lnTo>
                    <a:pt x="879" y="7"/>
                  </a:lnTo>
                  <a:lnTo>
                    <a:pt x="841" y="0"/>
                  </a:lnTo>
                  <a:lnTo>
                    <a:pt x="841" y="1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009648" y="1509674"/>
              <a:ext cx="623543" cy="1445666"/>
            </a:xfrm>
            <a:custGeom>
              <a:avLst/>
              <a:gdLst/>
              <a:ahLst/>
              <a:cxnLst/>
              <a:rect l="0" t="0" r="r" b="b"/>
              <a:pathLst>
                <a:path w="2273" h="5100" fill="none">
                  <a:moveTo>
                    <a:pt x="0" y="2335"/>
                  </a:moveTo>
                  <a:lnTo>
                    <a:pt x="437" y="2100"/>
                  </a:lnTo>
                  <a:lnTo>
                    <a:pt x="1237" y="1500"/>
                  </a:lnTo>
                  <a:lnTo>
                    <a:pt x="1687" y="900"/>
                  </a:lnTo>
                </a:path>
                <a:path w="2273" h="5100" fill="none">
                  <a:moveTo>
                    <a:pt x="437" y="2100"/>
                  </a:moveTo>
                  <a:lnTo>
                    <a:pt x="737" y="1200"/>
                  </a:lnTo>
                  <a:lnTo>
                    <a:pt x="887" y="200"/>
                  </a:lnTo>
                </a:path>
                <a:path w="2273" h="5100" fill="none">
                  <a:moveTo>
                    <a:pt x="0" y="2483"/>
                  </a:moveTo>
                  <a:lnTo>
                    <a:pt x="737" y="2600"/>
                  </a:lnTo>
                  <a:lnTo>
                    <a:pt x="1737" y="2600"/>
                  </a:lnTo>
                  <a:lnTo>
                    <a:pt x="2237" y="2700"/>
                  </a:lnTo>
                </a:path>
                <a:path w="2273" h="5100" fill="none">
                  <a:moveTo>
                    <a:pt x="737" y="2600"/>
                  </a:moveTo>
                  <a:lnTo>
                    <a:pt x="1437" y="3300"/>
                  </a:lnTo>
                  <a:lnTo>
                    <a:pt x="1987" y="3900"/>
                  </a:lnTo>
                </a:path>
                <a:path w="2273" h="5100" fill="none">
                  <a:moveTo>
                    <a:pt x="23" y="2758"/>
                  </a:moveTo>
                  <a:lnTo>
                    <a:pt x="437" y="3300"/>
                  </a:lnTo>
                  <a:lnTo>
                    <a:pt x="1037" y="4300"/>
                  </a:lnTo>
                  <a:lnTo>
                    <a:pt x="1587" y="5100"/>
                  </a:lnTo>
                </a:path>
                <a:path w="2273" h="5100" fill="none">
                  <a:moveTo>
                    <a:pt x="437" y="3300"/>
                  </a:moveTo>
                  <a:lnTo>
                    <a:pt x="299" y="3761"/>
                  </a:lnTo>
                </a:path>
                <a:path w="2273" h="5100" fill="none">
                  <a:moveTo>
                    <a:pt x="1037" y="4300"/>
                  </a:moveTo>
                  <a:lnTo>
                    <a:pt x="1837" y="4800"/>
                  </a:lnTo>
                  <a:lnTo>
                    <a:pt x="2237" y="5100"/>
                  </a:lnTo>
                </a:path>
                <a:path w="2273" h="5100" fill="none">
                  <a:moveTo>
                    <a:pt x="1237" y="1500"/>
                  </a:moveTo>
                  <a:lnTo>
                    <a:pt x="1937" y="1700"/>
                  </a:lnTo>
                  <a:lnTo>
                    <a:pt x="2273" y="1951"/>
                  </a:lnTo>
                </a:path>
                <a:path w="2273" h="5100" fill="none">
                  <a:moveTo>
                    <a:pt x="737" y="1200"/>
                  </a:moveTo>
                  <a:lnTo>
                    <a:pt x="1337" y="600"/>
                  </a:lnTo>
                </a:path>
                <a:path w="2273" h="5100" fill="none">
                  <a:moveTo>
                    <a:pt x="1437" y="3300"/>
                  </a:moveTo>
                  <a:lnTo>
                    <a:pt x="1337" y="4000"/>
                  </a:lnTo>
                  <a:lnTo>
                    <a:pt x="1637" y="4700"/>
                  </a:lnTo>
                </a:path>
                <a:path w="2273" h="5100" fill="none">
                  <a:moveTo>
                    <a:pt x="89" y="1295"/>
                  </a:moveTo>
                  <a:lnTo>
                    <a:pt x="237" y="900"/>
                  </a:lnTo>
                  <a:lnTo>
                    <a:pt x="437" y="0"/>
                  </a:lnTo>
                </a:path>
                <a:path w="2273" h="5100" fill="none">
                  <a:moveTo>
                    <a:pt x="1737" y="2600"/>
                  </a:moveTo>
                  <a:lnTo>
                    <a:pt x="2037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PTX Costillas"/>
          <p:cNvSpPr/>
          <p:nvPr/>
        </p:nvSpPr>
        <p:spPr>
          <a:xfrm>
            <a:off x="3456432" y="1254557"/>
            <a:ext cx="2414016" cy="2335743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PTX Mediastino"/>
          <p:cNvSpPr/>
          <p:nvPr/>
        </p:nvSpPr>
        <p:spPr>
          <a:xfrm>
            <a:off x="4197096" y="1183691"/>
            <a:ext cx="1212494" cy="2083460"/>
          </a:xfrm>
          <a:custGeom>
            <a:avLst/>
            <a:gdLst/>
            <a:ahLst/>
            <a:cxnLst/>
            <a:rect l="0" t="0" r="r" b="b"/>
            <a:pathLst>
              <a:path w="6013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2"/>
                </a:lnTo>
                <a:lnTo>
                  <a:pt x="97" y="399"/>
                </a:lnTo>
                <a:lnTo>
                  <a:pt x="102" y="400"/>
                </a:lnTo>
                <a:lnTo>
                  <a:pt x="231" y="422"/>
                </a:lnTo>
                <a:lnTo>
                  <a:pt x="237" y="423"/>
                </a:lnTo>
                <a:lnTo>
                  <a:pt x="360" y="458"/>
                </a:lnTo>
                <a:lnTo>
                  <a:pt x="366" y="459"/>
                </a:lnTo>
                <a:lnTo>
                  <a:pt x="479" y="505"/>
                </a:lnTo>
                <a:lnTo>
                  <a:pt x="486" y="508"/>
                </a:lnTo>
                <a:lnTo>
                  <a:pt x="584" y="564"/>
                </a:lnTo>
                <a:lnTo>
                  <a:pt x="588" y="567"/>
                </a:lnTo>
                <a:lnTo>
                  <a:pt x="592" y="570"/>
                </a:lnTo>
                <a:lnTo>
                  <a:pt x="671" y="635"/>
                </a:lnTo>
                <a:lnTo>
                  <a:pt x="675" y="639"/>
                </a:lnTo>
                <a:lnTo>
                  <a:pt x="678" y="642"/>
                </a:lnTo>
                <a:lnTo>
                  <a:pt x="742" y="718"/>
                </a:lnTo>
                <a:lnTo>
                  <a:pt x="744" y="721"/>
                </a:lnTo>
                <a:lnTo>
                  <a:pt x="746" y="724"/>
                </a:lnTo>
                <a:lnTo>
                  <a:pt x="800" y="811"/>
                </a:lnTo>
                <a:lnTo>
                  <a:pt x="802" y="816"/>
                </a:lnTo>
                <a:lnTo>
                  <a:pt x="851" y="915"/>
                </a:lnTo>
                <a:lnTo>
                  <a:pt x="852" y="917"/>
                </a:lnTo>
                <a:lnTo>
                  <a:pt x="903" y="1031"/>
                </a:lnTo>
                <a:lnTo>
                  <a:pt x="962" y="1161"/>
                </a:lnTo>
                <a:lnTo>
                  <a:pt x="1029" y="1308"/>
                </a:lnTo>
                <a:lnTo>
                  <a:pt x="1029" y="1309"/>
                </a:lnTo>
                <a:lnTo>
                  <a:pt x="1100" y="1472"/>
                </a:lnTo>
                <a:lnTo>
                  <a:pt x="1101" y="1473"/>
                </a:lnTo>
                <a:lnTo>
                  <a:pt x="1174" y="1651"/>
                </a:lnTo>
                <a:lnTo>
                  <a:pt x="1174" y="1652"/>
                </a:lnTo>
                <a:lnTo>
                  <a:pt x="1247" y="1842"/>
                </a:lnTo>
                <a:lnTo>
                  <a:pt x="1248" y="1843"/>
                </a:lnTo>
                <a:lnTo>
                  <a:pt x="1320" y="2044"/>
                </a:lnTo>
                <a:lnTo>
                  <a:pt x="1320" y="2045"/>
                </a:lnTo>
                <a:lnTo>
                  <a:pt x="1388" y="2255"/>
                </a:lnTo>
                <a:lnTo>
                  <a:pt x="1389" y="2256"/>
                </a:lnTo>
                <a:lnTo>
                  <a:pt x="1454" y="2479"/>
                </a:lnTo>
                <a:lnTo>
                  <a:pt x="1455" y="2480"/>
                </a:lnTo>
                <a:lnTo>
                  <a:pt x="1520" y="2718"/>
                </a:lnTo>
                <a:lnTo>
                  <a:pt x="1520" y="2719"/>
                </a:lnTo>
                <a:lnTo>
                  <a:pt x="1583" y="2967"/>
                </a:lnTo>
                <a:lnTo>
                  <a:pt x="1583" y="2968"/>
                </a:lnTo>
                <a:lnTo>
                  <a:pt x="1645" y="3222"/>
                </a:lnTo>
                <a:lnTo>
                  <a:pt x="1645" y="3223"/>
                </a:lnTo>
                <a:lnTo>
                  <a:pt x="1703" y="3478"/>
                </a:lnTo>
                <a:lnTo>
                  <a:pt x="1703" y="3479"/>
                </a:lnTo>
                <a:lnTo>
                  <a:pt x="1757" y="3729"/>
                </a:lnTo>
                <a:lnTo>
                  <a:pt x="1757" y="3730"/>
                </a:lnTo>
                <a:lnTo>
                  <a:pt x="1808" y="3978"/>
                </a:lnTo>
                <a:lnTo>
                  <a:pt x="1808" y="3979"/>
                </a:lnTo>
                <a:lnTo>
                  <a:pt x="1854" y="4228"/>
                </a:lnTo>
                <a:lnTo>
                  <a:pt x="1854" y="4228"/>
                </a:lnTo>
                <a:lnTo>
                  <a:pt x="1898" y="4478"/>
                </a:lnTo>
                <a:lnTo>
                  <a:pt x="1898" y="4479"/>
                </a:lnTo>
                <a:lnTo>
                  <a:pt x="1939" y="4729"/>
                </a:lnTo>
                <a:lnTo>
                  <a:pt x="1940" y="4729"/>
                </a:lnTo>
                <a:lnTo>
                  <a:pt x="1979" y="4979"/>
                </a:lnTo>
                <a:lnTo>
                  <a:pt x="1979" y="4979"/>
                </a:lnTo>
                <a:lnTo>
                  <a:pt x="2018" y="5229"/>
                </a:lnTo>
                <a:lnTo>
                  <a:pt x="2018" y="5230"/>
                </a:lnTo>
                <a:lnTo>
                  <a:pt x="2056" y="5479"/>
                </a:lnTo>
                <a:lnTo>
                  <a:pt x="2056" y="5479"/>
                </a:lnTo>
                <a:lnTo>
                  <a:pt x="2091" y="5729"/>
                </a:lnTo>
                <a:lnTo>
                  <a:pt x="2091" y="5729"/>
                </a:lnTo>
                <a:lnTo>
                  <a:pt x="2125" y="5979"/>
                </a:lnTo>
                <a:lnTo>
                  <a:pt x="2125" y="5979"/>
                </a:lnTo>
                <a:lnTo>
                  <a:pt x="2158" y="6228"/>
                </a:lnTo>
                <a:lnTo>
                  <a:pt x="2191" y="6478"/>
                </a:lnTo>
                <a:lnTo>
                  <a:pt x="2225" y="6727"/>
                </a:lnTo>
                <a:lnTo>
                  <a:pt x="2260" y="6975"/>
                </a:lnTo>
                <a:lnTo>
                  <a:pt x="2297" y="7224"/>
                </a:lnTo>
                <a:lnTo>
                  <a:pt x="2334" y="7473"/>
                </a:lnTo>
                <a:lnTo>
                  <a:pt x="2334" y="7473"/>
                </a:lnTo>
                <a:lnTo>
                  <a:pt x="2370" y="7722"/>
                </a:lnTo>
                <a:lnTo>
                  <a:pt x="2370" y="7723"/>
                </a:lnTo>
                <a:lnTo>
                  <a:pt x="2398" y="7933"/>
                </a:lnTo>
                <a:lnTo>
                  <a:pt x="2402" y="8053"/>
                </a:lnTo>
                <a:lnTo>
                  <a:pt x="2421" y="8231"/>
                </a:lnTo>
                <a:lnTo>
                  <a:pt x="2448" y="8407"/>
                </a:lnTo>
                <a:lnTo>
                  <a:pt x="2481" y="8588"/>
                </a:lnTo>
                <a:lnTo>
                  <a:pt x="2506" y="8690"/>
                </a:lnTo>
                <a:lnTo>
                  <a:pt x="2523" y="8780"/>
                </a:lnTo>
                <a:lnTo>
                  <a:pt x="2523" y="8780"/>
                </a:lnTo>
                <a:lnTo>
                  <a:pt x="2574" y="9071"/>
                </a:lnTo>
                <a:lnTo>
                  <a:pt x="2575" y="9074"/>
                </a:lnTo>
                <a:lnTo>
                  <a:pt x="2605" y="9346"/>
                </a:lnTo>
                <a:lnTo>
                  <a:pt x="2605" y="9350"/>
                </a:lnTo>
                <a:lnTo>
                  <a:pt x="2605" y="9354"/>
                </a:lnTo>
                <a:lnTo>
                  <a:pt x="2596" y="9585"/>
                </a:lnTo>
                <a:lnTo>
                  <a:pt x="2595" y="9591"/>
                </a:lnTo>
                <a:lnTo>
                  <a:pt x="2594" y="9597"/>
                </a:lnTo>
                <a:lnTo>
                  <a:pt x="2592" y="9603"/>
                </a:lnTo>
                <a:lnTo>
                  <a:pt x="2526" y="9774"/>
                </a:lnTo>
                <a:lnTo>
                  <a:pt x="2524" y="9779"/>
                </a:lnTo>
                <a:lnTo>
                  <a:pt x="2521" y="9784"/>
                </a:lnTo>
                <a:lnTo>
                  <a:pt x="2518" y="9788"/>
                </a:lnTo>
                <a:lnTo>
                  <a:pt x="2515" y="9792"/>
                </a:lnTo>
                <a:lnTo>
                  <a:pt x="2511" y="9796"/>
                </a:lnTo>
                <a:lnTo>
                  <a:pt x="2507" y="9799"/>
                </a:lnTo>
                <a:lnTo>
                  <a:pt x="2365" y="9899"/>
                </a:lnTo>
                <a:lnTo>
                  <a:pt x="2360" y="9902"/>
                </a:lnTo>
                <a:lnTo>
                  <a:pt x="2355" y="9904"/>
                </a:lnTo>
                <a:lnTo>
                  <a:pt x="2349" y="9906"/>
                </a:lnTo>
                <a:lnTo>
                  <a:pt x="2344" y="9907"/>
                </a:lnTo>
                <a:lnTo>
                  <a:pt x="2137" y="9948"/>
                </a:lnTo>
                <a:lnTo>
                  <a:pt x="2131" y="9949"/>
                </a:lnTo>
                <a:lnTo>
                  <a:pt x="2126" y="9949"/>
                </a:lnTo>
                <a:lnTo>
                  <a:pt x="1880" y="9950"/>
                </a:lnTo>
                <a:lnTo>
                  <a:pt x="1875" y="9950"/>
                </a:lnTo>
                <a:lnTo>
                  <a:pt x="1616" y="9930"/>
                </a:lnTo>
                <a:lnTo>
                  <a:pt x="1616" y="9930"/>
                </a:lnTo>
                <a:lnTo>
                  <a:pt x="1372" y="9909"/>
                </a:lnTo>
                <a:lnTo>
                  <a:pt x="1170" y="9904"/>
                </a:lnTo>
                <a:lnTo>
                  <a:pt x="1009" y="9912"/>
                </a:lnTo>
                <a:lnTo>
                  <a:pt x="1008" y="9912"/>
                </a:lnTo>
                <a:lnTo>
                  <a:pt x="868" y="9915"/>
                </a:lnTo>
                <a:lnTo>
                  <a:pt x="867" y="9915"/>
                </a:lnTo>
                <a:lnTo>
                  <a:pt x="740" y="9917"/>
                </a:lnTo>
                <a:lnTo>
                  <a:pt x="619" y="9919"/>
                </a:lnTo>
                <a:lnTo>
                  <a:pt x="494" y="9923"/>
                </a:lnTo>
                <a:lnTo>
                  <a:pt x="357" y="9931"/>
                </a:lnTo>
                <a:lnTo>
                  <a:pt x="356" y="9931"/>
                </a:lnTo>
                <a:lnTo>
                  <a:pt x="205" y="9939"/>
                </a:lnTo>
                <a:lnTo>
                  <a:pt x="204" y="9939"/>
                </a:lnTo>
                <a:lnTo>
                  <a:pt x="49" y="9943"/>
                </a:lnTo>
                <a:lnTo>
                  <a:pt x="0" y="9944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30"/>
                </a:lnTo>
                <a:lnTo>
                  <a:pt x="4649" y="9731"/>
                </a:lnTo>
                <a:lnTo>
                  <a:pt x="4829" y="9727"/>
                </a:lnTo>
                <a:lnTo>
                  <a:pt x="4999" y="9714"/>
                </a:lnTo>
                <a:lnTo>
                  <a:pt x="5166" y="9692"/>
                </a:lnTo>
                <a:lnTo>
                  <a:pt x="5325" y="9659"/>
                </a:lnTo>
                <a:lnTo>
                  <a:pt x="5472" y="9611"/>
                </a:lnTo>
                <a:lnTo>
                  <a:pt x="5603" y="9545"/>
                </a:lnTo>
                <a:lnTo>
                  <a:pt x="5713" y="9455"/>
                </a:lnTo>
                <a:lnTo>
                  <a:pt x="5803" y="9337"/>
                </a:lnTo>
                <a:lnTo>
                  <a:pt x="5876" y="9193"/>
                </a:lnTo>
                <a:lnTo>
                  <a:pt x="5933" y="9030"/>
                </a:lnTo>
                <a:lnTo>
                  <a:pt x="5974" y="8856"/>
                </a:lnTo>
                <a:lnTo>
                  <a:pt x="6000" y="8677"/>
                </a:lnTo>
                <a:lnTo>
                  <a:pt x="6013" y="8503"/>
                </a:lnTo>
                <a:lnTo>
                  <a:pt x="6009" y="8327"/>
                </a:lnTo>
                <a:lnTo>
                  <a:pt x="5989" y="8143"/>
                </a:lnTo>
                <a:lnTo>
                  <a:pt x="5954" y="7954"/>
                </a:lnTo>
                <a:lnTo>
                  <a:pt x="5906" y="7767"/>
                </a:lnTo>
                <a:lnTo>
                  <a:pt x="5848" y="7586"/>
                </a:lnTo>
                <a:lnTo>
                  <a:pt x="5781" y="7414"/>
                </a:lnTo>
                <a:lnTo>
                  <a:pt x="5704" y="7251"/>
                </a:lnTo>
                <a:lnTo>
                  <a:pt x="5613" y="7089"/>
                </a:lnTo>
                <a:lnTo>
                  <a:pt x="5512" y="6934"/>
                </a:lnTo>
                <a:lnTo>
                  <a:pt x="5402" y="6787"/>
                </a:lnTo>
                <a:lnTo>
                  <a:pt x="5287" y="6652"/>
                </a:lnTo>
                <a:lnTo>
                  <a:pt x="5169" y="6530"/>
                </a:lnTo>
                <a:lnTo>
                  <a:pt x="5046" y="6424"/>
                </a:lnTo>
                <a:lnTo>
                  <a:pt x="4917" y="6330"/>
                </a:lnTo>
                <a:lnTo>
                  <a:pt x="4782" y="6247"/>
                </a:lnTo>
                <a:lnTo>
                  <a:pt x="4643" y="6174"/>
                </a:lnTo>
                <a:lnTo>
                  <a:pt x="4499" y="6110"/>
                </a:lnTo>
                <a:lnTo>
                  <a:pt x="4353" y="6054"/>
                </a:lnTo>
                <a:lnTo>
                  <a:pt x="4199" y="6002"/>
                </a:lnTo>
                <a:lnTo>
                  <a:pt x="4035" y="5954"/>
                </a:lnTo>
                <a:lnTo>
                  <a:pt x="3912" y="5925"/>
                </a:lnTo>
                <a:lnTo>
                  <a:pt x="3861" y="5752"/>
                </a:lnTo>
                <a:lnTo>
                  <a:pt x="3861" y="5749"/>
                </a:lnTo>
                <a:lnTo>
                  <a:pt x="3801" y="5500"/>
                </a:lnTo>
                <a:lnTo>
                  <a:pt x="3801" y="5496"/>
                </a:lnTo>
                <a:lnTo>
                  <a:pt x="3761" y="5246"/>
                </a:lnTo>
                <a:lnTo>
                  <a:pt x="3760" y="5241"/>
                </a:lnTo>
                <a:lnTo>
                  <a:pt x="3743" y="4992"/>
                </a:lnTo>
                <a:lnTo>
                  <a:pt x="3743" y="4988"/>
                </a:lnTo>
                <a:lnTo>
                  <a:pt x="3744" y="4738"/>
                </a:lnTo>
                <a:lnTo>
                  <a:pt x="3744" y="4735"/>
                </a:lnTo>
                <a:lnTo>
                  <a:pt x="3758" y="4485"/>
                </a:lnTo>
                <a:lnTo>
                  <a:pt x="3758" y="4483"/>
                </a:lnTo>
                <a:lnTo>
                  <a:pt x="3779" y="4233"/>
                </a:lnTo>
                <a:lnTo>
                  <a:pt x="3779" y="4233"/>
                </a:lnTo>
                <a:lnTo>
                  <a:pt x="3804" y="3984"/>
                </a:lnTo>
                <a:lnTo>
                  <a:pt x="3827" y="3736"/>
                </a:lnTo>
                <a:lnTo>
                  <a:pt x="3848" y="3485"/>
                </a:lnTo>
                <a:lnTo>
                  <a:pt x="3848" y="3485"/>
                </a:lnTo>
                <a:lnTo>
                  <a:pt x="3873" y="3230"/>
                </a:lnTo>
                <a:lnTo>
                  <a:pt x="3873" y="3229"/>
                </a:lnTo>
                <a:lnTo>
                  <a:pt x="3901" y="2975"/>
                </a:lnTo>
                <a:lnTo>
                  <a:pt x="3901" y="2974"/>
                </a:lnTo>
                <a:lnTo>
                  <a:pt x="3932" y="2725"/>
                </a:lnTo>
                <a:lnTo>
                  <a:pt x="3933" y="2724"/>
                </a:lnTo>
                <a:lnTo>
                  <a:pt x="3967" y="2486"/>
                </a:lnTo>
                <a:lnTo>
                  <a:pt x="3967" y="2485"/>
                </a:lnTo>
                <a:lnTo>
                  <a:pt x="4004" y="2263"/>
                </a:lnTo>
                <a:lnTo>
                  <a:pt x="4004" y="2261"/>
                </a:lnTo>
                <a:lnTo>
                  <a:pt x="4045" y="2052"/>
                </a:lnTo>
                <a:lnTo>
                  <a:pt x="4045" y="2050"/>
                </a:lnTo>
                <a:lnTo>
                  <a:pt x="4090" y="1850"/>
                </a:lnTo>
                <a:lnTo>
                  <a:pt x="4090" y="1848"/>
                </a:lnTo>
                <a:lnTo>
                  <a:pt x="4138" y="1658"/>
                </a:lnTo>
                <a:lnTo>
                  <a:pt x="4139" y="1657"/>
                </a:lnTo>
                <a:lnTo>
                  <a:pt x="4188" y="1479"/>
                </a:lnTo>
                <a:lnTo>
                  <a:pt x="4189" y="1478"/>
                </a:lnTo>
                <a:lnTo>
                  <a:pt x="4239" y="1314"/>
                </a:lnTo>
                <a:lnTo>
                  <a:pt x="4239" y="1313"/>
                </a:lnTo>
                <a:lnTo>
                  <a:pt x="4289" y="1166"/>
                </a:lnTo>
                <a:lnTo>
                  <a:pt x="4290" y="1163"/>
                </a:lnTo>
                <a:lnTo>
                  <a:pt x="4340" y="1034"/>
                </a:lnTo>
                <a:lnTo>
                  <a:pt x="4342" y="1030"/>
                </a:lnTo>
                <a:lnTo>
                  <a:pt x="4395" y="916"/>
                </a:lnTo>
                <a:lnTo>
                  <a:pt x="4396" y="913"/>
                </a:lnTo>
                <a:lnTo>
                  <a:pt x="4450" y="814"/>
                </a:lnTo>
                <a:lnTo>
                  <a:pt x="4451" y="812"/>
                </a:lnTo>
                <a:lnTo>
                  <a:pt x="4503" y="725"/>
                </a:lnTo>
                <a:lnTo>
                  <a:pt x="4504" y="724"/>
                </a:lnTo>
                <a:lnTo>
                  <a:pt x="4551" y="648"/>
                </a:lnTo>
                <a:lnTo>
                  <a:pt x="4591" y="586"/>
                </a:lnTo>
                <a:lnTo>
                  <a:pt x="4614" y="537"/>
                </a:lnTo>
                <a:lnTo>
                  <a:pt x="4624" y="497"/>
                </a:lnTo>
                <a:lnTo>
                  <a:pt x="4625" y="492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PTX Traquea"/>
          <p:cNvSpPr/>
          <p:nvPr/>
        </p:nvSpPr>
        <p:spPr>
          <a:xfrm>
            <a:off x="4688129" y="1027786"/>
            <a:ext cx="98755" cy="850392"/>
          </a:xfrm>
          <a:custGeom>
            <a:avLst/>
            <a:gdLst/>
            <a:ahLst/>
            <a:cxnLst/>
            <a:rect l="0" t="0" r="r" b="b"/>
            <a:pathLst>
              <a:path w="360" h="3000" fill="none">
                <a:moveTo>
                  <a:pt x="0" y="0"/>
                </a:moveTo>
                <a:lnTo>
                  <a:pt x="19" y="176"/>
                </a:lnTo>
                <a:lnTo>
                  <a:pt x="46" y="422"/>
                </a:lnTo>
                <a:lnTo>
                  <a:pt x="78" y="712"/>
                </a:lnTo>
                <a:lnTo>
                  <a:pt x="113" y="1022"/>
                </a:lnTo>
                <a:lnTo>
                  <a:pt x="147" y="1326"/>
                </a:lnTo>
                <a:lnTo>
                  <a:pt x="180" y="1600"/>
                </a:lnTo>
                <a:lnTo>
                  <a:pt x="212" y="1861"/>
                </a:lnTo>
                <a:lnTo>
                  <a:pt x="246" y="2133"/>
                </a:lnTo>
                <a:lnTo>
                  <a:pt x="281" y="2400"/>
                </a:lnTo>
                <a:lnTo>
                  <a:pt x="313" y="2644"/>
                </a:lnTo>
                <a:lnTo>
                  <a:pt x="340" y="2850"/>
                </a:lnTo>
                <a:lnTo>
                  <a:pt x="36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PTX AireD"/>
          <p:cNvSpPr/>
          <p:nvPr/>
        </p:nvSpPr>
        <p:spPr>
          <a:xfrm>
            <a:off x="3607308" y="1276342"/>
            <a:ext cx="1104204" cy="2203408"/>
          </a:xfrm>
          <a:custGeom>
            <a:avLst/>
            <a:gdLst/>
            <a:ahLst/>
            <a:cxnLst/>
            <a:rect l="0" t="0" r="r" b="b"/>
            <a:pathLst>
              <a:path w="5178" h="10000">
                <a:moveTo>
                  <a:pt x="2492" y="22"/>
                </a:moveTo>
                <a:lnTo>
                  <a:pt x="2371" y="54"/>
                </a:lnTo>
                <a:lnTo>
                  <a:pt x="2248" y="98"/>
                </a:lnTo>
                <a:lnTo>
                  <a:pt x="2126" y="153"/>
                </a:lnTo>
                <a:lnTo>
                  <a:pt x="2007" y="216"/>
                </a:lnTo>
                <a:lnTo>
                  <a:pt x="1890" y="287"/>
                </a:lnTo>
                <a:lnTo>
                  <a:pt x="1777" y="364"/>
                </a:lnTo>
                <a:lnTo>
                  <a:pt x="1666" y="451"/>
                </a:lnTo>
                <a:lnTo>
                  <a:pt x="1556" y="547"/>
                </a:lnTo>
                <a:lnTo>
                  <a:pt x="1449" y="651"/>
                </a:lnTo>
                <a:lnTo>
                  <a:pt x="1346" y="761"/>
                </a:lnTo>
                <a:lnTo>
                  <a:pt x="1247" y="878"/>
                </a:lnTo>
                <a:lnTo>
                  <a:pt x="1153" y="1002"/>
                </a:lnTo>
                <a:lnTo>
                  <a:pt x="1061" y="1134"/>
                </a:lnTo>
                <a:lnTo>
                  <a:pt x="974" y="1273"/>
                </a:lnTo>
                <a:lnTo>
                  <a:pt x="890" y="1419"/>
                </a:lnTo>
                <a:lnTo>
                  <a:pt x="810" y="1570"/>
                </a:lnTo>
                <a:lnTo>
                  <a:pt x="733" y="1727"/>
                </a:lnTo>
                <a:lnTo>
                  <a:pt x="659" y="1891"/>
                </a:lnTo>
                <a:lnTo>
                  <a:pt x="589" y="2061"/>
                </a:lnTo>
                <a:lnTo>
                  <a:pt x="522" y="2238"/>
                </a:lnTo>
                <a:lnTo>
                  <a:pt x="459" y="2420"/>
                </a:lnTo>
                <a:lnTo>
                  <a:pt x="401" y="2606"/>
                </a:lnTo>
                <a:lnTo>
                  <a:pt x="347" y="2795"/>
                </a:lnTo>
                <a:lnTo>
                  <a:pt x="298" y="2989"/>
                </a:lnTo>
                <a:lnTo>
                  <a:pt x="253" y="3189"/>
                </a:lnTo>
                <a:lnTo>
                  <a:pt x="213" y="3393"/>
                </a:lnTo>
                <a:lnTo>
                  <a:pt x="177" y="3600"/>
                </a:lnTo>
                <a:lnTo>
                  <a:pt x="145" y="3808"/>
                </a:lnTo>
                <a:lnTo>
                  <a:pt x="115" y="4017"/>
                </a:lnTo>
                <a:lnTo>
                  <a:pt x="89" y="4228"/>
                </a:lnTo>
                <a:lnTo>
                  <a:pt x="68" y="4441"/>
                </a:lnTo>
                <a:lnTo>
                  <a:pt x="49" y="4657"/>
                </a:lnTo>
                <a:lnTo>
                  <a:pt x="34" y="4873"/>
                </a:lnTo>
                <a:lnTo>
                  <a:pt x="22" y="5089"/>
                </a:lnTo>
                <a:lnTo>
                  <a:pt x="12" y="5304"/>
                </a:lnTo>
                <a:lnTo>
                  <a:pt x="5" y="5519"/>
                </a:lnTo>
                <a:lnTo>
                  <a:pt x="1" y="5735"/>
                </a:lnTo>
                <a:lnTo>
                  <a:pt x="0" y="5951"/>
                </a:lnTo>
                <a:lnTo>
                  <a:pt x="1" y="6166"/>
                </a:lnTo>
                <a:lnTo>
                  <a:pt x="5" y="6380"/>
                </a:lnTo>
                <a:lnTo>
                  <a:pt x="12" y="6590"/>
                </a:lnTo>
                <a:lnTo>
                  <a:pt x="23" y="6800"/>
                </a:lnTo>
                <a:lnTo>
                  <a:pt x="37" y="7011"/>
                </a:lnTo>
                <a:lnTo>
                  <a:pt x="54" y="7220"/>
                </a:lnTo>
                <a:lnTo>
                  <a:pt x="73" y="7425"/>
                </a:lnTo>
                <a:lnTo>
                  <a:pt x="94" y="7623"/>
                </a:lnTo>
                <a:lnTo>
                  <a:pt x="115" y="7812"/>
                </a:lnTo>
                <a:lnTo>
                  <a:pt x="138" y="7994"/>
                </a:lnTo>
                <a:lnTo>
                  <a:pt x="162" y="8168"/>
                </a:lnTo>
                <a:lnTo>
                  <a:pt x="188" y="8336"/>
                </a:lnTo>
                <a:lnTo>
                  <a:pt x="214" y="8498"/>
                </a:lnTo>
                <a:lnTo>
                  <a:pt x="242" y="8653"/>
                </a:lnTo>
                <a:lnTo>
                  <a:pt x="270" y="8803"/>
                </a:lnTo>
                <a:lnTo>
                  <a:pt x="298" y="8948"/>
                </a:lnTo>
                <a:lnTo>
                  <a:pt x="326" y="9089"/>
                </a:lnTo>
                <a:lnTo>
                  <a:pt x="355" y="9224"/>
                </a:lnTo>
                <a:lnTo>
                  <a:pt x="385" y="9351"/>
                </a:lnTo>
                <a:lnTo>
                  <a:pt x="416" y="9469"/>
                </a:lnTo>
                <a:lnTo>
                  <a:pt x="450" y="9575"/>
                </a:lnTo>
                <a:lnTo>
                  <a:pt x="481" y="9675"/>
                </a:lnTo>
                <a:lnTo>
                  <a:pt x="510" y="9772"/>
                </a:lnTo>
                <a:lnTo>
                  <a:pt x="540" y="9860"/>
                </a:lnTo>
                <a:lnTo>
                  <a:pt x="576" y="9931"/>
                </a:lnTo>
                <a:lnTo>
                  <a:pt x="621" y="9980"/>
                </a:lnTo>
                <a:lnTo>
                  <a:pt x="681" y="10000"/>
                </a:lnTo>
                <a:lnTo>
                  <a:pt x="755" y="9984"/>
                </a:lnTo>
                <a:lnTo>
                  <a:pt x="839" y="9939"/>
                </a:lnTo>
                <a:lnTo>
                  <a:pt x="934" y="9870"/>
                </a:lnTo>
                <a:lnTo>
                  <a:pt x="1038" y="9787"/>
                </a:lnTo>
                <a:lnTo>
                  <a:pt x="1151" y="9699"/>
                </a:lnTo>
                <a:lnTo>
                  <a:pt x="1273" y="9614"/>
                </a:lnTo>
                <a:lnTo>
                  <a:pt x="1408" y="9521"/>
                </a:lnTo>
                <a:lnTo>
                  <a:pt x="1558" y="9413"/>
                </a:lnTo>
                <a:lnTo>
                  <a:pt x="1717" y="9300"/>
                </a:lnTo>
                <a:lnTo>
                  <a:pt x="1880" y="9190"/>
                </a:lnTo>
                <a:lnTo>
                  <a:pt x="2042" y="9094"/>
                </a:lnTo>
                <a:lnTo>
                  <a:pt x="2199" y="9022"/>
                </a:lnTo>
                <a:lnTo>
                  <a:pt x="2352" y="8975"/>
                </a:lnTo>
                <a:lnTo>
                  <a:pt x="2506" y="8948"/>
                </a:lnTo>
                <a:lnTo>
                  <a:pt x="2659" y="8935"/>
                </a:lnTo>
                <a:lnTo>
                  <a:pt x="2810" y="8929"/>
                </a:lnTo>
                <a:lnTo>
                  <a:pt x="2957" y="8926"/>
                </a:lnTo>
                <a:lnTo>
                  <a:pt x="3100" y="8919"/>
                </a:lnTo>
                <a:lnTo>
                  <a:pt x="3230" y="8911"/>
                </a:lnTo>
                <a:lnTo>
                  <a:pt x="3349" y="8907"/>
                </a:lnTo>
                <a:lnTo>
                  <a:pt x="3465" y="8905"/>
                </a:lnTo>
                <a:lnTo>
                  <a:pt x="3585" y="8904"/>
                </a:lnTo>
                <a:lnTo>
                  <a:pt x="3718" y="8900"/>
                </a:lnTo>
                <a:lnTo>
                  <a:pt x="3872" y="8893"/>
                </a:lnTo>
                <a:lnTo>
                  <a:pt x="4066" y="8897"/>
                </a:lnTo>
                <a:lnTo>
                  <a:pt x="4298" y="8918"/>
                </a:lnTo>
                <a:lnTo>
                  <a:pt x="4543" y="8937"/>
                </a:lnTo>
                <a:lnTo>
                  <a:pt x="4776" y="8936"/>
                </a:lnTo>
                <a:lnTo>
                  <a:pt x="4972" y="8897"/>
                </a:lnTo>
                <a:lnTo>
                  <a:pt x="5106" y="8803"/>
                </a:lnTo>
                <a:lnTo>
                  <a:pt x="5169" y="8641"/>
                </a:lnTo>
                <a:lnTo>
                  <a:pt x="5178" y="8422"/>
                </a:lnTo>
                <a:lnTo>
                  <a:pt x="5149" y="8165"/>
                </a:lnTo>
                <a:lnTo>
                  <a:pt x="5101" y="7891"/>
                </a:lnTo>
                <a:lnTo>
                  <a:pt x="5050" y="7617"/>
                </a:lnTo>
                <a:lnTo>
                  <a:pt x="5013" y="7362"/>
                </a:lnTo>
                <a:lnTo>
                  <a:pt x="4987" y="7125"/>
                </a:lnTo>
                <a:lnTo>
                  <a:pt x="4956" y="6889"/>
                </a:lnTo>
                <a:lnTo>
                  <a:pt x="4922" y="6653"/>
                </a:lnTo>
                <a:lnTo>
                  <a:pt x="4887" y="6418"/>
                </a:lnTo>
                <a:lnTo>
                  <a:pt x="4852" y="6183"/>
                </a:lnTo>
                <a:lnTo>
                  <a:pt x="4818" y="5947"/>
                </a:lnTo>
                <a:lnTo>
                  <a:pt x="4786" y="5711"/>
                </a:lnTo>
                <a:lnTo>
                  <a:pt x="4755" y="5475"/>
                </a:lnTo>
                <a:lnTo>
                  <a:pt x="4724" y="5240"/>
                </a:lnTo>
                <a:lnTo>
                  <a:pt x="4692" y="5004"/>
                </a:lnTo>
                <a:lnTo>
                  <a:pt x="4659" y="4768"/>
                </a:lnTo>
                <a:lnTo>
                  <a:pt x="4623" y="4532"/>
                </a:lnTo>
                <a:lnTo>
                  <a:pt x="4586" y="4296"/>
                </a:lnTo>
                <a:lnTo>
                  <a:pt x="4549" y="4059"/>
                </a:lnTo>
                <a:lnTo>
                  <a:pt x="4510" y="3823"/>
                </a:lnTo>
                <a:lnTo>
                  <a:pt x="4469" y="3587"/>
                </a:lnTo>
                <a:lnTo>
                  <a:pt x="4425" y="3351"/>
                </a:lnTo>
                <a:lnTo>
                  <a:pt x="4377" y="3117"/>
                </a:lnTo>
                <a:lnTo>
                  <a:pt x="4326" y="2880"/>
                </a:lnTo>
                <a:lnTo>
                  <a:pt x="4271" y="2638"/>
                </a:lnTo>
                <a:lnTo>
                  <a:pt x="4213" y="2398"/>
                </a:lnTo>
                <a:lnTo>
                  <a:pt x="4153" y="2163"/>
                </a:lnTo>
                <a:lnTo>
                  <a:pt x="4092" y="1938"/>
                </a:lnTo>
                <a:lnTo>
                  <a:pt x="4029" y="1727"/>
                </a:lnTo>
                <a:lnTo>
                  <a:pt x="3965" y="1529"/>
                </a:lnTo>
                <a:lnTo>
                  <a:pt x="3897" y="1340"/>
                </a:lnTo>
                <a:lnTo>
                  <a:pt x="3828" y="1160"/>
                </a:lnTo>
                <a:lnTo>
                  <a:pt x="3759" y="992"/>
                </a:lnTo>
                <a:lnTo>
                  <a:pt x="3692" y="837"/>
                </a:lnTo>
                <a:lnTo>
                  <a:pt x="3628" y="698"/>
                </a:lnTo>
                <a:lnTo>
                  <a:pt x="3572" y="575"/>
                </a:lnTo>
                <a:lnTo>
                  <a:pt x="3524" y="468"/>
                </a:lnTo>
                <a:lnTo>
                  <a:pt x="3478" y="373"/>
                </a:lnTo>
                <a:lnTo>
                  <a:pt x="3428" y="291"/>
                </a:lnTo>
                <a:lnTo>
                  <a:pt x="3368" y="220"/>
                </a:lnTo>
                <a:lnTo>
                  <a:pt x="3293" y="158"/>
                </a:lnTo>
                <a:lnTo>
                  <a:pt x="3199" y="105"/>
                </a:lnTo>
                <a:lnTo>
                  <a:pt x="3092" y="62"/>
                </a:lnTo>
                <a:lnTo>
                  <a:pt x="2976" y="29"/>
                </a:lnTo>
                <a:lnTo>
                  <a:pt x="2854" y="8"/>
                </a:lnTo>
                <a:lnTo>
                  <a:pt x="2731" y="0"/>
                </a:lnTo>
                <a:lnTo>
                  <a:pt x="2611" y="4"/>
                </a:lnTo>
                <a:lnTo>
                  <a:pt x="2492" y="22"/>
                </a:lnTo>
                <a:close/>
                <a:moveTo>
                  <a:pt x="2768" y="6637"/>
                </a:moveTo>
                <a:lnTo>
                  <a:pt x="2766" y="6637"/>
                </a:lnTo>
                <a:lnTo>
                  <a:pt x="2763" y="6638"/>
                </a:lnTo>
                <a:lnTo>
                  <a:pt x="2761" y="6637"/>
                </a:lnTo>
                <a:lnTo>
                  <a:pt x="2758" y="6637"/>
                </a:lnTo>
                <a:lnTo>
                  <a:pt x="2755" y="6636"/>
                </a:lnTo>
                <a:lnTo>
                  <a:pt x="2753" y="6635"/>
                </a:lnTo>
                <a:lnTo>
                  <a:pt x="2751" y="6634"/>
                </a:lnTo>
                <a:lnTo>
                  <a:pt x="2748" y="6633"/>
                </a:lnTo>
                <a:lnTo>
                  <a:pt x="2746" y="6631"/>
                </a:lnTo>
                <a:lnTo>
                  <a:pt x="2744" y="6629"/>
                </a:lnTo>
                <a:lnTo>
                  <a:pt x="2743" y="6628"/>
                </a:lnTo>
                <a:lnTo>
                  <a:pt x="2742" y="6626"/>
                </a:lnTo>
                <a:lnTo>
                  <a:pt x="2740" y="6624"/>
                </a:lnTo>
                <a:lnTo>
                  <a:pt x="2739" y="6622"/>
                </a:lnTo>
                <a:lnTo>
                  <a:pt x="2730" y="6604"/>
                </a:lnTo>
                <a:lnTo>
                  <a:pt x="2729" y="6601"/>
                </a:lnTo>
                <a:lnTo>
                  <a:pt x="2719" y="6571"/>
                </a:lnTo>
                <a:lnTo>
                  <a:pt x="2718" y="6570"/>
                </a:lnTo>
                <a:lnTo>
                  <a:pt x="2707" y="6532"/>
                </a:lnTo>
                <a:lnTo>
                  <a:pt x="2707" y="6532"/>
                </a:lnTo>
                <a:lnTo>
                  <a:pt x="2694" y="6492"/>
                </a:lnTo>
                <a:lnTo>
                  <a:pt x="2681" y="6450"/>
                </a:lnTo>
                <a:lnTo>
                  <a:pt x="2681" y="6449"/>
                </a:lnTo>
                <a:lnTo>
                  <a:pt x="2669" y="6404"/>
                </a:lnTo>
                <a:lnTo>
                  <a:pt x="2669" y="6404"/>
                </a:lnTo>
                <a:lnTo>
                  <a:pt x="2657" y="6354"/>
                </a:lnTo>
                <a:lnTo>
                  <a:pt x="2657" y="6354"/>
                </a:lnTo>
                <a:lnTo>
                  <a:pt x="2646" y="6301"/>
                </a:lnTo>
                <a:lnTo>
                  <a:pt x="2646" y="6300"/>
                </a:lnTo>
                <a:lnTo>
                  <a:pt x="2634" y="6244"/>
                </a:lnTo>
                <a:lnTo>
                  <a:pt x="2634" y="6244"/>
                </a:lnTo>
                <a:lnTo>
                  <a:pt x="2623" y="6187"/>
                </a:lnTo>
                <a:lnTo>
                  <a:pt x="2623" y="6186"/>
                </a:lnTo>
                <a:lnTo>
                  <a:pt x="2612" y="6127"/>
                </a:lnTo>
                <a:lnTo>
                  <a:pt x="2612" y="6127"/>
                </a:lnTo>
                <a:lnTo>
                  <a:pt x="2601" y="6065"/>
                </a:lnTo>
                <a:lnTo>
                  <a:pt x="2601" y="6065"/>
                </a:lnTo>
                <a:lnTo>
                  <a:pt x="2591" y="6001"/>
                </a:lnTo>
                <a:lnTo>
                  <a:pt x="2591" y="6000"/>
                </a:lnTo>
                <a:lnTo>
                  <a:pt x="2580" y="5934"/>
                </a:lnTo>
                <a:lnTo>
                  <a:pt x="2580" y="5933"/>
                </a:lnTo>
                <a:lnTo>
                  <a:pt x="2571" y="5865"/>
                </a:lnTo>
                <a:lnTo>
                  <a:pt x="2571" y="5864"/>
                </a:lnTo>
                <a:lnTo>
                  <a:pt x="2562" y="5792"/>
                </a:lnTo>
                <a:lnTo>
                  <a:pt x="2562" y="5792"/>
                </a:lnTo>
                <a:lnTo>
                  <a:pt x="2553" y="5717"/>
                </a:lnTo>
                <a:lnTo>
                  <a:pt x="2553" y="5717"/>
                </a:lnTo>
                <a:lnTo>
                  <a:pt x="2545" y="5638"/>
                </a:lnTo>
                <a:lnTo>
                  <a:pt x="2545" y="5638"/>
                </a:lnTo>
                <a:lnTo>
                  <a:pt x="2537" y="5556"/>
                </a:lnTo>
                <a:lnTo>
                  <a:pt x="2537" y="5556"/>
                </a:lnTo>
                <a:lnTo>
                  <a:pt x="2531" y="5473"/>
                </a:lnTo>
                <a:lnTo>
                  <a:pt x="2531" y="5473"/>
                </a:lnTo>
                <a:lnTo>
                  <a:pt x="2525" y="5390"/>
                </a:lnTo>
                <a:lnTo>
                  <a:pt x="2525" y="5389"/>
                </a:lnTo>
                <a:lnTo>
                  <a:pt x="2521" y="5306"/>
                </a:lnTo>
                <a:lnTo>
                  <a:pt x="2521" y="5306"/>
                </a:lnTo>
                <a:lnTo>
                  <a:pt x="2518" y="5222"/>
                </a:lnTo>
                <a:lnTo>
                  <a:pt x="2518" y="5222"/>
                </a:lnTo>
                <a:lnTo>
                  <a:pt x="2516" y="5137"/>
                </a:lnTo>
                <a:lnTo>
                  <a:pt x="2516" y="5137"/>
                </a:lnTo>
                <a:lnTo>
                  <a:pt x="2516" y="5052"/>
                </a:lnTo>
                <a:lnTo>
                  <a:pt x="2516" y="5051"/>
                </a:lnTo>
                <a:lnTo>
                  <a:pt x="2516" y="4966"/>
                </a:lnTo>
                <a:lnTo>
                  <a:pt x="2516" y="4965"/>
                </a:lnTo>
                <a:lnTo>
                  <a:pt x="2518" y="4880"/>
                </a:lnTo>
                <a:lnTo>
                  <a:pt x="2518" y="4879"/>
                </a:lnTo>
                <a:lnTo>
                  <a:pt x="2521" y="4794"/>
                </a:lnTo>
                <a:lnTo>
                  <a:pt x="2521" y="4794"/>
                </a:lnTo>
                <a:lnTo>
                  <a:pt x="2525" y="4708"/>
                </a:lnTo>
                <a:lnTo>
                  <a:pt x="2525" y="4708"/>
                </a:lnTo>
                <a:lnTo>
                  <a:pt x="2530" y="4622"/>
                </a:lnTo>
                <a:lnTo>
                  <a:pt x="2530" y="4622"/>
                </a:lnTo>
                <a:lnTo>
                  <a:pt x="2535" y="4536"/>
                </a:lnTo>
                <a:lnTo>
                  <a:pt x="2536" y="4536"/>
                </a:lnTo>
                <a:lnTo>
                  <a:pt x="2543" y="4451"/>
                </a:lnTo>
                <a:lnTo>
                  <a:pt x="2543" y="4450"/>
                </a:lnTo>
                <a:lnTo>
                  <a:pt x="2551" y="4366"/>
                </a:lnTo>
                <a:lnTo>
                  <a:pt x="2551" y="4365"/>
                </a:lnTo>
                <a:lnTo>
                  <a:pt x="2562" y="4282"/>
                </a:lnTo>
                <a:lnTo>
                  <a:pt x="2562" y="4282"/>
                </a:lnTo>
                <a:lnTo>
                  <a:pt x="2573" y="4199"/>
                </a:lnTo>
                <a:lnTo>
                  <a:pt x="2573" y="4199"/>
                </a:lnTo>
                <a:lnTo>
                  <a:pt x="2586" y="4116"/>
                </a:lnTo>
                <a:lnTo>
                  <a:pt x="2586" y="4116"/>
                </a:lnTo>
                <a:lnTo>
                  <a:pt x="2601" y="4034"/>
                </a:lnTo>
                <a:lnTo>
                  <a:pt x="2601" y="4033"/>
                </a:lnTo>
                <a:lnTo>
                  <a:pt x="2617" y="3953"/>
                </a:lnTo>
                <a:lnTo>
                  <a:pt x="2617" y="3952"/>
                </a:lnTo>
                <a:lnTo>
                  <a:pt x="2634" y="3874"/>
                </a:lnTo>
                <a:lnTo>
                  <a:pt x="2634" y="3873"/>
                </a:lnTo>
                <a:lnTo>
                  <a:pt x="2653" y="3797"/>
                </a:lnTo>
                <a:lnTo>
                  <a:pt x="2654" y="3797"/>
                </a:lnTo>
                <a:lnTo>
                  <a:pt x="2675" y="3722"/>
                </a:lnTo>
                <a:lnTo>
                  <a:pt x="2675" y="3722"/>
                </a:lnTo>
                <a:lnTo>
                  <a:pt x="2698" y="3649"/>
                </a:lnTo>
                <a:lnTo>
                  <a:pt x="2698" y="3648"/>
                </a:lnTo>
                <a:lnTo>
                  <a:pt x="2723" y="3577"/>
                </a:lnTo>
                <a:lnTo>
                  <a:pt x="2723" y="3576"/>
                </a:lnTo>
                <a:lnTo>
                  <a:pt x="2749" y="3507"/>
                </a:lnTo>
                <a:lnTo>
                  <a:pt x="2749" y="3507"/>
                </a:lnTo>
                <a:lnTo>
                  <a:pt x="2777" y="3440"/>
                </a:lnTo>
                <a:lnTo>
                  <a:pt x="2777" y="3439"/>
                </a:lnTo>
                <a:lnTo>
                  <a:pt x="2806" y="3375"/>
                </a:lnTo>
                <a:lnTo>
                  <a:pt x="2806" y="3375"/>
                </a:lnTo>
                <a:lnTo>
                  <a:pt x="2836" y="3313"/>
                </a:lnTo>
                <a:lnTo>
                  <a:pt x="2837" y="3313"/>
                </a:lnTo>
                <a:lnTo>
                  <a:pt x="2868" y="3254"/>
                </a:lnTo>
                <a:lnTo>
                  <a:pt x="2868" y="3253"/>
                </a:lnTo>
                <a:lnTo>
                  <a:pt x="2901" y="3197"/>
                </a:lnTo>
                <a:lnTo>
                  <a:pt x="2901" y="3196"/>
                </a:lnTo>
                <a:lnTo>
                  <a:pt x="2935" y="3142"/>
                </a:lnTo>
                <a:lnTo>
                  <a:pt x="2936" y="3141"/>
                </a:lnTo>
                <a:lnTo>
                  <a:pt x="2971" y="3091"/>
                </a:lnTo>
                <a:lnTo>
                  <a:pt x="2971" y="3090"/>
                </a:lnTo>
                <a:lnTo>
                  <a:pt x="3008" y="3042"/>
                </a:lnTo>
                <a:lnTo>
                  <a:pt x="3008" y="3041"/>
                </a:lnTo>
                <a:lnTo>
                  <a:pt x="3046" y="2996"/>
                </a:lnTo>
                <a:lnTo>
                  <a:pt x="3047" y="2995"/>
                </a:lnTo>
                <a:lnTo>
                  <a:pt x="3086" y="2953"/>
                </a:lnTo>
                <a:lnTo>
                  <a:pt x="3087" y="2952"/>
                </a:lnTo>
                <a:lnTo>
                  <a:pt x="3128" y="2913"/>
                </a:lnTo>
                <a:lnTo>
                  <a:pt x="3129" y="2912"/>
                </a:lnTo>
                <a:lnTo>
                  <a:pt x="3170" y="2876"/>
                </a:lnTo>
                <a:lnTo>
                  <a:pt x="3171" y="2875"/>
                </a:lnTo>
                <a:lnTo>
                  <a:pt x="3214" y="2842"/>
                </a:lnTo>
                <a:lnTo>
                  <a:pt x="3215" y="2841"/>
                </a:lnTo>
                <a:lnTo>
                  <a:pt x="3257" y="2812"/>
                </a:lnTo>
                <a:lnTo>
                  <a:pt x="3259" y="2811"/>
                </a:lnTo>
                <a:lnTo>
                  <a:pt x="3302" y="2785"/>
                </a:lnTo>
                <a:lnTo>
                  <a:pt x="3303" y="2784"/>
                </a:lnTo>
                <a:lnTo>
                  <a:pt x="3348" y="2760"/>
                </a:lnTo>
                <a:lnTo>
                  <a:pt x="3350" y="2760"/>
                </a:lnTo>
                <a:lnTo>
                  <a:pt x="3395" y="2739"/>
                </a:lnTo>
                <a:lnTo>
                  <a:pt x="3397" y="2739"/>
                </a:lnTo>
                <a:lnTo>
                  <a:pt x="3441" y="2722"/>
                </a:lnTo>
                <a:lnTo>
                  <a:pt x="3444" y="2722"/>
                </a:lnTo>
                <a:lnTo>
                  <a:pt x="3487" y="2710"/>
                </a:lnTo>
                <a:lnTo>
                  <a:pt x="3490" y="2710"/>
                </a:lnTo>
                <a:lnTo>
                  <a:pt x="3531" y="2703"/>
                </a:lnTo>
                <a:lnTo>
                  <a:pt x="3534" y="2703"/>
                </a:lnTo>
                <a:lnTo>
                  <a:pt x="3575" y="2702"/>
                </a:lnTo>
                <a:lnTo>
                  <a:pt x="3578" y="2702"/>
                </a:lnTo>
                <a:lnTo>
                  <a:pt x="3622" y="2705"/>
                </a:lnTo>
                <a:lnTo>
                  <a:pt x="3624" y="2705"/>
                </a:lnTo>
                <a:lnTo>
                  <a:pt x="3667" y="2713"/>
                </a:lnTo>
                <a:lnTo>
                  <a:pt x="3670" y="2713"/>
                </a:lnTo>
                <a:lnTo>
                  <a:pt x="3711" y="2725"/>
                </a:lnTo>
                <a:lnTo>
                  <a:pt x="3713" y="2725"/>
                </a:lnTo>
                <a:lnTo>
                  <a:pt x="3750" y="2740"/>
                </a:lnTo>
                <a:lnTo>
                  <a:pt x="3753" y="2742"/>
                </a:lnTo>
                <a:lnTo>
                  <a:pt x="3783" y="2759"/>
                </a:lnTo>
                <a:lnTo>
                  <a:pt x="3784" y="2760"/>
                </a:lnTo>
                <a:lnTo>
                  <a:pt x="3786" y="2761"/>
                </a:lnTo>
                <a:lnTo>
                  <a:pt x="3808" y="2779"/>
                </a:lnTo>
                <a:lnTo>
                  <a:pt x="3810" y="2781"/>
                </a:lnTo>
                <a:lnTo>
                  <a:pt x="3812" y="2783"/>
                </a:lnTo>
                <a:lnTo>
                  <a:pt x="3830" y="2804"/>
                </a:lnTo>
                <a:lnTo>
                  <a:pt x="3831" y="2806"/>
                </a:lnTo>
                <a:lnTo>
                  <a:pt x="3832" y="2807"/>
                </a:lnTo>
                <a:lnTo>
                  <a:pt x="3848" y="2834"/>
                </a:lnTo>
                <a:lnTo>
                  <a:pt x="3850" y="2836"/>
                </a:lnTo>
                <a:lnTo>
                  <a:pt x="3867" y="2871"/>
                </a:lnTo>
                <a:lnTo>
                  <a:pt x="3867" y="2872"/>
                </a:lnTo>
                <a:lnTo>
                  <a:pt x="3886" y="2914"/>
                </a:lnTo>
                <a:lnTo>
                  <a:pt x="3886" y="2914"/>
                </a:lnTo>
                <a:lnTo>
                  <a:pt x="3908" y="2963"/>
                </a:lnTo>
                <a:lnTo>
                  <a:pt x="3933" y="3018"/>
                </a:lnTo>
                <a:lnTo>
                  <a:pt x="3934" y="3019"/>
                </a:lnTo>
                <a:lnTo>
                  <a:pt x="3960" y="3079"/>
                </a:lnTo>
                <a:lnTo>
                  <a:pt x="3960" y="3080"/>
                </a:lnTo>
                <a:lnTo>
                  <a:pt x="3987" y="3146"/>
                </a:lnTo>
                <a:lnTo>
                  <a:pt x="3988" y="3147"/>
                </a:lnTo>
                <a:lnTo>
                  <a:pt x="4015" y="3217"/>
                </a:lnTo>
                <a:lnTo>
                  <a:pt x="4015" y="3218"/>
                </a:lnTo>
                <a:lnTo>
                  <a:pt x="4042" y="3292"/>
                </a:lnTo>
                <a:lnTo>
                  <a:pt x="4042" y="3293"/>
                </a:lnTo>
                <a:lnTo>
                  <a:pt x="4067" y="3371"/>
                </a:lnTo>
                <a:lnTo>
                  <a:pt x="4067" y="3371"/>
                </a:lnTo>
                <a:lnTo>
                  <a:pt x="4092" y="3454"/>
                </a:lnTo>
                <a:lnTo>
                  <a:pt x="4092" y="3455"/>
                </a:lnTo>
                <a:lnTo>
                  <a:pt x="4116" y="3544"/>
                </a:lnTo>
                <a:lnTo>
                  <a:pt x="4116" y="3544"/>
                </a:lnTo>
                <a:lnTo>
                  <a:pt x="4140" y="3637"/>
                </a:lnTo>
                <a:lnTo>
                  <a:pt x="4140" y="3638"/>
                </a:lnTo>
                <a:lnTo>
                  <a:pt x="4163" y="3733"/>
                </a:lnTo>
                <a:lnTo>
                  <a:pt x="4163" y="3733"/>
                </a:lnTo>
                <a:lnTo>
                  <a:pt x="4185" y="3829"/>
                </a:lnTo>
                <a:lnTo>
                  <a:pt x="4185" y="3830"/>
                </a:lnTo>
                <a:lnTo>
                  <a:pt x="4206" y="3924"/>
                </a:lnTo>
                <a:lnTo>
                  <a:pt x="4206" y="3924"/>
                </a:lnTo>
                <a:lnTo>
                  <a:pt x="4224" y="4017"/>
                </a:lnTo>
                <a:lnTo>
                  <a:pt x="4225" y="4018"/>
                </a:lnTo>
                <a:lnTo>
                  <a:pt x="4242" y="4111"/>
                </a:lnTo>
                <a:lnTo>
                  <a:pt x="4242" y="4111"/>
                </a:lnTo>
                <a:lnTo>
                  <a:pt x="4258" y="4205"/>
                </a:lnTo>
                <a:lnTo>
                  <a:pt x="4258" y="4205"/>
                </a:lnTo>
                <a:lnTo>
                  <a:pt x="4274" y="4300"/>
                </a:lnTo>
                <a:lnTo>
                  <a:pt x="4274" y="4300"/>
                </a:lnTo>
                <a:lnTo>
                  <a:pt x="4289" y="4394"/>
                </a:lnTo>
                <a:lnTo>
                  <a:pt x="4289" y="4394"/>
                </a:lnTo>
                <a:lnTo>
                  <a:pt x="4304" y="4488"/>
                </a:lnTo>
                <a:lnTo>
                  <a:pt x="4304" y="4488"/>
                </a:lnTo>
                <a:lnTo>
                  <a:pt x="4318" y="4582"/>
                </a:lnTo>
                <a:lnTo>
                  <a:pt x="4318" y="4583"/>
                </a:lnTo>
                <a:lnTo>
                  <a:pt x="4331" y="4677"/>
                </a:lnTo>
                <a:lnTo>
                  <a:pt x="4331" y="4677"/>
                </a:lnTo>
                <a:lnTo>
                  <a:pt x="4344" y="4771"/>
                </a:lnTo>
                <a:lnTo>
                  <a:pt x="4344" y="4771"/>
                </a:lnTo>
                <a:lnTo>
                  <a:pt x="4356" y="4865"/>
                </a:lnTo>
                <a:lnTo>
                  <a:pt x="4369" y="4960"/>
                </a:lnTo>
                <a:lnTo>
                  <a:pt x="4382" y="5054"/>
                </a:lnTo>
                <a:lnTo>
                  <a:pt x="4382" y="5054"/>
                </a:lnTo>
                <a:lnTo>
                  <a:pt x="4395" y="5148"/>
                </a:lnTo>
                <a:lnTo>
                  <a:pt x="4395" y="5149"/>
                </a:lnTo>
                <a:lnTo>
                  <a:pt x="4409" y="5243"/>
                </a:lnTo>
                <a:lnTo>
                  <a:pt x="4423" y="5337"/>
                </a:lnTo>
                <a:lnTo>
                  <a:pt x="4423" y="5337"/>
                </a:lnTo>
                <a:lnTo>
                  <a:pt x="4437" y="5430"/>
                </a:lnTo>
                <a:lnTo>
                  <a:pt x="4437" y="5431"/>
                </a:lnTo>
                <a:lnTo>
                  <a:pt x="4449" y="5524"/>
                </a:lnTo>
                <a:lnTo>
                  <a:pt x="4449" y="5525"/>
                </a:lnTo>
                <a:lnTo>
                  <a:pt x="4460" y="5619"/>
                </a:lnTo>
                <a:lnTo>
                  <a:pt x="4460" y="5620"/>
                </a:lnTo>
                <a:lnTo>
                  <a:pt x="4474" y="5722"/>
                </a:lnTo>
                <a:lnTo>
                  <a:pt x="4475" y="5723"/>
                </a:lnTo>
                <a:lnTo>
                  <a:pt x="4495" y="5833"/>
                </a:lnTo>
                <a:lnTo>
                  <a:pt x="4495" y="5833"/>
                </a:lnTo>
                <a:lnTo>
                  <a:pt x="4514" y="5941"/>
                </a:lnTo>
                <a:lnTo>
                  <a:pt x="4514" y="5942"/>
                </a:lnTo>
                <a:lnTo>
                  <a:pt x="4525" y="6039"/>
                </a:lnTo>
                <a:lnTo>
                  <a:pt x="4525" y="6041"/>
                </a:lnTo>
                <a:lnTo>
                  <a:pt x="4525" y="6043"/>
                </a:lnTo>
                <a:lnTo>
                  <a:pt x="4522" y="6117"/>
                </a:lnTo>
                <a:lnTo>
                  <a:pt x="4522" y="6119"/>
                </a:lnTo>
                <a:lnTo>
                  <a:pt x="4521" y="6122"/>
                </a:lnTo>
                <a:lnTo>
                  <a:pt x="4520" y="6125"/>
                </a:lnTo>
                <a:lnTo>
                  <a:pt x="4505" y="6165"/>
                </a:lnTo>
                <a:lnTo>
                  <a:pt x="4504" y="6167"/>
                </a:lnTo>
                <a:lnTo>
                  <a:pt x="4503" y="6169"/>
                </a:lnTo>
                <a:lnTo>
                  <a:pt x="4501" y="6172"/>
                </a:lnTo>
                <a:lnTo>
                  <a:pt x="4500" y="6173"/>
                </a:lnTo>
                <a:lnTo>
                  <a:pt x="4498" y="6175"/>
                </a:lnTo>
                <a:lnTo>
                  <a:pt x="4496" y="6177"/>
                </a:lnTo>
                <a:lnTo>
                  <a:pt x="4466" y="6198"/>
                </a:lnTo>
                <a:lnTo>
                  <a:pt x="4464" y="6199"/>
                </a:lnTo>
                <a:lnTo>
                  <a:pt x="4461" y="6200"/>
                </a:lnTo>
                <a:lnTo>
                  <a:pt x="4459" y="6201"/>
                </a:lnTo>
                <a:lnTo>
                  <a:pt x="4456" y="6202"/>
                </a:lnTo>
                <a:lnTo>
                  <a:pt x="4395" y="6214"/>
                </a:lnTo>
                <a:lnTo>
                  <a:pt x="4392" y="6214"/>
                </a:lnTo>
                <a:lnTo>
                  <a:pt x="4390" y="6214"/>
                </a:lnTo>
                <a:lnTo>
                  <a:pt x="4304" y="6215"/>
                </a:lnTo>
                <a:lnTo>
                  <a:pt x="4302" y="6215"/>
                </a:lnTo>
                <a:lnTo>
                  <a:pt x="4207" y="6207"/>
                </a:lnTo>
                <a:lnTo>
                  <a:pt x="4207" y="6207"/>
                </a:lnTo>
                <a:lnTo>
                  <a:pt x="4114" y="6199"/>
                </a:lnTo>
                <a:lnTo>
                  <a:pt x="4112" y="6199"/>
                </a:lnTo>
                <a:lnTo>
                  <a:pt x="4035" y="6197"/>
                </a:lnTo>
                <a:lnTo>
                  <a:pt x="4032" y="6197"/>
                </a:lnTo>
                <a:lnTo>
                  <a:pt x="3971" y="6200"/>
                </a:lnTo>
                <a:lnTo>
                  <a:pt x="3971" y="6200"/>
                </a:lnTo>
                <a:lnTo>
                  <a:pt x="3918" y="6202"/>
                </a:lnTo>
                <a:lnTo>
                  <a:pt x="3918" y="6202"/>
                </a:lnTo>
                <a:lnTo>
                  <a:pt x="3870" y="6202"/>
                </a:lnTo>
                <a:lnTo>
                  <a:pt x="3824" y="6203"/>
                </a:lnTo>
                <a:lnTo>
                  <a:pt x="3824" y="6203"/>
                </a:lnTo>
                <a:lnTo>
                  <a:pt x="3776" y="6204"/>
                </a:lnTo>
                <a:lnTo>
                  <a:pt x="3775" y="6204"/>
                </a:lnTo>
                <a:lnTo>
                  <a:pt x="3723" y="6208"/>
                </a:lnTo>
                <a:lnTo>
                  <a:pt x="3723" y="6208"/>
                </a:lnTo>
                <a:lnTo>
                  <a:pt x="3667" y="6210"/>
                </a:lnTo>
                <a:lnTo>
                  <a:pt x="3666" y="6210"/>
                </a:lnTo>
                <a:lnTo>
                  <a:pt x="3608" y="6212"/>
                </a:lnTo>
                <a:lnTo>
                  <a:pt x="3608" y="6212"/>
                </a:lnTo>
                <a:lnTo>
                  <a:pt x="3548" y="6214"/>
                </a:lnTo>
                <a:lnTo>
                  <a:pt x="3546" y="6214"/>
                </a:lnTo>
                <a:lnTo>
                  <a:pt x="3485" y="6219"/>
                </a:lnTo>
                <a:lnTo>
                  <a:pt x="3482" y="6220"/>
                </a:lnTo>
                <a:lnTo>
                  <a:pt x="3421" y="6231"/>
                </a:lnTo>
                <a:lnTo>
                  <a:pt x="3416" y="6232"/>
                </a:lnTo>
                <a:lnTo>
                  <a:pt x="3357" y="6250"/>
                </a:lnTo>
                <a:lnTo>
                  <a:pt x="3351" y="6252"/>
                </a:lnTo>
                <a:lnTo>
                  <a:pt x="3290" y="6280"/>
                </a:lnTo>
                <a:lnTo>
                  <a:pt x="3286" y="6282"/>
                </a:lnTo>
                <a:lnTo>
                  <a:pt x="3222" y="6320"/>
                </a:lnTo>
                <a:lnTo>
                  <a:pt x="3219" y="6322"/>
                </a:lnTo>
                <a:lnTo>
                  <a:pt x="3155" y="6365"/>
                </a:lnTo>
                <a:lnTo>
                  <a:pt x="3154" y="6366"/>
                </a:lnTo>
                <a:lnTo>
                  <a:pt x="3090" y="6411"/>
                </a:lnTo>
                <a:lnTo>
                  <a:pt x="3031" y="6454"/>
                </a:lnTo>
                <a:lnTo>
                  <a:pt x="3030" y="6454"/>
                </a:lnTo>
                <a:lnTo>
                  <a:pt x="2977" y="6491"/>
                </a:lnTo>
                <a:lnTo>
                  <a:pt x="2976" y="6491"/>
                </a:lnTo>
                <a:lnTo>
                  <a:pt x="2928" y="6525"/>
                </a:lnTo>
                <a:lnTo>
                  <a:pt x="2926" y="6526"/>
                </a:lnTo>
                <a:lnTo>
                  <a:pt x="2881" y="6562"/>
                </a:lnTo>
                <a:lnTo>
                  <a:pt x="2881" y="6562"/>
                </a:lnTo>
                <a:lnTo>
                  <a:pt x="2840" y="6594"/>
                </a:lnTo>
                <a:lnTo>
                  <a:pt x="2839" y="6595"/>
                </a:lnTo>
                <a:lnTo>
                  <a:pt x="2806" y="6619"/>
                </a:lnTo>
                <a:lnTo>
                  <a:pt x="2803" y="6621"/>
                </a:lnTo>
                <a:lnTo>
                  <a:pt x="2780" y="6634"/>
                </a:lnTo>
                <a:lnTo>
                  <a:pt x="2777" y="6635"/>
                </a:lnTo>
                <a:lnTo>
                  <a:pt x="2775" y="6636"/>
                </a:lnTo>
                <a:lnTo>
                  <a:pt x="2773" y="6636"/>
                </a:lnTo>
                <a:lnTo>
                  <a:pt x="2768" y="663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51" name="PTX LineaPleuralD"/>
          <p:cNvSpPr/>
          <p:nvPr/>
        </p:nvSpPr>
        <p:spPr>
          <a:xfrm>
            <a:off x="4149365" y="1877411"/>
            <a:ext cx="417515" cy="855889"/>
          </a:xfrm>
          <a:custGeom>
            <a:avLst/>
            <a:gdLst/>
            <a:ahLst/>
            <a:cxnLst/>
            <a:rect l="0" t="0" r="r" b="b"/>
            <a:pathLst>
              <a:path w="1522" h="3019" fill="none">
                <a:moveTo>
                  <a:pt x="175" y="3018"/>
                </a:moveTo>
                <a:lnTo>
                  <a:pt x="193" y="3008"/>
                </a:lnTo>
                <a:lnTo>
                  <a:pt x="219" y="2989"/>
                </a:lnTo>
                <a:lnTo>
                  <a:pt x="251" y="2964"/>
                </a:lnTo>
                <a:lnTo>
                  <a:pt x="251" y="2964"/>
                </a:lnTo>
                <a:lnTo>
                  <a:pt x="286" y="2937"/>
                </a:lnTo>
                <a:lnTo>
                  <a:pt x="288" y="2935"/>
                </a:lnTo>
                <a:lnTo>
                  <a:pt x="326" y="2909"/>
                </a:lnTo>
                <a:lnTo>
                  <a:pt x="327" y="2908"/>
                </a:lnTo>
                <a:lnTo>
                  <a:pt x="368" y="2880"/>
                </a:lnTo>
                <a:lnTo>
                  <a:pt x="414" y="2847"/>
                </a:lnTo>
                <a:lnTo>
                  <a:pt x="415" y="2847"/>
                </a:lnTo>
                <a:lnTo>
                  <a:pt x="464" y="2811"/>
                </a:lnTo>
                <a:lnTo>
                  <a:pt x="465" y="2811"/>
                </a:lnTo>
                <a:lnTo>
                  <a:pt x="516" y="2777"/>
                </a:lnTo>
                <a:lnTo>
                  <a:pt x="518" y="2775"/>
                </a:lnTo>
                <a:lnTo>
                  <a:pt x="568" y="2745"/>
                </a:lnTo>
                <a:lnTo>
                  <a:pt x="572" y="2743"/>
                </a:lnTo>
                <a:lnTo>
                  <a:pt x="621" y="2721"/>
                </a:lnTo>
                <a:lnTo>
                  <a:pt x="627" y="2719"/>
                </a:lnTo>
                <a:lnTo>
                  <a:pt x="674" y="2704"/>
                </a:lnTo>
                <a:lnTo>
                  <a:pt x="679" y="2703"/>
                </a:lnTo>
                <a:lnTo>
                  <a:pt x="727" y="2695"/>
                </a:lnTo>
                <a:lnTo>
                  <a:pt x="731" y="2694"/>
                </a:lnTo>
                <a:lnTo>
                  <a:pt x="779" y="2690"/>
                </a:lnTo>
                <a:lnTo>
                  <a:pt x="781" y="2690"/>
                </a:lnTo>
                <a:lnTo>
                  <a:pt x="828" y="2688"/>
                </a:lnTo>
                <a:lnTo>
                  <a:pt x="828" y="2688"/>
                </a:lnTo>
                <a:lnTo>
                  <a:pt x="874" y="2687"/>
                </a:lnTo>
                <a:lnTo>
                  <a:pt x="917" y="2685"/>
                </a:lnTo>
                <a:lnTo>
                  <a:pt x="957" y="2682"/>
                </a:lnTo>
                <a:lnTo>
                  <a:pt x="959" y="2682"/>
                </a:lnTo>
                <a:lnTo>
                  <a:pt x="996" y="2681"/>
                </a:lnTo>
                <a:lnTo>
                  <a:pt x="996" y="2681"/>
                </a:lnTo>
                <a:lnTo>
                  <a:pt x="1032" y="2680"/>
                </a:lnTo>
                <a:lnTo>
                  <a:pt x="1032" y="2680"/>
                </a:lnTo>
                <a:lnTo>
                  <a:pt x="1069" y="2680"/>
                </a:lnTo>
                <a:lnTo>
                  <a:pt x="1110" y="2679"/>
                </a:lnTo>
                <a:lnTo>
                  <a:pt x="1157" y="2677"/>
                </a:lnTo>
                <a:lnTo>
                  <a:pt x="1160" y="2677"/>
                </a:lnTo>
                <a:lnTo>
                  <a:pt x="1221" y="2678"/>
                </a:lnTo>
                <a:lnTo>
                  <a:pt x="1224" y="2678"/>
                </a:lnTo>
                <a:lnTo>
                  <a:pt x="1296" y="2685"/>
                </a:lnTo>
                <a:lnTo>
                  <a:pt x="1370" y="2690"/>
                </a:lnTo>
                <a:lnTo>
                  <a:pt x="1436" y="2690"/>
                </a:lnTo>
                <a:lnTo>
                  <a:pt x="1484" y="2681"/>
                </a:lnTo>
                <a:lnTo>
                  <a:pt x="1507" y="2664"/>
                </a:lnTo>
                <a:lnTo>
                  <a:pt x="1519" y="2633"/>
                </a:lnTo>
                <a:lnTo>
                  <a:pt x="1522" y="2576"/>
                </a:lnTo>
                <a:lnTo>
                  <a:pt x="1513" y="2501"/>
                </a:lnTo>
                <a:lnTo>
                  <a:pt x="1499" y="2417"/>
                </a:lnTo>
                <a:lnTo>
                  <a:pt x="1483" y="2332"/>
                </a:lnTo>
                <a:lnTo>
                  <a:pt x="1482" y="2330"/>
                </a:lnTo>
                <a:lnTo>
                  <a:pt x="1471" y="2251"/>
                </a:lnTo>
                <a:lnTo>
                  <a:pt x="1471" y="2250"/>
                </a:lnTo>
                <a:lnTo>
                  <a:pt x="1463" y="2176"/>
                </a:lnTo>
                <a:lnTo>
                  <a:pt x="1453" y="2103"/>
                </a:lnTo>
                <a:lnTo>
                  <a:pt x="1443" y="2031"/>
                </a:lnTo>
                <a:lnTo>
                  <a:pt x="1432" y="1958"/>
                </a:lnTo>
                <a:lnTo>
                  <a:pt x="1421" y="1884"/>
                </a:lnTo>
                <a:lnTo>
                  <a:pt x="1421" y="1884"/>
                </a:lnTo>
                <a:lnTo>
                  <a:pt x="1410" y="1811"/>
                </a:lnTo>
                <a:lnTo>
                  <a:pt x="1410" y="1811"/>
                </a:lnTo>
                <a:lnTo>
                  <a:pt x="1400" y="1737"/>
                </a:lnTo>
                <a:lnTo>
                  <a:pt x="1400" y="1737"/>
                </a:lnTo>
                <a:lnTo>
                  <a:pt x="1391" y="1664"/>
                </a:lnTo>
                <a:lnTo>
                  <a:pt x="1381" y="1591"/>
                </a:lnTo>
                <a:lnTo>
                  <a:pt x="1371" y="1517"/>
                </a:lnTo>
                <a:lnTo>
                  <a:pt x="1361" y="1444"/>
                </a:lnTo>
                <a:lnTo>
                  <a:pt x="1350" y="1371"/>
                </a:lnTo>
                <a:lnTo>
                  <a:pt x="1338" y="1298"/>
                </a:lnTo>
                <a:lnTo>
                  <a:pt x="1327" y="1225"/>
                </a:lnTo>
                <a:lnTo>
                  <a:pt x="1315" y="1152"/>
                </a:lnTo>
                <a:lnTo>
                  <a:pt x="1302" y="1079"/>
                </a:lnTo>
                <a:lnTo>
                  <a:pt x="1288" y="1006"/>
                </a:lnTo>
                <a:lnTo>
                  <a:pt x="1274" y="934"/>
                </a:lnTo>
                <a:lnTo>
                  <a:pt x="1258" y="860"/>
                </a:lnTo>
                <a:lnTo>
                  <a:pt x="1241" y="786"/>
                </a:lnTo>
                <a:lnTo>
                  <a:pt x="1223" y="712"/>
                </a:lnTo>
                <a:lnTo>
                  <a:pt x="1205" y="639"/>
                </a:lnTo>
                <a:lnTo>
                  <a:pt x="1186" y="570"/>
                </a:lnTo>
                <a:lnTo>
                  <a:pt x="1167" y="506"/>
                </a:lnTo>
                <a:lnTo>
                  <a:pt x="1147" y="445"/>
                </a:lnTo>
                <a:lnTo>
                  <a:pt x="1126" y="387"/>
                </a:lnTo>
                <a:lnTo>
                  <a:pt x="1105" y="332"/>
                </a:lnTo>
                <a:lnTo>
                  <a:pt x="1084" y="281"/>
                </a:lnTo>
                <a:lnTo>
                  <a:pt x="1063" y="234"/>
                </a:lnTo>
                <a:lnTo>
                  <a:pt x="1044" y="191"/>
                </a:lnTo>
                <a:lnTo>
                  <a:pt x="1044" y="191"/>
                </a:lnTo>
                <a:lnTo>
                  <a:pt x="1026" y="153"/>
                </a:lnTo>
                <a:lnTo>
                  <a:pt x="1026" y="152"/>
                </a:lnTo>
                <a:lnTo>
                  <a:pt x="1012" y="120"/>
                </a:lnTo>
                <a:lnTo>
                  <a:pt x="999" y="93"/>
                </a:lnTo>
                <a:lnTo>
                  <a:pt x="986" y="72"/>
                </a:lnTo>
                <a:lnTo>
                  <a:pt x="972" y="55"/>
                </a:lnTo>
                <a:lnTo>
                  <a:pt x="954" y="41"/>
                </a:lnTo>
                <a:lnTo>
                  <a:pt x="931" y="28"/>
                </a:lnTo>
                <a:lnTo>
                  <a:pt x="903" y="17"/>
                </a:lnTo>
                <a:lnTo>
                  <a:pt x="871" y="8"/>
                </a:lnTo>
                <a:lnTo>
                  <a:pt x="838" y="2"/>
                </a:lnTo>
                <a:lnTo>
                  <a:pt x="804" y="0"/>
                </a:lnTo>
                <a:lnTo>
                  <a:pt x="772" y="1"/>
                </a:lnTo>
                <a:lnTo>
                  <a:pt x="740" y="6"/>
                </a:lnTo>
                <a:lnTo>
                  <a:pt x="706" y="14"/>
                </a:lnTo>
                <a:lnTo>
                  <a:pt x="671" y="27"/>
                </a:lnTo>
                <a:lnTo>
                  <a:pt x="636" y="43"/>
                </a:lnTo>
                <a:lnTo>
                  <a:pt x="601" y="61"/>
                </a:lnTo>
                <a:lnTo>
                  <a:pt x="567" y="82"/>
                </a:lnTo>
                <a:lnTo>
                  <a:pt x="534" y="104"/>
                </a:lnTo>
                <a:lnTo>
                  <a:pt x="502" y="130"/>
                </a:lnTo>
                <a:lnTo>
                  <a:pt x="469" y="158"/>
                </a:lnTo>
                <a:lnTo>
                  <a:pt x="438" y="189"/>
                </a:lnTo>
                <a:lnTo>
                  <a:pt x="407" y="222"/>
                </a:lnTo>
                <a:lnTo>
                  <a:pt x="378" y="256"/>
                </a:lnTo>
                <a:lnTo>
                  <a:pt x="350" y="293"/>
                </a:lnTo>
                <a:lnTo>
                  <a:pt x="322" y="333"/>
                </a:lnTo>
                <a:lnTo>
                  <a:pt x="296" y="374"/>
                </a:lnTo>
                <a:lnTo>
                  <a:pt x="271" y="418"/>
                </a:lnTo>
                <a:lnTo>
                  <a:pt x="247" y="464"/>
                </a:lnTo>
                <a:lnTo>
                  <a:pt x="223" y="511"/>
                </a:lnTo>
                <a:lnTo>
                  <a:pt x="201" y="561"/>
                </a:lnTo>
                <a:lnTo>
                  <a:pt x="180" y="613"/>
                </a:lnTo>
                <a:lnTo>
                  <a:pt x="159" y="666"/>
                </a:lnTo>
                <a:lnTo>
                  <a:pt x="140" y="722"/>
                </a:lnTo>
                <a:lnTo>
                  <a:pt x="122" y="778"/>
                </a:lnTo>
                <a:lnTo>
                  <a:pt x="106" y="836"/>
                </a:lnTo>
                <a:lnTo>
                  <a:pt x="91" y="895"/>
                </a:lnTo>
                <a:lnTo>
                  <a:pt x="78" y="956"/>
                </a:lnTo>
                <a:lnTo>
                  <a:pt x="65" y="1018"/>
                </a:lnTo>
                <a:lnTo>
                  <a:pt x="54" y="1082"/>
                </a:lnTo>
                <a:lnTo>
                  <a:pt x="44" y="1146"/>
                </a:lnTo>
                <a:lnTo>
                  <a:pt x="35" y="1210"/>
                </a:lnTo>
                <a:lnTo>
                  <a:pt x="27" y="1275"/>
                </a:lnTo>
                <a:lnTo>
                  <a:pt x="20" y="1341"/>
                </a:lnTo>
                <a:lnTo>
                  <a:pt x="15" y="1407"/>
                </a:lnTo>
                <a:lnTo>
                  <a:pt x="10" y="1473"/>
                </a:lnTo>
                <a:lnTo>
                  <a:pt x="6" y="1540"/>
                </a:lnTo>
                <a:lnTo>
                  <a:pt x="3" y="1606"/>
                </a:lnTo>
                <a:lnTo>
                  <a:pt x="1" y="1673"/>
                </a:lnTo>
                <a:lnTo>
                  <a:pt x="0" y="1739"/>
                </a:lnTo>
                <a:lnTo>
                  <a:pt x="0" y="1806"/>
                </a:lnTo>
                <a:lnTo>
                  <a:pt x="0" y="1872"/>
                </a:lnTo>
                <a:lnTo>
                  <a:pt x="1" y="1938"/>
                </a:lnTo>
                <a:lnTo>
                  <a:pt x="3" y="2003"/>
                </a:lnTo>
                <a:lnTo>
                  <a:pt x="7" y="2067"/>
                </a:lnTo>
                <a:lnTo>
                  <a:pt x="11" y="2132"/>
                </a:lnTo>
                <a:lnTo>
                  <a:pt x="16" y="2197"/>
                </a:lnTo>
                <a:lnTo>
                  <a:pt x="22" y="2260"/>
                </a:lnTo>
                <a:lnTo>
                  <a:pt x="29" y="2321"/>
                </a:lnTo>
                <a:lnTo>
                  <a:pt x="35" y="2380"/>
                </a:lnTo>
                <a:lnTo>
                  <a:pt x="42" y="2435"/>
                </a:lnTo>
                <a:lnTo>
                  <a:pt x="50" y="2489"/>
                </a:lnTo>
                <a:lnTo>
                  <a:pt x="57" y="2541"/>
                </a:lnTo>
                <a:lnTo>
                  <a:pt x="66" y="2590"/>
                </a:lnTo>
                <a:lnTo>
                  <a:pt x="74" y="2638"/>
                </a:lnTo>
                <a:lnTo>
                  <a:pt x="83" y="2685"/>
                </a:lnTo>
                <a:lnTo>
                  <a:pt x="91" y="2729"/>
                </a:lnTo>
                <a:lnTo>
                  <a:pt x="100" y="2773"/>
                </a:lnTo>
                <a:lnTo>
                  <a:pt x="109" y="2814"/>
                </a:lnTo>
                <a:lnTo>
                  <a:pt x="118" y="2852"/>
                </a:lnTo>
                <a:lnTo>
                  <a:pt x="127" y="2887"/>
                </a:lnTo>
                <a:lnTo>
                  <a:pt x="137" y="2920"/>
                </a:lnTo>
                <a:lnTo>
                  <a:pt x="147" y="2951"/>
                </a:lnTo>
                <a:lnTo>
                  <a:pt x="147" y="2951"/>
                </a:lnTo>
                <a:lnTo>
                  <a:pt x="156" y="2981"/>
                </a:lnTo>
                <a:lnTo>
                  <a:pt x="164" y="3004"/>
                </a:lnTo>
                <a:lnTo>
                  <a:pt x="171" y="3018"/>
                </a:lnTo>
                <a:lnTo>
                  <a:pt x="172" y="3019"/>
                </a:lnTo>
                <a:lnTo>
                  <a:pt x="175" y="3018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52" name="PTX Diafragma"/>
          <p:cNvSpPr/>
          <p:nvPr/>
        </p:nvSpPr>
        <p:spPr>
          <a:xfrm>
            <a:off x="3653563" y="3145466"/>
            <a:ext cx="2018498" cy="575228"/>
          </a:xfrm>
          <a:custGeom>
            <a:avLst/>
            <a:gdLst/>
            <a:ahLst/>
            <a:cxnLst/>
            <a:rect l="0" t="0" r="r" b="b"/>
            <a:pathLst>
              <a:path w="10000" h="2757">
                <a:moveTo>
                  <a:pt x="0" y="2607"/>
                </a:moveTo>
                <a:lnTo>
                  <a:pt x="310" y="2664"/>
                </a:lnTo>
                <a:lnTo>
                  <a:pt x="1117" y="2751"/>
                </a:lnTo>
                <a:lnTo>
                  <a:pt x="1190" y="2757"/>
                </a:lnTo>
                <a:lnTo>
                  <a:pt x="8815" y="2757"/>
                </a:lnTo>
                <a:lnTo>
                  <a:pt x="8888" y="2751"/>
                </a:lnTo>
                <a:lnTo>
                  <a:pt x="9695" y="2664"/>
                </a:lnTo>
                <a:lnTo>
                  <a:pt x="10000" y="2608"/>
                </a:lnTo>
                <a:lnTo>
                  <a:pt x="9759" y="1479"/>
                </a:lnTo>
                <a:lnTo>
                  <a:pt x="9732" y="1491"/>
                </a:lnTo>
                <a:lnTo>
                  <a:pt x="9697" y="1515"/>
                </a:lnTo>
                <a:lnTo>
                  <a:pt x="9652" y="1532"/>
                </a:lnTo>
                <a:lnTo>
                  <a:pt x="9592" y="1526"/>
                </a:lnTo>
                <a:lnTo>
                  <a:pt x="9515" y="1479"/>
                </a:lnTo>
                <a:lnTo>
                  <a:pt x="9420" y="1378"/>
                </a:lnTo>
                <a:lnTo>
                  <a:pt x="9309" y="1234"/>
                </a:lnTo>
                <a:lnTo>
                  <a:pt x="9183" y="1067"/>
                </a:lnTo>
                <a:lnTo>
                  <a:pt x="9043" y="897"/>
                </a:lnTo>
                <a:lnTo>
                  <a:pt x="8889" y="746"/>
                </a:lnTo>
                <a:lnTo>
                  <a:pt x="8716" y="606"/>
                </a:lnTo>
                <a:lnTo>
                  <a:pt x="8522" y="463"/>
                </a:lnTo>
                <a:lnTo>
                  <a:pt x="8317" y="328"/>
                </a:lnTo>
                <a:lnTo>
                  <a:pt x="8111" y="211"/>
                </a:lnTo>
                <a:lnTo>
                  <a:pt x="7911" y="121"/>
                </a:lnTo>
                <a:lnTo>
                  <a:pt x="7717" y="59"/>
                </a:lnTo>
                <a:lnTo>
                  <a:pt x="7522" y="21"/>
                </a:lnTo>
                <a:lnTo>
                  <a:pt x="7329" y="1"/>
                </a:lnTo>
                <a:lnTo>
                  <a:pt x="7141" y="0"/>
                </a:lnTo>
                <a:lnTo>
                  <a:pt x="6960" y="12"/>
                </a:lnTo>
                <a:lnTo>
                  <a:pt x="6754" y="45"/>
                </a:lnTo>
                <a:lnTo>
                  <a:pt x="6523" y="100"/>
                </a:lnTo>
                <a:lnTo>
                  <a:pt x="6313" y="168"/>
                </a:lnTo>
                <a:lnTo>
                  <a:pt x="6171" y="241"/>
                </a:lnTo>
                <a:lnTo>
                  <a:pt x="6144" y="311"/>
                </a:lnTo>
                <a:lnTo>
                  <a:pt x="6321" y="388"/>
                </a:lnTo>
                <a:lnTo>
                  <a:pt x="6670" y="479"/>
                </a:lnTo>
                <a:lnTo>
                  <a:pt x="7059" y="566"/>
                </a:lnTo>
                <a:lnTo>
                  <a:pt x="7354" y="634"/>
                </a:lnTo>
                <a:lnTo>
                  <a:pt x="7422" y="664"/>
                </a:lnTo>
                <a:lnTo>
                  <a:pt x="7174" y="644"/>
                </a:lnTo>
                <a:lnTo>
                  <a:pt x="6700" y="584"/>
                </a:lnTo>
                <a:lnTo>
                  <a:pt x="6132" y="506"/>
                </a:lnTo>
                <a:lnTo>
                  <a:pt x="5603" y="431"/>
                </a:lnTo>
                <a:lnTo>
                  <a:pt x="5247" y="379"/>
                </a:lnTo>
                <a:lnTo>
                  <a:pt x="5117" y="353"/>
                </a:lnTo>
                <a:lnTo>
                  <a:pt x="5122" y="341"/>
                </a:lnTo>
                <a:lnTo>
                  <a:pt x="4975" y="350"/>
                </a:lnTo>
                <a:lnTo>
                  <a:pt x="4708" y="370"/>
                </a:lnTo>
                <a:lnTo>
                  <a:pt x="4406" y="394"/>
                </a:lnTo>
                <a:lnTo>
                  <a:pt x="4110" y="416"/>
                </a:lnTo>
                <a:lnTo>
                  <a:pt x="3861" y="433"/>
                </a:lnTo>
                <a:lnTo>
                  <a:pt x="3669" y="442"/>
                </a:lnTo>
                <a:lnTo>
                  <a:pt x="3506" y="445"/>
                </a:lnTo>
                <a:lnTo>
                  <a:pt x="3358" y="447"/>
                </a:lnTo>
                <a:lnTo>
                  <a:pt x="3210" y="451"/>
                </a:lnTo>
                <a:lnTo>
                  <a:pt x="3046" y="460"/>
                </a:lnTo>
                <a:lnTo>
                  <a:pt x="2864" y="469"/>
                </a:lnTo>
                <a:lnTo>
                  <a:pt x="2676" y="473"/>
                </a:lnTo>
                <a:lnTo>
                  <a:pt x="2483" y="485"/>
                </a:lnTo>
                <a:lnTo>
                  <a:pt x="2288" y="513"/>
                </a:lnTo>
                <a:lnTo>
                  <a:pt x="2094" y="569"/>
                </a:lnTo>
                <a:lnTo>
                  <a:pt x="1895" y="665"/>
                </a:lnTo>
                <a:lnTo>
                  <a:pt x="1688" y="792"/>
                </a:lnTo>
                <a:lnTo>
                  <a:pt x="1483" y="935"/>
                </a:lnTo>
                <a:lnTo>
                  <a:pt x="1289" y="1075"/>
                </a:lnTo>
                <a:lnTo>
                  <a:pt x="1116" y="1194"/>
                </a:lnTo>
                <a:lnTo>
                  <a:pt x="962" y="1303"/>
                </a:lnTo>
                <a:lnTo>
                  <a:pt x="822" y="1414"/>
                </a:lnTo>
                <a:lnTo>
                  <a:pt x="696" y="1511"/>
                </a:lnTo>
                <a:lnTo>
                  <a:pt x="586" y="1578"/>
                </a:lnTo>
                <a:lnTo>
                  <a:pt x="491" y="1602"/>
                </a:lnTo>
                <a:lnTo>
                  <a:pt x="413" y="1560"/>
                </a:lnTo>
                <a:lnTo>
                  <a:pt x="354" y="1462"/>
                </a:lnTo>
                <a:lnTo>
                  <a:pt x="308" y="1341"/>
                </a:lnTo>
                <a:lnTo>
                  <a:pt x="273" y="1228"/>
                </a:lnTo>
                <a:lnTo>
                  <a:pt x="246" y="1153"/>
                </a:lnTo>
                <a:lnTo>
                  <a:pt x="0" y="2607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3" name="PTX Clavículas"/>
          <p:cNvSpPr/>
          <p:nvPr/>
        </p:nvSpPr>
        <p:spPr>
          <a:xfrm>
            <a:off x="3840480" y="1141171"/>
            <a:ext cx="1645920" cy="11338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ParedToracica_2"/>
          <p:cNvSpPr/>
          <p:nvPr/>
        </p:nvSpPr>
        <p:spPr>
          <a:xfrm>
            <a:off x="6295095" y="1027786"/>
            <a:ext cx="2680289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5" name="Mediastino_2"/>
          <p:cNvSpPr/>
          <p:nvPr/>
        </p:nvSpPr>
        <p:spPr>
          <a:xfrm>
            <a:off x="7137806" y="1183691"/>
            <a:ext cx="994867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492"/>
                </a:lnTo>
                <a:lnTo>
                  <a:pt x="1" y="497"/>
                </a:lnTo>
                <a:lnTo>
                  <a:pt x="11" y="537"/>
                </a:lnTo>
                <a:lnTo>
                  <a:pt x="34" y="586"/>
                </a:lnTo>
                <a:lnTo>
                  <a:pt x="73" y="648"/>
                </a:lnTo>
                <a:lnTo>
                  <a:pt x="121" y="724"/>
                </a:lnTo>
                <a:lnTo>
                  <a:pt x="122" y="725"/>
                </a:lnTo>
                <a:lnTo>
                  <a:pt x="173" y="812"/>
                </a:lnTo>
                <a:lnTo>
                  <a:pt x="175" y="814"/>
                </a:lnTo>
                <a:lnTo>
                  <a:pt x="228" y="913"/>
                </a:lnTo>
                <a:lnTo>
                  <a:pt x="230" y="916"/>
                </a:lnTo>
                <a:lnTo>
                  <a:pt x="283" y="1030"/>
                </a:lnTo>
                <a:lnTo>
                  <a:pt x="284" y="1034"/>
                </a:lnTo>
                <a:lnTo>
                  <a:pt x="335" y="1163"/>
                </a:lnTo>
                <a:lnTo>
                  <a:pt x="336" y="1166"/>
                </a:lnTo>
                <a:lnTo>
                  <a:pt x="385" y="1313"/>
                </a:lnTo>
                <a:lnTo>
                  <a:pt x="385" y="1314"/>
                </a:lnTo>
                <a:lnTo>
                  <a:pt x="435" y="1478"/>
                </a:lnTo>
                <a:lnTo>
                  <a:pt x="436" y="1479"/>
                </a:lnTo>
                <a:lnTo>
                  <a:pt x="486" y="1657"/>
                </a:lnTo>
                <a:lnTo>
                  <a:pt x="486" y="1658"/>
                </a:lnTo>
                <a:lnTo>
                  <a:pt x="534" y="1848"/>
                </a:lnTo>
                <a:lnTo>
                  <a:pt x="534" y="1850"/>
                </a:lnTo>
                <a:lnTo>
                  <a:pt x="579" y="2050"/>
                </a:lnTo>
                <a:lnTo>
                  <a:pt x="580" y="2052"/>
                </a:lnTo>
                <a:lnTo>
                  <a:pt x="620" y="2261"/>
                </a:lnTo>
                <a:lnTo>
                  <a:pt x="621" y="2263"/>
                </a:lnTo>
                <a:lnTo>
                  <a:pt x="658" y="2485"/>
                </a:lnTo>
                <a:lnTo>
                  <a:pt x="658" y="2486"/>
                </a:lnTo>
                <a:lnTo>
                  <a:pt x="692" y="2724"/>
                </a:lnTo>
                <a:lnTo>
                  <a:pt x="692" y="2725"/>
                </a:lnTo>
                <a:lnTo>
                  <a:pt x="723" y="2974"/>
                </a:lnTo>
                <a:lnTo>
                  <a:pt x="723" y="2975"/>
                </a:lnTo>
                <a:lnTo>
                  <a:pt x="751" y="3229"/>
                </a:lnTo>
                <a:lnTo>
                  <a:pt x="751" y="3230"/>
                </a:lnTo>
                <a:lnTo>
                  <a:pt x="776" y="3485"/>
                </a:lnTo>
                <a:lnTo>
                  <a:pt x="776" y="3485"/>
                </a:lnTo>
                <a:lnTo>
                  <a:pt x="798" y="3736"/>
                </a:lnTo>
                <a:lnTo>
                  <a:pt x="798" y="3737"/>
                </a:lnTo>
                <a:lnTo>
                  <a:pt x="816" y="3985"/>
                </a:lnTo>
                <a:lnTo>
                  <a:pt x="816" y="3986"/>
                </a:lnTo>
                <a:lnTo>
                  <a:pt x="830" y="4235"/>
                </a:lnTo>
                <a:lnTo>
                  <a:pt x="830" y="4235"/>
                </a:lnTo>
                <a:lnTo>
                  <a:pt x="841" y="4485"/>
                </a:lnTo>
                <a:lnTo>
                  <a:pt x="841" y="4486"/>
                </a:lnTo>
                <a:lnTo>
                  <a:pt x="850" y="4736"/>
                </a:lnTo>
                <a:lnTo>
                  <a:pt x="850" y="4736"/>
                </a:lnTo>
                <a:lnTo>
                  <a:pt x="857" y="4986"/>
                </a:lnTo>
                <a:lnTo>
                  <a:pt x="857" y="4986"/>
                </a:lnTo>
                <a:lnTo>
                  <a:pt x="864" y="5236"/>
                </a:lnTo>
                <a:lnTo>
                  <a:pt x="864" y="5236"/>
                </a:lnTo>
                <a:lnTo>
                  <a:pt x="869" y="5486"/>
                </a:lnTo>
                <a:lnTo>
                  <a:pt x="869" y="5486"/>
                </a:lnTo>
                <a:lnTo>
                  <a:pt x="872" y="5736"/>
                </a:lnTo>
                <a:lnTo>
                  <a:pt x="872" y="5736"/>
                </a:lnTo>
                <a:lnTo>
                  <a:pt x="873" y="5986"/>
                </a:lnTo>
                <a:lnTo>
                  <a:pt x="873" y="5986"/>
                </a:lnTo>
                <a:lnTo>
                  <a:pt x="874" y="6235"/>
                </a:lnTo>
                <a:lnTo>
                  <a:pt x="874" y="6485"/>
                </a:lnTo>
                <a:lnTo>
                  <a:pt x="876" y="6734"/>
                </a:lnTo>
                <a:lnTo>
                  <a:pt x="877" y="6983"/>
                </a:lnTo>
                <a:lnTo>
                  <a:pt x="879" y="7232"/>
                </a:lnTo>
                <a:lnTo>
                  <a:pt x="881" y="7480"/>
                </a:lnTo>
                <a:lnTo>
                  <a:pt x="883" y="7729"/>
                </a:lnTo>
                <a:lnTo>
                  <a:pt x="885" y="7979"/>
                </a:lnTo>
                <a:lnTo>
                  <a:pt x="887" y="8230"/>
                </a:lnTo>
                <a:lnTo>
                  <a:pt x="887" y="8231"/>
                </a:lnTo>
                <a:lnTo>
                  <a:pt x="887" y="8255"/>
                </a:lnTo>
                <a:lnTo>
                  <a:pt x="887" y="8260"/>
                </a:lnTo>
                <a:lnTo>
                  <a:pt x="886" y="8266"/>
                </a:lnTo>
                <a:lnTo>
                  <a:pt x="884" y="8271"/>
                </a:lnTo>
                <a:lnTo>
                  <a:pt x="883" y="8276"/>
                </a:lnTo>
                <a:lnTo>
                  <a:pt x="880" y="8281"/>
                </a:lnTo>
                <a:lnTo>
                  <a:pt x="878" y="8285"/>
                </a:lnTo>
                <a:lnTo>
                  <a:pt x="874" y="8289"/>
                </a:lnTo>
                <a:lnTo>
                  <a:pt x="871" y="8293"/>
                </a:lnTo>
                <a:lnTo>
                  <a:pt x="867" y="8297"/>
                </a:lnTo>
                <a:lnTo>
                  <a:pt x="862" y="8300"/>
                </a:lnTo>
                <a:lnTo>
                  <a:pt x="858" y="8303"/>
                </a:lnTo>
                <a:lnTo>
                  <a:pt x="853" y="8305"/>
                </a:lnTo>
                <a:lnTo>
                  <a:pt x="848" y="8307"/>
                </a:lnTo>
                <a:lnTo>
                  <a:pt x="843" y="8308"/>
                </a:lnTo>
                <a:lnTo>
                  <a:pt x="838" y="8309"/>
                </a:lnTo>
                <a:lnTo>
                  <a:pt x="832" y="8309"/>
                </a:lnTo>
                <a:lnTo>
                  <a:pt x="827" y="8309"/>
                </a:lnTo>
                <a:lnTo>
                  <a:pt x="822" y="8308"/>
                </a:lnTo>
                <a:lnTo>
                  <a:pt x="816" y="8307"/>
                </a:lnTo>
                <a:lnTo>
                  <a:pt x="811" y="8305"/>
                </a:lnTo>
                <a:lnTo>
                  <a:pt x="807" y="8302"/>
                </a:lnTo>
                <a:lnTo>
                  <a:pt x="802" y="8300"/>
                </a:lnTo>
                <a:lnTo>
                  <a:pt x="798" y="8297"/>
                </a:lnTo>
                <a:lnTo>
                  <a:pt x="645" y="8170"/>
                </a:lnTo>
                <a:lnTo>
                  <a:pt x="483" y="8062"/>
                </a:lnTo>
                <a:lnTo>
                  <a:pt x="334" y="7990"/>
                </a:lnTo>
                <a:lnTo>
                  <a:pt x="194" y="7952"/>
                </a:lnTo>
                <a:lnTo>
                  <a:pt x="48" y="7943"/>
                </a:lnTo>
                <a:lnTo>
                  <a:pt x="0" y="7948"/>
                </a:lnTo>
                <a:lnTo>
                  <a:pt x="0" y="10000"/>
                </a:lnTo>
                <a:lnTo>
                  <a:pt x="3034" y="10000"/>
                </a:lnTo>
                <a:lnTo>
                  <a:pt x="3021" y="9904"/>
                </a:lnTo>
                <a:lnTo>
                  <a:pt x="3020" y="9899"/>
                </a:lnTo>
                <a:lnTo>
                  <a:pt x="3008" y="9617"/>
                </a:lnTo>
                <a:lnTo>
                  <a:pt x="3008" y="9615"/>
                </a:lnTo>
                <a:lnTo>
                  <a:pt x="3003" y="9272"/>
                </a:lnTo>
                <a:lnTo>
                  <a:pt x="3003" y="9272"/>
                </a:lnTo>
                <a:lnTo>
                  <a:pt x="3001" y="8904"/>
                </a:lnTo>
                <a:lnTo>
                  <a:pt x="2996" y="8546"/>
                </a:lnTo>
                <a:lnTo>
                  <a:pt x="2982" y="8234"/>
                </a:lnTo>
                <a:lnTo>
                  <a:pt x="2960" y="7966"/>
                </a:lnTo>
                <a:lnTo>
                  <a:pt x="2933" y="7712"/>
                </a:lnTo>
                <a:lnTo>
                  <a:pt x="2904" y="7467"/>
                </a:lnTo>
                <a:lnTo>
                  <a:pt x="2872" y="7227"/>
                </a:lnTo>
                <a:lnTo>
                  <a:pt x="2840" y="6987"/>
                </a:lnTo>
                <a:lnTo>
                  <a:pt x="2840" y="6987"/>
                </a:lnTo>
                <a:lnTo>
                  <a:pt x="2808" y="6742"/>
                </a:lnTo>
                <a:lnTo>
                  <a:pt x="2770" y="6494"/>
                </a:lnTo>
                <a:lnTo>
                  <a:pt x="2726" y="6245"/>
                </a:lnTo>
                <a:lnTo>
                  <a:pt x="2680" y="5996"/>
                </a:lnTo>
                <a:lnTo>
                  <a:pt x="2680" y="5994"/>
                </a:lnTo>
                <a:lnTo>
                  <a:pt x="2640" y="5745"/>
                </a:lnTo>
                <a:lnTo>
                  <a:pt x="2640" y="5742"/>
                </a:lnTo>
                <a:lnTo>
                  <a:pt x="2613" y="5493"/>
                </a:lnTo>
                <a:lnTo>
                  <a:pt x="2612" y="5489"/>
                </a:lnTo>
                <a:lnTo>
                  <a:pt x="2605" y="5239"/>
                </a:lnTo>
                <a:lnTo>
                  <a:pt x="2605" y="5234"/>
                </a:lnTo>
                <a:lnTo>
                  <a:pt x="2621" y="4984"/>
                </a:lnTo>
                <a:lnTo>
                  <a:pt x="2621" y="4981"/>
                </a:lnTo>
                <a:lnTo>
                  <a:pt x="2654" y="4731"/>
                </a:lnTo>
                <a:lnTo>
                  <a:pt x="2655" y="4728"/>
                </a:lnTo>
                <a:lnTo>
                  <a:pt x="2701" y="4478"/>
                </a:lnTo>
                <a:lnTo>
                  <a:pt x="2701" y="4476"/>
                </a:lnTo>
                <a:lnTo>
                  <a:pt x="2755" y="4226"/>
                </a:lnTo>
                <a:lnTo>
                  <a:pt x="2755" y="4226"/>
                </a:lnTo>
                <a:lnTo>
                  <a:pt x="2812" y="3977"/>
                </a:lnTo>
                <a:lnTo>
                  <a:pt x="2867" y="3729"/>
                </a:lnTo>
                <a:lnTo>
                  <a:pt x="2921" y="3479"/>
                </a:lnTo>
                <a:lnTo>
                  <a:pt x="2921" y="3478"/>
                </a:lnTo>
                <a:lnTo>
                  <a:pt x="2979" y="3223"/>
                </a:lnTo>
                <a:lnTo>
                  <a:pt x="2980" y="3222"/>
                </a:lnTo>
                <a:lnTo>
                  <a:pt x="3041" y="2968"/>
                </a:lnTo>
                <a:lnTo>
                  <a:pt x="3041" y="2967"/>
                </a:lnTo>
                <a:lnTo>
                  <a:pt x="3104" y="2719"/>
                </a:lnTo>
                <a:lnTo>
                  <a:pt x="3104" y="2718"/>
                </a:lnTo>
                <a:lnTo>
                  <a:pt x="3169" y="2480"/>
                </a:lnTo>
                <a:lnTo>
                  <a:pt x="3170" y="2479"/>
                </a:lnTo>
                <a:lnTo>
                  <a:pt x="3235" y="2256"/>
                </a:lnTo>
                <a:lnTo>
                  <a:pt x="3236" y="2255"/>
                </a:lnTo>
                <a:lnTo>
                  <a:pt x="3304" y="2045"/>
                </a:lnTo>
                <a:lnTo>
                  <a:pt x="3305" y="2044"/>
                </a:lnTo>
                <a:lnTo>
                  <a:pt x="3376" y="1843"/>
                </a:lnTo>
                <a:lnTo>
                  <a:pt x="3377" y="1842"/>
                </a:lnTo>
                <a:lnTo>
                  <a:pt x="3450" y="1652"/>
                </a:lnTo>
                <a:lnTo>
                  <a:pt x="3450" y="1651"/>
                </a:lnTo>
                <a:lnTo>
                  <a:pt x="3523" y="1473"/>
                </a:lnTo>
                <a:lnTo>
                  <a:pt x="3524" y="1472"/>
                </a:lnTo>
                <a:lnTo>
                  <a:pt x="3595" y="1309"/>
                </a:lnTo>
                <a:lnTo>
                  <a:pt x="3595" y="1308"/>
                </a:lnTo>
                <a:lnTo>
                  <a:pt x="3663" y="1161"/>
                </a:lnTo>
                <a:lnTo>
                  <a:pt x="3721" y="1031"/>
                </a:lnTo>
                <a:lnTo>
                  <a:pt x="3772" y="917"/>
                </a:lnTo>
                <a:lnTo>
                  <a:pt x="3773" y="915"/>
                </a:lnTo>
                <a:lnTo>
                  <a:pt x="3822" y="816"/>
                </a:lnTo>
                <a:lnTo>
                  <a:pt x="3824" y="811"/>
                </a:lnTo>
                <a:lnTo>
                  <a:pt x="3878" y="724"/>
                </a:lnTo>
                <a:lnTo>
                  <a:pt x="3880" y="721"/>
                </a:lnTo>
                <a:lnTo>
                  <a:pt x="3882" y="718"/>
                </a:lnTo>
                <a:lnTo>
                  <a:pt x="3946" y="642"/>
                </a:lnTo>
                <a:lnTo>
                  <a:pt x="3949" y="639"/>
                </a:lnTo>
                <a:lnTo>
                  <a:pt x="3953" y="635"/>
                </a:lnTo>
                <a:lnTo>
                  <a:pt x="4032" y="570"/>
                </a:lnTo>
                <a:lnTo>
                  <a:pt x="4036" y="567"/>
                </a:lnTo>
                <a:lnTo>
                  <a:pt x="4040" y="564"/>
                </a:lnTo>
                <a:lnTo>
                  <a:pt x="4138" y="508"/>
                </a:lnTo>
                <a:lnTo>
                  <a:pt x="4145" y="505"/>
                </a:lnTo>
                <a:lnTo>
                  <a:pt x="4258" y="459"/>
                </a:lnTo>
                <a:lnTo>
                  <a:pt x="4264" y="458"/>
                </a:lnTo>
                <a:lnTo>
                  <a:pt x="4387" y="423"/>
                </a:lnTo>
                <a:lnTo>
                  <a:pt x="4393" y="422"/>
                </a:lnTo>
                <a:lnTo>
                  <a:pt x="4522" y="400"/>
                </a:lnTo>
                <a:lnTo>
                  <a:pt x="4527" y="399"/>
                </a:lnTo>
                <a:lnTo>
                  <a:pt x="4625" y="39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56" name="Costillas_2"/>
          <p:cNvGrpSpPr/>
          <p:nvPr/>
        </p:nvGrpSpPr>
        <p:grpSpPr>
          <a:xfrm>
            <a:off x="6347765" y="1254557"/>
            <a:ext cx="2574950" cy="2335743"/>
            <a:chOff x="6347765" y="1254557"/>
            <a:chExt cx="2574950" cy="2335743"/>
          </a:xfrm>
        </p:grpSpPr>
        <p:sp>
          <p:nvSpPr>
            <p:cNvPr id="57" name="Forma 56"/>
            <p:cNvSpPr/>
            <p:nvPr/>
          </p:nvSpPr>
          <p:spPr>
            <a:xfrm>
              <a:off x="634776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634776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9" name="EspacioPleuralD_2"/>
          <p:cNvSpPr/>
          <p:nvPr/>
        </p:nvSpPr>
        <p:spPr>
          <a:xfrm>
            <a:off x="6508699" y="1276342"/>
            <a:ext cx="808330" cy="2109865"/>
          </a:xfrm>
          <a:custGeom>
            <a:avLst/>
            <a:gdLst/>
            <a:ahLst/>
            <a:cxnLst/>
            <a:rect l="0" t="0" r="r" b="b"/>
            <a:pathLst>
              <a:path w="3711" h="10000">
                <a:moveTo>
                  <a:pt x="2726" y="4"/>
                </a:moveTo>
                <a:lnTo>
                  <a:pt x="2635" y="23"/>
                </a:lnTo>
                <a:lnTo>
                  <a:pt x="2518" y="56"/>
                </a:lnTo>
                <a:lnTo>
                  <a:pt x="2383" y="103"/>
                </a:lnTo>
                <a:lnTo>
                  <a:pt x="2241" y="160"/>
                </a:lnTo>
                <a:lnTo>
                  <a:pt x="2102" y="226"/>
                </a:lnTo>
                <a:lnTo>
                  <a:pt x="1974" y="299"/>
                </a:lnTo>
                <a:lnTo>
                  <a:pt x="1856" y="381"/>
                </a:lnTo>
                <a:lnTo>
                  <a:pt x="1739" y="471"/>
                </a:lnTo>
                <a:lnTo>
                  <a:pt x="1625" y="571"/>
                </a:lnTo>
                <a:lnTo>
                  <a:pt x="1514" y="679"/>
                </a:lnTo>
                <a:lnTo>
                  <a:pt x="1406" y="795"/>
                </a:lnTo>
                <a:lnTo>
                  <a:pt x="1303" y="917"/>
                </a:lnTo>
                <a:lnTo>
                  <a:pt x="1204" y="1047"/>
                </a:lnTo>
                <a:lnTo>
                  <a:pt x="1109" y="1185"/>
                </a:lnTo>
                <a:lnTo>
                  <a:pt x="1017" y="1330"/>
                </a:lnTo>
                <a:lnTo>
                  <a:pt x="929" y="1482"/>
                </a:lnTo>
                <a:lnTo>
                  <a:pt x="845" y="1640"/>
                </a:lnTo>
                <a:lnTo>
                  <a:pt x="765" y="1804"/>
                </a:lnTo>
                <a:lnTo>
                  <a:pt x="688" y="1975"/>
                </a:lnTo>
                <a:lnTo>
                  <a:pt x="615" y="2153"/>
                </a:lnTo>
                <a:lnTo>
                  <a:pt x="545" y="2337"/>
                </a:lnTo>
                <a:lnTo>
                  <a:pt x="480" y="2527"/>
                </a:lnTo>
                <a:lnTo>
                  <a:pt x="418" y="2721"/>
                </a:lnTo>
                <a:lnTo>
                  <a:pt x="362" y="2919"/>
                </a:lnTo>
                <a:lnTo>
                  <a:pt x="311" y="3122"/>
                </a:lnTo>
                <a:lnTo>
                  <a:pt x="265" y="3330"/>
                </a:lnTo>
                <a:lnTo>
                  <a:pt x="223" y="3543"/>
                </a:lnTo>
                <a:lnTo>
                  <a:pt x="185" y="3759"/>
                </a:lnTo>
                <a:lnTo>
                  <a:pt x="151" y="3977"/>
                </a:lnTo>
                <a:lnTo>
                  <a:pt x="120" y="4196"/>
                </a:lnTo>
                <a:lnTo>
                  <a:pt x="93" y="4416"/>
                </a:lnTo>
                <a:lnTo>
                  <a:pt x="71" y="4638"/>
                </a:lnTo>
                <a:lnTo>
                  <a:pt x="52" y="4863"/>
                </a:lnTo>
                <a:lnTo>
                  <a:pt x="36" y="5089"/>
                </a:lnTo>
                <a:lnTo>
                  <a:pt x="23" y="5314"/>
                </a:lnTo>
                <a:lnTo>
                  <a:pt x="13" y="5539"/>
                </a:lnTo>
                <a:lnTo>
                  <a:pt x="5" y="5764"/>
                </a:lnTo>
                <a:lnTo>
                  <a:pt x="1" y="5989"/>
                </a:lnTo>
                <a:lnTo>
                  <a:pt x="0" y="6215"/>
                </a:lnTo>
                <a:lnTo>
                  <a:pt x="1" y="6440"/>
                </a:lnTo>
                <a:lnTo>
                  <a:pt x="5" y="6663"/>
                </a:lnTo>
                <a:lnTo>
                  <a:pt x="13" y="6883"/>
                </a:lnTo>
                <a:lnTo>
                  <a:pt x="24" y="7102"/>
                </a:lnTo>
                <a:lnTo>
                  <a:pt x="39" y="7322"/>
                </a:lnTo>
                <a:lnTo>
                  <a:pt x="57" y="7540"/>
                </a:lnTo>
                <a:lnTo>
                  <a:pt x="77" y="7754"/>
                </a:lnTo>
                <a:lnTo>
                  <a:pt x="98" y="7961"/>
                </a:lnTo>
                <a:lnTo>
                  <a:pt x="120" y="8159"/>
                </a:lnTo>
                <a:lnTo>
                  <a:pt x="144" y="8348"/>
                </a:lnTo>
                <a:lnTo>
                  <a:pt x="169" y="8530"/>
                </a:lnTo>
                <a:lnTo>
                  <a:pt x="196" y="8706"/>
                </a:lnTo>
                <a:lnTo>
                  <a:pt x="224" y="8874"/>
                </a:lnTo>
                <a:lnTo>
                  <a:pt x="253" y="9037"/>
                </a:lnTo>
                <a:lnTo>
                  <a:pt x="282" y="9193"/>
                </a:lnTo>
                <a:lnTo>
                  <a:pt x="311" y="9358"/>
                </a:lnTo>
                <a:lnTo>
                  <a:pt x="340" y="9533"/>
                </a:lnTo>
                <a:lnTo>
                  <a:pt x="371" y="9703"/>
                </a:lnTo>
                <a:lnTo>
                  <a:pt x="402" y="9848"/>
                </a:lnTo>
                <a:lnTo>
                  <a:pt x="435" y="9953"/>
                </a:lnTo>
                <a:lnTo>
                  <a:pt x="470" y="10000"/>
                </a:lnTo>
                <a:lnTo>
                  <a:pt x="503" y="9980"/>
                </a:lnTo>
                <a:lnTo>
                  <a:pt x="532" y="9907"/>
                </a:lnTo>
                <a:lnTo>
                  <a:pt x="564" y="9793"/>
                </a:lnTo>
                <a:lnTo>
                  <a:pt x="601" y="9651"/>
                </a:lnTo>
                <a:lnTo>
                  <a:pt x="649" y="9494"/>
                </a:lnTo>
                <a:lnTo>
                  <a:pt x="711" y="9334"/>
                </a:lnTo>
                <a:lnTo>
                  <a:pt x="789" y="9158"/>
                </a:lnTo>
                <a:lnTo>
                  <a:pt x="877" y="8950"/>
                </a:lnTo>
                <a:lnTo>
                  <a:pt x="975" y="8727"/>
                </a:lnTo>
                <a:lnTo>
                  <a:pt x="1084" y="8505"/>
                </a:lnTo>
                <a:lnTo>
                  <a:pt x="1202" y="8299"/>
                </a:lnTo>
                <a:lnTo>
                  <a:pt x="1329" y="8125"/>
                </a:lnTo>
                <a:lnTo>
                  <a:pt x="1471" y="7982"/>
                </a:lnTo>
                <a:lnTo>
                  <a:pt x="1627" y="7857"/>
                </a:lnTo>
                <a:lnTo>
                  <a:pt x="1793" y="7747"/>
                </a:lnTo>
                <a:lnTo>
                  <a:pt x="1963" y="7654"/>
                </a:lnTo>
                <a:lnTo>
                  <a:pt x="2133" y="7574"/>
                </a:lnTo>
                <a:lnTo>
                  <a:pt x="2297" y="7507"/>
                </a:lnTo>
                <a:lnTo>
                  <a:pt x="2456" y="7450"/>
                </a:lnTo>
                <a:lnTo>
                  <a:pt x="2617" y="7401"/>
                </a:lnTo>
                <a:lnTo>
                  <a:pt x="2777" y="7366"/>
                </a:lnTo>
                <a:lnTo>
                  <a:pt x="2934" y="7351"/>
                </a:lnTo>
                <a:lnTo>
                  <a:pt x="3088" y="7360"/>
                </a:lnTo>
                <a:lnTo>
                  <a:pt x="3237" y="7400"/>
                </a:lnTo>
                <a:lnTo>
                  <a:pt x="3392" y="7476"/>
                </a:lnTo>
                <a:lnTo>
                  <a:pt x="3557" y="7585"/>
                </a:lnTo>
                <a:lnTo>
                  <a:pt x="3710" y="7712"/>
                </a:lnTo>
                <a:lnTo>
                  <a:pt x="3711" y="7689"/>
                </a:lnTo>
                <a:lnTo>
                  <a:pt x="3709" y="7441"/>
                </a:lnTo>
                <a:lnTo>
                  <a:pt x="3707" y="7194"/>
                </a:lnTo>
                <a:lnTo>
                  <a:pt x="3705" y="6948"/>
                </a:lnTo>
                <a:lnTo>
                  <a:pt x="3703" y="6702"/>
                </a:lnTo>
                <a:lnTo>
                  <a:pt x="3701" y="6457"/>
                </a:lnTo>
                <a:lnTo>
                  <a:pt x="3699" y="6211"/>
                </a:lnTo>
                <a:lnTo>
                  <a:pt x="3698" y="5964"/>
                </a:lnTo>
                <a:lnTo>
                  <a:pt x="3697" y="5718"/>
                </a:lnTo>
                <a:lnTo>
                  <a:pt x="3697" y="5472"/>
                </a:lnTo>
                <a:lnTo>
                  <a:pt x="3695" y="5226"/>
                </a:lnTo>
                <a:lnTo>
                  <a:pt x="3693" y="4979"/>
                </a:lnTo>
                <a:lnTo>
                  <a:pt x="3688" y="4733"/>
                </a:lnTo>
                <a:lnTo>
                  <a:pt x="3681" y="4486"/>
                </a:lnTo>
                <a:lnTo>
                  <a:pt x="3674" y="4239"/>
                </a:lnTo>
                <a:lnTo>
                  <a:pt x="3665" y="3992"/>
                </a:lnTo>
                <a:lnTo>
                  <a:pt x="3654" y="3746"/>
                </a:lnTo>
                <a:lnTo>
                  <a:pt x="3640" y="3500"/>
                </a:lnTo>
                <a:lnTo>
                  <a:pt x="3623" y="3255"/>
                </a:lnTo>
                <a:lnTo>
                  <a:pt x="3601" y="3007"/>
                </a:lnTo>
                <a:lnTo>
                  <a:pt x="3576" y="2755"/>
                </a:lnTo>
                <a:lnTo>
                  <a:pt x="3549" y="2504"/>
                </a:lnTo>
                <a:lnTo>
                  <a:pt x="3518" y="2259"/>
                </a:lnTo>
                <a:lnTo>
                  <a:pt x="3485" y="2024"/>
                </a:lnTo>
                <a:lnTo>
                  <a:pt x="3448" y="1804"/>
                </a:lnTo>
                <a:lnTo>
                  <a:pt x="3408" y="1597"/>
                </a:lnTo>
                <a:lnTo>
                  <a:pt x="3363" y="1399"/>
                </a:lnTo>
                <a:lnTo>
                  <a:pt x="3316" y="1211"/>
                </a:lnTo>
                <a:lnTo>
                  <a:pt x="3267" y="1036"/>
                </a:lnTo>
                <a:lnTo>
                  <a:pt x="3217" y="874"/>
                </a:lnTo>
                <a:lnTo>
                  <a:pt x="3169" y="729"/>
                </a:lnTo>
                <a:lnTo>
                  <a:pt x="3119" y="601"/>
                </a:lnTo>
                <a:lnTo>
                  <a:pt x="3066" y="488"/>
                </a:lnTo>
                <a:lnTo>
                  <a:pt x="3013" y="390"/>
                </a:lnTo>
                <a:lnTo>
                  <a:pt x="2962" y="304"/>
                </a:lnTo>
                <a:lnTo>
                  <a:pt x="2915" y="230"/>
                </a:lnTo>
                <a:lnTo>
                  <a:pt x="2874" y="165"/>
                </a:lnTo>
                <a:lnTo>
                  <a:pt x="2848" y="109"/>
                </a:lnTo>
                <a:lnTo>
                  <a:pt x="2837" y="64"/>
                </a:lnTo>
                <a:lnTo>
                  <a:pt x="2829" y="31"/>
                </a:lnTo>
                <a:lnTo>
                  <a:pt x="2815" y="9"/>
                </a:lnTo>
                <a:lnTo>
                  <a:pt x="2784" y="0"/>
                </a:lnTo>
                <a:lnTo>
                  <a:pt x="2726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0" name="EspacioPleuralI_2"/>
          <p:cNvSpPr/>
          <p:nvPr/>
        </p:nvSpPr>
        <p:spPr>
          <a:xfrm>
            <a:off x="7710001" y="1276342"/>
            <a:ext cx="1051779" cy="2198093"/>
          </a:xfrm>
          <a:custGeom>
            <a:avLst/>
            <a:gdLst/>
            <a:ahLst/>
            <a:cxnLst/>
            <a:rect l="0" t="0" r="r" b="b"/>
            <a:pathLst>
              <a:path w="4635" h="10000">
                <a:moveTo>
                  <a:pt x="2017" y="4"/>
                </a:moveTo>
                <a:lnTo>
                  <a:pt x="1897" y="0"/>
                </a:lnTo>
                <a:lnTo>
                  <a:pt x="1773" y="8"/>
                </a:lnTo>
                <a:lnTo>
                  <a:pt x="1651" y="29"/>
                </a:lnTo>
                <a:lnTo>
                  <a:pt x="1534" y="62"/>
                </a:lnTo>
                <a:lnTo>
                  <a:pt x="1427" y="105"/>
                </a:lnTo>
                <a:lnTo>
                  <a:pt x="1333" y="158"/>
                </a:lnTo>
                <a:lnTo>
                  <a:pt x="1258" y="221"/>
                </a:lnTo>
                <a:lnTo>
                  <a:pt x="1198" y="292"/>
                </a:lnTo>
                <a:lnTo>
                  <a:pt x="1148" y="374"/>
                </a:lnTo>
                <a:lnTo>
                  <a:pt x="1101" y="469"/>
                </a:lnTo>
                <a:lnTo>
                  <a:pt x="1053" y="577"/>
                </a:lnTo>
                <a:lnTo>
                  <a:pt x="997" y="700"/>
                </a:lnTo>
                <a:lnTo>
                  <a:pt x="933" y="839"/>
                </a:lnTo>
                <a:lnTo>
                  <a:pt x="866" y="994"/>
                </a:lnTo>
                <a:lnTo>
                  <a:pt x="797" y="1163"/>
                </a:lnTo>
                <a:lnTo>
                  <a:pt x="727" y="1343"/>
                </a:lnTo>
                <a:lnTo>
                  <a:pt x="660" y="1533"/>
                </a:lnTo>
                <a:lnTo>
                  <a:pt x="595" y="1732"/>
                </a:lnTo>
                <a:lnTo>
                  <a:pt x="532" y="1943"/>
                </a:lnTo>
                <a:lnTo>
                  <a:pt x="471" y="2168"/>
                </a:lnTo>
                <a:lnTo>
                  <a:pt x="411" y="2404"/>
                </a:lnTo>
                <a:lnTo>
                  <a:pt x="353" y="2645"/>
                </a:lnTo>
                <a:lnTo>
                  <a:pt x="298" y="2887"/>
                </a:lnTo>
                <a:lnTo>
                  <a:pt x="246" y="3124"/>
                </a:lnTo>
                <a:lnTo>
                  <a:pt x="194" y="3359"/>
                </a:lnTo>
                <a:lnTo>
                  <a:pt x="140" y="3595"/>
                </a:lnTo>
                <a:lnTo>
                  <a:pt x="89" y="3832"/>
                </a:lnTo>
                <a:lnTo>
                  <a:pt x="46" y="4069"/>
                </a:lnTo>
                <a:lnTo>
                  <a:pt x="14" y="4306"/>
                </a:lnTo>
                <a:lnTo>
                  <a:pt x="0" y="4543"/>
                </a:lnTo>
                <a:lnTo>
                  <a:pt x="6" y="4779"/>
                </a:lnTo>
                <a:lnTo>
                  <a:pt x="32" y="5016"/>
                </a:lnTo>
                <a:lnTo>
                  <a:pt x="69" y="5252"/>
                </a:lnTo>
                <a:lnTo>
                  <a:pt x="113" y="5489"/>
                </a:lnTo>
                <a:lnTo>
                  <a:pt x="155" y="5725"/>
                </a:lnTo>
                <a:lnTo>
                  <a:pt x="191" y="5961"/>
                </a:lnTo>
                <a:lnTo>
                  <a:pt x="221" y="6194"/>
                </a:lnTo>
                <a:lnTo>
                  <a:pt x="252" y="6422"/>
                </a:lnTo>
                <a:lnTo>
                  <a:pt x="282" y="6650"/>
                </a:lnTo>
                <a:lnTo>
                  <a:pt x="310" y="6882"/>
                </a:lnTo>
                <a:lnTo>
                  <a:pt x="335" y="7124"/>
                </a:lnTo>
                <a:lnTo>
                  <a:pt x="357" y="7380"/>
                </a:lnTo>
                <a:lnTo>
                  <a:pt x="370" y="7677"/>
                </a:lnTo>
                <a:lnTo>
                  <a:pt x="375" y="8017"/>
                </a:lnTo>
                <a:lnTo>
                  <a:pt x="377" y="8367"/>
                </a:lnTo>
                <a:lnTo>
                  <a:pt x="381" y="8692"/>
                </a:lnTo>
                <a:lnTo>
                  <a:pt x="393" y="8959"/>
                </a:lnTo>
                <a:lnTo>
                  <a:pt x="418" y="9134"/>
                </a:lnTo>
                <a:lnTo>
                  <a:pt x="453" y="9198"/>
                </a:lnTo>
                <a:lnTo>
                  <a:pt x="493" y="9175"/>
                </a:lnTo>
                <a:lnTo>
                  <a:pt x="541" y="9094"/>
                </a:lnTo>
                <a:lnTo>
                  <a:pt x="599" y="8984"/>
                </a:lnTo>
                <a:lnTo>
                  <a:pt x="669" y="8876"/>
                </a:lnTo>
                <a:lnTo>
                  <a:pt x="753" y="8799"/>
                </a:lnTo>
                <a:lnTo>
                  <a:pt x="855" y="8744"/>
                </a:lnTo>
                <a:lnTo>
                  <a:pt x="974" y="8686"/>
                </a:lnTo>
                <a:lnTo>
                  <a:pt x="1105" y="8629"/>
                </a:lnTo>
                <a:lnTo>
                  <a:pt x="1243" y="8579"/>
                </a:lnTo>
                <a:lnTo>
                  <a:pt x="1385" y="8539"/>
                </a:lnTo>
                <a:lnTo>
                  <a:pt x="1527" y="8515"/>
                </a:lnTo>
                <a:lnTo>
                  <a:pt x="1670" y="8504"/>
                </a:lnTo>
                <a:lnTo>
                  <a:pt x="1817" y="8502"/>
                </a:lnTo>
                <a:lnTo>
                  <a:pt x="1969" y="8512"/>
                </a:lnTo>
                <a:lnTo>
                  <a:pt x="2122" y="8533"/>
                </a:lnTo>
                <a:lnTo>
                  <a:pt x="2276" y="8568"/>
                </a:lnTo>
                <a:lnTo>
                  <a:pt x="2430" y="8618"/>
                </a:lnTo>
                <a:lnTo>
                  <a:pt x="2587" y="8687"/>
                </a:lnTo>
                <a:lnTo>
                  <a:pt x="2749" y="8776"/>
                </a:lnTo>
                <a:lnTo>
                  <a:pt x="2913" y="8878"/>
                </a:lnTo>
                <a:lnTo>
                  <a:pt x="3072" y="8988"/>
                </a:lnTo>
                <a:lnTo>
                  <a:pt x="3222" y="9101"/>
                </a:lnTo>
                <a:lnTo>
                  <a:pt x="3358" y="9211"/>
                </a:lnTo>
                <a:lnTo>
                  <a:pt x="3480" y="9329"/>
                </a:lnTo>
                <a:lnTo>
                  <a:pt x="3594" y="9462"/>
                </a:lnTo>
                <a:lnTo>
                  <a:pt x="3698" y="9597"/>
                </a:lnTo>
                <a:lnTo>
                  <a:pt x="3793" y="9723"/>
                </a:lnTo>
                <a:lnTo>
                  <a:pt x="3877" y="9831"/>
                </a:lnTo>
                <a:lnTo>
                  <a:pt x="3951" y="9908"/>
                </a:lnTo>
                <a:lnTo>
                  <a:pt x="4011" y="9957"/>
                </a:lnTo>
                <a:lnTo>
                  <a:pt x="4057" y="9988"/>
                </a:lnTo>
                <a:lnTo>
                  <a:pt x="4093" y="10000"/>
                </a:lnTo>
                <a:lnTo>
                  <a:pt x="4123" y="9991"/>
                </a:lnTo>
                <a:lnTo>
                  <a:pt x="4152" y="9960"/>
                </a:lnTo>
                <a:lnTo>
                  <a:pt x="4183" y="9908"/>
                </a:lnTo>
                <a:lnTo>
                  <a:pt x="4217" y="9830"/>
                </a:lnTo>
                <a:lnTo>
                  <a:pt x="4248" y="9727"/>
                </a:lnTo>
                <a:lnTo>
                  <a:pt x="4278" y="9602"/>
                </a:lnTo>
                <a:lnTo>
                  <a:pt x="4307" y="9460"/>
                </a:lnTo>
                <a:lnTo>
                  <a:pt x="4336" y="9302"/>
                </a:lnTo>
                <a:lnTo>
                  <a:pt x="4364" y="9134"/>
                </a:lnTo>
                <a:lnTo>
                  <a:pt x="4392" y="8946"/>
                </a:lnTo>
                <a:lnTo>
                  <a:pt x="4419" y="8736"/>
                </a:lnTo>
                <a:lnTo>
                  <a:pt x="4446" y="8511"/>
                </a:lnTo>
                <a:lnTo>
                  <a:pt x="4472" y="8279"/>
                </a:lnTo>
                <a:lnTo>
                  <a:pt x="4496" y="8050"/>
                </a:lnTo>
                <a:lnTo>
                  <a:pt x="4518" y="7831"/>
                </a:lnTo>
                <a:lnTo>
                  <a:pt x="4540" y="7623"/>
                </a:lnTo>
                <a:lnTo>
                  <a:pt x="4560" y="7420"/>
                </a:lnTo>
                <a:lnTo>
                  <a:pt x="4580" y="7218"/>
                </a:lnTo>
                <a:lnTo>
                  <a:pt x="4597" y="7017"/>
                </a:lnTo>
                <a:lnTo>
                  <a:pt x="4611" y="6813"/>
                </a:lnTo>
                <a:lnTo>
                  <a:pt x="4622" y="6606"/>
                </a:lnTo>
                <a:lnTo>
                  <a:pt x="4629" y="6395"/>
                </a:lnTo>
                <a:lnTo>
                  <a:pt x="4633" y="6181"/>
                </a:lnTo>
                <a:lnTo>
                  <a:pt x="4635" y="5965"/>
                </a:lnTo>
                <a:lnTo>
                  <a:pt x="4633" y="5749"/>
                </a:lnTo>
                <a:lnTo>
                  <a:pt x="4629" y="5532"/>
                </a:lnTo>
                <a:lnTo>
                  <a:pt x="4622" y="5317"/>
                </a:lnTo>
                <a:lnTo>
                  <a:pt x="4612" y="5101"/>
                </a:lnTo>
                <a:lnTo>
                  <a:pt x="4600" y="4884"/>
                </a:lnTo>
                <a:lnTo>
                  <a:pt x="4585" y="4668"/>
                </a:lnTo>
                <a:lnTo>
                  <a:pt x="4566" y="4452"/>
                </a:lnTo>
                <a:lnTo>
                  <a:pt x="4544" y="4238"/>
                </a:lnTo>
                <a:lnTo>
                  <a:pt x="4518" y="4027"/>
                </a:lnTo>
                <a:lnTo>
                  <a:pt x="4489" y="3817"/>
                </a:lnTo>
                <a:lnTo>
                  <a:pt x="4456" y="3608"/>
                </a:lnTo>
                <a:lnTo>
                  <a:pt x="4420" y="3401"/>
                </a:lnTo>
                <a:lnTo>
                  <a:pt x="4380" y="3196"/>
                </a:lnTo>
                <a:lnTo>
                  <a:pt x="4335" y="2996"/>
                </a:lnTo>
                <a:lnTo>
                  <a:pt x="4286" y="2802"/>
                </a:lnTo>
                <a:lnTo>
                  <a:pt x="4232" y="2612"/>
                </a:lnTo>
                <a:lnTo>
                  <a:pt x="4174" y="2426"/>
                </a:lnTo>
                <a:lnTo>
                  <a:pt x="4111" y="2243"/>
                </a:lnTo>
                <a:lnTo>
                  <a:pt x="4044" y="2066"/>
                </a:lnTo>
                <a:lnTo>
                  <a:pt x="3973" y="1896"/>
                </a:lnTo>
                <a:lnTo>
                  <a:pt x="3900" y="1732"/>
                </a:lnTo>
                <a:lnTo>
                  <a:pt x="3822" y="1574"/>
                </a:lnTo>
                <a:lnTo>
                  <a:pt x="3742" y="1422"/>
                </a:lnTo>
                <a:lnTo>
                  <a:pt x="3658" y="1276"/>
                </a:lnTo>
                <a:lnTo>
                  <a:pt x="3570" y="1137"/>
                </a:lnTo>
                <a:lnTo>
                  <a:pt x="3479" y="1005"/>
                </a:lnTo>
                <a:lnTo>
                  <a:pt x="3384" y="880"/>
                </a:lnTo>
                <a:lnTo>
                  <a:pt x="3285" y="763"/>
                </a:lnTo>
                <a:lnTo>
                  <a:pt x="3181" y="652"/>
                </a:lnTo>
                <a:lnTo>
                  <a:pt x="3074" y="548"/>
                </a:lnTo>
                <a:lnTo>
                  <a:pt x="2964" y="453"/>
                </a:lnTo>
                <a:lnTo>
                  <a:pt x="2852" y="365"/>
                </a:lnTo>
                <a:lnTo>
                  <a:pt x="2739" y="287"/>
                </a:lnTo>
                <a:lnTo>
                  <a:pt x="2623" y="217"/>
                </a:lnTo>
                <a:lnTo>
                  <a:pt x="2503" y="154"/>
                </a:lnTo>
                <a:lnTo>
                  <a:pt x="2380" y="99"/>
                </a:lnTo>
                <a:lnTo>
                  <a:pt x="2258" y="54"/>
                </a:lnTo>
                <a:lnTo>
                  <a:pt x="2136" y="22"/>
                </a:lnTo>
                <a:lnTo>
                  <a:pt x="2017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1" name="Aorta_2"/>
          <p:cNvSpPr/>
          <p:nvPr/>
        </p:nvSpPr>
        <p:spPr>
          <a:xfrm>
            <a:off x="7464847" y="1617069"/>
            <a:ext cx="395696" cy="1817320"/>
          </a:xfrm>
          <a:custGeom>
            <a:avLst/>
            <a:gdLst/>
            <a:ahLst/>
            <a:cxnLst/>
            <a:rect l="0" t="0" r="r" b="b"/>
            <a:pathLst>
              <a:path w="210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6" y="595"/>
                </a:lnTo>
                <a:lnTo>
                  <a:pt x="1111" y="607"/>
                </a:lnTo>
                <a:lnTo>
                  <a:pt x="1207" y="647"/>
                </a:lnTo>
                <a:lnTo>
                  <a:pt x="1302" y="713"/>
                </a:lnTo>
                <a:lnTo>
                  <a:pt x="1381" y="801"/>
                </a:lnTo>
                <a:lnTo>
                  <a:pt x="1440" y="918"/>
                </a:lnTo>
                <a:lnTo>
                  <a:pt x="1471" y="1034"/>
                </a:lnTo>
                <a:lnTo>
                  <a:pt x="1478" y="1145"/>
                </a:lnTo>
                <a:lnTo>
                  <a:pt x="1468" y="1321"/>
                </a:lnTo>
                <a:lnTo>
                  <a:pt x="1446" y="1606"/>
                </a:lnTo>
                <a:lnTo>
                  <a:pt x="1446" y="1615"/>
                </a:lnTo>
                <a:lnTo>
                  <a:pt x="1427" y="2045"/>
                </a:lnTo>
                <a:lnTo>
                  <a:pt x="1426" y="2057"/>
                </a:lnTo>
                <a:lnTo>
                  <a:pt x="1422" y="2682"/>
                </a:lnTo>
                <a:lnTo>
                  <a:pt x="1422" y="2688"/>
                </a:lnTo>
                <a:lnTo>
                  <a:pt x="1434" y="3641"/>
                </a:lnTo>
                <a:lnTo>
                  <a:pt x="1434" y="3641"/>
                </a:lnTo>
                <a:lnTo>
                  <a:pt x="1450" y="4906"/>
                </a:lnTo>
                <a:lnTo>
                  <a:pt x="1469" y="6315"/>
                </a:lnTo>
                <a:lnTo>
                  <a:pt x="1488" y="7697"/>
                </a:lnTo>
                <a:lnTo>
                  <a:pt x="1505" y="8884"/>
                </a:lnTo>
                <a:lnTo>
                  <a:pt x="1516" y="9707"/>
                </a:lnTo>
                <a:lnTo>
                  <a:pt x="1518" y="9736"/>
                </a:lnTo>
                <a:lnTo>
                  <a:pt x="1522" y="9765"/>
                </a:lnTo>
                <a:lnTo>
                  <a:pt x="1530" y="9793"/>
                </a:lnTo>
                <a:lnTo>
                  <a:pt x="1540" y="9820"/>
                </a:lnTo>
                <a:lnTo>
                  <a:pt x="1553" y="9846"/>
                </a:lnTo>
                <a:lnTo>
                  <a:pt x="1568" y="9871"/>
                </a:lnTo>
                <a:lnTo>
                  <a:pt x="1586" y="9894"/>
                </a:lnTo>
                <a:lnTo>
                  <a:pt x="1606" y="9916"/>
                </a:lnTo>
                <a:lnTo>
                  <a:pt x="1627" y="9935"/>
                </a:lnTo>
                <a:lnTo>
                  <a:pt x="1651" y="9952"/>
                </a:lnTo>
                <a:lnTo>
                  <a:pt x="1676" y="9966"/>
                </a:lnTo>
                <a:lnTo>
                  <a:pt x="1703" y="9978"/>
                </a:lnTo>
                <a:lnTo>
                  <a:pt x="1730" y="9988"/>
                </a:lnTo>
                <a:lnTo>
                  <a:pt x="1758" y="9995"/>
                </a:lnTo>
                <a:lnTo>
                  <a:pt x="1787" y="9998"/>
                </a:lnTo>
                <a:lnTo>
                  <a:pt x="1816" y="10000"/>
                </a:lnTo>
                <a:lnTo>
                  <a:pt x="1845" y="9998"/>
                </a:lnTo>
                <a:lnTo>
                  <a:pt x="1874" y="9993"/>
                </a:lnTo>
                <a:lnTo>
                  <a:pt x="1902" y="9986"/>
                </a:lnTo>
                <a:lnTo>
                  <a:pt x="1929" y="9975"/>
                </a:lnTo>
                <a:lnTo>
                  <a:pt x="1955" y="9963"/>
                </a:lnTo>
                <a:lnTo>
                  <a:pt x="1980" y="9947"/>
                </a:lnTo>
                <a:lnTo>
                  <a:pt x="2003" y="9930"/>
                </a:lnTo>
                <a:lnTo>
                  <a:pt x="2025" y="9910"/>
                </a:lnTo>
                <a:lnTo>
                  <a:pt x="2044" y="9888"/>
                </a:lnTo>
                <a:lnTo>
                  <a:pt x="2061" y="9864"/>
                </a:lnTo>
                <a:lnTo>
                  <a:pt x="2075" y="9839"/>
                </a:lnTo>
                <a:lnTo>
                  <a:pt x="2087" y="9813"/>
                </a:lnTo>
                <a:lnTo>
                  <a:pt x="2097" y="9785"/>
                </a:lnTo>
                <a:lnTo>
                  <a:pt x="2104" y="9757"/>
                </a:lnTo>
                <a:lnTo>
                  <a:pt x="2107" y="9728"/>
                </a:lnTo>
                <a:lnTo>
                  <a:pt x="2109" y="9699"/>
                </a:lnTo>
                <a:lnTo>
                  <a:pt x="2097" y="8876"/>
                </a:lnTo>
                <a:lnTo>
                  <a:pt x="2081" y="7689"/>
                </a:lnTo>
                <a:lnTo>
                  <a:pt x="2062" y="6307"/>
                </a:lnTo>
                <a:lnTo>
                  <a:pt x="2043" y="4899"/>
                </a:lnTo>
                <a:lnTo>
                  <a:pt x="2026" y="3634"/>
                </a:lnTo>
                <a:lnTo>
                  <a:pt x="2015" y="2683"/>
                </a:lnTo>
                <a:lnTo>
                  <a:pt x="2019" y="2066"/>
                </a:lnTo>
                <a:lnTo>
                  <a:pt x="2038" y="1646"/>
                </a:lnTo>
                <a:lnTo>
                  <a:pt x="2059" y="1363"/>
                </a:lnTo>
                <a:lnTo>
                  <a:pt x="2059" y="1358"/>
                </a:lnTo>
                <a:lnTo>
                  <a:pt x="2071" y="1162"/>
                </a:lnTo>
                <a:lnTo>
                  <a:pt x="2071" y="1124"/>
                </a:lnTo>
                <a:lnTo>
                  <a:pt x="2060" y="965"/>
                </a:lnTo>
                <a:lnTo>
                  <a:pt x="2057" y="937"/>
                </a:lnTo>
                <a:lnTo>
                  <a:pt x="2051" y="909"/>
                </a:lnTo>
                <a:lnTo>
                  <a:pt x="2005" y="736"/>
                </a:lnTo>
                <a:lnTo>
                  <a:pt x="1996" y="707"/>
                </a:lnTo>
                <a:lnTo>
                  <a:pt x="1983" y="679"/>
                </a:lnTo>
                <a:lnTo>
                  <a:pt x="1892" y="499"/>
                </a:lnTo>
                <a:lnTo>
                  <a:pt x="1880" y="477"/>
                </a:lnTo>
                <a:lnTo>
                  <a:pt x="1865" y="455"/>
                </a:lnTo>
                <a:lnTo>
                  <a:pt x="1849" y="435"/>
                </a:lnTo>
                <a:lnTo>
                  <a:pt x="1721" y="293"/>
                </a:lnTo>
                <a:lnTo>
                  <a:pt x="1697" y="268"/>
                </a:lnTo>
                <a:lnTo>
                  <a:pt x="1670" y="247"/>
                </a:lnTo>
                <a:lnTo>
                  <a:pt x="1520" y="142"/>
                </a:lnTo>
                <a:lnTo>
                  <a:pt x="1492" y="125"/>
                </a:lnTo>
                <a:lnTo>
                  <a:pt x="1463" y="111"/>
                </a:lnTo>
                <a:lnTo>
                  <a:pt x="1305" y="46"/>
                </a:lnTo>
                <a:lnTo>
                  <a:pt x="1272" y="35"/>
                </a:lnTo>
                <a:lnTo>
                  <a:pt x="1239" y="28"/>
                </a:lnTo>
                <a:lnTo>
                  <a:pt x="1087" y="3"/>
                </a:lnTo>
                <a:lnTo>
                  <a:pt x="1058" y="0"/>
                </a:lnTo>
                <a:lnTo>
                  <a:pt x="1029" y="0"/>
                </a:lnTo>
                <a:lnTo>
                  <a:pt x="1001" y="2"/>
                </a:lnTo>
                <a:lnTo>
                  <a:pt x="869" y="19"/>
                </a:lnTo>
                <a:lnTo>
                  <a:pt x="834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62" name="Traquea_2"/>
          <p:cNvGrpSpPr/>
          <p:nvPr/>
        </p:nvGrpSpPr>
        <p:grpSpPr>
          <a:xfrm>
            <a:off x="7164155" y="1020904"/>
            <a:ext cx="696380" cy="1222929"/>
            <a:chOff x="7164155" y="1020904"/>
            <a:chExt cx="696380" cy="1222929"/>
          </a:xfrm>
        </p:grpSpPr>
        <p:sp>
          <p:nvSpPr>
            <p:cNvPr id="63" name="Forma 62"/>
            <p:cNvSpPr/>
            <p:nvPr/>
          </p:nvSpPr>
          <p:spPr>
            <a:xfrm>
              <a:off x="7164155" y="1020904"/>
              <a:ext cx="696380" cy="1222929"/>
            </a:xfrm>
            <a:custGeom>
              <a:avLst/>
              <a:gdLst/>
              <a:ahLst/>
              <a:cxnLst/>
              <a:rect l="0" t="0" r="r" b="b"/>
              <a:pathLst>
                <a:path w="5516" h="10000">
                  <a:moveTo>
                    <a:pt x="2907" y="979"/>
                  </a:moveTo>
                  <a:lnTo>
                    <a:pt x="2833" y="1651"/>
                  </a:lnTo>
                  <a:lnTo>
                    <a:pt x="2753" y="2368"/>
                  </a:lnTo>
                  <a:lnTo>
                    <a:pt x="2673" y="3072"/>
                  </a:lnTo>
                  <a:lnTo>
                    <a:pt x="2599" y="3704"/>
                  </a:lnTo>
                  <a:lnTo>
                    <a:pt x="2525" y="4306"/>
                  </a:lnTo>
                  <a:lnTo>
                    <a:pt x="2445" y="4936"/>
                  </a:lnTo>
                  <a:lnTo>
                    <a:pt x="2365" y="5553"/>
                  </a:lnTo>
                  <a:lnTo>
                    <a:pt x="2291" y="6119"/>
                  </a:lnTo>
                  <a:lnTo>
                    <a:pt x="2228" y="6595"/>
                  </a:lnTo>
                  <a:lnTo>
                    <a:pt x="2228" y="6596"/>
                  </a:lnTo>
                  <a:lnTo>
                    <a:pt x="2182" y="6943"/>
                  </a:lnTo>
                  <a:lnTo>
                    <a:pt x="2309" y="6960"/>
                  </a:lnTo>
                  <a:lnTo>
                    <a:pt x="1401" y="8070"/>
                  </a:lnTo>
                  <a:lnTo>
                    <a:pt x="89" y="9452"/>
                  </a:lnTo>
                  <a:lnTo>
                    <a:pt x="68" y="9476"/>
                  </a:lnTo>
                  <a:lnTo>
                    <a:pt x="50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3"/>
                  </a:lnTo>
                  <a:lnTo>
                    <a:pt x="2" y="9715"/>
                  </a:lnTo>
                  <a:lnTo>
                    <a:pt x="7" y="9747"/>
                  </a:lnTo>
                  <a:lnTo>
                    <a:pt x="16" y="9777"/>
                  </a:lnTo>
                  <a:lnTo>
                    <a:pt x="27" y="9807"/>
                  </a:lnTo>
                  <a:lnTo>
                    <a:pt x="42" y="9835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8" y="9988"/>
                  </a:lnTo>
                  <a:lnTo>
                    <a:pt x="269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4" y="9997"/>
                  </a:lnTo>
                  <a:lnTo>
                    <a:pt x="395" y="9992"/>
                  </a:lnTo>
                  <a:lnTo>
                    <a:pt x="426" y="9983"/>
                  </a:lnTo>
                  <a:lnTo>
                    <a:pt x="456" y="9972"/>
                  </a:lnTo>
                  <a:lnTo>
                    <a:pt x="484" y="9957"/>
                  </a:lnTo>
                  <a:lnTo>
                    <a:pt x="511" y="9940"/>
                  </a:lnTo>
                  <a:lnTo>
                    <a:pt x="536" y="9921"/>
                  </a:lnTo>
                  <a:lnTo>
                    <a:pt x="559" y="9899"/>
                  </a:lnTo>
                  <a:lnTo>
                    <a:pt x="1880" y="8508"/>
                  </a:lnTo>
                  <a:lnTo>
                    <a:pt x="1896" y="8490"/>
                  </a:lnTo>
                  <a:lnTo>
                    <a:pt x="2703" y="7503"/>
                  </a:lnTo>
                  <a:lnTo>
                    <a:pt x="3632" y="8505"/>
                  </a:lnTo>
                  <a:lnTo>
                    <a:pt x="3635" y="8508"/>
                  </a:lnTo>
                  <a:lnTo>
                    <a:pt x="4956" y="9899"/>
                  </a:lnTo>
                  <a:lnTo>
                    <a:pt x="4979" y="9921"/>
                  </a:lnTo>
                  <a:lnTo>
                    <a:pt x="5004" y="9940"/>
                  </a:lnTo>
                  <a:lnTo>
                    <a:pt x="5031" y="9957"/>
                  </a:lnTo>
                  <a:lnTo>
                    <a:pt x="5059" y="9972"/>
                  </a:lnTo>
                  <a:lnTo>
                    <a:pt x="5089" y="9983"/>
                  </a:lnTo>
                  <a:lnTo>
                    <a:pt x="5120" y="9992"/>
                  </a:lnTo>
                  <a:lnTo>
                    <a:pt x="5151" y="9997"/>
                  </a:lnTo>
                  <a:lnTo>
                    <a:pt x="5183" y="10000"/>
                  </a:lnTo>
                  <a:lnTo>
                    <a:pt x="5215" y="9999"/>
                  </a:lnTo>
                  <a:lnTo>
                    <a:pt x="5246" y="9995"/>
                  </a:lnTo>
                  <a:lnTo>
                    <a:pt x="5277" y="9988"/>
                  </a:lnTo>
                  <a:lnTo>
                    <a:pt x="5308" y="9978"/>
                  </a:lnTo>
                  <a:lnTo>
                    <a:pt x="5337" y="9965"/>
                  </a:lnTo>
                  <a:lnTo>
                    <a:pt x="5364" y="9949"/>
                  </a:lnTo>
                  <a:lnTo>
                    <a:pt x="5390" y="9931"/>
                  </a:lnTo>
                  <a:lnTo>
                    <a:pt x="5415" y="9910"/>
                  </a:lnTo>
                  <a:lnTo>
                    <a:pt x="5437" y="9887"/>
                  </a:lnTo>
                  <a:lnTo>
                    <a:pt x="5456" y="9862"/>
                  </a:lnTo>
                  <a:lnTo>
                    <a:pt x="5473" y="9835"/>
                  </a:lnTo>
                  <a:lnTo>
                    <a:pt x="5488" y="9807"/>
                  </a:lnTo>
                  <a:lnTo>
                    <a:pt x="5499" y="9777"/>
                  </a:lnTo>
                  <a:lnTo>
                    <a:pt x="5508" y="9747"/>
                  </a:lnTo>
                  <a:lnTo>
                    <a:pt x="5513" y="9715"/>
                  </a:lnTo>
                  <a:lnTo>
                    <a:pt x="5516" y="9683"/>
                  </a:lnTo>
                  <a:lnTo>
                    <a:pt x="5515" y="9652"/>
                  </a:lnTo>
                  <a:lnTo>
                    <a:pt x="5511" y="9620"/>
                  </a:lnTo>
                  <a:lnTo>
                    <a:pt x="5504" y="9589"/>
                  </a:lnTo>
                  <a:lnTo>
                    <a:pt x="5494" y="9559"/>
                  </a:lnTo>
                  <a:lnTo>
                    <a:pt x="5481" y="9530"/>
                  </a:lnTo>
                  <a:lnTo>
                    <a:pt x="5465" y="9502"/>
                  </a:lnTo>
                  <a:lnTo>
                    <a:pt x="5447" y="9476"/>
                  </a:lnTo>
                  <a:lnTo>
                    <a:pt x="5426" y="9452"/>
                  </a:lnTo>
                  <a:lnTo>
                    <a:pt x="4107" y="8062"/>
                  </a:lnTo>
                  <a:lnTo>
                    <a:pt x="3191" y="7075"/>
                  </a:lnTo>
                  <a:lnTo>
                    <a:pt x="3194" y="7076"/>
                  </a:lnTo>
                  <a:lnTo>
                    <a:pt x="3239" y="6728"/>
                  </a:lnTo>
                  <a:lnTo>
                    <a:pt x="3302" y="6252"/>
                  </a:lnTo>
                  <a:lnTo>
                    <a:pt x="3376" y="5685"/>
                  </a:lnTo>
                  <a:lnTo>
                    <a:pt x="3376" y="5684"/>
                  </a:lnTo>
                  <a:lnTo>
                    <a:pt x="3456" y="5066"/>
                  </a:lnTo>
                  <a:lnTo>
                    <a:pt x="3456" y="5065"/>
                  </a:lnTo>
                  <a:lnTo>
                    <a:pt x="3537" y="4434"/>
                  </a:lnTo>
                  <a:lnTo>
                    <a:pt x="3537" y="4432"/>
                  </a:lnTo>
                  <a:lnTo>
                    <a:pt x="3611" y="3827"/>
                  </a:lnTo>
                  <a:lnTo>
                    <a:pt x="3612" y="3824"/>
                  </a:lnTo>
                  <a:lnTo>
                    <a:pt x="3686" y="3190"/>
                  </a:lnTo>
                  <a:lnTo>
                    <a:pt x="3686" y="3188"/>
                  </a:lnTo>
                  <a:lnTo>
                    <a:pt x="3766" y="2483"/>
                  </a:lnTo>
                  <a:lnTo>
                    <a:pt x="3766" y="2482"/>
                  </a:lnTo>
                  <a:lnTo>
                    <a:pt x="3847" y="1764"/>
                  </a:lnTo>
                  <a:lnTo>
                    <a:pt x="3847" y="1763"/>
                  </a:lnTo>
                  <a:lnTo>
                    <a:pt x="3921" y="1090"/>
                  </a:lnTo>
                  <a:lnTo>
                    <a:pt x="3984" y="521"/>
                  </a:lnTo>
                  <a:lnTo>
                    <a:pt x="4029" y="112"/>
                  </a:lnTo>
                  <a:lnTo>
                    <a:pt x="3016" y="0"/>
                  </a:lnTo>
                  <a:lnTo>
                    <a:pt x="2970" y="408"/>
                  </a:lnTo>
                  <a:lnTo>
                    <a:pt x="2907" y="979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464064" y="1112825"/>
              <a:ext cx="197510" cy="620078"/>
            </a:xfrm>
            <a:custGeom>
              <a:avLst/>
              <a:gdLst/>
              <a:ahLst/>
              <a:cxnLst/>
              <a:rect l="0" t="0" r="r" b="b"/>
              <a:pathLst>
                <a:path w="675" h="2187" fill="none">
                  <a:moveTo>
                    <a:pt x="315" y="0"/>
                  </a:moveTo>
                  <a:lnTo>
                    <a:pt x="675" y="0"/>
                  </a:lnTo>
                </a:path>
                <a:path w="675" h="2187" fill="none">
                  <a:moveTo>
                    <a:pt x="270" y="312"/>
                  </a:moveTo>
                  <a:lnTo>
                    <a:pt x="630" y="312"/>
                  </a:lnTo>
                </a:path>
                <a:path w="675" h="2187" fill="none">
                  <a:moveTo>
                    <a:pt x="225" y="625"/>
                  </a:moveTo>
                  <a:lnTo>
                    <a:pt x="585" y="625"/>
                  </a:lnTo>
                </a:path>
                <a:path w="675" h="2187" fill="none">
                  <a:moveTo>
                    <a:pt x="180" y="937"/>
                  </a:moveTo>
                  <a:lnTo>
                    <a:pt x="540" y="937"/>
                  </a:lnTo>
                </a:path>
                <a:path w="675" h="2187" fill="none">
                  <a:moveTo>
                    <a:pt x="135" y="1250"/>
                  </a:moveTo>
                  <a:lnTo>
                    <a:pt x="495" y="1250"/>
                  </a:lnTo>
                </a:path>
                <a:path w="675" h="2187" fill="none">
                  <a:moveTo>
                    <a:pt x="90" y="1562"/>
                  </a:moveTo>
                  <a:lnTo>
                    <a:pt x="450" y="1562"/>
                  </a:lnTo>
                </a:path>
                <a:path w="675" h="2187" fill="none">
                  <a:moveTo>
                    <a:pt x="45" y="1875"/>
                  </a:moveTo>
                  <a:lnTo>
                    <a:pt x="405" y="1875"/>
                  </a:lnTo>
                </a:path>
                <a:path w="675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65" name="PulmonDerecho_2"/>
          <p:cNvGrpSpPr/>
          <p:nvPr/>
        </p:nvGrpSpPr>
        <p:grpSpPr>
          <a:xfrm>
            <a:off x="6540887" y="1309871"/>
            <a:ext cx="743506" cy="1974452"/>
            <a:chOff x="6540887" y="1309871"/>
            <a:chExt cx="743506" cy="1974452"/>
          </a:xfrm>
        </p:grpSpPr>
        <p:sp>
          <p:nvSpPr>
            <p:cNvPr id="66" name="Forma 65"/>
            <p:cNvSpPr/>
            <p:nvPr/>
          </p:nvSpPr>
          <p:spPr>
            <a:xfrm>
              <a:off x="6540887" y="1309871"/>
              <a:ext cx="743506" cy="1974452"/>
            </a:xfrm>
            <a:custGeom>
              <a:avLst/>
              <a:gdLst/>
              <a:ahLst/>
              <a:cxnLst/>
              <a:rect l="0" t="0" r="r" b="b"/>
              <a:pathLst>
                <a:path w="3647" h="10000">
                  <a:moveTo>
                    <a:pt x="384" y="9929"/>
                  </a:moveTo>
                  <a:lnTo>
                    <a:pt x="388" y="9917"/>
                  </a:lnTo>
                  <a:lnTo>
                    <a:pt x="455" y="9747"/>
                  </a:lnTo>
                  <a:lnTo>
                    <a:pt x="458" y="9742"/>
                  </a:lnTo>
                  <a:lnTo>
                    <a:pt x="540" y="9553"/>
                  </a:lnTo>
                  <a:lnTo>
                    <a:pt x="633" y="9332"/>
                  </a:lnTo>
                  <a:lnTo>
                    <a:pt x="634" y="9330"/>
                  </a:lnTo>
                  <a:lnTo>
                    <a:pt x="740" y="9092"/>
                  </a:lnTo>
                  <a:lnTo>
                    <a:pt x="742" y="9086"/>
                  </a:lnTo>
                  <a:lnTo>
                    <a:pt x="858" y="8849"/>
                  </a:lnTo>
                  <a:lnTo>
                    <a:pt x="863" y="8840"/>
                  </a:lnTo>
                  <a:lnTo>
                    <a:pt x="989" y="8620"/>
                  </a:lnTo>
                  <a:lnTo>
                    <a:pt x="999" y="8605"/>
                  </a:lnTo>
                  <a:lnTo>
                    <a:pt x="1135" y="8419"/>
                  </a:lnTo>
                  <a:lnTo>
                    <a:pt x="1150" y="8402"/>
                  </a:lnTo>
                  <a:lnTo>
                    <a:pt x="1301" y="8249"/>
                  </a:lnTo>
                  <a:lnTo>
                    <a:pt x="1315" y="8237"/>
                  </a:lnTo>
                  <a:lnTo>
                    <a:pt x="1482" y="8103"/>
                  </a:lnTo>
                  <a:lnTo>
                    <a:pt x="1494" y="8094"/>
                  </a:lnTo>
                  <a:lnTo>
                    <a:pt x="1671" y="7977"/>
                  </a:lnTo>
                  <a:lnTo>
                    <a:pt x="1682" y="7971"/>
                  </a:lnTo>
                  <a:lnTo>
                    <a:pt x="1864" y="7870"/>
                  </a:lnTo>
                  <a:lnTo>
                    <a:pt x="1873" y="7866"/>
                  </a:lnTo>
                  <a:lnTo>
                    <a:pt x="2054" y="7781"/>
                  </a:lnTo>
                  <a:lnTo>
                    <a:pt x="2062" y="7777"/>
                  </a:lnTo>
                  <a:lnTo>
                    <a:pt x="2236" y="7706"/>
                  </a:lnTo>
                  <a:lnTo>
                    <a:pt x="2242" y="7704"/>
                  </a:lnTo>
                  <a:lnTo>
                    <a:pt x="2413" y="7642"/>
                  </a:lnTo>
                  <a:lnTo>
                    <a:pt x="2421" y="7640"/>
                  </a:lnTo>
                  <a:lnTo>
                    <a:pt x="2592" y="7587"/>
                  </a:lnTo>
                  <a:lnTo>
                    <a:pt x="2605" y="7584"/>
                  </a:lnTo>
                  <a:lnTo>
                    <a:pt x="2776" y="7547"/>
                  </a:lnTo>
                  <a:lnTo>
                    <a:pt x="2794" y="7544"/>
                  </a:lnTo>
                  <a:lnTo>
                    <a:pt x="2962" y="7528"/>
                  </a:lnTo>
                  <a:lnTo>
                    <a:pt x="2975" y="7527"/>
                  </a:lnTo>
                  <a:lnTo>
                    <a:pt x="2987" y="7528"/>
                  </a:lnTo>
                  <a:lnTo>
                    <a:pt x="3152" y="7538"/>
                  </a:lnTo>
                  <a:lnTo>
                    <a:pt x="3167" y="7540"/>
                  </a:lnTo>
                  <a:lnTo>
                    <a:pt x="3182" y="7543"/>
                  </a:lnTo>
                  <a:lnTo>
                    <a:pt x="3341" y="7585"/>
                  </a:lnTo>
                  <a:lnTo>
                    <a:pt x="3356" y="7590"/>
                  </a:lnTo>
                  <a:lnTo>
                    <a:pt x="3370" y="7596"/>
                  </a:lnTo>
                  <a:lnTo>
                    <a:pt x="3536" y="7677"/>
                  </a:lnTo>
                  <a:lnTo>
                    <a:pt x="3554" y="7687"/>
                  </a:lnTo>
                  <a:lnTo>
                    <a:pt x="3647" y="7748"/>
                  </a:lnTo>
                  <a:lnTo>
                    <a:pt x="3645" y="7519"/>
                  </a:lnTo>
                  <a:lnTo>
                    <a:pt x="3643" y="7256"/>
                  </a:lnTo>
                  <a:lnTo>
                    <a:pt x="3641" y="6994"/>
                  </a:lnTo>
                  <a:lnTo>
                    <a:pt x="3639" y="6731"/>
                  </a:lnTo>
                  <a:lnTo>
                    <a:pt x="3637" y="6468"/>
                  </a:lnTo>
                  <a:lnTo>
                    <a:pt x="3637" y="6468"/>
                  </a:lnTo>
                  <a:lnTo>
                    <a:pt x="3635" y="6205"/>
                  </a:lnTo>
                  <a:lnTo>
                    <a:pt x="3635" y="6204"/>
                  </a:lnTo>
                  <a:lnTo>
                    <a:pt x="3635" y="5941"/>
                  </a:lnTo>
                  <a:lnTo>
                    <a:pt x="3634" y="5678"/>
                  </a:lnTo>
                  <a:lnTo>
                    <a:pt x="3633" y="5415"/>
                  </a:lnTo>
                  <a:lnTo>
                    <a:pt x="3630" y="5153"/>
                  </a:lnTo>
                  <a:lnTo>
                    <a:pt x="3624" y="4891"/>
                  </a:lnTo>
                  <a:lnTo>
                    <a:pt x="3617" y="4629"/>
                  </a:lnTo>
                  <a:lnTo>
                    <a:pt x="3610" y="4365"/>
                  </a:lnTo>
                  <a:lnTo>
                    <a:pt x="3601" y="4103"/>
                  </a:lnTo>
                  <a:lnTo>
                    <a:pt x="3589" y="3841"/>
                  </a:lnTo>
                  <a:lnTo>
                    <a:pt x="3574" y="3580"/>
                  </a:lnTo>
                  <a:lnTo>
                    <a:pt x="3555" y="3321"/>
                  </a:lnTo>
                  <a:lnTo>
                    <a:pt x="3532" y="3058"/>
                  </a:lnTo>
                  <a:lnTo>
                    <a:pt x="3506" y="2791"/>
                  </a:lnTo>
                  <a:lnTo>
                    <a:pt x="3477" y="2525"/>
                  </a:lnTo>
                  <a:lnTo>
                    <a:pt x="3445" y="2265"/>
                  </a:lnTo>
                  <a:lnTo>
                    <a:pt x="3409" y="2017"/>
                  </a:lnTo>
                  <a:lnTo>
                    <a:pt x="3371" y="1786"/>
                  </a:lnTo>
                  <a:lnTo>
                    <a:pt x="3329" y="1569"/>
                  </a:lnTo>
                  <a:lnTo>
                    <a:pt x="3282" y="1362"/>
                  </a:lnTo>
                  <a:lnTo>
                    <a:pt x="3232" y="1165"/>
                  </a:lnTo>
                  <a:lnTo>
                    <a:pt x="3181" y="981"/>
                  </a:lnTo>
                  <a:lnTo>
                    <a:pt x="3129" y="813"/>
                  </a:lnTo>
                  <a:lnTo>
                    <a:pt x="3079" y="663"/>
                  </a:lnTo>
                  <a:lnTo>
                    <a:pt x="3029" y="535"/>
                  </a:lnTo>
                  <a:lnTo>
                    <a:pt x="2977" y="423"/>
                  </a:lnTo>
                  <a:lnTo>
                    <a:pt x="2924" y="325"/>
                  </a:lnTo>
                  <a:lnTo>
                    <a:pt x="2872" y="238"/>
                  </a:lnTo>
                  <a:lnTo>
                    <a:pt x="2823" y="160"/>
                  </a:lnTo>
                  <a:lnTo>
                    <a:pt x="2823" y="160"/>
                  </a:lnTo>
                  <a:lnTo>
                    <a:pt x="2779" y="91"/>
                  </a:lnTo>
                  <a:lnTo>
                    <a:pt x="2770" y="74"/>
                  </a:lnTo>
                  <a:lnTo>
                    <a:pt x="2742" y="14"/>
                  </a:lnTo>
                  <a:lnTo>
                    <a:pt x="2737" y="1"/>
                  </a:lnTo>
                  <a:lnTo>
                    <a:pt x="2736" y="0"/>
                  </a:lnTo>
                  <a:lnTo>
                    <a:pt x="2696" y="8"/>
                  </a:lnTo>
                  <a:lnTo>
                    <a:pt x="2579" y="41"/>
                  </a:lnTo>
                  <a:lnTo>
                    <a:pt x="2444" y="88"/>
                  </a:lnTo>
                  <a:lnTo>
                    <a:pt x="2300" y="146"/>
                  </a:lnTo>
                  <a:lnTo>
                    <a:pt x="2161" y="212"/>
                  </a:lnTo>
                  <a:lnTo>
                    <a:pt x="2036" y="284"/>
                  </a:lnTo>
                  <a:lnTo>
                    <a:pt x="1919" y="364"/>
                  </a:lnTo>
                  <a:lnTo>
                    <a:pt x="1801" y="456"/>
                  </a:lnTo>
                  <a:lnTo>
                    <a:pt x="1685" y="557"/>
                  </a:lnTo>
                  <a:lnTo>
                    <a:pt x="1572" y="667"/>
                  </a:lnTo>
                  <a:lnTo>
                    <a:pt x="1462" y="785"/>
                  </a:lnTo>
                  <a:lnTo>
                    <a:pt x="1357" y="909"/>
                  </a:lnTo>
                  <a:lnTo>
                    <a:pt x="1256" y="1042"/>
                  </a:lnTo>
                  <a:lnTo>
                    <a:pt x="1158" y="1183"/>
                  </a:lnTo>
                  <a:lnTo>
                    <a:pt x="1064" y="1333"/>
                  </a:lnTo>
                  <a:lnTo>
                    <a:pt x="973" y="1490"/>
                  </a:lnTo>
                  <a:lnTo>
                    <a:pt x="886" y="1654"/>
                  </a:lnTo>
                  <a:lnTo>
                    <a:pt x="803" y="1825"/>
                  </a:lnTo>
                  <a:lnTo>
                    <a:pt x="723" y="2003"/>
                  </a:lnTo>
                  <a:lnTo>
                    <a:pt x="646" y="2189"/>
                  </a:lnTo>
                  <a:lnTo>
                    <a:pt x="573" y="2382"/>
                  </a:lnTo>
                  <a:lnTo>
                    <a:pt x="505" y="2580"/>
                  </a:lnTo>
                  <a:lnTo>
                    <a:pt x="441" y="2784"/>
                  </a:lnTo>
                  <a:lnTo>
                    <a:pt x="382" y="2991"/>
                  </a:lnTo>
                  <a:lnTo>
                    <a:pt x="328" y="3203"/>
                  </a:lnTo>
                  <a:lnTo>
                    <a:pt x="279" y="3421"/>
                  </a:lnTo>
                  <a:lnTo>
                    <a:pt x="235" y="3645"/>
                  </a:lnTo>
                  <a:lnTo>
                    <a:pt x="196" y="3873"/>
                  </a:lnTo>
                  <a:lnTo>
                    <a:pt x="160" y="4103"/>
                  </a:lnTo>
                  <a:lnTo>
                    <a:pt x="127" y="4334"/>
                  </a:lnTo>
                  <a:lnTo>
                    <a:pt x="99" y="4566"/>
                  </a:lnTo>
                  <a:lnTo>
                    <a:pt x="75" y="4801"/>
                  </a:lnTo>
                  <a:lnTo>
                    <a:pt x="55" y="5039"/>
                  </a:lnTo>
                  <a:lnTo>
                    <a:pt x="38" y="5278"/>
                  </a:lnTo>
                  <a:lnTo>
                    <a:pt x="24" y="5517"/>
                  </a:lnTo>
                  <a:lnTo>
                    <a:pt x="14" y="5755"/>
                  </a:lnTo>
                  <a:lnTo>
                    <a:pt x="6" y="5993"/>
                  </a:lnTo>
                  <a:lnTo>
                    <a:pt x="1" y="6232"/>
                  </a:lnTo>
                  <a:lnTo>
                    <a:pt x="0" y="6471"/>
                  </a:lnTo>
                  <a:lnTo>
                    <a:pt x="1" y="6709"/>
                  </a:lnTo>
                  <a:lnTo>
                    <a:pt x="6" y="6945"/>
                  </a:lnTo>
                  <a:lnTo>
                    <a:pt x="14" y="7178"/>
                  </a:lnTo>
                  <a:lnTo>
                    <a:pt x="25" y="7410"/>
                  </a:lnTo>
                  <a:lnTo>
                    <a:pt x="41" y="7643"/>
                  </a:lnTo>
                  <a:lnTo>
                    <a:pt x="60" y="7874"/>
                  </a:lnTo>
                  <a:lnTo>
                    <a:pt x="81" y="8100"/>
                  </a:lnTo>
                  <a:lnTo>
                    <a:pt x="104" y="8320"/>
                  </a:lnTo>
                  <a:lnTo>
                    <a:pt x="128" y="8530"/>
                  </a:lnTo>
                  <a:lnTo>
                    <a:pt x="152" y="8730"/>
                  </a:lnTo>
                  <a:lnTo>
                    <a:pt x="179" y="8923"/>
                  </a:lnTo>
                  <a:lnTo>
                    <a:pt x="207" y="9108"/>
                  </a:lnTo>
                  <a:lnTo>
                    <a:pt x="237" y="9287"/>
                  </a:lnTo>
                  <a:lnTo>
                    <a:pt x="267" y="9459"/>
                  </a:lnTo>
                  <a:lnTo>
                    <a:pt x="298" y="9625"/>
                  </a:lnTo>
                  <a:lnTo>
                    <a:pt x="298" y="9627"/>
                  </a:lnTo>
                  <a:lnTo>
                    <a:pt x="330" y="9802"/>
                  </a:lnTo>
                  <a:lnTo>
                    <a:pt x="330" y="9804"/>
                  </a:lnTo>
                  <a:lnTo>
                    <a:pt x="361" y="9991"/>
                  </a:lnTo>
                  <a:lnTo>
                    <a:pt x="363" y="10000"/>
                  </a:lnTo>
                  <a:lnTo>
                    <a:pt x="384" y="9929"/>
                  </a:lnTo>
                  <a:close/>
                </a:path>
              </a:pathLst>
            </a:custGeom>
            <a:gradFill rotWithShape="1">
              <a:gsLst>
                <a:gs pos="0">
                  <a:srgbClr val="C0939E"/>
                </a:gs>
                <a:gs pos="55000">
                  <a:srgbClr val="8E3B4F"/>
                </a:gs>
                <a:gs pos="100000">
                  <a:srgbClr val="6E2E3D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7" name="Forma 66"/>
            <p:cNvSpPr/>
            <p:nvPr/>
          </p:nvSpPr>
          <p:spPr>
            <a:xfrm>
              <a:off x="6600839" y="1509674"/>
              <a:ext cx="661714" cy="1445666"/>
            </a:xfrm>
            <a:custGeom>
              <a:avLst/>
              <a:gdLst/>
              <a:ahLst/>
              <a:cxnLst/>
              <a:rect l="0" t="0" r="r" b="b"/>
              <a:pathLst>
                <a:path w="2261" h="5100" fill="none">
                  <a:moveTo>
                    <a:pt x="2249" y="2323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261" h="51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261" h="5100" fill="none">
                  <a:moveTo>
                    <a:pt x="2254" y="2486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261" h="51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261" h="5100" fill="none">
                  <a:moveTo>
                    <a:pt x="2261" y="2742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860" y="4845"/>
                  </a:lnTo>
                </a:path>
                <a:path w="2261" h="5100" fill="none">
                  <a:moveTo>
                    <a:pt x="1835" y="3300"/>
                  </a:moveTo>
                  <a:lnTo>
                    <a:pt x="2135" y="4300"/>
                  </a:lnTo>
                  <a:lnTo>
                    <a:pt x="2067" y="4501"/>
                  </a:lnTo>
                </a:path>
                <a:path w="2261" h="51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261" h="51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261" h="5100" fill="none">
                  <a:moveTo>
                    <a:pt x="1535" y="1200"/>
                  </a:moveTo>
                  <a:lnTo>
                    <a:pt x="935" y="600"/>
                  </a:lnTo>
                </a:path>
                <a:path w="2261" h="51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261" h="5100" fill="none">
                  <a:moveTo>
                    <a:pt x="2183" y="1295"/>
                  </a:moveTo>
                  <a:lnTo>
                    <a:pt x="2035" y="900"/>
                  </a:lnTo>
                  <a:lnTo>
                    <a:pt x="1835" y="0"/>
                  </a:lnTo>
                </a:path>
                <a:path w="2261" h="51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5C2633"/>
              </a:solidFill>
              <a:round/>
            </a:ln>
          </p:spPr>
        </p:sp>
        <p:sp>
          <p:nvSpPr>
            <p:cNvPr id="68" name="Forma 67"/>
            <p:cNvSpPr/>
            <p:nvPr/>
          </p:nvSpPr>
          <p:spPr>
            <a:xfrm>
              <a:off x="6562881" y="2214742"/>
              <a:ext cx="711664" cy="852832"/>
            </a:xfrm>
            <a:custGeom>
              <a:avLst/>
              <a:gdLst/>
              <a:ahLst/>
              <a:cxnLst/>
              <a:rect l="0" t="0" r="r" b="b"/>
              <a:pathLst>
                <a:path w="2432" h="3008" fill="none">
                  <a:moveTo>
                    <a:pt x="0" y="127"/>
                  </a:moveTo>
                  <a:lnTo>
                    <a:pt x="189" y="146"/>
                  </a:lnTo>
                  <a:lnTo>
                    <a:pt x="423" y="168"/>
                  </a:lnTo>
                  <a:lnTo>
                    <a:pt x="658" y="185"/>
                  </a:lnTo>
                  <a:lnTo>
                    <a:pt x="864" y="192"/>
                  </a:lnTo>
                  <a:lnTo>
                    <a:pt x="1035" y="188"/>
                  </a:lnTo>
                  <a:lnTo>
                    <a:pt x="1191" y="175"/>
                  </a:lnTo>
                  <a:lnTo>
                    <a:pt x="1340" y="157"/>
                  </a:lnTo>
                  <a:lnTo>
                    <a:pt x="1495" y="135"/>
                  </a:lnTo>
                  <a:lnTo>
                    <a:pt x="1664" y="112"/>
                  </a:lnTo>
                  <a:lnTo>
                    <a:pt x="1868" y="84"/>
                  </a:lnTo>
                  <a:lnTo>
                    <a:pt x="2098" y="50"/>
                  </a:lnTo>
                  <a:lnTo>
                    <a:pt x="2327" y="15"/>
                  </a:lnTo>
                  <a:lnTo>
                    <a:pt x="2424" y="0"/>
                  </a:lnTo>
                </a:path>
                <a:path w="2432" h="3008" fill="none">
                  <a:moveTo>
                    <a:pt x="68" y="3008"/>
                  </a:moveTo>
                  <a:lnTo>
                    <a:pt x="187" y="2863"/>
                  </a:lnTo>
                  <a:lnTo>
                    <a:pt x="360" y="2651"/>
                  </a:lnTo>
                  <a:lnTo>
                    <a:pt x="561" y="2405"/>
                  </a:lnTo>
                  <a:lnTo>
                    <a:pt x="770" y="2150"/>
                  </a:lnTo>
                  <a:lnTo>
                    <a:pt x="964" y="1912"/>
                  </a:lnTo>
                  <a:lnTo>
                    <a:pt x="1146" y="1686"/>
                  </a:lnTo>
                  <a:lnTo>
                    <a:pt x="1329" y="1453"/>
                  </a:lnTo>
                  <a:lnTo>
                    <a:pt x="1512" y="1223"/>
                  </a:lnTo>
                  <a:lnTo>
                    <a:pt x="1691" y="1007"/>
                  </a:lnTo>
                  <a:lnTo>
                    <a:pt x="1864" y="812"/>
                  </a:lnTo>
                  <a:lnTo>
                    <a:pt x="2044" y="635"/>
                  </a:lnTo>
                  <a:lnTo>
                    <a:pt x="2230" y="470"/>
                  </a:lnTo>
                  <a:lnTo>
                    <a:pt x="2407" y="323"/>
                  </a:lnTo>
                  <a:lnTo>
                    <a:pt x="2432" y="302"/>
                  </a:lnTo>
                </a:path>
              </a:pathLst>
            </a:custGeom>
            <a:noFill/>
            <a:ln w="19050" cap="rnd">
              <a:solidFill>
                <a:srgbClr val="471D27"/>
              </a:solidFill>
              <a:prstDash val="dash"/>
              <a:round/>
            </a:ln>
          </p:spPr>
        </p:sp>
      </p:grpSp>
      <p:sp>
        <p:nvSpPr>
          <p:cNvPr id="69" name="PleuraVisceralD_2"/>
          <p:cNvSpPr/>
          <p:nvPr/>
        </p:nvSpPr>
        <p:spPr>
          <a:xfrm>
            <a:off x="6540887" y="1309871"/>
            <a:ext cx="743506" cy="1974452"/>
          </a:xfrm>
          <a:custGeom>
            <a:avLst/>
            <a:gdLst/>
            <a:ahLst/>
            <a:cxnLst/>
            <a:rect l="0" t="0" r="r" b="b"/>
            <a:pathLst>
              <a:path w="2540" h="6965" fill="none">
                <a:moveTo>
                  <a:pt x="268" y="6916"/>
                </a:moveTo>
                <a:lnTo>
                  <a:pt x="270" y="6908"/>
                </a:lnTo>
                <a:lnTo>
                  <a:pt x="317" y="6789"/>
                </a:lnTo>
                <a:lnTo>
                  <a:pt x="319" y="6785"/>
                </a:lnTo>
                <a:lnTo>
                  <a:pt x="376" y="6654"/>
                </a:lnTo>
                <a:lnTo>
                  <a:pt x="441" y="6500"/>
                </a:lnTo>
                <a:lnTo>
                  <a:pt x="442" y="6499"/>
                </a:lnTo>
                <a:lnTo>
                  <a:pt x="515" y="6333"/>
                </a:lnTo>
                <a:lnTo>
                  <a:pt x="517" y="6329"/>
                </a:lnTo>
                <a:lnTo>
                  <a:pt x="598" y="6163"/>
                </a:lnTo>
                <a:lnTo>
                  <a:pt x="601" y="6157"/>
                </a:lnTo>
                <a:lnTo>
                  <a:pt x="689" y="6004"/>
                </a:lnTo>
                <a:lnTo>
                  <a:pt x="696" y="5993"/>
                </a:lnTo>
                <a:lnTo>
                  <a:pt x="791" y="5864"/>
                </a:lnTo>
                <a:lnTo>
                  <a:pt x="801" y="5852"/>
                </a:lnTo>
                <a:lnTo>
                  <a:pt x="906" y="5746"/>
                </a:lnTo>
                <a:lnTo>
                  <a:pt x="916" y="5737"/>
                </a:lnTo>
                <a:lnTo>
                  <a:pt x="1032" y="5644"/>
                </a:lnTo>
                <a:lnTo>
                  <a:pt x="1041" y="5637"/>
                </a:lnTo>
                <a:lnTo>
                  <a:pt x="1164" y="5556"/>
                </a:lnTo>
                <a:lnTo>
                  <a:pt x="1171" y="5552"/>
                </a:lnTo>
                <a:lnTo>
                  <a:pt x="1298" y="5482"/>
                </a:lnTo>
                <a:lnTo>
                  <a:pt x="1305" y="5479"/>
                </a:lnTo>
                <a:lnTo>
                  <a:pt x="1431" y="5419"/>
                </a:lnTo>
                <a:lnTo>
                  <a:pt x="1436" y="5417"/>
                </a:lnTo>
                <a:lnTo>
                  <a:pt x="1558" y="5367"/>
                </a:lnTo>
                <a:lnTo>
                  <a:pt x="1562" y="5366"/>
                </a:lnTo>
                <a:lnTo>
                  <a:pt x="1681" y="5323"/>
                </a:lnTo>
                <a:lnTo>
                  <a:pt x="1687" y="5321"/>
                </a:lnTo>
                <a:lnTo>
                  <a:pt x="1806" y="5285"/>
                </a:lnTo>
                <a:lnTo>
                  <a:pt x="1815" y="5283"/>
                </a:lnTo>
                <a:lnTo>
                  <a:pt x="1934" y="5257"/>
                </a:lnTo>
                <a:lnTo>
                  <a:pt x="1946" y="5255"/>
                </a:lnTo>
                <a:lnTo>
                  <a:pt x="2064" y="5244"/>
                </a:lnTo>
                <a:lnTo>
                  <a:pt x="2072" y="5243"/>
                </a:lnTo>
                <a:lnTo>
                  <a:pt x="2081" y="5243"/>
                </a:lnTo>
                <a:lnTo>
                  <a:pt x="2196" y="5250"/>
                </a:lnTo>
                <a:lnTo>
                  <a:pt x="2206" y="5252"/>
                </a:lnTo>
                <a:lnTo>
                  <a:pt x="2217" y="5254"/>
                </a:lnTo>
                <a:lnTo>
                  <a:pt x="2328" y="5283"/>
                </a:lnTo>
                <a:lnTo>
                  <a:pt x="2338" y="5286"/>
                </a:lnTo>
                <a:lnTo>
                  <a:pt x="2348" y="5291"/>
                </a:lnTo>
                <a:lnTo>
                  <a:pt x="2463" y="5347"/>
                </a:lnTo>
                <a:lnTo>
                  <a:pt x="2476" y="5354"/>
                </a:lnTo>
                <a:lnTo>
                  <a:pt x="2540" y="5397"/>
                </a:lnTo>
                <a:lnTo>
                  <a:pt x="2539" y="5237"/>
                </a:lnTo>
                <a:lnTo>
                  <a:pt x="2538" y="5054"/>
                </a:lnTo>
                <a:lnTo>
                  <a:pt x="2536" y="4871"/>
                </a:lnTo>
                <a:lnTo>
                  <a:pt x="2535" y="4688"/>
                </a:lnTo>
                <a:lnTo>
                  <a:pt x="2534" y="4505"/>
                </a:lnTo>
                <a:lnTo>
                  <a:pt x="2533" y="4505"/>
                </a:lnTo>
                <a:lnTo>
                  <a:pt x="2533" y="4322"/>
                </a:lnTo>
                <a:lnTo>
                  <a:pt x="2533" y="4321"/>
                </a:lnTo>
                <a:lnTo>
                  <a:pt x="2532" y="4138"/>
                </a:lnTo>
                <a:lnTo>
                  <a:pt x="2532" y="3955"/>
                </a:lnTo>
                <a:lnTo>
                  <a:pt x="2531" y="3772"/>
                </a:lnTo>
                <a:lnTo>
                  <a:pt x="2529" y="3589"/>
                </a:lnTo>
                <a:lnTo>
                  <a:pt x="2525" y="3407"/>
                </a:lnTo>
                <a:lnTo>
                  <a:pt x="2520" y="3224"/>
                </a:lnTo>
                <a:lnTo>
                  <a:pt x="2515" y="3040"/>
                </a:lnTo>
                <a:lnTo>
                  <a:pt x="2508" y="2857"/>
                </a:lnTo>
                <a:lnTo>
                  <a:pt x="2500" y="2675"/>
                </a:lnTo>
                <a:lnTo>
                  <a:pt x="2490" y="2494"/>
                </a:lnTo>
                <a:lnTo>
                  <a:pt x="2477" y="2313"/>
                </a:lnTo>
                <a:lnTo>
                  <a:pt x="2461" y="2130"/>
                </a:lnTo>
                <a:lnTo>
                  <a:pt x="2443" y="1944"/>
                </a:lnTo>
                <a:lnTo>
                  <a:pt x="2422" y="1758"/>
                </a:lnTo>
                <a:lnTo>
                  <a:pt x="2400" y="1577"/>
                </a:lnTo>
                <a:lnTo>
                  <a:pt x="2375" y="1405"/>
                </a:lnTo>
                <a:lnTo>
                  <a:pt x="2348" y="1244"/>
                </a:lnTo>
                <a:lnTo>
                  <a:pt x="2319" y="1093"/>
                </a:lnTo>
                <a:lnTo>
                  <a:pt x="2287" y="948"/>
                </a:lnTo>
                <a:lnTo>
                  <a:pt x="2252" y="811"/>
                </a:lnTo>
                <a:lnTo>
                  <a:pt x="2216" y="683"/>
                </a:lnTo>
                <a:lnTo>
                  <a:pt x="2180" y="566"/>
                </a:lnTo>
                <a:lnTo>
                  <a:pt x="2145" y="462"/>
                </a:lnTo>
                <a:lnTo>
                  <a:pt x="2110" y="372"/>
                </a:lnTo>
                <a:lnTo>
                  <a:pt x="2074" y="294"/>
                </a:lnTo>
                <a:lnTo>
                  <a:pt x="2037" y="226"/>
                </a:lnTo>
                <a:lnTo>
                  <a:pt x="2001" y="166"/>
                </a:lnTo>
                <a:lnTo>
                  <a:pt x="1967" y="111"/>
                </a:lnTo>
                <a:lnTo>
                  <a:pt x="1967" y="111"/>
                </a:lnTo>
                <a:lnTo>
                  <a:pt x="1936" y="63"/>
                </a:lnTo>
                <a:lnTo>
                  <a:pt x="1930" y="51"/>
                </a:lnTo>
                <a:lnTo>
                  <a:pt x="1911" y="10"/>
                </a:lnTo>
                <a:lnTo>
                  <a:pt x="1907" y="0"/>
                </a:lnTo>
                <a:lnTo>
                  <a:pt x="1906" y="0"/>
                </a:lnTo>
                <a:lnTo>
                  <a:pt x="1878" y="5"/>
                </a:lnTo>
                <a:lnTo>
                  <a:pt x="1797" y="29"/>
                </a:lnTo>
                <a:lnTo>
                  <a:pt x="1702" y="61"/>
                </a:lnTo>
                <a:lnTo>
                  <a:pt x="1603" y="101"/>
                </a:lnTo>
                <a:lnTo>
                  <a:pt x="1506" y="147"/>
                </a:lnTo>
                <a:lnTo>
                  <a:pt x="1418" y="198"/>
                </a:lnTo>
                <a:lnTo>
                  <a:pt x="1337" y="254"/>
                </a:lnTo>
                <a:lnTo>
                  <a:pt x="1255" y="317"/>
                </a:lnTo>
                <a:lnTo>
                  <a:pt x="1174" y="388"/>
                </a:lnTo>
                <a:lnTo>
                  <a:pt x="1095" y="464"/>
                </a:lnTo>
                <a:lnTo>
                  <a:pt x="1019" y="546"/>
                </a:lnTo>
                <a:lnTo>
                  <a:pt x="945" y="633"/>
                </a:lnTo>
                <a:lnTo>
                  <a:pt x="875" y="726"/>
                </a:lnTo>
                <a:lnTo>
                  <a:pt x="807" y="824"/>
                </a:lnTo>
                <a:lnTo>
                  <a:pt x="741" y="928"/>
                </a:lnTo>
                <a:lnTo>
                  <a:pt x="678" y="1038"/>
                </a:lnTo>
                <a:lnTo>
                  <a:pt x="617" y="1152"/>
                </a:lnTo>
                <a:lnTo>
                  <a:pt x="559" y="1271"/>
                </a:lnTo>
                <a:lnTo>
                  <a:pt x="503" y="1395"/>
                </a:lnTo>
                <a:lnTo>
                  <a:pt x="450" y="1524"/>
                </a:lnTo>
                <a:lnTo>
                  <a:pt x="399" y="1659"/>
                </a:lnTo>
                <a:lnTo>
                  <a:pt x="351" y="1797"/>
                </a:lnTo>
                <a:lnTo>
                  <a:pt x="307" y="1939"/>
                </a:lnTo>
                <a:lnTo>
                  <a:pt x="266" y="2083"/>
                </a:lnTo>
                <a:lnTo>
                  <a:pt x="228" y="2231"/>
                </a:lnTo>
                <a:lnTo>
                  <a:pt x="195" y="2383"/>
                </a:lnTo>
                <a:lnTo>
                  <a:pt x="164" y="2539"/>
                </a:lnTo>
                <a:lnTo>
                  <a:pt x="136" y="2698"/>
                </a:lnTo>
                <a:lnTo>
                  <a:pt x="111" y="2858"/>
                </a:lnTo>
                <a:lnTo>
                  <a:pt x="89" y="3019"/>
                </a:lnTo>
                <a:lnTo>
                  <a:pt x="69" y="3180"/>
                </a:lnTo>
                <a:lnTo>
                  <a:pt x="52" y="3344"/>
                </a:lnTo>
                <a:lnTo>
                  <a:pt x="38" y="3510"/>
                </a:lnTo>
                <a:lnTo>
                  <a:pt x="26" y="3676"/>
                </a:lnTo>
                <a:lnTo>
                  <a:pt x="17" y="3843"/>
                </a:lnTo>
                <a:lnTo>
                  <a:pt x="9" y="4009"/>
                </a:lnTo>
                <a:lnTo>
                  <a:pt x="4" y="4175"/>
                </a:lnTo>
                <a:lnTo>
                  <a:pt x="1" y="4341"/>
                </a:lnTo>
                <a:lnTo>
                  <a:pt x="0" y="4507"/>
                </a:lnTo>
                <a:lnTo>
                  <a:pt x="1" y="4673"/>
                </a:lnTo>
                <a:lnTo>
                  <a:pt x="4" y="4838"/>
                </a:lnTo>
                <a:lnTo>
                  <a:pt x="9" y="5000"/>
                </a:lnTo>
                <a:lnTo>
                  <a:pt x="18" y="5161"/>
                </a:lnTo>
                <a:lnTo>
                  <a:pt x="28" y="5323"/>
                </a:lnTo>
                <a:lnTo>
                  <a:pt x="42" y="5484"/>
                </a:lnTo>
                <a:lnTo>
                  <a:pt x="56" y="5642"/>
                </a:lnTo>
                <a:lnTo>
                  <a:pt x="72" y="5795"/>
                </a:lnTo>
                <a:lnTo>
                  <a:pt x="89" y="5941"/>
                </a:lnTo>
                <a:lnTo>
                  <a:pt x="106" y="6081"/>
                </a:lnTo>
                <a:lnTo>
                  <a:pt x="125" y="6215"/>
                </a:lnTo>
                <a:lnTo>
                  <a:pt x="144" y="6344"/>
                </a:lnTo>
                <a:lnTo>
                  <a:pt x="165" y="6468"/>
                </a:lnTo>
                <a:lnTo>
                  <a:pt x="186" y="6588"/>
                </a:lnTo>
                <a:lnTo>
                  <a:pt x="208" y="6704"/>
                </a:lnTo>
                <a:lnTo>
                  <a:pt x="208" y="6705"/>
                </a:lnTo>
                <a:lnTo>
                  <a:pt x="230" y="6828"/>
                </a:lnTo>
                <a:lnTo>
                  <a:pt x="230" y="6829"/>
                </a:lnTo>
                <a:lnTo>
                  <a:pt x="252" y="6959"/>
                </a:lnTo>
                <a:lnTo>
                  <a:pt x="253" y="6965"/>
                </a:lnTo>
                <a:lnTo>
                  <a:pt x="268" y="69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70" name="PulmonIzquierdo_2"/>
          <p:cNvGrpSpPr/>
          <p:nvPr/>
        </p:nvGrpSpPr>
        <p:grpSpPr>
          <a:xfrm>
            <a:off x="7742217" y="1307560"/>
            <a:ext cx="987376" cy="2127204"/>
            <a:chOff x="7742217" y="1307560"/>
            <a:chExt cx="987376" cy="2127204"/>
          </a:xfrm>
        </p:grpSpPr>
        <p:sp>
          <p:nvSpPr>
            <p:cNvPr id="71" name="Forma 70"/>
            <p:cNvSpPr/>
            <p:nvPr/>
          </p:nvSpPr>
          <p:spPr>
            <a:xfrm>
              <a:off x="7742217" y="1307560"/>
              <a:ext cx="987376" cy="2127204"/>
            </a:xfrm>
            <a:custGeom>
              <a:avLst/>
              <a:gdLst/>
              <a:ahLst/>
              <a:cxnLst/>
              <a:rect l="0" t="0" r="r" b="b"/>
              <a:pathLst>
                <a:path w="4496" h="10000">
                  <a:moveTo>
                    <a:pt x="421" y="8945"/>
                  </a:moveTo>
                  <a:lnTo>
                    <a:pt x="429" y="8935"/>
                  </a:lnTo>
                  <a:lnTo>
                    <a:pt x="437" y="8925"/>
                  </a:lnTo>
                  <a:lnTo>
                    <a:pt x="446" y="8916"/>
                  </a:lnTo>
                  <a:lnTo>
                    <a:pt x="533" y="8837"/>
                  </a:lnTo>
                  <a:lnTo>
                    <a:pt x="542" y="8829"/>
                  </a:lnTo>
                  <a:lnTo>
                    <a:pt x="552" y="8822"/>
                  </a:lnTo>
                  <a:lnTo>
                    <a:pt x="562" y="8816"/>
                  </a:lnTo>
                  <a:lnTo>
                    <a:pt x="668" y="8759"/>
                  </a:lnTo>
                  <a:lnTo>
                    <a:pt x="673" y="8757"/>
                  </a:lnTo>
                  <a:lnTo>
                    <a:pt x="795" y="8697"/>
                  </a:lnTo>
                  <a:lnTo>
                    <a:pt x="801" y="8694"/>
                  </a:lnTo>
                  <a:lnTo>
                    <a:pt x="936" y="8636"/>
                  </a:lnTo>
                  <a:lnTo>
                    <a:pt x="945" y="8632"/>
                  </a:lnTo>
                  <a:lnTo>
                    <a:pt x="1088" y="8580"/>
                  </a:lnTo>
                  <a:lnTo>
                    <a:pt x="1098" y="8577"/>
                  </a:lnTo>
                  <a:lnTo>
                    <a:pt x="1245" y="8536"/>
                  </a:lnTo>
                  <a:lnTo>
                    <a:pt x="1260" y="8533"/>
                  </a:lnTo>
                  <a:lnTo>
                    <a:pt x="1406" y="8507"/>
                  </a:lnTo>
                  <a:lnTo>
                    <a:pt x="1420" y="8506"/>
                  </a:lnTo>
                  <a:lnTo>
                    <a:pt x="1567" y="8494"/>
                  </a:lnTo>
                  <a:lnTo>
                    <a:pt x="1577" y="8494"/>
                  </a:lnTo>
                  <a:lnTo>
                    <a:pt x="1730" y="8492"/>
                  </a:lnTo>
                  <a:lnTo>
                    <a:pt x="1740" y="8493"/>
                  </a:lnTo>
                  <a:lnTo>
                    <a:pt x="1896" y="8502"/>
                  </a:lnTo>
                  <a:lnTo>
                    <a:pt x="1908" y="8503"/>
                  </a:lnTo>
                  <a:lnTo>
                    <a:pt x="2066" y="8525"/>
                  </a:lnTo>
                  <a:lnTo>
                    <a:pt x="2078" y="8528"/>
                  </a:lnTo>
                  <a:lnTo>
                    <a:pt x="2238" y="8564"/>
                  </a:lnTo>
                  <a:lnTo>
                    <a:pt x="2251" y="8567"/>
                  </a:lnTo>
                  <a:lnTo>
                    <a:pt x="2409" y="8619"/>
                  </a:lnTo>
                  <a:lnTo>
                    <a:pt x="2423" y="8624"/>
                  </a:lnTo>
                  <a:lnTo>
                    <a:pt x="2585" y="8696"/>
                  </a:lnTo>
                  <a:lnTo>
                    <a:pt x="2596" y="8701"/>
                  </a:lnTo>
                  <a:lnTo>
                    <a:pt x="2764" y="8792"/>
                  </a:lnTo>
                  <a:lnTo>
                    <a:pt x="2772" y="8797"/>
                  </a:lnTo>
                  <a:lnTo>
                    <a:pt x="2941" y="8902"/>
                  </a:lnTo>
                  <a:lnTo>
                    <a:pt x="2947" y="8906"/>
                  </a:lnTo>
                  <a:lnTo>
                    <a:pt x="3111" y="9020"/>
                  </a:lnTo>
                  <a:lnTo>
                    <a:pt x="3116" y="9023"/>
                  </a:lnTo>
                  <a:lnTo>
                    <a:pt x="3271" y="9140"/>
                  </a:lnTo>
                  <a:lnTo>
                    <a:pt x="3275" y="9144"/>
                  </a:lnTo>
                  <a:lnTo>
                    <a:pt x="3416" y="9258"/>
                  </a:lnTo>
                  <a:lnTo>
                    <a:pt x="3425" y="9266"/>
                  </a:lnTo>
                  <a:lnTo>
                    <a:pt x="3551" y="9388"/>
                  </a:lnTo>
                  <a:lnTo>
                    <a:pt x="3561" y="9398"/>
                  </a:lnTo>
                  <a:lnTo>
                    <a:pt x="3678" y="9535"/>
                  </a:lnTo>
                  <a:lnTo>
                    <a:pt x="3683" y="9541"/>
                  </a:lnTo>
                  <a:lnTo>
                    <a:pt x="3790" y="9680"/>
                  </a:lnTo>
                  <a:lnTo>
                    <a:pt x="3792" y="9682"/>
                  </a:lnTo>
                  <a:lnTo>
                    <a:pt x="3888" y="9811"/>
                  </a:lnTo>
                  <a:lnTo>
                    <a:pt x="3970" y="9915"/>
                  </a:lnTo>
                  <a:lnTo>
                    <a:pt x="4035" y="9983"/>
                  </a:lnTo>
                  <a:lnTo>
                    <a:pt x="4055" y="10000"/>
                  </a:lnTo>
                  <a:lnTo>
                    <a:pt x="4072" y="9960"/>
                  </a:lnTo>
                  <a:lnTo>
                    <a:pt x="4101" y="9865"/>
                  </a:lnTo>
                  <a:lnTo>
                    <a:pt x="4131" y="9743"/>
                  </a:lnTo>
                  <a:lnTo>
                    <a:pt x="4160" y="9600"/>
                  </a:lnTo>
                  <a:lnTo>
                    <a:pt x="4189" y="9441"/>
                  </a:lnTo>
                  <a:lnTo>
                    <a:pt x="4217" y="9269"/>
                  </a:lnTo>
                  <a:lnTo>
                    <a:pt x="4246" y="9078"/>
                  </a:lnTo>
                  <a:lnTo>
                    <a:pt x="4274" y="8862"/>
                  </a:lnTo>
                  <a:lnTo>
                    <a:pt x="4302" y="8631"/>
                  </a:lnTo>
                  <a:lnTo>
                    <a:pt x="4328" y="8393"/>
                  </a:lnTo>
                  <a:lnTo>
                    <a:pt x="4353" y="8156"/>
                  </a:lnTo>
                  <a:lnTo>
                    <a:pt x="4376" y="7931"/>
                  </a:lnTo>
                  <a:lnTo>
                    <a:pt x="4398" y="7716"/>
                  </a:lnTo>
                  <a:lnTo>
                    <a:pt x="4420" y="7506"/>
                  </a:lnTo>
                  <a:lnTo>
                    <a:pt x="4439" y="7299"/>
                  </a:lnTo>
                  <a:lnTo>
                    <a:pt x="4457" y="7092"/>
                  </a:lnTo>
                  <a:lnTo>
                    <a:pt x="4471" y="6885"/>
                  </a:lnTo>
                  <a:lnTo>
                    <a:pt x="4482" y="6673"/>
                  </a:lnTo>
                  <a:lnTo>
                    <a:pt x="4490" y="6457"/>
                  </a:lnTo>
                  <a:lnTo>
                    <a:pt x="4494" y="6238"/>
                  </a:lnTo>
                  <a:lnTo>
                    <a:pt x="4496" y="6018"/>
                  </a:lnTo>
                  <a:lnTo>
                    <a:pt x="4494" y="5796"/>
                  </a:lnTo>
                  <a:lnTo>
                    <a:pt x="4490" y="5574"/>
                  </a:lnTo>
                  <a:lnTo>
                    <a:pt x="4482" y="5353"/>
                  </a:lnTo>
                  <a:lnTo>
                    <a:pt x="4472" y="5132"/>
                  </a:lnTo>
                  <a:lnTo>
                    <a:pt x="4460" y="4910"/>
                  </a:lnTo>
                  <a:lnTo>
                    <a:pt x="4444" y="4688"/>
                  </a:lnTo>
                  <a:lnTo>
                    <a:pt x="4426" y="4467"/>
                  </a:lnTo>
                  <a:lnTo>
                    <a:pt x="4403" y="4249"/>
                  </a:lnTo>
                  <a:lnTo>
                    <a:pt x="4377" y="4034"/>
                  </a:lnTo>
                  <a:lnTo>
                    <a:pt x="4347" y="3819"/>
                  </a:lnTo>
                  <a:lnTo>
                    <a:pt x="4313" y="3606"/>
                  </a:lnTo>
                  <a:lnTo>
                    <a:pt x="4276" y="3394"/>
                  </a:lnTo>
                  <a:lnTo>
                    <a:pt x="4236" y="3186"/>
                  </a:lnTo>
                  <a:lnTo>
                    <a:pt x="4190" y="2983"/>
                  </a:lnTo>
                  <a:lnTo>
                    <a:pt x="4141" y="2787"/>
                  </a:lnTo>
                  <a:lnTo>
                    <a:pt x="4086" y="2594"/>
                  </a:lnTo>
                  <a:lnTo>
                    <a:pt x="4027" y="2406"/>
                  </a:lnTo>
                  <a:lnTo>
                    <a:pt x="3963" y="2221"/>
                  </a:lnTo>
                  <a:lnTo>
                    <a:pt x="3895" y="2042"/>
                  </a:lnTo>
                  <a:lnTo>
                    <a:pt x="3824" y="1870"/>
                  </a:lnTo>
                  <a:lnTo>
                    <a:pt x="3750" y="1705"/>
                  </a:lnTo>
                  <a:lnTo>
                    <a:pt x="3672" y="1546"/>
                  </a:lnTo>
                  <a:lnTo>
                    <a:pt x="3592" y="1394"/>
                  </a:lnTo>
                  <a:lnTo>
                    <a:pt x="3507" y="1248"/>
                  </a:lnTo>
                  <a:lnTo>
                    <a:pt x="3420" y="1109"/>
                  </a:lnTo>
                  <a:lnTo>
                    <a:pt x="3329" y="978"/>
                  </a:lnTo>
                  <a:lnTo>
                    <a:pt x="3235" y="855"/>
                  </a:lnTo>
                  <a:lnTo>
                    <a:pt x="3138" y="739"/>
                  </a:lnTo>
                  <a:lnTo>
                    <a:pt x="3036" y="630"/>
                  </a:lnTo>
                  <a:lnTo>
                    <a:pt x="2931" y="528"/>
                  </a:lnTo>
                  <a:lnTo>
                    <a:pt x="2823" y="434"/>
                  </a:lnTo>
                  <a:lnTo>
                    <a:pt x="2714" y="349"/>
                  </a:lnTo>
                  <a:lnTo>
                    <a:pt x="2604" y="273"/>
                  </a:lnTo>
                  <a:lnTo>
                    <a:pt x="2491" y="205"/>
                  </a:lnTo>
                  <a:lnTo>
                    <a:pt x="2375" y="144"/>
                  </a:lnTo>
                  <a:lnTo>
                    <a:pt x="2258" y="91"/>
                  </a:lnTo>
                  <a:lnTo>
                    <a:pt x="2142" y="49"/>
                  </a:lnTo>
                  <a:lnTo>
                    <a:pt x="2030" y="20"/>
                  </a:lnTo>
                  <a:lnTo>
                    <a:pt x="1924" y="3"/>
                  </a:lnTo>
                  <a:lnTo>
                    <a:pt x="1816" y="0"/>
                  </a:lnTo>
                  <a:lnTo>
                    <a:pt x="1703" y="8"/>
                  </a:lnTo>
                  <a:lnTo>
                    <a:pt x="1591" y="27"/>
                  </a:lnTo>
                  <a:lnTo>
                    <a:pt x="1486" y="56"/>
                  </a:lnTo>
                  <a:lnTo>
                    <a:pt x="1392" y="94"/>
                  </a:lnTo>
                  <a:lnTo>
                    <a:pt x="1315" y="138"/>
                  </a:lnTo>
                  <a:lnTo>
                    <a:pt x="1257" y="186"/>
                  </a:lnTo>
                  <a:lnTo>
                    <a:pt x="1211" y="241"/>
                  </a:lnTo>
                  <a:lnTo>
                    <a:pt x="1168" y="311"/>
                  </a:lnTo>
                  <a:lnTo>
                    <a:pt x="1124" y="400"/>
                  </a:lnTo>
                  <a:lnTo>
                    <a:pt x="1075" y="509"/>
                  </a:lnTo>
                  <a:lnTo>
                    <a:pt x="1075" y="510"/>
                  </a:lnTo>
                  <a:lnTo>
                    <a:pt x="1017" y="637"/>
                  </a:lnTo>
                  <a:lnTo>
                    <a:pt x="1017" y="638"/>
                  </a:lnTo>
                  <a:lnTo>
                    <a:pt x="952" y="780"/>
                  </a:lnTo>
                  <a:lnTo>
                    <a:pt x="883" y="938"/>
                  </a:lnTo>
                  <a:lnTo>
                    <a:pt x="813" y="1109"/>
                  </a:lnTo>
                  <a:lnTo>
                    <a:pt x="742" y="1292"/>
                  </a:lnTo>
                  <a:lnTo>
                    <a:pt x="674" y="1485"/>
                  </a:lnTo>
                  <a:lnTo>
                    <a:pt x="608" y="1686"/>
                  </a:lnTo>
                  <a:lnTo>
                    <a:pt x="545" y="1901"/>
                  </a:lnTo>
                  <a:lnTo>
                    <a:pt x="482" y="2131"/>
                  </a:lnTo>
                  <a:lnTo>
                    <a:pt x="420" y="2372"/>
                  </a:lnTo>
                  <a:lnTo>
                    <a:pt x="361" y="2620"/>
                  </a:lnTo>
                  <a:lnTo>
                    <a:pt x="304" y="2868"/>
                  </a:lnTo>
                  <a:lnTo>
                    <a:pt x="251" y="3113"/>
                  </a:lnTo>
                  <a:lnTo>
                    <a:pt x="251" y="3113"/>
                  </a:lnTo>
                  <a:lnTo>
                    <a:pt x="197" y="3356"/>
                  </a:lnTo>
                  <a:lnTo>
                    <a:pt x="197" y="3357"/>
                  </a:lnTo>
                  <a:lnTo>
                    <a:pt x="141" y="3600"/>
                  </a:lnTo>
                  <a:lnTo>
                    <a:pt x="89" y="3842"/>
                  </a:lnTo>
                  <a:lnTo>
                    <a:pt x="45" y="4081"/>
                  </a:lnTo>
                  <a:lnTo>
                    <a:pt x="14" y="4317"/>
                  </a:lnTo>
                  <a:lnTo>
                    <a:pt x="0" y="4550"/>
                  </a:lnTo>
                  <a:lnTo>
                    <a:pt x="6" y="4782"/>
                  </a:lnTo>
                  <a:lnTo>
                    <a:pt x="32" y="5017"/>
                  </a:lnTo>
                  <a:lnTo>
                    <a:pt x="70" y="5256"/>
                  </a:lnTo>
                  <a:lnTo>
                    <a:pt x="114" y="5498"/>
                  </a:lnTo>
                  <a:lnTo>
                    <a:pt x="114" y="5499"/>
                  </a:lnTo>
                  <a:lnTo>
                    <a:pt x="158" y="5743"/>
                  </a:lnTo>
                  <a:lnTo>
                    <a:pt x="159" y="5747"/>
                  </a:lnTo>
                  <a:lnTo>
                    <a:pt x="196" y="5992"/>
                  </a:lnTo>
                  <a:lnTo>
                    <a:pt x="196" y="5994"/>
                  </a:lnTo>
                  <a:lnTo>
                    <a:pt x="227" y="6234"/>
                  </a:lnTo>
                  <a:lnTo>
                    <a:pt x="259" y="6470"/>
                  </a:lnTo>
                  <a:lnTo>
                    <a:pt x="259" y="6470"/>
                  </a:lnTo>
                  <a:lnTo>
                    <a:pt x="290" y="6706"/>
                  </a:lnTo>
                  <a:lnTo>
                    <a:pt x="290" y="6707"/>
                  </a:lnTo>
                  <a:lnTo>
                    <a:pt x="319" y="6947"/>
                  </a:lnTo>
                  <a:lnTo>
                    <a:pt x="320" y="6950"/>
                  </a:lnTo>
                  <a:lnTo>
                    <a:pt x="346" y="7200"/>
                  </a:lnTo>
                  <a:lnTo>
                    <a:pt x="346" y="7203"/>
                  </a:lnTo>
                  <a:lnTo>
                    <a:pt x="368" y="7467"/>
                  </a:lnTo>
                  <a:lnTo>
                    <a:pt x="368" y="7473"/>
                  </a:lnTo>
                  <a:lnTo>
                    <a:pt x="382" y="7780"/>
                  </a:lnTo>
                  <a:lnTo>
                    <a:pt x="382" y="7784"/>
                  </a:lnTo>
                  <a:lnTo>
                    <a:pt x="387" y="8135"/>
                  </a:lnTo>
                  <a:lnTo>
                    <a:pt x="387" y="8137"/>
                  </a:lnTo>
                  <a:lnTo>
                    <a:pt x="389" y="8497"/>
                  </a:lnTo>
                  <a:lnTo>
                    <a:pt x="394" y="8830"/>
                  </a:lnTo>
                  <a:lnTo>
                    <a:pt x="400" y="8978"/>
                  </a:lnTo>
                  <a:lnTo>
                    <a:pt x="421" y="894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7942478" y="1509674"/>
              <a:ext cx="727162" cy="147401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7951257" y="2246681"/>
              <a:ext cx="740282" cy="80426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4" name="PleuraVisceralI_2"/>
          <p:cNvSpPr/>
          <p:nvPr/>
        </p:nvSpPr>
        <p:spPr>
          <a:xfrm>
            <a:off x="7742217" y="1307560"/>
            <a:ext cx="987376" cy="2127204"/>
          </a:xfrm>
          <a:custGeom>
            <a:avLst/>
            <a:gdLst/>
            <a:ahLst/>
            <a:cxnLst/>
            <a:rect l="0" t="0" r="r" b="b"/>
            <a:pathLst>
              <a:path w="3374" h="7504" fill="none">
                <a:moveTo>
                  <a:pt x="316" y="6713"/>
                </a:moveTo>
                <a:lnTo>
                  <a:pt x="322" y="6705"/>
                </a:lnTo>
                <a:lnTo>
                  <a:pt x="328" y="6698"/>
                </a:lnTo>
                <a:lnTo>
                  <a:pt x="334" y="6691"/>
                </a:lnTo>
                <a:lnTo>
                  <a:pt x="400" y="6631"/>
                </a:lnTo>
                <a:lnTo>
                  <a:pt x="407" y="6625"/>
                </a:lnTo>
                <a:lnTo>
                  <a:pt x="414" y="6620"/>
                </a:lnTo>
                <a:lnTo>
                  <a:pt x="422" y="6616"/>
                </a:lnTo>
                <a:lnTo>
                  <a:pt x="501" y="6573"/>
                </a:lnTo>
                <a:lnTo>
                  <a:pt x="505" y="6571"/>
                </a:lnTo>
                <a:lnTo>
                  <a:pt x="597" y="6526"/>
                </a:lnTo>
                <a:lnTo>
                  <a:pt x="601" y="6524"/>
                </a:lnTo>
                <a:lnTo>
                  <a:pt x="703" y="6480"/>
                </a:lnTo>
                <a:lnTo>
                  <a:pt x="709" y="6478"/>
                </a:lnTo>
                <a:lnTo>
                  <a:pt x="816" y="6439"/>
                </a:lnTo>
                <a:lnTo>
                  <a:pt x="824" y="6436"/>
                </a:lnTo>
                <a:lnTo>
                  <a:pt x="935" y="6405"/>
                </a:lnTo>
                <a:lnTo>
                  <a:pt x="946" y="6403"/>
                </a:lnTo>
                <a:lnTo>
                  <a:pt x="1055" y="6384"/>
                </a:lnTo>
                <a:lnTo>
                  <a:pt x="1066" y="6383"/>
                </a:lnTo>
                <a:lnTo>
                  <a:pt x="1176" y="6374"/>
                </a:lnTo>
                <a:lnTo>
                  <a:pt x="1183" y="6374"/>
                </a:lnTo>
                <a:lnTo>
                  <a:pt x="1298" y="6373"/>
                </a:lnTo>
                <a:lnTo>
                  <a:pt x="1306" y="6373"/>
                </a:lnTo>
                <a:lnTo>
                  <a:pt x="1423" y="6380"/>
                </a:lnTo>
                <a:lnTo>
                  <a:pt x="1432" y="6381"/>
                </a:lnTo>
                <a:lnTo>
                  <a:pt x="1551" y="6398"/>
                </a:lnTo>
                <a:lnTo>
                  <a:pt x="1560" y="6399"/>
                </a:lnTo>
                <a:lnTo>
                  <a:pt x="1679" y="6426"/>
                </a:lnTo>
                <a:lnTo>
                  <a:pt x="1689" y="6429"/>
                </a:lnTo>
                <a:lnTo>
                  <a:pt x="1808" y="6468"/>
                </a:lnTo>
                <a:lnTo>
                  <a:pt x="1818" y="6472"/>
                </a:lnTo>
                <a:lnTo>
                  <a:pt x="1940" y="6526"/>
                </a:lnTo>
                <a:lnTo>
                  <a:pt x="1948" y="6530"/>
                </a:lnTo>
                <a:lnTo>
                  <a:pt x="2074" y="6598"/>
                </a:lnTo>
                <a:lnTo>
                  <a:pt x="2080" y="6601"/>
                </a:lnTo>
                <a:lnTo>
                  <a:pt x="2207" y="6680"/>
                </a:lnTo>
                <a:lnTo>
                  <a:pt x="2211" y="6683"/>
                </a:lnTo>
                <a:lnTo>
                  <a:pt x="2335" y="6769"/>
                </a:lnTo>
                <a:lnTo>
                  <a:pt x="2339" y="6771"/>
                </a:lnTo>
                <a:lnTo>
                  <a:pt x="2455" y="6859"/>
                </a:lnTo>
                <a:lnTo>
                  <a:pt x="2458" y="6862"/>
                </a:lnTo>
                <a:lnTo>
                  <a:pt x="2563" y="6947"/>
                </a:lnTo>
                <a:lnTo>
                  <a:pt x="2570" y="6953"/>
                </a:lnTo>
                <a:lnTo>
                  <a:pt x="2665" y="7045"/>
                </a:lnTo>
                <a:lnTo>
                  <a:pt x="2672" y="7052"/>
                </a:lnTo>
                <a:lnTo>
                  <a:pt x="2760" y="7155"/>
                </a:lnTo>
                <a:lnTo>
                  <a:pt x="2764" y="7159"/>
                </a:lnTo>
                <a:lnTo>
                  <a:pt x="2845" y="7264"/>
                </a:lnTo>
                <a:lnTo>
                  <a:pt x="2846" y="7266"/>
                </a:lnTo>
                <a:lnTo>
                  <a:pt x="2918" y="7363"/>
                </a:lnTo>
                <a:lnTo>
                  <a:pt x="2980" y="7441"/>
                </a:lnTo>
                <a:lnTo>
                  <a:pt x="3029" y="7492"/>
                </a:lnTo>
                <a:lnTo>
                  <a:pt x="3044" y="7504"/>
                </a:lnTo>
                <a:lnTo>
                  <a:pt x="3056" y="7474"/>
                </a:lnTo>
                <a:lnTo>
                  <a:pt x="3078" y="7403"/>
                </a:lnTo>
                <a:lnTo>
                  <a:pt x="3100" y="7312"/>
                </a:lnTo>
                <a:lnTo>
                  <a:pt x="3122" y="7204"/>
                </a:lnTo>
                <a:lnTo>
                  <a:pt x="3144" y="7084"/>
                </a:lnTo>
                <a:lnTo>
                  <a:pt x="3165" y="6955"/>
                </a:lnTo>
                <a:lnTo>
                  <a:pt x="3187" y="6812"/>
                </a:lnTo>
                <a:lnTo>
                  <a:pt x="3208" y="6650"/>
                </a:lnTo>
                <a:lnTo>
                  <a:pt x="3228" y="6477"/>
                </a:lnTo>
                <a:lnTo>
                  <a:pt x="3248" y="6298"/>
                </a:lnTo>
                <a:lnTo>
                  <a:pt x="3267" y="6121"/>
                </a:lnTo>
                <a:lnTo>
                  <a:pt x="3284" y="5951"/>
                </a:lnTo>
                <a:lnTo>
                  <a:pt x="3301" y="5790"/>
                </a:lnTo>
                <a:lnTo>
                  <a:pt x="3317" y="5632"/>
                </a:lnTo>
                <a:lnTo>
                  <a:pt x="3332" y="5477"/>
                </a:lnTo>
                <a:lnTo>
                  <a:pt x="3345" y="5322"/>
                </a:lnTo>
                <a:lnTo>
                  <a:pt x="3356" y="5166"/>
                </a:lnTo>
                <a:lnTo>
                  <a:pt x="3364" y="5008"/>
                </a:lnTo>
                <a:lnTo>
                  <a:pt x="3369" y="4846"/>
                </a:lnTo>
                <a:lnTo>
                  <a:pt x="3373" y="4681"/>
                </a:lnTo>
                <a:lnTo>
                  <a:pt x="3374" y="4516"/>
                </a:lnTo>
                <a:lnTo>
                  <a:pt x="3373" y="4349"/>
                </a:lnTo>
                <a:lnTo>
                  <a:pt x="3369" y="4183"/>
                </a:lnTo>
                <a:lnTo>
                  <a:pt x="3364" y="4017"/>
                </a:lnTo>
                <a:lnTo>
                  <a:pt x="3356" y="3851"/>
                </a:lnTo>
                <a:lnTo>
                  <a:pt x="3347" y="3684"/>
                </a:lnTo>
                <a:lnTo>
                  <a:pt x="3335" y="3518"/>
                </a:lnTo>
                <a:lnTo>
                  <a:pt x="3321" y="3352"/>
                </a:lnTo>
                <a:lnTo>
                  <a:pt x="3305" y="3189"/>
                </a:lnTo>
                <a:lnTo>
                  <a:pt x="3285" y="3027"/>
                </a:lnTo>
                <a:lnTo>
                  <a:pt x="3262" y="2866"/>
                </a:lnTo>
                <a:lnTo>
                  <a:pt x="3237" y="2706"/>
                </a:lnTo>
                <a:lnTo>
                  <a:pt x="3209" y="2547"/>
                </a:lnTo>
                <a:lnTo>
                  <a:pt x="3179" y="2391"/>
                </a:lnTo>
                <a:lnTo>
                  <a:pt x="3145" y="2239"/>
                </a:lnTo>
                <a:lnTo>
                  <a:pt x="3108" y="2091"/>
                </a:lnTo>
                <a:lnTo>
                  <a:pt x="3067" y="1947"/>
                </a:lnTo>
                <a:lnTo>
                  <a:pt x="3022" y="1805"/>
                </a:lnTo>
                <a:lnTo>
                  <a:pt x="2974" y="1667"/>
                </a:lnTo>
                <a:lnTo>
                  <a:pt x="2923" y="1533"/>
                </a:lnTo>
                <a:lnTo>
                  <a:pt x="2870" y="1403"/>
                </a:lnTo>
                <a:lnTo>
                  <a:pt x="2814" y="1279"/>
                </a:lnTo>
                <a:lnTo>
                  <a:pt x="2756" y="1160"/>
                </a:lnTo>
                <a:lnTo>
                  <a:pt x="2695" y="1046"/>
                </a:lnTo>
                <a:lnTo>
                  <a:pt x="2632" y="936"/>
                </a:lnTo>
                <a:lnTo>
                  <a:pt x="2567" y="832"/>
                </a:lnTo>
                <a:lnTo>
                  <a:pt x="2499" y="734"/>
                </a:lnTo>
                <a:lnTo>
                  <a:pt x="2428" y="641"/>
                </a:lnTo>
                <a:lnTo>
                  <a:pt x="2355" y="555"/>
                </a:lnTo>
                <a:lnTo>
                  <a:pt x="2278" y="473"/>
                </a:lnTo>
                <a:lnTo>
                  <a:pt x="2199" y="396"/>
                </a:lnTo>
                <a:lnTo>
                  <a:pt x="2119" y="326"/>
                </a:lnTo>
                <a:lnTo>
                  <a:pt x="2037" y="262"/>
                </a:lnTo>
                <a:lnTo>
                  <a:pt x="1954" y="205"/>
                </a:lnTo>
                <a:lnTo>
                  <a:pt x="1870" y="154"/>
                </a:lnTo>
                <a:lnTo>
                  <a:pt x="1782" y="108"/>
                </a:lnTo>
                <a:lnTo>
                  <a:pt x="1694" y="68"/>
                </a:lnTo>
                <a:lnTo>
                  <a:pt x="1608" y="37"/>
                </a:lnTo>
                <a:lnTo>
                  <a:pt x="1524" y="15"/>
                </a:lnTo>
                <a:lnTo>
                  <a:pt x="1444" y="2"/>
                </a:lnTo>
                <a:lnTo>
                  <a:pt x="1363" y="0"/>
                </a:lnTo>
                <a:lnTo>
                  <a:pt x="1278" y="6"/>
                </a:lnTo>
                <a:lnTo>
                  <a:pt x="1194" y="20"/>
                </a:lnTo>
                <a:lnTo>
                  <a:pt x="1115" y="42"/>
                </a:lnTo>
                <a:lnTo>
                  <a:pt x="1044" y="70"/>
                </a:lnTo>
                <a:lnTo>
                  <a:pt x="987" y="103"/>
                </a:lnTo>
                <a:lnTo>
                  <a:pt x="943" y="139"/>
                </a:lnTo>
                <a:lnTo>
                  <a:pt x="908" y="181"/>
                </a:lnTo>
                <a:lnTo>
                  <a:pt x="876" y="233"/>
                </a:lnTo>
                <a:lnTo>
                  <a:pt x="843" y="300"/>
                </a:lnTo>
                <a:lnTo>
                  <a:pt x="807" y="382"/>
                </a:lnTo>
                <a:lnTo>
                  <a:pt x="807" y="383"/>
                </a:lnTo>
                <a:lnTo>
                  <a:pt x="763" y="478"/>
                </a:lnTo>
                <a:lnTo>
                  <a:pt x="763" y="478"/>
                </a:lnTo>
                <a:lnTo>
                  <a:pt x="714" y="585"/>
                </a:lnTo>
                <a:lnTo>
                  <a:pt x="663" y="704"/>
                </a:lnTo>
                <a:lnTo>
                  <a:pt x="610" y="832"/>
                </a:lnTo>
                <a:lnTo>
                  <a:pt x="557" y="969"/>
                </a:lnTo>
                <a:lnTo>
                  <a:pt x="505" y="1114"/>
                </a:lnTo>
                <a:lnTo>
                  <a:pt x="456" y="1265"/>
                </a:lnTo>
                <a:lnTo>
                  <a:pt x="409" y="1426"/>
                </a:lnTo>
                <a:lnTo>
                  <a:pt x="361" y="1599"/>
                </a:lnTo>
                <a:lnTo>
                  <a:pt x="315" y="1780"/>
                </a:lnTo>
                <a:lnTo>
                  <a:pt x="271" y="1966"/>
                </a:lnTo>
                <a:lnTo>
                  <a:pt x="228" y="2152"/>
                </a:lnTo>
                <a:lnTo>
                  <a:pt x="188" y="2336"/>
                </a:lnTo>
                <a:lnTo>
                  <a:pt x="188" y="2336"/>
                </a:lnTo>
                <a:lnTo>
                  <a:pt x="148" y="2519"/>
                </a:lnTo>
                <a:lnTo>
                  <a:pt x="148" y="2519"/>
                </a:lnTo>
                <a:lnTo>
                  <a:pt x="106" y="2702"/>
                </a:lnTo>
                <a:lnTo>
                  <a:pt x="67" y="2883"/>
                </a:lnTo>
                <a:lnTo>
                  <a:pt x="34" y="3062"/>
                </a:lnTo>
                <a:lnTo>
                  <a:pt x="10" y="3240"/>
                </a:lnTo>
                <a:lnTo>
                  <a:pt x="0" y="3414"/>
                </a:lnTo>
                <a:lnTo>
                  <a:pt x="5" y="3588"/>
                </a:lnTo>
                <a:lnTo>
                  <a:pt x="24" y="3765"/>
                </a:lnTo>
                <a:lnTo>
                  <a:pt x="52" y="3944"/>
                </a:lnTo>
                <a:lnTo>
                  <a:pt x="85" y="4126"/>
                </a:lnTo>
                <a:lnTo>
                  <a:pt x="86" y="4126"/>
                </a:lnTo>
                <a:lnTo>
                  <a:pt x="119" y="4310"/>
                </a:lnTo>
                <a:lnTo>
                  <a:pt x="119" y="4313"/>
                </a:lnTo>
                <a:lnTo>
                  <a:pt x="147" y="4496"/>
                </a:lnTo>
                <a:lnTo>
                  <a:pt x="147" y="4498"/>
                </a:lnTo>
                <a:lnTo>
                  <a:pt x="170" y="4678"/>
                </a:lnTo>
                <a:lnTo>
                  <a:pt x="194" y="4855"/>
                </a:lnTo>
                <a:lnTo>
                  <a:pt x="194" y="4855"/>
                </a:lnTo>
                <a:lnTo>
                  <a:pt x="218" y="5032"/>
                </a:lnTo>
                <a:lnTo>
                  <a:pt x="218" y="5033"/>
                </a:lnTo>
                <a:lnTo>
                  <a:pt x="240" y="5213"/>
                </a:lnTo>
                <a:lnTo>
                  <a:pt x="240" y="5215"/>
                </a:lnTo>
                <a:lnTo>
                  <a:pt x="259" y="5403"/>
                </a:lnTo>
                <a:lnTo>
                  <a:pt x="260" y="5405"/>
                </a:lnTo>
                <a:lnTo>
                  <a:pt x="276" y="5603"/>
                </a:lnTo>
                <a:lnTo>
                  <a:pt x="276" y="5608"/>
                </a:lnTo>
                <a:lnTo>
                  <a:pt x="286" y="5838"/>
                </a:lnTo>
                <a:lnTo>
                  <a:pt x="287" y="5841"/>
                </a:lnTo>
                <a:lnTo>
                  <a:pt x="290" y="6105"/>
                </a:lnTo>
                <a:lnTo>
                  <a:pt x="290" y="6106"/>
                </a:lnTo>
                <a:lnTo>
                  <a:pt x="292" y="6376"/>
                </a:lnTo>
                <a:lnTo>
                  <a:pt x="295" y="6626"/>
                </a:lnTo>
                <a:lnTo>
                  <a:pt x="300" y="6737"/>
                </a:lnTo>
                <a:lnTo>
                  <a:pt x="316" y="671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75" name="PleuraParietalD_2"/>
          <p:cNvSpPr/>
          <p:nvPr/>
        </p:nvSpPr>
        <p:spPr>
          <a:xfrm>
            <a:off x="6508699" y="1276342"/>
            <a:ext cx="808330" cy="2109865"/>
          </a:xfrm>
          <a:custGeom>
            <a:avLst/>
            <a:gdLst/>
            <a:ahLst/>
            <a:cxnLst/>
            <a:rect l="0" t="0" r="r" b="b"/>
            <a:pathLst>
              <a:path w="2762" h="7443" fill="none">
                <a:moveTo>
                  <a:pt x="2030" y="3"/>
                </a:moveTo>
                <a:lnTo>
                  <a:pt x="1962" y="17"/>
                </a:lnTo>
                <a:lnTo>
                  <a:pt x="1874" y="42"/>
                </a:lnTo>
                <a:lnTo>
                  <a:pt x="1774" y="76"/>
                </a:lnTo>
                <a:lnTo>
                  <a:pt x="1668" y="119"/>
                </a:lnTo>
                <a:lnTo>
                  <a:pt x="1565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65"/>
                </a:lnTo>
                <a:lnTo>
                  <a:pt x="253" y="7096"/>
                </a:lnTo>
                <a:lnTo>
                  <a:pt x="276" y="7222"/>
                </a:lnTo>
                <a:lnTo>
                  <a:pt x="299" y="7330"/>
                </a:lnTo>
                <a:lnTo>
                  <a:pt x="324" y="7408"/>
                </a:lnTo>
                <a:lnTo>
                  <a:pt x="350" y="7443"/>
                </a:lnTo>
                <a:lnTo>
                  <a:pt x="374" y="7428"/>
                </a:lnTo>
                <a:lnTo>
                  <a:pt x="396" y="7374"/>
                </a:lnTo>
                <a:lnTo>
                  <a:pt x="420" y="7289"/>
                </a:lnTo>
                <a:lnTo>
                  <a:pt x="447" y="7183"/>
                </a:lnTo>
                <a:lnTo>
                  <a:pt x="483" y="7066"/>
                </a:lnTo>
                <a:lnTo>
                  <a:pt x="530" y="6948"/>
                </a:lnTo>
                <a:lnTo>
                  <a:pt x="587" y="6816"/>
                </a:lnTo>
                <a:lnTo>
                  <a:pt x="652" y="6661"/>
                </a:lnTo>
                <a:lnTo>
                  <a:pt x="726" y="6495"/>
                </a:lnTo>
                <a:lnTo>
                  <a:pt x="807" y="6330"/>
                </a:lnTo>
                <a:lnTo>
                  <a:pt x="895" y="6177"/>
                </a:lnTo>
                <a:lnTo>
                  <a:pt x="990" y="6048"/>
                </a:lnTo>
                <a:lnTo>
                  <a:pt x="1095" y="5941"/>
                </a:lnTo>
                <a:lnTo>
                  <a:pt x="1211" y="5848"/>
                </a:lnTo>
                <a:lnTo>
                  <a:pt x="1335" y="5766"/>
                </a:lnTo>
                <a:lnTo>
                  <a:pt x="1461" y="5697"/>
                </a:lnTo>
                <a:lnTo>
                  <a:pt x="1588" y="5637"/>
                </a:lnTo>
                <a:lnTo>
                  <a:pt x="1710" y="5588"/>
                </a:lnTo>
                <a:lnTo>
                  <a:pt x="1828" y="5545"/>
                </a:lnTo>
                <a:lnTo>
                  <a:pt x="1948" y="5508"/>
                </a:lnTo>
                <a:lnTo>
                  <a:pt x="2067" y="5483"/>
                </a:lnTo>
                <a:lnTo>
                  <a:pt x="2184" y="5471"/>
                </a:lnTo>
                <a:lnTo>
                  <a:pt x="2299" y="5478"/>
                </a:lnTo>
                <a:lnTo>
                  <a:pt x="2410" y="5508"/>
                </a:lnTo>
                <a:lnTo>
                  <a:pt x="2525" y="5564"/>
                </a:lnTo>
                <a:lnTo>
                  <a:pt x="2648" y="5646"/>
                </a:lnTo>
                <a:lnTo>
                  <a:pt x="2762" y="5740"/>
                </a:lnTo>
                <a:lnTo>
                  <a:pt x="2762" y="5723"/>
                </a:lnTo>
                <a:lnTo>
                  <a:pt x="2761" y="5538"/>
                </a:lnTo>
                <a:lnTo>
                  <a:pt x="2759" y="5354"/>
                </a:lnTo>
                <a:lnTo>
                  <a:pt x="2758" y="5171"/>
                </a:lnTo>
                <a:lnTo>
                  <a:pt x="2756" y="4989"/>
                </a:lnTo>
                <a:lnTo>
                  <a:pt x="2755" y="4806"/>
                </a:lnTo>
                <a:lnTo>
                  <a:pt x="2754" y="4623"/>
                </a:lnTo>
                <a:lnTo>
                  <a:pt x="2753" y="4439"/>
                </a:lnTo>
                <a:lnTo>
                  <a:pt x="2752" y="4256"/>
                </a:lnTo>
                <a:lnTo>
                  <a:pt x="2752" y="4073"/>
                </a:lnTo>
                <a:lnTo>
                  <a:pt x="2751" y="3889"/>
                </a:lnTo>
                <a:lnTo>
                  <a:pt x="2749" y="3706"/>
                </a:lnTo>
                <a:lnTo>
                  <a:pt x="2745" y="3523"/>
                </a:lnTo>
                <a:lnTo>
                  <a:pt x="2740" y="3339"/>
                </a:lnTo>
                <a:lnTo>
                  <a:pt x="2735" y="3155"/>
                </a:lnTo>
                <a:lnTo>
                  <a:pt x="2728" y="2971"/>
                </a:lnTo>
                <a:lnTo>
                  <a:pt x="2720" y="2788"/>
                </a:lnTo>
                <a:lnTo>
                  <a:pt x="2710" y="2605"/>
                </a:lnTo>
                <a:lnTo>
                  <a:pt x="2697" y="2423"/>
                </a:lnTo>
                <a:lnTo>
                  <a:pt x="2680" y="2238"/>
                </a:lnTo>
                <a:lnTo>
                  <a:pt x="2662" y="2051"/>
                </a:lnTo>
                <a:lnTo>
                  <a:pt x="2642" y="1864"/>
                </a:lnTo>
                <a:lnTo>
                  <a:pt x="2619" y="1681"/>
                </a:lnTo>
                <a:lnTo>
                  <a:pt x="2594" y="1506"/>
                </a:lnTo>
                <a:lnTo>
                  <a:pt x="2567" y="1343"/>
                </a:lnTo>
                <a:lnTo>
                  <a:pt x="2537" y="1189"/>
                </a:lnTo>
                <a:lnTo>
                  <a:pt x="2504" y="1041"/>
                </a:lnTo>
                <a:lnTo>
                  <a:pt x="2468" y="901"/>
                </a:lnTo>
                <a:lnTo>
                  <a:pt x="2432" y="771"/>
                </a:lnTo>
                <a:lnTo>
                  <a:pt x="2395" y="651"/>
                </a:lnTo>
                <a:lnTo>
                  <a:pt x="2359" y="543"/>
                </a:lnTo>
                <a:lnTo>
                  <a:pt x="2322" y="447"/>
                </a:lnTo>
                <a:lnTo>
                  <a:pt x="2282" y="363"/>
                </a:lnTo>
                <a:lnTo>
                  <a:pt x="2243" y="290"/>
                </a:lnTo>
                <a:lnTo>
                  <a:pt x="2205" y="226"/>
                </a:lnTo>
                <a:lnTo>
                  <a:pt x="2170" y="171"/>
                </a:lnTo>
                <a:lnTo>
                  <a:pt x="2140" y="123"/>
                </a:lnTo>
                <a:lnTo>
                  <a:pt x="2120" y="81"/>
                </a:lnTo>
                <a:lnTo>
                  <a:pt x="2111" y="48"/>
                </a:lnTo>
                <a:lnTo>
                  <a:pt x="2106" y="23"/>
                </a:lnTo>
                <a:lnTo>
                  <a:pt x="2095" y="6"/>
                </a:lnTo>
                <a:lnTo>
                  <a:pt x="2073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6" name="PleuraParietalI_2"/>
          <p:cNvSpPr/>
          <p:nvPr/>
        </p:nvSpPr>
        <p:spPr>
          <a:xfrm>
            <a:off x="7710001" y="1276342"/>
            <a:ext cx="1051779" cy="2198093"/>
          </a:xfrm>
          <a:custGeom>
            <a:avLst/>
            <a:gdLst/>
            <a:ahLst/>
            <a:cxnLst/>
            <a:rect l="0" t="0" r="r" b="b"/>
            <a:pathLst>
              <a:path w="3594" h="7754" fill="none">
                <a:moveTo>
                  <a:pt x="1564" y="3"/>
                </a:moveTo>
                <a:lnTo>
                  <a:pt x="1471" y="0"/>
                </a:lnTo>
                <a:lnTo>
                  <a:pt x="1375" y="6"/>
                </a:lnTo>
                <a:lnTo>
                  <a:pt x="1280" y="23"/>
                </a:lnTo>
                <a:lnTo>
                  <a:pt x="1190" y="48"/>
                </a:lnTo>
                <a:lnTo>
                  <a:pt x="1106" y="81"/>
                </a:lnTo>
                <a:lnTo>
                  <a:pt x="1034" y="123"/>
                </a:lnTo>
                <a:lnTo>
                  <a:pt x="976" y="171"/>
                </a:lnTo>
                <a:lnTo>
                  <a:pt x="929" y="226"/>
                </a:lnTo>
                <a:lnTo>
                  <a:pt x="890" y="290"/>
                </a:lnTo>
                <a:lnTo>
                  <a:pt x="854" y="363"/>
                </a:lnTo>
                <a:lnTo>
                  <a:pt x="817" y="447"/>
                </a:lnTo>
                <a:lnTo>
                  <a:pt x="773" y="543"/>
                </a:lnTo>
                <a:lnTo>
                  <a:pt x="724" y="651"/>
                </a:lnTo>
                <a:lnTo>
                  <a:pt x="671" y="771"/>
                </a:lnTo>
                <a:lnTo>
                  <a:pt x="618" y="901"/>
                </a:lnTo>
                <a:lnTo>
                  <a:pt x="564" y="1041"/>
                </a:lnTo>
                <a:lnTo>
                  <a:pt x="511" y="1189"/>
                </a:lnTo>
                <a:lnTo>
                  <a:pt x="461" y="1343"/>
                </a:lnTo>
                <a:lnTo>
                  <a:pt x="413" y="1506"/>
                </a:lnTo>
                <a:lnTo>
                  <a:pt x="365" y="1681"/>
                </a:lnTo>
                <a:lnTo>
                  <a:pt x="319" y="1864"/>
                </a:lnTo>
                <a:lnTo>
                  <a:pt x="274" y="2051"/>
                </a:lnTo>
                <a:lnTo>
                  <a:pt x="231" y="2238"/>
                </a:lnTo>
                <a:lnTo>
                  <a:pt x="191" y="2423"/>
                </a:lnTo>
                <a:lnTo>
                  <a:pt x="151" y="2605"/>
                </a:lnTo>
                <a:lnTo>
                  <a:pt x="109" y="2788"/>
                </a:lnTo>
                <a:lnTo>
                  <a:pt x="69" y="2971"/>
                </a:lnTo>
                <a:lnTo>
                  <a:pt x="35" y="3155"/>
                </a:lnTo>
                <a:lnTo>
                  <a:pt x="11" y="3339"/>
                </a:lnTo>
                <a:lnTo>
                  <a:pt x="0" y="3523"/>
                </a:lnTo>
                <a:lnTo>
                  <a:pt x="5" y="3706"/>
                </a:lnTo>
                <a:lnTo>
                  <a:pt x="25" y="3889"/>
                </a:lnTo>
                <a:lnTo>
                  <a:pt x="54" y="4073"/>
                </a:lnTo>
                <a:lnTo>
                  <a:pt x="87" y="4256"/>
                </a:lnTo>
                <a:lnTo>
                  <a:pt x="120" y="4439"/>
                </a:lnTo>
                <a:lnTo>
                  <a:pt x="148" y="4623"/>
                </a:lnTo>
                <a:lnTo>
                  <a:pt x="172" y="4803"/>
                </a:lnTo>
                <a:lnTo>
                  <a:pt x="195" y="4980"/>
                </a:lnTo>
                <a:lnTo>
                  <a:pt x="219" y="5156"/>
                </a:lnTo>
                <a:lnTo>
                  <a:pt x="240" y="5337"/>
                </a:lnTo>
                <a:lnTo>
                  <a:pt x="260" y="5524"/>
                </a:lnTo>
                <a:lnTo>
                  <a:pt x="277" y="5723"/>
                </a:lnTo>
                <a:lnTo>
                  <a:pt x="287" y="5953"/>
                </a:lnTo>
                <a:lnTo>
                  <a:pt x="290" y="6217"/>
                </a:lnTo>
                <a:lnTo>
                  <a:pt x="292" y="6488"/>
                </a:lnTo>
                <a:lnTo>
                  <a:pt x="295" y="6740"/>
                </a:lnTo>
                <a:lnTo>
                  <a:pt x="305" y="6947"/>
                </a:lnTo>
                <a:lnTo>
                  <a:pt x="324" y="7083"/>
                </a:lnTo>
                <a:lnTo>
                  <a:pt x="351" y="7133"/>
                </a:lnTo>
                <a:lnTo>
                  <a:pt x="382" y="7115"/>
                </a:lnTo>
                <a:lnTo>
                  <a:pt x="419" y="7051"/>
                </a:lnTo>
                <a:lnTo>
                  <a:pt x="464" y="6966"/>
                </a:lnTo>
                <a:lnTo>
                  <a:pt x="519" y="6882"/>
                </a:lnTo>
                <a:lnTo>
                  <a:pt x="584" y="6823"/>
                </a:lnTo>
                <a:lnTo>
                  <a:pt x="663" y="6780"/>
                </a:lnTo>
                <a:lnTo>
                  <a:pt x="755" y="6735"/>
                </a:lnTo>
                <a:lnTo>
                  <a:pt x="857" y="6691"/>
                </a:lnTo>
                <a:lnTo>
                  <a:pt x="964" y="6652"/>
                </a:lnTo>
                <a:lnTo>
                  <a:pt x="1074" y="6621"/>
                </a:lnTo>
                <a:lnTo>
                  <a:pt x="1184" y="6603"/>
                </a:lnTo>
                <a:lnTo>
                  <a:pt x="1295" y="6594"/>
                </a:lnTo>
                <a:lnTo>
                  <a:pt x="1409" y="6593"/>
                </a:lnTo>
                <a:lnTo>
                  <a:pt x="1527" y="6600"/>
                </a:lnTo>
                <a:lnTo>
                  <a:pt x="1645" y="6617"/>
                </a:lnTo>
                <a:lnTo>
                  <a:pt x="1765" y="6644"/>
                </a:lnTo>
                <a:lnTo>
                  <a:pt x="1884" y="6683"/>
                </a:lnTo>
                <a:lnTo>
                  <a:pt x="2006" y="6736"/>
                </a:lnTo>
                <a:lnTo>
                  <a:pt x="2132" y="6805"/>
                </a:lnTo>
                <a:lnTo>
                  <a:pt x="2259" y="6884"/>
                </a:lnTo>
                <a:lnTo>
                  <a:pt x="2383" y="6969"/>
                </a:lnTo>
                <a:lnTo>
                  <a:pt x="2499" y="7057"/>
                </a:lnTo>
                <a:lnTo>
                  <a:pt x="2604" y="7143"/>
                </a:lnTo>
                <a:lnTo>
                  <a:pt x="2699" y="7234"/>
                </a:lnTo>
                <a:lnTo>
                  <a:pt x="2787" y="7337"/>
                </a:lnTo>
                <a:lnTo>
                  <a:pt x="2868" y="7441"/>
                </a:lnTo>
                <a:lnTo>
                  <a:pt x="2941" y="7540"/>
                </a:lnTo>
                <a:lnTo>
                  <a:pt x="3007" y="7623"/>
                </a:lnTo>
                <a:lnTo>
                  <a:pt x="3064" y="7683"/>
                </a:lnTo>
                <a:lnTo>
                  <a:pt x="3111" y="7721"/>
                </a:lnTo>
                <a:lnTo>
                  <a:pt x="3146" y="7745"/>
                </a:lnTo>
                <a:lnTo>
                  <a:pt x="3174" y="7754"/>
                </a:lnTo>
                <a:lnTo>
                  <a:pt x="3197" y="7747"/>
                </a:lnTo>
                <a:lnTo>
                  <a:pt x="3220" y="7724"/>
                </a:lnTo>
                <a:lnTo>
                  <a:pt x="3244" y="7683"/>
                </a:lnTo>
                <a:lnTo>
                  <a:pt x="3270" y="7622"/>
                </a:lnTo>
                <a:lnTo>
                  <a:pt x="3294" y="7542"/>
                </a:lnTo>
                <a:lnTo>
                  <a:pt x="3318" y="7446"/>
                </a:lnTo>
                <a:lnTo>
                  <a:pt x="3340" y="7335"/>
                </a:lnTo>
                <a:lnTo>
                  <a:pt x="3362" y="7213"/>
                </a:lnTo>
                <a:lnTo>
                  <a:pt x="3384" y="7083"/>
                </a:lnTo>
                <a:lnTo>
                  <a:pt x="3406" y="6937"/>
                </a:lnTo>
                <a:lnTo>
                  <a:pt x="3427" y="6774"/>
                </a:lnTo>
                <a:lnTo>
                  <a:pt x="3448" y="6600"/>
                </a:lnTo>
                <a:lnTo>
                  <a:pt x="3468" y="6420"/>
                </a:lnTo>
                <a:lnTo>
                  <a:pt x="3487" y="6242"/>
                </a:lnTo>
                <a:lnTo>
                  <a:pt x="3504" y="6073"/>
                </a:lnTo>
                <a:lnTo>
                  <a:pt x="3521" y="5911"/>
                </a:lnTo>
                <a:lnTo>
                  <a:pt x="3537" y="5753"/>
                </a:lnTo>
                <a:lnTo>
                  <a:pt x="3552" y="5597"/>
                </a:lnTo>
                <a:lnTo>
                  <a:pt x="3565" y="5441"/>
                </a:lnTo>
                <a:lnTo>
                  <a:pt x="3576" y="5283"/>
                </a:lnTo>
                <a:lnTo>
                  <a:pt x="3584" y="5123"/>
                </a:lnTo>
                <a:lnTo>
                  <a:pt x="3590" y="4959"/>
                </a:lnTo>
                <a:lnTo>
                  <a:pt x="3593" y="4793"/>
                </a:lnTo>
                <a:lnTo>
                  <a:pt x="3594" y="4626"/>
                </a:lnTo>
                <a:lnTo>
                  <a:pt x="3593" y="4458"/>
                </a:lnTo>
                <a:lnTo>
                  <a:pt x="3590" y="4290"/>
                </a:lnTo>
                <a:lnTo>
                  <a:pt x="3584" y="4123"/>
                </a:lnTo>
                <a:lnTo>
                  <a:pt x="3576" y="3955"/>
                </a:lnTo>
                <a:lnTo>
                  <a:pt x="3567" y="3787"/>
                </a:lnTo>
                <a:lnTo>
                  <a:pt x="3555" y="3620"/>
                </a:lnTo>
                <a:lnTo>
                  <a:pt x="3541" y="3452"/>
                </a:lnTo>
                <a:lnTo>
                  <a:pt x="3524" y="3286"/>
                </a:lnTo>
                <a:lnTo>
                  <a:pt x="3504" y="3123"/>
                </a:lnTo>
                <a:lnTo>
                  <a:pt x="3481" y="2960"/>
                </a:lnTo>
                <a:lnTo>
                  <a:pt x="3456" y="2798"/>
                </a:lnTo>
                <a:lnTo>
                  <a:pt x="3428" y="2637"/>
                </a:lnTo>
                <a:lnTo>
                  <a:pt x="3397" y="2479"/>
                </a:lnTo>
                <a:lnTo>
                  <a:pt x="3362" y="2323"/>
                </a:lnTo>
                <a:lnTo>
                  <a:pt x="3324" y="2173"/>
                </a:lnTo>
                <a:lnTo>
                  <a:pt x="3282" y="2025"/>
                </a:lnTo>
                <a:lnTo>
                  <a:pt x="3237" y="1881"/>
                </a:lnTo>
                <a:lnTo>
                  <a:pt x="3188" y="1740"/>
                </a:lnTo>
                <a:lnTo>
                  <a:pt x="3136" y="1602"/>
                </a:lnTo>
                <a:lnTo>
                  <a:pt x="3081" y="1470"/>
                </a:lnTo>
                <a:lnTo>
                  <a:pt x="3024" y="1343"/>
                </a:lnTo>
                <a:lnTo>
                  <a:pt x="2964" y="1220"/>
                </a:lnTo>
                <a:lnTo>
                  <a:pt x="2902" y="1103"/>
                </a:lnTo>
                <a:lnTo>
                  <a:pt x="2837" y="990"/>
                </a:lnTo>
                <a:lnTo>
                  <a:pt x="2768" y="882"/>
                </a:lnTo>
                <a:lnTo>
                  <a:pt x="2698" y="779"/>
                </a:lnTo>
                <a:lnTo>
                  <a:pt x="2624" y="683"/>
                </a:lnTo>
                <a:lnTo>
                  <a:pt x="2547" y="592"/>
                </a:lnTo>
                <a:lnTo>
                  <a:pt x="2467" y="506"/>
                </a:lnTo>
                <a:lnTo>
                  <a:pt x="2384" y="425"/>
                </a:lnTo>
                <a:lnTo>
                  <a:pt x="2299" y="351"/>
                </a:lnTo>
                <a:lnTo>
                  <a:pt x="2212" y="283"/>
                </a:lnTo>
                <a:lnTo>
                  <a:pt x="2124" y="223"/>
                </a:lnTo>
                <a:lnTo>
                  <a:pt x="2034" y="168"/>
                </a:lnTo>
                <a:lnTo>
                  <a:pt x="1941" y="119"/>
                </a:lnTo>
                <a:lnTo>
                  <a:pt x="1846" y="76"/>
                </a:lnTo>
                <a:lnTo>
                  <a:pt x="1751" y="42"/>
                </a:lnTo>
                <a:lnTo>
                  <a:pt x="1656" y="17"/>
                </a:lnTo>
                <a:lnTo>
                  <a:pt x="1564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7" name="VenaCavaSup_2"/>
          <p:cNvSpPr/>
          <p:nvPr/>
        </p:nvSpPr>
        <p:spPr>
          <a:xfrm>
            <a:off x="7316376" y="1521766"/>
            <a:ext cx="149105" cy="982739"/>
          </a:xfrm>
          <a:custGeom>
            <a:avLst/>
            <a:gdLst/>
            <a:ahLst/>
            <a:cxnLst/>
            <a:rect l="0" t="0" r="r" b="b"/>
            <a:pathLst>
              <a:path w="1469" h="10000">
                <a:moveTo>
                  <a:pt x="259" y="5333"/>
                </a:moveTo>
                <a:lnTo>
                  <a:pt x="0" y="9944"/>
                </a:lnTo>
                <a:lnTo>
                  <a:pt x="978" y="10000"/>
                </a:lnTo>
                <a:lnTo>
                  <a:pt x="1238" y="5384"/>
                </a:lnTo>
                <a:lnTo>
                  <a:pt x="1238" y="5378"/>
                </a:lnTo>
                <a:lnTo>
                  <a:pt x="1469" y="42"/>
                </a:lnTo>
                <a:lnTo>
                  <a:pt x="489" y="0"/>
                </a:lnTo>
                <a:lnTo>
                  <a:pt x="259" y="533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8" name="VenaCavaInf_2"/>
          <p:cNvSpPr/>
          <p:nvPr/>
        </p:nvSpPr>
        <p:spPr>
          <a:xfrm>
            <a:off x="7325433" y="3090812"/>
            <a:ext cx="174619" cy="467821"/>
          </a:xfrm>
          <a:custGeom>
            <a:avLst/>
            <a:gdLst/>
            <a:ahLst/>
            <a:cxnLst/>
            <a:rect l="0" t="0" r="r" b="b"/>
            <a:pathLst>
              <a:path w="3615" h="10000">
                <a:moveTo>
                  <a:pt x="3011" y="5434"/>
                </a:moveTo>
                <a:lnTo>
                  <a:pt x="2408" y="0"/>
                </a:lnTo>
                <a:lnTo>
                  <a:pt x="0" y="267"/>
                </a:lnTo>
                <a:lnTo>
                  <a:pt x="605" y="5720"/>
                </a:lnTo>
                <a:lnTo>
                  <a:pt x="610" y="5758"/>
                </a:lnTo>
                <a:lnTo>
                  <a:pt x="1216" y="10000"/>
                </a:lnTo>
                <a:lnTo>
                  <a:pt x="3615" y="9657"/>
                </a:lnTo>
                <a:lnTo>
                  <a:pt x="3011" y="5434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9" name="Corazon_2"/>
          <p:cNvGrpSpPr/>
          <p:nvPr/>
        </p:nvGrpSpPr>
        <p:grpSpPr>
          <a:xfrm>
            <a:off x="7301884" y="2408787"/>
            <a:ext cx="778121" cy="802459"/>
            <a:chOff x="7301884" y="2408787"/>
            <a:chExt cx="778121" cy="802459"/>
          </a:xfrm>
        </p:grpSpPr>
        <p:sp>
          <p:nvSpPr>
            <p:cNvPr id="80" name="Forma 79"/>
            <p:cNvSpPr/>
            <p:nvPr/>
          </p:nvSpPr>
          <p:spPr>
            <a:xfrm>
              <a:off x="7301884" y="2408787"/>
              <a:ext cx="778121" cy="8024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1" name="Forma 80"/>
            <p:cNvSpPr/>
            <p:nvPr/>
          </p:nvSpPr>
          <p:spPr>
            <a:xfrm>
              <a:off x="7708392" y="2467783"/>
              <a:ext cx="190195" cy="7143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82" name="Diafragma_2"/>
          <p:cNvSpPr/>
          <p:nvPr/>
        </p:nvSpPr>
        <p:spPr>
          <a:xfrm>
            <a:off x="6567232" y="2825301"/>
            <a:ext cx="2136022" cy="722161"/>
          </a:xfrm>
          <a:custGeom>
            <a:avLst/>
            <a:gdLst/>
            <a:ahLst/>
            <a:cxnLst/>
            <a:rect l="0" t="0" r="r" b="b"/>
            <a:pathLst>
              <a:path w="10000" h="3489">
                <a:moveTo>
                  <a:pt x="428" y="2882"/>
                </a:moveTo>
                <a:lnTo>
                  <a:pt x="428" y="2879"/>
                </a:lnTo>
                <a:lnTo>
                  <a:pt x="463" y="2768"/>
                </a:lnTo>
                <a:lnTo>
                  <a:pt x="507" y="2635"/>
                </a:lnTo>
                <a:lnTo>
                  <a:pt x="565" y="2481"/>
                </a:lnTo>
                <a:lnTo>
                  <a:pt x="640" y="2305"/>
                </a:lnTo>
                <a:lnTo>
                  <a:pt x="736" y="2084"/>
                </a:lnTo>
                <a:lnTo>
                  <a:pt x="736" y="2083"/>
                </a:lnTo>
                <a:lnTo>
                  <a:pt x="847" y="1825"/>
                </a:lnTo>
                <a:lnTo>
                  <a:pt x="969" y="1559"/>
                </a:lnTo>
                <a:lnTo>
                  <a:pt x="1101" y="1317"/>
                </a:lnTo>
                <a:lnTo>
                  <a:pt x="1239" y="1124"/>
                </a:lnTo>
                <a:lnTo>
                  <a:pt x="1391" y="973"/>
                </a:lnTo>
                <a:lnTo>
                  <a:pt x="1567" y="841"/>
                </a:lnTo>
                <a:lnTo>
                  <a:pt x="1757" y="727"/>
                </a:lnTo>
                <a:lnTo>
                  <a:pt x="1951" y="631"/>
                </a:lnTo>
                <a:lnTo>
                  <a:pt x="2142" y="553"/>
                </a:lnTo>
                <a:lnTo>
                  <a:pt x="2326" y="487"/>
                </a:lnTo>
                <a:lnTo>
                  <a:pt x="2504" y="437"/>
                </a:lnTo>
                <a:lnTo>
                  <a:pt x="2670" y="411"/>
                </a:lnTo>
                <a:lnTo>
                  <a:pt x="2819" y="412"/>
                </a:lnTo>
                <a:lnTo>
                  <a:pt x="2955" y="445"/>
                </a:lnTo>
                <a:lnTo>
                  <a:pt x="3112" y="525"/>
                </a:lnTo>
                <a:lnTo>
                  <a:pt x="3291" y="652"/>
                </a:lnTo>
                <a:lnTo>
                  <a:pt x="3458" y="807"/>
                </a:lnTo>
                <a:lnTo>
                  <a:pt x="3584" y="966"/>
                </a:lnTo>
                <a:lnTo>
                  <a:pt x="3640" y="1083"/>
                </a:lnTo>
                <a:lnTo>
                  <a:pt x="3630" y="1201"/>
                </a:lnTo>
                <a:lnTo>
                  <a:pt x="3541" y="1397"/>
                </a:lnTo>
                <a:lnTo>
                  <a:pt x="3415" y="1626"/>
                </a:lnTo>
                <a:lnTo>
                  <a:pt x="3406" y="1644"/>
                </a:lnTo>
                <a:lnTo>
                  <a:pt x="3316" y="1850"/>
                </a:lnTo>
                <a:lnTo>
                  <a:pt x="3308" y="1870"/>
                </a:lnTo>
                <a:lnTo>
                  <a:pt x="3303" y="1891"/>
                </a:lnTo>
                <a:lnTo>
                  <a:pt x="3300" y="1912"/>
                </a:lnTo>
                <a:lnTo>
                  <a:pt x="3299" y="1933"/>
                </a:lnTo>
                <a:lnTo>
                  <a:pt x="3300" y="1954"/>
                </a:lnTo>
                <a:lnTo>
                  <a:pt x="3316" y="2101"/>
                </a:lnTo>
                <a:lnTo>
                  <a:pt x="3319" y="2121"/>
                </a:lnTo>
                <a:lnTo>
                  <a:pt x="3323" y="2139"/>
                </a:lnTo>
                <a:lnTo>
                  <a:pt x="3330" y="2158"/>
                </a:lnTo>
                <a:lnTo>
                  <a:pt x="3338" y="2175"/>
                </a:lnTo>
                <a:lnTo>
                  <a:pt x="3348" y="2192"/>
                </a:lnTo>
                <a:lnTo>
                  <a:pt x="3359" y="2208"/>
                </a:lnTo>
                <a:lnTo>
                  <a:pt x="3372" y="2222"/>
                </a:lnTo>
                <a:lnTo>
                  <a:pt x="3386" y="2235"/>
                </a:lnTo>
                <a:lnTo>
                  <a:pt x="3402" y="2247"/>
                </a:lnTo>
                <a:lnTo>
                  <a:pt x="3418" y="2258"/>
                </a:lnTo>
                <a:lnTo>
                  <a:pt x="3435" y="2267"/>
                </a:lnTo>
                <a:lnTo>
                  <a:pt x="3585" y="2334"/>
                </a:lnTo>
                <a:lnTo>
                  <a:pt x="3604" y="2342"/>
                </a:lnTo>
                <a:lnTo>
                  <a:pt x="3623" y="2347"/>
                </a:lnTo>
                <a:lnTo>
                  <a:pt x="3643" y="2351"/>
                </a:lnTo>
                <a:lnTo>
                  <a:pt x="3663" y="2353"/>
                </a:lnTo>
                <a:lnTo>
                  <a:pt x="3903" y="2361"/>
                </a:lnTo>
                <a:lnTo>
                  <a:pt x="3925" y="2360"/>
                </a:lnTo>
                <a:lnTo>
                  <a:pt x="4214" y="2339"/>
                </a:lnTo>
                <a:lnTo>
                  <a:pt x="4498" y="2318"/>
                </a:lnTo>
                <a:lnTo>
                  <a:pt x="4727" y="2325"/>
                </a:lnTo>
                <a:lnTo>
                  <a:pt x="4930" y="2371"/>
                </a:lnTo>
                <a:lnTo>
                  <a:pt x="5149" y="2443"/>
                </a:lnTo>
                <a:lnTo>
                  <a:pt x="5367" y="2521"/>
                </a:lnTo>
                <a:lnTo>
                  <a:pt x="5376" y="2524"/>
                </a:lnTo>
                <a:lnTo>
                  <a:pt x="5572" y="2584"/>
                </a:lnTo>
                <a:lnTo>
                  <a:pt x="5590" y="2589"/>
                </a:lnTo>
                <a:lnTo>
                  <a:pt x="5607" y="2592"/>
                </a:lnTo>
                <a:lnTo>
                  <a:pt x="5768" y="2612"/>
                </a:lnTo>
                <a:lnTo>
                  <a:pt x="5789" y="2613"/>
                </a:lnTo>
                <a:lnTo>
                  <a:pt x="5810" y="2613"/>
                </a:lnTo>
                <a:lnTo>
                  <a:pt x="5830" y="2610"/>
                </a:lnTo>
                <a:lnTo>
                  <a:pt x="5851" y="2606"/>
                </a:lnTo>
                <a:lnTo>
                  <a:pt x="5958" y="2575"/>
                </a:lnTo>
                <a:lnTo>
                  <a:pt x="5976" y="2569"/>
                </a:lnTo>
                <a:lnTo>
                  <a:pt x="5994" y="2561"/>
                </a:lnTo>
                <a:lnTo>
                  <a:pt x="6010" y="2552"/>
                </a:lnTo>
                <a:lnTo>
                  <a:pt x="6026" y="2541"/>
                </a:lnTo>
                <a:lnTo>
                  <a:pt x="6040" y="2529"/>
                </a:lnTo>
                <a:lnTo>
                  <a:pt x="6054" y="2516"/>
                </a:lnTo>
                <a:lnTo>
                  <a:pt x="6115" y="2448"/>
                </a:lnTo>
                <a:lnTo>
                  <a:pt x="6128" y="2433"/>
                </a:lnTo>
                <a:lnTo>
                  <a:pt x="6138" y="2417"/>
                </a:lnTo>
                <a:lnTo>
                  <a:pt x="6148" y="2401"/>
                </a:lnTo>
                <a:lnTo>
                  <a:pt x="6188" y="2319"/>
                </a:lnTo>
                <a:lnTo>
                  <a:pt x="6221" y="2263"/>
                </a:lnTo>
                <a:lnTo>
                  <a:pt x="6267" y="2223"/>
                </a:lnTo>
                <a:lnTo>
                  <a:pt x="6375" y="2165"/>
                </a:lnTo>
                <a:lnTo>
                  <a:pt x="6521" y="2096"/>
                </a:lnTo>
                <a:lnTo>
                  <a:pt x="6679" y="2033"/>
                </a:lnTo>
                <a:lnTo>
                  <a:pt x="6840" y="1984"/>
                </a:lnTo>
                <a:lnTo>
                  <a:pt x="6998" y="1955"/>
                </a:lnTo>
                <a:lnTo>
                  <a:pt x="7161" y="1944"/>
                </a:lnTo>
                <a:lnTo>
                  <a:pt x="7333" y="1945"/>
                </a:lnTo>
                <a:lnTo>
                  <a:pt x="7509" y="1963"/>
                </a:lnTo>
                <a:lnTo>
                  <a:pt x="7684" y="1998"/>
                </a:lnTo>
                <a:lnTo>
                  <a:pt x="7857" y="2053"/>
                </a:lnTo>
                <a:lnTo>
                  <a:pt x="8039" y="2135"/>
                </a:lnTo>
                <a:lnTo>
                  <a:pt x="8233" y="2245"/>
                </a:lnTo>
                <a:lnTo>
                  <a:pt x="8430" y="2374"/>
                </a:lnTo>
                <a:lnTo>
                  <a:pt x="8617" y="2512"/>
                </a:lnTo>
                <a:lnTo>
                  <a:pt x="8780" y="2644"/>
                </a:lnTo>
                <a:lnTo>
                  <a:pt x="8921" y="2782"/>
                </a:lnTo>
                <a:lnTo>
                  <a:pt x="9052" y="2941"/>
                </a:lnTo>
                <a:lnTo>
                  <a:pt x="9176" y="3106"/>
                </a:lnTo>
                <a:lnTo>
                  <a:pt x="9177" y="3107"/>
                </a:lnTo>
                <a:lnTo>
                  <a:pt x="9289" y="3252"/>
                </a:lnTo>
                <a:lnTo>
                  <a:pt x="9302" y="3268"/>
                </a:lnTo>
                <a:lnTo>
                  <a:pt x="9397" y="3370"/>
                </a:lnTo>
                <a:lnTo>
                  <a:pt x="9411" y="3383"/>
                </a:lnTo>
                <a:lnTo>
                  <a:pt x="9425" y="3395"/>
                </a:lnTo>
                <a:lnTo>
                  <a:pt x="9441" y="3405"/>
                </a:lnTo>
                <a:lnTo>
                  <a:pt x="9518" y="3453"/>
                </a:lnTo>
                <a:lnTo>
                  <a:pt x="9535" y="3462"/>
                </a:lnTo>
                <a:lnTo>
                  <a:pt x="9552" y="3469"/>
                </a:lnTo>
                <a:lnTo>
                  <a:pt x="9569" y="3475"/>
                </a:lnTo>
                <a:lnTo>
                  <a:pt x="9587" y="3479"/>
                </a:lnTo>
                <a:lnTo>
                  <a:pt x="9605" y="3482"/>
                </a:lnTo>
                <a:lnTo>
                  <a:pt x="9665" y="3488"/>
                </a:lnTo>
                <a:lnTo>
                  <a:pt x="9685" y="3489"/>
                </a:lnTo>
                <a:lnTo>
                  <a:pt x="9704" y="3488"/>
                </a:lnTo>
                <a:lnTo>
                  <a:pt x="9723" y="3485"/>
                </a:lnTo>
                <a:lnTo>
                  <a:pt x="9741" y="3481"/>
                </a:lnTo>
                <a:lnTo>
                  <a:pt x="9759" y="3475"/>
                </a:lnTo>
                <a:lnTo>
                  <a:pt x="9806" y="3457"/>
                </a:lnTo>
                <a:lnTo>
                  <a:pt x="9827" y="3447"/>
                </a:lnTo>
                <a:lnTo>
                  <a:pt x="9847" y="3436"/>
                </a:lnTo>
                <a:lnTo>
                  <a:pt x="9866" y="3423"/>
                </a:lnTo>
                <a:lnTo>
                  <a:pt x="9876" y="3418"/>
                </a:lnTo>
                <a:lnTo>
                  <a:pt x="9894" y="3410"/>
                </a:lnTo>
                <a:lnTo>
                  <a:pt x="9911" y="3399"/>
                </a:lnTo>
                <a:lnTo>
                  <a:pt x="9927" y="3387"/>
                </a:lnTo>
                <a:lnTo>
                  <a:pt x="9942" y="3373"/>
                </a:lnTo>
                <a:lnTo>
                  <a:pt x="9955" y="3358"/>
                </a:lnTo>
                <a:lnTo>
                  <a:pt x="9967" y="3341"/>
                </a:lnTo>
                <a:lnTo>
                  <a:pt x="9977" y="3324"/>
                </a:lnTo>
                <a:lnTo>
                  <a:pt x="9985" y="3306"/>
                </a:lnTo>
                <a:lnTo>
                  <a:pt x="9992" y="3286"/>
                </a:lnTo>
                <a:lnTo>
                  <a:pt x="9996" y="3267"/>
                </a:lnTo>
                <a:lnTo>
                  <a:pt x="9999" y="3247"/>
                </a:lnTo>
                <a:lnTo>
                  <a:pt x="10000" y="3227"/>
                </a:lnTo>
                <a:lnTo>
                  <a:pt x="9998" y="3207"/>
                </a:lnTo>
                <a:lnTo>
                  <a:pt x="9995" y="3187"/>
                </a:lnTo>
                <a:lnTo>
                  <a:pt x="9990" y="3167"/>
                </a:lnTo>
                <a:lnTo>
                  <a:pt x="9983" y="3148"/>
                </a:lnTo>
                <a:lnTo>
                  <a:pt x="9974" y="3130"/>
                </a:lnTo>
                <a:lnTo>
                  <a:pt x="9963" y="3113"/>
                </a:lnTo>
                <a:lnTo>
                  <a:pt x="9951" y="3097"/>
                </a:lnTo>
                <a:lnTo>
                  <a:pt x="9937" y="3082"/>
                </a:lnTo>
                <a:lnTo>
                  <a:pt x="9922" y="3069"/>
                </a:lnTo>
                <a:lnTo>
                  <a:pt x="9906" y="3057"/>
                </a:lnTo>
                <a:lnTo>
                  <a:pt x="9888" y="3047"/>
                </a:lnTo>
                <a:lnTo>
                  <a:pt x="9870" y="3039"/>
                </a:lnTo>
                <a:lnTo>
                  <a:pt x="9851" y="3032"/>
                </a:lnTo>
                <a:lnTo>
                  <a:pt x="9831" y="3028"/>
                </a:lnTo>
                <a:lnTo>
                  <a:pt x="9811" y="3025"/>
                </a:lnTo>
                <a:lnTo>
                  <a:pt x="9791" y="3024"/>
                </a:lnTo>
                <a:lnTo>
                  <a:pt x="9771" y="3026"/>
                </a:lnTo>
                <a:lnTo>
                  <a:pt x="9751" y="3029"/>
                </a:lnTo>
                <a:lnTo>
                  <a:pt x="9731" y="3034"/>
                </a:lnTo>
                <a:lnTo>
                  <a:pt x="9713" y="3041"/>
                </a:lnTo>
                <a:lnTo>
                  <a:pt x="9685" y="3053"/>
                </a:lnTo>
                <a:lnTo>
                  <a:pt x="9670" y="3060"/>
                </a:lnTo>
                <a:lnTo>
                  <a:pt x="9609" y="2995"/>
                </a:lnTo>
                <a:lnTo>
                  <a:pt x="9504" y="2858"/>
                </a:lnTo>
                <a:lnTo>
                  <a:pt x="9378" y="2690"/>
                </a:lnTo>
                <a:lnTo>
                  <a:pt x="9372" y="2683"/>
                </a:lnTo>
                <a:lnTo>
                  <a:pt x="9231" y="2512"/>
                </a:lnTo>
                <a:lnTo>
                  <a:pt x="9217" y="2497"/>
                </a:lnTo>
                <a:lnTo>
                  <a:pt x="9062" y="2344"/>
                </a:lnTo>
                <a:lnTo>
                  <a:pt x="9046" y="2331"/>
                </a:lnTo>
                <a:lnTo>
                  <a:pt x="8872" y="2189"/>
                </a:lnTo>
                <a:lnTo>
                  <a:pt x="8864" y="2183"/>
                </a:lnTo>
                <a:lnTo>
                  <a:pt x="8669" y="2040"/>
                </a:lnTo>
                <a:lnTo>
                  <a:pt x="8660" y="2034"/>
                </a:lnTo>
                <a:lnTo>
                  <a:pt x="8454" y="1898"/>
                </a:lnTo>
                <a:lnTo>
                  <a:pt x="8442" y="1891"/>
                </a:lnTo>
                <a:lnTo>
                  <a:pt x="8234" y="1773"/>
                </a:lnTo>
                <a:lnTo>
                  <a:pt x="8217" y="1764"/>
                </a:lnTo>
                <a:lnTo>
                  <a:pt x="8016" y="1673"/>
                </a:lnTo>
                <a:lnTo>
                  <a:pt x="7993" y="1664"/>
                </a:lnTo>
                <a:lnTo>
                  <a:pt x="7797" y="1603"/>
                </a:lnTo>
                <a:lnTo>
                  <a:pt x="7776" y="1597"/>
                </a:lnTo>
                <a:lnTo>
                  <a:pt x="7579" y="1558"/>
                </a:lnTo>
                <a:lnTo>
                  <a:pt x="7559" y="1555"/>
                </a:lnTo>
                <a:lnTo>
                  <a:pt x="7365" y="1536"/>
                </a:lnTo>
                <a:lnTo>
                  <a:pt x="7347" y="1535"/>
                </a:lnTo>
                <a:lnTo>
                  <a:pt x="7157" y="1533"/>
                </a:lnTo>
                <a:lnTo>
                  <a:pt x="7140" y="1533"/>
                </a:lnTo>
                <a:lnTo>
                  <a:pt x="6958" y="1546"/>
                </a:lnTo>
                <a:lnTo>
                  <a:pt x="6935" y="1549"/>
                </a:lnTo>
                <a:lnTo>
                  <a:pt x="6754" y="1582"/>
                </a:lnTo>
                <a:lnTo>
                  <a:pt x="6731" y="1587"/>
                </a:lnTo>
                <a:lnTo>
                  <a:pt x="6551" y="1643"/>
                </a:lnTo>
                <a:lnTo>
                  <a:pt x="6535" y="1648"/>
                </a:lnTo>
                <a:lnTo>
                  <a:pt x="6363" y="1717"/>
                </a:lnTo>
                <a:lnTo>
                  <a:pt x="6351" y="1722"/>
                </a:lnTo>
                <a:lnTo>
                  <a:pt x="6195" y="1796"/>
                </a:lnTo>
                <a:lnTo>
                  <a:pt x="6186" y="1800"/>
                </a:lnTo>
                <a:lnTo>
                  <a:pt x="6054" y="1871"/>
                </a:lnTo>
                <a:lnTo>
                  <a:pt x="6034" y="1883"/>
                </a:lnTo>
                <a:lnTo>
                  <a:pt x="6016" y="1897"/>
                </a:lnTo>
                <a:lnTo>
                  <a:pt x="5926" y="1975"/>
                </a:lnTo>
                <a:lnTo>
                  <a:pt x="5909" y="1991"/>
                </a:lnTo>
                <a:lnTo>
                  <a:pt x="5895" y="2008"/>
                </a:lnTo>
                <a:lnTo>
                  <a:pt x="5882" y="2027"/>
                </a:lnTo>
                <a:lnTo>
                  <a:pt x="5829" y="2118"/>
                </a:lnTo>
                <a:lnTo>
                  <a:pt x="5823" y="2130"/>
                </a:lnTo>
                <a:lnTo>
                  <a:pt x="5792" y="2192"/>
                </a:lnTo>
                <a:lnTo>
                  <a:pt x="5789" y="2196"/>
                </a:lnTo>
                <a:lnTo>
                  <a:pt x="5778" y="2199"/>
                </a:lnTo>
                <a:lnTo>
                  <a:pt x="5676" y="2186"/>
                </a:lnTo>
                <a:lnTo>
                  <a:pt x="5501" y="2133"/>
                </a:lnTo>
                <a:lnTo>
                  <a:pt x="5285" y="2055"/>
                </a:lnTo>
                <a:lnTo>
                  <a:pt x="5280" y="2054"/>
                </a:lnTo>
                <a:lnTo>
                  <a:pt x="5049" y="1977"/>
                </a:lnTo>
                <a:lnTo>
                  <a:pt x="5029" y="1972"/>
                </a:lnTo>
                <a:lnTo>
                  <a:pt x="4798" y="1920"/>
                </a:lnTo>
                <a:lnTo>
                  <a:pt x="4779" y="1917"/>
                </a:lnTo>
                <a:lnTo>
                  <a:pt x="4759" y="1915"/>
                </a:lnTo>
                <a:lnTo>
                  <a:pt x="4500" y="1907"/>
                </a:lnTo>
                <a:lnTo>
                  <a:pt x="4479" y="1908"/>
                </a:lnTo>
                <a:lnTo>
                  <a:pt x="4184" y="1929"/>
                </a:lnTo>
                <a:lnTo>
                  <a:pt x="4183" y="1929"/>
                </a:lnTo>
                <a:lnTo>
                  <a:pt x="3906" y="1950"/>
                </a:lnTo>
                <a:lnTo>
                  <a:pt x="3724" y="1944"/>
                </a:lnTo>
                <a:lnTo>
                  <a:pt x="3779" y="1817"/>
                </a:lnTo>
                <a:lnTo>
                  <a:pt x="3905" y="1589"/>
                </a:lnTo>
                <a:lnTo>
                  <a:pt x="3913" y="1574"/>
                </a:lnTo>
                <a:lnTo>
                  <a:pt x="4019" y="1337"/>
                </a:lnTo>
                <a:lnTo>
                  <a:pt x="4027" y="1315"/>
                </a:lnTo>
                <a:lnTo>
                  <a:pt x="4033" y="1293"/>
                </a:lnTo>
                <a:lnTo>
                  <a:pt x="4036" y="1270"/>
                </a:lnTo>
                <a:lnTo>
                  <a:pt x="4054" y="1062"/>
                </a:lnTo>
                <a:lnTo>
                  <a:pt x="4054" y="1041"/>
                </a:lnTo>
                <a:lnTo>
                  <a:pt x="4053" y="1020"/>
                </a:lnTo>
                <a:lnTo>
                  <a:pt x="4049" y="999"/>
                </a:lnTo>
                <a:lnTo>
                  <a:pt x="4043" y="978"/>
                </a:lnTo>
                <a:lnTo>
                  <a:pt x="4035" y="958"/>
                </a:lnTo>
                <a:lnTo>
                  <a:pt x="3946" y="770"/>
                </a:lnTo>
                <a:lnTo>
                  <a:pt x="3935" y="749"/>
                </a:lnTo>
                <a:lnTo>
                  <a:pt x="3921" y="729"/>
                </a:lnTo>
                <a:lnTo>
                  <a:pt x="3770" y="539"/>
                </a:lnTo>
                <a:lnTo>
                  <a:pt x="3760" y="527"/>
                </a:lnTo>
                <a:lnTo>
                  <a:pt x="3749" y="516"/>
                </a:lnTo>
                <a:lnTo>
                  <a:pt x="3560" y="342"/>
                </a:lnTo>
                <a:lnTo>
                  <a:pt x="3540" y="325"/>
                </a:lnTo>
                <a:lnTo>
                  <a:pt x="3338" y="181"/>
                </a:lnTo>
                <a:lnTo>
                  <a:pt x="3325" y="173"/>
                </a:lnTo>
                <a:lnTo>
                  <a:pt x="3311" y="165"/>
                </a:lnTo>
                <a:lnTo>
                  <a:pt x="3120" y="68"/>
                </a:lnTo>
                <a:lnTo>
                  <a:pt x="3098" y="58"/>
                </a:lnTo>
                <a:lnTo>
                  <a:pt x="3075" y="52"/>
                </a:lnTo>
                <a:lnTo>
                  <a:pt x="2893" y="7"/>
                </a:lnTo>
                <a:lnTo>
                  <a:pt x="2870" y="3"/>
                </a:lnTo>
                <a:lnTo>
                  <a:pt x="2846" y="1"/>
                </a:lnTo>
                <a:lnTo>
                  <a:pt x="2657" y="0"/>
                </a:lnTo>
                <a:lnTo>
                  <a:pt x="2639" y="0"/>
                </a:lnTo>
                <a:lnTo>
                  <a:pt x="2622" y="2"/>
                </a:lnTo>
                <a:lnTo>
                  <a:pt x="2428" y="33"/>
                </a:lnTo>
                <a:lnTo>
                  <a:pt x="2405" y="38"/>
                </a:lnTo>
                <a:lnTo>
                  <a:pt x="2208" y="93"/>
                </a:lnTo>
                <a:lnTo>
                  <a:pt x="2195" y="98"/>
                </a:lnTo>
                <a:lnTo>
                  <a:pt x="1999" y="167"/>
                </a:lnTo>
                <a:lnTo>
                  <a:pt x="1990" y="171"/>
                </a:lnTo>
                <a:lnTo>
                  <a:pt x="1788" y="254"/>
                </a:lnTo>
                <a:lnTo>
                  <a:pt x="1776" y="259"/>
                </a:lnTo>
                <a:lnTo>
                  <a:pt x="1568" y="362"/>
                </a:lnTo>
                <a:lnTo>
                  <a:pt x="1552" y="370"/>
                </a:lnTo>
                <a:lnTo>
                  <a:pt x="1346" y="494"/>
                </a:lnTo>
                <a:lnTo>
                  <a:pt x="1328" y="506"/>
                </a:lnTo>
                <a:lnTo>
                  <a:pt x="1133" y="654"/>
                </a:lnTo>
                <a:lnTo>
                  <a:pt x="1112" y="672"/>
                </a:lnTo>
                <a:lnTo>
                  <a:pt x="937" y="845"/>
                </a:lnTo>
                <a:lnTo>
                  <a:pt x="925" y="857"/>
                </a:lnTo>
                <a:lnTo>
                  <a:pt x="914" y="871"/>
                </a:lnTo>
                <a:lnTo>
                  <a:pt x="759" y="1088"/>
                </a:lnTo>
                <a:lnTo>
                  <a:pt x="746" y="1109"/>
                </a:lnTo>
                <a:lnTo>
                  <a:pt x="605" y="1369"/>
                </a:lnTo>
                <a:lnTo>
                  <a:pt x="599" y="1381"/>
                </a:lnTo>
                <a:lnTo>
                  <a:pt x="472" y="1655"/>
                </a:lnTo>
                <a:lnTo>
                  <a:pt x="470" y="1661"/>
                </a:lnTo>
                <a:lnTo>
                  <a:pt x="359" y="1921"/>
                </a:lnTo>
                <a:lnTo>
                  <a:pt x="263" y="2141"/>
                </a:lnTo>
                <a:lnTo>
                  <a:pt x="263" y="2142"/>
                </a:lnTo>
                <a:lnTo>
                  <a:pt x="185" y="2324"/>
                </a:lnTo>
                <a:lnTo>
                  <a:pt x="181" y="2333"/>
                </a:lnTo>
                <a:lnTo>
                  <a:pt x="121" y="2495"/>
                </a:lnTo>
                <a:lnTo>
                  <a:pt x="118" y="2502"/>
                </a:lnTo>
                <a:lnTo>
                  <a:pt x="72" y="2641"/>
                </a:lnTo>
                <a:lnTo>
                  <a:pt x="71" y="2644"/>
                </a:lnTo>
                <a:lnTo>
                  <a:pt x="37" y="2755"/>
                </a:lnTo>
                <a:lnTo>
                  <a:pt x="10" y="2837"/>
                </a:lnTo>
                <a:lnTo>
                  <a:pt x="4" y="2856"/>
                </a:lnTo>
                <a:lnTo>
                  <a:pt x="1" y="2876"/>
                </a:lnTo>
                <a:lnTo>
                  <a:pt x="0" y="2896"/>
                </a:lnTo>
                <a:lnTo>
                  <a:pt x="0" y="2917"/>
                </a:lnTo>
                <a:lnTo>
                  <a:pt x="3" y="2937"/>
                </a:lnTo>
                <a:lnTo>
                  <a:pt x="7" y="2956"/>
                </a:lnTo>
                <a:lnTo>
                  <a:pt x="13" y="2975"/>
                </a:lnTo>
                <a:lnTo>
                  <a:pt x="22" y="2994"/>
                </a:lnTo>
                <a:lnTo>
                  <a:pt x="31" y="3011"/>
                </a:lnTo>
                <a:lnTo>
                  <a:pt x="43" y="3028"/>
                </a:lnTo>
                <a:lnTo>
                  <a:pt x="56" y="3043"/>
                </a:lnTo>
                <a:lnTo>
                  <a:pt x="71" y="3057"/>
                </a:lnTo>
                <a:lnTo>
                  <a:pt x="87" y="3069"/>
                </a:lnTo>
                <a:lnTo>
                  <a:pt x="104" y="3080"/>
                </a:lnTo>
                <a:lnTo>
                  <a:pt x="122" y="3089"/>
                </a:lnTo>
                <a:lnTo>
                  <a:pt x="141" y="3096"/>
                </a:lnTo>
                <a:lnTo>
                  <a:pt x="160" y="3102"/>
                </a:lnTo>
                <a:lnTo>
                  <a:pt x="180" y="3105"/>
                </a:lnTo>
                <a:lnTo>
                  <a:pt x="200" y="3107"/>
                </a:lnTo>
                <a:lnTo>
                  <a:pt x="220" y="3106"/>
                </a:lnTo>
                <a:lnTo>
                  <a:pt x="240" y="3103"/>
                </a:lnTo>
                <a:lnTo>
                  <a:pt x="260" y="3099"/>
                </a:lnTo>
                <a:lnTo>
                  <a:pt x="279" y="3093"/>
                </a:lnTo>
                <a:lnTo>
                  <a:pt x="298" y="3085"/>
                </a:lnTo>
                <a:lnTo>
                  <a:pt x="315" y="3075"/>
                </a:lnTo>
                <a:lnTo>
                  <a:pt x="332" y="3063"/>
                </a:lnTo>
                <a:lnTo>
                  <a:pt x="347" y="3050"/>
                </a:lnTo>
                <a:lnTo>
                  <a:pt x="361" y="3035"/>
                </a:lnTo>
                <a:lnTo>
                  <a:pt x="373" y="3019"/>
                </a:lnTo>
                <a:lnTo>
                  <a:pt x="384" y="3002"/>
                </a:lnTo>
                <a:lnTo>
                  <a:pt x="393" y="2984"/>
                </a:lnTo>
                <a:lnTo>
                  <a:pt x="400" y="2965"/>
                </a:lnTo>
                <a:lnTo>
                  <a:pt x="428" y="288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83" name="Clavículas_2"/>
          <p:cNvGrpSpPr/>
          <p:nvPr/>
        </p:nvGrpSpPr>
        <p:grpSpPr>
          <a:xfrm>
            <a:off x="6757416" y="1141171"/>
            <a:ext cx="1755648" cy="113386"/>
            <a:chOff x="6757416" y="1141171"/>
            <a:chExt cx="1755648" cy="113386"/>
          </a:xfrm>
        </p:grpSpPr>
        <p:sp>
          <p:nvSpPr>
            <p:cNvPr id="84" name="Forma 83"/>
            <p:cNvSpPr/>
            <p:nvPr/>
          </p:nvSpPr>
          <p:spPr>
            <a:xfrm>
              <a:off x="675741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85" name="Forma 84"/>
            <p:cNvSpPr/>
            <p:nvPr/>
          </p:nvSpPr>
          <p:spPr>
            <a:xfrm>
              <a:off x="675741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86" name="ATL Placa"/>
          <p:cNvSpPr/>
          <p:nvPr/>
        </p:nvSpPr>
        <p:spPr>
          <a:xfrm>
            <a:off x="9144000" y="868680"/>
            <a:ext cx="2834640" cy="292608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87" name="ATL PartesBlandas"/>
          <p:cNvSpPr/>
          <p:nvPr/>
        </p:nvSpPr>
        <p:spPr>
          <a:xfrm>
            <a:off x="9304934" y="1027786"/>
            <a:ext cx="2512771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88" name="ATL PulmonD"/>
          <p:cNvGrpSpPr/>
          <p:nvPr/>
        </p:nvGrpSpPr>
        <p:grpSpPr>
          <a:xfrm>
            <a:off x="9505188" y="1276342"/>
            <a:ext cx="757809" cy="2109865"/>
            <a:chOff x="9505188" y="1276342"/>
            <a:chExt cx="757809" cy="2109865"/>
          </a:xfrm>
        </p:grpSpPr>
        <p:sp>
          <p:nvSpPr>
            <p:cNvPr id="89" name="Forma 88"/>
            <p:cNvSpPr/>
            <p:nvPr/>
          </p:nvSpPr>
          <p:spPr>
            <a:xfrm>
              <a:off x="9505188" y="1276342"/>
              <a:ext cx="757809" cy="2109865"/>
            </a:xfrm>
            <a:custGeom>
              <a:avLst/>
              <a:gdLst/>
              <a:ahLst/>
              <a:cxnLst/>
              <a:rect l="0" t="0" r="r" b="b"/>
              <a:pathLst>
                <a:path w="3711" h="10000">
                  <a:moveTo>
                    <a:pt x="2726" y="4"/>
                  </a:moveTo>
                  <a:lnTo>
                    <a:pt x="2635" y="23"/>
                  </a:lnTo>
                  <a:lnTo>
                    <a:pt x="2518" y="56"/>
                  </a:lnTo>
                  <a:lnTo>
                    <a:pt x="2383" y="103"/>
                  </a:lnTo>
                  <a:lnTo>
                    <a:pt x="2241" y="160"/>
                  </a:lnTo>
                  <a:lnTo>
                    <a:pt x="2102" y="226"/>
                  </a:lnTo>
                  <a:lnTo>
                    <a:pt x="1974" y="299"/>
                  </a:lnTo>
                  <a:lnTo>
                    <a:pt x="1856" y="381"/>
                  </a:lnTo>
                  <a:lnTo>
                    <a:pt x="1739" y="471"/>
                  </a:lnTo>
                  <a:lnTo>
                    <a:pt x="1625" y="571"/>
                  </a:lnTo>
                  <a:lnTo>
                    <a:pt x="1514" y="679"/>
                  </a:lnTo>
                  <a:lnTo>
                    <a:pt x="1406" y="795"/>
                  </a:lnTo>
                  <a:lnTo>
                    <a:pt x="1303" y="917"/>
                  </a:lnTo>
                  <a:lnTo>
                    <a:pt x="1204" y="1047"/>
                  </a:lnTo>
                  <a:lnTo>
                    <a:pt x="1109" y="1185"/>
                  </a:lnTo>
                  <a:lnTo>
                    <a:pt x="1017" y="1330"/>
                  </a:lnTo>
                  <a:lnTo>
                    <a:pt x="929" y="1482"/>
                  </a:lnTo>
                  <a:lnTo>
                    <a:pt x="845" y="1640"/>
                  </a:lnTo>
                  <a:lnTo>
                    <a:pt x="765" y="1804"/>
                  </a:lnTo>
                  <a:lnTo>
                    <a:pt x="688" y="1975"/>
                  </a:lnTo>
                  <a:lnTo>
                    <a:pt x="615" y="2153"/>
                  </a:lnTo>
                  <a:lnTo>
                    <a:pt x="545" y="2337"/>
                  </a:lnTo>
                  <a:lnTo>
                    <a:pt x="480" y="2527"/>
                  </a:lnTo>
                  <a:lnTo>
                    <a:pt x="418" y="2721"/>
                  </a:lnTo>
                  <a:lnTo>
                    <a:pt x="362" y="2919"/>
                  </a:lnTo>
                  <a:lnTo>
                    <a:pt x="311" y="3122"/>
                  </a:lnTo>
                  <a:lnTo>
                    <a:pt x="265" y="3330"/>
                  </a:lnTo>
                  <a:lnTo>
                    <a:pt x="223" y="3543"/>
                  </a:lnTo>
                  <a:lnTo>
                    <a:pt x="185" y="3759"/>
                  </a:lnTo>
                  <a:lnTo>
                    <a:pt x="151" y="3977"/>
                  </a:lnTo>
                  <a:lnTo>
                    <a:pt x="120" y="4196"/>
                  </a:lnTo>
                  <a:lnTo>
                    <a:pt x="93" y="4416"/>
                  </a:lnTo>
                  <a:lnTo>
                    <a:pt x="71" y="4638"/>
                  </a:lnTo>
                  <a:lnTo>
                    <a:pt x="52" y="4863"/>
                  </a:lnTo>
                  <a:lnTo>
                    <a:pt x="36" y="5089"/>
                  </a:lnTo>
                  <a:lnTo>
                    <a:pt x="23" y="5314"/>
                  </a:lnTo>
                  <a:lnTo>
                    <a:pt x="13" y="5539"/>
                  </a:lnTo>
                  <a:lnTo>
                    <a:pt x="5" y="5764"/>
                  </a:lnTo>
                  <a:lnTo>
                    <a:pt x="1" y="5989"/>
                  </a:lnTo>
                  <a:lnTo>
                    <a:pt x="0" y="6215"/>
                  </a:lnTo>
                  <a:lnTo>
                    <a:pt x="1" y="6440"/>
                  </a:lnTo>
                  <a:lnTo>
                    <a:pt x="5" y="6663"/>
                  </a:lnTo>
                  <a:lnTo>
                    <a:pt x="13" y="6883"/>
                  </a:lnTo>
                  <a:lnTo>
                    <a:pt x="24" y="7102"/>
                  </a:lnTo>
                  <a:lnTo>
                    <a:pt x="39" y="7322"/>
                  </a:lnTo>
                  <a:lnTo>
                    <a:pt x="57" y="7540"/>
                  </a:lnTo>
                  <a:lnTo>
                    <a:pt x="77" y="7754"/>
                  </a:lnTo>
                  <a:lnTo>
                    <a:pt x="98" y="7961"/>
                  </a:lnTo>
                  <a:lnTo>
                    <a:pt x="120" y="8159"/>
                  </a:lnTo>
                  <a:lnTo>
                    <a:pt x="144" y="8348"/>
                  </a:lnTo>
                  <a:lnTo>
                    <a:pt x="169" y="8530"/>
                  </a:lnTo>
                  <a:lnTo>
                    <a:pt x="196" y="8706"/>
                  </a:lnTo>
                  <a:lnTo>
                    <a:pt x="224" y="8874"/>
                  </a:lnTo>
                  <a:lnTo>
                    <a:pt x="253" y="9037"/>
                  </a:lnTo>
                  <a:lnTo>
                    <a:pt x="282" y="9193"/>
                  </a:lnTo>
                  <a:lnTo>
                    <a:pt x="311" y="9358"/>
                  </a:lnTo>
                  <a:lnTo>
                    <a:pt x="340" y="9533"/>
                  </a:lnTo>
                  <a:lnTo>
                    <a:pt x="371" y="9703"/>
                  </a:lnTo>
                  <a:lnTo>
                    <a:pt x="402" y="9848"/>
                  </a:lnTo>
                  <a:lnTo>
                    <a:pt x="435" y="9953"/>
                  </a:lnTo>
                  <a:lnTo>
                    <a:pt x="470" y="10000"/>
                  </a:lnTo>
                  <a:lnTo>
                    <a:pt x="503" y="9980"/>
                  </a:lnTo>
                  <a:lnTo>
                    <a:pt x="532" y="9907"/>
                  </a:lnTo>
                  <a:lnTo>
                    <a:pt x="564" y="9793"/>
                  </a:lnTo>
                  <a:lnTo>
                    <a:pt x="601" y="9651"/>
                  </a:lnTo>
                  <a:lnTo>
                    <a:pt x="649" y="9494"/>
                  </a:lnTo>
                  <a:lnTo>
                    <a:pt x="711" y="9334"/>
                  </a:lnTo>
                  <a:lnTo>
                    <a:pt x="789" y="9158"/>
                  </a:lnTo>
                  <a:lnTo>
                    <a:pt x="877" y="8950"/>
                  </a:lnTo>
                  <a:lnTo>
                    <a:pt x="975" y="8727"/>
                  </a:lnTo>
                  <a:lnTo>
                    <a:pt x="1084" y="8505"/>
                  </a:lnTo>
                  <a:lnTo>
                    <a:pt x="1202" y="8299"/>
                  </a:lnTo>
                  <a:lnTo>
                    <a:pt x="1329" y="8125"/>
                  </a:lnTo>
                  <a:lnTo>
                    <a:pt x="1471" y="7982"/>
                  </a:lnTo>
                  <a:lnTo>
                    <a:pt x="1627" y="7857"/>
                  </a:lnTo>
                  <a:lnTo>
                    <a:pt x="1793" y="7747"/>
                  </a:lnTo>
                  <a:lnTo>
                    <a:pt x="1963" y="7654"/>
                  </a:lnTo>
                  <a:lnTo>
                    <a:pt x="2133" y="7574"/>
                  </a:lnTo>
                  <a:lnTo>
                    <a:pt x="2297" y="7507"/>
                  </a:lnTo>
                  <a:lnTo>
                    <a:pt x="2456" y="7450"/>
                  </a:lnTo>
                  <a:lnTo>
                    <a:pt x="2617" y="7401"/>
                  </a:lnTo>
                  <a:lnTo>
                    <a:pt x="2777" y="7366"/>
                  </a:lnTo>
                  <a:lnTo>
                    <a:pt x="2934" y="7351"/>
                  </a:lnTo>
                  <a:lnTo>
                    <a:pt x="3088" y="7360"/>
                  </a:lnTo>
                  <a:lnTo>
                    <a:pt x="3237" y="7400"/>
                  </a:lnTo>
                  <a:lnTo>
                    <a:pt x="3392" y="7476"/>
                  </a:lnTo>
                  <a:lnTo>
                    <a:pt x="3557" y="7585"/>
                  </a:lnTo>
                  <a:lnTo>
                    <a:pt x="3710" y="7712"/>
                  </a:lnTo>
                  <a:lnTo>
                    <a:pt x="3711" y="7689"/>
                  </a:lnTo>
                  <a:lnTo>
                    <a:pt x="3709" y="7441"/>
                  </a:lnTo>
                  <a:lnTo>
                    <a:pt x="3707" y="7194"/>
                  </a:lnTo>
                  <a:lnTo>
                    <a:pt x="3705" y="6948"/>
                  </a:lnTo>
                  <a:lnTo>
                    <a:pt x="3703" y="6702"/>
                  </a:lnTo>
                  <a:lnTo>
                    <a:pt x="3701" y="6457"/>
                  </a:lnTo>
                  <a:lnTo>
                    <a:pt x="3699" y="6211"/>
                  </a:lnTo>
                  <a:lnTo>
                    <a:pt x="3698" y="5964"/>
                  </a:lnTo>
                  <a:lnTo>
                    <a:pt x="3697" y="5718"/>
                  </a:lnTo>
                  <a:lnTo>
                    <a:pt x="3697" y="5472"/>
                  </a:lnTo>
                  <a:lnTo>
                    <a:pt x="3695" y="5226"/>
                  </a:lnTo>
                  <a:lnTo>
                    <a:pt x="3693" y="4979"/>
                  </a:lnTo>
                  <a:lnTo>
                    <a:pt x="3688" y="4733"/>
                  </a:lnTo>
                  <a:lnTo>
                    <a:pt x="3681" y="4486"/>
                  </a:lnTo>
                  <a:lnTo>
                    <a:pt x="3674" y="4239"/>
                  </a:lnTo>
                  <a:lnTo>
                    <a:pt x="3665" y="3992"/>
                  </a:lnTo>
                  <a:lnTo>
                    <a:pt x="3654" y="3746"/>
                  </a:lnTo>
                  <a:lnTo>
                    <a:pt x="3640" y="3500"/>
                  </a:lnTo>
                  <a:lnTo>
                    <a:pt x="3623" y="3255"/>
                  </a:lnTo>
                  <a:lnTo>
                    <a:pt x="3601" y="3007"/>
                  </a:lnTo>
                  <a:lnTo>
                    <a:pt x="3576" y="2755"/>
                  </a:lnTo>
                  <a:lnTo>
                    <a:pt x="3549" y="2504"/>
                  </a:lnTo>
                  <a:lnTo>
                    <a:pt x="3518" y="2259"/>
                  </a:lnTo>
                  <a:lnTo>
                    <a:pt x="3485" y="2024"/>
                  </a:lnTo>
                  <a:lnTo>
                    <a:pt x="3448" y="1804"/>
                  </a:lnTo>
                  <a:lnTo>
                    <a:pt x="3408" y="1597"/>
                  </a:lnTo>
                  <a:lnTo>
                    <a:pt x="3363" y="1399"/>
                  </a:lnTo>
                  <a:lnTo>
                    <a:pt x="3316" y="1211"/>
                  </a:lnTo>
                  <a:lnTo>
                    <a:pt x="3267" y="1036"/>
                  </a:lnTo>
                  <a:lnTo>
                    <a:pt x="3217" y="874"/>
                  </a:lnTo>
                  <a:lnTo>
                    <a:pt x="3169" y="729"/>
                  </a:lnTo>
                  <a:lnTo>
                    <a:pt x="3119" y="601"/>
                  </a:lnTo>
                  <a:lnTo>
                    <a:pt x="3066" y="488"/>
                  </a:lnTo>
                  <a:lnTo>
                    <a:pt x="3013" y="390"/>
                  </a:lnTo>
                  <a:lnTo>
                    <a:pt x="2962" y="304"/>
                  </a:lnTo>
                  <a:lnTo>
                    <a:pt x="2915" y="230"/>
                  </a:lnTo>
                  <a:lnTo>
                    <a:pt x="2874" y="165"/>
                  </a:lnTo>
                  <a:lnTo>
                    <a:pt x="2848" y="109"/>
                  </a:lnTo>
                  <a:lnTo>
                    <a:pt x="2837" y="64"/>
                  </a:lnTo>
                  <a:lnTo>
                    <a:pt x="2829" y="31"/>
                  </a:lnTo>
                  <a:lnTo>
                    <a:pt x="2815" y="9"/>
                  </a:lnTo>
                  <a:lnTo>
                    <a:pt x="2784" y="0"/>
                  </a:lnTo>
                  <a:lnTo>
                    <a:pt x="2726" y="4"/>
                  </a:lnTo>
                  <a:close/>
                </a:path>
              </a:pathLst>
            </a:custGeom>
            <a:gradFill rotWithShape="1">
              <a:gsLst>
                <a:gs pos="0">
                  <a:srgbClr val="E8E8E8"/>
                </a:gs>
                <a:gs pos="100000">
                  <a:srgbClr val="BDBDBD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90" name="ATL PulmonI"/>
          <p:cNvGrpSpPr/>
          <p:nvPr/>
        </p:nvGrpSpPr>
        <p:grpSpPr>
          <a:xfrm>
            <a:off x="10631409" y="1276342"/>
            <a:ext cx="986043" cy="2198093"/>
            <a:chOff x="10631409" y="1276342"/>
            <a:chExt cx="986043" cy="2198093"/>
          </a:xfrm>
        </p:grpSpPr>
        <p:sp>
          <p:nvSpPr>
            <p:cNvPr id="91" name="Forma 90"/>
            <p:cNvSpPr/>
            <p:nvPr/>
          </p:nvSpPr>
          <p:spPr>
            <a:xfrm>
              <a:off x="10631409" y="1276342"/>
              <a:ext cx="986043" cy="2198093"/>
            </a:xfrm>
            <a:custGeom>
              <a:avLst/>
              <a:gdLst/>
              <a:ahLst/>
              <a:cxnLst/>
              <a:rect l="0" t="0" r="r" b="b"/>
              <a:pathLst>
                <a:path w="4635" h="10000">
                  <a:moveTo>
                    <a:pt x="2017" y="4"/>
                  </a:moveTo>
                  <a:lnTo>
                    <a:pt x="1897" y="0"/>
                  </a:lnTo>
                  <a:lnTo>
                    <a:pt x="1773" y="8"/>
                  </a:lnTo>
                  <a:lnTo>
                    <a:pt x="1651" y="29"/>
                  </a:lnTo>
                  <a:lnTo>
                    <a:pt x="1534" y="62"/>
                  </a:lnTo>
                  <a:lnTo>
                    <a:pt x="1427" y="105"/>
                  </a:lnTo>
                  <a:lnTo>
                    <a:pt x="1333" y="158"/>
                  </a:lnTo>
                  <a:lnTo>
                    <a:pt x="1258" y="221"/>
                  </a:lnTo>
                  <a:lnTo>
                    <a:pt x="1198" y="292"/>
                  </a:lnTo>
                  <a:lnTo>
                    <a:pt x="1148" y="374"/>
                  </a:lnTo>
                  <a:lnTo>
                    <a:pt x="1101" y="469"/>
                  </a:lnTo>
                  <a:lnTo>
                    <a:pt x="1053" y="577"/>
                  </a:lnTo>
                  <a:lnTo>
                    <a:pt x="997" y="700"/>
                  </a:lnTo>
                  <a:lnTo>
                    <a:pt x="933" y="839"/>
                  </a:lnTo>
                  <a:lnTo>
                    <a:pt x="866" y="994"/>
                  </a:lnTo>
                  <a:lnTo>
                    <a:pt x="797" y="1163"/>
                  </a:lnTo>
                  <a:lnTo>
                    <a:pt x="727" y="1343"/>
                  </a:lnTo>
                  <a:lnTo>
                    <a:pt x="660" y="1533"/>
                  </a:lnTo>
                  <a:lnTo>
                    <a:pt x="595" y="1732"/>
                  </a:lnTo>
                  <a:lnTo>
                    <a:pt x="532" y="1943"/>
                  </a:lnTo>
                  <a:lnTo>
                    <a:pt x="471" y="2168"/>
                  </a:lnTo>
                  <a:lnTo>
                    <a:pt x="411" y="2404"/>
                  </a:lnTo>
                  <a:lnTo>
                    <a:pt x="353" y="2645"/>
                  </a:lnTo>
                  <a:lnTo>
                    <a:pt x="298" y="2887"/>
                  </a:lnTo>
                  <a:lnTo>
                    <a:pt x="246" y="3124"/>
                  </a:lnTo>
                  <a:lnTo>
                    <a:pt x="194" y="3359"/>
                  </a:lnTo>
                  <a:lnTo>
                    <a:pt x="140" y="3595"/>
                  </a:lnTo>
                  <a:lnTo>
                    <a:pt x="89" y="3832"/>
                  </a:lnTo>
                  <a:lnTo>
                    <a:pt x="46" y="4069"/>
                  </a:lnTo>
                  <a:lnTo>
                    <a:pt x="14" y="4306"/>
                  </a:lnTo>
                  <a:lnTo>
                    <a:pt x="0" y="4543"/>
                  </a:lnTo>
                  <a:lnTo>
                    <a:pt x="6" y="4779"/>
                  </a:lnTo>
                  <a:lnTo>
                    <a:pt x="32" y="5016"/>
                  </a:lnTo>
                  <a:lnTo>
                    <a:pt x="69" y="5252"/>
                  </a:lnTo>
                  <a:lnTo>
                    <a:pt x="113" y="5489"/>
                  </a:lnTo>
                  <a:lnTo>
                    <a:pt x="155" y="5725"/>
                  </a:lnTo>
                  <a:lnTo>
                    <a:pt x="191" y="5961"/>
                  </a:lnTo>
                  <a:lnTo>
                    <a:pt x="221" y="6194"/>
                  </a:lnTo>
                  <a:lnTo>
                    <a:pt x="252" y="6422"/>
                  </a:lnTo>
                  <a:lnTo>
                    <a:pt x="282" y="6650"/>
                  </a:lnTo>
                  <a:lnTo>
                    <a:pt x="310" y="6882"/>
                  </a:lnTo>
                  <a:lnTo>
                    <a:pt x="335" y="7124"/>
                  </a:lnTo>
                  <a:lnTo>
                    <a:pt x="357" y="7380"/>
                  </a:lnTo>
                  <a:lnTo>
                    <a:pt x="370" y="7677"/>
                  </a:lnTo>
                  <a:lnTo>
                    <a:pt x="375" y="8017"/>
                  </a:lnTo>
                  <a:lnTo>
                    <a:pt x="377" y="8367"/>
                  </a:lnTo>
                  <a:lnTo>
                    <a:pt x="381" y="8692"/>
                  </a:lnTo>
                  <a:lnTo>
                    <a:pt x="393" y="8959"/>
                  </a:lnTo>
                  <a:lnTo>
                    <a:pt x="418" y="9134"/>
                  </a:lnTo>
                  <a:lnTo>
                    <a:pt x="453" y="9198"/>
                  </a:lnTo>
                  <a:lnTo>
                    <a:pt x="493" y="9175"/>
                  </a:lnTo>
                  <a:lnTo>
                    <a:pt x="541" y="9094"/>
                  </a:lnTo>
                  <a:lnTo>
                    <a:pt x="599" y="8984"/>
                  </a:lnTo>
                  <a:lnTo>
                    <a:pt x="669" y="8876"/>
                  </a:lnTo>
                  <a:lnTo>
                    <a:pt x="753" y="8799"/>
                  </a:lnTo>
                  <a:lnTo>
                    <a:pt x="855" y="8744"/>
                  </a:lnTo>
                  <a:lnTo>
                    <a:pt x="974" y="8686"/>
                  </a:lnTo>
                  <a:lnTo>
                    <a:pt x="1105" y="8629"/>
                  </a:lnTo>
                  <a:lnTo>
                    <a:pt x="1243" y="8579"/>
                  </a:lnTo>
                  <a:lnTo>
                    <a:pt x="1385" y="8539"/>
                  </a:lnTo>
                  <a:lnTo>
                    <a:pt x="1527" y="8515"/>
                  </a:lnTo>
                  <a:lnTo>
                    <a:pt x="1670" y="8504"/>
                  </a:lnTo>
                  <a:lnTo>
                    <a:pt x="1817" y="8502"/>
                  </a:lnTo>
                  <a:lnTo>
                    <a:pt x="1969" y="8512"/>
                  </a:lnTo>
                  <a:lnTo>
                    <a:pt x="2122" y="8533"/>
                  </a:lnTo>
                  <a:lnTo>
                    <a:pt x="2276" y="8568"/>
                  </a:lnTo>
                  <a:lnTo>
                    <a:pt x="2430" y="8618"/>
                  </a:lnTo>
                  <a:lnTo>
                    <a:pt x="2587" y="8687"/>
                  </a:lnTo>
                  <a:lnTo>
                    <a:pt x="2749" y="8776"/>
                  </a:lnTo>
                  <a:lnTo>
                    <a:pt x="2913" y="8878"/>
                  </a:lnTo>
                  <a:lnTo>
                    <a:pt x="3072" y="8988"/>
                  </a:lnTo>
                  <a:lnTo>
                    <a:pt x="3222" y="9101"/>
                  </a:lnTo>
                  <a:lnTo>
                    <a:pt x="3358" y="9211"/>
                  </a:lnTo>
                  <a:lnTo>
                    <a:pt x="3480" y="9329"/>
                  </a:lnTo>
                  <a:lnTo>
                    <a:pt x="3594" y="9462"/>
                  </a:lnTo>
                  <a:lnTo>
                    <a:pt x="3698" y="9597"/>
                  </a:lnTo>
                  <a:lnTo>
                    <a:pt x="3793" y="9723"/>
                  </a:lnTo>
                  <a:lnTo>
                    <a:pt x="3877" y="9831"/>
                  </a:lnTo>
                  <a:lnTo>
                    <a:pt x="3951" y="9908"/>
                  </a:lnTo>
                  <a:lnTo>
                    <a:pt x="4011" y="9957"/>
                  </a:lnTo>
                  <a:lnTo>
                    <a:pt x="4057" y="9988"/>
                  </a:lnTo>
                  <a:lnTo>
                    <a:pt x="4093" y="10000"/>
                  </a:lnTo>
                  <a:lnTo>
                    <a:pt x="4123" y="9991"/>
                  </a:lnTo>
                  <a:lnTo>
                    <a:pt x="4152" y="9960"/>
                  </a:lnTo>
                  <a:lnTo>
                    <a:pt x="4183" y="9908"/>
                  </a:lnTo>
                  <a:lnTo>
                    <a:pt x="4217" y="9830"/>
                  </a:lnTo>
                  <a:lnTo>
                    <a:pt x="4248" y="9727"/>
                  </a:lnTo>
                  <a:lnTo>
                    <a:pt x="4278" y="9602"/>
                  </a:lnTo>
                  <a:lnTo>
                    <a:pt x="4307" y="9460"/>
                  </a:lnTo>
                  <a:lnTo>
                    <a:pt x="4336" y="9302"/>
                  </a:lnTo>
                  <a:lnTo>
                    <a:pt x="4364" y="9134"/>
                  </a:lnTo>
                  <a:lnTo>
                    <a:pt x="4392" y="8946"/>
                  </a:lnTo>
                  <a:lnTo>
                    <a:pt x="4419" y="8736"/>
                  </a:lnTo>
                  <a:lnTo>
                    <a:pt x="4446" y="8511"/>
                  </a:lnTo>
                  <a:lnTo>
                    <a:pt x="4472" y="8279"/>
                  </a:lnTo>
                  <a:lnTo>
                    <a:pt x="4496" y="8050"/>
                  </a:lnTo>
                  <a:lnTo>
                    <a:pt x="4518" y="7831"/>
                  </a:lnTo>
                  <a:lnTo>
                    <a:pt x="4540" y="7623"/>
                  </a:lnTo>
                  <a:lnTo>
                    <a:pt x="4560" y="7420"/>
                  </a:lnTo>
                  <a:lnTo>
                    <a:pt x="4580" y="7218"/>
                  </a:lnTo>
                  <a:lnTo>
                    <a:pt x="4597" y="7017"/>
                  </a:lnTo>
                  <a:lnTo>
                    <a:pt x="4611" y="6813"/>
                  </a:lnTo>
                  <a:lnTo>
                    <a:pt x="4622" y="6606"/>
                  </a:lnTo>
                  <a:lnTo>
                    <a:pt x="4629" y="6395"/>
                  </a:lnTo>
                  <a:lnTo>
                    <a:pt x="4633" y="6181"/>
                  </a:lnTo>
                  <a:lnTo>
                    <a:pt x="4635" y="5965"/>
                  </a:lnTo>
                  <a:lnTo>
                    <a:pt x="4633" y="5749"/>
                  </a:lnTo>
                  <a:lnTo>
                    <a:pt x="4629" y="5532"/>
                  </a:lnTo>
                  <a:lnTo>
                    <a:pt x="4622" y="5317"/>
                  </a:lnTo>
                  <a:lnTo>
                    <a:pt x="4612" y="5101"/>
                  </a:lnTo>
                  <a:lnTo>
                    <a:pt x="4600" y="4884"/>
                  </a:lnTo>
                  <a:lnTo>
                    <a:pt x="4585" y="4668"/>
                  </a:lnTo>
                  <a:lnTo>
                    <a:pt x="4566" y="4452"/>
                  </a:lnTo>
                  <a:lnTo>
                    <a:pt x="4544" y="4238"/>
                  </a:lnTo>
                  <a:lnTo>
                    <a:pt x="4518" y="4027"/>
                  </a:lnTo>
                  <a:lnTo>
                    <a:pt x="4489" y="3817"/>
                  </a:lnTo>
                  <a:lnTo>
                    <a:pt x="4456" y="3608"/>
                  </a:lnTo>
                  <a:lnTo>
                    <a:pt x="4420" y="3401"/>
                  </a:lnTo>
                  <a:lnTo>
                    <a:pt x="4380" y="3196"/>
                  </a:lnTo>
                  <a:lnTo>
                    <a:pt x="4335" y="2996"/>
                  </a:lnTo>
                  <a:lnTo>
                    <a:pt x="4286" y="2802"/>
                  </a:lnTo>
                  <a:lnTo>
                    <a:pt x="4232" y="2612"/>
                  </a:lnTo>
                  <a:lnTo>
                    <a:pt x="4174" y="2426"/>
                  </a:lnTo>
                  <a:lnTo>
                    <a:pt x="4111" y="2243"/>
                  </a:lnTo>
                  <a:lnTo>
                    <a:pt x="4044" y="2066"/>
                  </a:lnTo>
                  <a:lnTo>
                    <a:pt x="3973" y="1896"/>
                  </a:lnTo>
                  <a:lnTo>
                    <a:pt x="3900" y="1732"/>
                  </a:lnTo>
                  <a:lnTo>
                    <a:pt x="3822" y="1574"/>
                  </a:lnTo>
                  <a:lnTo>
                    <a:pt x="3742" y="1422"/>
                  </a:lnTo>
                  <a:lnTo>
                    <a:pt x="3658" y="1276"/>
                  </a:lnTo>
                  <a:lnTo>
                    <a:pt x="3570" y="1137"/>
                  </a:lnTo>
                  <a:lnTo>
                    <a:pt x="3479" y="1005"/>
                  </a:lnTo>
                  <a:lnTo>
                    <a:pt x="3384" y="880"/>
                  </a:lnTo>
                  <a:lnTo>
                    <a:pt x="3285" y="763"/>
                  </a:lnTo>
                  <a:lnTo>
                    <a:pt x="3181" y="652"/>
                  </a:lnTo>
                  <a:lnTo>
                    <a:pt x="3074" y="548"/>
                  </a:lnTo>
                  <a:lnTo>
                    <a:pt x="2964" y="453"/>
                  </a:lnTo>
                  <a:lnTo>
                    <a:pt x="2852" y="365"/>
                  </a:lnTo>
                  <a:lnTo>
                    <a:pt x="2739" y="287"/>
                  </a:lnTo>
                  <a:lnTo>
                    <a:pt x="2623" y="217"/>
                  </a:lnTo>
                  <a:lnTo>
                    <a:pt x="2503" y="154"/>
                  </a:lnTo>
                  <a:lnTo>
                    <a:pt x="2380" y="99"/>
                  </a:lnTo>
                  <a:lnTo>
                    <a:pt x="2258" y="54"/>
                  </a:lnTo>
                  <a:lnTo>
                    <a:pt x="2136" y="22"/>
                  </a:lnTo>
                  <a:lnTo>
                    <a:pt x="2017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661611" y="1307560"/>
              <a:ext cx="925665" cy="2127204"/>
            </a:xfrm>
            <a:custGeom>
              <a:avLst/>
              <a:gdLst/>
              <a:ahLst/>
              <a:cxnLst/>
              <a:rect l="0" t="0" r="r" b="b"/>
              <a:pathLst>
                <a:path w="4496" h="10000">
                  <a:moveTo>
                    <a:pt x="421" y="8945"/>
                  </a:moveTo>
                  <a:lnTo>
                    <a:pt x="429" y="8935"/>
                  </a:lnTo>
                  <a:lnTo>
                    <a:pt x="437" y="8925"/>
                  </a:lnTo>
                  <a:lnTo>
                    <a:pt x="446" y="8916"/>
                  </a:lnTo>
                  <a:lnTo>
                    <a:pt x="533" y="8837"/>
                  </a:lnTo>
                  <a:lnTo>
                    <a:pt x="542" y="8829"/>
                  </a:lnTo>
                  <a:lnTo>
                    <a:pt x="552" y="8822"/>
                  </a:lnTo>
                  <a:lnTo>
                    <a:pt x="562" y="8816"/>
                  </a:lnTo>
                  <a:lnTo>
                    <a:pt x="668" y="8759"/>
                  </a:lnTo>
                  <a:lnTo>
                    <a:pt x="673" y="8757"/>
                  </a:lnTo>
                  <a:lnTo>
                    <a:pt x="795" y="8697"/>
                  </a:lnTo>
                  <a:lnTo>
                    <a:pt x="801" y="8694"/>
                  </a:lnTo>
                  <a:lnTo>
                    <a:pt x="936" y="8636"/>
                  </a:lnTo>
                  <a:lnTo>
                    <a:pt x="945" y="8632"/>
                  </a:lnTo>
                  <a:lnTo>
                    <a:pt x="1088" y="8580"/>
                  </a:lnTo>
                  <a:lnTo>
                    <a:pt x="1098" y="8577"/>
                  </a:lnTo>
                  <a:lnTo>
                    <a:pt x="1245" y="8536"/>
                  </a:lnTo>
                  <a:lnTo>
                    <a:pt x="1260" y="8533"/>
                  </a:lnTo>
                  <a:lnTo>
                    <a:pt x="1406" y="8507"/>
                  </a:lnTo>
                  <a:lnTo>
                    <a:pt x="1420" y="8506"/>
                  </a:lnTo>
                  <a:lnTo>
                    <a:pt x="1567" y="8494"/>
                  </a:lnTo>
                  <a:lnTo>
                    <a:pt x="1577" y="8494"/>
                  </a:lnTo>
                  <a:lnTo>
                    <a:pt x="1730" y="8492"/>
                  </a:lnTo>
                  <a:lnTo>
                    <a:pt x="1740" y="8493"/>
                  </a:lnTo>
                  <a:lnTo>
                    <a:pt x="1896" y="8502"/>
                  </a:lnTo>
                  <a:lnTo>
                    <a:pt x="1908" y="8503"/>
                  </a:lnTo>
                  <a:lnTo>
                    <a:pt x="2066" y="8525"/>
                  </a:lnTo>
                  <a:lnTo>
                    <a:pt x="2078" y="8528"/>
                  </a:lnTo>
                  <a:lnTo>
                    <a:pt x="2238" y="8564"/>
                  </a:lnTo>
                  <a:lnTo>
                    <a:pt x="2251" y="8567"/>
                  </a:lnTo>
                  <a:lnTo>
                    <a:pt x="2409" y="8619"/>
                  </a:lnTo>
                  <a:lnTo>
                    <a:pt x="2423" y="8624"/>
                  </a:lnTo>
                  <a:lnTo>
                    <a:pt x="2585" y="8696"/>
                  </a:lnTo>
                  <a:lnTo>
                    <a:pt x="2596" y="8701"/>
                  </a:lnTo>
                  <a:lnTo>
                    <a:pt x="2764" y="8792"/>
                  </a:lnTo>
                  <a:lnTo>
                    <a:pt x="2772" y="8797"/>
                  </a:lnTo>
                  <a:lnTo>
                    <a:pt x="2941" y="8902"/>
                  </a:lnTo>
                  <a:lnTo>
                    <a:pt x="2947" y="8906"/>
                  </a:lnTo>
                  <a:lnTo>
                    <a:pt x="3111" y="9020"/>
                  </a:lnTo>
                  <a:lnTo>
                    <a:pt x="3116" y="9023"/>
                  </a:lnTo>
                  <a:lnTo>
                    <a:pt x="3271" y="9140"/>
                  </a:lnTo>
                  <a:lnTo>
                    <a:pt x="3275" y="9144"/>
                  </a:lnTo>
                  <a:lnTo>
                    <a:pt x="3416" y="9258"/>
                  </a:lnTo>
                  <a:lnTo>
                    <a:pt x="3425" y="9266"/>
                  </a:lnTo>
                  <a:lnTo>
                    <a:pt x="3551" y="9388"/>
                  </a:lnTo>
                  <a:lnTo>
                    <a:pt x="3561" y="9398"/>
                  </a:lnTo>
                  <a:lnTo>
                    <a:pt x="3678" y="9535"/>
                  </a:lnTo>
                  <a:lnTo>
                    <a:pt x="3683" y="9541"/>
                  </a:lnTo>
                  <a:lnTo>
                    <a:pt x="3790" y="9680"/>
                  </a:lnTo>
                  <a:lnTo>
                    <a:pt x="3792" y="9682"/>
                  </a:lnTo>
                  <a:lnTo>
                    <a:pt x="3888" y="9811"/>
                  </a:lnTo>
                  <a:lnTo>
                    <a:pt x="3970" y="9915"/>
                  </a:lnTo>
                  <a:lnTo>
                    <a:pt x="4035" y="9983"/>
                  </a:lnTo>
                  <a:lnTo>
                    <a:pt x="4055" y="10000"/>
                  </a:lnTo>
                  <a:lnTo>
                    <a:pt x="4072" y="9960"/>
                  </a:lnTo>
                  <a:lnTo>
                    <a:pt x="4101" y="9865"/>
                  </a:lnTo>
                  <a:lnTo>
                    <a:pt x="4131" y="9743"/>
                  </a:lnTo>
                  <a:lnTo>
                    <a:pt x="4160" y="9600"/>
                  </a:lnTo>
                  <a:lnTo>
                    <a:pt x="4189" y="9441"/>
                  </a:lnTo>
                  <a:lnTo>
                    <a:pt x="4217" y="9269"/>
                  </a:lnTo>
                  <a:lnTo>
                    <a:pt x="4246" y="9078"/>
                  </a:lnTo>
                  <a:lnTo>
                    <a:pt x="4274" y="8862"/>
                  </a:lnTo>
                  <a:lnTo>
                    <a:pt x="4302" y="8631"/>
                  </a:lnTo>
                  <a:lnTo>
                    <a:pt x="4328" y="8393"/>
                  </a:lnTo>
                  <a:lnTo>
                    <a:pt x="4353" y="8156"/>
                  </a:lnTo>
                  <a:lnTo>
                    <a:pt x="4376" y="7931"/>
                  </a:lnTo>
                  <a:lnTo>
                    <a:pt x="4398" y="7716"/>
                  </a:lnTo>
                  <a:lnTo>
                    <a:pt x="4420" y="7506"/>
                  </a:lnTo>
                  <a:lnTo>
                    <a:pt x="4439" y="7299"/>
                  </a:lnTo>
                  <a:lnTo>
                    <a:pt x="4457" y="7092"/>
                  </a:lnTo>
                  <a:lnTo>
                    <a:pt x="4471" y="6885"/>
                  </a:lnTo>
                  <a:lnTo>
                    <a:pt x="4482" y="6673"/>
                  </a:lnTo>
                  <a:lnTo>
                    <a:pt x="4490" y="6457"/>
                  </a:lnTo>
                  <a:lnTo>
                    <a:pt x="4494" y="6238"/>
                  </a:lnTo>
                  <a:lnTo>
                    <a:pt x="4496" y="6018"/>
                  </a:lnTo>
                  <a:lnTo>
                    <a:pt x="4494" y="5796"/>
                  </a:lnTo>
                  <a:lnTo>
                    <a:pt x="4490" y="5574"/>
                  </a:lnTo>
                  <a:lnTo>
                    <a:pt x="4482" y="5353"/>
                  </a:lnTo>
                  <a:lnTo>
                    <a:pt x="4472" y="5132"/>
                  </a:lnTo>
                  <a:lnTo>
                    <a:pt x="4460" y="4910"/>
                  </a:lnTo>
                  <a:lnTo>
                    <a:pt x="4444" y="4688"/>
                  </a:lnTo>
                  <a:lnTo>
                    <a:pt x="4426" y="4467"/>
                  </a:lnTo>
                  <a:lnTo>
                    <a:pt x="4403" y="4249"/>
                  </a:lnTo>
                  <a:lnTo>
                    <a:pt x="4377" y="4034"/>
                  </a:lnTo>
                  <a:lnTo>
                    <a:pt x="4347" y="3819"/>
                  </a:lnTo>
                  <a:lnTo>
                    <a:pt x="4313" y="3606"/>
                  </a:lnTo>
                  <a:lnTo>
                    <a:pt x="4276" y="3394"/>
                  </a:lnTo>
                  <a:lnTo>
                    <a:pt x="4236" y="3186"/>
                  </a:lnTo>
                  <a:lnTo>
                    <a:pt x="4190" y="2983"/>
                  </a:lnTo>
                  <a:lnTo>
                    <a:pt x="4141" y="2787"/>
                  </a:lnTo>
                  <a:lnTo>
                    <a:pt x="4086" y="2594"/>
                  </a:lnTo>
                  <a:lnTo>
                    <a:pt x="4027" y="2406"/>
                  </a:lnTo>
                  <a:lnTo>
                    <a:pt x="3963" y="2221"/>
                  </a:lnTo>
                  <a:lnTo>
                    <a:pt x="3895" y="2042"/>
                  </a:lnTo>
                  <a:lnTo>
                    <a:pt x="3824" y="1870"/>
                  </a:lnTo>
                  <a:lnTo>
                    <a:pt x="3750" y="1705"/>
                  </a:lnTo>
                  <a:lnTo>
                    <a:pt x="3672" y="1546"/>
                  </a:lnTo>
                  <a:lnTo>
                    <a:pt x="3592" y="1394"/>
                  </a:lnTo>
                  <a:lnTo>
                    <a:pt x="3507" y="1248"/>
                  </a:lnTo>
                  <a:lnTo>
                    <a:pt x="3420" y="1109"/>
                  </a:lnTo>
                  <a:lnTo>
                    <a:pt x="3329" y="978"/>
                  </a:lnTo>
                  <a:lnTo>
                    <a:pt x="3235" y="855"/>
                  </a:lnTo>
                  <a:lnTo>
                    <a:pt x="3138" y="739"/>
                  </a:lnTo>
                  <a:lnTo>
                    <a:pt x="3036" y="630"/>
                  </a:lnTo>
                  <a:lnTo>
                    <a:pt x="2931" y="528"/>
                  </a:lnTo>
                  <a:lnTo>
                    <a:pt x="2823" y="434"/>
                  </a:lnTo>
                  <a:lnTo>
                    <a:pt x="2714" y="349"/>
                  </a:lnTo>
                  <a:lnTo>
                    <a:pt x="2604" y="273"/>
                  </a:lnTo>
                  <a:lnTo>
                    <a:pt x="2491" y="205"/>
                  </a:lnTo>
                  <a:lnTo>
                    <a:pt x="2375" y="144"/>
                  </a:lnTo>
                  <a:lnTo>
                    <a:pt x="2258" y="91"/>
                  </a:lnTo>
                  <a:lnTo>
                    <a:pt x="2142" y="49"/>
                  </a:lnTo>
                  <a:lnTo>
                    <a:pt x="2030" y="20"/>
                  </a:lnTo>
                  <a:lnTo>
                    <a:pt x="1924" y="3"/>
                  </a:lnTo>
                  <a:lnTo>
                    <a:pt x="1816" y="0"/>
                  </a:lnTo>
                  <a:lnTo>
                    <a:pt x="1703" y="8"/>
                  </a:lnTo>
                  <a:lnTo>
                    <a:pt x="1591" y="27"/>
                  </a:lnTo>
                  <a:lnTo>
                    <a:pt x="1486" y="56"/>
                  </a:lnTo>
                  <a:lnTo>
                    <a:pt x="1392" y="94"/>
                  </a:lnTo>
                  <a:lnTo>
                    <a:pt x="1315" y="138"/>
                  </a:lnTo>
                  <a:lnTo>
                    <a:pt x="1257" y="186"/>
                  </a:lnTo>
                  <a:lnTo>
                    <a:pt x="1211" y="241"/>
                  </a:lnTo>
                  <a:lnTo>
                    <a:pt x="1168" y="311"/>
                  </a:lnTo>
                  <a:lnTo>
                    <a:pt x="1124" y="400"/>
                  </a:lnTo>
                  <a:lnTo>
                    <a:pt x="1075" y="509"/>
                  </a:lnTo>
                  <a:lnTo>
                    <a:pt x="1075" y="510"/>
                  </a:lnTo>
                  <a:lnTo>
                    <a:pt x="1017" y="637"/>
                  </a:lnTo>
                  <a:lnTo>
                    <a:pt x="1017" y="638"/>
                  </a:lnTo>
                  <a:lnTo>
                    <a:pt x="952" y="780"/>
                  </a:lnTo>
                  <a:lnTo>
                    <a:pt x="883" y="938"/>
                  </a:lnTo>
                  <a:lnTo>
                    <a:pt x="813" y="1109"/>
                  </a:lnTo>
                  <a:lnTo>
                    <a:pt x="742" y="1292"/>
                  </a:lnTo>
                  <a:lnTo>
                    <a:pt x="674" y="1485"/>
                  </a:lnTo>
                  <a:lnTo>
                    <a:pt x="608" y="1686"/>
                  </a:lnTo>
                  <a:lnTo>
                    <a:pt x="545" y="1901"/>
                  </a:lnTo>
                  <a:lnTo>
                    <a:pt x="482" y="2131"/>
                  </a:lnTo>
                  <a:lnTo>
                    <a:pt x="420" y="2372"/>
                  </a:lnTo>
                  <a:lnTo>
                    <a:pt x="361" y="2620"/>
                  </a:lnTo>
                  <a:lnTo>
                    <a:pt x="304" y="2868"/>
                  </a:lnTo>
                  <a:lnTo>
                    <a:pt x="251" y="3113"/>
                  </a:lnTo>
                  <a:lnTo>
                    <a:pt x="251" y="3113"/>
                  </a:lnTo>
                  <a:lnTo>
                    <a:pt x="197" y="3356"/>
                  </a:lnTo>
                  <a:lnTo>
                    <a:pt x="197" y="3357"/>
                  </a:lnTo>
                  <a:lnTo>
                    <a:pt x="141" y="3600"/>
                  </a:lnTo>
                  <a:lnTo>
                    <a:pt x="89" y="3842"/>
                  </a:lnTo>
                  <a:lnTo>
                    <a:pt x="45" y="4081"/>
                  </a:lnTo>
                  <a:lnTo>
                    <a:pt x="14" y="4317"/>
                  </a:lnTo>
                  <a:lnTo>
                    <a:pt x="0" y="4550"/>
                  </a:lnTo>
                  <a:lnTo>
                    <a:pt x="6" y="4782"/>
                  </a:lnTo>
                  <a:lnTo>
                    <a:pt x="32" y="5017"/>
                  </a:lnTo>
                  <a:lnTo>
                    <a:pt x="70" y="5256"/>
                  </a:lnTo>
                  <a:lnTo>
                    <a:pt x="114" y="5498"/>
                  </a:lnTo>
                  <a:lnTo>
                    <a:pt x="114" y="5499"/>
                  </a:lnTo>
                  <a:lnTo>
                    <a:pt x="158" y="5743"/>
                  </a:lnTo>
                  <a:lnTo>
                    <a:pt x="159" y="5747"/>
                  </a:lnTo>
                  <a:lnTo>
                    <a:pt x="196" y="5992"/>
                  </a:lnTo>
                  <a:lnTo>
                    <a:pt x="196" y="5994"/>
                  </a:lnTo>
                  <a:lnTo>
                    <a:pt x="227" y="6234"/>
                  </a:lnTo>
                  <a:lnTo>
                    <a:pt x="259" y="6470"/>
                  </a:lnTo>
                  <a:lnTo>
                    <a:pt x="259" y="6470"/>
                  </a:lnTo>
                  <a:lnTo>
                    <a:pt x="290" y="6706"/>
                  </a:lnTo>
                  <a:lnTo>
                    <a:pt x="290" y="6707"/>
                  </a:lnTo>
                  <a:lnTo>
                    <a:pt x="319" y="6947"/>
                  </a:lnTo>
                  <a:lnTo>
                    <a:pt x="320" y="6950"/>
                  </a:lnTo>
                  <a:lnTo>
                    <a:pt x="346" y="7200"/>
                  </a:lnTo>
                  <a:lnTo>
                    <a:pt x="346" y="7203"/>
                  </a:lnTo>
                  <a:lnTo>
                    <a:pt x="368" y="7467"/>
                  </a:lnTo>
                  <a:lnTo>
                    <a:pt x="368" y="7473"/>
                  </a:lnTo>
                  <a:lnTo>
                    <a:pt x="382" y="7780"/>
                  </a:lnTo>
                  <a:lnTo>
                    <a:pt x="382" y="7784"/>
                  </a:lnTo>
                  <a:lnTo>
                    <a:pt x="387" y="8135"/>
                  </a:lnTo>
                  <a:lnTo>
                    <a:pt x="387" y="8137"/>
                  </a:lnTo>
                  <a:lnTo>
                    <a:pt x="389" y="8497"/>
                  </a:lnTo>
                  <a:lnTo>
                    <a:pt x="394" y="8830"/>
                  </a:lnTo>
                  <a:lnTo>
                    <a:pt x="400" y="8978"/>
                  </a:lnTo>
                  <a:lnTo>
                    <a:pt x="421" y="894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10849356" y="1509674"/>
              <a:ext cx="681715" cy="147401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94" name="ATL Costillas"/>
          <p:cNvSpPr/>
          <p:nvPr/>
        </p:nvSpPr>
        <p:spPr>
          <a:xfrm>
            <a:off x="9354312" y="1254557"/>
            <a:ext cx="2414016" cy="2335743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95" name="ATL Mediastino"/>
          <p:cNvSpPr/>
          <p:nvPr/>
        </p:nvSpPr>
        <p:spPr>
          <a:xfrm>
            <a:off x="10094976" y="1183691"/>
            <a:ext cx="932688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136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492"/>
                </a:lnTo>
                <a:lnTo>
                  <a:pt x="1" y="497"/>
                </a:lnTo>
                <a:lnTo>
                  <a:pt x="11" y="537"/>
                </a:lnTo>
                <a:lnTo>
                  <a:pt x="34" y="586"/>
                </a:lnTo>
                <a:lnTo>
                  <a:pt x="73" y="648"/>
                </a:lnTo>
                <a:lnTo>
                  <a:pt x="121" y="724"/>
                </a:lnTo>
                <a:lnTo>
                  <a:pt x="122" y="725"/>
                </a:lnTo>
                <a:lnTo>
                  <a:pt x="173" y="812"/>
                </a:lnTo>
                <a:lnTo>
                  <a:pt x="175" y="814"/>
                </a:lnTo>
                <a:lnTo>
                  <a:pt x="228" y="913"/>
                </a:lnTo>
                <a:lnTo>
                  <a:pt x="230" y="916"/>
                </a:lnTo>
                <a:lnTo>
                  <a:pt x="283" y="1030"/>
                </a:lnTo>
                <a:lnTo>
                  <a:pt x="284" y="1034"/>
                </a:lnTo>
                <a:lnTo>
                  <a:pt x="335" y="1163"/>
                </a:lnTo>
                <a:lnTo>
                  <a:pt x="336" y="1166"/>
                </a:lnTo>
                <a:lnTo>
                  <a:pt x="385" y="1313"/>
                </a:lnTo>
                <a:lnTo>
                  <a:pt x="385" y="1314"/>
                </a:lnTo>
                <a:lnTo>
                  <a:pt x="435" y="1478"/>
                </a:lnTo>
                <a:lnTo>
                  <a:pt x="436" y="1479"/>
                </a:lnTo>
                <a:lnTo>
                  <a:pt x="486" y="1657"/>
                </a:lnTo>
                <a:lnTo>
                  <a:pt x="486" y="1658"/>
                </a:lnTo>
                <a:lnTo>
                  <a:pt x="534" y="1848"/>
                </a:lnTo>
                <a:lnTo>
                  <a:pt x="534" y="1850"/>
                </a:lnTo>
                <a:lnTo>
                  <a:pt x="579" y="2050"/>
                </a:lnTo>
                <a:lnTo>
                  <a:pt x="580" y="2052"/>
                </a:lnTo>
                <a:lnTo>
                  <a:pt x="620" y="2261"/>
                </a:lnTo>
                <a:lnTo>
                  <a:pt x="621" y="2263"/>
                </a:lnTo>
                <a:lnTo>
                  <a:pt x="658" y="2485"/>
                </a:lnTo>
                <a:lnTo>
                  <a:pt x="658" y="2486"/>
                </a:lnTo>
                <a:lnTo>
                  <a:pt x="692" y="2724"/>
                </a:lnTo>
                <a:lnTo>
                  <a:pt x="692" y="2725"/>
                </a:lnTo>
                <a:lnTo>
                  <a:pt x="723" y="2974"/>
                </a:lnTo>
                <a:lnTo>
                  <a:pt x="723" y="2975"/>
                </a:lnTo>
                <a:lnTo>
                  <a:pt x="751" y="3229"/>
                </a:lnTo>
                <a:lnTo>
                  <a:pt x="751" y="3230"/>
                </a:lnTo>
                <a:lnTo>
                  <a:pt x="776" y="3485"/>
                </a:lnTo>
                <a:lnTo>
                  <a:pt x="776" y="3485"/>
                </a:lnTo>
                <a:lnTo>
                  <a:pt x="798" y="3736"/>
                </a:lnTo>
                <a:lnTo>
                  <a:pt x="798" y="3737"/>
                </a:lnTo>
                <a:lnTo>
                  <a:pt x="816" y="3985"/>
                </a:lnTo>
                <a:lnTo>
                  <a:pt x="816" y="3986"/>
                </a:lnTo>
                <a:lnTo>
                  <a:pt x="830" y="4235"/>
                </a:lnTo>
                <a:lnTo>
                  <a:pt x="830" y="4235"/>
                </a:lnTo>
                <a:lnTo>
                  <a:pt x="841" y="4485"/>
                </a:lnTo>
                <a:lnTo>
                  <a:pt x="841" y="4486"/>
                </a:lnTo>
                <a:lnTo>
                  <a:pt x="850" y="4736"/>
                </a:lnTo>
                <a:lnTo>
                  <a:pt x="850" y="4736"/>
                </a:lnTo>
                <a:lnTo>
                  <a:pt x="857" y="4986"/>
                </a:lnTo>
                <a:lnTo>
                  <a:pt x="857" y="4986"/>
                </a:lnTo>
                <a:lnTo>
                  <a:pt x="864" y="5236"/>
                </a:lnTo>
                <a:lnTo>
                  <a:pt x="864" y="5236"/>
                </a:lnTo>
                <a:lnTo>
                  <a:pt x="869" y="5486"/>
                </a:lnTo>
                <a:lnTo>
                  <a:pt x="869" y="5486"/>
                </a:lnTo>
                <a:lnTo>
                  <a:pt x="872" y="5736"/>
                </a:lnTo>
                <a:lnTo>
                  <a:pt x="872" y="5736"/>
                </a:lnTo>
                <a:lnTo>
                  <a:pt x="873" y="5986"/>
                </a:lnTo>
                <a:lnTo>
                  <a:pt x="873" y="5986"/>
                </a:lnTo>
                <a:lnTo>
                  <a:pt x="874" y="6235"/>
                </a:lnTo>
                <a:lnTo>
                  <a:pt x="874" y="6485"/>
                </a:lnTo>
                <a:lnTo>
                  <a:pt x="876" y="6734"/>
                </a:lnTo>
                <a:lnTo>
                  <a:pt x="876" y="6824"/>
                </a:lnTo>
                <a:lnTo>
                  <a:pt x="873" y="6836"/>
                </a:lnTo>
                <a:lnTo>
                  <a:pt x="842" y="6986"/>
                </a:lnTo>
                <a:lnTo>
                  <a:pt x="816" y="7142"/>
                </a:lnTo>
                <a:lnTo>
                  <a:pt x="793" y="7309"/>
                </a:lnTo>
                <a:lnTo>
                  <a:pt x="775" y="7489"/>
                </a:lnTo>
                <a:lnTo>
                  <a:pt x="765" y="7676"/>
                </a:lnTo>
                <a:lnTo>
                  <a:pt x="762" y="7866"/>
                </a:lnTo>
                <a:lnTo>
                  <a:pt x="770" y="8053"/>
                </a:lnTo>
                <a:lnTo>
                  <a:pt x="788" y="8231"/>
                </a:lnTo>
                <a:lnTo>
                  <a:pt x="799" y="8297"/>
                </a:lnTo>
                <a:lnTo>
                  <a:pt x="798" y="8297"/>
                </a:lnTo>
                <a:lnTo>
                  <a:pt x="645" y="8170"/>
                </a:lnTo>
                <a:lnTo>
                  <a:pt x="483" y="8062"/>
                </a:lnTo>
                <a:lnTo>
                  <a:pt x="334" y="7990"/>
                </a:lnTo>
                <a:lnTo>
                  <a:pt x="194" y="7952"/>
                </a:lnTo>
                <a:lnTo>
                  <a:pt x="48" y="7943"/>
                </a:lnTo>
                <a:lnTo>
                  <a:pt x="0" y="7948"/>
                </a:lnTo>
                <a:lnTo>
                  <a:pt x="0" y="10000"/>
                </a:lnTo>
                <a:lnTo>
                  <a:pt x="3034" y="10000"/>
                </a:lnTo>
                <a:lnTo>
                  <a:pt x="3021" y="9904"/>
                </a:lnTo>
                <a:lnTo>
                  <a:pt x="3020" y="9899"/>
                </a:lnTo>
                <a:lnTo>
                  <a:pt x="3013" y="9731"/>
                </a:lnTo>
                <a:lnTo>
                  <a:pt x="3017" y="9731"/>
                </a:lnTo>
                <a:lnTo>
                  <a:pt x="3196" y="9727"/>
                </a:lnTo>
                <a:lnTo>
                  <a:pt x="3366" y="9714"/>
                </a:lnTo>
                <a:lnTo>
                  <a:pt x="3533" y="9692"/>
                </a:lnTo>
                <a:lnTo>
                  <a:pt x="3692" y="9659"/>
                </a:lnTo>
                <a:lnTo>
                  <a:pt x="3839" y="9611"/>
                </a:lnTo>
                <a:lnTo>
                  <a:pt x="3970" y="9545"/>
                </a:lnTo>
                <a:lnTo>
                  <a:pt x="4080" y="9455"/>
                </a:lnTo>
                <a:lnTo>
                  <a:pt x="4170" y="9337"/>
                </a:lnTo>
                <a:lnTo>
                  <a:pt x="4243" y="9193"/>
                </a:lnTo>
                <a:lnTo>
                  <a:pt x="4300" y="9030"/>
                </a:lnTo>
                <a:lnTo>
                  <a:pt x="4341" y="8856"/>
                </a:lnTo>
                <a:lnTo>
                  <a:pt x="4367" y="8677"/>
                </a:lnTo>
                <a:lnTo>
                  <a:pt x="4380" y="8503"/>
                </a:lnTo>
                <a:lnTo>
                  <a:pt x="4376" y="8327"/>
                </a:lnTo>
                <a:lnTo>
                  <a:pt x="4356" y="8143"/>
                </a:lnTo>
                <a:lnTo>
                  <a:pt x="4321" y="7954"/>
                </a:lnTo>
                <a:lnTo>
                  <a:pt x="4273" y="7767"/>
                </a:lnTo>
                <a:lnTo>
                  <a:pt x="4215" y="7586"/>
                </a:lnTo>
                <a:lnTo>
                  <a:pt x="4148" y="7414"/>
                </a:lnTo>
                <a:lnTo>
                  <a:pt x="4071" y="7251"/>
                </a:lnTo>
                <a:lnTo>
                  <a:pt x="3980" y="7089"/>
                </a:lnTo>
                <a:lnTo>
                  <a:pt x="3879" y="6934"/>
                </a:lnTo>
                <a:lnTo>
                  <a:pt x="3770" y="6787"/>
                </a:lnTo>
                <a:lnTo>
                  <a:pt x="3655" y="6652"/>
                </a:lnTo>
                <a:lnTo>
                  <a:pt x="3536" y="6530"/>
                </a:lnTo>
                <a:lnTo>
                  <a:pt x="3414" y="6424"/>
                </a:lnTo>
                <a:lnTo>
                  <a:pt x="3284" y="6330"/>
                </a:lnTo>
                <a:lnTo>
                  <a:pt x="3149" y="6247"/>
                </a:lnTo>
                <a:lnTo>
                  <a:pt x="3010" y="6174"/>
                </a:lnTo>
                <a:lnTo>
                  <a:pt x="2866" y="6110"/>
                </a:lnTo>
                <a:lnTo>
                  <a:pt x="2720" y="6054"/>
                </a:lnTo>
                <a:lnTo>
                  <a:pt x="2689" y="6043"/>
                </a:lnTo>
                <a:lnTo>
                  <a:pt x="2680" y="5996"/>
                </a:lnTo>
                <a:lnTo>
                  <a:pt x="2680" y="5994"/>
                </a:lnTo>
                <a:lnTo>
                  <a:pt x="2640" y="5745"/>
                </a:lnTo>
                <a:lnTo>
                  <a:pt x="2640" y="5742"/>
                </a:lnTo>
                <a:lnTo>
                  <a:pt x="2613" y="5493"/>
                </a:lnTo>
                <a:lnTo>
                  <a:pt x="2612" y="5489"/>
                </a:lnTo>
                <a:lnTo>
                  <a:pt x="2605" y="5239"/>
                </a:lnTo>
                <a:lnTo>
                  <a:pt x="2605" y="5234"/>
                </a:lnTo>
                <a:lnTo>
                  <a:pt x="2621" y="4984"/>
                </a:lnTo>
                <a:lnTo>
                  <a:pt x="2621" y="4981"/>
                </a:lnTo>
                <a:lnTo>
                  <a:pt x="2654" y="4731"/>
                </a:lnTo>
                <a:lnTo>
                  <a:pt x="2655" y="4728"/>
                </a:lnTo>
                <a:lnTo>
                  <a:pt x="2701" y="4478"/>
                </a:lnTo>
                <a:lnTo>
                  <a:pt x="2701" y="4476"/>
                </a:lnTo>
                <a:lnTo>
                  <a:pt x="2755" y="4226"/>
                </a:lnTo>
                <a:lnTo>
                  <a:pt x="2755" y="4226"/>
                </a:lnTo>
                <a:lnTo>
                  <a:pt x="2812" y="3977"/>
                </a:lnTo>
                <a:lnTo>
                  <a:pt x="2867" y="3729"/>
                </a:lnTo>
                <a:lnTo>
                  <a:pt x="2921" y="3479"/>
                </a:lnTo>
                <a:lnTo>
                  <a:pt x="2921" y="3478"/>
                </a:lnTo>
                <a:lnTo>
                  <a:pt x="2979" y="3223"/>
                </a:lnTo>
                <a:lnTo>
                  <a:pt x="2980" y="3222"/>
                </a:lnTo>
                <a:lnTo>
                  <a:pt x="3041" y="2968"/>
                </a:lnTo>
                <a:lnTo>
                  <a:pt x="3041" y="2967"/>
                </a:lnTo>
                <a:lnTo>
                  <a:pt x="3104" y="2719"/>
                </a:lnTo>
                <a:lnTo>
                  <a:pt x="3104" y="2718"/>
                </a:lnTo>
                <a:lnTo>
                  <a:pt x="3169" y="2480"/>
                </a:lnTo>
                <a:lnTo>
                  <a:pt x="3170" y="2479"/>
                </a:lnTo>
                <a:lnTo>
                  <a:pt x="3235" y="2256"/>
                </a:lnTo>
                <a:lnTo>
                  <a:pt x="3236" y="2255"/>
                </a:lnTo>
                <a:lnTo>
                  <a:pt x="3304" y="2045"/>
                </a:lnTo>
                <a:lnTo>
                  <a:pt x="3305" y="2044"/>
                </a:lnTo>
                <a:lnTo>
                  <a:pt x="3376" y="1843"/>
                </a:lnTo>
                <a:lnTo>
                  <a:pt x="3377" y="1842"/>
                </a:lnTo>
                <a:lnTo>
                  <a:pt x="3450" y="1652"/>
                </a:lnTo>
                <a:lnTo>
                  <a:pt x="3450" y="1651"/>
                </a:lnTo>
                <a:lnTo>
                  <a:pt x="3523" y="1473"/>
                </a:lnTo>
                <a:lnTo>
                  <a:pt x="3524" y="1472"/>
                </a:lnTo>
                <a:lnTo>
                  <a:pt x="3595" y="1309"/>
                </a:lnTo>
                <a:lnTo>
                  <a:pt x="3595" y="1308"/>
                </a:lnTo>
                <a:lnTo>
                  <a:pt x="3663" y="1161"/>
                </a:lnTo>
                <a:lnTo>
                  <a:pt x="3721" y="1031"/>
                </a:lnTo>
                <a:lnTo>
                  <a:pt x="3772" y="917"/>
                </a:lnTo>
                <a:lnTo>
                  <a:pt x="3773" y="915"/>
                </a:lnTo>
                <a:lnTo>
                  <a:pt x="3822" y="816"/>
                </a:lnTo>
                <a:lnTo>
                  <a:pt x="3824" y="811"/>
                </a:lnTo>
                <a:lnTo>
                  <a:pt x="3878" y="724"/>
                </a:lnTo>
                <a:lnTo>
                  <a:pt x="3880" y="721"/>
                </a:lnTo>
                <a:lnTo>
                  <a:pt x="3882" y="718"/>
                </a:lnTo>
                <a:lnTo>
                  <a:pt x="3946" y="642"/>
                </a:lnTo>
                <a:lnTo>
                  <a:pt x="3949" y="639"/>
                </a:lnTo>
                <a:lnTo>
                  <a:pt x="3953" y="635"/>
                </a:lnTo>
                <a:lnTo>
                  <a:pt x="4032" y="570"/>
                </a:lnTo>
                <a:lnTo>
                  <a:pt x="4036" y="567"/>
                </a:lnTo>
                <a:lnTo>
                  <a:pt x="4040" y="564"/>
                </a:lnTo>
                <a:lnTo>
                  <a:pt x="4138" y="508"/>
                </a:lnTo>
                <a:lnTo>
                  <a:pt x="4145" y="505"/>
                </a:lnTo>
                <a:lnTo>
                  <a:pt x="4258" y="459"/>
                </a:lnTo>
                <a:lnTo>
                  <a:pt x="4264" y="458"/>
                </a:lnTo>
                <a:lnTo>
                  <a:pt x="4387" y="423"/>
                </a:lnTo>
                <a:lnTo>
                  <a:pt x="4393" y="422"/>
                </a:lnTo>
                <a:lnTo>
                  <a:pt x="4522" y="400"/>
                </a:lnTo>
                <a:lnTo>
                  <a:pt x="4527" y="399"/>
                </a:lnTo>
                <a:lnTo>
                  <a:pt x="4625" y="392"/>
                </a:lnTo>
                <a:lnTo>
                  <a:pt x="4625" y="195"/>
                </a:lnTo>
                <a:lnTo>
                  <a:pt x="4493" y="159"/>
                </a:lnTo>
                <a:lnTo>
                  <a:pt x="4136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96" name="ATL Traquea"/>
          <p:cNvSpPr/>
          <p:nvPr/>
        </p:nvSpPr>
        <p:spPr>
          <a:xfrm>
            <a:off x="10437876" y="1027786"/>
            <a:ext cx="98755" cy="850392"/>
          </a:xfrm>
          <a:custGeom>
            <a:avLst/>
            <a:gdLst/>
            <a:ahLst/>
            <a:cxnLst/>
            <a:rect l="0" t="0" r="r" b="b"/>
            <a:pathLst>
              <a:path w="360" h="3000" fill="none">
                <a:moveTo>
                  <a:pt x="360" y="0"/>
                </a:moveTo>
                <a:lnTo>
                  <a:pt x="340" y="176"/>
                </a:lnTo>
                <a:lnTo>
                  <a:pt x="313" y="422"/>
                </a:lnTo>
                <a:lnTo>
                  <a:pt x="281" y="712"/>
                </a:lnTo>
                <a:lnTo>
                  <a:pt x="246" y="1022"/>
                </a:lnTo>
                <a:lnTo>
                  <a:pt x="212" y="1326"/>
                </a:lnTo>
                <a:lnTo>
                  <a:pt x="180" y="1600"/>
                </a:lnTo>
                <a:lnTo>
                  <a:pt x="147" y="1861"/>
                </a:lnTo>
                <a:lnTo>
                  <a:pt x="113" y="2133"/>
                </a:lnTo>
                <a:lnTo>
                  <a:pt x="78" y="2400"/>
                </a:lnTo>
                <a:lnTo>
                  <a:pt x="46" y="2644"/>
                </a:lnTo>
                <a:lnTo>
                  <a:pt x="19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97" name="ATL Diafragma"/>
          <p:cNvSpPr/>
          <p:nvPr/>
        </p:nvSpPr>
        <p:spPr>
          <a:xfrm>
            <a:off x="9551443" y="2828133"/>
            <a:ext cx="2018498" cy="892560"/>
          </a:xfrm>
          <a:custGeom>
            <a:avLst/>
            <a:gdLst/>
            <a:ahLst/>
            <a:cxnLst/>
            <a:rect l="0" t="0" r="r" b="b"/>
            <a:pathLst>
              <a:path w="10000" h="4279">
                <a:moveTo>
                  <a:pt x="0" y="4129"/>
                </a:moveTo>
                <a:lnTo>
                  <a:pt x="310" y="4186"/>
                </a:lnTo>
                <a:lnTo>
                  <a:pt x="1117" y="4273"/>
                </a:lnTo>
                <a:lnTo>
                  <a:pt x="1190" y="4279"/>
                </a:lnTo>
                <a:lnTo>
                  <a:pt x="8815" y="4279"/>
                </a:lnTo>
                <a:lnTo>
                  <a:pt x="8888" y="4273"/>
                </a:lnTo>
                <a:lnTo>
                  <a:pt x="9695" y="4186"/>
                </a:lnTo>
                <a:lnTo>
                  <a:pt x="10000" y="4130"/>
                </a:lnTo>
                <a:lnTo>
                  <a:pt x="9759" y="3001"/>
                </a:lnTo>
                <a:lnTo>
                  <a:pt x="9732" y="3013"/>
                </a:lnTo>
                <a:lnTo>
                  <a:pt x="9697" y="3036"/>
                </a:lnTo>
                <a:lnTo>
                  <a:pt x="9652" y="3054"/>
                </a:lnTo>
                <a:lnTo>
                  <a:pt x="9592" y="3048"/>
                </a:lnTo>
                <a:lnTo>
                  <a:pt x="9515" y="3001"/>
                </a:lnTo>
                <a:lnTo>
                  <a:pt x="9420" y="2900"/>
                </a:lnTo>
                <a:lnTo>
                  <a:pt x="9309" y="2755"/>
                </a:lnTo>
                <a:lnTo>
                  <a:pt x="9183" y="2588"/>
                </a:lnTo>
                <a:lnTo>
                  <a:pt x="9043" y="2419"/>
                </a:lnTo>
                <a:lnTo>
                  <a:pt x="8889" y="2267"/>
                </a:lnTo>
                <a:lnTo>
                  <a:pt x="8716" y="2127"/>
                </a:lnTo>
                <a:lnTo>
                  <a:pt x="8522" y="1985"/>
                </a:lnTo>
                <a:lnTo>
                  <a:pt x="8317" y="1850"/>
                </a:lnTo>
                <a:lnTo>
                  <a:pt x="8111" y="1732"/>
                </a:lnTo>
                <a:lnTo>
                  <a:pt x="7911" y="1642"/>
                </a:lnTo>
                <a:lnTo>
                  <a:pt x="7717" y="1581"/>
                </a:lnTo>
                <a:lnTo>
                  <a:pt x="7522" y="1542"/>
                </a:lnTo>
                <a:lnTo>
                  <a:pt x="7329" y="1523"/>
                </a:lnTo>
                <a:lnTo>
                  <a:pt x="7141" y="1521"/>
                </a:lnTo>
                <a:lnTo>
                  <a:pt x="6960" y="1533"/>
                </a:lnTo>
                <a:lnTo>
                  <a:pt x="6780" y="1566"/>
                </a:lnTo>
                <a:lnTo>
                  <a:pt x="6601" y="1621"/>
                </a:lnTo>
                <a:lnTo>
                  <a:pt x="6431" y="1689"/>
                </a:lnTo>
                <a:lnTo>
                  <a:pt x="6276" y="1763"/>
                </a:lnTo>
                <a:lnTo>
                  <a:pt x="6144" y="1832"/>
                </a:lnTo>
                <a:lnTo>
                  <a:pt x="6055" y="1910"/>
                </a:lnTo>
                <a:lnTo>
                  <a:pt x="6002" y="2000"/>
                </a:lnTo>
                <a:lnTo>
                  <a:pt x="5959" y="2088"/>
                </a:lnTo>
                <a:lnTo>
                  <a:pt x="5898" y="2155"/>
                </a:lnTo>
                <a:lnTo>
                  <a:pt x="5791" y="2186"/>
                </a:lnTo>
                <a:lnTo>
                  <a:pt x="5631" y="2166"/>
                </a:lnTo>
                <a:lnTo>
                  <a:pt x="5436" y="2106"/>
                </a:lnTo>
                <a:lnTo>
                  <a:pt x="5217" y="2028"/>
                </a:lnTo>
                <a:lnTo>
                  <a:pt x="4988" y="1952"/>
                </a:lnTo>
                <a:lnTo>
                  <a:pt x="4758" y="1900"/>
                </a:lnTo>
                <a:lnTo>
                  <a:pt x="4501" y="1892"/>
                </a:lnTo>
                <a:lnTo>
                  <a:pt x="4208" y="1914"/>
                </a:lnTo>
                <a:lnTo>
                  <a:pt x="3922" y="1935"/>
                </a:lnTo>
                <a:lnTo>
                  <a:pt x="3683" y="1927"/>
                </a:lnTo>
                <a:lnTo>
                  <a:pt x="3535" y="1860"/>
                </a:lnTo>
                <a:lnTo>
                  <a:pt x="3519" y="1714"/>
                </a:lnTo>
                <a:lnTo>
                  <a:pt x="3609" y="1509"/>
                </a:lnTo>
                <a:lnTo>
                  <a:pt x="3738" y="1274"/>
                </a:lnTo>
                <a:lnTo>
                  <a:pt x="3844" y="1039"/>
                </a:lnTo>
                <a:lnTo>
                  <a:pt x="3861" y="834"/>
                </a:lnTo>
                <a:lnTo>
                  <a:pt x="3773" y="646"/>
                </a:lnTo>
                <a:lnTo>
                  <a:pt x="3624" y="458"/>
                </a:lnTo>
                <a:lnTo>
                  <a:pt x="3436" y="285"/>
                </a:lnTo>
                <a:lnTo>
                  <a:pt x="3236" y="142"/>
                </a:lnTo>
                <a:lnTo>
                  <a:pt x="3046" y="45"/>
                </a:lnTo>
                <a:lnTo>
                  <a:pt x="2864" y="1"/>
                </a:lnTo>
                <a:lnTo>
                  <a:pt x="2676" y="0"/>
                </a:lnTo>
                <a:lnTo>
                  <a:pt x="2483" y="30"/>
                </a:lnTo>
                <a:lnTo>
                  <a:pt x="2288" y="85"/>
                </a:lnTo>
                <a:lnTo>
                  <a:pt x="2094" y="154"/>
                </a:lnTo>
                <a:lnTo>
                  <a:pt x="1895" y="237"/>
                </a:lnTo>
                <a:lnTo>
                  <a:pt x="1688" y="338"/>
                </a:lnTo>
                <a:lnTo>
                  <a:pt x="1483" y="461"/>
                </a:lnTo>
                <a:lnTo>
                  <a:pt x="1289" y="608"/>
                </a:lnTo>
                <a:lnTo>
                  <a:pt x="1116" y="779"/>
                </a:lnTo>
                <a:lnTo>
                  <a:pt x="962" y="994"/>
                </a:lnTo>
                <a:lnTo>
                  <a:pt x="822" y="1252"/>
                </a:lnTo>
                <a:lnTo>
                  <a:pt x="696" y="1524"/>
                </a:lnTo>
                <a:lnTo>
                  <a:pt x="586" y="1783"/>
                </a:lnTo>
                <a:lnTo>
                  <a:pt x="491" y="2002"/>
                </a:lnTo>
                <a:lnTo>
                  <a:pt x="413" y="2183"/>
                </a:lnTo>
                <a:lnTo>
                  <a:pt x="354" y="2343"/>
                </a:lnTo>
                <a:lnTo>
                  <a:pt x="308" y="2481"/>
                </a:lnTo>
                <a:lnTo>
                  <a:pt x="273" y="2592"/>
                </a:lnTo>
                <a:lnTo>
                  <a:pt x="246" y="2675"/>
                </a:lnTo>
                <a:lnTo>
                  <a:pt x="0" y="4129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98" name="ATL Clavículas"/>
          <p:cNvSpPr/>
          <p:nvPr/>
        </p:nvSpPr>
        <p:spPr>
          <a:xfrm>
            <a:off x="9738360" y="1141171"/>
            <a:ext cx="1645920" cy="11338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99" name="Forma 98"/>
          <p:cNvSpPr/>
          <p:nvPr/>
        </p:nvSpPr>
        <p:spPr>
          <a:xfrm>
            <a:off x="274320" y="3840480"/>
            <a:ext cx="5760720" cy="333375"/>
          </a:xfrm>
          <a:prstGeom prst="rect">
            <a:avLst/>
          </a:prstGeom>
          <a:solidFill>
            <a:srgbClr val="F7FC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500" dirty="0">
              <a:latin typeface="Mali"/>
            </a:endParaRPr>
          </a:p>
        </p:txBody>
      </p:sp>
      <p:sp>
        <p:nvSpPr>
          <p:cNvPr id="100" name="Forma 99"/>
          <p:cNvSpPr/>
          <p:nvPr/>
        </p:nvSpPr>
        <p:spPr>
          <a:xfrm>
            <a:off x="6172200" y="3840480"/>
            <a:ext cx="5760720" cy="333375"/>
          </a:xfrm>
          <a:prstGeom prst="rect">
            <a:avLst/>
          </a:prstGeom>
          <a:solidFill>
            <a:srgbClr val="D7BDE2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83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ATELECTASIA</a:t>
            </a:r>
            <a:endParaRPr lang="es-AR" sz="1500" dirty="0">
              <a:latin typeface="Mali"/>
            </a:endParaRPr>
          </a:p>
        </p:txBody>
      </p:sp>
      <p:grpSp>
        <p:nvGrpSpPr>
          <p:cNvPr id="101" name="Diferencia Mediastino"/>
          <p:cNvGrpSpPr/>
          <p:nvPr/>
        </p:nvGrpSpPr>
        <p:grpSpPr>
          <a:xfrm>
            <a:off x="274320" y="4343400"/>
            <a:ext cx="11658600" cy="457200"/>
            <a:chOff x="274320" y="4343400"/>
            <a:chExt cx="11658600" cy="457200"/>
          </a:xfrm>
        </p:grpSpPr>
        <p:sp>
          <p:nvSpPr>
            <p:cNvPr id="102" name="Forma 101"/>
            <p:cNvSpPr/>
            <p:nvPr/>
          </p:nvSpPr>
          <p:spPr>
            <a:xfrm>
              <a:off x="274320" y="4343400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desplaza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al lado contralateral («huye» del aire)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3" name="Forma 102"/>
            <p:cNvSpPr/>
            <p:nvPr/>
          </p:nvSpPr>
          <p:spPr>
            <a:xfrm>
              <a:off x="5074920" y="4343400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4" name="Forma 103"/>
            <p:cNvSpPr/>
            <p:nvPr/>
          </p:nvSpPr>
          <p:spPr>
            <a:xfrm>
              <a:off x="7178040" y="4343400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atraído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hacia el lado afectado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05" name="Diferencia Densidad"/>
          <p:cNvGrpSpPr/>
          <p:nvPr/>
        </p:nvGrpSpPr>
        <p:grpSpPr>
          <a:xfrm>
            <a:off x="274320" y="4855464"/>
            <a:ext cx="11658600" cy="457200"/>
            <a:chOff x="274320" y="4855464"/>
            <a:chExt cx="11658600" cy="457200"/>
          </a:xfrm>
        </p:grpSpPr>
        <p:sp>
          <p:nvSpPr>
            <p:cNvPr id="106" name="Forma 105"/>
            <p:cNvSpPr/>
            <p:nvPr/>
          </p:nvSpPr>
          <p:spPr>
            <a:xfrm>
              <a:off x="274320" y="4855464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Hiperlucencia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(negro)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7" name="Forma 106"/>
            <p:cNvSpPr/>
            <p:nvPr/>
          </p:nvSpPr>
          <p:spPr>
            <a:xfrm>
              <a:off x="5074920" y="4855464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DENSIDAD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8" name="Forma 107"/>
            <p:cNvSpPr/>
            <p:nvPr/>
          </p:nvSpPr>
          <p:spPr>
            <a:xfrm>
              <a:off x="7178040" y="4855464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Aumento de densidad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(blanco)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09" name="Diferencia Diafragma"/>
          <p:cNvGrpSpPr/>
          <p:nvPr/>
        </p:nvGrpSpPr>
        <p:grpSpPr>
          <a:xfrm>
            <a:off x="274320" y="5367528"/>
            <a:ext cx="11658600" cy="457200"/>
            <a:chOff x="274320" y="5367528"/>
            <a:chExt cx="11658600" cy="457200"/>
          </a:xfrm>
        </p:grpSpPr>
        <p:sp>
          <p:nvSpPr>
            <p:cNvPr id="110" name="Forma 109"/>
            <p:cNvSpPr/>
            <p:nvPr/>
          </p:nvSpPr>
          <p:spPr>
            <a:xfrm>
              <a:off x="274320" y="5367528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profundo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cúpula descendida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1" name="Forma 110"/>
            <p:cNvSpPr/>
            <p:nvPr/>
          </p:nvSpPr>
          <p:spPr>
            <a:xfrm>
              <a:off x="5074920" y="5367528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7178040" y="5367528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Elevación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hemidiafragma homolateral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3" name="Diferencia Pulmón"/>
          <p:cNvGrpSpPr/>
          <p:nvPr/>
        </p:nvGrpSpPr>
        <p:grpSpPr>
          <a:xfrm>
            <a:off x="274320" y="5879592"/>
            <a:ext cx="11658600" cy="457200"/>
            <a:chOff x="274320" y="5879592"/>
            <a:chExt cx="11658600" cy="457200"/>
          </a:xfrm>
        </p:grpSpPr>
        <p:sp>
          <p:nvSpPr>
            <p:cNvPr id="114" name="Forma 113"/>
            <p:cNvSpPr/>
            <p:nvPr/>
          </p:nvSpPr>
          <p:spPr>
            <a:xfrm>
              <a:off x="274320" y="5879592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 denso hacia el hilio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5" name="Forma 114"/>
            <p:cNvSpPr/>
            <p:nvPr/>
          </p:nvSpPr>
          <p:spPr>
            <a:xfrm>
              <a:off x="5074920" y="5879592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6" name="Forma 115"/>
            <p:cNvSpPr/>
            <p:nvPr/>
          </p:nvSpPr>
          <p:spPr>
            <a:xfrm>
              <a:off x="7178040" y="5879592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imagen pulmonar expandida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65724" y="91440"/>
            <a:ext cx="9661379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NEUMOTÓRAX FRENTE A ATELECTASIA: DOS PÉRDIDAS DE VOLUMEN OPUESTAS</a:t>
            </a:r>
            <a:endParaRPr lang="es-AR" sz="1900" dirty="0">
              <a:latin typeface="Mali"/>
            </a:endParaRPr>
          </a:p>
        </p:txBody>
      </p:sp>
      <p:sp>
        <p:nvSpPr>
          <p:cNvPr id="1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TAC1 Pantalla"/>
          <p:cNvSpPr/>
          <p:nvPr/>
        </p:nvSpPr>
        <p:spPr>
          <a:xfrm>
            <a:off x="274320" y="914400"/>
            <a:ext cx="3749040" cy="365760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TAC1 Cuerpo"/>
          <p:cNvSpPr/>
          <p:nvPr/>
        </p:nvSpPr>
        <p:spPr>
          <a:xfrm>
            <a:off x="453180" y="1243584"/>
            <a:ext cx="3391319" cy="3038517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6" name="TAC1 PulmonD"/>
          <p:cNvGrpSpPr/>
          <p:nvPr/>
        </p:nvGrpSpPr>
        <p:grpSpPr>
          <a:xfrm>
            <a:off x="980250" y="2039903"/>
            <a:ext cx="973709" cy="1890544"/>
            <a:chOff x="980250" y="2039903"/>
            <a:chExt cx="973709" cy="1890544"/>
          </a:xfrm>
        </p:grpSpPr>
        <p:sp>
          <p:nvSpPr>
            <p:cNvPr id="7" name="Forma 6"/>
            <p:cNvSpPr/>
            <p:nvPr/>
          </p:nvSpPr>
          <p:spPr>
            <a:xfrm>
              <a:off x="980250" y="2039903"/>
              <a:ext cx="973709" cy="1890544"/>
            </a:xfrm>
            <a:custGeom>
              <a:avLst/>
              <a:gdLst/>
              <a:ahLst/>
              <a:cxnLst/>
              <a:rect l="0" t="0" r="r" b="b"/>
              <a:pathLst>
                <a:path w="5024" h="10000">
                  <a:moveTo>
                    <a:pt x="3824" y="12"/>
                  </a:moveTo>
                  <a:lnTo>
                    <a:pt x="3442" y="0"/>
                  </a:lnTo>
                  <a:lnTo>
                    <a:pt x="2959" y="68"/>
                  </a:lnTo>
                  <a:lnTo>
                    <a:pt x="2426" y="210"/>
                  </a:lnTo>
                  <a:lnTo>
                    <a:pt x="1893" y="420"/>
                  </a:lnTo>
                  <a:lnTo>
                    <a:pt x="1411" y="690"/>
                  </a:lnTo>
                  <a:lnTo>
                    <a:pt x="1029" y="1013"/>
                  </a:lnTo>
                  <a:lnTo>
                    <a:pt x="744" y="1411"/>
                  </a:lnTo>
                  <a:lnTo>
                    <a:pt x="517" y="1891"/>
                  </a:lnTo>
                  <a:lnTo>
                    <a:pt x="340" y="2432"/>
                  </a:lnTo>
                  <a:lnTo>
                    <a:pt x="207" y="3010"/>
                  </a:lnTo>
                  <a:lnTo>
                    <a:pt x="109" y="3601"/>
                  </a:lnTo>
                  <a:lnTo>
                    <a:pt x="42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3" y="6736"/>
                  </a:lnTo>
                  <a:lnTo>
                    <a:pt x="215" y="7334"/>
                  </a:lnTo>
                  <a:lnTo>
                    <a:pt x="371" y="7855"/>
                  </a:lnTo>
                  <a:lnTo>
                    <a:pt x="585" y="8314"/>
                  </a:lnTo>
                  <a:lnTo>
                    <a:pt x="858" y="8739"/>
                  </a:lnTo>
                  <a:lnTo>
                    <a:pt x="1173" y="9117"/>
                  </a:lnTo>
                  <a:lnTo>
                    <a:pt x="1510" y="9437"/>
                  </a:lnTo>
                  <a:lnTo>
                    <a:pt x="1852" y="9688"/>
                  </a:lnTo>
                  <a:lnTo>
                    <a:pt x="2180" y="9857"/>
                  </a:lnTo>
                  <a:lnTo>
                    <a:pt x="2512" y="9957"/>
                  </a:lnTo>
                  <a:lnTo>
                    <a:pt x="2868" y="10000"/>
                  </a:lnTo>
                  <a:lnTo>
                    <a:pt x="3228" y="9972"/>
                  </a:lnTo>
                  <a:lnTo>
                    <a:pt x="3574" y="9864"/>
                  </a:lnTo>
                  <a:lnTo>
                    <a:pt x="3889" y="9662"/>
                  </a:lnTo>
                  <a:lnTo>
                    <a:pt x="4153" y="9357"/>
                  </a:lnTo>
                  <a:lnTo>
                    <a:pt x="4368" y="8910"/>
                  </a:lnTo>
                  <a:lnTo>
                    <a:pt x="4549" y="8325"/>
                  </a:lnTo>
                  <a:lnTo>
                    <a:pt x="4697" y="7646"/>
                  </a:lnTo>
                  <a:lnTo>
                    <a:pt x="4816" y="6922"/>
                  </a:lnTo>
                  <a:lnTo>
                    <a:pt x="4908" y="6197"/>
                  </a:lnTo>
                  <a:lnTo>
                    <a:pt x="4975" y="5519"/>
                  </a:lnTo>
                  <a:lnTo>
                    <a:pt x="5014" y="4854"/>
                  </a:lnTo>
                  <a:lnTo>
                    <a:pt x="5024" y="4159"/>
                  </a:lnTo>
                  <a:lnTo>
                    <a:pt x="5006" y="3464"/>
                  </a:lnTo>
                  <a:lnTo>
                    <a:pt x="4963" y="2800"/>
                  </a:lnTo>
                  <a:lnTo>
                    <a:pt x="4897" y="2195"/>
                  </a:lnTo>
                  <a:lnTo>
                    <a:pt x="4810" y="1681"/>
                  </a:lnTo>
                  <a:lnTo>
                    <a:pt x="4714" y="1246"/>
                  </a:lnTo>
                  <a:lnTo>
                    <a:pt x="4609" y="865"/>
                  </a:lnTo>
                  <a:lnTo>
                    <a:pt x="4482" y="544"/>
                  </a:lnTo>
                  <a:lnTo>
                    <a:pt x="4317" y="290"/>
                  </a:lnTo>
                  <a:lnTo>
                    <a:pt x="4102" y="111"/>
                  </a:lnTo>
                  <a:lnTo>
                    <a:pt x="3824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025056" y="2066520"/>
              <a:ext cx="893756" cy="1548914"/>
            </a:xfrm>
            <a:custGeom>
              <a:avLst/>
              <a:gdLst/>
              <a:ahLst/>
              <a:cxnLst/>
              <a:rect l="0" t="0" r="r" b="b"/>
              <a:pathLst>
                <a:path w="2383" h="4234">
                  <a:moveTo>
                    <a:pt x="771" y="706"/>
                  </a:moveTo>
                  <a:cubicBezTo>
                    <a:pt x="771" y="734"/>
                    <a:pt x="748" y="756"/>
                    <a:pt x="721" y="756"/>
                  </a:cubicBezTo>
                  <a:cubicBezTo>
                    <a:pt x="694" y="756"/>
                    <a:pt x="672" y="734"/>
                    <a:pt x="672" y="706"/>
                  </a:cubicBezTo>
                  <a:cubicBezTo>
                    <a:pt x="672" y="679"/>
                    <a:pt x="694" y="657"/>
                    <a:pt x="721" y="657"/>
                  </a:cubicBezTo>
                  <a:cubicBezTo>
                    <a:pt x="748" y="657"/>
                    <a:pt x="771" y="679"/>
                    <a:pt x="771" y="706"/>
                  </a:cubicBezTo>
                  <a:close/>
                  <a:moveTo>
                    <a:pt x="109" y="2697"/>
                  </a:moveTo>
                  <a:cubicBezTo>
                    <a:pt x="109" y="2719"/>
                    <a:pt x="91" y="2738"/>
                    <a:pt x="68" y="2738"/>
                  </a:cubicBezTo>
                  <a:cubicBezTo>
                    <a:pt x="45" y="2738"/>
                    <a:pt x="27" y="2719"/>
                    <a:pt x="27" y="2697"/>
                  </a:cubicBezTo>
                  <a:cubicBezTo>
                    <a:pt x="27" y="2674"/>
                    <a:pt x="45" y="2656"/>
                    <a:pt x="68" y="2656"/>
                  </a:cubicBezTo>
                  <a:cubicBezTo>
                    <a:pt x="91" y="2656"/>
                    <a:pt x="109" y="2674"/>
                    <a:pt x="109" y="2697"/>
                  </a:cubicBezTo>
                  <a:close/>
                  <a:moveTo>
                    <a:pt x="62" y="2550"/>
                  </a:moveTo>
                  <a:cubicBezTo>
                    <a:pt x="62" y="2567"/>
                    <a:pt x="48" y="2581"/>
                    <a:pt x="31" y="2581"/>
                  </a:cubicBezTo>
                  <a:cubicBezTo>
                    <a:pt x="13" y="2581"/>
                    <a:pt x="0" y="2567"/>
                    <a:pt x="0" y="2550"/>
                  </a:cubicBezTo>
                  <a:cubicBezTo>
                    <a:pt x="0" y="2532"/>
                    <a:pt x="13" y="2518"/>
                    <a:pt x="31" y="2518"/>
                  </a:cubicBezTo>
                  <a:cubicBezTo>
                    <a:pt x="48" y="2518"/>
                    <a:pt x="62" y="2532"/>
                    <a:pt x="62" y="2550"/>
                  </a:cubicBezTo>
                  <a:close/>
                  <a:moveTo>
                    <a:pt x="1039" y="288"/>
                  </a:moveTo>
                  <a:cubicBezTo>
                    <a:pt x="1039" y="306"/>
                    <a:pt x="1024" y="321"/>
                    <a:pt x="1006" y="321"/>
                  </a:cubicBezTo>
                  <a:cubicBezTo>
                    <a:pt x="988" y="321"/>
                    <a:pt x="974" y="306"/>
                    <a:pt x="974" y="288"/>
                  </a:cubicBezTo>
                  <a:cubicBezTo>
                    <a:pt x="974" y="270"/>
                    <a:pt x="988" y="255"/>
                    <a:pt x="1006" y="255"/>
                  </a:cubicBezTo>
                  <a:cubicBezTo>
                    <a:pt x="1024" y="255"/>
                    <a:pt x="1039" y="270"/>
                    <a:pt x="1039" y="288"/>
                  </a:cubicBezTo>
                  <a:close/>
                  <a:moveTo>
                    <a:pt x="1016" y="4201"/>
                  </a:moveTo>
                  <a:cubicBezTo>
                    <a:pt x="1016" y="4219"/>
                    <a:pt x="1001" y="4234"/>
                    <a:pt x="983" y="4234"/>
                  </a:cubicBezTo>
                  <a:cubicBezTo>
                    <a:pt x="964" y="4234"/>
                    <a:pt x="949" y="4219"/>
                    <a:pt x="949" y="4201"/>
                  </a:cubicBezTo>
                  <a:cubicBezTo>
                    <a:pt x="949" y="4182"/>
                    <a:pt x="964" y="4167"/>
                    <a:pt x="983" y="4167"/>
                  </a:cubicBezTo>
                  <a:cubicBezTo>
                    <a:pt x="1001" y="4167"/>
                    <a:pt x="1016" y="4182"/>
                    <a:pt x="1016" y="4201"/>
                  </a:cubicBezTo>
                  <a:close/>
                  <a:moveTo>
                    <a:pt x="518" y="3170"/>
                  </a:moveTo>
                  <a:cubicBezTo>
                    <a:pt x="518" y="3202"/>
                    <a:pt x="492" y="3228"/>
                    <a:pt x="460" y="3228"/>
                  </a:cubicBezTo>
                  <a:cubicBezTo>
                    <a:pt x="428" y="3228"/>
                    <a:pt x="401" y="3202"/>
                    <a:pt x="401" y="3170"/>
                  </a:cubicBezTo>
                  <a:cubicBezTo>
                    <a:pt x="401" y="3138"/>
                    <a:pt x="428" y="3111"/>
                    <a:pt x="460" y="3111"/>
                  </a:cubicBezTo>
                  <a:cubicBezTo>
                    <a:pt x="492" y="3111"/>
                    <a:pt x="518" y="3138"/>
                    <a:pt x="518" y="3170"/>
                  </a:cubicBezTo>
                  <a:close/>
                  <a:moveTo>
                    <a:pt x="1438" y="1977"/>
                  </a:moveTo>
                  <a:cubicBezTo>
                    <a:pt x="1438" y="2010"/>
                    <a:pt x="1412" y="2036"/>
                    <a:pt x="1379" y="2036"/>
                  </a:cubicBezTo>
                  <a:cubicBezTo>
                    <a:pt x="1346" y="2036"/>
                    <a:pt x="1320" y="2010"/>
                    <a:pt x="1320" y="1977"/>
                  </a:cubicBezTo>
                  <a:cubicBezTo>
                    <a:pt x="1320" y="1944"/>
                    <a:pt x="1346" y="1918"/>
                    <a:pt x="1379" y="1918"/>
                  </a:cubicBezTo>
                  <a:cubicBezTo>
                    <a:pt x="1412" y="1918"/>
                    <a:pt x="1438" y="1944"/>
                    <a:pt x="1438" y="1977"/>
                  </a:cubicBezTo>
                  <a:close/>
                  <a:moveTo>
                    <a:pt x="666" y="672"/>
                  </a:moveTo>
                  <a:cubicBezTo>
                    <a:pt x="666" y="691"/>
                    <a:pt x="651" y="706"/>
                    <a:pt x="632" y="706"/>
                  </a:cubicBezTo>
                  <a:cubicBezTo>
                    <a:pt x="614" y="706"/>
                    <a:pt x="599" y="691"/>
                    <a:pt x="599" y="672"/>
                  </a:cubicBezTo>
                  <a:cubicBezTo>
                    <a:pt x="599" y="654"/>
                    <a:pt x="614" y="639"/>
                    <a:pt x="632" y="639"/>
                  </a:cubicBezTo>
                  <a:cubicBezTo>
                    <a:pt x="651" y="639"/>
                    <a:pt x="666" y="654"/>
                    <a:pt x="666" y="672"/>
                  </a:cubicBezTo>
                  <a:close/>
                  <a:moveTo>
                    <a:pt x="717" y="4145"/>
                  </a:moveTo>
                  <a:cubicBezTo>
                    <a:pt x="717" y="4165"/>
                    <a:pt x="701" y="4181"/>
                    <a:pt x="681" y="4181"/>
                  </a:cubicBezTo>
                  <a:cubicBezTo>
                    <a:pt x="662" y="4181"/>
                    <a:pt x="646" y="4165"/>
                    <a:pt x="646" y="4145"/>
                  </a:cubicBezTo>
                  <a:cubicBezTo>
                    <a:pt x="646" y="4126"/>
                    <a:pt x="662" y="4110"/>
                    <a:pt x="681" y="4110"/>
                  </a:cubicBezTo>
                  <a:cubicBezTo>
                    <a:pt x="701" y="4110"/>
                    <a:pt x="717" y="4126"/>
                    <a:pt x="717" y="4145"/>
                  </a:cubicBezTo>
                  <a:close/>
                  <a:moveTo>
                    <a:pt x="1432" y="3229"/>
                  </a:moveTo>
                  <a:cubicBezTo>
                    <a:pt x="1432" y="3252"/>
                    <a:pt x="1413" y="3270"/>
                    <a:pt x="1391" y="3270"/>
                  </a:cubicBezTo>
                  <a:cubicBezTo>
                    <a:pt x="1368" y="3270"/>
                    <a:pt x="1349" y="3252"/>
                    <a:pt x="1349" y="3229"/>
                  </a:cubicBezTo>
                  <a:cubicBezTo>
                    <a:pt x="1349" y="3206"/>
                    <a:pt x="1368" y="3188"/>
                    <a:pt x="1391" y="3188"/>
                  </a:cubicBezTo>
                  <a:cubicBezTo>
                    <a:pt x="1413" y="3188"/>
                    <a:pt x="1432" y="3206"/>
                    <a:pt x="1432" y="3229"/>
                  </a:cubicBezTo>
                  <a:close/>
                  <a:moveTo>
                    <a:pt x="1334" y="251"/>
                  </a:moveTo>
                  <a:cubicBezTo>
                    <a:pt x="1334" y="269"/>
                    <a:pt x="1320" y="283"/>
                    <a:pt x="1303" y="283"/>
                  </a:cubicBezTo>
                  <a:cubicBezTo>
                    <a:pt x="1285" y="283"/>
                    <a:pt x="1271" y="269"/>
                    <a:pt x="1271" y="251"/>
                  </a:cubicBezTo>
                  <a:cubicBezTo>
                    <a:pt x="1271" y="234"/>
                    <a:pt x="1285" y="219"/>
                    <a:pt x="1303" y="219"/>
                  </a:cubicBezTo>
                  <a:cubicBezTo>
                    <a:pt x="1320" y="219"/>
                    <a:pt x="1334" y="234"/>
                    <a:pt x="1334" y="251"/>
                  </a:cubicBezTo>
                  <a:close/>
                  <a:moveTo>
                    <a:pt x="458" y="3444"/>
                  </a:moveTo>
                  <a:cubicBezTo>
                    <a:pt x="458" y="3467"/>
                    <a:pt x="439" y="3486"/>
                    <a:pt x="415" y="3486"/>
                  </a:cubicBezTo>
                  <a:cubicBezTo>
                    <a:pt x="391" y="3486"/>
                    <a:pt x="372" y="3467"/>
                    <a:pt x="372" y="3444"/>
                  </a:cubicBezTo>
                  <a:cubicBezTo>
                    <a:pt x="372" y="3420"/>
                    <a:pt x="391" y="3401"/>
                    <a:pt x="415" y="3401"/>
                  </a:cubicBezTo>
                  <a:cubicBezTo>
                    <a:pt x="439" y="3401"/>
                    <a:pt x="458" y="3420"/>
                    <a:pt x="458" y="3444"/>
                  </a:cubicBezTo>
                  <a:close/>
                  <a:moveTo>
                    <a:pt x="739" y="2953"/>
                  </a:moveTo>
                  <a:cubicBezTo>
                    <a:pt x="739" y="2977"/>
                    <a:pt x="720" y="2997"/>
                    <a:pt x="696" y="2997"/>
                  </a:cubicBezTo>
                  <a:cubicBezTo>
                    <a:pt x="672" y="2997"/>
                    <a:pt x="652" y="2977"/>
                    <a:pt x="652" y="2953"/>
                  </a:cubicBezTo>
                  <a:cubicBezTo>
                    <a:pt x="652" y="2929"/>
                    <a:pt x="672" y="2910"/>
                    <a:pt x="696" y="2910"/>
                  </a:cubicBezTo>
                  <a:cubicBezTo>
                    <a:pt x="720" y="2910"/>
                    <a:pt x="739" y="2929"/>
                    <a:pt x="739" y="2953"/>
                  </a:cubicBezTo>
                  <a:close/>
                  <a:moveTo>
                    <a:pt x="710" y="4033"/>
                  </a:moveTo>
                  <a:cubicBezTo>
                    <a:pt x="710" y="4061"/>
                    <a:pt x="687" y="4084"/>
                    <a:pt x="659" y="4084"/>
                  </a:cubicBezTo>
                  <a:cubicBezTo>
                    <a:pt x="630" y="4084"/>
                    <a:pt x="608" y="4061"/>
                    <a:pt x="608" y="4033"/>
                  </a:cubicBezTo>
                  <a:cubicBezTo>
                    <a:pt x="608" y="4005"/>
                    <a:pt x="630" y="3982"/>
                    <a:pt x="659" y="3982"/>
                  </a:cubicBezTo>
                  <a:cubicBezTo>
                    <a:pt x="687" y="3982"/>
                    <a:pt x="710" y="4005"/>
                    <a:pt x="710" y="4033"/>
                  </a:cubicBezTo>
                  <a:close/>
                  <a:moveTo>
                    <a:pt x="560" y="2896"/>
                  </a:moveTo>
                  <a:cubicBezTo>
                    <a:pt x="560" y="2921"/>
                    <a:pt x="539" y="2942"/>
                    <a:pt x="514" y="2942"/>
                  </a:cubicBezTo>
                  <a:cubicBezTo>
                    <a:pt x="489" y="2942"/>
                    <a:pt x="468" y="2921"/>
                    <a:pt x="468" y="2896"/>
                  </a:cubicBezTo>
                  <a:cubicBezTo>
                    <a:pt x="468" y="2871"/>
                    <a:pt x="489" y="2850"/>
                    <a:pt x="514" y="2850"/>
                  </a:cubicBezTo>
                  <a:cubicBezTo>
                    <a:pt x="539" y="2850"/>
                    <a:pt x="560" y="2871"/>
                    <a:pt x="560" y="2896"/>
                  </a:cubicBezTo>
                  <a:close/>
                  <a:moveTo>
                    <a:pt x="2192" y="3697"/>
                  </a:moveTo>
                  <a:cubicBezTo>
                    <a:pt x="2192" y="3718"/>
                    <a:pt x="2174" y="3736"/>
                    <a:pt x="2153" y="3736"/>
                  </a:cubicBezTo>
                  <a:cubicBezTo>
                    <a:pt x="2132" y="3736"/>
                    <a:pt x="2114" y="3718"/>
                    <a:pt x="2114" y="3697"/>
                  </a:cubicBezTo>
                  <a:cubicBezTo>
                    <a:pt x="2114" y="3676"/>
                    <a:pt x="2132" y="3658"/>
                    <a:pt x="2153" y="3658"/>
                  </a:cubicBezTo>
                  <a:cubicBezTo>
                    <a:pt x="2174" y="3658"/>
                    <a:pt x="2192" y="3676"/>
                    <a:pt x="2192" y="3697"/>
                  </a:cubicBezTo>
                  <a:close/>
                  <a:moveTo>
                    <a:pt x="1001" y="3840"/>
                  </a:moveTo>
                  <a:cubicBezTo>
                    <a:pt x="1001" y="3859"/>
                    <a:pt x="985" y="3875"/>
                    <a:pt x="966" y="3875"/>
                  </a:cubicBezTo>
                  <a:cubicBezTo>
                    <a:pt x="947" y="3875"/>
                    <a:pt x="931" y="3859"/>
                    <a:pt x="931" y="3840"/>
                  </a:cubicBezTo>
                  <a:cubicBezTo>
                    <a:pt x="931" y="3821"/>
                    <a:pt x="947" y="3806"/>
                    <a:pt x="966" y="3806"/>
                  </a:cubicBezTo>
                  <a:cubicBezTo>
                    <a:pt x="985" y="3806"/>
                    <a:pt x="1001" y="3821"/>
                    <a:pt x="1001" y="3840"/>
                  </a:cubicBezTo>
                  <a:close/>
                  <a:moveTo>
                    <a:pt x="1200" y="129"/>
                  </a:moveTo>
                  <a:cubicBezTo>
                    <a:pt x="1200" y="157"/>
                    <a:pt x="1178" y="179"/>
                    <a:pt x="1150" y="179"/>
                  </a:cubicBezTo>
                  <a:cubicBezTo>
                    <a:pt x="1122" y="179"/>
                    <a:pt x="1100" y="157"/>
                    <a:pt x="1100" y="129"/>
                  </a:cubicBezTo>
                  <a:cubicBezTo>
                    <a:pt x="1100" y="102"/>
                    <a:pt x="1122" y="79"/>
                    <a:pt x="1150" y="79"/>
                  </a:cubicBezTo>
                  <a:cubicBezTo>
                    <a:pt x="1178" y="79"/>
                    <a:pt x="1200" y="102"/>
                    <a:pt x="1200" y="129"/>
                  </a:cubicBezTo>
                  <a:close/>
                  <a:moveTo>
                    <a:pt x="1922" y="2889"/>
                  </a:moveTo>
                  <a:cubicBezTo>
                    <a:pt x="1922" y="2920"/>
                    <a:pt x="1897" y="2945"/>
                    <a:pt x="1866" y="2945"/>
                  </a:cubicBezTo>
                  <a:cubicBezTo>
                    <a:pt x="1835" y="2945"/>
                    <a:pt x="1809" y="2920"/>
                    <a:pt x="1809" y="2889"/>
                  </a:cubicBezTo>
                  <a:cubicBezTo>
                    <a:pt x="1809" y="2858"/>
                    <a:pt x="1835" y="2832"/>
                    <a:pt x="1866" y="2832"/>
                  </a:cubicBezTo>
                  <a:cubicBezTo>
                    <a:pt x="1897" y="2832"/>
                    <a:pt x="1922" y="2858"/>
                    <a:pt x="1922" y="2889"/>
                  </a:cubicBezTo>
                  <a:close/>
                  <a:moveTo>
                    <a:pt x="743" y="3521"/>
                  </a:moveTo>
                  <a:cubicBezTo>
                    <a:pt x="743" y="3547"/>
                    <a:pt x="721" y="3568"/>
                    <a:pt x="695" y="3568"/>
                  </a:cubicBezTo>
                  <a:cubicBezTo>
                    <a:pt x="668" y="3568"/>
                    <a:pt x="647" y="3547"/>
                    <a:pt x="647" y="3521"/>
                  </a:cubicBezTo>
                  <a:cubicBezTo>
                    <a:pt x="647" y="3494"/>
                    <a:pt x="668" y="3473"/>
                    <a:pt x="695" y="3473"/>
                  </a:cubicBezTo>
                  <a:cubicBezTo>
                    <a:pt x="721" y="3473"/>
                    <a:pt x="743" y="3494"/>
                    <a:pt x="743" y="3521"/>
                  </a:cubicBezTo>
                  <a:close/>
                  <a:moveTo>
                    <a:pt x="1441" y="2285"/>
                  </a:moveTo>
                  <a:cubicBezTo>
                    <a:pt x="1441" y="2315"/>
                    <a:pt x="1417" y="2340"/>
                    <a:pt x="1386" y="2340"/>
                  </a:cubicBezTo>
                  <a:cubicBezTo>
                    <a:pt x="1356" y="2340"/>
                    <a:pt x="1331" y="2315"/>
                    <a:pt x="1331" y="2285"/>
                  </a:cubicBezTo>
                  <a:cubicBezTo>
                    <a:pt x="1331" y="2254"/>
                    <a:pt x="1356" y="2230"/>
                    <a:pt x="1386" y="2230"/>
                  </a:cubicBezTo>
                  <a:cubicBezTo>
                    <a:pt x="1417" y="2230"/>
                    <a:pt x="1441" y="2254"/>
                    <a:pt x="1441" y="2285"/>
                  </a:cubicBezTo>
                  <a:close/>
                  <a:moveTo>
                    <a:pt x="2383" y="2377"/>
                  </a:moveTo>
                  <a:cubicBezTo>
                    <a:pt x="2383" y="2405"/>
                    <a:pt x="2361" y="2427"/>
                    <a:pt x="2334" y="2427"/>
                  </a:cubicBezTo>
                  <a:cubicBezTo>
                    <a:pt x="2306" y="2427"/>
                    <a:pt x="2284" y="2405"/>
                    <a:pt x="2284" y="2377"/>
                  </a:cubicBezTo>
                  <a:cubicBezTo>
                    <a:pt x="2284" y="2350"/>
                    <a:pt x="2306" y="2327"/>
                    <a:pt x="2334" y="2327"/>
                  </a:cubicBezTo>
                  <a:cubicBezTo>
                    <a:pt x="2361" y="2327"/>
                    <a:pt x="2383" y="2350"/>
                    <a:pt x="2383" y="2377"/>
                  </a:cubicBezTo>
                  <a:close/>
                  <a:moveTo>
                    <a:pt x="2056" y="1398"/>
                  </a:moveTo>
                  <a:cubicBezTo>
                    <a:pt x="2056" y="1421"/>
                    <a:pt x="2038" y="1439"/>
                    <a:pt x="2015" y="1439"/>
                  </a:cubicBezTo>
                  <a:cubicBezTo>
                    <a:pt x="1992" y="1439"/>
                    <a:pt x="1973" y="1421"/>
                    <a:pt x="1973" y="1398"/>
                  </a:cubicBezTo>
                  <a:cubicBezTo>
                    <a:pt x="1973" y="1375"/>
                    <a:pt x="1992" y="1356"/>
                    <a:pt x="2015" y="1356"/>
                  </a:cubicBezTo>
                  <a:cubicBezTo>
                    <a:pt x="2038" y="1356"/>
                    <a:pt x="2056" y="1375"/>
                    <a:pt x="2056" y="1398"/>
                  </a:cubicBezTo>
                  <a:close/>
                  <a:moveTo>
                    <a:pt x="1660" y="43"/>
                  </a:moveTo>
                  <a:cubicBezTo>
                    <a:pt x="1660" y="68"/>
                    <a:pt x="1641" y="87"/>
                    <a:pt x="1617" y="87"/>
                  </a:cubicBezTo>
                  <a:cubicBezTo>
                    <a:pt x="1592" y="87"/>
                    <a:pt x="1573" y="68"/>
                    <a:pt x="1573" y="43"/>
                  </a:cubicBezTo>
                  <a:cubicBezTo>
                    <a:pt x="1573" y="19"/>
                    <a:pt x="1592" y="0"/>
                    <a:pt x="1617" y="0"/>
                  </a:cubicBezTo>
                  <a:cubicBezTo>
                    <a:pt x="1641" y="0"/>
                    <a:pt x="1660" y="19"/>
                    <a:pt x="1660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9" name="TAC1 PulmonI"/>
          <p:cNvGrpSpPr/>
          <p:nvPr/>
        </p:nvGrpSpPr>
        <p:grpSpPr>
          <a:xfrm>
            <a:off x="2411273" y="1725761"/>
            <a:ext cx="969196" cy="2220383"/>
            <a:chOff x="2411273" y="1725761"/>
            <a:chExt cx="969196" cy="2220383"/>
          </a:xfrm>
        </p:grpSpPr>
        <p:sp>
          <p:nvSpPr>
            <p:cNvPr id="10" name="Forma 9"/>
            <p:cNvSpPr/>
            <p:nvPr/>
          </p:nvSpPr>
          <p:spPr>
            <a:xfrm>
              <a:off x="2411273" y="1725761"/>
              <a:ext cx="969196" cy="222038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" name="Forma 10"/>
            <p:cNvSpPr/>
            <p:nvPr/>
          </p:nvSpPr>
          <p:spPr>
            <a:xfrm>
              <a:off x="2605729" y="2033797"/>
              <a:ext cx="589446" cy="1578353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12" name="TAC1 Corazon"/>
          <p:cNvSpPr/>
          <p:nvPr/>
        </p:nvSpPr>
        <p:spPr>
          <a:xfrm>
            <a:off x="1848917" y="2108793"/>
            <a:ext cx="825396" cy="871474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3" name="TAC1 Vertebra"/>
          <p:cNvSpPr/>
          <p:nvPr/>
        </p:nvSpPr>
        <p:spPr>
          <a:xfrm>
            <a:off x="1886407" y="3493008"/>
            <a:ext cx="524866" cy="475488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4" name="TAC1 Aorta"/>
          <p:cNvSpPr/>
          <p:nvPr/>
        </p:nvSpPr>
        <p:spPr>
          <a:xfrm>
            <a:off x="2231319" y="3116275"/>
            <a:ext cx="284927" cy="277978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15" name="TAC1 Aire"/>
          <p:cNvSpPr/>
          <p:nvPr/>
        </p:nvSpPr>
        <p:spPr>
          <a:xfrm>
            <a:off x="789467" y="1716298"/>
            <a:ext cx="1220516" cy="2265060"/>
          </a:xfrm>
          <a:custGeom>
            <a:avLst/>
            <a:gdLst/>
            <a:ahLst/>
            <a:cxnLst/>
            <a:rect l="0" t="0" r="r" b="b"/>
            <a:pathLst>
              <a:path w="5257" h="10000">
                <a:moveTo>
                  <a:pt x="3954" y="16"/>
                </a:moveTo>
                <a:lnTo>
                  <a:pt x="3938" y="13"/>
                </a:lnTo>
                <a:lnTo>
                  <a:pt x="3922" y="12"/>
                </a:lnTo>
                <a:lnTo>
                  <a:pt x="3547" y="0"/>
                </a:lnTo>
                <a:lnTo>
                  <a:pt x="3533" y="0"/>
                </a:lnTo>
                <a:lnTo>
                  <a:pt x="3519" y="1"/>
                </a:lnTo>
                <a:lnTo>
                  <a:pt x="3045" y="67"/>
                </a:lnTo>
                <a:lnTo>
                  <a:pt x="3026" y="71"/>
                </a:lnTo>
                <a:lnTo>
                  <a:pt x="2503" y="209"/>
                </a:lnTo>
                <a:lnTo>
                  <a:pt x="2486" y="214"/>
                </a:lnTo>
                <a:lnTo>
                  <a:pt x="1963" y="417"/>
                </a:lnTo>
                <a:lnTo>
                  <a:pt x="1943" y="427"/>
                </a:lnTo>
                <a:lnTo>
                  <a:pt x="1469" y="688"/>
                </a:lnTo>
                <a:lnTo>
                  <a:pt x="1456" y="696"/>
                </a:lnTo>
                <a:lnTo>
                  <a:pt x="1444" y="705"/>
                </a:lnTo>
                <a:lnTo>
                  <a:pt x="1068" y="1018"/>
                </a:lnTo>
                <a:lnTo>
                  <a:pt x="1058" y="1027"/>
                </a:lnTo>
                <a:lnTo>
                  <a:pt x="1049" y="1037"/>
                </a:lnTo>
                <a:lnTo>
                  <a:pt x="1041" y="1047"/>
                </a:lnTo>
                <a:lnTo>
                  <a:pt x="762" y="1431"/>
                </a:lnTo>
                <a:lnTo>
                  <a:pt x="754" y="1444"/>
                </a:lnTo>
                <a:lnTo>
                  <a:pt x="747" y="1456"/>
                </a:lnTo>
                <a:lnTo>
                  <a:pt x="524" y="1921"/>
                </a:lnTo>
                <a:lnTo>
                  <a:pt x="516" y="1940"/>
                </a:lnTo>
                <a:lnTo>
                  <a:pt x="342" y="2464"/>
                </a:lnTo>
                <a:lnTo>
                  <a:pt x="338" y="2478"/>
                </a:lnTo>
                <a:lnTo>
                  <a:pt x="207" y="3037"/>
                </a:lnTo>
                <a:lnTo>
                  <a:pt x="205" y="3047"/>
                </a:lnTo>
                <a:lnTo>
                  <a:pt x="110" y="3620"/>
                </a:lnTo>
                <a:lnTo>
                  <a:pt x="109" y="3628"/>
                </a:lnTo>
                <a:lnTo>
                  <a:pt x="42" y="4191"/>
                </a:lnTo>
                <a:lnTo>
                  <a:pt x="42" y="4200"/>
                </a:lnTo>
                <a:lnTo>
                  <a:pt x="4" y="4783"/>
                </a:lnTo>
                <a:lnTo>
                  <a:pt x="4" y="4792"/>
                </a:lnTo>
                <a:lnTo>
                  <a:pt x="0" y="5417"/>
                </a:lnTo>
                <a:lnTo>
                  <a:pt x="0" y="5426"/>
                </a:lnTo>
                <a:lnTo>
                  <a:pt x="31" y="6065"/>
                </a:lnTo>
                <a:lnTo>
                  <a:pt x="32" y="6075"/>
                </a:lnTo>
                <a:lnTo>
                  <a:pt x="102" y="6698"/>
                </a:lnTo>
                <a:lnTo>
                  <a:pt x="104" y="6710"/>
                </a:lnTo>
                <a:lnTo>
                  <a:pt x="214" y="7289"/>
                </a:lnTo>
                <a:lnTo>
                  <a:pt x="218" y="7305"/>
                </a:lnTo>
                <a:lnTo>
                  <a:pt x="371" y="7810"/>
                </a:lnTo>
                <a:lnTo>
                  <a:pt x="380" y="7832"/>
                </a:lnTo>
                <a:lnTo>
                  <a:pt x="590" y="8276"/>
                </a:lnTo>
                <a:lnTo>
                  <a:pt x="601" y="8296"/>
                </a:lnTo>
                <a:lnTo>
                  <a:pt x="869" y="8706"/>
                </a:lnTo>
                <a:lnTo>
                  <a:pt x="881" y="8722"/>
                </a:lnTo>
                <a:lnTo>
                  <a:pt x="1190" y="9088"/>
                </a:lnTo>
                <a:lnTo>
                  <a:pt x="1203" y="9102"/>
                </a:lnTo>
                <a:lnTo>
                  <a:pt x="1534" y="9412"/>
                </a:lnTo>
                <a:lnTo>
                  <a:pt x="1550" y="9425"/>
                </a:lnTo>
                <a:lnTo>
                  <a:pt x="1885" y="9667"/>
                </a:lnTo>
                <a:lnTo>
                  <a:pt x="1896" y="9674"/>
                </a:lnTo>
                <a:lnTo>
                  <a:pt x="1907" y="9680"/>
                </a:lnTo>
                <a:lnTo>
                  <a:pt x="2229" y="9844"/>
                </a:lnTo>
                <a:lnTo>
                  <a:pt x="2242" y="9850"/>
                </a:lnTo>
                <a:lnTo>
                  <a:pt x="2256" y="9855"/>
                </a:lnTo>
                <a:lnTo>
                  <a:pt x="2583" y="9952"/>
                </a:lnTo>
                <a:lnTo>
                  <a:pt x="2596" y="9956"/>
                </a:lnTo>
                <a:lnTo>
                  <a:pt x="2610" y="9958"/>
                </a:lnTo>
                <a:lnTo>
                  <a:pt x="2959" y="9998"/>
                </a:lnTo>
                <a:lnTo>
                  <a:pt x="2975" y="10000"/>
                </a:lnTo>
                <a:lnTo>
                  <a:pt x="2990" y="9999"/>
                </a:lnTo>
                <a:lnTo>
                  <a:pt x="3344" y="9973"/>
                </a:lnTo>
                <a:lnTo>
                  <a:pt x="3362" y="9970"/>
                </a:lnTo>
                <a:lnTo>
                  <a:pt x="3379" y="9966"/>
                </a:lnTo>
                <a:lnTo>
                  <a:pt x="3719" y="9861"/>
                </a:lnTo>
                <a:lnTo>
                  <a:pt x="3733" y="9856"/>
                </a:lnTo>
                <a:lnTo>
                  <a:pt x="3745" y="9850"/>
                </a:lnTo>
                <a:lnTo>
                  <a:pt x="3758" y="9843"/>
                </a:lnTo>
                <a:lnTo>
                  <a:pt x="4067" y="9648"/>
                </a:lnTo>
                <a:lnTo>
                  <a:pt x="4079" y="9639"/>
                </a:lnTo>
                <a:lnTo>
                  <a:pt x="4091" y="9629"/>
                </a:lnTo>
                <a:lnTo>
                  <a:pt x="4102" y="9618"/>
                </a:lnTo>
                <a:lnTo>
                  <a:pt x="4361" y="9323"/>
                </a:lnTo>
                <a:lnTo>
                  <a:pt x="4370" y="9311"/>
                </a:lnTo>
                <a:lnTo>
                  <a:pt x="4378" y="9300"/>
                </a:lnTo>
                <a:lnTo>
                  <a:pt x="4385" y="9287"/>
                </a:lnTo>
                <a:lnTo>
                  <a:pt x="4596" y="8855"/>
                </a:lnTo>
                <a:lnTo>
                  <a:pt x="4601" y="8844"/>
                </a:lnTo>
                <a:lnTo>
                  <a:pt x="4605" y="8832"/>
                </a:lnTo>
                <a:lnTo>
                  <a:pt x="4783" y="8266"/>
                </a:lnTo>
                <a:lnTo>
                  <a:pt x="4786" y="8252"/>
                </a:lnTo>
                <a:lnTo>
                  <a:pt x="4932" y="7596"/>
                </a:lnTo>
                <a:lnTo>
                  <a:pt x="4934" y="7587"/>
                </a:lnTo>
                <a:lnTo>
                  <a:pt x="5051" y="6886"/>
                </a:lnTo>
                <a:lnTo>
                  <a:pt x="5052" y="6880"/>
                </a:lnTo>
                <a:lnTo>
                  <a:pt x="5142" y="6179"/>
                </a:lnTo>
                <a:lnTo>
                  <a:pt x="5142" y="6174"/>
                </a:lnTo>
                <a:lnTo>
                  <a:pt x="5208" y="5518"/>
                </a:lnTo>
                <a:lnTo>
                  <a:pt x="5208" y="5512"/>
                </a:lnTo>
                <a:lnTo>
                  <a:pt x="5247" y="4868"/>
                </a:lnTo>
                <a:lnTo>
                  <a:pt x="5247" y="4861"/>
                </a:lnTo>
                <a:lnTo>
                  <a:pt x="5257" y="4189"/>
                </a:lnTo>
                <a:lnTo>
                  <a:pt x="5256" y="4182"/>
                </a:lnTo>
                <a:lnTo>
                  <a:pt x="5239" y="3510"/>
                </a:lnTo>
                <a:lnTo>
                  <a:pt x="5239" y="3503"/>
                </a:lnTo>
                <a:lnTo>
                  <a:pt x="5196" y="2860"/>
                </a:lnTo>
                <a:lnTo>
                  <a:pt x="5196" y="2853"/>
                </a:lnTo>
                <a:lnTo>
                  <a:pt x="5131" y="2268"/>
                </a:lnTo>
                <a:lnTo>
                  <a:pt x="5130" y="2258"/>
                </a:lnTo>
                <a:lnTo>
                  <a:pt x="5045" y="1761"/>
                </a:lnTo>
                <a:lnTo>
                  <a:pt x="5043" y="1753"/>
                </a:lnTo>
                <a:lnTo>
                  <a:pt x="4949" y="1332"/>
                </a:lnTo>
                <a:lnTo>
                  <a:pt x="4947" y="1324"/>
                </a:lnTo>
                <a:lnTo>
                  <a:pt x="4844" y="955"/>
                </a:lnTo>
                <a:lnTo>
                  <a:pt x="4838" y="938"/>
                </a:lnTo>
                <a:lnTo>
                  <a:pt x="4712" y="627"/>
                </a:lnTo>
                <a:lnTo>
                  <a:pt x="4706" y="613"/>
                </a:lnTo>
                <a:lnTo>
                  <a:pt x="4698" y="599"/>
                </a:lnTo>
                <a:lnTo>
                  <a:pt x="4536" y="354"/>
                </a:lnTo>
                <a:lnTo>
                  <a:pt x="4527" y="341"/>
                </a:lnTo>
                <a:lnTo>
                  <a:pt x="4516" y="329"/>
                </a:lnTo>
                <a:lnTo>
                  <a:pt x="4504" y="318"/>
                </a:lnTo>
                <a:lnTo>
                  <a:pt x="4293" y="144"/>
                </a:lnTo>
                <a:lnTo>
                  <a:pt x="4282" y="135"/>
                </a:lnTo>
                <a:lnTo>
                  <a:pt x="4270" y="128"/>
                </a:lnTo>
                <a:lnTo>
                  <a:pt x="4257" y="121"/>
                </a:lnTo>
                <a:lnTo>
                  <a:pt x="4244" y="116"/>
                </a:lnTo>
                <a:lnTo>
                  <a:pt x="3970" y="21"/>
                </a:lnTo>
                <a:lnTo>
                  <a:pt x="3954" y="16"/>
                </a:lnTo>
                <a:close/>
                <a:moveTo>
                  <a:pt x="4257" y="1491"/>
                </a:moveTo>
                <a:lnTo>
                  <a:pt x="4260" y="1492"/>
                </a:lnTo>
                <a:lnTo>
                  <a:pt x="4262" y="1493"/>
                </a:lnTo>
                <a:lnTo>
                  <a:pt x="4265" y="1495"/>
                </a:lnTo>
                <a:lnTo>
                  <a:pt x="4267" y="1496"/>
                </a:lnTo>
                <a:lnTo>
                  <a:pt x="4446" y="1646"/>
                </a:lnTo>
                <a:lnTo>
                  <a:pt x="4449" y="1648"/>
                </a:lnTo>
                <a:lnTo>
                  <a:pt x="4451" y="1651"/>
                </a:lnTo>
                <a:lnTo>
                  <a:pt x="4453" y="1653"/>
                </a:lnTo>
                <a:lnTo>
                  <a:pt x="4590" y="1865"/>
                </a:lnTo>
                <a:lnTo>
                  <a:pt x="4591" y="1868"/>
                </a:lnTo>
                <a:lnTo>
                  <a:pt x="4593" y="1871"/>
                </a:lnTo>
                <a:lnTo>
                  <a:pt x="4700" y="2139"/>
                </a:lnTo>
                <a:lnTo>
                  <a:pt x="4701" y="2142"/>
                </a:lnTo>
                <a:lnTo>
                  <a:pt x="4788" y="2460"/>
                </a:lnTo>
                <a:lnTo>
                  <a:pt x="4789" y="2462"/>
                </a:lnTo>
                <a:lnTo>
                  <a:pt x="4869" y="2825"/>
                </a:lnTo>
                <a:lnTo>
                  <a:pt x="4869" y="2826"/>
                </a:lnTo>
                <a:lnTo>
                  <a:pt x="4941" y="3255"/>
                </a:lnTo>
                <a:lnTo>
                  <a:pt x="4941" y="3257"/>
                </a:lnTo>
                <a:lnTo>
                  <a:pt x="4996" y="3762"/>
                </a:lnTo>
                <a:lnTo>
                  <a:pt x="4997" y="3763"/>
                </a:lnTo>
                <a:lnTo>
                  <a:pt x="5032" y="4318"/>
                </a:lnTo>
                <a:lnTo>
                  <a:pt x="5033" y="4319"/>
                </a:lnTo>
                <a:lnTo>
                  <a:pt x="5047" y="4899"/>
                </a:lnTo>
                <a:lnTo>
                  <a:pt x="5047" y="4901"/>
                </a:lnTo>
                <a:lnTo>
                  <a:pt x="5040" y="5481"/>
                </a:lnTo>
                <a:lnTo>
                  <a:pt x="5039" y="5482"/>
                </a:lnTo>
                <a:lnTo>
                  <a:pt x="5007" y="6037"/>
                </a:lnTo>
                <a:lnTo>
                  <a:pt x="5007" y="6038"/>
                </a:lnTo>
                <a:lnTo>
                  <a:pt x="4951" y="6604"/>
                </a:lnTo>
                <a:lnTo>
                  <a:pt x="4951" y="6605"/>
                </a:lnTo>
                <a:lnTo>
                  <a:pt x="4874" y="7210"/>
                </a:lnTo>
                <a:lnTo>
                  <a:pt x="4874" y="7211"/>
                </a:lnTo>
                <a:lnTo>
                  <a:pt x="4775" y="7816"/>
                </a:lnTo>
                <a:lnTo>
                  <a:pt x="4774" y="7818"/>
                </a:lnTo>
                <a:lnTo>
                  <a:pt x="4650" y="8384"/>
                </a:lnTo>
                <a:lnTo>
                  <a:pt x="4650" y="8386"/>
                </a:lnTo>
                <a:lnTo>
                  <a:pt x="4499" y="8875"/>
                </a:lnTo>
                <a:lnTo>
                  <a:pt x="4498" y="8877"/>
                </a:lnTo>
                <a:lnTo>
                  <a:pt x="4497" y="8880"/>
                </a:lnTo>
                <a:lnTo>
                  <a:pt x="4317" y="9252"/>
                </a:lnTo>
                <a:lnTo>
                  <a:pt x="4316" y="9255"/>
                </a:lnTo>
                <a:lnTo>
                  <a:pt x="4314" y="9257"/>
                </a:lnTo>
                <a:lnTo>
                  <a:pt x="4313" y="9259"/>
                </a:lnTo>
                <a:lnTo>
                  <a:pt x="4092" y="9514"/>
                </a:lnTo>
                <a:lnTo>
                  <a:pt x="4090" y="9517"/>
                </a:lnTo>
                <a:lnTo>
                  <a:pt x="4088" y="9519"/>
                </a:lnTo>
                <a:lnTo>
                  <a:pt x="4085" y="9520"/>
                </a:lnTo>
                <a:lnTo>
                  <a:pt x="3823" y="9688"/>
                </a:lnTo>
                <a:lnTo>
                  <a:pt x="3820" y="9690"/>
                </a:lnTo>
                <a:lnTo>
                  <a:pt x="3818" y="9691"/>
                </a:lnTo>
                <a:lnTo>
                  <a:pt x="3815" y="9692"/>
                </a:lnTo>
                <a:lnTo>
                  <a:pt x="3526" y="9783"/>
                </a:lnTo>
                <a:lnTo>
                  <a:pt x="3522" y="9784"/>
                </a:lnTo>
                <a:lnTo>
                  <a:pt x="3519" y="9784"/>
                </a:lnTo>
                <a:lnTo>
                  <a:pt x="3218" y="9807"/>
                </a:lnTo>
                <a:lnTo>
                  <a:pt x="3215" y="9807"/>
                </a:lnTo>
                <a:lnTo>
                  <a:pt x="3212" y="9807"/>
                </a:lnTo>
                <a:lnTo>
                  <a:pt x="2915" y="9772"/>
                </a:lnTo>
                <a:lnTo>
                  <a:pt x="2912" y="9771"/>
                </a:lnTo>
                <a:lnTo>
                  <a:pt x="2910" y="9771"/>
                </a:lnTo>
                <a:lnTo>
                  <a:pt x="2632" y="9687"/>
                </a:lnTo>
                <a:lnTo>
                  <a:pt x="2629" y="9686"/>
                </a:lnTo>
                <a:lnTo>
                  <a:pt x="2626" y="9685"/>
                </a:lnTo>
                <a:lnTo>
                  <a:pt x="2352" y="9543"/>
                </a:lnTo>
                <a:lnTo>
                  <a:pt x="2350" y="9542"/>
                </a:lnTo>
                <a:lnTo>
                  <a:pt x="2348" y="9541"/>
                </a:lnTo>
                <a:lnTo>
                  <a:pt x="2063" y="9331"/>
                </a:lnTo>
                <a:lnTo>
                  <a:pt x="2060" y="9329"/>
                </a:lnTo>
                <a:lnTo>
                  <a:pt x="1778" y="9061"/>
                </a:lnTo>
                <a:lnTo>
                  <a:pt x="1776" y="9059"/>
                </a:lnTo>
                <a:lnTo>
                  <a:pt x="1513" y="8743"/>
                </a:lnTo>
                <a:lnTo>
                  <a:pt x="1511" y="8740"/>
                </a:lnTo>
                <a:lnTo>
                  <a:pt x="1283" y="8386"/>
                </a:lnTo>
                <a:lnTo>
                  <a:pt x="1281" y="8382"/>
                </a:lnTo>
                <a:lnTo>
                  <a:pt x="1102" y="7998"/>
                </a:lnTo>
                <a:lnTo>
                  <a:pt x="1100" y="7994"/>
                </a:lnTo>
                <a:lnTo>
                  <a:pt x="970" y="7559"/>
                </a:lnTo>
                <a:lnTo>
                  <a:pt x="970" y="7556"/>
                </a:lnTo>
                <a:lnTo>
                  <a:pt x="876" y="7057"/>
                </a:lnTo>
                <a:lnTo>
                  <a:pt x="876" y="7055"/>
                </a:lnTo>
                <a:lnTo>
                  <a:pt x="816" y="6517"/>
                </a:lnTo>
                <a:lnTo>
                  <a:pt x="816" y="6515"/>
                </a:lnTo>
                <a:lnTo>
                  <a:pt x="789" y="5964"/>
                </a:lnTo>
                <a:lnTo>
                  <a:pt x="789" y="5962"/>
                </a:lnTo>
                <a:lnTo>
                  <a:pt x="792" y="5423"/>
                </a:lnTo>
                <a:lnTo>
                  <a:pt x="793" y="5421"/>
                </a:lnTo>
                <a:lnTo>
                  <a:pt x="825" y="4919"/>
                </a:lnTo>
                <a:lnTo>
                  <a:pt x="825" y="4917"/>
                </a:lnTo>
                <a:lnTo>
                  <a:pt x="881" y="4431"/>
                </a:lnTo>
                <a:lnTo>
                  <a:pt x="881" y="4429"/>
                </a:lnTo>
                <a:lnTo>
                  <a:pt x="962" y="3935"/>
                </a:lnTo>
                <a:lnTo>
                  <a:pt x="963" y="3933"/>
                </a:lnTo>
                <a:lnTo>
                  <a:pt x="1074" y="3451"/>
                </a:lnTo>
                <a:lnTo>
                  <a:pt x="1075" y="3448"/>
                </a:lnTo>
                <a:lnTo>
                  <a:pt x="1223" y="2997"/>
                </a:lnTo>
                <a:lnTo>
                  <a:pt x="1224" y="2993"/>
                </a:lnTo>
                <a:lnTo>
                  <a:pt x="1414" y="2592"/>
                </a:lnTo>
                <a:lnTo>
                  <a:pt x="1415" y="2590"/>
                </a:lnTo>
                <a:lnTo>
                  <a:pt x="1417" y="2587"/>
                </a:lnTo>
                <a:lnTo>
                  <a:pt x="1654" y="2256"/>
                </a:lnTo>
                <a:lnTo>
                  <a:pt x="1656" y="2254"/>
                </a:lnTo>
                <a:lnTo>
                  <a:pt x="1658" y="2252"/>
                </a:lnTo>
                <a:lnTo>
                  <a:pt x="1660" y="2250"/>
                </a:lnTo>
                <a:lnTo>
                  <a:pt x="1979" y="1980"/>
                </a:lnTo>
                <a:lnTo>
                  <a:pt x="1981" y="1978"/>
                </a:lnTo>
                <a:lnTo>
                  <a:pt x="1984" y="1976"/>
                </a:lnTo>
                <a:lnTo>
                  <a:pt x="2386" y="1751"/>
                </a:lnTo>
                <a:lnTo>
                  <a:pt x="2390" y="1749"/>
                </a:lnTo>
                <a:lnTo>
                  <a:pt x="2835" y="1574"/>
                </a:lnTo>
                <a:lnTo>
                  <a:pt x="2839" y="1573"/>
                </a:lnTo>
                <a:lnTo>
                  <a:pt x="3284" y="1454"/>
                </a:lnTo>
                <a:lnTo>
                  <a:pt x="3287" y="1453"/>
                </a:lnTo>
                <a:lnTo>
                  <a:pt x="3690" y="1396"/>
                </a:lnTo>
                <a:lnTo>
                  <a:pt x="3693" y="1396"/>
                </a:lnTo>
                <a:lnTo>
                  <a:pt x="3696" y="1396"/>
                </a:lnTo>
                <a:lnTo>
                  <a:pt x="4015" y="1407"/>
                </a:lnTo>
                <a:lnTo>
                  <a:pt x="4018" y="1407"/>
                </a:lnTo>
                <a:lnTo>
                  <a:pt x="4021" y="1407"/>
                </a:lnTo>
                <a:lnTo>
                  <a:pt x="4024" y="1408"/>
                </a:lnTo>
                <a:lnTo>
                  <a:pt x="4257" y="149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6" name="TAC1 LineaPleural"/>
          <p:cNvSpPr/>
          <p:nvPr/>
        </p:nvSpPr>
        <p:spPr>
          <a:xfrm>
            <a:off x="980250" y="2039903"/>
            <a:ext cx="973709" cy="1890544"/>
          </a:xfrm>
          <a:custGeom>
            <a:avLst/>
            <a:gdLst/>
            <a:ahLst/>
            <a:cxnLst/>
            <a:rect l="0" t="0" r="r" b="b"/>
            <a:pathLst>
              <a:path w="2597" h="5168" fill="none">
                <a:moveTo>
                  <a:pt x="1977" y="6"/>
                </a:moveTo>
                <a:lnTo>
                  <a:pt x="1779" y="0"/>
                </a:lnTo>
                <a:lnTo>
                  <a:pt x="1529" y="35"/>
                </a:lnTo>
                <a:lnTo>
                  <a:pt x="1254" y="109"/>
                </a:lnTo>
                <a:lnTo>
                  <a:pt x="979" y="217"/>
                </a:lnTo>
                <a:lnTo>
                  <a:pt x="729" y="356"/>
                </a:lnTo>
                <a:lnTo>
                  <a:pt x="532" y="524"/>
                </a:lnTo>
                <a:lnTo>
                  <a:pt x="385" y="729"/>
                </a:lnTo>
                <a:lnTo>
                  <a:pt x="267" y="977"/>
                </a:lnTo>
                <a:lnTo>
                  <a:pt x="176" y="1257"/>
                </a:lnTo>
                <a:lnTo>
                  <a:pt x="107" y="1555"/>
                </a:lnTo>
                <a:lnTo>
                  <a:pt x="56" y="1861"/>
                </a:lnTo>
                <a:lnTo>
                  <a:pt x="22" y="2162"/>
                </a:lnTo>
                <a:lnTo>
                  <a:pt x="2" y="2474"/>
                </a:lnTo>
                <a:lnTo>
                  <a:pt x="0" y="2808"/>
                </a:lnTo>
                <a:lnTo>
                  <a:pt x="16" y="3149"/>
                </a:lnTo>
                <a:lnTo>
                  <a:pt x="53" y="3482"/>
                </a:lnTo>
                <a:lnTo>
                  <a:pt x="111" y="3791"/>
                </a:lnTo>
                <a:lnTo>
                  <a:pt x="192" y="4060"/>
                </a:lnTo>
                <a:lnTo>
                  <a:pt x="302" y="4297"/>
                </a:lnTo>
                <a:lnTo>
                  <a:pt x="443" y="4517"/>
                </a:lnTo>
                <a:lnTo>
                  <a:pt x="606" y="4712"/>
                </a:lnTo>
                <a:lnTo>
                  <a:pt x="780" y="4878"/>
                </a:lnTo>
                <a:lnTo>
                  <a:pt x="957" y="5007"/>
                </a:lnTo>
                <a:lnTo>
                  <a:pt x="1127" y="5095"/>
                </a:lnTo>
                <a:lnTo>
                  <a:pt x="1299" y="5147"/>
                </a:lnTo>
                <a:lnTo>
                  <a:pt x="1482" y="5168"/>
                </a:lnTo>
                <a:lnTo>
                  <a:pt x="1668" y="5154"/>
                </a:lnTo>
                <a:lnTo>
                  <a:pt x="1847" y="5098"/>
                </a:lnTo>
                <a:lnTo>
                  <a:pt x="2010" y="4994"/>
                </a:lnTo>
                <a:lnTo>
                  <a:pt x="2147" y="4836"/>
                </a:lnTo>
                <a:lnTo>
                  <a:pt x="2258" y="4605"/>
                </a:lnTo>
                <a:lnTo>
                  <a:pt x="2351" y="4303"/>
                </a:lnTo>
                <a:lnTo>
                  <a:pt x="2428" y="3952"/>
                </a:lnTo>
                <a:lnTo>
                  <a:pt x="2490" y="3577"/>
                </a:lnTo>
                <a:lnTo>
                  <a:pt x="2537" y="3203"/>
                </a:lnTo>
                <a:lnTo>
                  <a:pt x="2572" y="2852"/>
                </a:lnTo>
                <a:lnTo>
                  <a:pt x="2592" y="2509"/>
                </a:lnTo>
                <a:lnTo>
                  <a:pt x="2597" y="2150"/>
                </a:lnTo>
                <a:lnTo>
                  <a:pt x="2587" y="1790"/>
                </a:lnTo>
                <a:lnTo>
                  <a:pt x="2565" y="1447"/>
                </a:lnTo>
                <a:lnTo>
                  <a:pt x="2531" y="1134"/>
                </a:lnTo>
                <a:lnTo>
                  <a:pt x="2487" y="869"/>
                </a:lnTo>
                <a:lnTo>
                  <a:pt x="2437" y="644"/>
                </a:lnTo>
                <a:lnTo>
                  <a:pt x="2383" y="447"/>
                </a:lnTo>
                <a:lnTo>
                  <a:pt x="2317" y="281"/>
                </a:lnTo>
                <a:lnTo>
                  <a:pt x="2232" y="150"/>
                </a:lnTo>
                <a:lnTo>
                  <a:pt x="2121" y="57"/>
                </a:lnTo>
                <a:lnTo>
                  <a:pt x="1977" y="6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17" name="TAC1 Rótulo"/>
          <p:cNvSpPr txBox="1"/>
          <p:nvPr/>
        </p:nvSpPr>
        <p:spPr>
          <a:xfrm>
            <a:off x="349301" y="987552"/>
            <a:ext cx="11247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18" name="TAC2 Pantalla"/>
          <p:cNvSpPr/>
          <p:nvPr/>
        </p:nvSpPr>
        <p:spPr>
          <a:xfrm>
            <a:off x="4206240" y="914400"/>
            <a:ext cx="3749040" cy="365760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9" name="TAC2 Cuerpo"/>
          <p:cNvSpPr/>
          <p:nvPr/>
        </p:nvSpPr>
        <p:spPr>
          <a:xfrm>
            <a:off x="4385100" y="1243584"/>
            <a:ext cx="3391319" cy="3038517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20" name="TAC2 PulmonD"/>
          <p:cNvGrpSpPr/>
          <p:nvPr/>
        </p:nvGrpSpPr>
        <p:grpSpPr>
          <a:xfrm>
            <a:off x="5065464" y="2326951"/>
            <a:ext cx="801878" cy="1589153"/>
            <a:chOff x="5065464" y="2326951"/>
            <a:chExt cx="801878" cy="1589153"/>
          </a:xfrm>
        </p:grpSpPr>
        <p:sp>
          <p:nvSpPr>
            <p:cNvPr id="21" name="Forma 20"/>
            <p:cNvSpPr/>
            <p:nvPr/>
          </p:nvSpPr>
          <p:spPr>
            <a:xfrm>
              <a:off x="5065464" y="2326951"/>
              <a:ext cx="801878" cy="1589153"/>
            </a:xfrm>
            <a:custGeom>
              <a:avLst/>
              <a:gdLst/>
              <a:ahLst/>
              <a:cxnLst/>
              <a:rect l="0" t="0" r="r" b="b"/>
              <a:pathLst>
                <a:path w="4922" h="10000">
                  <a:moveTo>
                    <a:pt x="3746" y="12"/>
                  </a:moveTo>
                  <a:lnTo>
                    <a:pt x="3372" y="0"/>
                  </a:lnTo>
                  <a:lnTo>
                    <a:pt x="2899" y="68"/>
                  </a:lnTo>
                  <a:lnTo>
                    <a:pt x="2377" y="210"/>
                  </a:lnTo>
                  <a:lnTo>
                    <a:pt x="1855" y="420"/>
                  </a:lnTo>
                  <a:lnTo>
                    <a:pt x="1382" y="690"/>
                  </a:lnTo>
                  <a:lnTo>
                    <a:pt x="1008" y="1013"/>
                  </a:lnTo>
                  <a:lnTo>
                    <a:pt x="729" y="1411"/>
                  </a:lnTo>
                  <a:lnTo>
                    <a:pt x="507" y="1891"/>
                  </a:lnTo>
                  <a:lnTo>
                    <a:pt x="333" y="2432"/>
                  </a:lnTo>
                  <a:lnTo>
                    <a:pt x="202" y="3010"/>
                  </a:lnTo>
                  <a:lnTo>
                    <a:pt x="107" y="3601"/>
                  </a:lnTo>
                  <a:lnTo>
                    <a:pt x="41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1" y="6092"/>
                  </a:lnTo>
                  <a:lnTo>
                    <a:pt x="101" y="6736"/>
                  </a:lnTo>
                  <a:lnTo>
                    <a:pt x="211" y="7334"/>
                  </a:lnTo>
                  <a:lnTo>
                    <a:pt x="363" y="7855"/>
                  </a:lnTo>
                  <a:lnTo>
                    <a:pt x="573" y="8314"/>
                  </a:lnTo>
                  <a:lnTo>
                    <a:pt x="841" y="8739"/>
                  </a:lnTo>
                  <a:lnTo>
                    <a:pt x="1149" y="9117"/>
                  </a:lnTo>
                  <a:lnTo>
                    <a:pt x="1479" y="9437"/>
                  </a:lnTo>
                  <a:lnTo>
                    <a:pt x="1814" y="9688"/>
                  </a:lnTo>
                  <a:lnTo>
                    <a:pt x="2135" y="9857"/>
                  </a:lnTo>
                  <a:lnTo>
                    <a:pt x="2461" y="9957"/>
                  </a:lnTo>
                  <a:lnTo>
                    <a:pt x="2810" y="10000"/>
                  </a:lnTo>
                  <a:lnTo>
                    <a:pt x="3162" y="9972"/>
                  </a:lnTo>
                  <a:lnTo>
                    <a:pt x="3502" y="9864"/>
                  </a:lnTo>
                  <a:lnTo>
                    <a:pt x="3810" y="9662"/>
                  </a:lnTo>
                  <a:lnTo>
                    <a:pt x="4068" y="9357"/>
                  </a:lnTo>
                  <a:lnTo>
                    <a:pt x="4279" y="8910"/>
                  </a:lnTo>
                  <a:lnTo>
                    <a:pt x="4456" y="8325"/>
                  </a:lnTo>
                  <a:lnTo>
                    <a:pt x="4602" y="7646"/>
                  </a:lnTo>
                  <a:lnTo>
                    <a:pt x="4719" y="6922"/>
                  </a:lnTo>
                  <a:lnTo>
                    <a:pt x="4809" y="6197"/>
                  </a:lnTo>
                  <a:lnTo>
                    <a:pt x="4874" y="5519"/>
                  </a:lnTo>
                  <a:lnTo>
                    <a:pt x="4912" y="4854"/>
                  </a:lnTo>
                  <a:lnTo>
                    <a:pt x="4922" y="4159"/>
                  </a:lnTo>
                  <a:lnTo>
                    <a:pt x="4904" y="3464"/>
                  </a:lnTo>
                  <a:lnTo>
                    <a:pt x="4862" y="2800"/>
                  </a:lnTo>
                  <a:lnTo>
                    <a:pt x="4797" y="2195"/>
                  </a:lnTo>
                  <a:lnTo>
                    <a:pt x="4713" y="1681"/>
                  </a:lnTo>
                  <a:lnTo>
                    <a:pt x="4619" y="1246"/>
                  </a:lnTo>
                  <a:lnTo>
                    <a:pt x="4516" y="865"/>
                  </a:lnTo>
                  <a:lnTo>
                    <a:pt x="4391" y="544"/>
                  </a:lnTo>
                  <a:lnTo>
                    <a:pt x="4229" y="290"/>
                  </a:lnTo>
                  <a:lnTo>
                    <a:pt x="4019" y="111"/>
                  </a:lnTo>
                  <a:lnTo>
                    <a:pt x="3746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5100304" y="2346768"/>
              <a:ext cx="686254" cy="1306509"/>
            </a:xfrm>
            <a:custGeom>
              <a:avLst/>
              <a:gdLst/>
              <a:ahLst/>
              <a:cxnLst/>
              <a:rect l="0" t="0" r="r" b="b"/>
              <a:pathLst>
                <a:path w="1830" h="3572">
                  <a:moveTo>
                    <a:pt x="649" y="601"/>
                  </a:moveTo>
                  <a:cubicBezTo>
                    <a:pt x="649" y="628"/>
                    <a:pt x="627" y="650"/>
                    <a:pt x="599" y="650"/>
                  </a:cubicBezTo>
                  <a:cubicBezTo>
                    <a:pt x="572" y="650"/>
                    <a:pt x="550" y="628"/>
                    <a:pt x="550" y="601"/>
                  </a:cubicBezTo>
                  <a:cubicBezTo>
                    <a:pt x="550" y="573"/>
                    <a:pt x="572" y="551"/>
                    <a:pt x="599" y="551"/>
                  </a:cubicBezTo>
                  <a:cubicBezTo>
                    <a:pt x="627" y="551"/>
                    <a:pt x="649" y="573"/>
                    <a:pt x="649" y="601"/>
                  </a:cubicBezTo>
                  <a:close/>
                  <a:moveTo>
                    <a:pt x="102" y="2274"/>
                  </a:moveTo>
                  <a:cubicBezTo>
                    <a:pt x="102" y="2296"/>
                    <a:pt x="84" y="2315"/>
                    <a:pt x="62" y="2315"/>
                  </a:cubicBezTo>
                  <a:cubicBezTo>
                    <a:pt x="39" y="2315"/>
                    <a:pt x="21" y="2296"/>
                    <a:pt x="21" y="2274"/>
                  </a:cubicBezTo>
                  <a:cubicBezTo>
                    <a:pt x="21" y="2251"/>
                    <a:pt x="39" y="2233"/>
                    <a:pt x="62" y="2233"/>
                  </a:cubicBezTo>
                  <a:cubicBezTo>
                    <a:pt x="84" y="2233"/>
                    <a:pt x="102" y="2251"/>
                    <a:pt x="102" y="2274"/>
                  </a:cubicBezTo>
                  <a:close/>
                  <a:moveTo>
                    <a:pt x="62" y="2150"/>
                  </a:moveTo>
                  <a:cubicBezTo>
                    <a:pt x="62" y="2167"/>
                    <a:pt x="48" y="2181"/>
                    <a:pt x="31" y="2181"/>
                  </a:cubicBezTo>
                  <a:cubicBezTo>
                    <a:pt x="13" y="2181"/>
                    <a:pt x="0" y="2167"/>
                    <a:pt x="0" y="2150"/>
                  </a:cubicBezTo>
                  <a:cubicBezTo>
                    <a:pt x="0" y="2133"/>
                    <a:pt x="13" y="2119"/>
                    <a:pt x="31" y="2119"/>
                  </a:cubicBezTo>
                  <a:cubicBezTo>
                    <a:pt x="48" y="2119"/>
                    <a:pt x="62" y="2133"/>
                    <a:pt x="62" y="2150"/>
                  </a:cubicBezTo>
                  <a:close/>
                  <a:moveTo>
                    <a:pt x="867" y="249"/>
                  </a:moveTo>
                  <a:cubicBezTo>
                    <a:pt x="867" y="267"/>
                    <a:pt x="852" y="282"/>
                    <a:pt x="834" y="282"/>
                  </a:cubicBezTo>
                  <a:cubicBezTo>
                    <a:pt x="816" y="282"/>
                    <a:pt x="801" y="267"/>
                    <a:pt x="801" y="249"/>
                  </a:cubicBezTo>
                  <a:cubicBezTo>
                    <a:pt x="801" y="231"/>
                    <a:pt x="816" y="216"/>
                    <a:pt x="834" y="216"/>
                  </a:cubicBezTo>
                  <a:cubicBezTo>
                    <a:pt x="852" y="216"/>
                    <a:pt x="867" y="231"/>
                    <a:pt x="867" y="249"/>
                  </a:cubicBezTo>
                  <a:close/>
                  <a:moveTo>
                    <a:pt x="848" y="3538"/>
                  </a:moveTo>
                  <a:cubicBezTo>
                    <a:pt x="848" y="3556"/>
                    <a:pt x="833" y="3572"/>
                    <a:pt x="815" y="3572"/>
                  </a:cubicBezTo>
                  <a:cubicBezTo>
                    <a:pt x="796" y="3572"/>
                    <a:pt x="781" y="3556"/>
                    <a:pt x="781" y="3538"/>
                  </a:cubicBezTo>
                  <a:cubicBezTo>
                    <a:pt x="781" y="3519"/>
                    <a:pt x="796" y="3504"/>
                    <a:pt x="815" y="3504"/>
                  </a:cubicBezTo>
                  <a:cubicBezTo>
                    <a:pt x="833" y="3504"/>
                    <a:pt x="848" y="3519"/>
                    <a:pt x="848" y="3538"/>
                  </a:cubicBezTo>
                  <a:close/>
                  <a:moveTo>
                    <a:pt x="442" y="2671"/>
                  </a:moveTo>
                  <a:cubicBezTo>
                    <a:pt x="442" y="2704"/>
                    <a:pt x="416" y="2730"/>
                    <a:pt x="384" y="2730"/>
                  </a:cubicBezTo>
                  <a:cubicBezTo>
                    <a:pt x="352" y="2730"/>
                    <a:pt x="326" y="2704"/>
                    <a:pt x="326" y="2671"/>
                  </a:cubicBezTo>
                  <a:cubicBezTo>
                    <a:pt x="326" y="2639"/>
                    <a:pt x="352" y="2613"/>
                    <a:pt x="384" y="2613"/>
                  </a:cubicBezTo>
                  <a:cubicBezTo>
                    <a:pt x="416" y="2613"/>
                    <a:pt x="442" y="2639"/>
                    <a:pt x="442" y="2671"/>
                  </a:cubicBezTo>
                  <a:close/>
                  <a:moveTo>
                    <a:pt x="1200" y="1669"/>
                  </a:moveTo>
                  <a:cubicBezTo>
                    <a:pt x="1200" y="1702"/>
                    <a:pt x="1174" y="1728"/>
                    <a:pt x="1141" y="1728"/>
                  </a:cubicBezTo>
                  <a:cubicBezTo>
                    <a:pt x="1108" y="1728"/>
                    <a:pt x="1082" y="1702"/>
                    <a:pt x="1082" y="1669"/>
                  </a:cubicBezTo>
                  <a:cubicBezTo>
                    <a:pt x="1082" y="1636"/>
                    <a:pt x="1108" y="1610"/>
                    <a:pt x="1141" y="1610"/>
                  </a:cubicBezTo>
                  <a:cubicBezTo>
                    <a:pt x="1174" y="1610"/>
                    <a:pt x="1200" y="1636"/>
                    <a:pt x="1200" y="1669"/>
                  </a:cubicBezTo>
                  <a:close/>
                  <a:moveTo>
                    <a:pt x="560" y="572"/>
                  </a:moveTo>
                  <a:cubicBezTo>
                    <a:pt x="560" y="591"/>
                    <a:pt x="545" y="606"/>
                    <a:pt x="526" y="606"/>
                  </a:cubicBezTo>
                  <a:cubicBezTo>
                    <a:pt x="507" y="606"/>
                    <a:pt x="492" y="591"/>
                    <a:pt x="492" y="572"/>
                  </a:cubicBezTo>
                  <a:cubicBezTo>
                    <a:pt x="492" y="554"/>
                    <a:pt x="507" y="539"/>
                    <a:pt x="526" y="539"/>
                  </a:cubicBezTo>
                  <a:cubicBezTo>
                    <a:pt x="545" y="539"/>
                    <a:pt x="560" y="554"/>
                    <a:pt x="560" y="572"/>
                  </a:cubicBezTo>
                  <a:close/>
                  <a:moveTo>
                    <a:pt x="602" y="3491"/>
                  </a:moveTo>
                  <a:cubicBezTo>
                    <a:pt x="602" y="3511"/>
                    <a:pt x="586" y="3527"/>
                    <a:pt x="566" y="3527"/>
                  </a:cubicBezTo>
                  <a:cubicBezTo>
                    <a:pt x="547" y="3527"/>
                    <a:pt x="531" y="3511"/>
                    <a:pt x="531" y="3491"/>
                  </a:cubicBezTo>
                  <a:cubicBezTo>
                    <a:pt x="531" y="3472"/>
                    <a:pt x="547" y="3456"/>
                    <a:pt x="566" y="3456"/>
                  </a:cubicBezTo>
                  <a:cubicBezTo>
                    <a:pt x="586" y="3456"/>
                    <a:pt x="602" y="3472"/>
                    <a:pt x="602" y="3491"/>
                  </a:cubicBezTo>
                  <a:close/>
                  <a:moveTo>
                    <a:pt x="1192" y="2721"/>
                  </a:moveTo>
                  <a:cubicBezTo>
                    <a:pt x="1192" y="2744"/>
                    <a:pt x="1173" y="2762"/>
                    <a:pt x="1151" y="2762"/>
                  </a:cubicBezTo>
                  <a:cubicBezTo>
                    <a:pt x="1128" y="2762"/>
                    <a:pt x="1109" y="2744"/>
                    <a:pt x="1109" y="2721"/>
                  </a:cubicBezTo>
                  <a:cubicBezTo>
                    <a:pt x="1109" y="2699"/>
                    <a:pt x="1128" y="2680"/>
                    <a:pt x="1151" y="2680"/>
                  </a:cubicBezTo>
                  <a:cubicBezTo>
                    <a:pt x="1173" y="2680"/>
                    <a:pt x="1192" y="2699"/>
                    <a:pt x="1192" y="2721"/>
                  </a:cubicBezTo>
                  <a:close/>
                  <a:moveTo>
                    <a:pt x="1110" y="218"/>
                  </a:moveTo>
                  <a:cubicBezTo>
                    <a:pt x="1110" y="236"/>
                    <a:pt x="1096" y="250"/>
                    <a:pt x="1078" y="250"/>
                  </a:cubicBezTo>
                  <a:cubicBezTo>
                    <a:pt x="1061" y="250"/>
                    <a:pt x="1046" y="236"/>
                    <a:pt x="1046" y="218"/>
                  </a:cubicBezTo>
                  <a:cubicBezTo>
                    <a:pt x="1046" y="201"/>
                    <a:pt x="1061" y="186"/>
                    <a:pt x="1078" y="186"/>
                  </a:cubicBezTo>
                  <a:cubicBezTo>
                    <a:pt x="1096" y="186"/>
                    <a:pt x="1110" y="201"/>
                    <a:pt x="1110" y="218"/>
                  </a:cubicBezTo>
                  <a:close/>
                  <a:moveTo>
                    <a:pt x="390" y="2902"/>
                  </a:moveTo>
                  <a:cubicBezTo>
                    <a:pt x="390" y="2925"/>
                    <a:pt x="371" y="2944"/>
                    <a:pt x="347" y="2944"/>
                  </a:cubicBezTo>
                  <a:cubicBezTo>
                    <a:pt x="323" y="2944"/>
                    <a:pt x="304" y="2925"/>
                    <a:pt x="304" y="2902"/>
                  </a:cubicBezTo>
                  <a:cubicBezTo>
                    <a:pt x="304" y="2878"/>
                    <a:pt x="323" y="2859"/>
                    <a:pt x="347" y="2859"/>
                  </a:cubicBezTo>
                  <a:cubicBezTo>
                    <a:pt x="371" y="2859"/>
                    <a:pt x="390" y="2878"/>
                    <a:pt x="390" y="2902"/>
                  </a:cubicBezTo>
                  <a:close/>
                  <a:moveTo>
                    <a:pt x="622" y="2489"/>
                  </a:moveTo>
                  <a:cubicBezTo>
                    <a:pt x="622" y="2514"/>
                    <a:pt x="603" y="2533"/>
                    <a:pt x="578" y="2533"/>
                  </a:cubicBezTo>
                  <a:cubicBezTo>
                    <a:pt x="554" y="2533"/>
                    <a:pt x="535" y="2514"/>
                    <a:pt x="535" y="2489"/>
                  </a:cubicBezTo>
                  <a:cubicBezTo>
                    <a:pt x="535" y="2465"/>
                    <a:pt x="554" y="2446"/>
                    <a:pt x="578" y="2446"/>
                  </a:cubicBezTo>
                  <a:cubicBezTo>
                    <a:pt x="603" y="2446"/>
                    <a:pt x="622" y="2465"/>
                    <a:pt x="622" y="2489"/>
                  </a:cubicBezTo>
                  <a:close/>
                  <a:moveTo>
                    <a:pt x="599" y="3397"/>
                  </a:moveTo>
                  <a:cubicBezTo>
                    <a:pt x="599" y="3425"/>
                    <a:pt x="576" y="3448"/>
                    <a:pt x="548" y="3448"/>
                  </a:cubicBezTo>
                  <a:cubicBezTo>
                    <a:pt x="520" y="3448"/>
                    <a:pt x="497" y="3425"/>
                    <a:pt x="497" y="3397"/>
                  </a:cubicBezTo>
                  <a:cubicBezTo>
                    <a:pt x="497" y="3369"/>
                    <a:pt x="520" y="3346"/>
                    <a:pt x="548" y="3346"/>
                  </a:cubicBezTo>
                  <a:cubicBezTo>
                    <a:pt x="576" y="3346"/>
                    <a:pt x="599" y="3369"/>
                    <a:pt x="599" y="3397"/>
                  </a:cubicBezTo>
                  <a:close/>
                  <a:moveTo>
                    <a:pt x="474" y="2441"/>
                  </a:moveTo>
                  <a:cubicBezTo>
                    <a:pt x="474" y="2466"/>
                    <a:pt x="454" y="2487"/>
                    <a:pt x="429" y="2487"/>
                  </a:cubicBezTo>
                  <a:cubicBezTo>
                    <a:pt x="403" y="2487"/>
                    <a:pt x="383" y="2466"/>
                    <a:pt x="383" y="2441"/>
                  </a:cubicBezTo>
                  <a:cubicBezTo>
                    <a:pt x="383" y="2416"/>
                    <a:pt x="403" y="2395"/>
                    <a:pt x="429" y="2395"/>
                  </a:cubicBezTo>
                  <a:cubicBezTo>
                    <a:pt x="454" y="2395"/>
                    <a:pt x="474" y="2416"/>
                    <a:pt x="474" y="2441"/>
                  </a:cubicBezTo>
                  <a:close/>
                  <a:moveTo>
                    <a:pt x="1817" y="3115"/>
                  </a:moveTo>
                  <a:cubicBezTo>
                    <a:pt x="1817" y="3136"/>
                    <a:pt x="1800" y="3153"/>
                    <a:pt x="1778" y="3153"/>
                  </a:cubicBezTo>
                  <a:cubicBezTo>
                    <a:pt x="1757" y="3153"/>
                    <a:pt x="1740" y="3136"/>
                    <a:pt x="1740" y="3115"/>
                  </a:cubicBezTo>
                  <a:cubicBezTo>
                    <a:pt x="1740" y="3093"/>
                    <a:pt x="1757" y="3076"/>
                    <a:pt x="1778" y="3076"/>
                  </a:cubicBezTo>
                  <a:cubicBezTo>
                    <a:pt x="1800" y="3076"/>
                    <a:pt x="1817" y="3093"/>
                    <a:pt x="1817" y="3115"/>
                  </a:cubicBezTo>
                  <a:close/>
                  <a:moveTo>
                    <a:pt x="835" y="3235"/>
                  </a:moveTo>
                  <a:cubicBezTo>
                    <a:pt x="835" y="3254"/>
                    <a:pt x="820" y="3270"/>
                    <a:pt x="801" y="3270"/>
                  </a:cubicBezTo>
                  <a:cubicBezTo>
                    <a:pt x="782" y="3270"/>
                    <a:pt x="766" y="3254"/>
                    <a:pt x="766" y="3235"/>
                  </a:cubicBezTo>
                  <a:cubicBezTo>
                    <a:pt x="766" y="3216"/>
                    <a:pt x="782" y="3200"/>
                    <a:pt x="801" y="3200"/>
                  </a:cubicBezTo>
                  <a:cubicBezTo>
                    <a:pt x="820" y="3200"/>
                    <a:pt x="835" y="3216"/>
                    <a:pt x="835" y="3235"/>
                  </a:cubicBezTo>
                  <a:close/>
                  <a:moveTo>
                    <a:pt x="1383" y="3267"/>
                  </a:moveTo>
                  <a:cubicBezTo>
                    <a:pt x="1383" y="3293"/>
                    <a:pt x="1362" y="3314"/>
                    <a:pt x="1336" y="3314"/>
                  </a:cubicBezTo>
                  <a:cubicBezTo>
                    <a:pt x="1310" y="3314"/>
                    <a:pt x="1289" y="3293"/>
                    <a:pt x="1289" y="3267"/>
                  </a:cubicBezTo>
                  <a:cubicBezTo>
                    <a:pt x="1289" y="3241"/>
                    <a:pt x="1310" y="3220"/>
                    <a:pt x="1336" y="3220"/>
                  </a:cubicBezTo>
                  <a:cubicBezTo>
                    <a:pt x="1362" y="3220"/>
                    <a:pt x="1383" y="3241"/>
                    <a:pt x="1383" y="3267"/>
                  </a:cubicBezTo>
                  <a:close/>
                  <a:moveTo>
                    <a:pt x="1830" y="1308"/>
                  </a:moveTo>
                  <a:cubicBezTo>
                    <a:pt x="1830" y="1337"/>
                    <a:pt x="1807" y="1359"/>
                    <a:pt x="1779" y="1359"/>
                  </a:cubicBezTo>
                  <a:cubicBezTo>
                    <a:pt x="1751" y="1359"/>
                    <a:pt x="1728" y="1337"/>
                    <a:pt x="1728" y="1308"/>
                  </a:cubicBezTo>
                  <a:cubicBezTo>
                    <a:pt x="1728" y="1280"/>
                    <a:pt x="1751" y="1258"/>
                    <a:pt x="1779" y="1258"/>
                  </a:cubicBezTo>
                  <a:cubicBezTo>
                    <a:pt x="1807" y="1258"/>
                    <a:pt x="1830" y="1280"/>
                    <a:pt x="1830" y="1308"/>
                  </a:cubicBezTo>
                  <a:close/>
                  <a:moveTo>
                    <a:pt x="1222" y="2465"/>
                  </a:moveTo>
                  <a:cubicBezTo>
                    <a:pt x="1222" y="2489"/>
                    <a:pt x="1202" y="2509"/>
                    <a:pt x="1178" y="2509"/>
                  </a:cubicBezTo>
                  <a:cubicBezTo>
                    <a:pt x="1154" y="2509"/>
                    <a:pt x="1134" y="2489"/>
                    <a:pt x="1134" y="2465"/>
                  </a:cubicBezTo>
                  <a:cubicBezTo>
                    <a:pt x="1134" y="2441"/>
                    <a:pt x="1154" y="2421"/>
                    <a:pt x="1178" y="2421"/>
                  </a:cubicBezTo>
                  <a:cubicBezTo>
                    <a:pt x="1202" y="2421"/>
                    <a:pt x="1222" y="2441"/>
                    <a:pt x="1222" y="2465"/>
                  </a:cubicBezTo>
                  <a:close/>
                  <a:moveTo>
                    <a:pt x="952" y="2831"/>
                  </a:moveTo>
                  <a:cubicBezTo>
                    <a:pt x="952" y="2849"/>
                    <a:pt x="938" y="2863"/>
                    <a:pt x="921" y="2863"/>
                  </a:cubicBezTo>
                  <a:cubicBezTo>
                    <a:pt x="903" y="2863"/>
                    <a:pt x="889" y="2849"/>
                    <a:pt x="889" y="2831"/>
                  </a:cubicBezTo>
                  <a:cubicBezTo>
                    <a:pt x="889" y="2813"/>
                    <a:pt x="903" y="2799"/>
                    <a:pt x="921" y="2799"/>
                  </a:cubicBezTo>
                  <a:cubicBezTo>
                    <a:pt x="938" y="2799"/>
                    <a:pt x="952" y="2813"/>
                    <a:pt x="952" y="2831"/>
                  </a:cubicBezTo>
                  <a:close/>
                  <a:moveTo>
                    <a:pt x="1467" y="2757"/>
                  </a:moveTo>
                  <a:cubicBezTo>
                    <a:pt x="1467" y="2790"/>
                    <a:pt x="1440" y="2817"/>
                    <a:pt x="1407" y="2817"/>
                  </a:cubicBezTo>
                  <a:cubicBezTo>
                    <a:pt x="1374" y="2817"/>
                    <a:pt x="1347" y="2790"/>
                    <a:pt x="1347" y="2757"/>
                  </a:cubicBezTo>
                  <a:cubicBezTo>
                    <a:pt x="1347" y="2724"/>
                    <a:pt x="1374" y="2697"/>
                    <a:pt x="1407" y="2697"/>
                  </a:cubicBezTo>
                  <a:cubicBezTo>
                    <a:pt x="1440" y="2697"/>
                    <a:pt x="1467" y="2724"/>
                    <a:pt x="1467" y="2757"/>
                  </a:cubicBezTo>
                  <a:close/>
                  <a:moveTo>
                    <a:pt x="1706" y="1182"/>
                  </a:moveTo>
                  <a:cubicBezTo>
                    <a:pt x="1706" y="1205"/>
                    <a:pt x="1688" y="1223"/>
                    <a:pt x="1665" y="1223"/>
                  </a:cubicBezTo>
                  <a:cubicBezTo>
                    <a:pt x="1642" y="1223"/>
                    <a:pt x="1623" y="1205"/>
                    <a:pt x="1623" y="1182"/>
                  </a:cubicBezTo>
                  <a:cubicBezTo>
                    <a:pt x="1623" y="1159"/>
                    <a:pt x="1642" y="1140"/>
                    <a:pt x="1665" y="1140"/>
                  </a:cubicBezTo>
                  <a:cubicBezTo>
                    <a:pt x="1688" y="1140"/>
                    <a:pt x="1706" y="1159"/>
                    <a:pt x="1706" y="1182"/>
                  </a:cubicBezTo>
                  <a:close/>
                  <a:moveTo>
                    <a:pt x="1381" y="43"/>
                  </a:moveTo>
                  <a:cubicBezTo>
                    <a:pt x="1381" y="68"/>
                    <a:pt x="1361" y="87"/>
                    <a:pt x="1337" y="87"/>
                  </a:cubicBezTo>
                  <a:cubicBezTo>
                    <a:pt x="1313" y="87"/>
                    <a:pt x="1293" y="68"/>
                    <a:pt x="1293" y="43"/>
                  </a:cubicBezTo>
                  <a:cubicBezTo>
                    <a:pt x="1293" y="19"/>
                    <a:pt x="1313" y="0"/>
                    <a:pt x="1337" y="0"/>
                  </a:cubicBezTo>
                  <a:cubicBezTo>
                    <a:pt x="1361" y="0"/>
                    <a:pt x="1381" y="19"/>
                    <a:pt x="1381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23" name="TAC2 PulmonI"/>
          <p:cNvGrpSpPr/>
          <p:nvPr/>
        </p:nvGrpSpPr>
        <p:grpSpPr>
          <a:xfrm>
            <a:off x="6343193" y="1725761"/>
            <a:ext cx="969196" cy="2220383"/>
            <a:chOff x="6343193" y="1725761"/>
            <a:chExt cx="969196" cy="2220383"/>
          </a:xfrm>
        </p:grpSpPr>
        <p:sp>
          <p:nvSpPr>
            <p:cNvPr id="24" name="Forma 23"/>
            <p:cNvSpPr/>
            <p:nvPr/>
          </p:nvSpPr>
          <p:spPr>
            <a:xfrm>
              <a:off x="6343193" y="1725761"/>
              <a:ext cx="969196" cy="222038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6537649" y="2033797"/>
              <a:ext cx="589446" cy="1578353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26" name="TAC2 Corazon"/>
          <p:cNvSpPr/>
          <p:nvPr/>
        </p:nvSpPr>
        <p:spPr>
          <a:xfrm>
            <a:off x="5780837" y="2108793"/>
            <a:ext cx="825396" cy="871474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7" name="TAC2 Vertebra"/>
          <p:cNvSpPr/>
          <p:nvPr/>
        </p:nvSpPr>
        <p:spPr>
          <a:xfrm>
            <a:off x="5818327" y="3493008"/>
            <a:ext cx="524866" cy="475488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8" name="TAC2 Aorta"/>
          <p:cNvSpPr/>
          <p:nvPr/>
        </p:nvSpPr>
        <p:spPr>
          <a:xfrm>
            <a:off x="6163239" y="3116275"/>
            <a:ext cx="284927" cy="277978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29" name="TAC2 Aire"/>
          <p:cNvSpPr/>
          <p:nvPr/>
        </p:nvSpPr>
        <p:spPr>
          <a:xfrm>
            <a:off x="4721387" y="1716298"/>
            <a:ext cx="1220516" cy="1538966"/>
          </a:xfrm>
          <a:custGeom>
            <a:avLst/>
            <a:gdLst/>
            <a:ahLst/>
            <a:cxnLst/>
            <a:rect l="0" t="0" r="r" b="b"/>
            <a:pathLst>
              <a:path w="7737" h="10000">
                <a:moveTo>
                  <a:pt x="5797" y="20"/>
                </a:moveTo>
                <a:lnTo>
                  <a:pt x="5773" y="18"/>
                </a:lnTo>
                <a:lnTo>
                  <a:pt x="5220" y="0"/>
                </a:lnTo>
                <a:lnTo>
                  <a:pt x="5200" y="0"/>
                </a:lnTo>
                <a:lnTo>
                  <a:pt x="5180" y="2"/>
                </a:lnTo>
                <a:lnTo>
                  <a:pt x="4482" y="99"/>
                </a:lnTo>
                <a:lnTo>
                  <a:pt x="4454" y="105"/>
                </a:lnTo>
                <a:lnTo>
                  <a:pt x="3684" y="308"/>
                </a:lnTo>
                <a:lnTo>
                  <a:pt x="3659" y="316"/>
                </a:lnTo>
                <a:lnTo>
                  <a:pt x="2889" y="615"/>
                </a:lnTo>
                <a:lnTo>
                  <a:pt x="2860" y="628"/>
                </a:lnTo>
                <a:lnTo>
                  <a:pt x="2162" y="1013"/>
                </a:lnTo>
                <a:lnTo>
                  <a:pt x="2143" y="1024"/>
                </a:lnTo>
                <a:lnTo>
                  <a:pt x="2125" y="1038"/>
                </a:lnTo>
                <a:lnTo>
                  <a:pt x="1573" y="1499"/>
                </a:lnTo>
                <a:lnTo>
                  <a:pt x="1558" y="1512"/>
                </a:lnTo>
                <a:lnTo>
                  <a:pt x="1545" y="1526"/>
                </a:lnTo>
                <a:lnTo>
                  <a:pt x="1532" y="1541"/>
                </a:lnTo>
                <a:lnTo>
                  <a:pt x="1121" y="2107"/>
                </a:lnTo>
                <a:lnTo>
                  <a:pt x="1110" y="2125"/>
                </a:lnTo>
                <a:lnTo>
                  <a:pt x="1099" y="2144"/>
                </a:lnTo>
                <a:lnTo>
                  <a:pt x="771" y="2828"/>
                </a:lnTo>
                <a:lnTo>
                  <a:pt x="760" y="2856"/>
                </a:lnTo>
                <a:lnTo>
                  <a:pt x="504" y="3626"/>
                </a:lnTo>
                <a:lnTo>
                  <a:pt x="498" y="3647"/>
                </a:lnTo>
                <a:lnTo>
                  <a:pt x="305" y="4470"/>
                </a:lnTo>
                <a:lnTo>
                  <a:pt x="302" y="4485"/>
                </a:lnTo>
                <a:lnTo>
                  <a:pt x="162" y="5328"/>
                </a:lnTo>
                <a:lnTo>
                  <a:pt x="160" y="5340"/>
                </a:lnTo>
                <a:lnTo>
                  <a:pt x="63" y="6169"/>
                </a:lnTo>
                <a:lnTo>
                  <a:pt x="62" y="6181"/>
                </a:lnTo>
                <a:lnTo>
                  <a:pt x="6" y="7039"/>
                </a:lnTo>
                <a:lnTo>
                  <a:pt x="6" y="7053"/>
                </a:lnTo>
                <a:lnTo>
                  <a:pt x="0" y="7973"/>
                </a:lnTo>
                <a:lnTo>
                  <a:pt x="0" y="7987"/>
                </a:lnTo>
                <a:lnTo>
                  <a:pt x="47" y="8927"/>
                </a:lnTo>
                <a:lnTo>
                  <a:pt x="48" y="8942"/>
                </a:lnTo>
                <a:lnTo>
                  <a:pt x="151" y="9859"/>
                </a:lnTo>
                <a:lnTo>
                  <a:pt x="153" y="9877"/>
                </a:lnTo>
                <a:lnTo>
                  <a:pt x="177" y="10000"/>
                </a:lnTo>
                <a:lnTo>
                  <a:pt x="2153" y="10000"/>
                </a:lnTo>
                <a:lnTo>
                  <a:pt x="2133" y="9580"/>
                </a:lnTo>
                <a:lnTo>
                  <a:pt x="2133" y="9577"/>
                </a:lnTo>
                <a:lnTo>
                  <a:pt x="2137" y="8910"/>
                </a:lnTo>
                <a:lnTo>
                  <a:pt x="2137" y="8907"/>
                </a:lnTo>
                <a:lnTo>
                  <a:pt x="2176" y="8285"/>
                </a:lnTo>
                <a:lnTo>
                  <a:pt x="2177" y="8283"/>
                </a:lnTo>
                <a:lnTo>
                  <a:pt x="2245" y="7681"/>
                </a:lnTo>
                <a:lnTo>
                  <a:pt x="2245" y="7679"/>
                </a:lnTo>
                <a:lnTo>
                  <a:pt x="2343" y="7068"/>
                </a:lnTo>
                <a:lnTo>
                  <a:pt x="2344" y="7065"/>
                </a:lnTo>
                <a:lnTo>
                  <a:pt x="2479" y="6469"/>
                </a:lnTo>
                <a:lnTo>
                  <a:pt x="2480" y="6465"/>
                </a:lnTo>
                <a:lnTo>
                  <a:pt x="2659" y="5906"/>
                </a:lnTo>
                <a:lnTo>
                  <a:pt x="2661" y="5901"/>
                </a:lnTo>
                <a:lnTo>
                  <a:pt x="2891" y="5405"/>
                </a:lnTo>
                <a:lnTo>
                  <a:pt x="2893" y="5401"/>
                </a:lnTo>
                <a:lnTo>
                  <a:pt x="2895" y="5397"/>
                </a:lnTo>
                <a:lnTo>
                  <a:pt x="3183" y="4987"/>
                </a:lnTo>
                <a:lnTo>
                  <a:pt x="3185" y="4984"/>
                </a:lnTo>
                <a:lnTo>
                  <a:pt x="3188" y="4981"/>
                </a:lnTo>
                <a:lnTo>
                  <a:pt x="3191" y="4978"/>
                </a:lnTo>
                <a:lnTo>
                  <a:pt x="3578" y="4645"/>
                </a:lnTo>
                <a:lnTo>
                  <a:pt x="3581" y="4642"/>
                </a:lnTo>
                <a:lnTo>
                  <a:pt x="3585" y="4639"/>
                </a:lnTo>
                <a:lnTo>
                  <a:pt x="4073" y="4361"/>
                </a:lnTo>
                <a:lnTo>
                  <a:pt x="4079" y="4358"/>
                </a:lnTo>
                <a:lnTo>
                  <a:pt x="4618" y="4141"/>
                </a:lnTo>
                <a:lnTo>
                  <a:pt x="4623" y="4139"/>
                </a:lnTo>
                <a:lnTo>
                  <a:pt x="5163" y="3992"/>
                </a:lnTo>
                <a:lnTo>
                  <a:pt x="5168" y="3991"/>
                </a:lnTo>
                <a:lnTo>
                  <a:pt x="5657" y="3920"/>
                </a:lnTo>
                <a:lnTo>
                  <a:pt x="5661" y="3920"/>
                </a:lnTo>
                <a:lnTo>
                  <a:pt x="5665" y="3920"/>
                </a:lnTo>
                <a:lnTo>
                  <a:pt x="6052" y="3933"/>
                </a:lnTo>
                <a:lnTo>
                  <a:pt x="6057" y="3934"/>
                </a:lnTo>
                <a:lnTo>
                  <a:pt x="6061" y="3934"/>
                </a:lnTo>
                <a:lnTo>
                  <a:pt x="6066" y="3936"/>
                </a:lnTo>
                <a:lnTo>
                  <a:pt x="6348" y="4038"/>
                </a:lnTo>
                <a:lnTo>
                  <a:pt x="6352" y="4039"/>
                </a:lnTo>
                <a:lnTo>
                  <a:pt x="6356" y="4041"/>
                </a:lnTo>
                <a:lnTo>
                  <a:pt x="6359" y="4044"/>
                </a:lnTo>
                <a:lnTo>
                  <a:pt x="6363" y="4046"/>
                </a:lnTo>
                <a:lnTo>
                  <a:pt x="6580" y="4232"/>
                </a:lnTo>
                <a:lnTo>
                  <a:pt x="6583" y="4235"/>
                </a:lnTo>
                <a:lnTo>
                  <a:pt x="6587" y="4238"/>
                </a:lnTo>
                <a:lnTo>
                  <a:pt x="6589" y="4242"/>
                </a:lnTo>
                <a:lnTo>
                  <a:pt x="6756" y="4504"/>
                </a:lnTo>
                <a:lnTo>
                  <a:pt x="6758" y="4508"/>
                </a:lnTo>
                <a:lnTo>
                  <a:pt x="6760" y="4513"/>
                </a:lnTo>
                <a:lnTo>
                  <a:pt x="6889" y="4844"/>
                </a:lnTo>
                <a:lnTo>
                  <a:pt x="6891" y="4849"/>
                </a:lnTo>
                <a:lnTo>
                  <a:pt x="6997" y="5243"/>
                </a:lnTo>
                <a:lnTo>
                  <a:pt x="6998" y="5245"/>
                </a:lnTo>
                <a:lnTo>
                  <a:pt x="7095" y="5694"/>
                </a:lnTo>
                <a:lnTo>
                  <a:pt x="7095" y="5696"/>
                </a:lnTo>
                <a:lnTo>
                  <a:pt x="7183" y="6227"/>
                </a:lnTo>
                <a:lnTo>
                  <a:pt x="7183" y="6230"/>
                </a:lnTo>
                <a:lnTo>
                  <a:pt x="7249" y="6854"/>
                </a:lnTo>
                <a:lnTo>
                  <a:pt x="7250" y="6856"/>
                </a:lnTo>
                <a:lnTo>
                  <a:pt x="7293" y="7542"/>
                </a:lnTo>
                <a:lnTo>
                  <a:pt x="7293" y="7544"/>
                </a:lnTo>
                <a:lnTo>
                  <a:pt x="7311" y="8262"/>
                </a:lnTo>
                <a:lnTo>
                  <a:pt x="7311" y="8263"/>
                </a:lnTo>
                <a:lnTo>
                  <a:pt x="7302" y="8981"/>
                </a:lnTo>
                <a:lnTo>
                  <a:pt x="7302" y="8983"/>
                </a:lnTo>
                <a:lnTo>
                  <a:pt x="7262" y="9670"/>
                </a:lnTo>
                <a:lnTo>
                  <a:pt x="7262" y="9671"/>
                </a:lnTo>
                <a:lnTo>
                  <a:pt x="7230" y="10000"/>
                </a:lnTo>
                <a:lnTo>
                  <a:pt x="7452" y="10000"/>
                </a:lnTo>
                <a:lnTo>
                  <a:pt x="7568" y="9095"/>
                </a:lnTo>
                <a:lnTo>
                  <a:pt x="7569" y="9088"/>
                </a:lnTo>
                <a:lnTo>
                  <a:pt x="7665" y="8122"/>
                </a:lnTo>
                <a:lnTo>
                  <a:pt x="7666" y="8112"/>
                </a:lnTo>
                <a:lnTo>
                  <a:pt x="7722" y="7166"/>
                </a:lnTo>
                <a:lnTo>
                  <a:pt x="7723" y="7155"/>
                </a:lnTo>
                <a:lnTo>
                  <a:pt x="7737" y="6165"/>
                </a:lnTo>
                <a:lnTo>
                  <a:pt x="7736" y="6155"/>
                </a:lnTo>
                <a:lnTo>
                  <a:pt x="7711" y="5166"/>
                </a:lnTo>
                <a:lnTo>
                  <a:pt x="7710" y="5156"/>
                </a:lnTo>
                <a:lnTo>
                  <a:pt x="7648" y="4210"/>
                </a:lnTo>
                <a:lnTo>
                  <a:pt x="7647" y="4199"/>
                </a:lnTo>
                <a:lnTo>
                  <a:pt x="7552" y="3338"/>
                </a:lnTo>
                <a:lnTo>
                  <a:pt x="7550" y="3324"/>
                </a:lnTo>
                <a:lnTo>
                  <a:pt x="7425" y="2592"/>
                </a:lnTo>
                <a:lnTo>
                  <a:pt x="7423" y="2580"/>
                </a:lnTo>
                <a:lnTo>
                  <a:pt x="7284" y="1961"/>
                </a:lnTo>
                <a:lnTo>
                  <a:pt x="7281" y="1949"/>
                </a:lnTo>
                <a:lnTo>
                  <a:pt x="7129" y="1406"/>
                </a:lnTo>
                <a:lnTo>
                  <a:pt x="7121" y="1381"/>
                </a:lnTo>
                <a:lnTo>
                  <a:pt x="6936" y="924"/>
                </a:lnTo>
                <a:lnTo>
                  <a:pt x="6926" y="902"/>
                </a:lnTo>
                <a:lnTo>
                  <a:pt x="6914" y="882"/>
                </a:lnTo>
                <a:lnTo>
                  <a:pt x="6676" y="521"/>
                </a:lnTo>
                <a:lnTo>
                  <a:pt x="6662" y="502"/>
                </a:lnTo>
                <a:lnTo>
                  <a:pt x="6647" y="484"/>
                </a:lnTo>
                <a:lnTo>
                  <a:pt x="6629" y="468"/>
                </a:lnTo>
                <a:lnTo>
                  <a:pt x="6319" y="212"/>
                </a:lnTo>
                <a:lnTo>
                  <a:pt x="6302" y="199"/>
                </a:lnTo>
                <a:lnTo>
                  <a:pt x="6284" y="188"/>
                </a:lnTo>
                <a:lnTo>
                  <a:pt x="6265" y="179"/>
                </a:lnTo>
                <a:lnTo>
                  <a:pt x="6246" y="171"/>
                </a:lnTo>
                <a:lnTo>
                  <a:pt x="5843" y="31"/>
                </a:lnTo>
                <a:lnTo>
                  <a:pt x="5820" y="24"/>
                </a:lnTo>
                <a:lnTo>
                  <a:pt x="5797" y="2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30" name="TAC2 LineaPleural"/>
          <p:cNvSpPr/>
          <p:nvPr/>
        </p:nvSpPr>
        <p:spPr>
          <a:xfrm>
            <a:off x="5065464" y="2326951"/>
            <a:ext cx="801878" cy="1589153"/>
          </a:xfrm>
          <a:custGeom>
            <a:avLst/>
            <a:gdLst/>
            <a:ahLst/>
            <a:cxnLst/>
            <a:rect l="0" t="0" r="r" b="b"/>
            <a:pathLst>
              <a:path w="2138" h="4344" fill="none">
                <a:moveTo>
                  <a:pt x="1628" y="5"/>
                </a:moveTo>
                <a:lnTo>
                  <a:pt x="1465" y="0"/>
                </a:lnTo>
                <a:lnTo>
                  <a:pt x="1259" y="29"/>
                </a:lnTo>
                <a:lnTo>
                  <a:pt x="1033" y="91"/>
                </a:lnTo>
                <a:lnTo>
                  <a:pt x="806" y="182"/>
                </a:lnTo>
                <a:lnTo>
                  <a:pt x="600" y="300"/>
                </a:lnTo>
                <a:lnTo>
                  <a:pt x="438" y="440"/>
                </a:lnTo>
                <a:lnTo>
                  <a:pt x="317" y="613"/>
                </a:lnTo>
                <a:lnTo>
                  <a:pt x="220" y="821"/>
                </a:lnTo>
                <a:lnTo>
                  <a:pt x="145" y="1056"/>
                </a:lnTo>
                <a:lnTo>
                  <a:pt x="88" y="1307"/>
                </a:lnTo>
                <a:lnTo>
                  <a:pt x="46" y="1564"/>
                </a:lnTo>
                <a:lnTo>
                  <a:pt x="18" y="1818"/>
                </a:lnTo>
                <a:lnTo>
                  <a:pt x="1" y="2079"/>
                </a:lnTo>
                <a:lnTo>
                  <a:pt x="0" y="2360"/>
                </a:lnTo>
                <a:lnTo>
                  <a:pt x="13" y="2647"/>
                </a:lnTo>
                <a:lnTo>
                  <a:pt x="44" y="2927"/>
                </a:lnTo>
                <a:lnTo>
                  <a:pt x="91" y="3186"/>
                </a:lnTo>
                <a:lnTo>
                  <a:pt x="158" y="3413"/>
                </a:lnTo>
                <a:lnTo>
                  <a:pt x="249" y="3612"/>
                </a:lnTo>
                <a:lnTo>
                  <a:pt x="365" y="3797"/>
                </a:lnTo>
                <a:lnTo>
                  <a:pt x="499" y="3961"/>
                </a:lnTo>
                <a:lnTo>
                  <a:pt x="642" y="4100"/>
                </a:lnTo>
                <a:lnTo>
                  <a:pt x="788" y="4209"/>
                </a:lnTo>
                <a:lnTo>
                  <a:pt x="928" y="4283"/>
                </a:lnTo>
                <a:lnTo>
                  <a:pt x="1069" y="4326"/>
                </a:lnTo>
                <a:lnTo>
                  <a:pt x="1221" y="4344"/>
                </a:lnTo>
                <a:lnTo>
                  <a:pt x="1374" y="4332"/>
                </a:lnTo>
                <a:lnTo>
                  <a:pt x="1521" y="4285"/>
                </a:lnTo>
                <a:lnTo>
                  <a:pt x="1655" y="4198"/>
                </a:lnTo>
                <a:lnTo>
                  <a:pt x="1768" y="4065"/>
                </a:lnTo>
                <a:lnTo>
                  <a:pt x="1859" y="3871"/>
                </a:lnTo>
                <a:lnTo>
                  <a:pt x="1936" y="3617"/>
                </a:lnTo>
                <a:lnTo>
                  <a:pt x="2000" y="3322"/>
                </a:lnTo>
                <a:lnTo>
                  <a:pt x="2050" y="3007"/>
                </a:lnTo>
                <a:lnTo>
                  <a:pt x="2089" y="2692"/>
                </a:lnTo>
                <a:lnTo>
                  <a:pt x="2118" y="2398"/>
                </a:lnTo>
                <a:lnTo>
                  <a:pt x="2134" y="2109"/>
                </a:lnTo>
                <a:lnTo>
                  <a:pt x="2138" y="1807"/>
                </a:lnTo>
                <a:lnTo>
                  <a:pt x="2131" y="1505"/>
                </a:lnTo>
                <a:lnTo>
                  <a:pt x="2112" y="1216"/>
                </a:lnTo>
                <a:lnTo>
                  <a:pt x="2084" y="953"/>
                </a:lnTo>
                <a:lnTo>
                  <a:pt x="2048" y="730"/>
                </a:lnTo>
                <a:lnTo>
                  <a:pt x="2007" y="541"/>
                </a:lnTo>
                <a:lnTo>
                  <a:pt x="1962" y="376"/>
                </a:lnTo>
                <a:lnTo>
                  <a:pt x="1908" y="236"/>
                </a:lnTo>
                <a:lnTo>
                  <a:pt x="1838" y="126"/>
                </a:lnTo>
                <a:lnTo>
                  <a:pt x="1746" y="48"/>
                </a:lnTo>
                <a:lnTo>
                  <a:pt x="1628" y="5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31" name="TAC2 Liquido"/>
          <p:cNvSpPr/>
          <p:nvPr/>
        </p:nvSpPr>
        <p:spPr>
          <a:xfrm>
            <a:off x="4749346" y="3255264"/>
            <a:ext cx="1147621" cy="726094"/>
          </a:xfrm>
          <a:custGeom>
            <a:avLst/>
            <a:gdLst/>
            <a:ahLst/>
            <a:cxnLst/>
            <a:rect l="0" t="0" r="r" b="b"/>
            <a:pathLst>
              <a:path w="10000" h="6485">
                <a:moveTo>
                  <a:pt x="190" y="1001"/>
                </a:moveTo>
                <a:lnTo>
                  <a:pt x="199" y="1034"/>
                </a:lnTo>
                <a:lnTo>
                  <a:pt x="508" y="2054"/>
                </a:lnTo>
                <a:lnTo>
                  <a:pt x="525" y="2099"/>
                </a:lnTo>
                <a:lnTo>
                  <a:pt x="950" y="2998"/>
                </a:lnTo>
                <a:lnTo>
                  <a:pt x="972" y="3037"/>
                </a:lnTo>
                <a:lnTo>
                  <a:pt x="1515" y="3868"/>
                </a:lnTo>
                <a:lnTo>
                  <a:pt x="1539" y="3900"/>
                </a:lnTo>
                <a:lnTo>
                  <a:pt x="2163" y="4641"/>
                </a:lnTo>
                <a:lnTo>
                  <a:pt x="2190" y="4669"/>
                </a:lnTo>
                <a:lnTo>
                  <a:pt x="2860" y="5295"/>
                </a:lnTo>
                <a:lnTo>
                  <a:pt x="2892" y="5322"/>
                </a:lnTo>
                <a:lnTo>
                  <a:pt x="3571" y="5812"/>
                </a:lnTo>
                <a:lnTo>
                  <a:pt x="3592" y="5826"/>
                </a:lnTo>
                <a:lnTo>
                  <a:pt x="3614" y="5839"/>
                </a:lnTo>
                <a:lnTo>
                  <a:pt x="4266" y="6171"/>
                </a:lnTo>
                <a:lnTo>
                  <a:pt x="4293" y="6183"/>
                </a:lnTo>
                <a:lnTo>
                  <a:pt x="4321" y="6193"/>
                </a:lnTo>
                <a:lnTo>
                  <a:pt x="4982" y="6389"/>
                </a:lnTo>
                <a:lnTo>
                  <a:pt x="5009" y="6395"/>
                </a:lnTo>
                <a:lnTo>
                  <a:pt x="5037" y="6400"/>
                </a:lnTo>
                <a:lnTo>
                  <a:pt x="5743" y="6482"/>
                </a:lnTo>
                <a:lnTo>
                  <a:pt x="5775" y="6485"/>
                </a:lnTo>
                <a:lnTo>
                  <a:pt x="5806" y="6484"/>
                </a:lnTo>
                <a:lnTo>
                  <a:pt x="6521" y="6430"/>
                </a:lnTo>
                <a:lnTo>
                  <a:pt x="6557" y="6425"/>
                </a:lnTo>
                <a:lnTo>
                  <a:pt x="6593" y="6416"/>
                </a:lnTo>
                <a:lnTo>
                  <a:pt x="7281" y="6204"/>
                </a:lnTo>
                <a:lnTo>
                  <a:pt x="7308" y="6194"/>
                </a:lnTo>
                <a:lnTo>
                  <a:pt x="7334" y="6182"/>
                </a:lnTo>
                <a:lnTo>
                  <a:pt x="7359" y="6168"/>
                </a:lnTo>
                <a:lnTo>
                  <a:pt x="7984" y="5774"/>
                </a:lnTo>
                <a:lnTo>
                  <a:pt x="8009" y="5756"/>
                </a:lnTo>
                <a:lnTo>
                  <a:pt x="8033" y="5736"/>
                </a:lnTo>
                <a:lnTo>
                  <a:pt x="8055" y="5713"/>
                </a:lnTo>
                <a:lnTo>
                  <a:pt x="8580" y="5115"/>
                </a:lnTo>
                <a:lnTo>
                  <a:pt x="8598" y="5092"/>
                </a:lnTo>
                <a:lnTo>
                  <a:pt x="8614" y="5068"/>
                </a:lnTo>
                <a:lnTo>
                  <a:pt x="8628" y="5043"/>
                </a:lnTo>
                <a:lnTo>
                  <a:pt x="9055" y="4169"/>
                </a:lnTo>
                <a:lnTo>
                  <a:pt x="9065" y="4146"/>
                </a:lnTo>
                <a:lnTo>
                  <a:pt x="9073" y="4123"/>
                </a:lnTo>
                <a:lnTo>
                  <a:pt x="9432" y="2977"/>
                </a:lnTo>
                <a:lnTo>
                  <a:pt x="9440" y="2950"/>
                </a:lnTo>
                <a:lnTo>
                  <a:pt x="9735" y="1622"/>
                </a:lnTo>
                <a:lnTo>
                  <a:pt x="9739" y="1605"/>
                </a:lnTo>
                <a:lnTo>
                  <a:pt x="9975" y="186"/>
                </a:lnTo>
                <a:lnTo>
                  <a:pt x="9977" y="174"/>
                </a:lnTo>
                <a:lnTo>
                  <a:pt x="10000" y="0"/>
                </a:lnTo>
                <a:lnTo>
                  <a:pt x="0" y="0"/>
                </a:lnTo>
                <a:lnTo>
                  <a:pt x="190" y="1001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32" name="TAC2 Rótulo"/>
          <p:cNvSpPr txBox="1"/>
          <p:nvPr/>
        </p:nvSpPr>
        <p:spPr>
          <a:xfrm>
            <a:off x="4281221" y="987552"/>
            <a:ext cx="11247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33" name="TAC3 Pantalla"/>
          <p:cNvSpPr/>
          <p:nvPr/>
        </p:nvSpPr>
        <p:spPr>
          <a:xfrm>
            <a:off x="8138160" y="914400"/>
            <a:ext cx="3749040" cy="365760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34" name="TAC3 Cuerpo"/>
          <p:cNvSpPr/>
          <p:nvPr/>
        </p:nvSpPr>
        <p:spPr>
          <a:xfrm>
            <a:off x="8317020" y="1243584"/>
            <a:ext cx="3391319" cy="3038517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35" name="TAC3 PulmonD"/>
          <p:cNvGrpSpPr/>
          <p:nvPr/>
        </p:nvGrpSpPr>
        <p:grpSpPr>
          <a:xfrm>
            <a:off x="8874749" y="2097312"/>
            <a:ext cx="939343" cy="1830266"/>
            <a:chOff x="8874749" y="2097312"/>
            <a:chExt cx="939343" cy="1830266"/>
          </a:xfrm>
        </p:grpSpPr>
        <p:sp>
          <p:nvSpPr>
            <p:cNvPr id="36" name="Forma 35"/>
            <p:cNvSpPr/>
            <p:nvPr/>
          </p:nvSpPr>
          <p:spPr>
            <a:xfrm>
              <a:off x="8874749" y="2097312"/>
              <a:ext cx="939343" cy="1830266"/>
            </a:xfrm>
            <a:custGeom>
              <a:avLst/>
              <a:gdLst/>
              <a:ahLst/>
              <a:cxnLst/>
              <a:rect l="0" t="0" r="r" b="b"/>
              <a:pathLst>
                <a:path w="5007" h="10000">
                  <a:moveTo>
                    <a:pt x="3811" y="12"/>
                  </a:moveTo>
                  <a:lnTo>
                    <a:pt x="3430" y="0"/>
                  </a:lnTo>
                  <a:lnTo>
                    <a:pt x="2949" y="68"/>
                  </a:lnTo>
                  <a:lnTo>
                    <a:pt x="2418" y="210"/>
                  </a:lnTo>
                  <a:lnTo>
                    <a:pt x="1887" y="420"/>
                  </a:lnTo>
                  <a:lnTo>
                    <a:pt x="1406" y="690"/>
                  </a:lnTo>
                  <a:lnTo>
                    <a:pt x="1025" y="1013"/>
                  </a:lnTo>
                  <a:lnTo>
                    <a:pt x="742" y="1411"/>
                  </a:lnTo>
                  <a:lnTo>
                    <a:pt x="515" y="1891"/>
                  </a:lnTo>
                  <a:lnTo>
                    <a:pt x="339" y="2432"/>
                  </a:lnTo>
                  <a:lnTo>
                    <a:pt x="206" y="3010"/>
                  </a:lnTo>
                  <a:lnTo>
                    <a:pt x="109" y="3601"/>
                  </a:lnTo>
                  <a:lnTo>
                    <a:pt x="42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3" y="6736"/>
                  </a:lnTo>
                  <a:lnTo>
                    <a:pt x="215" y="7334"/>
                  </a:lnTo>
                  <a:lnTo>
                    <a:pt x="370" y="7855"/>
                  </a:lnTo>
                  <a:lnTo>
                    <a:pt x="583" y="8314"/>
                  </a:lnTo>
                  <a:lnTo>
                    <a:pt x="855" y="8739"/>
                  </a:lnTo>
                  <a:lnTo>
                    <a:pt x="1169" y="9117"/>
                  </a:lnTo>
                  <a:lnTo>
                    <a:pt x="1505" y="9437"/>
                  </a:lnTo>
                  <a:lnTo>
                    <a:pt x="1845" y="9688"/>
                  </a:lnTo>
                  <a:lnTo>
                    <a:pt x="2172" y="9857"/>
                  </a:lnTo>
                  <a:lnTo>
                    <a:pt x="2504" y="9957"/>
                  </a:lnTo>
                  <a:lnTo>
                    <a:pt x="2858" y="10000"/>
                  </a:lnTo>
                  <a:lnTo>
                    <a:pt x="3217" y="9972"/>
                  </a:lnTo>
                  <a:lnTo>
                    <a:pt x="3562" y="9864"/>
                  </a:lnTo>
                  <a:lnTo>
                    <a:pt x="3875" y="9662"/>
                  </a:lnTo>
                  <a:lnTo>
                    <a:pt x="4139" y="9357"/>
                  </a:lnTo>
                  <a:lnTo>
                    <a:pt x="4353" y="8910"/>
                  </a:lnTo>
                  <a:lnTo>
                    <a:pt x="4533" y="8325"/>
                  </a:lnTo>
                  <a:lnTo>
                    <a:pt x="4681" y="7646"/>
                  </a:lnTo>
                  <a:lnTo>
                    <a:pt x="4800" y="6922"/>
                  </a:lnTo>
                  <a:lnTo>
                    <a:pt x="4892" y="6197"/>
                  </a:lnTo>
                  <a:lnTo>
                    <a:pt x="4958" y="5519"/>
                  </a:lnTo>
                  <a:lnTo>
                    <a:pt x="4997" y="4854"/>
                  </a:lnTo>
                  <a:lnTo>
                    <a:pt x="5007" y="4159"/>
                  </a:lnTo>
                  <a:lnTo>
                    <a:pt x="4989" y="3464"/>
                  </a:lnTo>
                  <a:lnTo>
                    <a:pt x="4946" y="2800"/>
                  </a:lnTo>
                  <a:lnTo>
                    <a:pt x="4880" y="2195"/>
                  </a:lnTo>
                  <a:lnTo>
                    <a:pt x="4794" y="1681"/>
                  </a:lnTo>
                  <a:lnTo>
                    <a:pt x="4698" y="1246"/>
                  </a:lnTo>
                  <a:lnTo>
                    <a:pt x="4594" y="865"/>
                  </a:lnTo>
                  <a:lnTo>
                    <a:pt x="4466" y="544"/>
                  </a:lnTo>
                  <a:lnTo>
                    <a:pt x="4302" y="290"/>
                  </a:lnTo>
                  <a:lnTo>
                    <a:pt x="4089" y="111"/>
                  </a:lnTo>
                  <a:lnTo>
                    <a:pt x="3811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917561" y="2122570"/>
              <a:ext cx="863284" cy="1500433"/>
            </a:xfrm>
            <a:custGeom>
              <a:avLst/>
              <a:gdLst/>
              <a:ahLst/>
              <a:cxnLst/>
              <a:rect l="0" t="0" r="r" b="b"/>
              <a:pathLst>
                <a:path w="2302" h="4102">
                  <a:moveTo>
                    <a:pt x="746" y="685"/>
                  </a:moveTo>
                  <a:cubicBezTo>
                    <a:pt x="746" y="713"/>
                    <a:pt x="724" y="735"/>
                    <a:pt x="697" y="735"/>
                  </a:cubicBezTo>
                  <a:cubicBezTo>
                    <a:pt x="669" y="735"/>
                    <a:pt x="647" y="713"/>
                    <a:pt x="647" y="685"/>
                  </a:cubicBezTo>
                  <a:cubicBezTo>
                    <a:pt x="647" y="658"/>
                    <a:pt x="669" y="636"/>
                    <a:pt x="697" y="636"/>
                  </a:cubicBezTo>
                  <a:cubicBezTo>
                    <a:pt x="724" y="636"/>
                    <a:pt x="746" y="658"/>
                    <a:pt x="746" y="685"/>
                  </a:cubicBezTo>
                  <a:close/>
                  <a:moveTo>
                    <a:pt x="108" y="2612"/>
                  </a:moveTo>
                  <a:cubicBezTo>
                    <a:pt x="108" y="2635"/>
                    <a:pt x="89" y="2653"/>
                    <a:pt x="67" y="2653"/>
                  </a:cubicBezTo>
                  <a:cubicBezTo>
                    <a:pt x="44" y="2653"/>
                    <a:pt x="26" y="2635"/>
                    <a:pt x="26" y="2612"/>
                  </a:cubicBezTo>
                  <a:cubicBezTo>
                    <a:pt x="26" y="2589"/>
                    <a:pt x="44" y="2571"/>
                    <a:pt x="67" y="2571"/>
                  </a:cubicBezTo>
                  <a:cubicBezTo>
                    <a:pt x="89" y="2571"/>
                    <a:pt x="108" y="2589"/>
                    <a:pt x="108" y="2612"/>
                  </a:cubicBezTo>
                  <a:close/>
                  <a:moveTo>
                    <a:pt x="62" y="2470"/>
                  </a:moveTo>
                  <a:cubicBezTo>
                    <a:pt x="62" y="2487"/>
                    <a:pt x="48" y="2501"/>
                    <a:pt x="31" y="2501"/>
                  </a:cubicBezTo>
                  <a:cubicBezTo>
                    <a:pt x="13" y="2501"/>
                    <a:pt x="0" y="2487"/>
                    <a:pt x="0" y="2470"/>
                  </a:cubicBezTo>
                  <a:cubicBezTo>
                    <a:pt x="0" y="2452"/>
                    <a:pt x="13" y="2439"/>
                    <a:pt x="31" y="2439"/>
                  </a:cubicBezTo>
                  <a:cubicBezTo>
                    <a:pt x="48" y="2439"/>
                    <a:pt x="62" y="2452"/>
                    <a:pt x="62" y="2470"/>
                  </a:cubicBezTo>
                  <a:close/>
                  <a:moveTo>
                    <a:pt x="1005" y="280"/>
                  </a:moveTo>
                  <a:cubicBezTo>
                    <a:pt x="1005" y="298"/>
                    <a:pt x="990" y="313"/>
                    <a:pt x="972" y="313"/>
                  </a:cubicBezTo>
                  <a:cubicBezTo>
                    <a:pt x="954" y="313"/>
                    <a:pt x="939" y="298"/>
                    <a:pt x="939" y="280"/>
                  </a:cubicBezTo>
                  <a:cubicBezTo>
                    <a:pt x="939" y="262"/>
                    <a:pt x="954" y="247"/>
                    <a:pt x="972" y="247"/>
                  </a:cubicBezTo>
                  <a:cubicBezTo>
                    <a:pt x="990" y="247"/>
                    <a:pt x="1005" y="262"/>
                    <a:pt x="1005" y="280"/>
                  </a:cubicBezTo>
                  <a:close/>
                  <a:moveTo>
                    <a:pt x="983" y="4068"/>
                  </a:moveTo>
                  <a:cubicBezTo>
                    <a:pt x="983" y="4087"/>
                    <a:pt x="968" y="4102"/>
                    <a:pt x="949" y="4102"/>
                  </a:cubicBezTo>
                  <a:cubicBezTo>
                    <a:pt x="930" y="4102"/>
                    <a:pt x="915" y="4087"/>
                    <a:pt x="915" y="4068"/>
                  </a:cubicBezTo>
                  <a:cubicBezTo>
                    <a:pt x="915" y="4049"/>
                    <a:pt x="930" y="4034"/>
                    <a:pt x="949" y="4034"/>
                  </a:cubicBezTo>
                  <a:cubicBezTo>
                    <a:pt x="968" y="4034"/>
                    <a:pt x="983" y="4049"/>
                    <a:pt x="983" y="4068"/>
                  </a:cubicBezTo>
                  <a:close/>
                  <a:moveTo>
                    <a:pt x="503" y="3070"/>
                  </a:moveTo>
                  <a:cubicBezTo>
                    <a:pt x="503" y="3102"/>
                    <a:pt x="477" y="3129"/>
                    <a:pt x="445" y="3129"/>
                  </a:cubicBezTo>
                  <a:cubicBezTo>
                    <a:pt x="412" y="3129"/>
                    <a:pt x="386" y="3102"/>
                    <a:pt x="386" y="3070"/>
                  </a:cubicBezTo>
                  <a:cubicBezTo>
                    <a:pt x="386" y="3038"/>
                    <a:pt x="412" y="3012"/>
                    <a:pt x="445" y="3012"/>
                  </a:cubicBezTo>
                  <a:cubicBezTo>
                    <a:pt x="477" y="3012"/>
                    <a:pt x="503" y="3038"/>
                    <a:pt x="503" y="3070"/>
                  </a:cubicBezTo>
                  <a:close/>
                  <a:moveTo>
                    <a:pt x="1391" y="1915"/>
                  </a:moveTo>
                  <a:cubicBezTo>
                    <a:pt x="1391" y="1948"/>
                    <a:pt x="1364" y="1975"/>
                    <a:pt x="1331" y="1975"/>
                  </a:cubicBezTo>
                  <a:cubicBezTo>
                    <a:pt x="1299" y="1975"/>
                    <a:pt x="1272" y="1948"/>
                    <a:pt x="1272" y="1915"/>
                  </a:cubicBezTo>
                  <a:cubicBezTo>
                    <a:pt x="1272" y="1883"/>
                    <a:pt x="1299" y="1856"/>
                    <a:pt x="1331" y="1856"/>
                  </a:cubicBezTo>
                  <a:cubicBezTo>
                    <a:pt x="1364" y="1856"/>
                    <a:pt x="1391" y="1883"/>
                    <a:pt x="1391" y="1915"/>
                  </a:cubicBezTo>
                  <a:close/>
                  <a:moveTo>
                    <a:pt x="644" y="652"/>
                  </a:moveTo>
                  <a:cubicBezTo>
                    <a:pt x="644" y="671"/>
                    <a:pt x="629" y="686"/>
                    <a:pt x="611" y="686"/>
                  </a:cubicBezTo>
                  <a:cubicBezTo>
                    <a:pt x="592" y="686"/>
                    <a:pt x="577" y="671"/>
                    <a:pt x="577" y="652"/>
                  </a:cubicBezTo>
                  <a:cubicBezTo>
                    <a:pt x="577" y="634"/>
                    <a:pt x="592" y="619"/>
                    <a:pt x="611" y="619"/>
                  </a:cubicBezTo>
                  <a:cubicBezTo>
                    <a:pt x="629" y="619"/>
                    <a:pt x="644" y="634"/>
                    <a:pt x="644" y="652"/>
                  </a:cubicBezTo>
                  <a:close/>
                  <a:moveTo>
                    <a:pt x="694" y="4014"/>
                  </a:moveTo>
                  <a:cubicBezTo>
                    <a:pt x="694" y="4034"/>
                    <a:pt x="678" y="4050"/>
                    <a:pt x="658" y="4050"/>
                  </a:cubicBezTo>
                  <a:cubicBezTo>
                    <a:pt x="639" y="4050"/>
                    <a:pt x="623" y="4034"/>
                    <a:pt x="623" y="4014"/>
                  </a:cubicBezTo>
                  <a:cubicBezTo>
                    <a:pt x="623" y="3995"/>
                    <a:pt x="639" y="3979"/>
                    <a:pt x="658" y="3979"/>
                  </a:cubicBezTo>
                  <a:cubicBezTo>
                    <a:pt x="678" y="3979"/>
                    <a:pt x="694" y="3995"/>
                    <a:pt x="694" y="4014"/>
                  </a:cubicBezTo>
                  <a:close/>
                  <a:moveTo>
                    <a:pt x="1384" y="3128"/>
                  </a:moveTo>
                  <a:cubicBezTo>
                    <a:pt x="1384" y="3150"/>
                    <a:pt x="1365" y="3169"/>
                    <a:pt x="1343" y="3169"/>
                  </a:cubicBezTo>
                  <a:cubicBezTo>
                    <a:pt x="1320" y="3169"/>
                    <a:pt x="1301" y="3150"/>
                    <a:pt x="1301" y="3128"/>
                  </a:cubicBezTo>
                  <a:cubicBezTo>
                    <a:pt x="1301" y="3105"/>
                    <a:pt x="1320" y="3086"/>
                    <a:pt x="1343" y="3086"/>
                  </a:cubicBezTo>
                  <a:cubicBezTo>
                    <a:pt x="1365" y="3086"/>
                    <a:pt x="1384" y="3105"/>
                    <a:pt x="1384" y="3128"/>
                  </a:cubicBezTo>
                  <a:close/>
                  <a:moveTo>
                    <a:pt x="1289" y="245"/>
                  </a:moveTo>
                  <a:cubicBezTo>
                    <a:pt x="1289" y="262"/>
                    <a:pt x="1275" y="276"/>
                    <a:pt x="1258" y="276"/>
                  </a:cubicBezTo>
                  <a:cubicBezTo>
                    <a:pt x="1240" y="276"/>
                    <a:pt x="1226" y="262"/>
                    <a:pt x="1226" y="245"/>
                  </a:cubicBezTo>
                  <a:cubicBezTo>
                    <a:pt x="1226" y="227"/>
                    <a:pt x="1240" y="213"/>
                    <a:pt x="1258" y="213"/>
                  </a:cubicBezTo>
                  <a:cubicBezTo>
                    <a:pt x="1275" y="213"/>
                    <a:pt x="1289" y="227"/>
                    <a:pt x="1289" y="245"/>
                  </a:cubicBezTo>
                  <a:close/>
                  <a:moveTo>
                    <a:pt x="444" y="3335"/>
                  </a:moveTo>
                  <a:cubicBezTo>
                    <a:pt x="444" y="3359"/>
                    <a:pt x="425" y="3378"/>
                    <a:pt x="401" y="3378"/>
                  </a:cubicBezTo>
                  <a:cubicBezTo>
                    <a:pt x="378" y="3378"/>
                    <a:pt x="359" y="3359"/>
                    <a:pt x="359" y="3335"/>
                  </a:cubicBezTo>
                  <a:cubicBezTo>
                    <a:pt x="359" y="3312"/>
                    <a:pt x="378" y="3292"/>
                    <a:pt x="401" y="3292"/>
                  </a:cubicBezTo>
                  <a:cubicBezTo>
                    <a:pt x="425" y="3292"/>
                    <a:pt x="444" y="3312"/>
                    <a:pt x="444" y="3335"/>
                  </a:cubicBezTo>
                  <a:close/>
                  <a:moveTo>
                    <a:pt x="716" y="2861"/>
                  </a:moveTo>
                  <a:cubicBezTo>
                    <a:pt x="716" y="2885"/>
                    <a:pt x="696" y="2904"/>
                    <a:pt x="672" y="2904"/>
                  </a:cubicBezTo>
                  <a:cubicBezTo>
                    <a:pt x="648" y="2904"/>
                    <a:pt x="629" y="2885"/>
                    <a:pt x="629" y="2861"/>
                  </a:cubicBezTo>
                  <a:cubicBezTo>
                    <a:pt x="629" y="2837"/>
                    <a:pt x="648" y="2817"/>
                    <a:pt x="672" y="2817"/>
                  </a:cubicBezTo>
                  <a:cubicBezTo>
                    <a:pt x="696" y="2817"/>
                    <a:pt x="716" y="2837"/>
                    <a:pt x="716" y="2861"/>
                  </a:cubicBezTo>
                  <a:close/>
                  <a:moveTo>
                    <a:pt x="687" y="3906"/>
                  </a:moveTo>
                  <a:cubicBezTo>
                    <a:pt x="687" y="3934"/>
                    <a:pt x="665" y="3956"/>
                    <a:pt x="636" y="3956"/>
                  </a:cubicBezTo>
                  <a:cubicBezTo>
                    <a:pt x="608" y="3956"/>
                    <a:pt x="585" y="3934"/>
                    <a:pt x="585" y="3906"/>
                  </a:cubicBezTo>
                  <a:cubicBezTo>
                    <a:pt x="585" y="3877"/>
                    <a:pt x="608" y="3855"/>
                    <a:pt x="636" y="3855"/>
                  </a:cubicBezTo>
                  <a:cubicBezTo>
                    <a:pt x="665" y="3855"/>
                    <a:pt x="687" y="3877"/>
                    <a:pt x="687" y="3906"/>
                  </a:cubicBezTo>
                  <a:close/>
                  <a:moveTo>
                    <a:pt x="543" y="2805"/>
                  </a:moveTo>
                  <a:cubicBezTo>
                    <a:pt x="543" y="2830"/>
                    <a:pt x="522" y="2851"/>
                    <a:pt x="497" y="2851"/>
                  </a:cubicBezTo>
                  <a:cubicBezTo>
                    <a:pt x="472" y="2851"/>
                    <a:pt x="451" y="2830"/>
                    <a:pt x="451" y="2805"/>
                  </a:cubicBezTo>
                  <a:cubicBezTo>
                    <a:pt x="451" y="2780"/>
                    <a:pt x="472" y="2759"/>
                    <a:pt x="497" y="2759"/>
                  </a:cubicBezTo>
                  <a:cubicBezTo>
                    <a:pt x="522" y="2759"/>
                    <a:pt x="543" y="2780"/>
                    <a:pt x="543" y="2805"/>
                  </a:cubicBezTo>
                  <a:close/>
                  <a:moveTo>
                    <a:pt x="2117" y="3581"/>
                  </a:moveTo>
                  <a:cubicBezTo>
                    <a:pt x="2117" y="3602"/>
                    <a:pt x="2099" y="3619"/>
                    <a:pt x="2078" y="3619"/>
                  </a:cubicBezTo>
                  <a:cubicBezTo>
                    <a:pt x="2057" y="3619"/>
                    <a:pt x="2039" y="3602"/>
                    <a:pt x="2039" y="3581"/>
                  </a:cubicBezTo>
                  <a:cubicBezTo>
                    <a:pt x="2039" y="3559"/>
                    <a:pt x="2057" y="3542"/>
                    <a:pt x="2078" y="3542"/>
                  </a:cubicBezTo>
                  <a:cubicBezTo>
                    <a:pt x="2099" y="3542"/>
                    <a:pt x="2117" y="3559"/>
                    <a:pt x="2117" y="3581"/>
                  </a:cubicBezTo>
                  <a:close/>
                  <a:moveTo>
                    <a:pt x="967" y="3719"/>
                  </a:moveTo>
                  <a:cubicBezTo>
                    <a:pt x="967" y="3738"/>
                    <a:pt x="952" y="3754"/>
                    <a:pt x="933" y="3754"/>
                  </a:cubicBezTo>
                  <a:cubicBezTo>
                    <a:pt x="914" y="3754"/>
                    <a:pt x="898" y="3738"/>
                    <a:pt x="898" y="3719"/>
                  </a:cubicBezTo>
                  <a:cubicBezTo>
                    <a:pt x="898" y="3700"/>
                    <a:pt x="914" y="3685"/>
                    <a:pt x="933" y="3685"/>
                  </a:cubicBezTo>
                  <a:cubicBezTo>
                    <a:pt x="952" y="3685"/>
                    <a:pt x="967" y="3700"/>
                    <a:pt x="967" y="3719"/>
                  </a:cubicBezTo>
                  <a:close/>
                  <a:moveTo>
                    <a:pt x="1160" y="127"/>
                  </a:moveTo>
                  <a:cubicBezTo>
                    <a:pt x="1160" y="154"/>
                    <a:pt x="1138" y="177"/>
                    <a:pt x="1110" y="177"/>
                  </a:cubicBezTo>
                  <a:cubicBezTo>
                    <a:pt x="1083" y="177"/>
                    <a:pt x="1060" y="154"/>
                    <a:pt x="1060" y="127"/>
                  </a:cubicBezTo>
                  <a:cubicBezTo>
                    <a:pt x="1060" y="99"/>
                    <a:pt x="1083" y="77"/>
                    <a:pt x="1110" y="77"/>
                  </a:cubicBezTo>
                  <a:cubicBezTo>
                    <a:pt x="1138" y="77"/>
                    <a:pt x="1160" y="99"/>
                    <a:pt x="1160" y="127"/>
                  </a:cubicBezTo>
                  <a:close/>
                  <a:moveTo>
                    <a:pt x="1857" y="2798"/>
                  </a:moveTo>
                  <a:cubicBezTo>
                    <a:pt x="1857" y="2829"/>
                    <a:pt x="1832" y="2854"/>
                    <a:pt x="1801" y="2854"/>
                  </a:cubicBezTo>
                  <a:cubicBezTo>
                    <a:pt x="1770" y="2854"/>
                    <a:pt x="1745" y="2829"/>
                    <a:pt x="1745" y="2798"/>
                  </a:cubicBezTo>
                  <a:cubicBezTo>
                    <a:pt x="1745" y="2767"/>
                    <a:pt x="1770" y="2742"/>
                    <a:pt x="1801" y="2742"/>
                  </a:cubicBezTo>
                  <a:cubicBezTo>
                    <a:pt x="1832" y="2742"/>
                    <a:pt x="1857" y="2767"/>
                    <a:pt x="1857" y="2798"/>
                  </a:cubicBezTo>
                  <a:close/>
                  <a:moveTo>
                    <a:pt x="719" y="3410"/>
                  </a:moveTo>
                  <a:cubicBezTo>
                    <a:pt x="719" y="3436"/>
                    <a:pt x="698" y="3458"/>
                    <a:pt x="671" y="3458"/>
                  </a:cubicBezTo>
                  <a:cubicBezTo>
                    <a:pt x="645" y="3458"/>
                    <a:pt x="624" y="3436"/>
                    <a:pt x="624" y="3410"/>
                  </a:cubicBezTo>
                  <a:cubicBezTo>
                    <a:pt x="624" y="3383"/>
                    <a:pt x="645" y="3362"/>
                    <a:pt x="671" y="3362"/>
                  </a:cubicBezTo>
                  <a:cubicBezTo>
                    <a:pt x="698" y="3362"/>
                    <a:pt x="719" y="3383"/>
                    <a:pt x="719" y="3410"/>
                  </a:cubicBezTo>
                  <a:close/>
                  <a:moveTo>
                    <a:pt x="1393" y="2213"/>
                  </a:moveTo>
                  <a:cubicBezTo>
                    <a:pt x="1393" y="2244"/>
                    <a:pt x="1369" y="2268"/>
                    <a:pt x="1338" y="2268"/>
                  </a:cubicBezTo>
                  <a:cubicBezTo>
                    <a:pt x="1308" y="2268"/>
                    <a:pt x="1283" y="2244"/>
                    <a:pt x="1283" y="2213"/>
                  </a:cubicBezTo>
                  <a:cubicBezTo>
                    <a:pt x="1283" y="2183"/>
                    <a:pt x="1308" y="2158"/>
                    <a:pt x="1338" y="2158"/>
                  </a:cubicBezTo>
                  <a:cubicBezTo>
                    <a:pt x="1369" y="2158"/>
                    <a:pt x="1393" y="2183"/>
                    <a:pt x="1393" y="2213"/>
                  </a:cubicBezTo>
                  <a:close/>
                  <a:moveTo>
                    <a:pt x="2302" y="2303"/>
                  </a:moveTo>
                  <a:cubicBezTo>
                    <a:pt x="2302" y="2330"/>
                    <a:pt x="2280" y="2353"/>
                    <a:pt x="2252" y="2353"/>
                  </a:cubicBezTo>
                  <a:cubicBezTo>
                    <a:pt x="2225" y="2353"/>
                    <a:pt x="2202" y="2330"/>
                    <a:pt x="2202" y="2303"/>
                  </a:cubicBezTo>
                  <a:cubicBezTo>
                    <a:pt x="2202" y="2275"/>
                    <a:pt x="2225" y="2253"/>
                    <a:pt x="2252" y="2253"/>
                  </a:cubicBezTo>
                  <a:cubicBezTo>
                    <a:pt x="2280" y="2253"/>
                    <a:pt x="2302" y="2275"/>
                    <a:pt x="2302" y="2303"/>
                  </a:cubicBezTo>
                  <a:close/>
                  <a:moveTo>
                    <a:pt x="1986" y="1355"/>
                  </a:moveTo>
                  <a:cubicBezTo>
                    <a:pt x="1986" y="1378"/>
                    <a:pt x="1968" y="1396"/>
                    <a:pt x="1945" y="1396"/>
                  </a:cubicBezTo>
                  <a:cubicBezTo>
                    <a:pt x="1922" y="1396"/>
                    <a:pt x="1903" y="1378"/>
                    <a:pt x="1903" y="1355"/>
                  </a:cubicBezTo>
                  <a:cubicBezTo>
                    <a:pt x="1903" y="1332"/>
                    <a:pt x="1922" y="1313"/>
                    <a:pt x="1945" y="1313"/>
                  </a:cubicBezTo>
                  <a:cubicBezTo>
                    <a:pt x="1968" y="1313"/>
                    <a:pt x="1986" y="1332"/>
                    <a:pt x="1986" y="1355"/>
                  </a:cubicBezTo>
                  <a:close/>
                  <a:moveTo>
                    <a:pt x="1605" y="43"/>
                  </a:moveTo>
                  <a:cubicBezTo>
                    <a:pt x="1605" y="68"/>
                    <a:pt x="1585" y="87"/>
                    <a:pt x="1561" y="87"/>
                  </a:cubicBezTo>
                  <a:cubicBezTo>
                    <a:pt x="1536" y="87"/>
                    <a:pt x="1517" y="68"/>
                    <a:pt x="1517" y="43"/>
                  </a:cubicBezTo>
                  <a:cubicBezTo>
                    <a:pt x="1517" y="19"/>
                    <a:pt x="1536" y="0"/>
                    <a:pt x="1561" y="0"/>
                  </a:cubicBezTo>
                  <a:cubicBezTo>
                    <a:pt x="1585" y="0"/>
                    <a:pt x="1605" y="19"/>
                    <a:pt x="1605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38" name="TAC3 PulmonI"/>
          <p:cNvGrpSpPr/>
          <p:nvPr/>
        </p:nvGrpSpPr>
        <p:grpSpPr>
          <a:xfrm>
            <a:off x="10275113" y="1725761"/>
            <a:ext cx="969196" cy="2220383"/>
            <a:chOff x="10275113" y="1725761"/>
            <a:chExt cx="969196" cy="2220383"/>
          </a:xfrm>
        </p:grpSpPr>
        <p:sp>
          <p:nvSpPr>
            <p:cNvPr id="39" name="Forma 38"/>
            <p:cNvSpPr/>
            <p:nvPr/>
          </p:nvSpPr>
          <p:spPr>
            <a:xfrm>
              <a:off x="10275113" y="1725761"/>
              <a:ext cx="969196" cy="222038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10469569" y="2033797"/>
              <a:ext cx="589446" cy="1578353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41" name="TAC3 Corazon"/>
          <p:cNvSpPr/>
          <p:nvPr/>
        </p:nvSpPr>
        <p:spPr>
          <a:xfrm>
            <a:off x="9712757" y="2108793"/>
            <a:ext cx="825396" cy="871474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2" name="TAC3 Neumopericardio"/>
          <p:cNvSpPr/>
          <p:nvPr/>
        </p:nvSpPr>
        <p:spPr>
          <a:xfrm>
            <a:off x="9630311" y="2028383"/>
            <a:ext cx="990318" cy="1032301"/>
          </a:xfrm>
          <a:custGeom>
            <a:avLst/>
            <a:gdLst/>
            <a:ahLst/>
            <a:cxnLst/>
            <a:rect l="0" t="0" r="r" b="b"/>
            <a:pathLst>
              <a:path w="9359" h="10000">
                <a:moveTo>
                  <a:pt x="1632" y="565"/>
                </a:moveTo>
                <a:lnTo>
                  <a:pt x="1568" y="611"/>
                </a:lnTo>
                <a:lnTo>
                  <a:pt x="1509" y="664"/>
                </a:lnTo>
                <a:lnTo>
                  <a:pt x="1455" y="721"/>
                </a:lnTo>
                <a:lnTo>
                  <a:pt x="1033" y="1228"/>
                </a:lnTo>
                <a:lnTo>
                  <a:pt x="986" y="1290"/>
                </a:lnTo>
                <a:lnTo>
                  <a:pt x="946" y="1356"/>
                </a:lnTo>
                <a:lnTo>
                  <a:pt x="602" y="1991"/>
                </a:lnTo>
                <a:lnTo>
                  <a:pt x="557" y="2092"/>
                </a:lnTo>
                <a:lnTo>
                  <a:pt x="297" y="2796"/>
                </a:lnTo>
                <a:lnTo>
                  <a:pt x="270" y="2884"/>
                </a:lnTo>
                <a:lnTo>
                  <a:pt x="99" y="3597"/>
                </a:lnTo>
                <a:lnTo>
                  <a:pt x="82" y="3689"/>
                </a:lnTo>
                <a:lnTo>
                  <a:pt x="4" y="4353"/>
                </a:lnTo>
                <a:lnTo>
                  <a:pt x="0" y="4466"/>
                </a:lnTo>
                <a:lnTo>
                  <a:pt x="18" y="5132"/>
                </a:lnTo>
                <a:lnTo>
                  <a:pt x="27" y="5229"/>
                </a:lnTo>
                <a:lnTo>
                  <a:pt x="140" y="5954"/>
                </a:lnTo>
                <a:lnTo>
                  <a:pt x="158" y="6040"/>
                </a:lnTo>
                <a:lnTo>
                  <a:pt x="359" y="6775"/>
                </a:lnTo>
                <a:lnTo>
                  <a:pt x="389" y="6865"/>
                </a:lnTo>
                <a:lnTo>
                  <a:pt x="674" y="7560"/>
                </a:lnTo>
                <a:lnTo>
                  <a:pt x="698" y="7614"/>
                </a:lnTo>
                <a:lnTo>
                  <a:pt x="727" y="7666"/>
                </a:lnTo>
                <a:lnTo>
                  <a:pt x="1090" y="8273"/>
                </a:lnTo>
                <a:lnTo>
                  <a:pt x="1136" y="8341"/>
                </a:lnTo>
                <a:lnTo>
                  <a:pt x="1188" y="8404"/>
                </a:lnTo>
                <a:lnTo>
                  <a:pt x="1626" y="8873"/>
                </a:lnTo>
                <a:lnTo>
                  <a:pt x="1676" y="8922"/>
                </a:lnTo>
                <a:lnTo>
                  <a:pt x="1731" y="8967"/>
                </a:lnTo>
                <a:lnTo>
                  <a:pt x="1789" y="9006"/>
                </a:lnTo>
                <a:lnTo>
                  <a:pt x="2359" y="9354"/>
                </a:lnTo>
                <a:lnTo>
                  <a:pt x="2423" y="9390"/>
                </a:lnTo>
                <a:lnTo>
                  <a:pt x="2491" y="9419"/>
                </a:lnTo>
                <a:lnTo>
                  <a:pt x="3208" y="9688"/>
                </a:lnTo>
                <a:lnTo>
                  <a:pt x="3309" y="9718"/>
                </a:lnTo>
                <a:lnTo>
                  <a:pt x="4105" y="9899"/>
                </a:lnTo>
                <a:lnTo>
                  <a:pt x="4198" y="9914"/>
                </a:lnTo>
                <a:lnTo>
                  <a:pt x="5004" y="9996"/>
                </a:lnTo>
                <a:lnTo>
                  <a:pt x="5110" y="10000"/>
                </a:lnTo>
                <a:lnTo>
                  <a:pt x="5857" y="9973"/>
                </a:lnTo>
                <a:lnTo>
                  <a:pt x="5932" y="9967"/>
                </a:lnTo>
                <a:lnTo>
                  <a:pt x="6006" y="9953"/>
                </a:lnTo>
                <a:lnTo>
                  <a:pt x="6625" y="9809"/>
                </a:lnTo>
                <a:lnTo>
                  <a:pt x="6698" y="9788"/>
                </a:lnTo>
                <a:lnTo>
                  <a:pt x="6768" y="9760"/>
                </a:lnTo>
                <a:lnTo>
                  <a:pt x="6836" y="9726"/>
                </a:lnTo>
                <a:lnTo>
                  <a:pt x="7354" y="9428"/>
                </a:lnTo>
                <a:lnTo>
                  <a:pt x="7430" y="9378"/>
                </a:lnTo>
                <a:lnTo>
                  <a:pt x="7500" y="9320"/>
                </a:lnTo>
                <a:lnTo>
                  <a:pt x="7979" y="8870"/>
                </a:lnTo>
                <a:lnTo>
                  <a:pt x="8025" y="8822"/>
                </a:lnTo>
                <a:lnTo>
                  <a:pt x="8068" y="8770"/>
                </a:lnTo>
                <a:lnTo>
                  <a:pt x="8488" y="8212"/>
                </a:lnTo>
                <a:lnTo>
                  <a:pt x="8548" y="8118"/>
                </a:lnTo>
                <a:lnTo>
                  <a:pt x="8889" y="7495"/>
                </a:lnTo>
                <a:lnTo>
                  <a:pt x="8935" y="7396"/>
                </a:lnTo>
                <a:lnTo>
                  <a:pt x="9178" y="6754"/>
                </a:lnTo>
                <a:lnTo>
                  <a:pt x="9198" y="6694"/>
                </a:lnTo>
                <a:lnTo>
                  <a:pt x="9213" y="6633"/>
                </a:lnTo>
                <a:lnTo>
                  <a:pt x="9337" y="6015"/>
                </a:lnTo>
                <a:lnTo>
                  <a:pt x="9349" y="5942"/>
                </a:lnTo>
                <a:lnTo>
                  <a:pt x="9353" y="5868"/>
                </a:lnTo>
                <a:lnTo>
                  <a:pt x="9359" y="5227"/>
                </a:lnTo>
                <a:lnTo>
                  <a:pt x="9351" y="5114"/>
                </a:lnTo>
                <a:lnTo>
                  <a:pt x="9254" y="4403"/>
                </a:lnTo>
                <a:lnTo>
                  <a:pt x="9234" y="4307"/>
                </a:lnTo>
                <a:lnTo>
                  <a:pt x="9038" y="3577"/>
                </a:lnTo>
                <a:lnTo>
                  <a:pt x="9006" y="3482"/>
                </a:lnTo>
                <a:lnTo>
                  <a:pt x="8716" y="2781"/>
                </a:lnTo>
                <a:lnTo>
                  <a:pt x="8691" y="2727"/>
                </a:lnTo>
                <a:lnTo>
                  <a:pt x="8662" y="2674"/>
                </a:lnTo>
                <a:lnTo>
                  <a:pt x="8284" y="2052"/>
                </a:lnTo>
                <a:lnTo>
                  <a:pt x="8239" y="1986"/>
                </a:lnTo>
                <a:lnTo>
                  <a:pt x="8187" y="1925"/>
                </a:lnTo>
                <a:lnTo>
                  <a:pt x="7725" y="1431"/>
                </a:lnTo>
                <a:lnTo>
                  <a:pt x="7679" y="1386"/>
                </a:lnTo>
                <a:lnTo>
                  <a:pt x="7630" y="1344"/>
                </a:lnTo>
                <a:lnTo>
                  <a:pt x="7577" y="1307"/>
                </a:lnTo>
                <a:lnTo>
                  <a:pt x="6961" y="913"/>
                </a:lnTo>
                <a:lnTo>
                  <a:pt x="6906" y="881"/>
                </a:lnTo>
                <a:lnTo>
                  <a:pt x="6849" y="853"/>
                </a:lnTo>
                <a:lnTo>
                  <a:pt x="6061" y="513"/>
                </a:lnTo>
                <a:lnTo>
                  <a:pt x="5975" y="482"/>
                </a:lnTo>
                <a:lnTo>
                  <a:pt x="5098" y="220"/>
                </a:lnTo>
                <a:lnTo>
                  <a:pt x="5013" y="200"/>
                </a:lnTo>
                <a:lnTo>
                  <a:pt x="4131" y="42"/>
                </a:lnTo>
                <a:lnTo>
                  <a:pt x="4023" y="30"/>
                </a:lnTo>
                <a:lnTo>
                  <a:pt x="3220" y="0"/>
                </a:lnTo>
                <a:lnTo>
                  <a:pt x="3132" y="1"/>
                </a:lnTo>
                <a:lnTo>
                  <a:pt x="3045" y="13"/>
                </a:lnTo>
                <a:lnTo>
                  <a:pt x="2404" y="135"/>
                </a:lnTo>
                <a:lnTo>
                  <a:pt x="2331" y="152"/>
                </a:lnTo>
                <a:lnTo>
                  <a:pt x="2261" y="177"/>
                </a:lnTo>
                <a:lnTo>
                  <a:pt x="2193" y="208"/>
                </a:lnTo>
                <a:lnTo>
                  <a:pt x="2128" y="245"/>
                </a:lnTo>
                <a:lnTo>
                  <a:pt x="1632" y="565"/>
                </a:lnTo>
                <a:close/>
                <a:moveTo>
                  <a:pt x="2485" y="775"/>
                </a:moveTo>
                <a:lnTo>
                  <a:pt x="2498" y="769"/>
                </a:lnTo>
                <a:lnTo>
                  <a:pt x="2510" y="765"/>
                </a:lnTo>
                <a:lnTo>
                  <a:pt x="2524" y="761"/>
                </a:lnTo>
                <a:lnTo>
                  <a:pt x="3164" y="639"/>
                </a:lnTo>
                <a:lnTo>
                  <a:pt x="3180" y="637"/>
                </a:lnTo>
                <a:lnTo>
                  <a:pt x="3196" y="637"/>
                </a:lnTo>
                <a:lnTo>
                  <a:pt x="3999" y="667"/>
                </a:lnTo>
                <a:lnTo>
                  <a:pt x="4019" y="669"/>
                </a:lnTo>
                <a:lnTo>
                  <a:pt x="4900" y="828"/>
                </a:lnTo>
                <a:lnTo>
                  <a:pt x="4916" y="831"/>
                </a:lnTo>
                <a:lnTo>
                  <a:pt x="5793" y="1093"/>
                </a:lnTo>
                <a:lnTo>
                  <a:pt x="5808" y="1099"/>
                </a:lnTo>
                <a:lnTo>
                  <a:pt x="6596" y="1439"/>
                </a:lnTo>
                <a:lnTo>
                  <a:pt x="6607" y="1444"/>
                </a:lnTo>
                <a:lnTo>
                  <a:pt x="6617" y="1450"/>
                </a:lnTo>
                <a:lnTo>
                  <a:pt x="7233" y="1844"/>
                </a:lnTo>
                <a:lnTo>
                  <a:pt x="7242" y="1851"/>
                </a:lnTo>
                <a:lnTo>
                  <a:pt x="7251" y="1859"/>
                </a:lnTo>
                <a:lnTo>
                  <a:pt x="7260" y="1867"/>
                </a:lnTo>
                <a:lnTo>
                  <a:pt x="7721" y="2361"/>
                </a:lnTo>
                <a:lnTo>
                  <a:pt x="7731" y="2372"/>
                </a:lnTo>
                <a:lnTo>
                  <a:pt x="7739" y="2384"/>
                </a:lnTo>
                <a:lnTo>
                  <a:pt x="8117" y="3005"/>
                </a:lnTo>
                <a:lnTo>
                  <a:pt x="8122" y="3015"/>
                </a:lnTo>
                <a:lnTo>
                  <a:pt x="8127" y="3025"/>
                </a:lnTo>
                <a:lnTo>
                  <a:pt x="8416" y="3725"/>
                </a:lnTo>
                <a:lnTo>
                  <a:pt x="8422" y="3743"/>
                </a:lnTo>
                <a:lnTo>
                  <a:pt x="8618" y="4473"/>
                </a:lnTo>
                <a:lnTo>
                  <a:pt x="8622" y="4490"/>
                </a:lnTo>
                <a:lnTo>
                  <a:pt x="8719" y="5200"/>
                </a:lnTo>
                <a:lnTo>
                  <a:pt x="8721" y="5221"/>
                </a:lnTo>
                <a:lnTo>
                  <a:pt x="8715" y="5862"/>
                </a:lnTo>
                <a:lnTo>
                  <a:pt x="8714" y="5876"/>
                </a:lnTo>
                <a:lnTo>
                  <a:pt x="8712" y="5889"/>
                </a:lnTo>
                <a:lnTo>
                  <a:pt x="8588" y="6507"/>
                </a:lnTo>
                <a:lnTo>
                  <a:pt x="8585" y="6518"/>
                </a:lnTo>
                <a:lnTo>
                  <a:pt x="8581" y="6529"/>
                </a:lnTo>
                <a:lnTo>
                  <a:pt x="8338" y="7171"/>
                </a:lnTo>
                <a:lnTo>
                  <a:pt x="8330" y="7189"/>
                </a:lnTo>
                <a:lnTo>
                  <a:pt x="7989" y="7811"/>
                </a:lnTo>
                <a:lnTo>
                  <a:pt x="7978" y="7829"/>
                </a:lnTo>
                <a:lnTo>
                  <a:pt x="7558" y="8387"/>
                </a:lnTo>
                <a:lnTo>
                  <a:pt x="7550" y="8396"/>
                </a:lnTo>
                <a:lnTo>
                  <a:pt x="7542" y="8405"/>
                </a:lnTo>
                <a:lnTo>
                  <a:pt x="7063" y="8855"/>
                </a:lnTo>
                <a:lnTo>
                  <a:pt x="7050" y="8866"/>
                </a:lnTo>
                <a:lnTo>
                  <a:pt x="7036" y="8875"/>
                </a:lnTo>
                <a:lnTo>
                  <a:pt x="6518" y="9173"/>
                </a:lnTo>
                <a:lnTo>
                  <a:pt x="6506" y="9179"/>
                </a:lnTo>
                <a:lnTo>
                  <a:pt x="6493" y="9184"/>
                </a:lnTo>
                <a:lnTo>
                  <a:pt x="6480" y="9188"/>
                </a:lnTo>
                <a:lnTo>
                  <a:pt x="5861" y="9332"/>
                </a:lnTo>
                <a:lnTo>
                  <a:pt x="5848" y="9335"/>
                </a:lnTo>
                <a:lnTo>
                  <a:pt x="5834" y="9336"/>
                </a:lnTo>
                <a:lnTo>
                  <a:pt x="5088" y="9362"/>
                </a:lnTo>
                <a:lnTo>
                  <a:pt x="5068" y="9361"/>
                </a:lnTo>
                <a:lnTo>
                  <a:pt x="4263" y="9279"/>
                </a:lnTo>
                <a:lnTo>
                  <a:pt x="4246" y="9277"/>
                </a:lnTo>
                <a:lnTo>
                  <a:pt x="3451" y="9096"/>
                </a:lnTo>
                <a:lnTo>
                  <a:pt x="3432" y="9091"/>
                </a:lnTo>
                <a:lnTo>
                  <a:pt x="2715" y="8822"/>
                </a:lnTo>
                <a:lnTo>
                  <a:pt x="2703" y="8816"/>
                </a:lnTo>
                <a:lnTo>
                  <a:pt x="2691" y="8810"/>
                </a:lnTo>
                <a:lnTo>
                  <a:pt x="2122" y="8462"/>
                </a:lnTo>
                <a:lnTo>
                  <a:pt x="2111" y="8455"/>
                </a:lnTo>
                <a:lnTo>
                  <a:pt x="2101" y="8447"/>
                </a:lnTo>
                <a:lnTo>
                  <a:pt x="2092" y="8438"/>
                </a:lnTo>
                <a:lnTo>
                  <a:pt x="1655" y="7969"/>
                </a:lnTo>
                <a:lnTo>
                  <a:pt x="1645" y="7957"/>
                </a:lnTo>
                <a:lnTo>
                  <a:pt x="1637" y="7945"/>
                </a:lnTo>
                <a:lnTo>
                  <a:pt x="1274" y="7338"/>
                </a:lnTo>
                <a:lnTo>
                  <a:pt x="1269" y="7329"/>
                </a:lnTo>
                <a:lnTo>
                  <a:pt x="1264" y="7319"/>
                </a:lnTo>
                <a:lnTo>
                  <a:pt x="980" y="6623"/>
                </a:lnTo>
                <a:lnTo>
                  <a:pt x="974" y="6607"/>
                </a:lnTo>
                <a:lnTo>
                  <a:pt x="773" y="5872"/>
                </a:lnTo>
                <a:lnTo>
                  <a:pt x="770" y="5857"/>
                </a:lnTo>
                <a:lnTo>
                  <a:pt x="657" y="5131"/>
                </a:lnTo>
                <a:lnTo>
                  <a:pt x="656" y="5114"/>
                </a:lnTo>
                <a:lnTo>
                  <a:pt x="637" y="4448"/>
                </a:lnTo>
                <a:lnTo>
                  <a:pt x="638" y="4427"/>
                </a:lnTo>
                <a:lnTo>
                  <a:pt x="716" y="3763"/>
                </a:lnTo>
                <a:lnTo>
                  <a:pt x="719" y="3746"/>
                </a:lnTo>
                <a:lnTo>
                  <a:pt x="890" y="3033"/>
                </a:lnTo>
                <a:lnTo>
                  <a:pt x="895" y="3017"/>
                </a:lnTo>
                <a:lnTo>
                  <a:pt x="1155" y="2313"/>
                </a:lnTo>
                <a:lnTo>
                  <a:pt x="1163" y="2295"/>
                </a:lnTo>
                <a:lnTo>
                  <a:pt x="1507" y="1660"/>
                </a:lnTo>
                <a:lnTo>
                  <a:pt x="1514" y="1648"/>
                </a:lnTo>
                <a:lnTo>
                  <a:pt x="1523" y="1637"/>
                </a:lnTo>
                <a:lnTo>
                  <a:pt x="1945" y="1130"/>
                </a:lnTo>
                <a:lnTo>
                  <a:pt x="1955" y="1119"/>
                </a:lnTo>
                <a:lnTo>
                  <a:pt x="1966" y="1110"/>
                </a:lnTo>
                <a:lnTo>
                  <a:pt x="1977" y="1101"/>
                </a:lnTo>
                <a:lnTo>
                  <a:pt x="2473" y="782"/>
                </a:lnTo>
                <a:lnTo>
                  <a:pt x="2485" y="775"/>
                </a:lnTo>
                <a:close/>
              </a:path>
            </a:pathLst>
          </a:custGeom>
          <a:solidFill>
            <a:srgbClr val="000000"/>
          </a:solidFill>
          <a:ln w="15875" cap="rnd">
            <a:solidFill>
              <a:srgbClr val="D0D0D0"/>
            </a:solidFill>
            <a:round/>
          </a:ln>
        </p:spPr>
      </p:sp>
      <p:sp>
        <p:nvSpPr>
          <p:cNvPr id="43" name="TAC3 Vertebra"/>
          <p:cNvSpPr/>
          <p:nvPr/>
        </p:nvSpPr>
        <p:spPr>
          <a:xfrm>
            <a:off x="9750247" y="3493008"/>
            <a:ext cx="524866" cy="475488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4" name="TAC3 Aorta"/>
          <p:cNvSpPr/>
          <p:nvPr/>
        </p:nvSpPr>
        <p:spPr>
          <a:xfrm>
            <a:off x="10095159" y="3116275"/>
            <a:ext cx="284927" cy="277978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45" name="TAC3 Aire"/>
          <p:cNvSpPr/>
          <p:nvPr/>
        </p:nvSpPr>
        <p:spPr>
          <a:xfrm>
            <a:off x="8653307" y="1716298"/>
            <a:ext cx="1220516" cy="2265060"/>
          </a:xfrm>
          <a:custGeom>
            <a:avLst/>
            <a:gdLst/>
            <a:ahLst/>
            <a:cxnLst/>
            <a:rect l="0" t="0" r="r" b="b"/>
            <a:pathLst>
              <a:path w="5257" h="10000">
                <a:moveTo>
                  <a:pt x="3954" y="16"/>
                </a:moveTo>
                <a:lnTo>
                  <a:pt x="3938" y="13"/>
                </a:lnTo>
                <a:lnTo>
                  <a:pt x="3922" y="12"/>
                </a:lnTo>
                <a:lnTo>
                  <a:pt x="3547" y="0"/>
                </a:lnTo>
                <a:lnTo>
                  <a:pt x="3533" y="0"/>
                </a:lnTo>
                <a:lnTo>
                  <a:pt x="3519" y="1"/>
                </a:lnTo>
                <a:lnTo>
                  <a:pt x="3045" y="67"/>
                </a:lnTo>
                <a:lnTo>
                  <a:pt x="3026" y="71"/>
                </a:lnTo>
                <a:lnTo>
                  <a:pt x="2503" y="209"/>
                </a:lnTo>
                <a:lnTo>
                  <a:pt x="2486" y="214"/>
                </a:lnTo>
                <a:lnTo>
                  <a:pt x="1963" y="417"/>
                </a:lnTo>
                <a:lnTo>
                  <a:pt x="1943" y="427"/>
                </a:lnTo>
                <a:lnTo>
                  <a:pt x="1469" y="688"/>
                </a:lnTo>
                <a:lnTo>
                  <a:pt x="1456" y="696"/>
                </a:lnTo>
                <a:lnTo>
                  <a:pt x="1444" y="705"/>
                </a:lnTo>
                <a:lnTo>
                  <a:pt x="1068" y="1018"/>
                </a:lnTo>
                <a:lnTo>
                  <a:pt x="1058" y="1027"/>
                </a:lnTo>
                <a:lnTo>
                  <a:pt x="1049" y="1037"/>
                </a:lnTo>
                <a:lnTo>
                  <a:pt x="1041" y="1047"/>
                </a:lnTo>
                <a:lnTo>
                  <a:pt x="762" y="1431"/>
                </a:lnTo>
                <a:lnTo>
                  <a:pt x="754" y="1444"/>
                </a:lnTo>
                <a:lnTo>
                  <a:pt x="747" y="1456"/>
                </a:lnTo>
                <a:lnTo>
                  <a:pt x="524" y="1921"/>
                </a:lnTo>
                <a:lnTo>
                  <a:pt x="516" y="1940"/>
                </a:lnTo>
                <a:lnTo>
                  <a:pt x="342" y="2464"/>
                </a:lnTo>
                <a:lnTo>
                  <a:pt x="338" y="2478"/>
                </a:lnTo>
                <a:lnTo>
                  <a:pt x="207" y="3037"/>
                </a:lnTo>
                <a:lnTo>
                  <a:pt x="205" y="3047"/>
                </a:lnTo>
                <a:lnTo>
                  <a:pt x="110" y="3620"/>
                </a:lnTo>
                <a:lnTo>
                  <a:pt x="109" y="3628"/>
                </a:lnTo>
                <a:lnTo>
                  <a:pt x="42" y="4191"/>
                </a:lnTo>
                <a:lnTo>
                  <a:pt x="42" y="4200"/>
                </a:lnTo>
                <a:lnTo>
                  <a:pt x="4" y="4783"/>
                </a:lnTo>
                <a:lnTo>
                  <a:pt x="4" y="4792"/>
                </a:lnTo>
                <a:lnTo>
                  <a:pt x="0" y="5417"/>
                </a:lnTo>
                <a:lnTo>
                  <a:pt x="0" y="5426"/>
                </a:lnTo>
                <a:lnTo>
                  <a:pt x="31" y="6065"/>
                </a:lnTo>
                <a:lnTo>
                  <a:pt x="32" y="6075"/>
                </a:lnTo>
                <a:lnTo>
                  <a:pt x="102" y="6698"/>
                </a:lnTo>
                <a:lnTo>
                  <a:pt x="104" y="6710"/>
                </a:lnTo>
                <a:lnTo>
                  <a:pt x="214" y="7289"/>
                </a:lnTo>
                <a:lnTo>
                  <a:pt x="218" y="7305"/>
                </a:lnTo>
                <a:lnTo>
                  <a:pt x="371" y="7810"/>
                </a:lnTo>
                <a:lnTo>
                  <a:pt x="380" y="7832"/>
                </a:lnTo>
                <a:lnTo>
                  <a:pt x="590" y="8276"/>
                </a:lnTo>
                <a:lnTo>
                  <a:pt x="601" y="8296"/>
                </a:lnTo>
                <a:lnTo>
                  <a:pt x="869" y="8706"/>
                </a:lnTo>
                <a:lnTo>
                  <a:pt x="881" y="8722"/>
                </a:lnTo>
                <a:lnTo>
                  <a:pt x="1190" y="9088"/>
                </a:lnTo>
                <a:lnTo>
                  <a:pt x="1203" y="9102"/>
                </a:lnTo>
                <a:lnTo>
                  <a:pt x="1534" y="9412"/>
                </a:lnTo>
                <a:lnTo>
                  <a:pt x="1550" y="9425"/>
                </a:lnTo>
                <a:lnTo>
                  <a:pt x="1885" y="9667"/>
                </a:lnTo>
                <a:lnTo>
                  <a:pt x="1896" y="9674"/>
                </a:lnTo>
                <a:lnTo>
                  <a:pt x="1907" y="9680"/>
                </a:lnTo>
                <a:lnTo>
                  <a:pt x="2229" y="9844"/>
                </a:lnTo>
                <a:lnTo>
                  <a:pt x="2242" y="9850"/>
                </a:lnTo>
                <a:lnTo>
                  <a:pt x="2256" y="9855"/>
                </a:lnTo>
                <a:lnTo>
                  <a:pt x="2583" y="9952"/>
                </a:lnTo>
                <a:lnTo>
                  <a:pt x="2596" y="9956"/>
                </a:lnTo>
                <a:lnTo>
                  <a:pt x="2610" y="9958"/>
                </a:lnTo>
                <a:lnTo>
                  <a:pt x="2959" y="9998"/>
                </a:lnTo>
                <a:lnTo>
                  <a:pt x="2975" y="10000"/>
                </a:lnTo>
                <a:lnTo>
                  <a:pt x="2990" y="9999"/>
                </a:lnTo>
                <a:lnTo>
                  <a:pt x="3344" y="9973"/>
                </a:lnTo>
                <a:lnTo>
                  <a:pt x="3362" y="9970"/>
                </a:lnTo>
                <a:lnTo>
                  <a:pt x="3379" y="9966"/>
                </a:lnTo>
                <a:lnTo>
                  <a:pt x="3719" y="9861"/>
                </a:lnTo>
                <a:lnTo>
                  <a:pt x="3733" y="9856"/>
                </a:lnTo>
                <a:lnTo>
                  <a:pt x="3745" y="9850"/>
                </a:lnTo>
                <a:lnTo>
                  <a:pt x="3758" y="9843"/>
                </a:lnTo>
                <a:lnTo>
                  <a:pt x="4067" y="9648"/>
                </a:lnTo>
                <a:lnTo>
                  <a:pt x="4079" y="9639"/>
                </a:lnTo>
                <a:lnTo>
                  <a:pt x="4091" y="9629"/>
                </a:lnTo>
                <a:lnTo>
                  <a:pt x="4102" y="9618"/>
                </a:lnTo>
                <a:lnTo>
                  <a:pt x="4361" y="9323"/>
                </a:lnTo>
                <a:lnTo>
                  <a:pt x="4370" y="9311"/>
                </a:lnTo>
                <a:lnTo>
                  <a:pt x="4378" y="9300"/>
                </a:lnTo>
                <a:lnTo>
                  <a:pt x="4385" y="9287"/>
                </a:lnTo>
                <a:lnTo>
                  <a:pt x="4596" y="8855"/>
                </a:lnTo>
                <a:lnTo>
                  <a:pt x="4601" y="8844"/>
                </a:lnTo>
                <a:lnTo>
                  <a:pt x="4605" y="8832"/>
                </a:lnTo>
                <a:lnTo>
                  <a:pt x="4783" y="8266"/>
                </a:lnTo>
                <a:lnTo>
                  <a:pt x="4786" y="8252"/>
                </a:lnTo>
                <a:lnTo>
                  <a:pt x="4932" y="7596"/>
                </a:lnTo>
                <a:lnTo>
                  <a:pt x="4934" y="7587"/>
                </a:lnTo>
                <a:lnTo>
                  <a:pt x="5051" y="6886"/>
                </a:lnTo>
                <a:lnTo>
                  <a:pt x="5052" y="6880"/>
                </a:lnTo>
                <a:lnTo>
                  <a:pt x="5142" y="6179"/>
                </a:lnTo>
                <a:lnTo>
                  <a:pt x="5142" y="6174"/>
                </a:lnTo>
                <a:lnTo>
                  <a:pt x="5208" y="5518"/>
                </a:lnTo>
                <a:lnTo>
                  <a:pt x="5208" y="5512"/>
                </a:lnTo>
                <a:lnTo>
                  <a:pt x="5247" y="4868"/>
                </a:lnTo>
                <a:lnTo>
                  <a:pt x="5247" y="4861"/>
                </a:lnTo>
                <a:lnTo>
                  <a:pt x="5257" y="4189"/>
                </a:lnTo>
                <a:lnTo>
                  <a:pt x="5256" y="4182"/>
                </a:lnTo>
                <a:lnTo>
                  <a:pt x="5239" y="3510"/>
                </a:lnTo>
                <a:lnTo>
                  <a:pt x="5239" y="3503"/>
                </a:lnTo>
                <a:lnTo>
                  <a:pt x="5196" y="2860"/>
                </a:lnTo>
                <a:lnTo>
                  <a:pt x="5196" y="2853"/>
                </a:lnTo>
                <a:lnTo>
                  <a:pt x="5131" y="2268"/>
                </a:lnTo>
                <a:lnTo>
                  <a:pt x="5130" y="2258"/>
                </a:lnTo>
                <a:lnTo>
                  <a:pt x="5045" y="1761"/>
                </a:lnTo>
                <a:lnTo>
                  <a:pt x="5043" y="1753"/>
                </a:lnTo>
                <a:lnTo>
                  <a:pt x="4949" y="1332"/>
                </a:lnTo>
                <a:lnTo>
                  <a:pt x="4947" y="1324"/>
                </a:lnTo>
                <a:lnTo>
                  <a:pt x="4844" y="955"/>
                </a:lnTo>
                <a:lnTo>
                  <a:pt x="4838" y="938"/>
                </a:lnTo>
                <a:lnTo>
                  <a:pt x="4712" y="627"/>
                </a:lnTo>
                <a:lnTo>
                  <a:pt x="4706" y="613"/>
                </a:lnTo>
                <a:lnTo>
                  <a:pt x="4698" y="599"/>
                </a:lnTo>
                <a:lnTo>
                  <a:pt x="4536" y="354"/>
                </a:lnTo>
                <a:lnTo>
                  <a:pt x="4527" y="341"/>
                </a:lnTo>
                <a:lnTo>
                  <a:pt x="4516" y="329"/>
                </a:lnTo>
                <a:lnTo>
                  <a:pt x="4504" y="318"/>
                </a:lnTo>
                <a:lnTo>
                  <a:pt x="4293" y="144"/>
                </a:lnTo>
                <a:lnTo>
                  <a:pt x="4282" y="135"/>
                </a:lnTo>
                <a:lnTo>
                  <a:pt x="4270" y="128"/>
                </a:lnTo>
                <a:lnTo>
                  <a:pt x="4257" y="121"/>
                </a:lnTo>
                <a:lnTo>
                  <a:pt x="4244" y="116"/>
                </a:lnTo>
                <a:lnTo>
                  <a:pt x="3970" y="21"/>
                </a:lnTo>
                <a:lnTo>
                  <a:pt x="3954" y="16"/>
                </a:lnTo>
                <a:close/>
                <a:moveTo>
                  <a:pt x="4268" y="1741"/>
                </a:moveTo>
                <a:lnTo>
                  <a:pt x="4271" y="1742"/>
                </a:lnTo>
                <a:lnTo>
                  <a:pt x="4274" y="1743"/>
                </a:lnTo>
                <a:lnTo>
                  <a:pt x="4276" y="1745"/>
                </a:lnTo>
                <a:lnTo>
                  <a:pt x="4278" y="1747"/>
                </a:lnTo>
                <a:lnTo>
                  <a:pt x="4451" y="1892"/>
                </a:lnTo>
                <a:lnTo>
                  <a:pt x="4453" y="1894"/>
                </a:lnTo>
                <a:lnTo>
                  <a:pt x="4456" y="1897"/>
                </a:lnTo>
                <a:lnTo>
                  <a:pt x="4457" y="1899"/>
                </a:lnTo>
                <a:lnTo>
                  <a:pt x="4590" y="2104"/>
                </a:lnTo>
                <a:lnTo>
                  <a:pt x="4591" y="2107"/>
                </a:lnTo>
                <a:lnTo>
                  <a:pt x="4593" y="2110"/>
                </a:lnTo>
                <a:lnTo>
                  <a:pt x="4696" y="2369"/>
                </a:lnTo>
                <a:lnTo>
                  <a:pt x="4697" y="2373"/>
                </a:lnTo>
                <a:lnTo>
                  <a:pt x="4781" y="2681"/>
                </a:lnTo>
                <a:lnTo>
                  <a:pt x="4782" y="2682"/>
                </a:lnTo>
                <a:lnTo>
                  <a:pt x="4859" y="3033"/>
                </a:lnTo>
                <a:lnTo>
                  <a:pt x="4859" y="3035"/>
                </a:lnTo>
                <a:lnTo>
                  <a:pt x="4929" y="3450"/>
                </a:lnTo>
                <a:lnTo>
                  <a:pt x="4929" y="3452"/>
                </a:lnTo>
                <a:lnTo>
                  <a:pt x="4982" y="3941"/>
                </a:lnTo>
                <a:lnTo>
                  <a:pt x="4982" y="3942"/>
                </a:lnTo>
                <a:lnTo>
                  <a:pt x="5017" y="4479"/>
                </a:lnTo>
                <a:lnTo>
                  <a:pt x="5017" y="4481"/>
                </a:lnTo>
                <a:lnTo>
                  <a:pt x="5032" y="5042"/>
                </a:lnTo>
                <a:lnTo>
                  <a:pt x="5032" y="5043"/>
                </a:lnTo>
                <a:lnTo>
                  <a:pt x="5024" y="5605"/>
                </a:lnTo>
                <a:lnTo>
                  <a:pt x="5024" y="5606"/>
                </a:lnTo>
                <a:lnTo>
                  <a:pt x="4992" y="6143"/>
                </a:lnTo>
                <a:lnTo>
                  <a:pt x="4992" y="6145"/>
                </a:lnTo>
                <a:lnTo>
                  <a:pt x="4938" y="6693"/>
                </a:lnTo>
                <a:lnTo>
                  <a:pt x="4938" y="6694"/>
                </a:lnTo>
                <a:lnTo>
                  <a:pt x="4865" y="7279"/>
                </a:lnTo>
                <a:lnTo>
                  <a:pt x="4864" y="7280"/>
                </a:lnTo>
                <a:lnTo>
                  <a:pt x="4768" y="7866"/>
                </a:lnTo>
                <a:lnTo>
                  <a:pt x="4768" y="7868"/>
                </a:lnTo>
                <a:lnTo>
                  <a:pt x="4648" y="8416"/>
                </a:lnTo>
                <a:lnTo>
                  <a:pt x="4648" y="8418"/>
                </a:lnTo>
                <a:lnTo>
                  <a:pt x="4502" y="8891"/>
                </a:lnTo>
                <a:lnTo>
                  <a:pt x="4501" y="8894"/>
                </a:lnTo>
                <a:lnTo>
                  <a:pt x="4500" y="8896"/>
                </a:lnTo>
                <a:lnTo>
                  <a:pt x="4327" y="9257"/>
                </a:lnTo>
                <a:lnTo>
                  <a:pt x="4326" y="9259"/>
                </a:lnTo>
                <a:lnTo>
                  <a:pt x="4324" y="9262"/>
                </a:lnTo>
                <a:lnTo>
                  <a:pt x="4322" y="9264"/>
                </a:lnTo>
                <a:lnTo>
                  <a:pt x="4110" y="9511"/>
                </a:lnTo>
                <a:lnTo>
                  <a:pt x="4108" y="9513"/>
                </a:lnTo>
                <a:lnTo>
                  <a:pt x="4105" y="9515"/>
                </a:lnTo>
                <a:lnTo>
                  <a:pt x="4103" y="9517"/>
                </a:lnTo>
                <a:lnTo>
                  <a:pt x="3849" y="9679"/>
                </a:lnTo>
                <a:lnTo>
                  <a:pt x="3847" y="9681"/>
                </a:lnTo>
                <a:lnTo>
                  <a:pt x="3844" y="9682"/>
                </a:lnTo>
                <a:lnTo>
                  <a:pt x="3842" y="9683"/>
                </a:lnTo>
                <a:lnTo>
                  <a:pt x="3563" y="9771"/>
                </a:lnTo>
                <a:lnTo>
                  <a:pt x="3559" y="9772"/>
                </a:lnTo>
                <a:lnTo>
                  <a:pt x="3556" y="9772"/>
                </a:lnTo>
                <a:lnTo>
                  <a:pt x="3266" y="9794"/>
                </a:lnTo>
                <a:lnTo>
                  <a:pt x="3262" y="9794"/>
                </a:lnTo>
                <a:lnTo>
                  <a:pt x="3259" y="9794"/>
                </a:lnTo>
                <a:lnTo>
                  <a:pt x="2973" y="9760"/>
                </a:lnTo>
                <a:lnTo>
                  <a:pt x="2970" y="9760"/>
                </a:lnTo>
                <a:lnTo>
                  <a:pt x="2968" y="9759"/>
                </a:lnTo>
                <a:lnTo>
                  <a:pt x="2700" y="9678"/>
                </a:lnTo>
                <a:lnTo>
                  <a:pt x="2697" y="9677"/>
                </a:lnTo>
                <a:lnTo>
                  <a:pt x="2694" y="9676"/>
                </a:lnTo>
                <a:lnTo>
                  <a:pt x="2430" y="9539"/>
                </a:lnTo>
                <a:lnTo>
                  <a:pt x="2428" y="9538"/>
                </a:lnTo>
                <a:lnTo>
                  <a:pt x="2426" y="9536"/>
                </a:lnTo>
                <a:lnTo>
                  <a:pt x="2150" y="9334"/>
                </a:lnTo>
                <a:lnTo>
                  <a:pt x="2147" y="9331"/>
                </a:lnTo>
                <a:lnTo>
                  <a:pt x="1876" y="9072"/>
                </a:lnTo>
                <a:lnTo>
                  <a:pt x="1873" y="9069"/>
                </a:lnTo>
                <a:lnTo>
                  <a:pt x="1620" y="8764"/>
                </a:lnTo>
                <a:lnTo>
                  <a:pt x="1618" y="8761"/>
                </a:lnTo>
                <a:lnTo>
                  <a:pt x="1398" y="8418"/>
                </a:lnTo>
                <a:lnTo>
                  <a:pt x="1395" y="8414"/>
                </a:lnTo>
                <a:lnTo>
                  <a:pt x="1223" y="8043"/>
                </a:lnTo>
                <a:lnTo>
                  <a:pt x="1221" y="8038"/>
                </a:lnTo>
                <a:lnTo>
                  <a:pt x="1096" y="7617"/>
                </a:lnTo>
                <a:lnTo>
                  <a:pt x="1095" y="7614"/>
                </a:lnTo>
                <a:lnTo>
                  <a:pt x="1005" y="7131"/>
                </a:lnTo>
                <a:lnTo>
                  <a:pt x="1005" y="7129"/>
                </a:lnTo>
                <a:lnTo>
                  <a:pt x="947" y="6609"/>
                </a:lnTo>
                <a:lnTo>
                  <a:pt x="947" y="6607"/>
                </a:lnTo>
                <a:lnTo>
                  <a:pt x="921" y="6073"/>
                </a:lnTo>
                <a:lnTo>
                  <a:pt x="921" y="6071"/>
                </a:lnTo>
                <a:lnTo>
                  <a:pt x="924" y="5549"/>
                </a:lnTo>
                <a:lnTo>
                  <a:pt x="924" y="5547"/>
                </a:lnTo>
                <a:lnTo>
                  <a:pt x="955" y="5061"/>
                </a:lnTo>
                <a:lnTo>
                  <a:pt x="956" y="5059"/>
                </a:lnTo>
                <a:lnTo>
                  <a:pt x="1010" y="4588"/>
                </a:lnTo>
                <a:lnTo>
                  <a:pt x="1010" y="4587"/>
                </a:lnTo>
                <a:lnTo>
                  <a:pt x="1088" y="4109"/>
                </a:lnTo>
                <a:lnTo>
                  <a:pt x="1089" y="4107"/>
                </a:lnTo>
                <a:lnTo>
                  <a:pt x="1196" y="3640"/>
                </a:lnTo>
                <a:lnTo>
                  <a:pt x="1197" y="3637"/>
                </a:lnTo>
                <a:lnTo>
                  <a:pt x="1339" y="3200"/>
                </a:lnTo>
                <a:lnTo>
                  <a:pt x="1341" y="3196"/>
                </a:lnTo>
                <a:lnTo>
                  <a:pt x="1524" y="2808"/>
                </a:lnTo>
                <a:lnTo>
                  <a:pt x="1525" y="2805"/>
                </a:lnTo>
                <a:lnTo>
                  <a:pt x="1527" y="2803"/>
                </a:lnTo>
                <a:lnTo>
                  <a:pt x="1756" y="2482"/>
                </a:lnTo>
                <a:lnTo>
                  <a:pt x="1757" y="2480"/>
                </a:lnTo>
                <a:lnTo>
                  <a:pt x="1759" y="2478"/>
                </a:lnTo>
                <a:lnTo>
                  <a:pt x="1761" y="2476"/>
                </a:lnTo>
                <a:lnTo>
                  <a:pt x="2069" y="2215"/>
                </a:lnTo>
                <a:lnTo>
                  <a:pt x="2071" y="2213"/>
                </a:lnTo>
                <a:lnTo>
                  <a:pt x="2074" y="2212"/>
                </a:lnTo>
                <a:lnTo>
                  <a:pt x="2463" y="1993"/>
                </a:lnTo>
                <a:lnTo>
                  <a:pt x="2467" y="1991"/>
                </a:lnTo>
                <a:lnTo>
                  <a:pt x="2896" y="1822"/>
                </a:lnTo>
                <a:lnTo>
                  <a:pt x="2899" y="1821"/>
                </a:lnTo>
                <a:lnTo>
                  <a:pt x="3328" y="1706"/>
                </a:lnTo>
                <a:lnTo>
                  <a:pt x="3332" y="1705"/>
                </a:lnTo>
                <a:lnTo>
                  <a:pt x="3721" y="1650"/>
                </a:lnTo>
                <a:lnTo>
                  <a:pt x="3724" y="1649"/>
                </a:lnTo>
                <a:lnTo>
                  <a:pt x="3726" y="1649"/>
                </a:lnTo>
                <a:lnTo>
                  <a:pt x="4034" y="1660"/>
                </a:lnTo>
                <a:lnTo>
                  <a:pt x="4037" y="1660"/>
                </a:lnTo>
                <a:lnTo>
                  <a:pt x="4041" y="1661"/>
                </a:lnTo>
                <a:lnTo>
                  <a:pt x="4044" y="1662"/>
                </a:lnTo>
                <a:lnTo>
                  <a:pt x="4268" y="174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46" name="TAC3 LineaPleural"/>
          <p:cNvSpPr/>
          <p:nvPr/>
        </p:nvSpPr>
        <p:spPr>
          <a:xfrm>
            <a:off x="8874749" y="2097312"/>
            <a:ext cx="939343" cy="1830266"/>
          </a:xfrm>
          <a:custGeom>
            <a:avLst/>
            <a:gdLst/>
            <a:ahLst/>
            <a:cxnLst/>
            <a:rect l="0" t="0" r="r" b="b"/>
            <a:pathLst>
              <a:path w="2505" h="5004" fill="none">
                <a:moveTo>
                  <a:pt x="1907" y="6"/>
                </a:moveTo>
                <a:lnTo>
                  <a:pt x="1716" y="0"/>
                </a:lnTo>
                <a:lnTo>
                  <a:pt x="1475" y="34"/>
                </a:lnTo>
                <a:lnTo>
                  <a:pt x="1210" y="105"/>
                </a:lnTo>
                <a:lnTo>
                  <a:pt x="944" y="210"/>
                </a:lnTo>
                <a:lnTo>
                  <a:pt x="703" y="345"/>
                </a:lnTo>
                <a:lnTo>
                  <a:pt x="513" y="507"/>
                </a:lnTo>
                <a:lnTo>
                  <a:pt x="371" y="706"/>
                </a:lnTo>
                <a:lnTo>
                  <a:pt x="258" y="946"/>
                </a:lnTo>
                <a:lnTo>
                  <a:pt x="169" y="1217"/>
                </a:lnTo>
                <a:lnTo>
                  <a:pt x="103" y="1506"/>
                </a:lnTo>
                <a:lnTo>
                  <a:pt x="54" y="1802"/>
                </a:lnTo>
                <a:lnTo>
                  <a:pt x="21" y="2093"/>
                </a:lnTo>
                <a:lnTo>
                  <a:pt x="2" y="2395"/>
                </a:lnTo>
                <a:lnTo>
                  <a:pt x="0" y="2718"/>
                </a:lnTo>
                <a:lnTo>
                  <a:pt x="16" y="3048"/>
                </a:lnTo>
                <a:lnTo>
                  <a:pt x="51" y="3371"/>
                </a:lnTo>
                <a:lnTo>
                  <a:pt x="107" y="3670"/>
                </a:lnTo>
                <a:lnTo>
                  <a:pt x="185" y="3930"/>
                </a:lnTo>
                <a:lnTo>
                  <a:pt x="291" y="4160"/>
                </a:lnTo>
                <a:lnTo>
                  <a:pt x="428" y="4373"/>
                </a:lnTo>
                <a:lnTo>
                  <a:pt x="585" y="4562"/>
                </a:lnTo>
                <a:lnTo>
                  <a:pt x="753" y="4722"/>
                </a:lnTo>
                <a:lnTo>
                  <a:pt x="923" y="4848"/>
                </a:lnTo>
                <a:lnTo>
                  <a:pt x="1087" y="4932"/>
                </a:lnTo>
                <a:lnTo>
                  <a:pt x="1253" y="4982"/>
                </a:lnTo>
                <a:lnTo>
                  <a:pt x="1430" y="5004"/>
                </a:lnTo>
                <a:lnTo>
                  <a:pt x="1610" y="4990"/>
                </a:lnTo>
                <a:lnTo>
                  <a:pt x="1782" y="4935"/>
                </a:lnTo>
                <a:lnTo>
                  <a:pt x="1939" y="4835"/>
                </a:lnTo>
                <a:lnTo>
                  <a:pt x="2071" y="4682"/>
                </a:lnTo>
                <a:lnTo>
                  <a:pt x="2178" y="4458"/>
                </a:lnTo>
                <a:lnTo>
                  <a:pt x="2268" y="4165"/>
                </a:lnTo>
                <a:lnTo>
                  <a:pt x="2342" y="3826"/>
                </a:lnTo>
                <a:lnTo>
                  <a:pt x="2402" y="3463"/>
                </a:lnTo>
                <a:lnTo>
                  <a:pt x="2448" y="3101"/>
                </a:lnTo>
                <a:lnTo>
                  <a:pt x="2481" y="2761"/>
                </a:lnTo>
                <a:lnTo>
                  <a:pt x="2500" y="2429"/>
                </a:lnTo>
                <a:lnTo>
                  <a:pt x="2505" y="2081"/>
                </a:lnTo>
                <a:lnTo>
                  <a:pt x="2496" y="1733"/>
                </a:lnTo>
                <a:lnTo>
                  <a:pt x="2475" y="1401"/>
                </a:lnTo>
                <a:lnTo>
                  <a:pt x="2442" y="1098"/>
                </a:lnTo>
                <a:lnTo>
                  <a:pt x="2399" y="841"/>
                </a:lnTo>
                <a:lnTo>
                  <a:pt x="2351" y="623"/>
                </a:lnTo>
                <a:lnTo>
                  <a:pt x="2299" y="433"/>
                </a:lnTo>
                <a:lnTo>
                  <a:pt x="2235" y="272"/>
                </a:lnTo>
                <a:lnTo>
                  <a:pt x="2153" y="145"/>
                </a:lnTo>
                <a:lnTo>
                  <a:pt x="2046" y="55"/>
                </a:lnTo>
                <a:lnTo>
                  <a:pt x="1907" y="6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47" name="TAC3 Rótulo"/>
          <p:cNvSpPr txBox="1"/>
          <p:nvPr/>
        </p:nvSpPr>
        <p:spPr>
          <a:xfrm>
            <a:off x="8213141" y="987552"/>
            <a:ext cx="11247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grpSp>
        <p:nvGrpSpPr>
          <p:cNvPr id="48" name="Recuadro Neumotórax pequeño"/>
          <p:cNvGrpSpPr/>
          <p:nvPr/>
        </p:nvGrpSpPr>
        <p:grpSpPr>
          <a:xfrm>
            <a:off x="274320" y="4663440"/>
            <a:ext cx="3749040" cy="1691640"/>
            <a:chOff x="274320" y="4663440"/>
            <a:chExt cx="3749040" cy="1691640"/>
          </a:xfrm>
        </p:grpSpPr>
        <p:sp>
          <p:nvSpPr>
            <p:cNvPr id="49" name="Forma 48"/>
            <p:cNvSpPr/>
            <p:nvPr/>
          </p:nvSpPr>
          <p:spPr>
            <a:xfrm>
              <a:off x="274320" y="5029200"/>
              <a:ext cx="3749040" cy="132588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912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Gold standard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para el neumotórax </a:t>
              </a: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muestra </a:t>
              </a: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bulas, enfisema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neoplasias causales.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274320" y="4663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PEQUEÑO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Hidroneumotórax"/>
          <p:cNvGrpSpPr/>
          <p:nvPr/>
        </p:nvGrpSpPr>
        <p:grpSpPr>
          <a:xfrm>
            <a:off x="4206240" y="4663440"/>
            <a:ext cx="3749040" cy="1691640"/>
            <a:chOff x="4206240" y="4663440"/>
            <a:chExt cx="3749040" cy="1691640"/>
          </a:xfrm>
        </p:grpSpPr>
        <p:sp>
          <p:nvSpPr>
            <p:cNvPr id="52" name="Forma 51"/>
            <p:cNvSpPr/>
            <p:nvPr/>
          </p:nvSpPr>
          <p:spPr>
            <a:xfrm>
              <a:off x="4206240" y="5029200"/>
              <a:ext cx="3749040" cy="13258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Nivel hidroaéreo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horizontal: derrame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y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neumotórax a la vez.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4206240" y="4663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4" name="Recuadro Neumopericardio"/>
          <p:cNvGrpSpPr/>
          <p:nvPr/>
        </p:nvGrpSpPr>
        <p:grpSpPr>
          <a:xfrm>
            <a:off x="8138160" y="4663440"/>
            <a:ext cx="3749040" cy="1691640"/>
            <a:chOff x="8138160" y="4663440"/>
            <a:chExt cx="3749040" cy="1691640"/>
          </a:xfrm>
        </p:grpSpPr>
        <p:sp>
          <p:nvSpPr>
            <p:cNvPr id="55" name="Forma 54"/>
            <p:cNvSpPr/>
            <p:nvPr/>
          </p:nvSpPr>
          <p:spPr>
            <a:xfrm>
              <a:off x="8138160" y="5029200"/>
              <a:ext cx="3749040" cy="13258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Franja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negra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nítida por fuera del corazón y dentro del pericardio.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6" name="Forma 55"/>
            <p:cNvSpPr/>
            <p:nvPr/>
          </p:nvSpPr>
          <p:spPr>
            <a:xfrm>
              <a:off x="8138160" y="4663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NEUMOPERICARDIO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91637" y="91440"/>
            <a:ext cx="483546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TAC EN EL NEUMOTÓRAX</a:t>
            </a:r>
            <a:endParaRPr lang="es-AR" sz="2400" dirty="0">
              <a:latin typeface="Mali"/>
            </a:endParaRPr>
          </a:p>
        </p:txBody>
      </p:sp>
      <p:sp>
        <p:nvSpPr>
          <p:cNvPr id="5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30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Del aire atrapado al shock obstructivo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de válvula unidireccional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pleural positiva y colapso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Desplazamiento mediastínico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Retorno venoso, llenado y gasto cardíaco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Shock obstructivo: diagnóstico clínico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Diferencial con taponamiento cardíaco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609283" y="1196035"/>
            <a:ext cx="4948733" cy="4445447"/>
            <a:chOff x="6609283" y="1196035"/>
            <a:chExt cx="4948733" cy="4445447"/>
          </a:xfrm>
        </p:grpSpPr>
        <p:sp>
          <p:nvSpPr>
            <p:cNvPr id="14" name="Forma 13"/>
            <p:cNvSpPr/>
            <p:nvPr/>
          </p:nvSpPr>
          <p:spPr>
            <a:xfrm>
              <a:off x="6609283" y="1196035"/>
              <a:ext cx="4948733" cy="444544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609283" y="1196035"/>
              <a:ext cx="4948733" cy="444544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6968368" y="1237496"/>
            <a:ext cx="2442776" cy="432322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853271" y="1237496"/>
            <a:ext cx="1402993" cy="4183467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647472" y="1885979"/>
            <a:ext cx="717093" cy="3458668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836787" y="744941"/>
            <a:ext cx="1305713" cy="2333910"/>
            <a:chOff x="8836787" y="744941"/>
            <a:chExt cx="1305713" cy="2333910"/>
          </a:xfrm>
        </p:grpSpPr>
        <p:sp>
          <p:nvSpPr>
            <p:cNvPr id="20" name="Forma 19"/>
            <p:cNvSpPr/>
            <p:nvPr/>
          </p:nvSpPr>
          <p:spPr>
            <a:xfrm>
              <a:off x="8836787" y="744941"/>
              <a:ext cx="1305713" cy="2333910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119311" y="926287"/>
              <a:ext cx="456743" cy="1180148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AirePleuralD"/>
          <p:cNvSpPr/>
          <p:nvPr/>
        </p:nvSpPr>
        <p:spPr>
          <a:xfrm>
            <a:off x="6968368" y="1237496"/>
            <a:ext cx="2442776" cy="432322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44" y="3124"/>
                </a:moveTo>
                <a:lnTo>
                  <a:pt x="3946" y="3123"/>
                </a:lnTo>
                <a:lnTo>
                  <a:pt x="3979" y="3122"/>
                </a:lnTo>
                <a:lnTo>
                  <a:pt x="3981" y="3122"/>
                </a:lnTo>
                <a:lnTo>
                  <a:pt x="4016" y="3125"/>
                </a:lnTo>
                <a:lnTo>
                  <a:pt x="4019" y="3125"/>
                </a:lnTo>
                <a:lnTo>
                  <a:pt x="4054" y="3130"/>
                </a:lnTo>
                <a:lnTo>
                  <a:pt x="4056" y="3130"/>
                </a:lnTo>
                <a:lnTo>
                  <a:pt x="4089" y="3138"/>
                </a:lnTo>
                <a:lnTo>
                  <a:pt x="4092" y="3139"/>
                </a:lnTo>
                <a:lnTo>
                  <a:pt x="4121" y="3149"/>
                </a:lnTo>
                <a:lnTo>
                  <a:pt x="4124" y="3151"/>
                </a:lnTo>
                <a:lnTo>
                  <a:pt x="4147" y="3162"/>
                </a:lnTo>
                <a:lnTo>
                  <a:pt x="4149" y="3163"/>
                </a:lnTo>
                <a:lnTo>
                  <a:pt x="4151" y="3165"/>
                </a:lnTo>
                <a:lnTo>
                  <a:pt x="4168" y="3177"/>
                </a:lnTo>
                <a:lnTo>
                  <a:pt x="4170" y="3179"/>
                </a:lnTo>
                <a:lnTo>
                  <a:pt x="4171" y="3181"/>
                </a:lnTo>
                <a:lnTo>
                  <a:pt x="4184" y="3195"/>
                </a:lnTo>
                <a:lnTo>
                  <a:pt x="4185" y="3196"/>
                </a:lnTo>
                <a:lnTo>
                  <a:pt x="4186" y="3198"/>
                </a:lnTo>
                <a:lnTo>
                  <a:pt x="4197" y="3216"/>
                </a:lnTo>
                <a:lnTo>
                  <a:pt x="4199" y="3218"/>
                </a:lnTo>
                <a:lnTo>
                  <a:pt x="4210" y="3241"/>
                </a:lnTo>
                <a:lnTo>
                  <a:pt x="4210" y="3242"/>
                </a:lnTo>
                <a:lnTo>
                  <a:pt x="4223" y="3271"/>
                </a:lnTo>
                <a:lnTo>
                  <a:pt x="4223" y="3271"/>
                </a:lnTo>
                <a:lnTo>
                  <a:pt x="4239" y="3304"/>
                </a:lnTo>
                <a:lnTo>
                  <a:pt x="4239" y="3305"/>
                </a:lnTo>
                <a:lnTo>
                  <a:pt x="4257" y="3342"/>
                </a:lnTo>
                <a:lnTo>
                  <a:pt x="4258" y="3342"/>
                </a:lnTo>
                <a:lnTo>
                  <a:pt x="4277" y="3384"/>
                </a:lnTo>
                <a:lnTo>
                  <a:pt x="4277" y="3384"/>
                </a:lnTo>
                <a:lnTo>
                  <a:pt x="4297" y="3429"/>
                </a:lnTo>
                <a:lnTo>
                  <a:pt x="4297" y="3430"/>
                </a:lnTo>
                <a:lnTo>
                  <a:pt x="4317" y="3478"/>
                </a:lnTo>
                <a:lnTo>
                  <a:pt x="4318" y="3478"/>
                </a:lnTo>
                <a:lnTo>
                  <a:pt x="4337" y="3529"/>
                </a:lnTo>
                <a:lnTo>
                  <a:pt x="4338" y="3529"/>
                </a:lnTo>
                <a:lnTo>
                  <a:pt x="4356" y="3582"/>
                </a:lnTo>
                <a:lnTo>
                  <a:pt x="4357" y="3583"/>
                </a:lnTo>
                <a:lnTo>
                  <a:pt x="4375" y="3639"/>
                </a:lnTo>
                <a:lnTo>
                  <a:pt x="4375" y="3640"/>
                </a:lnTo>
                <a:lnTo>
                  <a:pt x="4394" y="3700"/>
                </a:lnTo>
                <a:lnTo>
                  <a:pt x="4394" y="3700"/>
                </a:lnTo>
                <a:lnTo>
                  <a:pt x="4412" y="3764"/>
                </a:lnTo>
                <a:lnTo>
                  <a:pt x="4412" y="3764"/>
                </a:lnTo>
                <a:lnTo>
                  <a:pt x="4430" y="3829"/>
                </a:lnTo>
                <a:lnTo>
                  <a:pt x="4430" y="3829"/>
                </a:lnTo>
                <a:lnTo>
                  <a:pt x="4447" y="3894"/>
                </a:lnTo>
                <a:lnTo>
                  <a:pt x="4447" y="3895"/>
                </a:lnTo>
                <a:lnTo>
                  <a:pt x="4463" y="3959"/>
                </a:lnTo>
                <a:lnTo>
                  <a:pt x="4463" y="3959"/>
                </a:lnTo>
                <a:lnTo>
                  <a:pt x="4478" y="4022"/>
                </a:lnTo>
                <a:lnTo>
                  <a:pt x="4478" y="4022"/>
                </a:lnTo>
                <a:lnTo>
                  <a:pt x="4492" y="4086"/>
                </a:lnTo>
                <a:lnTo>
                  <a:pt x="4492" y="4086"/>
                </a:lnTo>
                <a:lnTo>
                  <a:pt x="4505" y="4150"/>
                </a:lnTo>
                <a:lnTo>
                  <a:pt x="4505" y="4150"/>
                </a:lnTo>
                <a:lnTo>
                  <a:pt x="4518" y="4214"/>
                </a:lnTo>
                <a:lnTo>
                  <a:pt x="4518" y="4214"/>
                </a:lnTo>
                <a:lnTo>
                  <a:pt x="4530" y="4278"/>
                </a:lnTo>
                <a:lnTo>
                  <a:pt x="4530" y="4278"/>
                </a:lnTo>
                <a:lnTo>
                  <a:pt x="4542" y="4342"/>
                </a:lnTo>
                <a:lnTo>
                  <a:pt x="4542" y="4342"/>
                </a:lnTo>
                <a:lnTo>
                  <a:pt x="4554" y="4406"/>
                </a:lnTo>
                <a:lnTo>
                  <a:pt x="4554" y="4406"/>
                </a:lnTo>
                <a:lnTo>
                  <a:pt x="4565" y="4470"/>
                </a:lnTo>
                <a:lnTo>
                  <a:pt x="4565" y="4470"/>
                </a:lnTo>
                <a:lnTo>
                  <a:pt x="4576" y="4534"/>
                </a:lnTo>
                <a:lnTo>
                  <a:pt x="4576" y="4534"/>
                </a:lnTo>
                <a:lnTo>
                  <a:pt x="4586" y="4598"/>
                </a:lnTo>
                <a:lnTo>
                  <a:pt x="4597" y="4662"/>
                </a:lnTo>
                <a:lnTo>
                  <a:pt x="4608" y="4726"/>
                </a:lnTo>
                <a:lnTo>
                  <a:pt x="4608" y="4727"/>
                </a:lnTo>
                <a:lnTo>
                  <a:pt x="4619" y="4791"/>
                </a:lnTo>
                <a:lnTo>
                  <a:pt x="4619" y="4791"/>
                </a:lnTo>
                <a:lnTo>
                  <a:pt x="4631" y="4855"/>
                </a:lnTo>
                <a:lnTo>
                  <a:pt x="4642" y="4918"/>
                </a:lnTo>
                <a:lnTo>
                  <a:pt x="4642" y="4918"/>
                </a:lnTo>
                <a:lnTo>
                  <a:pt x="4654" y="4982"/>
                </a:lnTo>
                <a:lnTo>
                  <a:pt x="4654" y="4982"/>
                </a:lnTo>
                <a:lnTo>
                  <a:pt x="4664" y="5046"/>
                </a:lnTo>
                <a:lnTo>
                  <a:pt x="4664" y="5046"/>
                </a:lnTo>
                <a:lnTo>
                  <a:pt x="4673" y="5110"/>
                </a:lnTo>
                <a:lnTo>
                  <a:pt x="4673" y="5111"/>
                </a:lnTo>
                <a:lnTo>
                  <a:pt x="4685" y="5179"/>
                </a:lnTo>
                <a:lnTo>
                  <a:pt x="4685" y="5180"/>
                </a:lnTo>
                <a:lnTo>
                  <a:pt x="4702" y="5252"/>
                </a:lnTo>
                <a:lnTo>
                  <a:pt x="4702" y="5252"/>
                </a:lnTo>
                <a:lnTo>
                  <a:pt x="4718" y="5323"/>
                </a:lnTo>
                <a:lnTo>
                  <a:pt x="4718" y="5325"/>
                </a:lnTo>
                <a:lnTo>
                  <a:pt x="4727" y="5389"/>
                </a:lnTo>
                <a:lnTo>
                  <a:pt x="4727" y="5391"/>
                </a:lnTo>
                <a:lnTo>
                  <a:pt x="4727" y="5394"/>
                </a:lnTo>
                <a:lnTo>
                  <a:pt x="4725" y="5444"/>
                </a:lnTo>
                <a:lnTo>
                  <a:pt x="4725" y="5446"/>
                </a:lnTo>
                <a:lnTo>
                  <a:pt x="4724" y="5448"/>
                </a:lnTo>
                <a:lnTo>
                  <a:pt x="4724" y="5450"/>
                </a:lnTo>
                <a:lnTo>
                  <a:pt x="4723" y="5453"/>
                </a:lnTo>
                <a:lnTo>
                  <a:pt x="4709" y="5485"/>
                </a:lnTo>
                <a:lnTo>
                  <a:pt x="4708" y="5488"/>
                </a:lnTo>
                <a:lnTo>
                  <a:pt x="4706" y="5490"/>
                </a:lnTo>
                <a:lnTo>
                  <a:pt x="4705" y="5492"/>
                </a:lnTo>
                <a:lnTo>
                  <a:pt x="4703" y="5494"/>
                </a:lnTo>
                <a:lnTo>
                  <a:pt x="4701" y="5495"/>
                </a:lnTo>
                <a:lnTo>
                  <a:pt x="4669" y="5520"/>
                </a:lnTo>
                <a:lnTo>
                  <a:pt x="4667" y="5521"/>
                </a:lnTo>
                <a:lnTo>
                  <a:pt x="4665" y="5522"/>
                </a:lnTo>
                <a:lnTo>
                  <a:pt x="4662" y="5523"/>
                </a:lnTo>
                <a:lnTo>
                  <a:pt x="4606" y="5543"/>
                </a:lnTo>
                <a:lnTo>
                  <a:pt x="4604" y="5543"/>
                </a:lnTo>
                <a:lnTo>
                  <a:pt x="4602" y="5544"/>
                </a:lnTo>
                <a:lnTo>
                  <a:pt x="4528" y="5558"/>
                </a:lnTo>
                <a:lnTo>
                  <a:pt x="4527" y="5558"/>
                </a:lnTo>
                <a:lnTo>
                  <a:pt x="4447" y="5568"/>
                </a:lnTo>
                <a:lnTo>
                  <a:pt x="4447" y="5568"/>
                </a:lnTo>
                <a:lnTo>
                  <a:pt x="4371" y="5577"/>
                </a:lnTo>
                <a:lnTo>
                  <a:pt x="4370" y="5577"/>
                </a:lnTo>
                <a:lnTo>
                  <a:pt x="4308" y="5588"/>
                </a:lnTo>
                <a:lnTo>
                  <a:pt x="4306" y="5588"/>
                </a:lnTo>
                <a:lnTo>
                  <a:pt x="4259" y="5601"/>
                </a:lnTo>
                <a:lnTo>
                  <a:pt x="4259" y="5602"/>
                </a:lnTo>
                <a:lnTo>
                  <a:pt x="4220" y="5613"/>
                </a:lnTo>
                <a:lnTo>
                  <a:pt x="4219" y="5614"/>
                </a:lnTo>
                <a:lnTo>
                  <a:pt x="4185" y="5624"/>
                </a:lnTo>
                <a:lnTo>
                  <a:pt x="4185" y="5624"/>
                </a:lnTo>
                <a:lnTo>
                  <a:pt x="4153" y="5634"/>
                </a:lnTo>
                <a:lnTo>
                  <a:pt x="4153" y="5634"/>
                </a:lnTo>
                <a:lnTo>
                  <a:pt x="4121" y="5643"/>
                </a:lnTo>
                <a:lnTo>
                  <a:pt x="4120" y="5643"/>
                </a:lnTo>
                <a:lnTo>
                  <a:pt x="4085" y="5651"/>
                </a:lnTo>
                <a:lnTo>
                  <a:pt x="4083" y="5651"/>
                </a:lnTo>
                <a:lnTo>
                  <a:pt x="4044" y="5656"/>
                </a:lnTo>
                <a:lnTo>
                  <a:pt x="4042" y="5656"/>
                </a:lnTo>
                <a:lnTo>
                  <a:pt x="4002" y="5658"/>
                </a:lnTo>
                <a:lnTo>
                  <a:pt x="4001" y="5658"/>
                </a:lnTo>
                <a:lnTo>
                  <a:pt x="3958" y="5659"/>
                </a:lnTo>
                <a:lnTo>
                  <a:pt x="3957" y="5659"/>
                </a:lnTo>
                <a:lnTo>
                  <a:pt x="3913" y="5661"/>
                </a:lnTo>
                <a:lnTo>
                  <a:pt x="3911" y="5661"/>
                </a:lnTo>
                <a:lnTo>
                  <a:pt x="3868" y="5667"/>
                </a:lnTo>
                <a:lnTo>
                  <a:pt x="3864" y="5667"/>
                </a:lnTo>
                <a:lnTo>
                  <a:pt x="3821" y="5679"/>
                </a:lnTo>
                <a:lnTo>
                  <a:pt x="3820" y="5679"/>
                </a:lnTo>
                <a:lnTo>
                  <a:pt x="3818" y="5680"/>
                </a:lnTo>
                <a:lnTo>
                  <a:pt x="3774" y="5700"/>
                </a:lnTo>
                <a:lnTo>
                  <a:pt x="3771" y="5701"/>
                </a:lnTo>
                <a:lnTo>
                  <a:pt x="3725" y="5728"/>
                </a:lnTo>
                <a:lnTo>
                  <a:pt x="3724" y="5729"/>
                </a:lnTo>
                <a:lnTo>
                  <a:pt x="3677" y="5760"/>
                </a:lnTo>
                <a:lnTo>
                  <a:pt x="3676" y="5760"/>
                </a:lnTo>
                <a:lnTo>
                  <a:pt x="3631" y="5791"/>
                </a:lnTo>
                <a:lnTo>
                  <a:pt x="3630" y="5792"/>
                </a:lnTo>
                <a:lnTo>
                  <a:pt x="3588" y="5819"/>
                </a:lnTo>
                <a:lnTo>
                  <a:pt x="3587" y="5820"/>
                </a:lnTo>
                <a:lnTo>
                  <a:pt x="3549" y="5841"/>
                </a:lnTo>
                <a:lnTo>
                  <a:pt x="3548" y="5841"/>
                </a:lnTo>
                <a:lnTo>
                  <a:pt x="3514" y="5858"/>
                </a:lnTo>
                <a:lnTo>
                  <a:pt x="3482" y="5874"/>
                </a:lnTo>
                <a:lnTo>
                  <a:pt x="3481" y="5874"/>
                </a:lnTo>
                <a:lnTo>
                  <a:pt x="3453" y="5886"/>
                </a:lnTo>
                <a:lnTo>
                  <a:pt x="3450" y="5887"/>
                </a:lnTo>
                <a:lnTo>
                  <a:pt x="3430" y="5893"/>
                </a:lnTo>
                <a:lnTo>
                  <a:pt x="3427" y="5894"/>
                </a:lnTo>
                <a:lnTo>
                  <a:pt x="3424" y="5894"/>
                </a:lnTo>
                <a:lnTo>
                  <a:pt x="3411" y="5895"/>
                </a:lnTo>
                <a:lnTo>
                  <a:pt x="3409" y="5895"/>
                </a:lnTo>
                <a:lnTo>
                  <a:pt x="3406" y="5895"/>
                </a:lnTo>
                <a:lnTo>
                  <a:pt x="3404" y="5894"/>
                </a:lnTo>
                <a:lnTo>
                  <a:pt x="3402" y="5894"/>
                </a:lnTo>
                <a:lnTo>
                  <a:pt x="3396" y="5892"/>
                </a:lnTo>
                <a:lnTo>
                  <a:pt x="3394" y="5891"/>
                </a:lnTo>
                <a:lnTo>
                  <a:pt x="3392" y="5890"/>
                </a:lnTo>
                <a:lnTo>
                  <a:pt x="3390" y="5889"/>
                </a:lnTo>
                <a:lnTo>
                  <a:pt x="3388" y="5887"/>
                </a:lnTo>
                <a:lnTo>
                  <a:pt x="3386" y="5886"/>
                </a:lnTo>
                <a:lnTo>
                  <a:pt x="3380" y="5879"/>
                </a:lnTo>
                <a:lnTo>
                  <a:pt x="3378" y="5877"/>
                </a:lnTo>
                <a:lnTo>
                  <a:pt x="3376" y="5875"/>
                </a:lnTo>
                <a:lnTo>
                  <a:pt x="3375" y="5872"/>
                </a:lnTo>
                <a:lnTo>
                  <a:pt x="3366" y="5853"/>
                </a:lnTo>
                <a:lnTo>
                  <a:pt x="3365" y="5851"/>
                </a:lnTo>
                <a:lnTo>
                  <a:pt x="3364" y="5849"/>
                </a:lnTo>
                <a:lnTo>
                  <a:pt x="3355" y="5819"/>
                </a:lnTo>
                <a:lnTo>
                  <a:pt x="3355" y="5818"/>
                </a:lnTo>
                <a:lnTo>
                  <a:pt x="3346" y="5781"/>
                </a:lnTo>
                <a:lnTo>
                  <a:pt x="3346" y="5781"/>
                </a:lnTo>
                <a:lnTo>
                  <a:pt x="3338" y="5743"/>
                </a:lnTo>
                <a:lnTo>
                  <a:pt x="3338" y="5742"/>
                </a:lnTo>
                <a:lnTo>
                  <a:pt x="3329" y="5706"/>
                </a:lnTo>
                <a:lnTo>
                  <a:pt x="3329" y="5706"/>
                </a:lnTo>
                <a:lnTo>
                  <a:pt x="3319" y="5673"/>
                </a:lnTo>
                <a:lnTo>
                  <a:pt x="3319" y="5673"/>
                </a:lnTo>
                <a:lnTo>
                  <a:pt x="3310" y="5640"/>
                </a:lnTo>
                <a:lnTo>
                  <a:pt x="3310" y="5640"/>
                </a:lnTo>
                <a:lnTo>
                  <a:pt x="3301" y="5606"/>
                </a:lnTo>
                <a:lnTo>
                  <a:pt x="3301" y="5606"/>
                </a:lnTo>
                <a:lnTo>
                  <a:pt x="3293" y="5572"/>
                </a:lnTo>
                <a:lnTo>
                  <a:pt x="3293" y="5572"/>
                </a:lnTo>
                <a:lnTo>
                  <a:pt x="3285" y="5536"/>
                </a:lnTo>
                <a:lnTo>
                  <a:pt x="3285" y="5535"/>
                </a:lnTo>
                <a:lnTo>
                  <a:pt x="3277" y="5497"/>
                </a:lnTo>
                <a:lnTo>
                  <a:pt x="3277" y="5497"/>
                </a:lnTo>
                <a:lnTo>
                  <a:pt x="3269" y="5457"/>
                </a:lnTo>
                <a:lnTo>
                  <a:pt x="3269" y="5457"/>
                </a:lnTo>
                <a:lnTo>
                  <a:pt x="3261" y="5415"/>
                </a:lnTo>
                <a:lnTo>
                  <a:pt x="3261" y="5414"/>
                </a:lnTo>
                <a:lnTo>
                  <a:pt x="3253" y="5371"/>
                </a:lnTo>
                <a:lnTo>
                  <a:pt x="3253" y="5371"/>
                </a:lnTo>
                <a:lnTo>
                  <a:pt x="3246" y="5326"/>
                </a:lnTo>
                <a:lnTo>
                  <a:pt x="3245" y="5325"/>
                </a:lnTo>
                <a:lnTo>
                  <a:pt x="3239" y="5278"/>
                </a:lnTo>
                <a:lnTo>
                  <a:pt x="3238" y="5278"/>
                </a:lnTo>
                <a:lnTo>
                  <a:pt x="3232" y="5229"/>
                </a:lnTo>
                <a:lnTo>
                  <a:pt x="3232" y="5229"/>
                </a:lnTo>
                <a:lnTo>
                  <a:pt x="3226" y="5178"/>
                </a:lnTo>
                <a:lnTo>
                  <a:pt x="3226" y="5178"/>
                </a:lnTo>
                <a:lnTo>
                  <a:pt x="3220" y="5124"/>
                </a:lnTo>
                <a:lnTo>
                  <a:pt x="3220" y="5124"/>
                </a:lnTo>
                <a:lnTo>
                  <a:pt x="3214" y="5069"/>
                </a:lnTo>
                <a:lnTo>
                  <a:pt x="3214" y="5069"/>
                </a:lnTo>
                <a:lnTo>
                  <a:pt x="3209" y="5012"/>
                </a:lnTo>
                <a:lnTo>
                  <a:pt x="3209" y="5012"/>
                </a:lnTo>
                <a:lnTo>
                  <a:pt x="3205" y="4955"/>
                </a:lnTo>
                <a:lnTo>
                  <a:pt x="3205" y="4955"/>
                </a:lnTo>
                <a:lnTo>
                  <a:pt x="3202" y="4899"/>
                </a:lnTo>
                <a:lnTo>
                  <a:pt x="3202" y="4898"/>
                </a:lnTo>
                <a:lnTo>
                  <a:pt x="3200" y="4842"/>
                </a:lnTo>
                <a:lnTo>
                  <a:pt x="3200" y="4841"/>
                </a:lnTo>
                <a:lnTo>
                  <a:pt x="3199" y="4784"/>
                </a:lnTo>
                <a:lnTo>
                  <a:pt x="3199" y="4783"/>
                </a:lnTo>
                <a:lnTo>
                  <a:pt x="3198" y="4726"/>
                </a:lnTo>
                <a:lnTo>
                  <a:pt x="3198" y="4725"/>
                </a:lnTo>
                <a:lnTo>
                  <a:pt x="3199" y="4667"/>
                </a:lnTo>
                <a:lnTo>
                  <a:pt x="3199" y="4667"/>
                </a:lnTo>
                <a:lnTo>
                  <a:pt x="3200" y="4609"/>
                </a:lnTo>
                <a:lnTo>
                  <a:pt x="3200" y="4608"/>
                </a:lnTo>
                <a:lnTo>
                  <a:pt x="3202" y="4550"/>
                </a:lnTo>
                <a:lnTo>
                  <a:pt x="3202" y="4550"/>
                </a:lnTo>
                <a:lnTo>
                  <a:pt x="3205" y="4492"/>
                </a:lnTo>
                <a:lnTo>
                  <a:pt x="3205" y="4492"/>
                </a:lnTo>
                <a:lnTo>
                  <a:pt x="3209" y="4434"/>
                </a:lnTo>
                <a:lnTo>
                  <a:pt x="3209" y="4433"/>
                </a:lnTo>
                <a:lnTo>
                  <a:pt x="3213" y="4375"/>
                </a:lnTo>
                <a:lnTo>
                  <a:pt x="3213" y="4375"/>
                </a:lnTo>
                <a:lnTo>
                  <a:pt x="3218" y="4317"/>
                </a:lnTo>
                <a:lnTo>
                  <a:pt x="3218" y="4316"/>
                </a:lnTo>
                <a:lnTo>
                  <a:pt x="3224" y="4259"/>
                </a:lnTo>
                <a:lnTo>
                  <a:pt x="3225" y="4259"/>
                </a:lnTo>
                <a:lnTo>
                  <a:pt x="3232" y="4202"/>
                </a:lnTo>
                <a:lnTo>
                  <a:pt x="3232" y="4202"/>
                </a:lnTo>
                <a:lnTo>
                  <a:pt x="3240" y="4146"/>
                </a:lnTo>
                <a:lnTo>
                  <a:pt x="3241" y="4145"/>
                </a:lnTo>
                <a:lnTo>
                  <a:pt x="3250" y="4089"/>
                </a:lnTo>
                <a:lnTo>
                  <a:pt x="3250" y="4089"/>
                </a:lnTo>
                <a:lnTo>
                  <a:pt x="3260" y="4033"/>
                </a:lnTo>
                <a:lnTo>
                  <a:pt x="3260" y="4033"/>
                </a:lnTo>
                <a:lnTo>
                  <a:pt x="3272" y="3978"/>
                </a:lnTo>
                <a:lnTo>
                  <a:pt x="3272" y="3978"/>
                </a:lnTo>
                <a:lnTo>
                  <a:pt x="3285" y="3925"/>
                </a:lnTo>
                <a:lnTo>
                  <a:pt x="3285" y="3924"/>
                </a:lnTo>
                <a:lnTo>
                  <a:pt x="3299" y="3872"/>
                </a:lnTo>
                <a:lnTo>
                  <a:pt x="3299" y="3872"/>
                </a:lnTo>
                <a:lnTo>
                  <a:pt x="3314" y="3821"/>
                </a:lnTo>
                <a:lnTo>
                  <a:pt x="3315" y="3821"/>
                </a:lnTo>
                <a:lnTo>
                  <a:pt x="3331" y="3771"/>
                </a:lnTo>
                <a:lnTo>
                  <a:pt x="3331" y="3770"/>
                </a:lnTo>
                <a:lnTo>
                  <a:pt x="3349" y="3722"/>
                </a:lnTo>
                <a:lnTo>
                  <a:pt x="3350" y="3721"/>
                </a:lnTo>
                <a:lnTo>
                  <a:pt x="3369" y="3674"/>
                </a:lnTo>
                <a:lnTo>
                  <a:pt x="3369" y="3674"/>
                </a:lnTo>
                <a:lnTo>
                  <a:pt x="3389" y="3629"/>
                </a:lnTo>
                <a:lnTo>
                  <a:pt x="3389" y="3628"/>
                </a:lnTo>
                <a:lnTo>
                  <a:pt x="3410" y="3585"/>
                </a:lnTo>
                <a:lnTo>
                  <a:pt x="3410" y="3584"/>
                </a:lnTo>
                <a:lnTo>
                  <a:pt x="3432" y="3542"/>
                </a:lnTo>
                <a:lnTo>
                  <a:pt x="3432" y="3542"/>
                </a:lnTo>
                <a:lnTo>
                  <a:pt x="3455" y="3502"/>
                </a:lnTo>
                <a:lnTo>
                  <a:pt x="3456" y="3501"/>
                </a:lnTo>
                <a:lnTo>
                  <a:pt x="3479" y="3463"/>
                </a:lnTo>
                <a:lnTo>
                  <a:pt x="3480" y="3462"/>
                </a:lnTo>
                <a:lnTo>
                  <a:pt x="3504" y="3425"/>
                </a:lnTo>
                <a:lnTo>
                  <a:pt x="3505" y="3424"/>
                </a:lnTo>
                <a:lnTo>
                  <a:pt x="3530" y="3390"/>
                </a:lnTo>
                <a:lnTo>
                  <a:pt x="3531" y="3389"/>
                </a:lnTo>
                <a:lnTo>
                  <a:pt x="3557" y="3357"/>
                </a:lnTo>
                <a:lnTo>
                  <a:pt x="3558" y="3356"/>
                </a:lnTo>
                <a:lnTo>
                  <a:pt x="3586" y="3325"/>
                </a:lnTo>
                <a:lnTo>
                  <a:pt x="3587" y="3325"/>
                </a:lnTo>
                <a:lnTo>
                  <a:pt x="3615" y="3296"/>
                </a:lnTo>
                <a:lnTo>
                  <a:pt x="3616" y="3295"/>
                </a:lnTo>
                <a:lnTo>
                  <a:pt x="3646" y="3268"/>
                </a:lnTo>
                <a:lnTo>
                  <a:pt x="3647" y="3267"/>
                </a:lnTo>
                <a:lnTo>
                  <a:pt x="3677" y="3243"/>
                </a:lnTo>
                <a:lnTo>
                  <a:pt x="3678" y="3242"/>
                </a:lnTo>
                <a:lnTo>
                  <a:pt x="3709" y="3220"/>
                </a:lnTo>
                <a:lnTo>
                  <a:pt x="3710" y="3219"/>
                </a:lnTo>
                <a:lnTo>
                  <a:pt x="3741" y="3199"/>
                </a:lnTo>
                <a:lnTo>
                  <a:pt x="3742" y="3198"/>
                </a:lnTo>
                <a:lnTo>
                  <a:pt x="3774" y="3180"/>
                </a:lnTo>
                <a:lnTo>
                  <a:pt x="3775" y="3179"/>
                </a:lnTo>
                <a:lnTo>
                  <a:pt x="3808" y="3163"/>
                </a:lnTo>
                <a:lnTo>
                  <a:pt x="3809" y="3163"/>
                </a:lnTo>
                <a:lnTo>
                  <a:pt x="3842" y="3149"/>
                </a:lnTo>
                <a:lnTo>
                  <a:pt x="3843" y="3148"/>
                </a:lnTo>
                <a:lnTo>
                  <a:pt x="3876" y="3137"/>
                </a:lnTo>
                <a:lnTo>
                  <a:pt x="3878" y="3136"/>
                </a:lnTo>
                <a:lnTo>
                  <a:pt x="3910" y="3128"/>
                </a:lnTo>
                <a:lnTo>
                  <a:pt x="3912" y="3128"/>
                </a:lnTo>
                <a:lnTo>
                  <a:pt x="3944" y="312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23" name="!!PulmonDerecho"/>
          <p:cNvGrpSpPr/>
          <p:nvPr/>
        </p:nvGrpSpPr>
        <p:grpSpPr>
          <a:xfrm>
            <a:off x="8385813" y="2598373"/>
            <a:ext cx="650128" cy="1177101"/>
            <a:chOff x="8385813" y="2598373"/>
            <a:chExt cx="650128" cy="1177101"/>
          </a:xfrm>
        </p:grpSpPr>
        <p:sp>
          <p:nvSpPr>
            <p:cNvPr id="24" name="Forma 23"/>
            <p:cNvSpPr/>
            <p:nvPr/>
          </p:nvSpPr>
          <p:spPr>
            <a:xfrm>
              <a:off x="8385813" y="2598373"/>
              <a:ext cx="650128" cy="1177101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8440424" y="2706085"/>
              <a:ext cx="376367" cy="785506"/>
            </a:xfrm>
            <a:custGeom>
              <a:avLst/>
              <a:gdLst/>
              <a:ahLst/>
              <a:cxnLst/>
              <a:rect l="0" t="0" r="r" b="b"/>
              <a:pathLst>
                <a:path w="686" h="1456" fill="none">
                  <a:moveTo>
                    <a:pt x="686" y="686"/>
                  </a:moveTo>
                  <a:lnTo>
                    <a:pt x="504" y="588"/>
                  </a:lnTo>
                  <a:lnTo>
                    <a:pt x="280" y="420"/>
                  </a:lnTo>
                  <a:lnTo>
                    <a:pt x="154" y="252"/>
                  </a:lnTo>
                </a:path>
                <a:path w="686" h="1456" fill="none">
                  <a:moveTo>
                    <a:pt x="504" y="588"/>
                  </a:moveTo>
                  <a:lnTo>
                    <a:pt x="420" y="336"/>
                  </a:lnTo>
                  <a:lnTo>
                    <a:pt x="378" y="56"/>
                  </a:lnTo>
                </a:path>
                <a:path w="686" h="1456" fill="none">
                  <a:moveTo>
                    <a:pt x="686" y="686"/>
                  </a:moveTo>
                  <a:lnTo>
                    <a:pt x="420" y="728"/>
                  </a:lnTo>
                  <a:lnTo>
                    <a:pt x="140" y="728"/>
                  </a:lnTo>
                  <a:lnTo>
                    <a:pt x="0" y="756"/>
                  </a:lnTo>
                </a:path>
                <a:path w="686" h="1456" fill="none">
                  <a:moveTo>
                    <a:pt x="420" y="728"/>
                  </a:moveTo>
                  <a:lnTo>
                    <a:pt x="224" y="923"/>
                  </a:lnTo>
                  <a:lnTo>
                    <a:pt x="70" y="1092"/>
                  </a:lnTo>
                </a:path>
                <a:path w="686" h="1456" fill="none">
                  <a:moveTo>
                    <a:pt x="686" y="686"/>
                  </a:moveTo>
                  <a:lnTo>
                    <a:pt x="504" y="923"/>
                  </a:lnTo>
                  <a:lnTo>
                    <a:pt x="336" y="1203"/>
                  </a:lnTo>
                  <a:lnTo>
                    <a:pt x="182" y="1427"/>
                  </a:lnTo>
                </a:path>
                <a:path w="686" h="1456" fill="none">
                  <a:moveTo>
                    <a:pt x="504" y="923"/>
                  </a:moveTo>
                  <a:lnTo>
                    <a:pt x="588" y="1203"/>
                  </a:lnTo>
                  <a:lnTo>
                    <a:pt x="504" y="1456"/>
                  </a:lnTo>
                </a:path>
                <a:path w="686" h="1456" fill="none">
                  <a:moveTo>
                    <a:pt x="336" y="1203"/>
                  </a:moveTo>
                  <a:lnTo>
                    <a:pt x="112" y="1343"/>
                  </a:lnTo>
                  <a:lnTo>
                    <a:pt x="0" y="1427"/>
                  </a:lnTo>
                </a:path>
                <a:path w="686" h="1456" fill="none">
                  <a:moveTo>
                    <a:pt x="280" y="420"/>
                  </a:moveTo>
                  <a:lnTo>
                    <a:pt x="84" y="476"/>
                  </a:lnTo>
                  <a:lnTo>
                    <a:pt x="7" y="533"/>
                  </a:lnTo>
                </a:path>
                <a:path w="686" h="1456" fill="none">
                  <a:moveTo>
                    <a:pt x="420" y="336"/>
                  </a:moveTo>
                  <a:lnTo>
                    <a:pt x="252" y="168"/>
                  </a:lnTo>
                </a:path>
                <a:path w="686" h="1456" fill="none">
                  <a:moveTo>
                    <a:pt x="224" y="923"/>
                  </a:moveTo>
                  <a:lnTo>
                    <a:pt x="252" y="1120"/>
                  </a:lnTo>
                  <a:lnTo>
                    <a:pt x="168" y="1316"/>
                  </a:lnTo>
                </a:path>
                <a:path w="686" h="1456" fill="none">
                  <a:moveTo>
                    <a:pt x="686" y="686"/>
                  </a:moveTo>
                  <a:lnTo>
                    <a:pt x="644" y="476"/>
                  </a:lnTo>
                  <a:lnTo>
                    <a:pt x="560" y="252"/>
                  </a:lnTo>
                  <a:lnTo>
                    <a:pt x="504" y="0"/>
                  </a:lnTo>
                </a:path>
                <a:path w="686" h="1456" fill="none">
                  <a:moveTo>
                    <a:pt x="140" y="728"/>
                  </a:moveTo>
                  <a:lnTo>
                    <a:pt x="56" y="8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406004" y="3076179"/>
              <a:ext cx="418468" cy="460730"/>
            </a:xfrm>
            <a:custGeom>
              <a:avLst/>
              <a:gdLst/>
              <a:ahLst/>
              <a:cxnLst/>
              <a:rect l="0" t="0" r="r" b="b"/>
              <a:pathLst>
                <a:path w="762" h="853" fill="none">
                  <a:moveTo>
                    <a:pt x="0" y="44"/>
                  </a:moveTo>
                  <a:lnTo>
                    <a:pt x="12" y="45"/>
                  </a:lnTo>
                  <a:lnTo>
                    <a:pt x="69" y="51"/>
                  </a:lnTo>
                  <a:lnTo>
                    <a:pt x="135" y="57"/>
                  </a:lnTo>
                  <a:lnTo>
                    <a:pt x="200" y="62"/>
                  </a:lnTo>
                  <a:lnTo>
                    <a:pt x="258" y="64"/>
                  </a:lnTo>
                  <a:lnTo>
                    <a:pt x="306" y="63"/>
                  </a:lnTo>
                  <a:lnTo>
                    <a:pt x="350" y="59"/>
                  </a:lnTo>
                  <a:lnTo>
                    <a:pt x="392" y="54"/>
                  </a:lnTo>
                  <a:lnTo>
                    <a:pt x="435" y="48"/>
                  </a:lnTo>
                  <a:lnTo>
                    <a:pt x="482" y="41"/>
                  </a:lnTo>
                  <a:lnTo>
                    <a:pt x="539" y="34"/>
                  </a:lnTo>
                  <a:lnTo>
                    <a:pt x="604" y="24"/>
                  </a:lnTo>
                  <a:lnTo>
                    <a:pt x="668" y="14"/>
                  </a:lnTo>
                  <a:lnTo>
                    <a:pt x="723" y="6"/>
                  </a:lnTo>
                  <a:lnTo>
                    <a:pt x="762" y="0"/>
                  </a:lnTo>
                </a:path>
                <a:path w="762" h="853" fill="none">
                  <a:moveTo>
                    <a:pt x="34" y="853"/>
                  </a:moveTo>
                  <a:lnTo>
                    <a:pt x="69" y="812"/>
                  </a:lnTo>
                  <a:lnTo>
                    <a:pt x="117" y="752"/>
                  </a:lnTo>
                  <a:lnTo>
                    <a:pt x="173" y="683"/>
                  </a:lnTo>
                  <a:lnTo>
                    <a:pt x="232" y="612"/>
                  </a:lnTo>
                  <a:lnTo>
                    <a:pt x="286" y="546"/>
                  </a:lnTo>
                  <a:lnTo>
                    <a:pt x="337" y="482"/>
                  </a:lnTo>
                  <a:lnTo>
                    <a:pt x="388" y="417"/>
                  </a:lnTo>
                  <a:lnTo>
                    <a:pt x="439" y="353"/>
                  </a:lnTo>
                  <a:lnTo>
                    <a:pt x="490" y="292"/>
                  </a:lnTo>
                  <a:lnTo>
                    <a:pt x="538" y="237"/>
                  </a:lnTo>
                  <a:lnTo>
                    <a:pt x="588" y="188"/>
                  </a:lnTo>
                  <a:lnTo>
                    <a:pt x="641" y="142"/>
                  </a:lnTo>
                  <a:lnTo>
                    <a:pt x="690" y="100"/>
                  </a:lnTo>
                  <a:lnTo>
                    <a:pt x="732" y="66"/>
                  </a:lnTo>
                  <a:lnTo>
                    <a:pt x="762" y="4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!!PleuraVisceralD"/>
          <p:cNvSpPr/>
          <p:nvPr/>
        </p:nvSpPr>
        <p:spPr>
          <a:xfrm>
            <a:off x="8385813" y="2598373"/>
            <a:ext cx="650128" cy="1177101"/>
          </a:xfrm>
          <a:custGeom>
            <a:avLst/>
            <a:gdLst/>
            <a:ahLst/>
            <a:cxnLst/>
            <a:rect l="0" t="0" r="r" b="b"/>
            <a:pathLst>
              <a:path w="1184" h="2181" fill="none">
                <a:moveTo>
                  <a:pt x="554" y="4"/>
                </a:moveTo>
                <a:lnTo>
                  <a:pt x="529" y="10"/>
                </a:lnTo>
                <a:lnTo>
                  <a:pt x="503" y="19"/>
                </a:lnTo>
                <a:lnTo>
                  <a:pt x="477" y="30"/>
                </a:lnTo>
                <a:lnTo>
                  <a:pt x="450" y="43"/>
                </a:lnTo>
                <a:lnTo>
                  <a:pt x="425" y="58"/>
                </a:lnTo>
                <a:lnTo>
                  <a:pt x="400" y="74"/>
                </a:lnTo>
                <a:lnTo>
                  <a:pt x="376" y="91"/>
                </a:lnTo>
                <a:lnTo>
                  <a:pt x="351" y="111"/>
                </a:lnTo>
                <a:lnTo>
                  <a:pt x="328" y="133"/>
                </a:lnTo>
                <a:lnTo>
                  <a:pt x="305" y="156"/>
                </a:lnTo>
                <a:lnTo>
                  <a:pt x="283" y="180"/>
                </a:lnTo>
                <a:lnTo>
                  <a:pt x="262" y="206"/>
                </a:lnTo>
                <a:lnTo>
                  <a:pt x="241" y="233"/>
                </a:lnTo>
                <a:lnTo>
                  <a:pt x="222" y="263"/>
                </a:lnTo>
                <a:lnTo>
                  <a:pt x="203" y="293"/>
                </a:lnTo>
                <a:lnTo>
                  <a:pt x="184" y="325"/>
                </a:lnTo>
                <a:lnTo>
                  <a:pt x="167" y="359"/>
                </a:lnTo>
                <a:lnTo>
                  <a:pt x="150" y="393"/>
                </a:lnTo>
                <a:lnTo>
                  <a:pt x="134" y="429"/>
                </a:lnTo>
                <a:lnTo>
                  <a:pt x="119" y="467"/>
                </a:lnTo>
                <a:lnTo>
                  <a:pt x="105" y="506"/>
                </a:lnTo>
                <a:lnTo>
                  <a:pt x="91" y="545"/>
                </a:lnTo>
                <a:lnTo>
                  <a:pt x="79" y="586"/>
                </a:lnTo>
                <a:lnTo>
                  <a:pt x="68" y="627"/>
                </a:lnTo>
                <a:lnTo>
                  <a:pt x="58" y="670"/>
                </a:lnTo>
                <a:lnTo>
                  <a:pt x="49" y="713"/>
                </a:lnTo>
                <a:lnTo>
                  <a:pt x="40" y="758"/>
                </a:lnTo>
                <a:lnTo>
                  <a:pt x="33" y="802"/>
                </a:lnTo>
                <a:lnTo>
                  <a:pt x="26" y="847"/>
                </a:lnTo>
                <a:lnTo>
                  <a:pt x="20" y="893"/>
                </a:lnTo>
                <a:lnTo>
                  <a:pt x="15" y="939"/>
                </a:lnTo>
                <a:lnTo>
                  <a:pt x="11" y="985"/>
                </a:lnTo>
                <a:lnTo>
                  <a:pt x="8" y="1031"/>
                </a:lnTo>
                <a:lnTo>
                  <a:pt x="5" y="1078"/>
                </a:lnTo>
                <a:lnTo>
                  <a:pt x="2" y="1124"/>
                </a:lnTo>
                <a:lnTo>
                  <a:pt x="1" y="1171"/>
                </a:lnTo>
                <a:lnTo>
                  <a:pt x="0" y="1217"/>
                </a:lnTo>
                <a:lnTo>
                  <a:pt x="0" y="1264"/>
                </a:lnTo>
                <a:lnTo>
                  <a:pt x="0" y="1310"/>
                </a:lnTo>
                <a:lnTo>
                  <a:pt x="1" y="1356"/>
                </a:lnTo>
                <a:lnTo>
                  <a:pt x="2" y="1402"/>
                </a:lnTo>
                <a:lnTo>
                  <a:pt x="5" y="1447"/>
                </a:lnTo>
                <a:lnTo>
                  <a:pt x="8" y="1492"/>
                </a:lnTo>
                <a:lnTo>
                  <a:pt x="12" y="1537"/>
                </a:lnTo>
                <a:lnTo>
                  <a:pt x="17" y="1581"/>
                </a:lnTo>
                <a:lnTo>
                  <a:pt x="21" y="1624"/>
                </a:lnTo>
                <a:lnTo>
                  <a:pt x="26" y="1665"/>
                </a:lnTo>
                <a:lnTo>
                  <a:pt x="31" y="1704"/>
                </a:lnTo>
                <a:lnTo>
                  <a:pt x="37" y="1742"/>
                </a:lnTo>
                <a:lnTo>
                  <a:pt x="43" y="1778"/>
                </a:lnTo>
                <a:lnTo>
                  <a:pt x="49" y="1813"/>
                </a:lnTo>
                <a:lnTo>
                  <a:pt x="55" y="1846"/>
                </a:lnTo>
                <a:lnTo>
                  <a:pt x="62" y="1879"/>
                </a:lnTo>
                <a:lnTo>
                  <a:pt x="68" y="1909"/>
                </a:lnTo>
                <a:lnTo>
                  <a:pt x="75" y="1938"/>
                </a:lnTo>
                <a:lnTo>
                  <a:pt x="81" y="1965"/>
                </a:lnTo>
                <a:lnTo>
                  <a:pt x="88" y="1992"/>
                </a:lnTo>
                <a:lnTo>
                  <a:pt x="95" y="2018"/>
                </a:lnTo>
                <a:lnTo>
                  <a:pt x="103" y="2044"/>
                </a:lnTo>
                <a:lnTo>
                  <a:pt x="103" y="2045"/>
                </a:lnTo>
                <a:lnTo>
                  <a:pt x="111" y="2074"/>
                </a:lnTo>
                <a:lnTo>
                  <a:pt x="111" y="2075"/>
                </a:lnTo>
                <a:lnTo>
                  <a:pt x="118" y="2106"/>
                </a:lnTo>
                <a:lnTo>
                  <a:pt x="124" y="2135"/>
                </a:lnTo>
                <a:lnTo>
                  <a:pt x="132" y="2159"/>
                </a:lnTo>
                <a:lnTo>
                  <a:pt x="139" y="2175"/>
                </a:lnTo>
                <a:lnTo>
                  <a:pt x="144" y="2180"/>
                </a:lnTo>
                <a:lnTo>
                  <a:pt x="149" y="2181"/>
                </a:lnTo>
                <a:lnTo>
                  <a:pt x="159" y="2181"/>
                </a:lnTo>
                <a:lnTo>
                  <a:pt x="176" y="2176"/>
                </a:lnTo>
                <a:lnTo>
                  <a:pt x="198" y="2166"/>
                </a:lnTo>
                <a:lnTo>
                  <a:pt x="223" y="2154"/>
                </a:lnTo>
                <a:lnTo>
                  <a:pt x="251" y="2140"/>
                </a:lnTo>
                <a:lnTo>
                  <a:pt x="281" y="2124"/>
                </a:lnTo>
                <a:lnTo>
                  <a:pt x="315" y="2102"/>
                </a:lnTo>
                <a:lnTo>
                  <a:pt x="351" y="2077"/>
                </a:lnTo>
                <a:lnTo>
                  <a:pt x="352" y="2076"/>
                </a:lnTo>
                <a:lnTo>
                  <a:pt x="390" y="2051"/>
                </a:lnTo>
                <a:lnTo>
                  <a:pt x="391" y="2051"/>
                </a:lnTo>
                <a:lnTo>
                  <a:pt x="429" y="2028"/>
                </a:lnTo>
                <a:lnTo>
                  <a:pt x="432" y="2027"/>
                </a:lnTo>
                <a:lnTo>
                  <a:pt x="468" y="2011"/>
                </a:lnTo>
                <a:lnTo>
                  <a:pt x="471" y="2010"/>
                </a:lnTo>
                <a:lnTo>
                  <a:pt x="473" y="2009"/>
                </a:lnTo>
                <a:lnTo>
                  <a:pt x="509" y="1999"/>
                </a:lnTo>
                <a:lnTo>
                  <a:pt x="513" y="1999"/>
                </a:lnTo>
                <a:lnTo>
                  <a:pt x="548" y="1994"/>
                </a:lnTo>
                <a:lnTo>
                  <a:pt x="551" y="1994"/>
                </a:lnTo>
                <a:lnTo>
                  <a:pt x="587" y="1992"/>
                </a:lnTo>
                <a:lnTo>
                  <a:pt x="588" y="1992"/>
                </a:lnTo>
                <a:lnTo>
                  <a:pt x="622" y="1991"/>
                </a:lnTo>
                <a:lnTo>
                  <a:pt x="655" y="1990"/>
                </a:lnTo>
                <a:lnTo>
                  <a:pt x="686" y="1986"/>
                </a:lnTo>
                <a:lnTo>
                  <a:pt x="714" y="1980"/>
                </a:lnTo>
                <a:lnTo>
                  <a:pt x="739" y="1973"/>
                </a:lnTo>
                <a:lnTo>
                  <a:pt x="764" y="1965"/>
                </a:lnTo>
                <a:lnTo>
                  <a:pt x="791" y="1957"/>
                </a:lnTo>
                <a:lnTo>
                  <a:pt x="792" y="1957"/>
                </a:lnTo>
                <a:lnTo>
                  <a:pt x="823" y="1947"/>
                </a:lnTo>
                <a:lnTo>
                  <a:pt x="824" y="1947"/>
                </a:lnTo>
                <a:lnTo>
                  <a:pt x="862" y="1936"/>
                </a:lnTo>
                <a:lnTo>
                  <a:pt x="865" y="1936"/>
                </a:lnTo>
                <a:lnTo>
                  <a:pt x="915" y="1927"/>
                </a:lnTo>
                <a:lnTo>
                  <a:pt x="917" y="1926"/>
                </a:lnTo>
                <a:lnTo>
                  <a:pt x="978" y="1919"/>
                </a:lnTo>
                <a:lnTo>
                  <a:pt x="1042" y="1911"/>
                </a:lnTo>
                <a:lnTo>
                  <a:pt x="1101" y="1900"/>
                </a:lnTo>
                <a:lnTo>
                  <a:pt x="1146" y="1885"/>
                </a:lnTo>
                <a:lnTo>
                  <a:pt x="1171" y="1865"/>
                </a:lnTo>
                <a:lnTo>
                  <a:pt x="1183" y="1839"/>
                </a:lnTo>
                <a:lnTo>
                  <a:pt x="1184" y="1799"/>
                </a:lnTo>
                <a:lnTo>
                  <a:pt x="1178" y="1748"/>
                </a:lnTo>
                <a:lnTo>
                  <a:pt x="1165" y="1691"/>
                </a:lnTo>
                <a:lnTo>
                  <a:pt x="1152" y="1633"/>
                </a:lnTo>
                <a:lnTo>
                  <a:pt x="1151" y="1631"/>
                </a:lnTo>
                <a:lnTo>
                  <a:pt x="1141" y="1577"/>
                </a:lnTo>
                <a:lnTo>
                  <a:pt x="1141" y="1575"/>
                </a:lnTo>
                <a:lnTo>
                  <a:pt x="1134" y="1524"/>
                </a:lnTo>
                <a:lnTo>
                  <a:pt x="1126" y="1473"/>
                </a:lnTo>
                <a:lnTo>
                  <a:pt x="1117" y="1422"/>
                </a:lnTo>
                <a:lnTo>
                  <a:pt x="1108" y="1371"/>
                </a:lnTo>
                <a:lnTo>
                  <a:pt x="1098" y="1320"/>
                </a:lnTo>
                <a:lnTo>
                  <a:pt x="1098" y="1320"/>
                </a:lnTo>
                <a:lnTo>
                  <a:pt x="1089" y="1269"/>
                </a:lnTo>
                <a:lnTo>
                  <a:pt x="1089" y="1268"/>
                </a:lnTo>
                <a:lnTo>
                  <a:pt x="1080" y="1217"/>
                </a:lnTo>
                <a:lnTo>
                  <a:pt x="1080" y="1217"/>
                </a:lnTo>
                <a:lnTo>
                  <a:pt x="1072" y="1165"/>
                </a:lnTo>
                <a:lnTo>
                  <a:pt x="1063" y="1114"/>
                </a:lnTo>
                <a:lnTo>
                  <a:pt x="1055" y="1063"/>
                </a:lnTo>
                <a:lnTo>
                  <a:pt x="1046" y="1012"/>
                </a:lnTo>
                <a:lnTo>
                  <a:pt x="1037" y="961"/>
                </a:lnTo>
                <a:lnTo>
                  <a:pt x="1027" y="910"/>
                </a:lnTo>
                <a:lnTo>
                  <a:pt x="1017" y="858"/>
                </a:lnTo>
                <a:lnTo>
                  <a:pt x="1007" y="807"/>
                </a:lnTo>
                <a:lnTo>
                  <a:pt x="996" y="756"/>
                </a:lnTo>
                <a:lnTo>
                  <a:pt x="985" y="705"/>
                </a:lnTo>
                <a:lnTo>
                  <a:pt x="973" y="654"/>
                </a:lnTo>
                <a:lnTo>
                  <a:pt x="961" y="603"/>
                </a:lnTo>
                <a:lnTo>
                  <a:pt x="947" y="551"/>
                </a:lnTo>
                <a:lnTo>
                  <a:pt x="933" y="499"/>
                </a:lnTo>
                <a:lnTo>
                  <a:pt x="918" y="448"/>
                </a:lnTo>
                <a:lnTo>
                  <a:pt x="903" y="400"/>
                </a:lnTo>
                <a:lnTo>
                  <a:pt x="889" y="355"/>
                </a:lnTo>
                <a:lnTo>
                  <a:pt x="874" y="312"/>
                </a:lnTo>
                <a:lnTo>
                  <a:pt x="858" y="272"/>
                </a:lnTo>
                <a:lnTo>
                  <a:pt x="842" y="233"/>
                </a:lnTo>
                <a:lnTo>
                  <a:pt x="826" y="197"/>
                </a:lnTo>
                <a:lnTo>
                  <a:pt x="810" y="164"/>
                </a:lnTo>
                <a:lnTo>
                  <a:pt x="796" y="134"/>
                </a:lnTo>
                <a:lnTo>
                  <a:pt x="795" y="134"/>
                </a:lnTo>
                <a:lnTo>
                  <a:pt x="783" y="107"/>
                </a:lnTo>
                <a:lnTo>
                  <a:pt x="782" y="107"/>
                </a:lnTo>
                <a:lnTo>
                  <a:pt x="772" y="84"/>
                </a:lnTo>
                <a:lnTo>
                  <a:pt x="763" y="65"/>
                </a:lnTo>
                <a:lnTo>
                  <a:pt x="754" y="51"/>
                </a:lnTo>
                <a:lnTo>
                  <a:pt x="744" y="39"/>
                </a:lnTo>
                <a:lnTo>
                  <a:pt x="731" y="29"/>
                </a:lnTo>
                <a:lnTo>
                  <a:pt x="712" y="20"/>
                </a:lnTo>
                <a:lnTo>
                  <a:pt x="689" y="12"/>
                </a:lnTo>
                <a:lnTo>
                  <a:pt x="662" y="5"/>
                </a:lnTo>
                <a:lnTo>
                  <a:pt x="634" y="1"/>
                </a:lnTo>
                <a:lnTo>
                  <a:pt x="606" y="0"/>
                </a:lnTo>
                <a:lnTo>
                  <a:pt x="580" y="0"/>
                </a:lnTo>
                <a:lnTo>
                  <a:pt x="554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!!PulmonIzquierdo"/>
          <p:cNvGrpSpPr/>
          <p:nvPr/>
        </p:nvGrpSpPr>
        <p:grpSpPr>
          <a:xfrm>
            <a:off x="9913640" y="1315129"/>
            <a:ext cx="1282272" cy="4030333"/>
            <a:chOff x="9913640" y="1315129"/>
            <a:chExt cx="1282272" cy="4030333"/>
          </a:xfrm>
        </p:grpSpPr>
        <p:sp>
          <p:nvSpPr>
            <p:cNvPr id="29" name="Forma 28"/>
            <p:cNvSpPr/>
            <p:nvPr/>
          </p:nvSpPr>
          <p:spPr>
            <a:xfrm>
              <a:off x="9913640" y="1315129"/>
              <a:ext cx="1282272" cy="4030333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9947820" y="1738795"/>
              <a:ext cx="1135682" cy="2694216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9965447" y="3258553"/>
              <a:ext cx="1159114" cy="1356419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!!PleuraVisceralI"/>
          <p:cNvSpPr/>
          <p:nvPr/>
        </p:nvSpPr>
        <p:spPr>
          <a:xfrm>
            <a:off x="9913640" y="1315129"/>
            <a:ext cx="1282272" cy="4030333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!!PleuraParietalD"/>
          <p:cNvSpPr/>
          <p:nvPr/>
        </p:nvSpPr>
        <p:spPr>
          <a:xfrm>
            <a:off x="6968368" y="1237496"/>
            <a:ext cx="2442776" cy="4323224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PleuraParietalI"/>
          <p:cNvSpPr/>
          <p:nvPr/>
        </p:nvSpPr>
        <p:spPr>
          <a:xfrm>
            <a:off x="9853271" y="1237496"/>
            <a:ext cx="1402993" cy="4183467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VenaCavaSup"/>
          <p:cNvSpPr/>
          <p:nvPr/>
        </p:nvSpPr>
        <p:spPr>
          <a:xfrm>
            <a:off x="9133283" y="1702491"/>
            <a:ext cx="380349" cy="1876333"/>
          </a:xfrm>
          <a:custGeom>
            <a:avLst/>
            <a:gdLst/>
            <a:ahLst/>
            <a:cxnLst/>
            <a:rect l="0" t="0" r="r" b="b"/>
            <a:pathLst>
              <a:path w="1993" h="10000">
                <a:moveTo>
                  <a:pt x="632" y="5383"/>
                </a:moveTo>
                <a:lnTo>
                  <a:pt x="634" y="5399"/>
                </a:lnTo>
                <a:lnTo>
                  <a:pt x="1454" y="10000"/>
                </a:lnTo>
                <a:lnTo>
                  <a:pt x="1993" y="9903"/>
                </a:lnTo>
                <a:lnTo>
                  <a:pt x="1175" y="5311"/>
                </a:lnTo>
                <a:lnTo>
                  <a:pt x="543" y="0"/>
                </a:lnTo>
                <a:lnTo>
                  <a:pt x="0" y="64"/>
                </a:lnTo>
                <a:lnTo>
                  <a:pt x="632" y="538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!!VenaCavaInf"/>
          <p:cNvSpPr/>
          <p:nvPr/>
        </p:nvSpPr>
        <p:spPr>
          <a:xfrm>
            <a:off x="9216590" y="4689651"/>
            <a:ext cx="338524" cy="892901"/>
          </a:xfrm>
          <a:custGeom>
            <a:avLst/>
            <a:gdLst/>
            <a:ahLst/>
            <a:cxnLst/>
            <a:rect l="0" t="0" r="r" b="b"/>
            <a:pathLst>
              <a:path w="3728" h="10000">
                <a:moveTo>
                  <a:pt x="2509" y="5770"/>
                </a:moveTo>
                <a:lnTo>
                  <a:pt x="2519" y="5731"/>
                </a:lnTo>
                <a:lnTo>
                  <a:pt x="3728" y="293"/>
                </a:lnTo>
                <a:lnTo>
                  <a:pt x="2406" y="0"/>
                </a:lnTo>
                <a:lnTo>
                  <a:pt x="1202" y="5418"/>
                </a:lnTo>
                <a:lnTo>
                  <a:pt x="0" y="9628"/>
                </a:lnTo>
                <a:lnTo>
                  <a:pt x="1301" y="10000"/>
                </a:lnTo>
                <a:lnTo>
                  <a:pt x="2509" y="5770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!!Corazon"/>
          <p:cNvGrpSpPr/>
          <p:nvPr/>
        </p:nvGrpSpPr>
        <p:grpSpPr>
          <a:xfrm>
            <a:off x="9439611" y="3521769"/>
            <a:ext cx="1196360" cy="1252354"/>
            <a:chOff x="9439611" y="3521769"/>
            <a:chExt cx="1196360" cy="1252354"/>
          </a:xfrm>
        </p:grpSpPr>
        <p:sp>
          <p:nvSpPr>
            <p:cNvPr id="38" name="Forma 37"/>
            <p:cNvSpPr/>
            <p:nvPr/>
          </p:nvSpPr>
          <p:spPr>
            <a:xfrm>
              <a:off x="9439611" y="3521769"/>
              <a:ext cx="1196360" cy="125235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10064618" y="3613840"/>
              <a:ext cx="292425" cy="1114815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!!Diafragma"/>
          <p:cNvSpPr/>
          <p:nvPr/>
        </p:nvSpPr>
        <p:spPr>
          <a:xfrm>
            <a:off x="7091632" y="4789471"/>
            <a:ext cx="4054894" cy="928180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2" name="Forma 41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414865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4000" dirty="0">
              <a:latin typeface="Mali"/>
            </a:endParaRPr>
          </a:p>
        </p:txBody>
      </p:sp>
      <p:sp>
        <p:nvSpPr>
          <p:cNvPr id="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988651" y="1636065"/>
            <a:ext cx="1795893" cy="4018452"/>
            <a:chOff x="988651" y="1636065"/>
            <a:chExt cx="1795893" cy="4018452"/>
          </a:xfrm>
        </p:grpSpPr>
        <p:sp>
          <p:nvSpPr>
            <p:cNvPr id="16" name="Forma 15"/>
            <p:cNvSpPr/>
            <p:nvPr/>
          </p:nvSpPr>
          <p:spPr>
            <a:xfrm>
              <a:off x="988651" y="1636065"/>
              <a:ext cx="1795893" cy="401845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04809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31264" y="3385795"/>
              <a:ext cx="1510768" cy="168504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988651" y="1636065"/>
            <a:ext cx="1795893" cy="401845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1" name="Forma 20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0" name="Forma 29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4" name="Forma 33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8" name="Forma 37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9" name="Flecha 38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0" name="Forma 40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1" name="Flecha 41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3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4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6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orma 47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6" name="!!AgujaPresion"/>
          <p:cNvSpPr/>
          <p:nvPr/>
        </p:nvSpPr>
        <p:spPr>
          <a:xfrm>
            <a:off x="5989320" y="373989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7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8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49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0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1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2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3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4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5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59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Ventilación normal: inspiración y espiración con presión pleural negativa.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TÓRAX NORMAL</a:t>
            </a:r>
            <a:endParaRPr lang="es-AR" sz="2400" dirty="0">
              <a:latin typeface="Mali"/>
            </a:endParaRPr>
          </a:p>
        </p:txBody>
      </p: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1/13</a:t>
            </a:r>
            <a:endParaRPr lang="es-AR" sz="13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3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904" y="9333"/>
                </a:moveTo>
                <a:lnTo>
                  <a:pt x="902" y="9335"/>
                </a:lnTo>
                <a:lnTo>
                  <a:pt x="900" y="9336"/>
                </a:lnTo>
                <a:lnTo>
                  <a:pt x="897" y="9337"/>
                </a:lnTo>
                <a:lnTo>
                  <a:pt x="895" y="9338"/>
                </a:lnTo>
                <a:lnTo>
                  <a:pt x="892" y="9339"/>
                </a:lnTo>
                <a:lnTo>
                  <a:pt x="890" y="9339"/>
                </a:lnTo>
                <a:lnTo>
                  <a:pt x="887" y="9340"/>
                </a:lnTo>
                <a:lnTo>
                  <a:pt x="885" y="9339"/>
                </a:lnTo>
                <a:lnTo>
                  <a:pt x="882" y="9339"/>
                </a:lnTo>
                <a:lnTo>
                  <a:pt x="879" y="9338"/>
                </a:lnTo>
                <a:lnTo>
                  <a:pt x="877" y="9337"/>
                </a:lnTo>
                <a:lnTo>
                  <a:pt x="875" y="9336"/>
                </a:lnTo>
                <a:lnTo>
                  <a:pt x="872" y="9335"/>
                </a:lnTo>
                <a:lnTo>
                  <a:pt x="870" y="9333"/>
                </a:lnTo>
                <a:lnTo>
                  <a:pt x="868" y="9332"/>
                </a:lnTo>
                <a:lnTo>
                  <a:pt x="867" y="9330"/>
                </a:lnTo>
                <a:lnTo>
                  <a:pt x="865" y="9328"/>
                </a:lnTo>
                <a:lnTo>
                  <a:pt x="864" y="9325"/>
                </a:lnTo>
                <a:lnTo>
                  <a:pt x="863" y="9323"/>
                </a:lnTo>
                <a:lnTo>
                  <a:pt x="848" y="9287"/>
                </a:lnTo>
                <a:lnTo>
                  <a:pt x="847" y="9284"/>
                </a:lnTo>
                <a:lnTo>
                  <a:pt x="820" y="9191"/>
                </a:lnTo>
                <a:lnTo>
                  <a:pt x="820" y="9189"/>
                </a:lnTo>
                <a:lnTo>
                  <a:pt x="793" y="9071"/>
                </a:lnTo>
                <a:lnTo>
                  <a:pt x="793" y="9070"/>
                </a:lnTo>
                <a:lnTo>
                  <a:pt x="766" y="8937"/>
                </a:lnTo>
                <a:lnTo>
                  <a:pt x="766" y="8936"/>
                </a:lnTo>
                <a:lnTo>
                  <a:pt x="740" y="8795"/>
                </a:lnTo>
                <a:lnTo>
                  <a:pt x="714" y="8655"/>
                </a:lnTo>
                <a:lnTo>
                  <a:pt x="688" y="8515"/>
                </a:lnTo>
                <a:lnTo>
                  <a:pt x="688" y="8515"/>
                </a:lnTo>
                <a:lnTo>
                  <a:pt x="662" y="8371"/>
                </a:lnTo>
                <a:lnTo>
                  <a:pt x="662" y="8371"/>
                </a:lnTo>
                <a:lnTo>
                  <a:pt x="638" y="8221"/>
                </a:lnTo>
                <a:lnTo>
                  <a:pt x="637" y="8220"/>
                </a:lnTo>
                <a:lnTo>
                  <a:pt x="614" y="8065"/>
                </a:lnTo>
                <a:lnTo>
                  <a:pt x="614" y="8065"/>
                </a:lnTo>
                <a:lnTo>
                  <a:pt x="591" y="7903"/>
                </a:lnTo>
                <a:lnTo>
                  <a:pt x="591" y="7903"/>
                </a:lnTo>
                <a:lnTo>
                  <a:pt x="570" y="7735"/>
                </a:lnTo>
                <a:lnTo>
                  <a:pt x="570" y="7735"/>
                </a:lnTo>
                <a:lnTo>
                  <a:pt x="551" y="7559"/>
                </a:lnTo>
                <a:lnTo>
                  <a:pt x="551" y="7559"/>
                </a:lnTo>
                <a:lnTo>
                  <a:pt x="531" y="7375"/>
                </a:lnTo>
                <a:lnTo>
                  <a:pt x="531" y="7375"/>
                </a:lnTo>
                <a:lnTo>
                  <a:pt x="514" y="7185"/>
                </a:lnTo>
                <a:lnTo>
                  <a:pt x="514" y="7184"/>
                </a:lnTo>
                <a:lnTo>
                  <a:pt x="498" y="6991"/>
                </a:lnTo>
                <a:lnTo>
                  <a:pt x="498" y="6990"/>
                </a:lnTo>
                <a:lnTo>
                  <a:pt x="485" y="6795"/>
                </a:lnTo>
                <a:lnTo>
                  <a:pt x="485" y="6795"/>
                </a:lnTo>
                <a:lnTo>
                  <a:pt x="475" y="6601"/>
                </a:lnTo>
                <a:lnTo>
                  <a:pt x="475" y="6600"/>
                </a:lnTo>
                <a:lnTo>
                  <a:pt x="468" y="6405"/>
                </a:lnTo>
                <a:lnTo>
                  <a:pt x="468" y="6405"/>
                </a:lnTo>
                <a:lnTo>
                  <a:pt x="464" y="6207"/>
                </a:lnTo>
                <a:lnTo>
                  <a:pt x="464" y="6207"/>
                </a:lnTo>
                <a:lnTo>
                  <a:pt x="463" y="6007"/>
                </a:lnTo>
                <a:lnTo>
                  <a:pt x="463" y="6007"/>
                </a:lnTo>
                <a:lnTo>
                  <a:pt x="464" y="5807"/>
                </a:lnTo>
                <a:lnTo>
                  <a:pt x="464" y="5806"/>
                </a:lnTo>
                <a:lnTo>
                  <a:pt x="468" y="5606"/>
                </a:lnTo>
                <a:lnTo>
                  <a:pt x="468" y="5606"/>
                </a:lnTo>
                <a:lnTo>
                  <a:pt x="475" y="5406"/>
                </a:lnTo>
                <a:lnTo>
                  <a:pt x="475" y="5406"/>
                </a:lnTo>
                <a:lnTo>
                  <a:pt x="484" y="5206"/>
                </a:lnTo>
                <a:lnTo>
                  <a:pt x="484" y="5206"/>
                </a:lnTo>
                <a:lnTo>
                  <a:pt x="495" y="5005"/>
                </a:lnTo>
                <a:lnTo>
                  <a:pt x="495" y="5005"/>
                </a:lnTo>
                <a:lnTo>
                  <a:pt x="509" y="4805"/>
                </a:lnTo>
                <a:lnTo>
                  <a:pt x="509" y="4805"/>
                </a:lnTo>
                <a:lnTo>
                  <a:pt x="526" y="4605"/>
                </a:lnTo>
                <a:lnTo>
                  <a:pt x="526" y="4605"/>
                </a:lnTo>
                <a:lnTo>
                  <a:pt x="546" y="4408"/>
                </a:lnTo>
                <a:lnTo>
                  <a:pt x="546" y="4407"/>
                </a:lnTo>
                <a:lnTo>
                  <a:pt x="570" y="4213"/>
                </a:lnTo>
                <a:lnTo>
                  <a:pt x="570" y="4212"/>
                </a:lnTo>
                <a:lnTo>
                  <a:pt x="597" y="4019"/>
                </a:lnTo>
                <a:lnTo>
                  <a:pt x="598" y="4019"/>
                </a:lnTo>
                <a:lnTo>
                  <a:pt x="628" y="3826"/>
                </a:lnTo>
                <a:lnTo>
                  <a:pt x="628" y="3825"/>
                </a:lnTo>
                <a:lnTo>
                  <a:pt x="661" y="3634"/>
                </a:lnTo>
                <a:lnTo>
                  <a:pt x="661" y="3634"/>
                </a:lnTo>
                <a:lnTo>
                  <a:pt x="698" y="3446"/>
                </a:lnTo>
                <a:lnTo>
                  <a:pt x="698" y="3445"/>
                </a:lnTo>
                <a:lnTo>
                  <a:pt x="739" y="3262"/>
                </a:lnTo>
                <a:lnTo>
                  <a:pt x="739" y="3261"/>
                </a:lnTo>
                <a:lnTo>
                  <a:pt x="784" y="3084"/>
                </a:lnTo>
                <a:lnTo>
                  <a:pt x="784" y="3083"/>
                </a:lnTo>
                <a:lnTo>
                  <a:pt x="834" y="2910"/>
                </a:lnTo>
                <a:lnTo>
                  <a:pt x="834" y="2909"/>
                </a:lnTo>
                <a:lnTo>
                  <a:pt x="887" y="2738"/>
                </a:lnTo>
                <a:lnTo>
                  <a:pt x="888" y="2738"/>
                </a:lnTo>
                <a:lnTo>
                  <a:pt x="945" y="2571"/>
                </a:lnTo>
                <a:lnTo>
                  <a:pt x="945" y="2571"/>
                </a:lnTo>
                <a:lnTo>
                  <a:pt x="1006" y="2409"/>
                </a:lnTo>
                <a:lnTo>
                  <a:pt x="1007" y="2408"/>
                </a:lnTo>
                <a:lnTo>
                  <a:pt x="1071" y="2253"/>
                </a:lnTo>
                <a:lnTo>
                  <a:pt x="1071" y="2252"/>
                </a:lnTo>
                <a:lnTo>
                  <a:pt x="1138" y="2103"/>
                </a:lnTo>
                <a:lnTo>
                  <a:pt x="1139" y="2102"/>
                </a:lnTo>
                <a:lnTo>
                  <a:pt x="1209" y="1959"/>
                </a:lnTo>
                <a:lnTo>
                  <a:pt x="1209" y="1958"/>
                </a:lnTo>
                <a:lnTo>
                  <a:pt x="1282" y="1820"/>
                </a:lnTo>
                <a:lnTo>
                  <a:pt x="1283" y="1820"/>
                </a:lnTo>
                <a:lnTo>
                  <a:pt x="1359" y="1688"/>
                </a:lnTo>
                <a:lnTo>
                  <a:pt x="1359" y="1687"/>
                </a:lnTo>
                <a:lnTo>
                  <a:pt x="1438" y="1561"/>
                </a:lnTo>
                <a:lnTo>
                  <a:pt x="1439" y="1561"/>
                </a:lnTo>
                <a:lnTo>
                  <a:pt x="1521" y="1442"/>
                </a:lnTo>
                <a:lnTo>
                  <a:pt x="1521" y="1441"/>
                </a:lnTo>
                <a:lnTo>
                  <a:pt x="1606" y="1330"/>
                </a:lnTo>
                <a:lnTo>
                  <a:pt x="1607" y="1329"/>
                </a:lnTo>
                <a:lnTo>
                  <a:pt x="1695" y="1225"/>
                </a:lnTo>
                <a:lnTo>
                  <a:pt x="1696" y="1224"/>
                </a:lnTo>
                <a:lnTo>
                  <a:pt x="1788" y="1125"/>
                </a:lnTo>
                <a:lnTo>
                  <a:pt x="1789" y="1124"/>
                </a:lnTo>
                <a:lnTo>
                  <a:pt x="1884" y="1032"/>
                </a:lnTo>
                <a:lnTo>
                  <a:pt x="1885" y="1031"/>
                </a:lnTo>
                <a:lnTo>
                  <a:pt x="1982" y="946"/>
                </a:lnTo>
                <a:lnTo>
                  <a:pt x="1983" y="945"/>
                </a:lnTo>
                <a:lnTo>
                  <a:pt x="2082" y="869"/>
                </a:lnTo>
                <a:lnTo>
                  <a:pt x="2083" y="868"/>
                </a:lnTo>
                <a:lnTo>
                  <a:pt x="2182" y="800"/>
                </a:lnTo>
                <a:lnTo>
                  <a:pt x="2183" y="799"/>
                </a:lnTo>
                <a:lnTo>
                  <a:pt x="2287" y="738"/>
                </a:lnTo>
                <a:lnTo>
                  <a:pt x="2288" y="737"/>
                </a:lnTo>
                <a:lnTo>
                  <a:pt x="2399" y="682"/>
                </a:lnTo>
                <a:lnTo>
                  <a:pt x="2400" y="681"/>
                </a:lnTo>
                <a:lnTo>
                  <a:pt x="2513" y="633"/>
                </a:lnTo>
                <a:lnTo>
                  <a:pt x="2515" y="632"/>
                </a:lnTo>
                <a:lnTo>
                  <a:pt x="2624" y="594"/>
                </a:lnTo>
                <a:lnTo>
                  <a:pt x="2626" y="593"/>
                </a:lnTo>
                <a:lnTo>
                  <a:pt x="2725" y="566"/>
                </a:lnTo>
                <a:lnTo>
                  <a:pt x="2727" y="566"/>
                </a:lnTo>
                <a:lnTo>
                  <a:pt x="2809" y="551"/>
                </a:lnTo>
                <a:lnTo>
                  <a:pt x="2813" y="551"/>
                </a:lnTo>
                <a:lnTo>
                  <a:pt x="2875" y="548"/>
                </a:lnTo>
                <a:lnTo>
                  <a:pt x="2877" y="548"/>
                </a:lnTo>
                <a:lnTo>
                  <a:pt x="2880" y="548"/>
                </a:lnTo>
                <a:lnTo>
                  <a:pt x="2928" y="553"/>
                </a:lnTo>
                <a:lnTo>
                  <a:pt x="2930" y="554"/>
                </a:lnTo>
                <a:lnTo>
                  <a:pt x="2933" y="554"/>
                </a:lnTo>
                <a:lnTo>
                  <a:pt x="2973" y="567"/>
                </a:lnTo>
                <a:lnTo>
                  <a:pt x="2975" y="568"/>
                </a:lnTo>
                <a:lnTo>
                  <a:pt x="2977" y="569"/>
                </a:lnTo>
                <a:lnTo>
                  <a:pt x="3016" y="589"/>
                </a:lnTo>
                <a:lnTo>
                  <a:pt x="3018" y="590"/>
                </a:lnTo>
                <a:lnTo>
                  <a:pt x="3019" y="591"/>
                </a:lnTo>
                <a:lnTo>
                  <a:pt x="3061" y="621"/>
                </a:lnTo>
                <a:lnTo>
                  <a:pt x="3063" y="623"/>
                </a:lnTo>
                <a:lnTo>
                  <a:pt x="3109" y="664"/>
                </a:lnTo>
                <a:lnTo>
                  <a:pt x="3111" y="666"/>
                </a:lnTo>
                <a:lnTo>
                  <a:pt x="3155" y="714"/>
                </a:lnTo>
                <a:lnTo>
                  <a:pt x="3157" y="716"/>
                </a:lnTo>
                <a:lnTo>
                  <a:pt x="3198" y="772"/>
                </a:lnTo>
                <a:lnTo>
                  <a:pt x="3199" y="774"/>
                </a:lnTo>
                <a:lnTo>
                  <a:pt x="3240" y="842"/>
                </a:lnTo>
                <a:lnTo>
                  <a:pt x="3241" y="844"/>
                </a:lnTo>
                <a:lnTo>
                  <a:pt x="3283" y="925"/>
                </a:lnTo>
                <a:lnTo>
                  <a:pt x="3283" y="926"/>
                </a:lnTo>
                <a:lnTo>
                  <a:pt x="3327" y="1022"/>
                </a:lnTo>
                <a:lnTo>
                  <a:pt x="3328" y="1023"/>
                </a:lnTo>
                <a:lnTo>
                  <a:pt x="3375" y="1135"/>
                </a:lnTo>
                <a:lnTo>
                  <a:pt x="3375" y="1135"/>
                </a:lnTo>
                <a:lnTo>
                  <a:pt x="3426" y="1263"/>
                </a:lnTo>
                <a:lnTo>
                  <a:pt x="3426" y="1263"/>
                </a:lnTo>
                <a:lnTo>
                  <a:pt x="3478" y="1405"/>
                </a:lnTo>
                <a:lnTo>
                  <a:pt x="3478" y="1405"/>
                </a:lnTo>
                <a:lnTo>
                  <a:pt x="3532" y="1560"/>
                </a:lnTo>
                <a:lnTo>
                  <a:pt x="3532" y="1560"/>
                </a:lnTo>
                <a:lnTo>
                  <a:pt x="3584" y="1725"/>
                </a:lnTo>
                <a:lnTo>
                  <a:pt x="3585" y="1726"/>
                </a:lnTo>
                <a:lnTo>
                  <a:pt x="3635" y="1900"/>
                </a:lnTo>
                <a:lnTo>
                  <a:pt x="3635" y="1901"/>
                </a:lnTo>
                <a:lnTo>
                  <a:pt x="3683" y="2082"/>
                </a:lnTo>
                <a:lnTo>
                  <a:pt x="3683" y="2083"/>
                </a:lnTo>
                <a:lnTo>
                  <a:pt x="3728" y="2277"/>
                </a:lnTo>
                <a:lnTo>
                  <a:pt x="3728" y="2277"/>
                </a:lnTo>
                <a:lnTo>
                  <a:pt x="3771" y="2485"/>
                </a:lnTo>
                <a:lnTo>
                  <a:pt x="3771" y="2486"/>
                </a:lnTo>
                <a:lnTo>
                  <a:pt x="3812" y="2703"/>
                </a:lnTo>
                <a:lnTo>
                  <a:pt x="3812" y="2704"/>
                </a:lnTo>
                <a:lnTo>
                  <a:pt x="3851" y="2927"/>
                </a:lnTo>
                <a:lnTo>
                  <a:pt x="3851" y="2927"/>
                </a:lnTo>
                <a:lnTo>
                  <a:pt x="3888" y="3151"/>
                </a:lnTo>
                <a:lnTo>
                  <a:pt x="3888" y="3151"/>
                </a:lnTo>
                <a:lnTo>
                  <a:pt x="3921" y="3372"/>
                </a:lnTo>
                <a:lnTo>
                  <a:pt x="3922" y="3372"/>
                </a:lnTo>
                <a:lnTo>
                  <a:pt x="3951" y="3589"/>
                </a:lnTo>
                <a:lnTo>
                  <a:pt x="3951" y="3590"/>
                </a:lnTo>
                <a:lnTo>
                  <a:pt x="3978" y="3808"/>
                </a:lnTo>
                <a:lnTo>
                  <a:pt x="3978" y="3808"/>
                </a:lnTo>
                <a:lnTo>
                  <a:pt x="4002" y="4028"/>
                </a:lnTo>
                <a:lnTo>
                  <a:pt x="4002" y="4028"/>
                </a:lnTo>
                <a:lnTo>
                  <a:pt x="4024" y="4248"/>
                </a:lnTo>
                <a:lnTo>
                  <a:pt x="4024" y="4248"/>
                </a:lnTo>
                <a:lnTo>
                  <a:pt x="4045" y="4469"/>
                </a:lnTo>
                <a:lnTo>
                  <a:pt x="4045" y="4469"/>
                </a:lnTo>
                <a:lnTo>
                  <a:pt x="4065" y="4689"/>
                </a:lnTo>
                <a:lnTo>
                  <a:pt x="4065" y="4689"/>
                </a:lnTo>
                <a:lnTo>
                  <a:pt x="4084" y="4909"/>
                </a:lnTo>
                <a:lnTo>
                  <a:pt x="4084" y="4909"/>
                </a:lnTo>
                <a:lnTo>
                  <a:pt x="4101" y="5129"/>
                </a:lnTo>
                <a:lnTo>
                  <a:pt x="4101" y="5129"/>
                </a:lnTo>
                <a:lnTo>
                  <a:pt x="4116" y="5349"/>
                </a:lnTo>
                <a:lnTo>
                  <a:pt x="4116" y="5349"/>
                </a:lnTo>
                <a:lnTo>
                  <a:pt x="4131" y="5569"/>
                </a:lnTo>
                <a:lnTo>
                  <a:pt x="4146" y="5790"/>
                </a:lnTo>
                <a:lnTo>
                  <a:pt x="4146" y="5790"/>
                </a:lnTo>
                <a:lnTo>
                  <a:pt x="4161" y="6011"/>
                </a:lnTo>
                <a:lnTo>
                  <a:pt x="4161" y="6011"/>
                </a:lnTo>
                <a:lnTo>
                  <a:pt x="4178" y="6232"/>
                </a:lnTo>
                <a:lnTo>
                  <a:pt x="4178" y="6232"/>
                </a:lnTo>
                <a:lnTo>
                  <a:pt x="4195" y="6452"/>
                </a:lnTo>
                <a:lnTo>
                  <a:pt x="4212" y="6672"/>
                </a:lnTo>
                <a:lnTo>
                  <a:pt x="4212" y="6672"/>
                </a:lnTo>
                <a:lnTo>
                  <a:pt x="4229" y="6891"/>
                </a:lnTo>
                <a:lnTo>
                  <a:pt x="4229" y="6892"/>
                </a:lnTo>
                <a:lnTo>
                  <a:pt x="4244" y="7111"/>
                </a:lnTo>
                <a:lnTo>
                  <a:pt x="4244" y="7112"/>
                </a:lnTo>
                <a:lnTo>
                  <a:pt x="4257" y="7333"/>
                </a:lnTo>
                <a:lnTo>
                  <a:pt x="4257" y="7334"/>
                </a:lnTo>
                <a:lnTo>
                  <a:pt x="4274" y="7576"/>
                </a:lnTo>
                <a:lnTo>
                  <a:pt x="4274" y="7577"/>
                </a:lnTo>
                <a:lnTo>
                  <a:pt x="4295" y="7844"/>
                </a:lnTo>
                <a:lnTo>
                  <a:pt x="4295" y="7844"/>
                </a:lnTo>
                <a:lnTo>
                  <a:pt x="4315" y="8109"/>
                </a:lnTo>
                <a:lnTo>
                  <a:pt x="4315" y="8110"/>
                </a:lnTo>
                <a:lnTo>
                  <a:pt x="4327" y="8349"/>
                </a:lnTo>
                <a:lnTo>
                  <a:pt x="4327" y="8350"/>
                </a:lnTo>
                <a:lnTo>
                  <a:pt x="4326" y="8481"/>
                </a:lnTo>
                <a:lnTo>
                  <a:pt x="4326" y="8484"/>
                </a:lnTo>
                <a:lnTo>
                  <a:pt x="4325" y="8486"/>
                </a:lnTo>
                <a:lnTo>
                  <a:pt x="4325" y="8489"/>
                </a:lnTo>
                <a:lnTo>
                  <a:pt x="4324" y="8491"/>
                </a:lnTo>
                <a:lnTo>
                  <a:pt x="4323" y="8494"/>
                </a:lnTo>
                <a:lnTo>
                  <a:pt x="4322" y="8496"/>
                </a:lnTo>
                <a:lnTo>
                  <a:pt x="4320" y="8498"/>
                </a:lnTo>
                <a:lnTo>
                  <a:pt x="4318" y="8500"/>
                </a:lnTo>
                <a:lnTo>
                  <a:pt x="4316" y="8502"/>
                </a:lnTo>
                <a:lnTo>
                  <a:pt x="4314" y="8503"/>
                </a:lnTo>
                <a:lnTo>
                  <a:pt x="4312" y="8505"/>
                </a:lnTo>
                <a:lnTo>
                  <a:pt x="4310" y="8506"/>
                </a:lnTo>
                <a:lnTo>
                  <a:pt x="4307" y="8507"/>
                </a:lnTo>
                <a:lnTo>
                  <a:pt x="4305" y="8507"/>
                </a:lnTo>
                <a:lnTo>
                  <a:pt x="4302" y="8508"/>
                </a:lnTo>
                <a:lnTo>
                  <a:pt x="4300" y="8508"/>
                </a:lnTo>
                <a:lnTo>
                  <a:pt x="4297" y="8508"/>
                </a:lnTo>
                <a:lnTo>
                  <a:pt x="4295" y="8507"/>
                </a:lnTo>
                <a:lnTo>
                  <a:pt x="4292" y="8507"/>
                </a:lnTo>
                <a:lnTo>
                  <a:pt x="4290" y="8506"/>
                </a:lnTo>
                <a:lnTo>
                  <a:pt x="4287" y="8505"/>
                </a:lnTo>
                <a:lnTo>
                  <a:pt x="4285" y="8504"/>
                </a:lnTo>
                <a:lnTo>
                  <a:pt x="4283" y="8502"/>
                </a:lnTo>
                <a:lnTo>
                  <a:pt x="4281" y="8500"/>
                </a:lnTo>
                <a:lnTo>
                  <a:pt x="4279" y="8498"/>
                </a:lnTo>
                <a:lnTo>
                  <a:pt x="4242" y="8455"/>
                </a:lnTo>
                <a:lnTo>
                  <a:pt x="4238" y="8450"/>
                </a:lnTo>
                <a:lnTo>
                  <a:pt x="4149" y="8357"/>
                </a:lnTo>
                <a:lnTo>
                  <a:pt x="4142" y="8350"/>
                </a:lnTo>
                <a:lnTo>
                  <a:pt x="4134" y="8344"/>
                </a:lnTo>
                <a:lnTo>
                  <a:pt x="4041" y="8276"/>
                </a:lnTo>
                <a:lnTo>
                  <a:pt x="4033" y="8271"/>
                </a:lnTo>
                <a:lnTo>
                  <a:pt x="4025" y="8266"/>
                </a:lnTo>
                <a:lnTo>
                  <a:pt x="3923" y="8216"/>
                </a:lnTo>
                <a:lnTo>
                  <a:pt x="3921" y="8215"/>
                </a:lnTo>
                <a:lnTo>
                  <a:pt x="3809" y="8161"/>
                </a:lnTo>
                <a:lnTo>
                  <a:pt x="3805" y="8159"/>
                </a:lnTo>
                <a:lnTo>
                  <a:pt x="3685" y="8107"/>
                </a:lnTo>
                <a:lnTo>
                  <a:pt x="3679" y="8104"/>
                </a:lnTo>
                <a:lnTo>
                  <a:pt x="3554" y="8057"/>
                </a:lnTo>
                <a:lnTo>
                  <a:pt x="3545" y="8055"/>
                </a:lnTo>
                <a:lnTo>
                  <a:pt x="3417" y="8018"/>
                </a:lnTo>
                <a:lnTo>
                  <a:pt x="3404" y="8015"/>
                </a:lnTo>
                <a:lnTo>
                  <a:pt x="3275" y="7993"/>
                </a:lnTo>
                <a:lnTo>
                  <a:pt x="3264" y="7991"/>
                </a:lnTo>
                <a:lnTo>
                  <a:pt x="3132" y="7981"/>
                </a:lnTo>
                <a:lnTo>
                  <a:pt x="3124" y="7981"/>
                </a:lnTo>
                <a:lnTo>
                  <a:pt x="2987" y="7979"/>
                </a:lnTo>
                <a:lnTo>
                  <a:pt x="2978" y="7980"/>
                </a:lnTo>
                <a:lnTo>
                  <a:pt x="2838" y="7988"/>
                </a:lnTo>
                <a:lnTo>
                  <a:pt x="2829" y="7989"/>
                </a:lnTo>
                <a:lnTo>
                  <a:pt x="2687" y="8009"/>
                </a:lnTo>
                <a:lnTo>
                  <a:pt x="2677" y="8011"/>
                </a:lnTo>
                <a:lnTo>
                  <a:pt x="2535" y="8043"/>
                </a:lnTo>
                <a:lnTo>
                  <a:pt x="2524" y="8046"/>
                </a:lnTo>
                <a:lnTo>
                  <a:pt x="2382" y="8092"/>
                </a:lnTo>
                <a:lnTo>
                  <a:pt x="2371" y="8096"/>
                </a:lnTo>
                <a:lnTo>
                  <a:pt x="2225" y="8161"/>
                </a:lnTo>
                <a:lnTo>
                  <a:pt x="2217" y="8165"/>
                </a:lnTo>
                <a:lnTo>
                  <a:pt x="2066" y="8247"/>
                </a:lnTo>
                <a:lnTo>
                  <a:pt x="2059" y="8250"/>
                </a:lnTo>
                <a:lnTo>
                  <a:pt x="1907" y="8345"/>
                </a:lnTo>
                <a:lnTo>
                  <a:pt x="1903" y="8348"/>
                </a:lnTo>
                <a:lnTo>
                  <a:pt x="1755" y="8451"/>
                </a:lnTo>
                <a:lnTo>
                  <a:pt x="1751" y="8453"/>
                </a:lnTo>
                <a:lnTo>
                  <a:pt x="1611" y="8559"/>
                </a:lnTo>
                <a:lnTo>
                  <a:pt x="1608" y="8561"/>
                </a:lnTo>
                <a:lnTo>
                  <a:pt x="1482" y="8664"/>
                </a:lnTo>
                <a:lnTo>
                  <a:pt x="1474" y="8671"/>
                </a:lnTo>
                <a:lnTo>
                  <a:pt x="1361" y="8780"/>
                </a:lnTo>
                <a:lnTo>
                  <a:pt x="1353" y="8788"/>
                </a:lnTo>
                <a:lnTo>
                  <a:pt x="1248" y="8911"/>
                </a:lnTo>
                <a:lnTo>
                  <a:pt x="1244" y="8915"/>
                </a:lnTo>
                <a:lnTo>
                  <a:pt x="1147" y="9041"/>
                </a:lnTo>
                <a:lnTo>
                  <a:pt x="1146" y="9043"/>
                </a:lnTo>
                <a:lnTo>
                  <a:pt x="1059" y="9159"/>
                </a:lnTo>
                <a:lnTo>
                  <a:pt x="1059" y="9160"/>
                </a:lnTo>
                <a:lnTo>
                  <a:pt x="985" y="9254"/>
                </a:lnTo>
                <a:lnTo>
                  <a:pt x="983" y="9256"/>
                </a:lnTo>
                <a:lnTo>
                  <a:pt x="924" y="9317"/>
                </a:lnTo>
                <a:lnTo>
                  <a:pt x="922" y="9319"/>
                </a:lnTo>
                <a:lnTo>
                  <a:pt x="904" y="9333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35054" y="1813997"/>
            <a:ext cx="1623487" cy="3632680"/>
            <a:chOff x="1135054" y="1813997"/>
            <a:chExt cx="1623487" cy="3632680"/>
          </a:xfrm>
        </p:grpSpPr>
        <p:sp>
          <p:nvSpPr>
            <p:cNvPr id="17" name="Forma 16"/>
            <p:cNvSpPr/>
            <p:nvPr/>
          </p:nvSpPr>
          <p:spPr>
            <a:xfrm>
              <a:off x="1135054" y="1813997"/>
              <a:ext cx="1623487" cy="363268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43876" y="2170498"/>
              <a:ext cx="1269810" cy="2600539"/>
            </a:xfrm>
            <a:custGeom>
              <a:avLst/>
              <a:gdLst/>
              <a:ahLst/>
              <a:cxnLst/>
              <a:rect l="0" t="0" r="r" b="b"/>
              <a:pathLst>
                <a:path w="2239" h="4700" fill="none">
                  <a:moveTo>
                    <a:pt x="2239" y="2214"/>
                  </a:moveTo>
                  <a:lnTo>
                    <a:pt x="1652" y="1898"/>
                  </a:lnTo>
                  <a:lnTo>
                    <a:pt x="929" y="1356"/>
                  </a:lnTo>
                  <a:lnTo>
                    <a:pt x="522" y="813"/>
                  </a:lnTo>
                </a:path>
                <a:path w="2239" h="4700" fill="none">
                  <a:moveTo>
                    <a:pt x="1652" y="1898"/>
                  </a:moveTo>
                  <a:lnTo>
                    <a:pt x="1381" y="1084"/>
                  </a:lnTo>
                  <a:lnTo>
                    <a:pt x="1245" y="180"/>
                  </a:lnTo>
                </a:path>
                <a:path w="2239" h="4700" fill="none">
                  <a:moveTo>
                    <a:pt x="2239" y="2214"/>
                  </a:moveTo>
                  <a:lnTo>
                    <a:pt x="1381" y="2350"/>
                  </a:lnTo>
                  <a:lnTo>
                    <a:pt x="477" y="2350"/>
                  </a:lnTo>
                  <a:lnTo>
                    <a:pt x="25" y="2440"/>
                  </a:lnTo>
                </a:path>
                <a:path w="2239" h="4700" fill="none">
                  <a:moveTo>
                    <a:pt x="1381" y="2350"/>
                  </a:moveTo>
                  <a:lnTo>
                    <a:pt x="748" y="2983"/>
                  </a:lnTo>
                  <a:lnTo>
                    <a:pt x="251" y="3525"/>
                  </a:lnTo>
                </a:path>
                <a:path w="2239" h="4700" fill="none">
                  <a:moveTo>
                    <a:pt x="2239" y="2214"/>
                  </a:moveTo>
                  <a:lnTo>
                    <a:pt x="1652" y="2983"/>
                  </a:lnTo>
                  <a:lnTo>
                    <a:pt x="1109" y="3887"/>
                  </a:lnTo>
                  <a:lnTo>
                    <a:pt x="612" y="4610"/>
                  </a:lnTo>
                </a:path>
                <a:path w="2239" h="4700" fill="none">
                  <a:moveTo>
                    <a:pt x="1652" y="2983"/>
                  </a:moveTo>
                  <a:lnTo>
                    <a:pt x="1923" y="3887"/>
                  </a:lnTo>
                  <a:lnTo>
                    <a:pt x="1652" y="4700"/>
                  </a:lnTo>
                </a:path>
                <a:path w="2239" h="4700" fill="none">
                  <a:moveTo>
                    <a:pt x="1109" y="3887"/>
                  </a:moveTo>
                  <a:lnTo>
                    <a:pt x="386" y="4339"/>
                  </a:lnTo>
                  <a:lnTo>
                    <a:pt x="25" y="4610"/>
                  </a:lnTo>
                </a:path>
                <a:path w="2239" h="4700" fill="none">
                  <a:moveTo>
                    <a:pt x="929" y="1356"/>
                  </a:moveTo>
                  <a:lnTo>
                    <a:pt x="296" y="1536"/>
                  </a:lnTo>
                  <a:lnTo>
                    <a:pt x="0" y="1758"/>
                  </a:lnTo>
                </a:path>
                <a:path w="2239" h="4700" fill="none">
                  <a:moveTo>
                    <a:pt x="1381" y="1084"/>
                  </a:moveTo>
                  <a:lnTo>
                    <a:pt x="838" y="542"/>
                  </a:lnTo>
                </a:path>
                <a:path w="2239" h="4700" fill="none">
                  <a:moveTo>
                    <a:pt x="748" y="2983"/>
                  </a:moveTo>
                  <a:lnTo>
                    <a:pt x="838" y="3615"/>
                  </a:lnTo>
                  <a:lnTo>
                    <a:pt x="567" y="4248"/>
                  </a:lnTo>
                </a:path>
                <a:path w="2239" h="4700" fill="none">
                  <a:moveTo>
                    <a:pt x="2239" y="2214"/>
                  </a:moveTo>
                  <a:lnTo>
                    <a:pt x="2104" y="1536"/>
                  </a:lnTo>
                  <a:lnTo>
                    <a:pt x="1833" y="813"/>
                  </a:lnTo>
                  <a:lnTo>
                    <a:pt x="1652" y="0"/>
                  </a:lnTo>
                </a:path>
                <a:path w="2239" h="4700" fill="none">
                  <a:moveTo>
                    <a:pt x="477" y="2350"/>
                  </a:moveTo>
                  <a:lnTo>
                    <a:pt x="205" y="28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74660" y="3395752"/>
              <a:ext cx="1364651" cy="1522163"/>
            </a:xfrm>
            <a:custGeom>
              <a:avLst/>
              <a:gdLst/>
              <a:ahLst/>
              <a:cxnLst/>
              <a:rect l="0" t="0" r="r" b="b"/>
              <a:pathLst>
                <a:path w="2407" h="2751" fill="none">
                  <a:moveTo>
                    <a:pt x="0" y="149"/>
                  </a:moveTo>
                  <a:lnTo>
                    <a:pt x="169" y="166"/>
                  </a:lnTo>
                  <a:lnTo>
                    <a:pt x="381" y="185"/>
                  </a:lnTo>
                  <a:lnTo>
                    <a:pt x="593" y="201"/>
                  </a:lnTo>
                  <a:lnTo>
                    <a:pt x="779" y="207"/>
                  </a:lnTo>
                  <a:lnTo>
                    <a:pt x="934" y="203"/>
                  </a:lnTo>
                  <a:lnTo>
                    <a:pt x="1074" y="192"/>
                  </a:lnTo>
                  <a:lnTo>
                    <a:pt x="1210" y="176"/>
                  </a:lnTo>
                  <a:lnTo>
                    <a:pt x="1350" y="156"/>
                  </a:lnTo>
                  <a:lnTo>
                    <a:pt x="1503" y="135"/>
                  </a:lnTo>
                  <a:lnTo>
                    <a:pt x="1686" y="110"/>
                  </a:lnTo>
                  <a:lnTo>
                    <a:pt x="1895" y="79"/>
                  </a:lnTo>
                  <a:lnTo>
                    <a:pt x="2101" y="47"/>
                  </a:lnTo>
                  <a:lnTo>
                    <a:pt x="2281" y="19"/>
                  </a:lnTo>
                  <a:lnTo>
                    <a:pt x="2407" y="0"/>
                  </a:lnTo>
                </a:path>
                <a:path w="2407" h="2751" fill="none">
                  <a:moveTo>
                    <a:pt x="61" y="2751"/>
                  </a:moveTo>
                  <a:lnTo>
                    <a:pt x="167" y="2621"/>
                  </a:lnTo>
                  <a:lnTo>
                    <a:pt x="323" y="2431"/>
                  </a:lnTo>
                  <a:lnTo>
                    <a:pt x="505" y="2208"/>
                  </a:lnTo>
                  <a:lnTo>
                    <a:pt x="694" y="1977"/>
                  </a:lnTo>
                  <a:lnTo>
                    <a:pt x="870" y="1762"/>
                  </a:lnTo>
                  <a:lnTo>
                    <a:pt x="1034" y="1558"/>
                  </a:lnTo>
                  <a:lnTo>
                    <a:pt x="1200" y="1347"/>
                  </a:lnTo>
                  <a:lnTo>
                    <a:pt x="1364" y="1140"/>
                  </a:lnTo>
                  <a:lnTo>
                    <a:pt x="1526" y="944"/>
                  </a:lnTo>
                  <a:lnTo>
                    <a:pt x="1683" y="768"/>
                  </a:lnTo>
                  <a:lnTo>
                    <a:pt x="1845" y="608"/>
                  </a:lnTo>
                  <a:lnTo>
                    <a:pt x="2014" y="458"/>
                  </a:lnTo>
                  <a:lnTo>
                    <a:pt x="2174" y="325"/>
                  </a:lnTo>
                  <a:lnTo>
                    <a:pt x="2310" y="215"/>
                  </a:lnTo>
                  <a:lnTo>
                    <a:pt x="2407" y="13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35054" y="1813997"/>
            <a:ext cx="1623487" cy="3632680"/>
          </a:xfrm>
          <a:custGeom>
            <a:avLst/>
            <a:gdLst/>
            <a:ahLst/>
            <a:cxnLst/>
            <a:rect l="0" t="0" r="r" b="b"/>
            <a:pathLst>
              <a:path w="2863" h="6566" fill="none">
                <a:moveTo>
                  <a:pt x="312" y="6555"/>
                </a:moveTo>
                <a:lnTo>
                  <a:pt x="356" y="6509"/>
                </a:lnTo>
                <a:lnTo>
                  <a:pt x="411" y="6439"/>
                </a:lnTo>
                <a:lnTo>
                  <a:pt x="477" y="6351"/>
                </a:lnTo>
                <a:lnTo>
                  <a:pt x="478" y="6350"/>
                </a:lnTo>
                <a:lnTo>
                  <a:pt x="551" y="6255"/>
                </a:lnTo>
                <a:lnTo>
                  <a:pt x="554" y="6251"/>
                </a:lnTo>
                <a:lnTo>
                  <a:pt x="634" y="6158"/>
                </a:lnTo>
                <a:lnTo>
                  <a:pt x="640" y="6152"/>
                </a:lnTo>
                <a:lnTo>
                  <a:pt x="726" y="6069"/>
                </a:lnTo>
                <a:lnTo>
                  <a:pt x="732" y="6063"/>
                </a:lnTo>
                <a:lnTo>
                  <a:pt x="827" y="5986"/>
                </a:lnTo>
                <a:lnTo>
                  <a:pt x="830" y="5983"/>
                </a:lnTo>
                <a:lnTo>
                  <a:pt x="935" y="5904"/>
                </a:lnTo>
                <a:lnTo>
                  <a:pt x="939" y="5902"/>
                </a:lnTo>
                <a:lnTo>
                  <a:pt x="1050" y="5825"/>
                </a:lnTo>
                <a:lnTo>
                  <a:pt x="1054" y="5822"/>
                </a:lnTo>
                <a:lnTo>
                  <a:pt x="1169" y="5750"/>
                </a:lnTo>
                <a:lnTo>
                  <a:pt x="1174" y="5747"/>
                </a:lnTo>
                <a:lnTo>
                  <a:pt x="1288" y="5686"/>
                </a:lnTo>
                <a:lnTo>
                  <a:pt x="1296" y="5682"/>
                </a:lnTo>
                <a:lnTo>
                  <a:pt x="1406" y="5633"/>
                </a:lnTo>
                <a:lnTo>
                  <a:pt x="1415" y="5630"/>
                </a:lnTo>
                <a:lnTo>
                  <a:pt x="1523" y="5595"/>
                </a:lnTo>
                <a:lnTo>
                  <a:pt x="1531" y="5592"/>
                </a:lnTo>
                <a:lnTo>
                  <a:pt x="1640" y="5568"/>
                </a:lnTo>
                <a:lnTo>
                  <a:pt x="1648" y="5566"/>
                </a:lnTo>
                <a:lnTo>
                  <a:pt x="1755" y="5551"/>
                </a:lnTo>
                <a:lnTo>
                  <a:pt x="1763" y="5551"/>
                </a:lnTo>
                <a:lnTo>
                  <a:pt x="1869" y="5544"/>
                </a:lnTo>
                <a:lnTo>
                  <a:pt x="1876" y="5544"/>
                </a:lnTo>
                <a:lnTo>
                  <a:pt x="1980" y="5545"/>
                </a:lnTo>
                <a:lnTo>
                  <a:pt x="1986" y="5545"/>
                </a:lnTo>
                <a:lnTo>
                  <a:pt x="2086" y="5553"/>
                </a:lnTo>
                <a:lnTo>
                  <a:pt x="2096" y="5554"/>
                </a:lnTo>
                <a:lnTo>
                  <a:pt x="2194" y="5571"/>
                </a:lnTo>
                <a:lnTo>
                  <a:pt x="2204" y="5574"/>
                </a:lnTo>
                <a:lnTo>
                  <a:pt x="2302" y="5601"/>
                </a:lnTo>
                <a:lnTo>
                  <a:pt x="2309" y="5604"/>
                </a:lnTo>
                <a:lnTo>
                  <a:pt x="2404" y="5639"/>
                </a:lnTo>
                <a:lnTo>
                  <a:pt x="2409" y="5641"/>
                </a:lnTo>
                <a:lnTo>
                  <a:pt x="2500" y="5681"/>
                </a:lnTo>
                <a:lnTo>
                  <a:pt x="2503" y="5682"/>
                </a:lnTo>
                <a:lnTo>
                  <a:pt x="2587" y="5723"/>
                </a:lnTo>
                <a:lnTo>
                  <a:pt x="2589" y="5724"/>
                </a:lnTo>
                <a:lnTo>
                  <a:pt x="2666" y="5762"/>
                </a:lnTo>
                <a:lnTo>
                  <a:pt x="2673" y="5766"/>
                </a:lnTo>
                <a:lnTo>
                  <a:pt x="2680" y="5770"/>
                </a:lnTo>
                <a:lnTo>
                  <a:pt x="2750" y="5822"/>
                </a:lnTo>
                <a:lnTo>
                  <a:pt x="2758" y="5828"/>
                </a:lnTo>
                <a:lnTo>
                  <a:pt x="2764" y="5834"/>
                </a:lnTo>
                <a:lnTo>
                  <a:pt x="2831" y="5904"/>
                </a:lnTo>
                <a:lnTo>
                  <a:pt x="2835" y="5908"/>
                </a:lnTo>
                <a:lnTo>
                  <a:pt x="2863" y="5941"/>
                </a:lnTo>
                <a:lnTo>
                  <a:pt x="2863" y="5843"/>
                </a:lnTo>
                <a:lnTo>
                  <a:pt x="2854" y="5663"/>
                </a:lnTo>
                <a:lnTo>
                  <a:pt x="2839" y="5463"/>
                </a:lnTo>
                <a:lnTo>
                  <a:pt x="2824" y="5263"/>
                </a:lnTo>
                <a:lnTo>
                  <a:pt x="2823" y="5262"/>
                </a:lnTo>
                <a:lnTo>
                  <a:pt x="2811" y="5080"/>
                </a:lnTo>
                <a:lnTo>
                  <a:pt x="2811" y="5079"/>
                </a:lnTo>
                <a:lnTo>
                  <a:pt x="2801" y="4913"/>
                </a:lnTo>
                <a:lnTo>
                  <a:pt x="2790" y="4748"/>
                </a:lnTo>
                <a:lnTo>
                  <a:pt x="2777" y="4583"/>
                </a:lnTo>
                <a:lnTo>
                  <a:pt x="2764" y="4418"/>
                </a:lnTo>
                <a:lnTo>
                  <a:pt x="2751" y="4252"/>
                </a:lnTo>
                <a:lnTo>
                  <a:pt x="2751" y="4252"/>
                </a:lnTo>
                <a:lnTo>
                  <a:pt x="2739" y="4087"/>
                </a:lnTo>
                <a:lnTo>
                  <a:pt x="2739" y="4086"/>
                </a:lnTo>
                <a:lnTo>
                  <a:pt x="2727" y="3920"/>
                </a:lnTo>
                <a:lnTo>
                  <a:pt x="2727" y="3920"/>
                </a:lnTo>
                <a:lnTo>
                  <a:pt x="2716" y="3754"/>
                </a:lnTo>
                <a:lnTo>
                  <a:pt x="2705" y="3589"/>
                </a:lnTo>
                <a:lnTo>
                  <a:pt x="2693" y="3423"/>
                </a:lnTo>
                <a:lnTo>
                  <a:pt x="2681" y="3258"/>
                </a:lnTo>
                <a:lnTo>
                  <a:pt x="2667" y="3093"/>
                </a:lnTo>
                <a:lnTo>
                  <a:pt x="2652" y="2928"/>
                </a:lnTo>
                <a:lnTo>
                  <a:pt x="2636" y="2762"/>
                </a:lnTo>
                <a:lnTo>
                  <a:pt x="2619" y="2597"/>
                </a:lnTo>
                <a:lnTo>
                  <a:pt x="2601" y="2432"/>
                </a:lnTo>
                <a:lnTo>
                  <a:pt x="2581" y="2268"/>
                </a:lnTo>
                <a:lnTo>
                  <a:pt x="2559" y="2105"/>
                </a:lnTo>
                <a:lnTo>
                  <a:pt x="2534" y="1939"/>
                </a:lnTo>
                <a:lnTo>
                  <a:pt x="2506" y="1771"/>
                </a:lnTo>
                <a:lnTo>
                  <a:pt x="2477" y="1603"/>
                </a:lnTo>
                <a:lnTo>
                  <a:pt x="2446" y="1439"/>
                </a:lnTo>
                <a:lnTo>
                  <a:pt x="2413" y="1283"/>
                </a:lnTo>
                <a:lnTo>
                  <a:pt x="2380" y="1138"/>
                </a:lnTo>
                <a:lnTo>
                  <a:pt x="2344" y="1001"/>
                </a:lnTo>
                <a:lnTo>
                  <a:pt x="2306" y="870"/>
                </a:lnTo>
                <a:lnTo>
                  <a:pt x="2267" y="746"/>
                </a:lnTo>
                <a:lnTo>
                  <a:pt x="2227" y="631"/>
                </a:lnTo>
                <a:lnTo>
                  <a:pt x="2187" y="524"/>
                </a:lnTo>
                <a:lnTo>
                  <a:pt x="2149" y="428"/>
                </a:lnTo>
                <a:lnTo>
                  <a:pt x="2114" y="344"/>
                </a:lnTo>
                <a:lnTo>
                  <a:pt x="2081" y="272"/>
                </a:lnTo>
                <a:lnTo>
                  <a:pt x="2049" y="211"/>
                </a:lnTo>
                <a:lnTo>
                  <a:pt x="2019" y="160"/>
                </a:lnTo>
                <a:lnTo>
                  <a:pt x="1988" y="118"/>
                </a:lnTo>
                <a:lnTo>
                  <a:pt x="1954" y="82"/>
                </a:lnTo>
                <a:lnTo>
                  <a:pt x="1920" y="51"/>
                </a:lnTo>
                <a:lnTo>
                  <a:pt x="1889" y="28"/>
                </a:lnTo>
                <a:lnTo>
                  <a:pt x="1860" y="13"/>
                </a:lnTo>
                <a:lnTo>
                  <a:pt x="1830" y="4"/>
                </a:lnTo>
                <a:lnTo>
                  <a:pt x="1793" y="0"/>
                </a:lnTo>
                <a:lnTo>
                  <a:pt x="1746" y="2"/>
                </a:lnTo>
                <a:lnTo>
                  <a:pt x="1685" y="13"/>
                </a:lnTo>
                <a:lnTo>
                  <a:pt x="1610" y="33"/>
                </a:lnTo>
                <a:lnTo>
                  <a:pt x="1528" y="62"/>
                </a:lnTo>
                <a:lnTo>
                  <a:pt x="1443" y="98"/>
                </a:lnTo>
                <a:lnTo>
                  <a:pt x="1360" y="140"/>
                </a:lnTo>
                <a:lnTo>
                  <a:pt x="1282" y="185"/>
                </a:lnTo>
                <a:lnTo>
                  <a:pt x="1208" y="236"/>
                </a:lnTo>
                <a:lnTo>
                  <a:pt x="1134" y="294"/>
                </a:lnTo>
                <a:lnTo>
                  <a:pt x="1061" y="358"/>
                </a:lnTo>
                <a:lnTo>
                  <a:pt x="990" y="427"/>
                </a:lnTo>
                <a:lnTo>
                  <a:pt x="921" y="501"/>
                </a:lnTo>
                <a:lnTo>
                  <a:pt x="854" y="580"/>
                </a:lnTo>
                <a:lnTo>
                  <a:pt x="791" y="663"/>
                </a:lnTo>
                <a:lnTo>
                  <a:pt x="729" y="752"/>
                </a:lnTo>
                <a:lnTo>
                  <a:pt x="670" y="846"/>
                </a:lnTo>
                <a:lnTo>
                  <a:pt x="613" y="945"/>
                </a:lnTo>
                <a:lnTo>
                  <a:pt x="558" y="1049"/>
                </a:lnTo>
                <a:lnTo>
                  <a:pt x="505" y="1156"/>
                </a:lnTo>
                <a:lnTo>
                  <a:pt x="455" y="1268"/>
                </a:lnTo>
                <a:lnTo>
                  <a:pt x="407" y="1385"/>
                </a:lnTo>
                <a:lnTo>
                  <a:pt x="361" y="1507"/>
                </a:lnTo>
                <a:lnTo>
                  <a:pt x="318" y="1632"/>
                </a:lnTo>
                <a:lnTo>
                  <a:pt x="277" y="1760"/>
                </a:lnTo>
                <a:lnTo>
                  <a:pt x="240" y="1890"/>
                </a:lnTo>
                <a:lnTo>
                  <a:pt x="206" y="2024"/>
                </a:lnTo>
                <a:lnTo>
                  <a:pt x="176" y="2161"/>
                </a:lnTo>
                <a:lnTo>
                  <a:pt x="148" y="2302"/>
                </a:lnTo>
                <a:lnTo>
                  <a:pt x="123" y="2446"/>
                </a:lnTo>
                <a:lnTo>
                  <a:pt x="100" y="2591"/>
                </a:lnTo>
                <a:lnTo>
                  <a:pt x="80" y="2736"/>
                </a:lnTo>
                <a:lnTo>
                  <a:pt x="62" y="2882"/>
                </a:lnTo>
                <a:lnTo>
                  <a:pt x="47" y="3030"/>
                </a:lnTo>
                <a:lnTo>
                  <a:pt x="34" y="3180"/>
                </a:lnTo>
                <a:lnTo>
                  <a:pt x="24" y="3330"/>
                </a:lnTo>
                <a:lnTo>
                  <a:pt x="15" y="3481"/>
                </a:lnTo>
                <a:lnTo>
                  <a:pt x="8" y="3631"/>
                </a:lnTo>
                <a:lnTo>
                  <a:pt x="3" y="3781"/>
                </a:lnTo>
                <a:lnTo>
                  <a:pt x="0" y="3931"/>
                </a:lnTo>
                <a:lnTo>
                  <a:pt x="0" y="4082"/>
                </a:lnTo>
                <a:lnTo>
                  <a:pt x="0" y="4232"/>
                </a:lnTo>
                <a:lnTo>
                  <a:pt x="3" y="4380"/>
                </a:lnTo>
                <a:lnTo>
                  <a:pt x="8" y="4527"/>
                </a:lnTo>
                <a:lnTo>
                  <a:pt x="16" y="4673"/>
                </a:lnTo>
                <a:lnTo>
                  <a:pt x="26" y="4819"/>
                </a:lnTo>
                <a:lnTo>
                  <a:pt x="38" y="4965"/>
                </a:lnTo>
                <a:lnTo>
                  <a:pt x="51" y="5108"/>
                </a:lnTo>
                <a:lnTo>
                  <a:pt x="65" y="5246"/>
                </a:lnTo>
                <a:lnTo>
                  <a:pt x="80" y="5378"/>
                </a:lnTo>
                <a:lnTo>
                  <a:pt x="96" y="5504"/>
                </a:lnTo>
                <a:lnTo>
                  <a:pt x="113" y="5625"/>
                </a:lnTo>
                <a:lnTo>
                  <a:pt x="130" y="5742"/>
                </a:lnTo>
                <a:lnTo>
                  <a:pt x="149" y="5855"/>
                </a:lnTo>
                <a:lnTo>
                  <a:pt x="168" y="5963"/>
                </a:lnTo>
                <a:lnTo>
                  <a:pt x="188" y="6068"/>
                </a:lnTo>
                <a:lnTo>
                  <a:pt x="207" y="6173"/>
                </a:lnTo>
                <a:lnTo>
                  <a:pt x="227" y="6279"/>
                </a:lnTo>
                <a:lnTo>
                  <a:pt x="247" y="6380"/>
                </a:lnTo>
                <a:lnTo>
                  <a:pt x="267" y="6469"/>
                </a:lnTo>
                <a:lnTo>
                  <a:pt x="287" y="6539"/>
                </a:lnTo>
                <a:lnTo>
                  <a:pt x="298" y="6566"/>
                </a:lnTo>
                <a:lnTo>
                  <a:pt x="312" y="655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Una lesión permite que el aire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entre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 espacio pleural.</a:t>
            </a:r>
            <a:endParaRPr lang="es-AR" sz="1900" dirty="0">
              <a:latin typeface="Mali"/>
            </a:endParaRPr>
          </a:p>
        </p:txBody>
      </p:sp>
      <p:sp>
        <p:nvSpPr>
          <p:cNvPr id="61" name="Aire entra"/>
          <p:cNvSpPr/>
          <p:nvPr/>
        </p:nvSpPr>
        <p:spPr>
          <a:xfrm>
            <a:off x="1238829" y="2205533"/>
            <a:ext cx="457200" cy="274320"/>
          </a:xfrm>
          <a:custGeom>
            <a:avLst/>
            <a:gdLst/>
            <a:ahLst/>
            <a:cxnLst/>
            <a:rect l="0" t="0" r="r" b="b"/>
            <a:pathLst>
              <a:path w="500" h="300" fill="none">
                <a:moveTo>
                  <a:pt x="500" y="300"/>
                </a:moveTo>
                <a:lnTo>
                  <a:pt x="0" y="0"/>
                </a:lnTo>
              </a:path>
            </a:pathLst>
          </a:custGeom>
          <a:noFill/>
          <a:ln w="63500" cap="rnd">
            <a:solidFill>
              <a:srgbClr val="FF000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642039" y="91440"/>
            <a:ext cx="73850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ENTRADA DE AIRE AL ESPACIO PLEURAL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2/13</a:t>
            </a:r>
            <a:endParaRPr lang="es-AR" sz="13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4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48" grpId="0" animBg="1"/>
    </p:bldLst>
  </p:timing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105" y="9000"/>
                </a:moveTo>
                <a:lnTo>
                  <a:pt x="1103" y="9002"/>
                </a:lnTo>
                <a:lnTo>
                  <a:pt x="1101" y="9003"/>
                </a:lnTo>
                <a:lnTo>
                  <a:pt x="1098" y="9004"/>
                </a:lnTo>
                <a:lnTo>
                  <a:pt x="1096" y="9005"/>
                </a:lnTo>
                <a:lnTo>
                  <a:pt x="1093" y="9006"/>
                </a:lnTo>
                <a:lnTo>
                  <a:pt x="1091" y="9006"/>
                </a:lnTo>
                <a:lnTo>
                  <a:pt x="1088" y="9006"/>
                </a:lnTo>
                <a:lnTo>
                  <a:pt x="1085" y="9006"/>
                </a:lnTo>
                <a:lnTo>
                  <a:pt x="1083" y="9006"/>
                </a:lnTo>
                <a:lnTo>
                  <a:pt x="1080" y="9005"/>
                </a:lnTo>
                <a:lnTo>
                  <a:pt x="1078" y="9004"/>
                </a:lnTo>
                <a:lnTo>
                  <a:pt x="1076" y="9003"/>
                </a:lnTo>
                <a:lnTo>
                  <a:pt x="1073" y="9002"/>
                </a:lnTo>
                <a:lnTo>
                  <a:pt x="1071" y="9000"/>
                </a:lnTo>
                <a:lnTo>
                  <a:pt x="1069" y="8998"/>
                </a:lnTo>
                <a:lnTo>
                  <a:pt x="1068" y="8996"/>
                </a:lnTo>
                <a:lnTo>
                  <a:pt x="1066" y="8994"/>
                </a:lnTo>
                <a:lnTo>
                  <a:pt x="1065" y="8992"/>
                </a:lnTo>
                <a:lnTo>
                  <a:pt x="1064" y="8990"/>
                </a:lnTo>
                <a:lnTo>
                  <a:pt x="1050" y="8956"/>
                </a:lnTo>
                <a:lnTo>
                  <a:pt x="1049" y="8953"/>
                </a:lnTo>
                <a:lnTo>
                  <a:pt x="1024" y="8867"/>
                </a:lnTo>
                <a:lnTo>
                  <a:pt x="1024" y="8865"/>
                </a:lnTo>
                <a:lnTo>
                  <a:pt x="999" y="8755"/>
                </a:lnTo>
                <a:lnTo>
                  <a:pt x="999" y="8755"/>
                </a:lnTo>
                <a:lnTo>
                  <a:pt x="974" y="8630"/>
                </a:lnTo>
                <a:lnTo>
                  <a:pt x="974" y="8630"/>
                </a:lnTo>
                <a:lnTo>
                  <a:pt x="949" y="8499"/>
                </a:lnTo>
                <a:lnTo>
                  <a:pt x="925" y="8368"/>
                </a:lnTo>
                <a:lnTo>
                  <a:pt x="901" y="8239"/>
                </a:lnTo>
                <a:lnTo>
                  <a:pt x="901" y="8239"/>
                </a:lnTo>
                <a:lnTo>
                  <a:pt x="877" y="8105"/>
                </a:lnTo>
                <a:lnTo>
                  <a:pt x="877" y="8104"/>
                </a:lnTo>
                <a:lnTo>
                  <a:pt x="854" y="7965"/>
                </a:lnTo>
                <a:lnTo>
                  <a:pt x="854" y="7965"/>
                </a:lnTo>
                <a:lnTo>
                  <a:pt x="832" y="7820"/>
                </a:lnTo>
                <a:lnTo>
                  <a:pt x="832" y="7820"/>
                </a:lnTo>
                <a:lnTo>
                  <a:pt x="811" y="7670"/>
                </a:lnTo>
                <a:lnTo>
                  <a:pt x="811" y="7670"/>
                </a:lnTo>
                <a:lnTo>
                  <a:pt x="792" y="7514"/>
                </a:lnTo>
                <a:lnTo>
                  <a:pt x="792" y="7514"/>
                </a:lnTo>
                <a:lnTo>
                  <a:pt x="774" y="7350"/>
                </a:lnTo>
                <a:lnTo>
                  <a:pt x="773" y="7350"/>
                </a:lnTo>
                <a:lnTo>
                  <a:pt x="756" y="7179"/>
                </a:lnTo>
                <a:lnTo>
                  <a:pt x="756" y="7179"/>
                </a:lnTo>
                <a:lnTo>
                  <a:pt x="739" y="7002"/>
                </a:lnTo>
                <a:lnTo>
                  <a:pt x="739" y="7002"/>
                </a:lnTo>
                <a:lnTo>
                  <a:pt x="724" y="6822"/>
                </a:lnTo>
                <a:lnTo>
                  <a:pt x="724" y="6822"/>
                </a:lnTo>
                <a:lnTo>
                  <a:pt x="712" y="6640"/>
                </a:lnTo>
                <a:lnTo>
                  <a:pt x="712" y="6640"/>
                </a:lnTo>
                <a:lnTo>
                  <a:pt x="703" y="6459"/>
                </a:lnTo>
                <a:lnTo>
                  <a:pt x="703" y="6459"/>
                </a:lnTo>
                <a:lnTo>
                  <a:pt x="697" y="6278"/>
                </a:lnTo>
                <a:lnTo>
                  <a:pt x="697" y="6277"/>
                </a:lnTo>
                <a:lnTo>
                  <a:pt x="693" y="6094"/>
                </a:lnTo>
                <a:lnTo>
                  <a:pt x="693" y="6093"/>
                </a:lnTo>
                <a:lnTo>
                  <a:pt x="692" y="5908"/>
                </a:lnTo>
                <a:lnTo>
                  <a:pt x="692" y="5908"/>
                </a:lnTo>
                <a:lnTo>
                  <a:pt x="693" y="5722"/>
                </a:lnTo>
                <a:lnTo>
                  <a:pt x="693" y="5721"/>
                </a:lnTo>
                <a:lnTo>
                  <a:pt x="697" y="5535"/>
                </a:lnTo>
                <a:lnTo>
                  <a:pt x="697" y="5535"/>
                </a:lnTo>
                <a:lnTo>
                  <a:pt x="703" y="5349"/>
                </a:lnTo>
                <a:lnTo>
                  <a:pt x="703" y="5349"/>
                </a:lnTo>
                <a:lnTo>
                  <a:pt x="711" y="5164"/>
                </a:lnTo>
                <a:lnTo>
                  <a:pt x="711" y="5163"/>
                </a:lnTo>
                <a:lnTo>
                  <a:pt x="722" y="4977"/>
                </a:lnTo>
                <a:lnTo>
                  <a:pt x="722" y="4977"/>
                </a:lnTo>
                <a:lnTo>
                  <a:pt x="735" y="4791"/>
                </a:lnTo>
                <a:lnTo>
                  <a:pt x="735" y="4790"/>
                </a:lnTo>
                <a:lnTo>
                  <a:pt x="751" y="4605"/>
                </a:lnTo>
                <a:lnTo>
                  <a:pt x="751" y="4605"/>
                </a:lnTo>
                <a:lnTo>
                  <a:pt x="770" y="4422"/>
                </a:lnTo>
                <a:lnTo>
                  <a:pt x="770" y="4421"/>
                </a:lnTo>
                <a:lnTo>
                  <a:pt x="792" y="4240"/>
                </a:lnTo>
                <a:lnTo>
                  <a:pt x="792" y="4240"/>
                </a:lnTo>
                <a:lnTo>
                  <a:pt x="817" y="4060"/>
                </a:lnTo>
                <a:lnTo>
                  <a:pt x="817" y="4060"/>
                </a:lnTo>
                <a:lnTo>
                  <a:pt x="845" y="3880"/>
                </a:lnTo>
                <a:lnTo>
                  <a:pt x="845" y="3880"/>
                </a:lnTo>
                <a:lnTo>
                  <a:pt x="876" y="3703"/>
                </a:lnTo>
                <a:lnTo>
                  <a:pt x="876" y="3702"/>
                </a:lnTo>
                <a:lnTo>
                  <a:pt x="911" y="3528"/>
                </a:lnTo>
                <a:lnTo>
                  <a:pt x="911" y="3527"/>
                </a:lnTo>
                <a:lnTo>
                  <a:pt x="949" y="3357"/>
                </a:lnTo>
                <a:lnTo>
                  <a:pt x="949" y="3356"/>
                </a:lnTo>
                <a:lnTo>
                  <a:pt x="990" y="3191"/>
                </a:lnTo>
                <a:lnTo>
                  <a:pt x="991" y="3190"/>
                </a:lnTo>
                <a:lnTo>
                  <a:pt x="1036" y="3029"/>
                </a:lnTo>
                <a:lnTo>
                  <a:pt x="1037" y="3028"/>
                </a:lnTo>
                <a:lnTo>
                  <a:pt x="1087" y="2870"/>
                </a:lnTo>
                <a:lnTo>
                  <a:pt x="1087" y="2869"/>
                </a:lnTo>
                <a:lnTo>
                  <a:pt x="1140" y="2715"/>
                </a:lnTo>
                <a:lnTo>
                  <a:pt x="1140" y="2714"/>
                </a:lnTo>
                <a:lnTo>
                  <a:pt x="1197" y="2564"/>
                </a:lnTo>
                <a:lnTo>
                  <a:pt x="1197" y="2563"/>
                </a:lnTo>
                <a:lnTo>
                  <a:pt x="1257" y="2418"/>
                </a:lnTo>
                <a:lnTo>
                  <a:pt x="1258" y="2418"/>
                </a:lnTo>
                <a:lnTo>
                  <a:pt x="1320" y="2279"/>
                </a:lnTo>
                <a:lnTo>
                  <a:pt x="1320" y="2278"/>
                </a:lnTo>
                <a:lnTo>
                  <a:pt x="1385" y="2145"/>
                </a:lnTo>
                <a:lnTo>
                  <a:pt x="1386" y="2145"/>
                </a:lnTo>
                <a:lnTo>
                  <a:pt x="1453" y="2017"/>
                </a:lnTo>
                <a:lnTo>
                  <a:pt x="1454" y="2016"/>
                </a:lnTo>
                <a:lnTo>
                  <a:pt x="1525" y="1893"/>
                </a:lnTo>
                <a:lnTo>
                  <a:pt x="1525" y="1892"/>
                </a:lnTo>
                <a:lnTo>
                  <a:pt x="1599" y="1776"/>
                </a:lnTo>
                <a:lnTo>
                  <a:pt x="1599" y="1775"/>
                </a:lnTo>
                <a:lnTo>
                  <a:pt x="1675" y="1665"/>
                </a:lnTo>
                <a:lnTo>
                  <a:pt x="1676" y="1664"/>
                </a:lnTo>
                <a:lnTo>
                  <a:pt x="1755" y="1561"/>
                </a:lnTo>
                <a:lnTo>
                  <a:pt x="1755" y="1560"/>
                </a:lnTo>
                <a:lnTo>
                  <a:pt x="1837" y="1463"/>
                </a:lnTo>
                <a:lnTo>
                  <a:pt x="1838" y="1462"/>
                </a:lnTo>
                <a:lnTo>
                  <a:pt x="1924" y="1370"/>
                </a:lnTo>
                <a:lnTo>
                  <a:pt x="1925" y="1369"/>
                </a:lnTo>
                <a:lnTo>
                  <a:pt x="2013" y="1284"/>
                </a:lnTo>
                <a:lnTo>
                  <a:pt x="2014" y="1283"/>
                </a:lnTo>
                <a:lnTo>
                  <a:pt x="2104" y="1204"/>
                </a:lnTo>
                <a:lnTo>
                  <a:pt x="2105" y="1203"/>
                </a:lnTo>
                <a:lnTo>
                  <a:pt x="2197" y="1132"/>
                </a:lnTo>
                <a:lnTo>
                  <a:pt x="2198" y="1131"/>
                </a:lnTo>
                <a:lnTo>
                  <a:pt x="2290" y="1068"/>
                </a:lnTo>
                <a:lnTo>
                  <a:pt x="2291" y="1067"/>
                </a:lnTo>
                <a:lnTo>
                  <a:pt x="2388" y="1010"/>
                </a:lnTo>
                <a:lnTo>
                  <a:pt x="2389" y="1009"/>
                </a:lnTo>
                <a:lnTo>
                  <a:pt x="2492" y="958"/>
                </a:lnTo>
                <a:lnTo>
                  <a:pt x="2494" y="957"/>
                </a:lnTo>
                <a:lnTo>
                  <a:pt x="2598" y="912"/>
                </a:lnTo>
                <a:lnTo>
                  <a:pt x="2600" y="912"/>
                </a:lnTo>
                <a:lnTo>
                  <a:pt x="2701" y="876"/>
                </a:lnTo>
                <a:lnTo>
                  <a:pt x="2703" y="875"/>
                </a:lnTo>
                <a:lnTo>
                  <a:pt x="2795" y="850"/>
                </a:lnTo>
                <a:lnTo>
                  <a:pt x="2798" y="850"/>
                </a:lnTo>
                <a:lnTo>
                  <a:pt x="2874" y="836"/>
                </a:lnTo>
                <a:lnTo>
                  <a:pt x="2877" y="836"/>
                </a:lnTo>
                <a:lnTo>
                  <a:pt x="2935" y="833"/>
                </a:lnTo>
                <a:lnTo>
                  <a:pt x="2938" y="833"/>
                </a:lnTo>
                <a:lnTo>
                  <a:pt x="2940" y="833"/>
                </a:lnTo>
                <a:lnTo>
                  <a:pt x="2985" y="838"/>
                </a:lnTo>
                <a:lnTo>
                  <a:pt x="2987" y="839"/>
                </a:lnTo>
                <a:lnTo>
                  <a:pt x="2990" y="839"/>
                </a:lnTo>
                <a:lnTo>
                  <a:pt x="3027" y="851"/>
                </a:lnTo>
                <a:lnTo>
                  <a:pt x="3029" y="852"/>
                </a:lnTo>
                <a:lnTo>
                  <a:pt x="3031" y="853"/>
                </a:lnTo>
                <a:lnTo>
                  <a:pt x="3067" y="872"/>
                </a:lnTo>
                <a:lnTo>
                  <a:pt x="3069" y="873"/>
                </a:lnTo>
                <a:lnTo>
                  <a:pt x="3070" y="874"/>
                </a:lnTo>
                <a:lnTo>
                  <a:pt x="3109" y="902"/>
                </a:lnTo>
                <a:lnTo>
                  <a:pt x="3111" y="904"/>
                </a:lnTo>
                <a:lnTo>
                  <a:pt x="3154" y="942"/>
                </a:lnTo>
                <a:lnTo>
                  <a:pt x="3155" y="944"/>
                </a:lnTo>
                <a:lnTo>
                  <a:pt x="3197" y="988"/>
                </a:lnTo>
                <a:lnTo>
                  <a:pt x="3198" y="990"/>
                </a:lnTo>
                <a:lnTo>
                  <a:pt x="3237" y="1043"/>
                </a:lnTo>
                <a:lnTo>
                  <a:pt x="3238" y="1045"/>
                </a:lnTo>
                <a:lnTo>
                  <a:pt x="3276" y="1108"/>
                </a:lnTo>
                <a:lnTo>
                  <a:pt x="3277" y="1109"/>
                </a:lnTo>
                <a:lnTo>
                  <a:pt x="3316" y="1185"/>
                </a:lnTo>
                <a:lnTo>
                  <a:pt x="3316" y="1186"/>
                </a:lnTo>
                <a:lnTo>
                  <a:pt x="3357" y="1275"/>
                </a:lnTo>
                <a:lnTo>
                  <a:pt x="3358" y="1276"/>
                </a:lnTo>
                <a:lnTo>
                  <a:pt x="3401" y="1380"/>
                </a:lnTo>
                <a:lnTo>
                  <a:pt x="3402" y="1380"/>
                </a:lnTo>
                <a:lnTo>
                  <a:pt x="3448" y="1499"/>
                </a:lnTo>
                <a:lnTo>
                  <a:pt x="3449" y="1499"/>
                </a:lnTo>
                <a:lnTo>
                  <a:pt x="3498" y="1631"/>
                </a:lnTo>
                <a:lnTo>
                  <a:pt x="3498" y="1631"/>
                </a:lnTo>
                <a:lnTo>
                  <a:pt x="3547" y="1775"/>
                </a:lnTo>
                <a:lnTo>
                  <a:pt x="3547" y="1775"/>
                </a:lnTo>
                <a:lnTo>
                  <a:pt x="3596" y="1929"/>
                </a:lnTo>
                <a:lnTo>
                  <a:pt x="3596" y="1929"/>
                </a:lnTo>
                <a:lnTo>
                  <a:pt x="3643" y="2091"/>
                </a:lnTo>
                <a:lnTo>
                  <a:pt x="3644" y="2092"/>
                </a:lnTo>
                <a:lnTo>
                  <a:pt x="3688" y="2260"/>
                </a:lnTo>
                <a:lnTo>
                  <a:pt x="3688" y="2261"/>
                </a:lnTo>
                <a:lnTo>
                  <a:pt x="3729" y="2441"/>
                </a:lnTo>
                <a:lnTo>
                  <a:pt x="3729" y="2442"/>
                </a:lnTo>
                <a:lnTo>
                  <a:pt x="3770" y="2635"/>
                </a:lnTo>
                <a:lnTo>
                  <a:pt x="3770" y="2635"/>
                </a:lnTo>
                <a:lnTo>
                  <a:pt x="3808" y="2838"/>
                </a:lnTo>
                <a:lnTo>
                  <a:pt x="3808" y="2838"/>
                </a:lnTo>
                <a:lnTo>
                  <a:pt x="3844" y="3045"/>
                </a:lnTo>
                <a:lnTo>
                  <a:pt x="3844" y="3046"/>
                </a:lnTo>
                <a:lnTo>
                  <a:pt x="3878" y="3254"/>
                </a:lnTo>
                <a:lnTo>
                  <a:pt x="3878" y="3254"/>
                </a:lnTo>
                <a:lnTo>
                  <a:pt x="3909" y="3459"/>
                </a:lnTo>
                <a:lnTo>
                  <a:pt x="3909" y="3459"/>
                </a:lnTo>
                <a:lnTo>
                  <a:pt x="3937" y="3661"/>
                </a:lnTo>
                <a:lnTo>
                  <a:pt x="3937" y="3661"/>
                </a:lnTo>
                <a:lnTo>
                  <a:pt x="3962" y="3864"/>
                </a:lnTo>
                <a:lnTo>
                  <a:pt x="3962" y="3865"/>
                </a:lnTo>
                <a:lnTo>
                  <a:pt x="3984" y="4068"/>
                </a:lnTo>
                <a:lnTo>
                  <a:pt x="3984" y="4069"/>
                </a:lnTo>
                <a:lnTo>
                  <a:pt x="4005" y="4273"/>
                </a:lnTo>
                <a:lnTo>
                  <a:pt x="4005" y="4273"/>
                </a:lnTo>
                <a:lnTo>
                  <a:pt x="4024" y="4478"/>
                </a:lnTo>
                <a:lnTo>
                  <a:pt x="4024" y="4478"/>
                </a:lnTo>
                <a:lnTo>
                  <a:pt x="4043" y="4683"/>
                </a:lnTo>
                <a:lnTo>
                  <a:pt x="4043" y="4683"/>
                </a:lnTo>
                <a:lnTo>
                  <a:pt x="4060" y="4887"/>
                </a:lnTo>
                <a:lnTo>
                  <a:pt x="4060" y="4888"/>
                </a:lnTo>
                <a:lnTo>
                  <a:pt x="4076" y="5092"/>
                </a:lnTo>
                <a:lnTo>
                  <a:pt x="4076" y="5092"/>
                </a:lnTo>
                <a:lnTo>
                  <a:pt x="4090" y="5296"/>
                </a:lnTo>
                <a:lnTo>
                  <a:pt x="4090" y="5296"/>
                </a:lnTo>
                <a:lnTo>
                  <a:pt x="4104" y="5501"/>
                </a:lnTo>
                <a:lnTo>
                  <a:pt x="4118" y="5706"/>
                </a:lnTo>
                <a:lnTo>
                  <a:pt x="4118" y="5706"/>
                </a:lnTo>
                <a:lnTo>
                  <a:pt x="4132" y="5911"/>
                </a:lnTo>
                <a:lnTo>
                  <a:pt x="4132" y="5912"/>
                </a:lnTo>
                <a:lnTo>
                  <a:pt x="4148" y="6116"/>
                </a:lnTo>
                <a:lnTo>
                  <a:pt x="4148" y="6117"/>
                </a:lnTo>
                <a:lnTo>
                  <a:pt x="4164" y="6321"/>
                </a:lnTo>
                <a:lnTo>
                  <a:pt x="4180" y="6525"/>
                </a:lnTo>
                <a:lnTo>
                  <a:pt x="4180" y="6525"/>
                </a:lnTo>
                <a:lnTo>
                  <a:pt x="4195" y="6729"/>
                </a:lnTo>
                <a:lnTo>
                  <a:pt x="4195" y="6729"/>
                </a:lnTo>
                <a:lnTo>
                  <a:pt x="4209" y="6934"/>
                </a:lnTo>
                <a:lnTo>
                  <a:pt x="4209" y="6934"/>
                </a:lnTo>
                <a:lnTo>
                  <a:pt x="4222" y="7140"/>
                </a:lnTo>
                <a:lnTo>
                  <a:pt x="4222" y="7141"/>
                </a:lnTo>
                <a:lnTo>
                  <a:pt x="4237" y="7366"/>
                </a:lnTo>
                <a:lnTo>
                  <a:pt x="4237" y="7367"/>
                </a:lnTo>
                <a:lnTo>
                  <a:pt x="4256" y="7614"/>
                </a:lnTo>
                <a:lnTo>
                  <a:pt x="4256" y="7614"/>
                </a:lnTo>
                <a:lnTo>
                  <a:pt x="4275" y="7861"/>
                </a:lnTo>
                <a:lnTo>
                  <a:pt x="4275" y="7861"/>
                </a:lnTo>
                <a:lnTo>
                  <a:pt x="4286" y="8084"/>
                </a:lnTo>
                <a:lnTo>
                  <a:pt x="4286" y="8085"/>
                </a:lnTo>
                <a:lnTo>
                  <a:pt x="4285" y="8207"/>
                </a:lnTo>
                <a:lnTo>
                  <a:pt x="4285" y="8209"/>
                </a:lnTo>
                <a:lnTo>
                  <a:pt x="4285" y="8212"/>
                </a:lnTo>
                <a:lnTo>
                  <a:pt x="4284" y="8215"/>
                </a:lnTo>
                <a:lnTo>
                  <a:pt x="4283" y="8217"/>
                </a:lnTo>
                <a:lnTo>
                  <a:pt x="4282" y="8219"/>
                </a:lnTo>
                <a:lnTo>
                  <a:pt x="4281" y="8222"/>
                </a:lnTo>
                <a:lnTo>
                  <a:pt x="4279" y="8224"/>
                </a:lnTo>
                <a:lnTo>
                  <a:pt x="4278" y="8226"/>
                </a:lnTo>
                <a:lnTo>
                  <a:pt x="4276" y="8227"/>
                </a:lnTo>
                <a:lnTo>
                  <a:pt x="4274" y="8229"/>
                </a:lnTo>
                <a:lnTo>
                  <a:pt x="4271" y="8230"/>
                </a:lnTo>
                <a:lnTo>
                  <a:pt x="4269" y="8231"/>
                </a:lnTo>
                <a:lnTo>
                  <a:pt x="4267" y="8232"/>
                </a:lnTo>
                <a:lnTo>
                  <a:pt x="4264" y="8233"/>
                </a:lnTo>
                <a:lnTo>
                  <a:pt x="4262" y="8233"/>
                </a:lnTo>
                <a:lnTo>
                  <a:pt x="4259" y="8233"/>
                </a:lnTo>
                <a:lnTo>
                  <a:pt x="4256" y="8233"/>
                </a:lnTo>
                <a:lnTo>
                  <a:pt x="4254" y="8233"/>
                </a:lnTo>
                <a:lnTo>
                  <a:pt x="4251" y="8232"/>
                </a:lnTo>
                <a:lnTo>
                  <a:pt x="4249" y="8231"/>
                </a:lnTo>
                <a:lnTo>
                  <a:pt x="4247" y="8230"/>
                </a:lnTo>
                <a:lnTo>
                  <a:pt x="4244" y="8229"/>
                </a:lnTo>
                <a:lnTo>
                  <a:pt x="4242" y="8228"/>
                </a:lnTo>
                <a:lnTo>
                  <a:pt x="4240" y="8226"/>
                </a:lnTo>
                <a:lnTo>
                  <a:pt x="4239" y="8224"/>
                </a:lnTo>
                <a:lnTo>
                  <a:pt x="4204" y="8184"/>
                </a:lnTo>
                <a:lnTo>
                  <a:pt x="4200" y="8179"/>
                </a:lnTo>
                <a:lnTo>
                  <a:pt x="4118" y="8093"/>
                </a:lnTo>
                <a:lnTo>
                  <a:pt x="4111" y="8087"/>
                </a:lnTo>
                <a:lnTo>
                  <a:pt x="4104" y="8081"/>
                </a:lnTo>
                <a:lnTo>
                  <a:pt x="4017" y="8018"/>
                </a:lnTo>
                <a:lnTo>
                  <a:pt x="4010" y="8013"/>
                </a:lnTo>
                <a:lnTo>
                  <a:pt x="4003" y="8009"/>
                </a:lnTo>
                <a:lnTo>
                  <a:pt x="3908" y="7962"/>
                </a:lnTo>
                <a:lnTo>
                  <a:pt x="3907" y="7961"/>
                </a:lnTo>
                <a:lnTo>
                  <a:pt x="3802" y="7911"/>
                </a:lnTo>
                <a:lnTo>
                  <a:pt x="3799" y="7909"/>
                </a:lnTo>
                <a:lnTo>
                  <a:pt x="3687" y="7861"/>
                </a:lnTo>
                <a:lnTo>
                  <a:pt x="3682" y="7858"/>
                </a:lnTo>
                <a:lnTo>
                  <a:pt x="3565" y="7815"/>
                </a:lnTo>
                <a:lnTo>
                  <a:pt x="3557" y="7812"/>
                </a:lnTo>
                <a:lnTo>
                  <a:pt x="3438" y="7778"/>
                </a:lnTo>
                <a:lnTo>
                  <a:pt x="3427" y="7775"/>
                </a:lnTo>
                <a:lnTo>
                  <a:pt x="3307" y="7755"/>
                </a:lnTo>
                <a:lnTo>
                  <a:pt x="3296" y="7753"/>
                </a:lnTo>
                <a:lnTo>
                  <a:pt x="3174" y="7744"/>
                </a:lnTo>
                <a:lnTo>
                  <a:pt x="3166" y="7744"/>
                </a:lnTo>
                <a:lnTo>
                  <a:pt x="3039" y="7742"/>
                </a:lnTo>
                <a:lnTo>
                  <a:pt x="3031" y="7743"/>
                </a:lnTo>
                <a:lnTo>
                  <a:pt x="2901" y="7750"/>
                </a:lnTo>
                <a:lnTo>
                  <a:pt x="2893" y="7751"/>
                </a:lnTo>
                <a:lnTo>
                  <a:pt x="2761" y="7770"/>
                </a:lnTo>
                <a:lnTo>
                  <a:pt x="2752" y="7771"/>
                </a:lnTo>
                <a:lnTo>
                  <a:pt x="2619" y="7801"/>
                </a:lnTo>
                <a:lnTo>
                  <a:pt x="2610" y="7804"/>
                </a:lnTo>
                <a:lnTo>
                  <a:pt x="2478" y="7847"/>
                </a:lnTo>
                <a:lnTo>
                  <a:pt x="2468" y="7851"/>
                </a:lnTo>
                <a:lnTo>
                  <a:pt x="2332" y="7911"/>
                </a:lnTo>
                <a:lnTo>
                  <a:pt x="2324" y="7914"/>
                </a:lnTo>
                <a:lnTo>
                  <a:pt x="2184" y="7991"/>
                </a:lnTo>
                <a:lnTo>
                  <a:pt x="2178" y="7994"/>
                </a:lnTo>
                <a:lnTo>
                  <a:pt x="2037" y="8082"/>
                </a:lnTo>
                <a:lnTo>
                  <a:pt x="2033" y="8085"/>
                </a:lnTo>
                <a:lnTo>
                  <a:pt x="1895" y="8180"/>
                </a:lnTo>
                <a:lnTo>
                  <a:pt x="1892" y="8183"/>
                </a:lnTo>
                <a:lnTo>
                  <a:pt x="1762" y="8280"/>
                </a:lnTo>
                <a:lnTo>
                  <a:pt x="1759" y="8283"/>
                </a:lnTo>
                <a:lnTo>
                  <a:pt x="1642" y="8378"/>
                </a:lnTo>
                <a:lnTo>
                  <a:pt x="1635" y="8384"/>
                </a:lnTo>
                <a:lnTo>
                  <a:pt x="1530" y="8486"/>
                </a:lnTo>
                <a:lnTo>
                  <a:pt x="1523" y="8493"/>
                </a:lnTo>
                <a:lnTo>
                  <a:pt x="1425" y="8607"/>
                </a:lnTo>
                <a:lnTo>
                  <a:pt x="1421" y="8611"/>
                </a:lnTo>
                <a:lnTo>
                  <a:pt x="1331" y="8728"/>
                </a:lnTo>
                <a:lnTo>
                  <a:pt x="1330" y="8730"/>
                </a:lnTo>
                <a:lnTo>
                  <a:pt x="1249" y="8838"/>
                </a:lnTo>
                <a:lnTo>
                  <a:pt x="1249" y="8839"/>
                </a:lnTo>
                <a:lnTo>
                  <a:pt x="1180" y="8926"/>
                </a:lnTo>
                <a:lnTo>
                  <a:pt x="1179" y="8928"/>
                </a:lnTo>
                <a:lnTo>
                  <a:pt x="1124" y="8985"/>
                </a:lnTo>
                <a:lnTo>
                  <a:pt x="1121" y="8987"/>
                </a:lnTo>
                <a:lnTo>
                  <a:pt x="1105" y="900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32656" y="1932618"/>
            <a:ext cx="1508550" cy="3375499"/>
            <a:chOff x="1232656" y="1932618"/>
            <a:chExt cx="1508550" cy="3375499"/>
          </a:xfrm>
        </p:grpSpPr>
        <p:sp>
          <p:nvSpPr>
            <p:cNvPr id="17" name="Forma 16"/>
            <p:cNvSpPr/>
            <p:nvPr/>
          </p:nvSpPr>
          <p:spPr>
            <a:xfrm>
              <a:off x="1232656" y="1932618"/>
              <a:ext cx="1508550" cy="337549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6588" y="2263881"/>
              <a:ext cx="1177098" cy="2416430"/>
            </a:xfrm>
            <a:custGeom>
              <a:avLst/>
              <a:gdLst/>
              <a:ahLst/>
              <a:cxnLst/>
              <a:rect l="0" t="0" r="r" b="b"/>
              <a:pathLst>
                <a:path w="2076" h="4368" fill="none">
                  <a:moveTo>
                    <a:pt x="2076" y="2058"/>
                  </a:moveTo>
                  <a:lnTo>
                    <a:pt x="1530" y="1763"/>
                  </a:lnTo>
                  <a:lnTo>
                    <a:pt x="858" y="1260"/>
                  </a:lnTo>
                  <a:lnTo>
                    <a:pt x="480" y="756"/>
                  </a:lnTo>
                </a:path>
                <a:path w="2076" h="4368" fill="none">
                  <a:moveTo>
                    <a:pt x="1530" y="1763"/>
                  </a:moveTo>
                  <a:lnTo>
                    <a:pt x="1278" y="1008"/>
                  </a:lnTo>
                  <a:lnTo>
                    <a:pt x="1152" y="168"/>
                  </a:lnTo>
                </a:path>
                <a:path w="2076" h="4368" fill="none">
                  <a:moveTo>
                    <a:pt x="2076" y="2058"/>
                  </a:moveTo>
                  <a:lnTo>
                    <a:pt x="1278" y="2184"/>
                  </a:lnTo>
                  <a:lnTo>
                    <a:pt x="438" y="2184"/>
                  </a:lnTo>
                  <a:lnTo>
                    <a:pt x="18" y="2268"/>
                  </a:lnTo>
                </a:path>
                <a:path w="2076" h="4368" fill="none">
                  <a:moveTo>
                    <a:pt x="1278" y="2184"/>
                  </a:moveTo>
                  <a:lnTo>
                    <a:pt x="690" y="2772"/>
                  </a:lnTo>
                  <a:lnTo>
                    <a:pt x="228" y="3276"/>
                  </a:lnTo>
                </a:path>
                <a:path w="2076" h="4368" fill="none">
                  <a:moveTo>
                    <a:pt x="2076" y="2058"/>
                  </a:moveTo>
                  <a:lnTo>
                    <a:pt x="1530" y="2772"/>
                  </a:lnTo>
                  <a:lnTo>
                    <a:pt x="1026" y="3612"/>
                  </a:lnTo>
                  <a:lnTo>
                    <a:pt x="564" y="4284"/>
                  </a:lnTo>
                </a:path>
                <a:path w="2076" h="4368" fill="none">
                  <a:moveTo>
                    <a:pt x="1530" y="2772"/>
                  </a:moveTo>
                  <a:lnTo>
                    <a:pt x="1782" y="3612"/>
                  </a:lnTo>
                  <a:lnTo>
                    <a:pt x="1530" y="4368"/>
                  </a:lnTo>
                </a:path>
                <a:path w="2076" h="4368" fill="none">
                  <a:moveTo>
                    <a:pt x="1026" y="3612"/>
                  </a:moveTo>
                  <a:lnTo>
                    <a:pt x="354" y="4032"/>
                  </a:lnTo>
                  <a:lnTo>
                    <a:pt x="18" y="4284"/>
                  </a:lnTo>
                </a:path>
                <a:path w="2076" h="4368" fill="none">
                  <a:moveTo>
                    <a:pt x="858" y="1260"/>
                  </a:moveTo>
                  <a:lnTo>
                    <a:pt x="270" y="1428"/>
                  </a:lnTo>
                  <a:lnTo>
                    <a:pt x="0" y="1630"/>
                  </a:lnTo>
                </a:path>
                <a:path w="2076" h="4368" fill="none">
                  <a:moveTo>
                    <a:pt x="1278" y="1008"/>
                  </a:moveTo>
                  <a:lnTo>
                    <a:pt x="774" y="503"/>
                  </a:lnTo>
                </a:path>
                <a:path w="2076" h="4368" fill="none">
                  <a:moveTo>
                    <a:pt x="690" y="2772"/>
                  </a:moveTo>
                  <a:lnTo>
                    <a:pt x="774" y="3360"/>
                  </a:lnTo>
                  <a:lnTo>
                    <a:pt x="522" y="3948"/>
                  </a:lnTo>
                </a:path>
                <a:path w="2076" h="4368" fill="none">
                  <a:moveTo>
                    <a:pt x="2076" y="2058"/>
                  </a:moveTo>
                  <a:lnTo>
                    <a:pt x="1950" y="1428"/>
                  </a:lnTo>
                  <a:lnTo>
                    <a:pt x="1698" y="756"/>
                  </a:lnTo>
                  <a:lnTo>
                    <a:pt x="1530" y="0"/>
                  </a:lnTo>
                </a:path>
                <a:path w="2076" h="4368" fill="none">
                  <a:moveTo>
                    <a:pt x="438" y="2184"/>
                  </a:moveTo>
                  <a:lnTo>
                    <a:pt x="186" y="2688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0257" y="3402391"/>
              <a:ext cx="1267240" cy="1413573"/>
            </a:xfrm>
            <a:custGeom>
              <a:avLst/>
              <a:gdLst/>
              <a:ahLst/>
              <a:cxnLst/>
              <a:rect l="0" t="0" r="r" b="b"/>
              <a:pathLst>
                <a:path w="2235" h="2555" fill="none">
                  <a:moveTo>
                    <a:pt x="0" y="138"/>
                  </a:moveTo>
                  <a:lnTo>
                    <a:pt x="156" y="154"/>
                  </a:lnTo>
                  <a:lnTo>
                    <a:pt x="352" y="172"/>
                  </a:lnTo>
                  <a:lnTo>
                    <a:pt x="550" y="187"/>
                  </a:lnTo>
                  <a:lnTo>
                    <a:pt x="723" y="193"/>
                  </a:lnTo>
                  <a:lnTo>
                    <a:pt x="866" y="189"/>
                  </a:lnTo>
                  <a:lnTo>
                    <a:pt x="997" y="178"/>
                  </a:lnTo>
                  <a:lnTo>
                    <a:pt x="1123" y="163"/>
                  </a:lnTo>
                  <a:lnTo>
                    <a:pt x="1253" y="145"/>
                  </a:lnTo>
                  <a:lnTo>
                    <a:pt x="1395" y="125"/>
                  </a:lnTo>
                  <a:lnTo>
                    <a:pt x="1565" y="102"/>
                  </a:lnTo>
                  <a:lnTo>
                    <a:pt x="1759" y="73"/>
                  </a:lnTo>
                  <a:lnTo>
                    <a:pt x="1951" y="44"/>
                  </a:lnTo>
                  <a:lnTo>
                    <a:pt x="2118" y="18"/>
                  </a:lnTo>
                  <a:lnTo>
                    <a:pt x="2235" y="0"/>
                  </a:lnTo>
                </a:path>
                <a:path w="2235" h="2555" fill="none">
                  <a:moveTo>
                    <a:pt x="56" y="2555"/>
                  </a:moveTo>
                  <a:lnTo>
                    <a:pt x="154" y="2436"/>
                  </a:lnTo>
                  <a:lnTo>
                    <a:pt x="299" y="2258"/>
                  </a:lnTo>
                  <a:lnTo>
                    <a:pt x="468" y="2051"/>
                  </a:lnTo>
                  <a:lnTo>
                    <a:pt x="643" y="1837"/>
                  </a:lnTo>
                  <a:lnTo>
                    <a:pt x="807" y="1638"/>
                  </a:lnTo>
                  <a:lnTo>
                    <a:pt x="959" y="1447"/>
                  </a:lnTo>
                  <a:lnTo>
                    <a:pt x="1113" y="1252"/>
                  </a:lnTo>
                  <a:lnTo>
                    <a:pt x="1266" y="1059"/>
                  </a:lnTo>
                  <a:lnTo>
                    <a:pt x="1417" y="877"/>
                  </a:lnTo>
                  <a:lnTo>
                    <a:pt x="1563" y="714"/>
                  </a:lnTo>
                  <a:lnTo>
                    <a:pt x="1713" y="565"/>
                  </a:lnTo>
                  <a:lnTo>
                    <a:pt x="1870" y="426"/>
                  </a:lnTo>
                  <a:lnTo>
                    <a:pt x="2018" y="302"/>
                  </a:lnTo>
                  <a:lnTo>
                    <a:pt x="2145" y="200"/>
                  </a:lnTo>
                  <a:lnTo>
                    <a:pt x="2235" y="12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32656" y="1932618"/>
            <a:ext cx="1508550" cy="3375499"/>
          </a:xfrm>
          <a:custGeom>
            <a:avLst/>
            <a:gdLst/>
            <a:ahLst/>
            <a:cxnLst/>
            <a:rect l="0" t="0" r="r" b="b"/>
            <a:pathLst>
              <a:path w="2660" h="6101" fill="none">
                <a:moveTo>
                  <a:pt x="290" y="6091"/>
                </a:moveTo>
                <a:lnTo>
                  <a:pt x="331" y="6048"/>
                </a:lnTo>
                <a:lnTo>
                  <a:pt x="382" y="5983"/>
                </a:lnTo>
                <a:lnTo>
                  <a:pt x="443" y="5901"/>
                </a:lnTo>
                <a:lnTo>
                  <a:pt x="444" y="5900"/>
                </a:lnTo>
                <a:lnTo>
                  <a:pt x="512" y="5812"/>
                </a:lnTo>
                <a:lnTo>
                  <a:pt x="515" y="5808"/>
                </a:lnTo>
                <a:lnTo>
                  <a:pt x="589" y="5722"/>
                </a:lnTo>
                <a:lnTo>
                  <a:pt x="595" y="5716"/>
                </a:lnTo>
                <a:lnTo>
                  <a:pt x="675" y="5639"/>
                </a:lnTo>
                <a:lnTo>
                  <a:pt x="680" y="5634"/>
                </a:lnTo>
                <a:lnTo>
                  <a:pt x="769" y="5562"/>
                </a:lnTo>
                <a:lnTo>
                  <a:pt x="771" y="5560"/>
                </a:lnTo>
                <a:lnTo>
                  <a:pt x="869" y="5486"/>
                </a:lnTo>
                <a:lnTo>
                  <a:pt x="872" y="5484"/>
                </a:lnTo>
                <a:lnTo>
                  <a:pt x="976" y="5412"/>
                </a:lnTo>
                <a:lnTo>
                  <a:pt x="980" y="5410"/>
                </a:lnTo>
                <a:lnTo>
                  <a:pt x="1086" y="5343"/>
                </a:lnTo>
                <a:lnTo>
                  <a:pt x="1091" y="5341"/>
                </a:lnTo>
                <a:lnTo>
                  <a:pt x="1197" y="5283"/>
                </a:lnTo>
                <a:lnTo>
                  <a:pt x="1204" y="5280"/>
                </a:lnTo>
                <a:lnTo>
                  <a:pt x="1306" y="5235"/>
                </a:lnTo>
                <a:lnTo>
                  <a:pt x="1315" y="5231"/>
                </a:lnTo>
                <a:lnTo>
                  <a:pt x="1415" y="5199"/>
                </a:lnTo>
                <a:lnTo>
                  <a:pt x="1423" y="5196"/>
                </a:lnTo>
                <a:lnTo>
                  <a:pt x="1523" y="5174"/>
                </a:lnTo>
                <a:lnTo>
                  <a:pt x="1531" y="5172"/>
                </a:lnTo>
                <a:lnTo>
                  <a:pt x="1631" y="5158"/>
                </a:lnTo>
                <a:lnTo>
                  <a:pt x="1638" y="5158"/>
                </a:lnTo>
                <a:lnTo>
                  <a:pt x="1737" y="5152"/>
                </a:lnTo>
                <a:lnTo>
                  <a:pt x="1743" y="5151"/>
                </a:lnTo>
                <a:lnTo>
                  <a:pt x="1840" y="5152"/>
                </a:lnTo>
                <a:lnTo>
                  <a:pt x="1846" y="5153"/>
                </a:lnTo>
                <a:lnTo>
                  <a:pt x="1939" y="5160"/>
                </a:lnTo>
                <a:lnTo>
                  <a:pt x="1947" y="5161"/>
                </a:lnTo>
                <a:lnTo>
                  <a:pt x="2038" y="5177"/>
                </a:lnTo>
                <a:lnTo>
                  <a:pt x="2048" y="5179"/>
                </a:lnTo>
                <a:lnTo>
                  <a:pt x="2139" y="5205"/>
                </a:lnTo>
                <a:lnTo>
                  <a:pt x="2145" y="5207"/>
                </a:lnTo>
                <a:lnTo>
                  <a:pt x="2234" y="5240"/>
                </a:lnTo>
                <a:lnTo>
                  <a:pt x="2238" y="5242"/>
                </a:lnTo>
                <a:lnTo>
                  <a:pt x="2323" y="5279"/>
                </a:lnTo>
                <a:lnTo>
                  <a:pt x="2326" y="5280"/>
                </a:lnTo>
                <a:lnTo>
                  <a:pt x="2404" y="5318"/>
                </a:lnTo>
                <a:lnTo>
                  <a:pt x="2405" y="5318"/>
                </a:lnTo>
                <a:lnTo>
                  <a:pt x="2477" y="5354"/>
                </a:lnTo>
                <a:lnTo>
                  <a:pt x="2483" y="5358"/>
                </a:lnTo>
                <a:lnTo>
                  <a:pt x="2490" y="5362"/>
                </a:lnTo>
                <a:lnTo>
                  <a:pt x="2556" y="5410"/>
                </a:lnTo>
                <a:lnTo>
                  <a:pt x="2562" y="5415"/>
                </a:lnTo>
                <a:lnTo>
                  <a:pt x="2568" y="5421"/>
                </a:lnTo>
                <a:lnTo>
                  <a:pt x="2631" y="5486"/>
                </a:lnTo>
                <a:lnTo>
                  <a:pt x="2634" y="5490"/>
                </a:lnTo>
                <a:lnTo>
                  <a:pt x="2660" y="5520"/>
                </a:lnTo>
                <a:lnTo>
                  <a:pt x="2660" y="5429"/>
                </a:lnTo>
                <a:lnTo>
                  <a:pt x="2652" y="5262"/>
                </a:lnTo>
                <a:lnTo>
                  <a:pt x="2638" y="5077"/>
                </a:lnTo>
                <a:lnTo>
                  <a:pt x="2624" y="4891"/>
                </a:lnTo>
                <a:lnTo>
                  <a:pt x="2624" y="4890"/>
                </a:lnTo>
                <a:lnTo>
                  <a:pt x="2612" y="4721"/>
                </a:lnTo>
                <a:lnTo>
                  <a:pt x="2612" y="4720"/>
                </a:lnTo>
                <a:lnTo>
                  <a:pt x="2603" y="4565"/>
                </a:lnTo>
                <a:lnTo>
                  <a:pt x="2592" y="4412"/>
                </a:lnTo>
                <a:lnTo>
                  <a:pt x="2581" y="4258"/>
                </a:lnTo>
                <a:lnTo>
                  <a:pt x="2569" y="4105"/>
                </a:lnTo>
                <a:lnTo>
                  <a:pt x="2557" y="3951"/>
                </a:lnTo>
                <a:lnTo>
                  <a:pt x="2557" y="3951"/>
                </a:lnTo>
                <a:lnTo>
                  <a:pt x="2545" y="3797"/>
                </a:lnTo>
                <a:lnTo>
                  <a:pt x="2545" y="3797"/>
                </a:lnTo>
                <a:lnTo>
                  <a:pt x="2534" y="3643"/>
                </a:lnTo>
                <a:lnTo>
                  <a:pt x="2534" y="3642"/>
                </a:lnTo>
                <a:lnTo>
                  <a:pt x="2524" y="3488"/>
                </a:lnTo>
                <a:lnTo>
                  <a:pt x="2513" y="3335"/>
                </a:lnTo>
                <a:lnTo>
                  <a:pt x="2503" y="3181"/>
                </a:lnTo>
                <a:lnTo>
                  <a:pt x="2491" y="3028"/>
                </a:lnTo>
                <a:lnTo>
                  <a:pt x="2478" y="2874"/>
                </a:lnTo>
                <a:lnTo>
                  <a:pt x="2464" y="2721"/>
                </a:lnTo>
                <a:lnTo>
                  <a:pt x="2449" y="2567"/>
                </a:lnTo>
                <a:lnTo>
                  <a:pt x="2434" y="2413"/>
                </a:lnTo>
                <a:lnTo>
                  <a:pt x="2417" y="2260"/>
                </a:lnTo>
                <a:lnTo>
                  <a:pt x="2399" y="2107"/>
                </a:lnTo>
                <a:lnTo>
                  <a:pt x="2378" y="1956"/>
                </a:lnTo>
                <a:lnTo>
                  <a:pt x="2354" y="1802"/>
                </a:lnTo>
                <a:lnTo>
                  <a:pt x="2329" y="1645"/>
                </a:lnTo>
                <a:lnTo>
                  <a:pt x="2302" y="1490"/>
                </a:lnTo>
                <a:lnTo>
                  <a:pt x="2273" y="1337"/>
                </a:lnTo>
                <a:lnTo>
                  <a:pt x="2243" y="1192"/>
                </a:lnTo>
                <a:lnTo>
                  <a:pt x="2211" y="1057"/>
                </a:lnTo>
                <a:lnTo>
                  <a:pt x="2178" y="930"/>
                </a:lnTo>
                <a:lnTo>
                  <a:pt x="2143" y="809"/>
                </a:lnTo>
                <a:lnTo>
                  <a:pt x="2106" y="694"/>
                </a:lnTo>
                <a:lnTo>
                  <a:pt x="2069" y="586"/>
                </a:lnTo>
                <a:lnTo>
                  <a:pt x="2032" y="487"/>
                </a:lnTo>
                <a:lnTo>
                  <a:pt x="1997" y="398"/>
                </a:lnTo>
                <a:lnTo>
                  <a:pt x="1964" y="320"/>
                </a:lnTo>
                <a:lnTo>
                  <a:pt x="1934" y="253"/>
                </a:lnTo>
                <a:lnTo>
                  <a:pt x="1904" y="196"/>
                </a:lnTo>
                <a:lnTo>
                  <a:pt x="1876" y="149"/>
                </a:lnTo>
                <a:lnTo>
                  <a:pt x="1847" y="110"/>
                </a:lnTo>
                <a:lnTo>
                  <a:pt x="1816" y="76"/>
                </a:lnTo>
                <a:lnTo>
                  <a:pt x="1784" y="47"/>
                </a:lnTo>
                <a:lnTo>
                  <a:pt x="1755" y="26"/>
                </a:lnTo>
                <a:lnTo>
                  <a:pt x="1728" y="12"/>
                </a:lnTo>
                <a:lnTo>
                  <a:pt x="1700" y="3"/>
                </a:lnTo>
                <a:lnTo>
                  <a:pt x="1666" y="0"/>
                </a:lnTo>
                <a:lnTo>
                  <a:pt x="1623" y="2"/>
                </a:lnTo>
                <a:lnTo>
                  <a:pt x="1565" y="12"/>
                </a:lnTo>
                <a:lnTo>
                  <a:pt x="1496" y="31"/>
                </a:lnTo>
                <a:lnTo>
                  <a:pt x="1420" y="58"/>
                </a:lnTo>
                <a:lnTo>
                  <a:pt x="1341" y="91"/>
                </a:lnTo>
                <a:lnTo>
                  <a:pt x="1264" y="130"/>
                </a:lnTo>
                <a:lnTo>
                  <a:pt x="1192" y="172"/>
                </a:lnTo>
                <a:lnTo>
                  <a:pt x="1123" y="220"/>
                </a:lnTo>
                <a:lnTo>
                  <a:pt x="1054" y="273"/>
                </a:lnTo>
                <a:lnTo>
                  <a:pt x="986" y="332"/>
                </a:lnTo>
                <a:lnTo>
                  <a:pt x="920" y="397"/>
                </a:lnTo>
                <a:lnTo>
                  <a:pt x="856" y="466"/>
                </a:lnTo>
                <a:lnTo>
                  <a:pt x="794" y="539"/>
                </a:lnTo>
                <a:lnTo>
                  <a:pt x="735" y="616"/>
                </a:lnTo>
                <a:lnTo>
                  <a:pt x="678" y="699"/>
                </a:lnTo>
                <a:lnTo>
                  <a:pt x="623" y="786"/>
                </a:lnTo>
                <a:lnTo>
                  <a:pt x="569" y="878"/>
                </a:lnTo>
                <a:lnTo>
                  <a:pt x="518" y="974"/>
                </a:lnTo>
                <a:lnTo>
                  <a:pt x="470" y="1074"/>
                </a:lnTo>
                <a:lnTo>
                  <a:pt x="423" y="1178"/>
                </a:lnTo>
                <a:lnTo>
                  <a:pt x="378" y="1287"/>
                </a:lnTo>
                <a:lnTo>
                  <a:pt x="335" y="1400"/>
                </a:lnTo>
                <a:lnTo>
                  <a:pt x="295" y="1516"/>
                </a:lnTo>
                <a:lnTo>
                  <a:pt x="258" y="1635"/>
                </a:lnTo>
                <a:lnTo>
                  <a:pt x="223" y="1756"/>
                </a:lnTo>
                <a:lnTo>
                  <a:pt x="192" y="1880"/>
                </a:lnTo>
                <a:lnTo>
                  <a:pt x="163" y="2008"/>
                </a:lnTo>
                <a:lnTo>
                  <a:pt x="138" y="2139"/>
                </a:lnTo>
                <a:lnTo>
                  <a:pt x="114" y="2273"/>
                </a:lnTo>
                <a:lnTo>
                  <a:pt x="93" y="2407"/>
                </a:lnTo>
                <a:lnTo>
                  <a:pt x="74" y="2542"/>
                </a:lnTo>
                <a:lnTo>
                  <a:pt x="58" y="2678"/>
                </a:lnTo>
                <a:lnTo>
                  <a:pt x="44" y="2816"/>
                </a:lnTo>
                <a:lnTo>
                  <a:pt x="32" y="2955"/>
                </a:lnTo>
                <a:lnTo>
                  <a:pt x="22" y="3095"/>
                </a:lnTo>
                <a:lnTo>
                  <a:pt x="14" y="3235"/>
                </a:lnTo>
                <a:lnTo>
                  <a:pt x="8" y="3374"/>
                </a:lnTo>
                <a:lnTo>
                  <a:pt x="3" y="3513"/>
                </a:lnTo>
                <a:lnTo>
                  <a:pt x="0" y="3653"/>
                </a:lnTo>
                <a:lnTo>
                  <a:pt x="0" y="3793"/>
                </a:lnTo>
                <a:lnTo>
                  <a:pt x="0" y="3932"/>
                </a:lnTo>
                <a:lnTo>
                  <a:pt x="3" y="4070"/>
                </a:lnTo>
                <a:lnTo>
                  <a:pt x="8" y="4206"/>
                </a:lnTo>
                <a:lnTo>
                  <a:pt x="15" y="4342"/>
                </a:lnTo>
                <a:lnTo>
                  <a:pt x="24" y="4478"/>
                </a:lnTo>
                <a:lnTo>
                  <a:pt x="35" y="4613"/>
                </a:lnTo>
                <a:lnTo>
                  <a:pt x="47" y="4746"/>
                </a:lnTo>
                <a:lnTo>
                  <a:pt x="61" y="4875"/>
                </a:lnTo>
                <a:lnTo>
                  <a:pt x="74" y="4997"/>
                </a:lnTo>
                <a:lnTo>
                  <a:pt x="89" y="5114"/>
                </a:lnTo>
                <a:lnTo>
                  <a:pt x="105" y="5227"/>
                </a:lnTo>
                <a:lnTo>
                  <a:pt x="121" y="5336"/>
                </a:lnTo>
                <a:lnTo>
                  <a:pt x="138" y="5440"/>
                </a:lnTo>
                <a:lnTo>
                  <a:pt x="156" y="5541"/>
                </a:lnTo>
                <a:lnTo>
                  <a:pt x="174" y="5638"/>
                </a:lnTo>
                <a:lnTo>
                  <a:pt x="193" y="5736"/>
                </a:lnTo>
                <a:lnTo>
                  <a:pt x="211" y="5835"/>
                </a:lnTo>
                <a:lnTo>
                  <a:pt x="230" y="5928"/>
                </a:lnTo>
                <a:lnTo>
                  <a:pt x="248" y="6011"/>
                </a:lnTo>
                <a:lnTo>
                  <a:pt x="267" y="6076"/>
                </a:lnTo>
                <a:lnTo>
                  <a:pt x="277" y="6101"/>
                </a:lnTo>
                <a:lnTo>
                  <a:pt x="290" y="609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291693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inspiración entra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aire; 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espiración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orificio se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cierra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el aire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sale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grpSp>
        <p:nvGrpSpPr>
          <p:cNvPr id="61" name="Válvula"/>
          <p:cNvGrpSpPr/>
          <p:nvPr/>
        </p:nvGrpSpPr>
        <p:grpSpPr>
          <a:xfrm>
            <a:off x="6172200" y="4370832"/>
            <a:ext cx="1920240" cy="530352"/>
            <a:chOff x="6172200" y="4370832"/>
            <a:chExt cx="1920240" cy="530352"/>
          </a:xfrm>
        </p:grpSpPr>
        <p:sp>
          <p:nvSpPr>
            <p:cNvPr id="62" name="Forma 64"/>
            <p:cNvSpPr/>
            <p:nvPr/>
          </p:nvSpPr>
          <p:spPr>
            <a:xfrm>
              <a:off x="6172200" y="4370832"/>
              <a:ext cx="1920240" cy="530352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INSPIRACIÓN: entra</a:t>
              </a:r>
              <a:endParaRPr lang="es-AR" sz="1200" dirty="0">
                <a:latin typeface="Mali"/>
              </a:endParaRPr>
            </a:p>
          </p:txBody>
        </p:sp>
      </p:grpSp>
      <p:sp>
        <p:nvSpPr>
          <p:cNvPr id="63" name="Válvula cerrada"/>
          <p:cNvSpPr/>
          <p:nvPr/>
        </p:nvSpPr>
        <p:spPr>
          <a:xfrm>
            <a:off x="6172200" y="4946904"/>
            <a:ext cx="1920240" cy="530352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391"/>
              </a:lnSpc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ESPIRACIÓN: no sale</a:t>
            </a:r>
            <a:endParaRPr lang="es-AR" sz="1200" dirty="0">
              <a:latin typeface="Mali"/>
            </a:endParaRPr>
          </a:p>
        </p:txBody>
      </p:sp>
      <p:sp>
        <p:nvSpPr>
          <p:cNvPr id="64" name="Entra"/>
          <p:cNvSpPr/>
          <p:nvPr/>
        </p:nvSpPr>
        <p:spPr>
          <a:xfrm>
            <a:off x="1804051" y="2435538"/>
            <a:ext cx="457200" cy="45720"/>
          </a:xfrm>
          <a:custGeom>
            <a:avLst/>
            <a:gdLst/>
            <a:ahLst/>
            <a:cxnLst/>
            <a:rect l="0" t="0" r="r" b="b"/>
            <a:pathLst>
              <a:path w="499" h="50" fill="none">
                <a:moveTo>
                  <a:pt x="499" y="50"/>
                </a:moveTo>
                <a:lnTo>
                  <a:pt x="0" y="0"/>
                </a:lnTo>
              </a:path>
            </a:pathLst>
          </a:custGeom>
          <a:noFill/>
          <a:ln w="63500" cap="rnd">
            <a:solidFill>
              <a:srgbClr val="1E8449"/>
            </a:solidFill>
            <a:round/>
            <a:tailEnd type="triangle" w="med" len="med"/>
          </a:ln>
        </p:spPr>
      </p:sp>
      <p:sp>
        <p:nvSpPr>
          <p:cNvPr id="65" name="No sale"/>
          <p:cNvSpPr/>
          <p:nvPr/>
        </p:nvSpPr>
        <p:spPr>
          <a:xfrm>
            <a:off x="1941211" y="2252658"/>
            <a:ext cx="365760" cy="365760"/>
          </a:xfrm>
          <a:prstGeom prst="mathMultiply">
            <a:avLst/>
          </a:prstGeom>
          <a:solidFill>
            <a:srgbClr val="FF0000"/>
          </a:solidFill>
          <a:ln w="12700" cap="rnd">
            <a:solidFill>
              <a:srgbClr val="00000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92091" y="91440"/>
            <a:ext cx="79350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MECANISMO DE VÁLVULA UNIDIRECCIONAL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3/13</a:t>
            </a:r>
            <a:endParaRPr lang="es-AR" sz="1300" dirty="0">
              <a:latin typeface="Mali"/>
            </a:endParaRPr>
          </a:p>
        </p:txBody>
      </p:sp>
      <p:sp>
        <p:nvSpPr>
          <p:cNvPr id="6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49" grpId="0" animBg="1"/>
      <p:bldP spid="63" grpId="0" animBg="1"/>
      <p:bldP spid="65" grpId="0" animBg="1"/>
    </p:bld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476662" y="2229171"/>
            <a:ext cx="1221207" cy="2732547"/>
            <a:chOff x="1476662" y="2229171"/>
            <a:chExt cx="1221207" cy="2732547"/>
          </a:xfrm>
        </p:grpSpPr>
        <p:sp>
          <p:nvSpPr>
            <p:cNvPr id="17" name="Forma 16"/>
            <p:cNvSpPr/>
            <p:nvPr/>
          </p:nvSpPr>
          <p:spPr>
            <a:xfrm>
              <a:off x="1476662" y="2229171"/>
              <a:ext cx="1221207" cy="273254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568366" y="2497336"/>
              <a:ext cx="945319" cy="1956158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09249" y="3418987"/>
              <a:ext cx="1023712" cy="1142098"/>
            </a:xfrm>
            <a:custGeom>
              <a:avLst/>
              <a:gdLst/>
              <a:ahLst/>
              <a:cxnLst/>
              <a:rect l="0" t="0" r="r" b="b"/>
              <a:pathLst>
                <a:path w="1805" h="2064" fill="none">
                  <a:moveTo>
                    <a:pt x="0" y="112"/>
                  </a:moveTo>
                  <a:lnTo>
                    <a:pt x="122" y="125"/>
                  </a:lnTo>
                  <a:lnTo>
                    <a:pt x="281" y="139"/>
                  </a:lnTo>
                  <a:lnTo>
                    <a:pt x="441" y="151"/>
                  </a:lnTo>
                  <a:lnTo>
                    <a:pt x="581" y="156"/>
                  </a:lnTo>
                  <a:lnTo>
                    <a:pt x="697" y="153"/>
                  </a:lnTo>
                  <a:lnTo>
                    <a:pt x="803" y="144"/>
                  </a:lnTo>
                  <a:lnTo>
                    <a:pt x="905" y="132"/>
                  </a:lnTo>
                  <a:lnTo>
                    <a:pt x="1010" y="117"/>
                  </a:lnTo>
                  <a:lnTo>
                    <a:pt x="1125" y="101"/>
                  </a:lnTo>
                  <a:lnTo>
                    <a:pt x="1263" y="83"/>
                  </a:lnTo>
                  <a:lnTo>
                    <a:pt x="1420" y="59"/>
                  </a:lnTo>
                  <a:lnTo>
                    <a:pt x="1576" y="35"/>
                  </a:lnTo>
                  <a:lnTo>
                    <a:pt x="1711" y="14"/>
                  </a:lnTo>
                  <a:lnTo>
                    <a:pt x="1805" y="0"/>
                  </a:lnTo>
                </a:path>
                <a:path w="1805" h="2064" fill="none">
                  <a:moveTo>
                    <a:pt x="45" y="2064"/>
                  </a:moveTo>
                  <a:lnTo>
                    <a:pt x="120" y="1972"/>
                  </a:lnTo>
                  <a:lnTo>
                    <a:pt x="238" y="1828"/>
                  </a:lnTo>
                  <a:lnTo>
                    <a:pt x="375" y="1661"/>
                  </a:lnTo>
                  <a:lnTo>
                    <a:pt x="517" y="1487"/>
                  </a:lnTo>
                  <a:lnTo>
                    <a:pt x="649" y="1326"/>
                  </a:lnTo>
                  <a:lnTo>
                    <a:pt x="773" y="1172"/>
                  </a:lnTo>
                  <a:lnTo>
                    <a:pt x="897" y="1013"/>
                  </a:lnTo>
                  <a:lnTo>
                    <a:pt x="1021" y="857"/>
                  </a:lnTo>
                  <a:lnTo>
                    <a:pt x="1143" y="710"/>
                  </a:lnTo>
                  <a:lnTo>
                    <a:pt x="1261" y="577"/>
                  </a:lnTo>
                  <a:lnTo>
                    <a:pt x="1383" y="457"/>
                  </a:lnTo>
                  <a:lnTo>
                    <a:pt x="1510" y="345"/>
                  </a:lnTo>
                  <a:lnTo>
                    <a:pt x="1630" y="245"/>
                  </a:lnTo>
                  <a:lnTo>
                    <a:pt x="1732" y="162"/>
                  </a:lnTo>
                  <a:lnTo>
                    <a:pt x="1805" y="10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476662" y="2229171"/>
            <a:ext cx="1221207" cy="2732547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257403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cada respiración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 suma más aire atrapado.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170194" y="91440"/>
            <a:ext cx="685690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PROGRESIVA DE AIRE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4/13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6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984" y="7542"/>
                </a:moveTo>
                <a:lnTo>
                  <a:pt x="1982" y="7543"/>
                </a:lnTo>
                <a:lnTo>
                  <a:pt x="1980" y="7545"/>
                </a:lnTo>
                <a:lnTo>
                  <a:pt x="1977" y="7546"/>
                </a:lnTo>
                <a:lnTo>
                  <a:pt x="1975" y="7547"/>
                </a:lnTo>
                <a:lnTo>
                  <a:pt x="1972" y="7547"/>
                </a:lnTo>
                <a:lnTo>
                  <a:pt x="1970" y="7548"/>
                </a:lnTo>
                <a:lnTo>
                  <a:pt x="1967" y="7548"/>
                </a:lnTo>
                <a:lnTo>
                  <a:pt x="1965" y="7548"/>
                </a:lnTo>
                <a:lnTo>
                  <a:pt x="1962" y="7547"/>
                </a:lnTo>
                <a:lnTo>
                  <a:pt x="1959" y="7547"/>
                </a:lnTo>
                <a:lnTo>
                  <a:pt x="1957" y="7546"/>
                </a:lnTo>
                <a:lnTo>
                  <a:pt x="1955" y="7545"/>
                </a:lnTo>
                <a:lnTo>
                  <a:pt x="1952" y="7543"/>
                </a:lnTo>
                <a:lnTo>
                  <a:pt x="1950" y="7542"/>
                </a:lnTo>
                <a:lnTo>
                  <a:pt x="1948" y="7540"/>
                </a:lnTo>
                <a:lnTo>
                  <a:pt x="1947" y="7538"/>
                </a:lnTo>
                <a:lnTo>
                  <a:pt x="1945" y="7536"/>
                </a:lnTo>
                <a:lnTo>
                  <a:pt x="1944" y="7534"/>
                </a:lnTo>
                <a:lnTo>
                  <a:pt x="1943" y="7531"/>
                </a:lnTo>
                <a:lnTo>
                  <a:pt x="1933" y="7509"/>
                </a:lnTo>
                <a:lnTo>
                  <a:pt x="1932" y="7506"/>
                </a:lnTo>
                <a:lnTo>
                  <a:pt x="1916" y="7448"/>
                </a:lnTo>
                <a:lnTo>
                  <a:pt x="1916" y="7447"/>
                </a:lnTo>
                <a:lnTo>
                  <a:pt x="1899" y="7374"/>
                </a:lnTo>
                <a:lnTo>
                  <a:pt x="1899" y="7373"/>
                </a:lnTo>
                <a:lnTo>
                  <a:pt x="1882" y="7290"/>
                </a:lnTo>
                <a:lnTo>
                  <a:pt x="1882" y="7290"/>
                </a:lnTo>
                <a:lnTo>
                  <a:pt x="1866" y="7203"/>
                </a:lnTo>
                <a:lnTo>
                  <a:pt x="1850" y="7116"/>
                </a:lnTo>
                <a:lnTo>
                  <a:pt x="1834" y="7029"/>
                </a:lnTo>
                <a:lnTo>
                  <a:pt x="1834" y="7029"/>
                </a:lnTo>
                <a:lnTo>
                  <a:pt x="1818" y="6940"/>
                </a:lnTo>
                <a:lnTo>
                  <a:pt x="1818" y="6939"/>
                </a:lnTo>
                <a:lnTo>
                  <a:pt x="1803" y="6846"/>
                </a:lnTo>
                <a:lnTo>
                  <a:pt x="1803" y="6846"/>
                </a:lnTo>
                <a:lnTo>
                  <a:pt x="1788" y="6750"/>
                </a:lnTo>
                <a:lnTo>
                  <a:pt x="1788" y="6750"/>
                </a:lnTo>
                <a:lnTo>
                  <a:pt x="1774" y="6650"/>
                </a:lnTo>
                <a:lnTo>
                  <a:pt x="1774" y="6649"/>
                </a:lnTo>
                <a:lnTo>
                  <a:pt x="1761" y="6545"/>
                </a:lnTo>
                <a:lnTo>
                  <a:pt x="1761" y="6545"/>
                </a:lnTo>
                <a:lnTo>
                  <a:pt x="1749" y="6436"/>
                </a:lnTo>
                <a:lnTo>
                  <a:pt x="1749" y="6436"/>
                </a:lnTo>
                <a:lnTo>
                  <a:pt x="1737" y="6322"/>
                </a:lnTo>
                <a:lnTo>
                  <a:pt x="1737" y="6322"/>
                </a:lnTo>
                <a:lnTo>
                  <a:pt x="1726" y="6204"/>
                </a:lnTo>
                <a:lnTo>
                  <a:pt x="1726" y="6204"/>
                </a:lnTo>
                <a:lnTo>
                  <a:pt x="1716" y="6084"/>
                </a:lnTo>
                <a:lnTo>
                  <a:pt x="1716" y="6083"/>
                </a:lnTo>
                <a:lnTo>
                  <a:pt x="1708" y="5962"/>
                </a:lnTo>
                <a:lnTo>
                  <a:pt x="1708" y="5962"/>
                </a:lnTo>
                <a:lnTo>
                  <a:pt x="1702" y="5842"/>
                </a:lnTo>
                <a:lnTo>
                  <a:pt x="1702" y="5841"/>
                </a:lnTo>
                <a:lnTo>
                  <a:pt x="1698" y="5720"/>
                </a:lnTo>
                <a:lnTo>
                  <a:pt x="1698" y="5720"/>
                </a:lnTo>
                <a:lnTo>
                  <a:pt x="1695" y="5598"/>
                </a:lnTo>
                <a:lnTo>
                  <a:pt x="1695" y="5597"/>
                </a:lnTo>
                <a:lnTo>
                  <a:pt x="1694" y="5474"/>
                </a:lnTo>
                <a:lnTo>
                  <a:pt x="1694" y="5473"/>
                </a:lnTo>
                <a:lnTo>
                  <a:pt x="1695" y="5349"/>
                </a:lnTo>
                <a:lnTo>
                  <a:pt x="1695" y="5349"/>
                </a:lnTo>
                <a:lnTo>
                  <a:pt x="1698" y="5225"/>
                </a:lnTo>
                <a:lnTo>
                  <a:pt x="1698" y="5225"/>
                </a:lnTo>
                <a:lnTo>
                  <a:pt x="1702" y="5101"/>
                </a:lnTo>
                <a:lnTo>
                  <a:pt x="1702" y="5101"/>
                </a:lnTo>
                <a:lnTo>
                  <a:pt x="1707" y="4977"/>
                </a:lnTo>
                <a:lnTo>
                  <a:pt x="1707" y="4977"/>
                </a:lnTo>
                <a:lnTo>
                  <a:pt x="1714" y="4852"/>
                </a:lnTo>
                <a:lnTo>
                  <a:pt x="1714" y="4852"/>
                </a:lnTo>
                <a:lnTo>
                  <a:pt x="1723" y="4728"/>
                </a:lnTo>
                <a:lnTo>
                  <a:pt x="1723" y="4728"/>
                </a:lnTo>
                <a:lnTo>
                  <a:pt x="1733" y="4604"/>
                </a:lnTo>
                <a:lnTo>
                  <a:pt x="1733" y="4604"/>
                </a:lnTo>
                <a:lnTo>
                  <a:pt x="1746" y="4482"/>
                </a:lnTo>
                <a:lnTo>
                  <a:pt x="1746" y="4481"/>
                </a:lnTo>
                <a:lnTo>
                  <a:pt x="1761" y="4361"/>
                </a:lnTo>
                <a:lnTo>
                  <a:pt x="1761" y="4360"/>
                </a:lnTo>
                <a:lnTo>
                  <a:pt x="1778" y="4240"/>
                </a:lnTo>
                <a:lnTo>
                  <a:pt x="1778" y="4240"/>
                </a:lnTo>
                <a:lnTo>
                  <a:pt x="1796" y="4121"/>
                </a:lnTo>
                <a:lnTo>
                  <a:pt x="1796" y="4120"/>
                </a:lnTo>
                <a:lnTo>
                  <a:pt x="1817" y="4002"/>
                </a:lnTo>
                <a:lnTo>
                  <a:pt x="1817" y="4001"/>
                </a:lnTo>
                <a:lnTo>
                  <a:pt x="1840" y="3885"/>
                </a:lnTo>
                <a:lnTo>
                  <a:pt x="1840" y="3884"/>
                </a:lnTo>
                <a:lnTo>
                  <a:pt x="1865" y="3771"/>
                </a:lnTo>
                <a:lnTo>
                  <a:pt x="1866" y="3770"/>
                </a:lnTo>
                <a:lnTo>
                  <a:pt x="1893" y="3660"/>
                </a:lnTo>
                <a:lnTo>
                  <a:pt x="1894" y="3659"/>
                </a:lnTo>
                <a:lnTo>
                  <a:pt x="1924" y="3552"/>
                </a:lnTo>
                <a:lnTo>
                  <a:pt x="1924" y="3551"/>
                </a:lnTo>
                <a:lnTo>
                  <a:pt x="1958" y="3446"/>
                </a:lnTo>
                <a:lnTo>
                  <a:pt x="1958" y="3445"/>
                </a:lnTo>
                <a:lnTo>
                  <a:pt x="1994" y="3342"/>
                </a:lnTo>
                <a:lnTo>
                  <a:pt x="1994" y="3341"/>
                </a:lnTo>
                <a:lnTo>
                  <a:pt x="2032" y="3241"/>
                </a:lnTo>
                <a:lnTo>
                  <a:pt x="2032" y="3240"/>
                </a:lnTo>
                <a:lnTo>
                  <a:pt x="2072" y="3144"/>
                </a:lnTo>
                <a:lnTo>
                  <a:pt x="2072" y="3143"/>
                </a:lnTo>
                <a:lnTo>
                  <a:pt x="2114" y="3051"/>
                </a:lnTo>
                <a:lnTo>
                  <a:pt x="2114" y="3050"/>
                </a:lnTo>
                <a:lnTo>
                  <a:pt x="2157" y="2961"/>
                </a:lnTo>
                <a:lnTo>
                  <a:pt x="2158" y="2961"/>
                </a:lnTo>
                <a:lnTo>
                  <a:pt x="2203" y="2875"/>
                </a:lnTo>
                <a:lnTo>
                  <a:pt x="2203" y="2874"/>
                </a:lnTo>
                <a:lnTo>
                  <a:pt x="2250" y="2793"/>
                </a:lnTo>
                <a:lnTo>
                  <a:pt x="2251" y="2792"/>
                </a:lnTo>
                <a:lnTo>
                  <a:pt x="2300" y="2714"/>
                </a:lnTo>
                <a:lnTo>
                  <a:pt x="2301" y="2713"/>
                </a:lnTo>
                <a:lnTo>
                  <a:pt x="2351" y="2640"/>
                </a:lnTo>
                <a:lnTo>
                  <a:pt x="2352" y="2639"/>
                </a:lnTo>
                <a:lnTo>
                  <a:pt x="2404" y="2570"/>
                </a:lnTo>
                <a:lnTo>
                  <a:pt x="2405" y="2569"/>
                </a:lnTo>
                <a:lnTo>
                  <a:pt x="2460" y="2504"/>
                </a:lnTo>
                <a:lnTo>
                  <a:pt x="2461" y="2503"/>
                </a:lnTo>
                <a:lnTo>
                  <a:pt x="2518" y="2442"/>
                </a:lnTo>
                <a:lnTo>
                  <a:pt x="2519" y="2441"/>
                </a:lnTo>
                <a:lnTo>
                  <a:pt x="2578" y="2384"/>
                </a:lnTo>
                <a:lnTo>
                  <a:pt x="2579" y="2383"/>
                </a:lnTo>
                <a:lnTo>
                  <a:pt x="2639" y="2331"/>
                </a:lnTo>
                <a:lnTo>
                  <a:pt x="2640" y="2330"/>
                </a:lnTo>
                <a:lnTo>
                  <a:pt x="2701" y="2282"/>
                </a:lnTo>
                <a:lnTo>
                  <a:pt x="2702" y="2281"/>
                </a:lnTo>
                <a:lnTo>
                  <a:pt x="2763" y="2239"/>
                </a:lnTo>
                <a:lnTo>
                  <a:pt x="2765" y="2238"/>
                </a:lnTo>
                <a:lnTo>
                  <a:pt x="2829" y="2201"/>
                </a:lnTo>
                <a:lnTo>
                  <a:pt x="2831" y="2200"/>
                </a:lnTo>
                <a:lnTo>
                  <a:pt x="2899" y="2166"/>
                </a:lnTo>
                <a:lnTo>
                  <a:pt x="2901" y="2165"/>
                </a:lnTo>
                <a:lnTo>
                  <a:pt x="2971" y="2135"/>
                </a:lnTo>
                <a:lnTo>
                  <a:pt x="2972" y="2135"/>
                </a:lnTo>
                <a:lnTo>
                  <a:pt x="3040" y="2111"/>
                </a:lnTo>
                <a:lnTo>
                  <a:pt x="3042" y="2110"/>
                </a:lnTo>
                <a:lnTo>
                  <a:pt x="3103" y="2093"/>
                </a:lnTo>
                <a:lnTo>
                  <a:pt x="3105" y="2093"/>
                </a:lnTo>
                <a:lnTo>
                  <a:pt x="3156" y="2084"/>
                </a:lnTo>
                <a:lnTo>
                  <a:pt x="3159" y="2083"/>
                </a:lnTo>
                <a:lnTo>
                  <a:pt x="3198" y="2081"/>
                </a:lnTo>
                <a:lnTo>
                  <a:pt x="3200" y="2081"/>
                </a:lnTo>
                <a:lnTo>
                  <a:pt x="3203" y="2082"/>
                </a:lnTo>
                <a:lnTo>
                  <a:pt x="3233" y="2085"/>
                </a:lnTo>
                <a:lnTo>
                  <a:pt x="3235" y="2085"/>
                </a:lnTo>
                <a:lnTo>
                  <a:pt x="3237" y="2086"/>
                </a:lnTo>
                <a:lnTo>
                  <a:pt x="3262" y="2094"/>
                </a:lnTo>
                <a:lnTo>
                  <a:pt x="3264" y="2095"/>
                </a:lnTo>
                <a:lnTo>
                  <a:pt x="3267" y="2096"/>
                </a:lnTo>
                <a:lnTo>
                  <a:pt x="3291" y="2108"/>
                </a:lnTo>
                <a:lnTo>
                  <a:pt x="3292" y="2109"/>
                </a:lnTo>
                <a:lnTo>
                  <a:pt x="3294" y="2110"/>
                </a:lnTo>
                <a:lnTo>
                  <a:pt x="3320" y="2129"/>
                </a:lnTo>
                <a:lnTo>
                  <a:pt x="3322" y="2131"/>
                </a:lnTo>
                <a:lnTo>
                  <a:pt x="3350" y="2156"/>
                </a:lnTo>
                <a:lnTo>
                  <a:pt x="3352" y="2158"/>
                </a:lnTo>
                <a:lnTo>
                  <a:pt x="3379" y="2188"/>
                </a:lnTo>
                <a:lnTo>
                  <a:pt x="3381" y="2190"/>
                </a:lnTo>
                <a:lnTo>
                  <a:pt x="3407" y="2225"/>
                </a:lnTo>
                <a:lnTo>
                  <a:pt x="3408" y="2227"/>
                </a:lnTo>
                <a:lnTo>
                  <a:pt x="3433" y="2269"/>
                </a:lnTo>
                <a:lnTo>
                  <a:pt x="3434" y="2270"/>
                </a:lnTo>
                <a:lnTo>
                  <a:pt x="3460" y="2321"/>
                </a:lnTo>
                <a:lnTo>
                  <a:pt x="3461" y="2322"/>
                </a:lnTo>
                <a:lnTo>
                  <a:pt x="3488" y="2381"/>
                </a:lnTo>
                <a:lnTo>
                  <a:pt x="3488" y="2382"/>
                </a:lnTo>
                <a:lnTo>
                  <a:pt x="3518" y="2451"/>
                </a:lnTo>
                <a:lnTo>
                  <a:pt x="3518" y="2452"/>
                </a:lnTo>
                <a:lnTo>
                  <a:pt x="3549" y="2531"/>
                </a:lnTo>
                <a:lnTo>
                  <a:pt x="3549" y="2531"/>
                </a:lnTo>
                <a:lnTo>
                  <a:pt x="3582" y="2619"/>
                </a:lnTo>
                <a:lnTo>
                  <a:pt x="3582" y="2620"/>
                </a:lnTo>
                <a:lnTo>
                  <a:pt x="3615" y="2715"/>
                </a:lnTo>
                <a:lnTo>
                  <a:pt x="3615" y="2716"/>
                </a:lnTo>
                <a:lnTo>
                  <a:pt x="3648" y="2818"/>
                </a:lnTo>
                <a:lnTo>
                  <a:pt x="3648" y="2819"/>
                </a:lnTo>
                <a:lnTo>
                  <a:pt x="3679" y="2926"/>
                </a:lnTo>
                <a:lnTo>
                  <a:pt x="3679" y="2927"/>
                </a:lnTo>
                <a:lnTo>
                  <a:pt x="3709" y="3040"/>
                </a:lnTo>
                <a:lnTo>
                  <a:pt x="3709" y="3040"/>
                </a:lnTo>
                <a:lnTo>
                  <a:pt x="3737" y="3160"/>
                </a:lnTo>
                <a:lnTo>
                  <a:pt x="3737" y="3161"/>
                </a:lnTo>
                <a:lnTo>
                  <a:pt x="3763" y="3290"/>
                </a:lnTo>
                <a:lnTo>
                  <a:pt x="3764" y="3290"/>
                </a:lnTo>
                <a:lnTo>
                  <a:pt x="3789" y="3425"/>
                </a:lnTo>
                <a:lnTo>
                  <a:pt x="3789" y="3425"/>
                </a:lnTo>
                <a:lnTo>
                  <a:pt x="3813" y="3564"/>
                </a:lnTo>
                <a:lnTo>
                  <a:pt x="3813" y="3564"/>
                </a:lnTo>
                <a:lnTo>
                  <a:pt x="3836" y="3703"/>
                </a:lnTo>
                <a:lnTo>
                  <a:pt x="3836" y="3703"/>
                </a:lnTo>
                <a:lnTo>
                  <a:pt x="3857" y="3839"/>
                </a:lnTo>
                <a:lnTo>
                  <a:pt x="3857" y="3840"/>
                </a:lnTo>
                <a:lnTo>
                  <a:pt x="3875" y="3974"/>
                </a:lnTo>
                <a:lnTo>
                  <a:pt x="3875" y="3975"/>
                </a:lnTo>
                <a:lnTo>
                  <a:pt x="3892" y="4110"/>
                </a:lnTo>
                <a:lnTo>
                  <a:pt x="3892" y="4110"/>
                </a:lnTo>
                <a:lnTo>
                  <a:pt x="3907" y="4246"/>
                </a:lnTo>
                <a:lnTo>
                  <a:pt x="3907" y="4247"/>
                </a:lnTo>
                <a:lnTo>
                  <a:pt x="3921" y="4383"/>
                </a:lnTo>
                <a:lnTo>
                  <a:pt x="3921" y="4383"/>
                </a:lnTo>
                <a:lnTo>
                  <a:pt x="3933" y="4520"/>
                </a:lnTo>
                <a:lnTo>
                  <a:pt x="3933" y="4520"/>
                </a:lnTo>
                <a:lnTo>
                  <a:pt x="3946" y="4656"/>
                </a:lnTo>
                <a:lnTo>
                  <a:pt x="3946" y="4656"/>
                </a:lnTo>
                <a:lnTo>
                  <a:pt x="3958" y="4792"/>
                </a:lnTo>
                <a:lnTo>
                  <a:pt x="3958" y="4793"/>
                </a:lnTo>
                <a:lnTo>
                  <a:pt x="3968" y="4929"/>
                </a:lnTo>
                <a:lnTo>
                  <a:pt x="3968" y="4929"/>
                </a:lnTo>
                <a:lnTo>
                  <a:pt x="3978" y="5065"/>
                </a:lnTo>
                <a:lnTo>
                  <a:pt x="3978" y="5065"/>
                </a:lnTo>
                <a:lnTo>
                  <a:pt x="3987" y="5202"/>
                </a:lnTo>
                <a:lnTo>
                  <a:pt x="3996" y="5338"/>
                </a:lnTo>
                <a:lnTo>
                  <a:pt x="4005" y="5475"/>
                </a:lnTo>
                <a:lnTo>
                  <a:pt x="4005" y="5475"/>
                </a:lnTo>
                <a:lnTo>
                  <a:pt x="4016" y="5612"/>
                </a:lnTo>
                <a:lnTo>
                  <a:pt x="4026" y="5748"/>
                </a:lnTo>
                <a:lnTo>
                  <a:pt x="4037" y="5884"/>
                </a:lnTo>
                <a:lnTo>
                  <a:pt x="4037" y="5884"/>
                </a:lnTo>
                <a:lnTo>
                  <a:pt x="4047" y="6020"/>
                </a:lnTo>
                <a:lnTo>
                  <a:pt x="4047" y="6021"/>
                </a:lnTo>
                <a:lnTo>
                  <a:pt x="4057" y="6157"/>
                </a:lnTo>
                <a:lnTo>
                  <a:pt x="4057" y="6157"/>
                </a:lnTo>
                <a:lnTo>
                  <a:pt x="4065" y="6294"/>
                </a:lnTo>
                <a:lnTo>
                  <a:pt x="4065" y="6295"/>
                </a:lnTo>
                <a:lnTo>
                  <a:pt x="4075" y="6445"/>
                </a:lnTo>
                <a:lnTo>
                  <a:pt x="4075" y="6446"/>
                </a:lnTo>
                <a:lnTo>
                  <a:pt x="4088" y="6610"/>
                </a:lnTo>
                <a:lnTo>
                  <a:pt x="4088" y="6610"/>
                </a:lnTo>
                <a:lnTo>
                  <a:pt x="4100" y="6775"/>
                </a:lnTo>
                <a:lnTo>
                  <a:pt x="4100" y="6775"/>
                </a:lnTo>
                <a:lnTo>
                  <a:pt x="4108" y="6924"/>
                </a:lnTo>
                <a:lnTo>
                  <a:pt x="4108" y="6925"/>
                </a:lnTo>
                <a:lnTo>
                  <a:pt x="4108" y="7006"/>
                </a:lnTo>
                <a:lnTo>
                  <a:pt x="4107" y="7009"/>
                </a:lnTo>
                <a:lnTo>
                  <a:pt x="4107" y="7011"/>
                </a:lnTo>
                <a:lnTo>
                  <a:pt x="4106" y="7014"/>
                </a:lnTo>
                <a:lnTo>
                  <a:pt x="4106" y="7016"/>
                </a:lnTo>
                <a:lnTo>
                  <a:pt x="4104" y="7019"/>
                </a:lnTo>
                <a:lnTo>
                  <a:pt x="4103" y="7021"/>
                </a:lnTo>
                <a:lnTo>
                  <a:pt x="4102" y="7023"/>
                </a:lnTo>
                <a:lnTo>
                  <a:pt x="4100" y="7025"/>
                </a:lnTo>
                <a:lnTo>
                  <a:pt x="4098" y="7027"/>
                </a:lnTo>
                <a:lnTo>
                  <a:pt x="4096" y="7028"/>
                </a:lnTo>
                <a:lnTo>
                  <a:pt x="4094" y="7030"/>
                </a:lnTo>
                <a:lnTo>
                  <a:pt x="4091" y="7031"/>
                </a:lnTo>
                <a:lnTo>
                  <a:pt x="4089" y="7032"/>
                </a:lnTo>
                <a:lnTo>
                  <a:pt x="4086" y="7032"/>
                </a:lnTo>
                <a:lnTo>
                  <a:pt x="4084" y="7033"/>
                </a:lnTo>
                <a:lnTo>
                  <a:pt x="4081" y="7033"/>
                </a:lnTo>
                <a:lnTo>
                  <a:pt x="4079" y="7033"/>
                </a:lnTo>
                <a:lnTo>
                  <a:pt x="4076" y="7032"/>
                </a:lnTo>
                <a:lnTo>
                  <a:pt x="4074" y="7032"/>
                </a:lnTo>
                <a:lnTo>
                  <a:pt x="4071" y="7031"/>
                </a:lnTo>
                <a:lnTo>
                  <a:pt x="4069" y="7030"/>
                </a:lnTo>
                <a:lnTo>
                  <a:pt x="4067" y="7028"/>
                </a:lnTo>
                <a:lnTo>
                  <a:pt x="4064" y="7027"/>
                </a:lnTo>
                <a:lnTo>
                  <a:pt x="4063" y="7025"/>
                </a:lnTo>
                <a:lnTo>
                  <a:pt x="4061" y="7023"/>
                </a:lnTo>
                <a:lnTo>
                  <a:pt x="4038" y="6997"/>
                </a:lnTo>
                <a:lnTo>
                  <a:pt x="4035" y="6994"/>
                </a:lnTo>
                <a:lnTo>
                  <a:pt x="3981" y="6937"/>
                </a:lnTo>
                <a:lnTo>
                  <a:pt x="3977" y="6933"/>
                </a:lnTo>
                <a:lnTo>
                  <a:pt x="3972" y="6929"/>
                </a:lnTo>
                <a:lnTo>
                  <a:pt x="3915" y="6887"/>
                </a:lnTo>
                <a:lnTo>
                  <a:pt x="3911" y="6885"/>
                </a:lnTo>
                <a:lnTo>
                  <a:pt x="3906" y="6882"/>
                </a:lnTo>
                <a:lnTo>
                  <a:pt x="3843" y="6851"/>
                </a:lnTo>
                <a:lnTo>
                  <a:pt x="3842" y="6850"/>
                </a:lnTo>
                <a:lnTo>
                  <a:pt x="3773" y="6817"/>
                </a:lnTo>
                <a:lnTo>
                  <a:pt x="3771" y="6816"/>
                </a:lnTo>
                <a:lnTo>
                  <a:pt x="3697" y="6783"/>
                </a:lnTo>
                <a:lnTo>
                  <a:pt x="3693" y="6782"/>
                </a:lnTo>
                <a:lnTo>
                  <a:pt x="3616" y="6753"/>
                </a:lnTo>
                <a:lnTo>
                  <a:pt x="3611" y="6752"/>
                </a:lnTo>
                <a:lnTo>
                  <a:pt x="3532" y="6729"/>
                </a:lnTo>
                <a:lnTo>
                  <a:pt x="3524" y="6727"/>
                </a:lnTo>
                <a:lnTo>
                  <a:pt x="3445" y="6713"/>
                </a:lnTo>
                <a:lnTo>
                  <a:pt x="3438" y="6713"/>
                </a:lnTo>
                <a:lnTo>
                  <a:pt x="3357" y="6706"/>
                </a:lnTo>
                <a:lnTo>
                  <a:pt x="3352" y="6706"/>
                </a:lnTo>
                <a:lnTo>
                  <a:pt x="3268" y="6705"/>
                </a:lnTo>
                <a:lnTo>
                  <a:pt x="3263" y="6705"/>
                </a:lnTo>
                <a:lnTo>
                  <a:pt x="3177" y="6711"/>
                </a:lnTo>
                <a:lnTo>
                  <a:pt x="3171" y="6711"/>
                </a:lnTo>
                <a:lnTo>
                  <a:pt x="3084" y="6723"/>
                </a:lnTo>
                <a:lnTo>
                  <a:pt x="3078" y="6725"/>
                </a:lnTo>
                <a:lnTo>
                  <a:pt x="2990" y="6744"/>
                </a:lnTo>
                <a:lnTo>
                  <a:pt x="2984" y="6746"/>
                </a:lnTo>
                <a:lnTo>
                  <a:pt x="2897" y="6775"/>
                </a:lnTo>
                <a:lnTo>
                  <a:pt x="2890" y="6777"/>
                </a:lnTo>
                <a:lnTo>
                  <a:pt x="2800" y="6817"/>
                </a:lnTo>
                <a:lnTo>
                  <a:pt x="2795" y="6819"/>
                </a:lnTo>
                <a:lnTo>
                  <a:pt x="2702" y="6870"/>
                </a:lnTo>
                <a:lnTo>
                  <a:pt x="2699" y="6872"/>
                </a:lnTo>
                <a:lnTo>
                  <a:pt x="2605" y="6930"/>
                </a:lnTo>
                <a:lnTo>
                  <a:pt x="2602" y="6932"/>
                </a:lnTo>
                <a:lnTo>
                  <a:pt x="2510" y="6995"/>
                </a:lnTo>
                <a:lnTo>
                  <a:pt x="2508" y="6997"/>
                </a:lnTo>
                <a:lnTo>
                  <a:pt x="2422" y="7062"/>
                </a:lnTo>
                <a:lnTo>
                  <a:pt x="2420" y="7064"/>
                </a:lnTo>
                <a:lnTo>
                  <a:pt x="2342" y="7127"/>
                </a:lnTo>
                <a:lnTo>
                  <a:pt x="2338" y="7131"/>
                </a:lnTo>
                <a:lnTo>
                  <a:pt x="2268" y="7198"/>
                </a:lnTo>
                <a:lnTo>
                  <a:pt x="2263" y="7203"/>
                </a:lnTo>
                <a:lnTo>
                  <a:pt x="2198" y="7279"/>
                </a:lnTo>
                <a:lnTo>
                  <a:pt x="2196" y="7281"/>
                </a:lnTo>
                <a:lnTo>
                  <a:pt x="2136" y="7359"/>
                </a:lnTo>
                <a:lnTo>
                  <a:pt x="2136" y="7360"/>
                </a:lnTo>
                <a:lnTo>
                  <a:pt x="2082" y="7432"/>
                </a:lnTo>
                <a:lnTo>
                  <a:pt x="2081" y="7433"/>
                </a:lnTo>
                <a:lnTo>
                  <a:pt x="2036" y="7491"/>
                </a:lnTo>
                <a:lnTo>
                  <a:pt x="2034" y="7493"/>
                </a:lnTo>
                <a:lnTo>
                  <a:pt x="1997" y="7531"/>
                </a:lnTo>
                <a:lnTo>
                  <a:pt x="1995" y="7533"/>
                </a:lnTo>
                <a:lnTo>
                  <a:pt x="1984" y="754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659666" y="2451586"/>
            <a:ext cx="1005700" cy="2250333"/>
            <a:chOff x="1659666" y="2451586"/>
            <a:chExt cx="1005700" cy="2250333"/>
          </a:xfrm>
        </p:grpSpPr>
        <p:sp>
          <p:nvSpPr>
            <p:cNvPr id="17" name="Forma 16"/>
            <p:cNvSpPr/>
            <p:nvPr/>
          </p:nvSpPr>
          <p:spPr>
            <a:xfrm>
              <a:off x="1659666" y="2451586"/>
              <a:ext cx="1005700" cy="225033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735860" y="2672428"/>
              <a:ext cx="777825" cy="1610953"/>
            </a:xfrm>
            <a:custGeom>
              <a:avLst/>
              <a:gdLst/>
              <a:ahLst/>
              <a:cxnLst/>
              <a:rect l="0" t="0" r="r" b="b"/>
              <a:pathLst>
                <a:path w="1372" h="2912" fill="none">
                  <a:moveTo>
                    <a:pt x="1372" y="1372"/>
                  </a:moveTo>
                  <a:lnTo>
                    <a:pt x="1008" y="1176"/>
                  </a:lnTo>
                  <a:lnTo>
                    <a:pt x="560" y="840"/>
                  </a:lnTo>
                  <a:lnTo>
                    <a:pt x="308" y="503"/>
                  </a:lnTo>
                </a:path>
                <a:path w="1372" h="2912" fill="none">
                  <a:moveTo>
                    <a:pt x="1008" y="1176"/>
                  </a:moveTo>
                  <a:lnTo>
                    <a:pt x="840" y="671"/>
                  </a:lnTo>
                  <a:lnTo>
                    <a:pt x="755" y="112"/>
                  </a:lnTo>
                </a:path>
                <a:path w="1372" h="2912" fill="none">
                  <a:moveTo>
                    <a:pt x="1372" y="1372"/>
                  </a:moveTo>
                  <a:lnTo>
                    <a:pt x="840" y="1456"/>
                  </a:lnTo>
                  <a:lnTo>
                    <a:pt x="280" y="1456"/>
                  </a:lnTo>
                  <a:lnTo>
                    <a:pt x="0" y="1512"/>
                  </a:lnTo>
                </a:path>
                <a:path w="1372" h="2912" fill="none">
                  <a:moveTo>
                    <a:pt x="840" y="1456"/>
                  </a:moveTo>
                  <a:lnTo>
                    <a:pt x="448" y="1847"/>
                  </a:lnTo>
                  <a:lnTo>
                    <a:pt x="140" y="2183"/>
                  </a:lnTo>
                </a:path>
                <a:path w="1372" h="2912" fill="none">
                  <a:moveTo>
                    <a:pt x="1372" y="1372"/>
                  </a:moveTo>
                  <a:lnTo>
                    <a:pt x="1008" y="1847"/>
                  </a:lnTo>
                  <a:lnTo>
                    <a:pt x="671" y="2407"/>
                  </a:lnTo>
                  <a:lnTo>
                    <a:pt x="364" y="2855"/>
                  </a:lnTo>
                </a:path>
                <a:path w="1372" h="2912" fill="none">
                  <a:moveTo>
                    <a:pt x="1008" y="1847"/>
                  </a:moveTo>
                  <a:lnTo>
                    <a:pt x="1175" y="2407"/>
                  </a:lnTo>
                  <a:lnTo>
                    <a:pt x="1008" y="2912"/>
                  </a:lnTo>
                </a:path>
                <a:path w="1372" h="2912" fill="none">
                  <a:moveTo>
                    <a:pt x="671" y="2407"/>
                  </a:moveTo>
                  <a:lnTo>
                    <a:pt x="224" y="2687"/>
                  </a:lnTo>
                  <a:lnTo>
                    <a:pt x="0" y="2855"/>
                  </a:lnTo>
                </a:path>
                <a:path w="1372" h="2912" fill="none">
                  <a:moveTo>
                    <a:pt x="560" y="840"/>
                  </a:moveTo>
                  <a:lnTo>
                    <a:pt x="168" y="951"/>
                  </a:lnTo>
                  <a:lnTo>
                    <a:pt x="11" y="1069"/>
                  </a:lnTo>
                </a:path>
                <a:path w="1372" h="2912" fill="none">
                  <a:moveTo>
                    <a:pt x="840" y="671"/>
                  </a:moveTo>
                  <a:lnTo>
                    <a:pt x="503" y="336"/>
                  </a:lnTo>
                </a:path>
                <a:path w="1372" h="2912" fill="none">
                  <a:moveTo>
                    <a:pt x="448" y="1847"/>
                  </a:moveTo>
                  <a:lnTo>
                    <a:pt x="503" y="2239"/>
                  </a:lnTo>
                  <a:lnTo>
                    <a:pt x="335" y="2632"/>
                  </a:lnTo>
                </a:path>
                <a:path w="1372" h="2912" fill="none">
                  <a:moveTo>
                    <a:pt x="1372" y="1372"/>
                  </a:moveTo>
                  <a:lnTo>
                    <a:pt x="1288" y="951"/>
                  </a:lnTo>
                  <a:lnTo>
                    <a:pt x="1120" y="503"/>
                  </a:lnTo>
                  <a:lnTo>
                    <a:pt x="1008" y="0"/>
                  </a:lnTo>
                </a:path>
                <a:path w="1372" h="2912" fill="none">
                  <a:moveTo>
                    <a:pt x="280" y="1456"/>
                  </a:moveTo>
                  <a:lnTo>
                    <a:pt x="111" y="17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688493" y="3431435"/>
              <a:ext cx="841066" cy="938492"/>
            </a:xfrm>
            <a:custGeom>
              <a:avLst/>
              <a:gdLst/>
              <a:ahLst/>
              <a:cxnLst/>
              <a:rect l="0" t="0" r="r" b="b"/>
              <a:pathLst>
                <a:path w="1483" h="1696" fill="none">
                  <a:moveTo>
                    <a:pt x="0" y="93"/>
                  </a:moveTo>
                  <a:lnTo>
                    <a:pt x="97" y="102"/>
                  </a:lnTo>
                  <a:lnTo>
                    <a:pt x="228" y="115"/>
                  </a:lnTo>
                  <a:lnTo>
                    <a:pt x="360" y="124"/>
                  </a:lnTo>
                  <a:lnTo>
                    <a:pt x="475" y="128"/>
                  </a:lnTo>
                  <a:lnTo>
                    <a:pt x="571" y="126"/>
                  </a:lnTo>
                  <a:lnTo>
                    <a:pt x="658" y="119"/>
                  </a:lnTo>
                  <a:lnTo>
                    <a:pt x="742" y="109"/>
                  </a:lnTo>
                  <a:lnTo>
                    <a:pt x="828" y="96"/>
                  </a:lnTo>
                  <a:lnTo>
                    <a:pt x="923" y="84"/>
                  </a:lnTo>
                  <a:lnTo>
                    <a:pt x="1037" y="68"/>
                  </a:lnTo>
                  <a:lnTo>
                    <a:pt x="1166" y="49"/>
                  </a:lnTo>
                  <a:lnTo>
                    <a:pt x="1294" y="29"/>
                  </a:lnTo>
                  <a:lnTo>
                    <a:pt x="1405" y="12"/>
                  </a:lnTo>
                  <a:lnTo>
                    <a:pt x="1483" y="0"/>
                  </a:lnTo>
                </a:path>
                <a:path w="1483" h="1696" fill="none">
                  <a:moveTo>
                    <a:pt x="37" y="1696"/>
                  </a:moveTo>
                  <a:lnTo>
                    <a:pt x="96" y="1624"/>
                  </a:lnTo>
                  <a:lnTo>
                    <a:pt x="192" y="1505"/>
                  </a:lnTo>
                  <a:lnTo>
                    <a:pt x="305" y="1367"/>
                  </a:lnTo>
                  <a:lnTo>
                    <a:pt x="422" y="1225"/>
                  </a:lnTo>
                  <a:lnTo>
                    <a:pt x="531" y="1091"/>
                  </a:lnTo>
                  <a:lnTo>
                    <a:pt x="633" y="965"/>
                  </a:lnTo>
                  <a:lnTo>
                    <a:pt x="735" y="834"/>
                  </a:lnTo>
                  <a:lnTo>
                    <a:pt x="837" y="706"/>
                  </a:lnTo>
                  <a:lnTo>
                    <a:pt x="938" y="584"/>
                  </a:lnTo>
                  <a:lnTo>
                    <a:pt x="1035" y="475"/>
                  </a:lnTo>
                  <a:lnTo>
                    <a:pt x="1135" y="376"/>
                  </a:lnTo>
                  <a:lnTo>
                    <a:pt x="1240" y="284"/>
                  </a:lnTo>
                  <a:lnTo>
                    <a:pt x="1339" y="201"/>
                  </a:lnTo>
                  <a:lnTo>
                    <a:pt x="1423" y="133"/>
                  </a:lnTo>
                  <a:lnTo>
                    <a:pt x="1483" y="8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659666" y="2451586"/>
            <a:ext cx="1005700" cy="2250333"/>
          </a:xfrm>
          <a:custGeom>
            <a:avLst/>
            <a:gdLst/>
            <a:ahLst/>
            <a:cxnLst/>
            <a:rect l="0" t="0" r="r" b="b"/>
            <a:pathLst>
              <a:path w="1773" h="4067" fill="none">
                <a:moveTo>
                  <a:pt x="193" y="4061"/>
                </a:moveTo>
                <a:lnTo>
                  <a:pt x="220" y="4032"/>
                </a:lnTo>
                <a:lnTo>
                  <a:pt x="255" y="3988"/>
                </a:lnTo>
                <a:lnTo>
                  <a:pt x="295" y="3934"/>
                </a:lnTo>
                <a:lnTo>
                  <a:pt x="296" y="3933"/>
                </a:lnTo>
                <a:lnTo>
                  <a:pt x="341" y="3875"/>
                </a:lnTo>
                <a:lnTo>
                  <a:pt x="343" y="3872"/>
                </a:lnTo>
                <a:lnTo>
                  <a:pt x="392" y="3815"/>
                </a:lnTo>
                <a:lnTo>
                  <a:pt x="396" y="3810"/>
                </a:lnTo>
                <a:lnTo>
                  <a:pt x="450" y="3759"/>
                </a:lnTo>
                <a:lnTo>
                  <a:pt x="453" y="3756"/>
                </a:lnTo>
                <a:lnTo>
                  <a:pt x="512" y="3708"/>
                </a:lnTo>
                <a:lnTo>
                  <a:pt x="514" y="3706"/>
                </a:lnTo>
                <a:lnTo>
                  <a:pt x="579" y="3657"/>
                </a:lnTo>
                <a:lnTo>
                  <a:pt x="581" y="3656"/>
                </a:lnTo>
                <a:lnTo>
                  <a:pt x="650" y="3608"/>
                </a:lnTo>
                <a:lnTo>
                  <a:pt x="653" y="3606"/>
                </a:lnTo>
                <a:lnTo>
                  <a:pt x="724" y="3562"/>
                </a:lnTo>
                <a:lnTo>
                  <a:pt x="727" y="3560"/>
                </a:lnTo>
                <a:lnTo>
                  <a:pt x="798" y="3522"/>
                </a:lnTo>
                <a:lnTo>
                  <a:pt x="802" y="3520"/>
                </a:lnTo>
                <a:lnTo>
                  <a:pt x="871" y="3490"/>
                </a:lnTo>
                <a:lnTo>
                  <a:pt x="876" y="3487"/>
                </a:lnTo>
                <a:lnTo>
                  <a:pt x="943" y="3466"/>
                </a:lnTo>
                <a:lnTo>
                  <a:pt x="948" y="3464"/>
                </a:lnTo>
                <a:lnTo>
                  <a:pt x="1015" y="3449"/>
                </a:lnTo>
                <a:lnTo>
                  <a:pt x="1021" y="3448"/>
                </a:lnTo>
                <a:lnTo>
                  <a:pt x="1087" y="3439"/>
                </a:lnTo>
                <a:lnTo>
                  <a:pt x="1092" y="3438"/>
                </a:lnTo>
                <a:lnTo>
                  <a:pt x="1158" y="3434"/>
                </a:lnTo>
                <a:lnTo>
                  <a:pt x="1162" y="3434"/>
                </a:lnTo>
                <a:lnTo>
                  <a:pt x="1226" y="3435"/>
                </a:lnTo>
                <a:lnTo>
                  <a:pt x="1230" y="3435"/>
                </a:lnTo>
                <a:lnTo>
                  <a:pt x="1292" y="3440"/>
                </a:lnTo>
                <a:lnTo>
                  <a:pt x="1298" y="3440"/>
                </a:lnTo>
                <a:lnTo>
                  <a:pt x="1359" y="3451"/>
                </a:lnTo>
                <a:lnTo>
                  <a:pt x="1365" y="3452"/>
                </a:lnTo>
                <a:lnTo>
                  <a:pt x="1426" y="3470"/>
                </a:lnTo>
                <a:lnTo>
                  <a:pt x="1430" y="3471"/>
                </a:lnTo>
                <a:lnTo>
                  <a:pt x="1489" y="3493"/>
                </a:lnTo>
                <a:lnTo>
                  <a:pt x="1492" y="3494"/>
                </a:lnTo>
                <a:lnTo>
                  <a:pt x="1548" y="3519"/>
                </a:lnTo>
                <a:lnTo>
                  <a:pt x="1550" y="3520"/>
                </a:lnTo>
                <a:lnTo>
                  <a:pt x="1603" y="3545"/>
                </a:lnTo>
                <a:lnTo>
                  <a:pt x="1603" y="3545"/>
                </a:lnTo>
                <a:lnTo>
                  <a:pt x="1651" y="3569"/>
                </a:lnTo>
                <a:lnTo>
                  <a:pt x="1655" y="3572"/>
                </a:lnTo>
                <a:lnTo>
                  <a:pt x="1660" y="3574"/>
                </a:lnTo>
                <a:lnTo>
                  <a:pt x="1704" y="3606"/>
                </a:lnTo>
                <a:lnTo>
                  <a:pt x="1708" y="3610"/>
                </a:lnTo>
                <a:lnTo>
                  <a:pt x="1712" y="3614"/>
                </a:lnTo>
                <a:lnTo>
                  <a:pt x="1754" y="3657"/>
                </a:lnTo>
                <a:lnTo>
                  <a:pt x="1756" y="3660"/>
                </a:lnTo>
                <a:lnTo>
                  <a:pt x="1773" y="3680"/>
                </a:lnTo>
                <a:lnTo>
                  <a:pt x="1773" y="3619"/>
                </a:lnTo>
                <a:lnTo>
                  <a:pt x="1768" y="3508"/>
                </a:lnTo>
                <a:lnTo>
                  <a:pt x="1759" y="3384"/>
                </a:lnTo>
                <a:lnTo>
                  <a:pt x="1749" y="3260"/>
                </a:lnTo>
                <a:lnTo>
                  <a:pt x="1749" y="3260"/>
                </a:lnTo>
                <a:lnTo>
                  <a:pt x="1741" y="3147"/>
                </a:lnTo>
                <a:lnTo>
                  <a:pt x="1741" y="3146"/>
                </a:lnTo>
                <a:lnTo>
                  <a:pt x="1735" y="3043"/>
                </a:lnTo>
                <a:lnTo>
                  <a:pt x="1728" y="2941"/>
                </a:lnTo>
                <a:lnTo>
                  <a:pt x="1720" y="2839"/>
                </a:lnTo>
                <a:lnTo>
                  <a:pt x="1712" y="2736"/>
                </a:lnTo>
                <a:lnTo>
                  <a:pt x="1704" y="2634"/>
                </a:lnTo>
                <a:lnTo>
                  <a:pt x="1704" y="2634"/>
                </a:lnTo>
                <a:lnTo>
                  <a:pt x="1696" y="2531"/>
                </a:lnTo>
                <a:lnTo>
                  <a:pt x="1696" y="2531"/>
                </a:lnTo>
                <a:lnTo>
                  <a:pt x="1689" y="2428"/>
                </a:lnTo>
                <a:lnTo>
                  <a:pt x="1689" y="2428"/>
                </a:lnTo>
                <a:lnTo>
                  <a:pt x="1682" y="2325"/>
                </a:lnTo>
                <a:lnTo>
                  <a:pt x="1675" y="2223"/>
                </a:lnTo>
                <a:lnTo>
                  <a:pt x="1668" y="2121"/>
                </a:lnTo>
                <a:lnTo>
                  <a:pt x="1660" y="2018"/>
                </a:lnTo>
                <a:lnTo>
                  <a:pt x="1652" y="1916"/>
                </a:lnTo>
                <a:lnTo>
                  <a:pt x="1642" y="1814"/>
                </a:lnTo>
                <a:lnTo>
                  <a:pt x="1633" y="1711"/>
                </a:lnTo>
                <a:lnTo>
                  <a:pt x="1622" y="1608"/>
                </a:lnTo>
                <a:lnTo>
                  <a:pt x="1611" y="1506"/>
                </a:lnTo>
                <a:lnTo>
                  <a:pt x="1599" y="1405"/>
                </a:lnTo>
                <a:lnTo>
                  <a:pt x="1585" y="1304"/>
                </a:lnTo>
                <a:lnTo>
                  <a:pt x="1569" y="1201"/>
                </a:lnTo>
                <a:lnTo>
                  <a:pt x="1552" y="1097"/>
                </a:lnTo>
                <a:lnTo>
                  <a:pt x="1534" y="993"/>
                </a:lnTo>
                <a:lnTo>
                  <a:pt x="1515" y="891"/>
                </a:lnTo>
                <a:lnTo>
                  <a:pt x="1495" y="795"/>
                </a:lnTo>
                <a:lnTo>
                  <a:pt x="1474" y="705"/>
                </a:lnTo>
                <a:lnTo>
                  <a:pt x="1452" y="620"/>
                </a:lnTo>
                <a:lnTo>
                  <a:pt x="1429" y="539"/>
                </a:lnTo>
                <a:lnTo>
                  <a:pt x="1404" y="462"/>
                </a:lnTo>
                <a:lnTo>
                  <a:pt x="1379" y="390"/>
                </a:lnTo>
                <a:lnTo>
                  <a:pt x="1355" y="325"/>
                </a:lnTo>
                <a:lnTo>
                  <a:pt x="1331" y="265"/>
                </a:lnTo>
                <a:lnTo>
                  <a:pt x="1309" y="213"/>
                </a:lnTo>
                <a:lnTo>
                  <a:pt x="1289" y="168"/>
                </a:lnTo>
                <a:lnTo>
                  <a:pt x="1269" y="131"/>
                </a:lnTo>
                <a:lnTo>
                  <a:pt x="1250" y="99"/>
                </a:lnTo>
                <a:lnTo>
                  <a:pt x="1231" y="73"/>
                </a:lnTo>
                <a:lnTo>
                  <a:pt x="1211" y="51"/>
                </a:lnTo>
                <a:lnTo>
                  <a:pt x="1189" y="31"/>
                </a:lnTo>
                <a:lnTo>
                  <a:pt x="1170" y="17"/>
                </a:lnTo>
                <a:lnTo>
                  <a:pt x="1152" y="8"/>
                </a:lnTo>
                <a:lnTo>
                  <a:pt x="1133" y="2"/>
                </a:lnTo>
                <a:lnTo>
                  <a:pt x="1111" y="0"/>
                </a:lnTo>
                <a:lnTo>
                  <a:pt x="1082" y="1"/>
                </a:lnTo>
                <a:lnTo>
                  <a:pt x="1043" y="8"/>
                </a:lnTo>
                <a:lnTo>
                  <a:pt x="997" y="20"/>
                </a:lnTo>
                <a:lnTo>
                  <a:pt x="947" y="38"/>
                </a:lnTo>
                <a:lnTo>
                  <a:pt x="894" y="61"/>
                </a:lnTo>
                <a:lnTo>
                  <a:pt x="842" y="86"/>
                </a:lnTo>
                <a:lnTo>
                  <a:pt x="794" y="115"/>
                </a:lnTo>
                <a:lnTo>
                  <a:pt x="748" y="146"/>
                </a:lnTo>
                <a:lnTo>
                  <a:pt x="702" y="182"/>
                </a:lnTo>
                <a:lnTo>
                  <a:pt x="657" y="221"/>
                </a:lnTo>
                <a:lnTo>
                  <a:pt x="613" y="264"/>
                </a:lnTo>
                <a:lnTo>
                  <a:pt x="570" y="310"/>
                </a:lnTo>
                <a:lnTo>
                  <a:pt x="529" y="359"/>
                </a:lnTo>
                <a:lnTo>
                  <a:pt x="490" y="411"/>
                </a:lnTo>
                <a:lnTo>
                  <a:pt x="452" y="466"/>
                </a:lnTo>
                <a:lnTo>
                  <a:pt x="415" y="524"/>
                </a:lnTo>
                <a:lnTo>
                  <a:pt x="379" y="585"/>
                </a:lnTo>
                <a:lnTo>
                  <a:pt x="345" y="649"/>
                </a:lnTo>
                <a:lnTo>
                  <a:pt x="313" y="716"/>
                </a:lnTo>
                <a:lnTo>
                  <a:pt x="282" y="785"/>
                </a:lnTo>
                <a:lnTo>
                  <a:pt x="252" y="858"/>
                </a:lnTo>
                <a:lnTo>
                  <a:pt x="223" y="933"/>
                </a:lnTo>
                <a:lnTo>
                  <a:pt x="197" y="1011"/>
                </a:lnTo>
                <a:lnTo>
                  <a:pt x="172" y="1090"/>
                </a:lnTo>
                <a:lnTo>
                  <a:pt x="149" y="1171"/>
                </a:lnTo>
                <a:lnTo>
                  <a:pt x="128" y="1253"/>
                </a:lnTo>
                <a:lnTo>
                  <a:pt x="109" y="1339"/>
                </a:lnTo>
                <a:lnTo>
                  <a:pt x="92" y="1426"/>
                </a:lnTo>
                <a:lnTo>
                  <a:pt x="76" y="1515"/>
                </a:lnTo>
                <a:lnTo>
                  <a:pt x="62" y="1605"/>
                </a:lnTo>
                <a:lnTo>
                  <a:pt x="49" y="1695"/>
                </a:lnTo>
                <a:lnTo>
                  <a:pt x="38" y="1785"/>
                </a:lnTo>
                <a:lnTo>
                  <a:pt x="29" y="1877"/>
                </a:lnTo>
                <a:lnTo>
                  <a:pt x="21" y="1970"/>
                </a:lnTo>
                <a:lnTo>
                  <a:pt x="15" y="2063"/>
                </a:lnTo>
                <a:lnTo>
                  <a:pt x="9" y="2156"/>
                </a:lnTo>
                <a:lnTo>
                  <a:pt x="5" y="2249"/>
                </a:lnTo>
                <a:lnTo>
                  <a:pt x="2" y="2342"/>
                </a:lnTo>
                <a:lnTo>
                  <a:pt x="0" y="2435"/>
                </a:lnTo>
                <a:lnTo>
                  <a:pt x="0" y="2528"/>
                </a:lnTo>
                <a:lnTo>
                  <a:pt x="0" y="2621"/>
                </a:lnTo>
                <a:lnTo>
                  <a:pt x="2" y="2713"/>
                </a:lnTo>
                <a:lnTo>
                  <a:pt x="5" y="2804"/>
                </a:lnTo>
                <a:lnTo>
                  <a:pt x="10" y="2895"/>
                </a:lnTo>
                <a:lnTo>
                  <a:pt x="16" y="2985"/>
                </a:lnTo>
                <a:lnTo>
                  <a:pt x="23" y="3075"/>
                </a:lnTo>
                <a:lnTo>
                  <a:pt x="31" y="3164"/>
                </a:lnTo>
                <a:lnTo>
                  <a:pt x="40" y="3250"/>
                </a:lnTo>
                <a:lnTo>
                  <a:pt x="49" y="3331"/>
                </a:lnTo>
                <a:lnTo>
                  <a:pt x="59" y="3409"/>
                </a:lnTo>
                <a:lnTo>
                  <a:pt x="70" y="3485"/>
                </a:lnTo>
                <a:lnTo>
                  <a:pt x="81" y="3557"/>
                </a:lnTo>
                <a:lnTo>
                  <a:pt x="92" y="3627"/>
                </a:lnTo>
                <a:lnTo>
                  <a:pt x="104" y="3694"/>
                </a:lnTo>
                <a:lnTo>
                  <a:pt x="116" y="3759"/>
                </a:lnTo>
                <a:lnTo>
                  <a:pt x="128" y="3824"/>
                </a:lnTo>
                <a:lnTo>
                  <a:pt x="140" y="3890"/>
                </a:lnTo>
                <a:lnTo>
                  <a:pt x="153" y="3952"/>
                </a:lnTo>
                <a:lnTo>
                  <a:pt x="165" y="4007"/>
                </a:lnTo>
                <a:lnTo>
                  <a:pt x="178" y="4050"/>
                </a:lnTo>
                <a:lnTo>
                  <a:pt x="185" y="4067"/>
                </a:lnTo>
                <a:lnTo>
                  <a:pt x="193" y="406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88823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presión pleural se vuelve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POSITIVA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61" name="Presión positiva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782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 &gt; 0</a:t>
            </a:r>
            <a:endParaRPr lang="es-AR" sz="24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413499" y="91440"/>
            <a:ext cx="761360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INTRAPLEURAL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5/13</a:t>
            </a:r>
            <a:endParaRPr lang="es-AR" sz="13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30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47" grpId="0" animBg="1"/>
    </p:bld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25674" y="2896416"/>
            <a:ext cx="574686" cy="1285905"/>
            <a:chOff x="2025674" y="2896416"/>
            <a:chExt cx="574686" cy="1285905"/>
          </a:xfrm>
        </p:grpSpPr>
        <p:sp>
          <p:nvSpPr>
            <p:cNvPr id="17" name="Forma 16"/>
            <p:cNvSpPr/>
            <p:nvPr/>
          </p:nvSpPr>
          <p:spPr>
            <a:xfrm>
              <a:off x="2025674" y="2896416"/>
              <a:ext cx="574686" cy="128590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69214" y="3022611"/>
              <a:ext cx="444472" cy="920545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46982" y="3456329"/>
              <a:ext cx="475774" cy="531279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25674" y="2896416"/>
            <a:ext cx="574686" cy="1285905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68249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presión positiva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colapsa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pulmón ipsilateral: muñón contra el mediastino.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68868" y="91440"/>
            <a:ext cx="425823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COLAPSO PULMONAR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6/13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0" y="390"/>
                </a:lnTo>
                <a:lnTo>
                  <a:pt x="16" y="390"/>
                </a:lnTo>
                <a:lnTo>
                  <a:pt x="161" y="399"/>
                </a:lnTo>
                <a:lnTo>
                  <a:pt x="166" y="400"/>
                </a:lnTo>
                <a:lnTo>
                  <a:pt x="311" y="422"/>
                </a:lnTo>
                <a:lnTo>
                  <a:pt x="315" y="423"/>
                </a:lnTo>
                <a:lnTo>
                  <a:pt x="454" y="457"/>
                </a:lnTo>
                <a:lnTo>
                  <a:pt x="460" y="459"/>
                </a:lnTo>
                <a:lnTo>
                  <a:pt x="586" y="504"/>
                </a:lnTo>
                <a:lnTo>
                  <a:pt x="593" y="507"/>
                </a:lnTo>
                <a:lnTo>
                  <a:pt x="701" y="563"/>
                </a:lnTo>
                <a:lnTo>
                  <a:pt x="705" y="566"/>
                </a:lnTo>
                <a:lnTo>
                  <a:pt x="709" y="569"/>
                </a:lnTo>
                <a:lnTo>
                  <a:pt x="795" y="634"/>
                </a:lnTo>
                <a:lnTo>
                  <a:pt x="799" y="638"/>
                </a:lnTo>
                <a:lnTo>
                  <a:pt x="803" y="642"/>
                </a:lnTo>
                <a:lnTo>
                  <a:pt x="869" y="717"/>
                </a:lnTo>
                <a:lnTo>
                  <a:pt x="871" y="720"/>
                </a:lnTo>
                <a:lnTo>
                  <a:pt x="874" y="724"/>
                </a:lnTo>
                <a:lnTo>
                  <a:pt x="928" y="811"/>
                </a:lnTo>
                <a:lnTo>
                  <a:pt x="930" y="816"/>
                </a:lnTo>
                <a:lnTo>
                  <a:pt x="979" y="915"/>
                </a:lnTo>
                <a:lnTo>
                  <a:pt x="980" y="917"/>
                </a:lnTo>
                <a:lnTo>
                  <a:pt x="1031" y="1031"/>
                </a:lnTo>
                <a:lnTo>
                  <a:pt x="1092" y="1160"/>
                </a:lnTo>
                <a:lnTo>
                  <a:pt x="1163" y="1307"/>
                </a:lnTo>
                <a:lnTo>
                  <a:pt x="1163" y="1307"/>
                </a:lnTo>
                <a:lnTo>
                  <a:pt x="1239" y="1471"/>
                </a:lnTo>
                <a:lnTo>
                  <a:pt x="1239" y="1472"/>
                </a:lnTo>
                <a:lnTo>
                  <a:pt x="1317" y="1649"/>
                </a:lnTo>
                <a:lnTo>
                  <a:pt x="1317" y="1651"/>
                </a:lnTo>
                <a:lnTo>
                  <a:pt x="1396" y="1841"/>
                </a:lnTo>
                <a:lnTo>
                  <a:pt x="1396" y="1842"/>
                </a:lnTo>
                <a:lnTo>
                  <a:pt x="1474" y="2043"/>
                </a:lnTo>
                <a:lnTo>
                  <a:pt x="1474" y="2044"/>
                </a:lnTo>
                <a:lnTo>
                  <a:pt x="1548" y="2253"/>
                </a:lnTo>
                <a:lnTo>
                  <a:pt x="1548" y="2255"/>
                </a:lnTo>
                <a:lnTo>
                  <a:pt x="1620" y="2477"/>
                </a:lnTo>
                <a:lnTo>
                  <a:pt x="1621" y="2479"/>
                </a:lnTo>
                <a:lnTo>
                  <a:pt x="1692" y="2717"/>
                </a:lnTo>
                <a:lnTo>
                  <a:pt x="1692" y="2717"/>
                </a:lnTo>
                <a:lnTo>
                  <a:pt x="1762" y="2966"/>
                </a:lnTo>
                <a:lnTo>
                  <a:pt x="1762" y="2967"/>
                </a:lnTo>
                <a:lnTo>
                  <a:pt x="1830" y="3221"/>
                </a:lnTo>
                <a:lnTo>
                  <a:pt x="1831" y="3222"/>
                </a:lnTo>
                <a:lnTo>
                  <a:pt x="1896" y="3477"/>
                </a:lnTo>
                <a:lnTo>
                  <a:pt x="1896" y="3477"/>
                </a:lnTo>
                <a:lnTo>
                  <a:pt x="1957" y="3728"/>
                </a:lnTo>
                <a:lnTo>
                  <a:pt x="1957" y="3729"/>
                </a:lnTo>
                <a:lnTo>
                  <a:pt x="2014" y="3977"/>
                </a:lnTo>
                <a:lnTo>
                  <a:pt x="2014" y="3977"/>
                </a:lnTo>
                <a:lnTo>
                  <a:pt x="2067" y="4226"/>
                </a:lnTo>
                <a:lnTo>
                  <a:pt x="2068" y="4227"/>
                </a:lnTo>
                <a:lnTo>
                  <a:pt x="2118" y="4477"/>
                </a:lnTo>
                <a:lnTo>
                  <a:pt x="2118" y="4477"/>
                </a:lnTo>
                <a:lnTo>
                  <a:pt x="2166" y="4727"/>
                </a:lnTo>
                <a:lnTo>
                  <a:pt x="2166" y="4728"/>
                </a:lnTo>
                <a:lnTo>
                  <a:pt x="2213" y="4978"/>
                </a:lnTo>
                <a:lnTo>
                  <a:pt x="2213" y="4978"/>
                </a:lnTo>
                <a:lnTo>
                  <a:pt x="2259" y="5228"/>
                </a:lnTo>
                <a:lnTo>
                  <a:pt x="2259" y="5228"/>
                </a:lnTo>
                <a:lnTo>
                  <a:pt x="2303" y="5478"/>
                </a:lnTo>
                <a:lnTo>
                  <a:pt x="2303" y="5478"/>
                </a:lnTo>
                <a:lnTo>
                  <a:pt x="2345" y="5727"/>
                </a:lnTo>
                <a:lnTo>
                  <a:pt x="2345" y="5728"/>
                </a:lnTo>
                <a:lnTo>
                  <a:pt x="2385" y="5977"/>
                </a:lnTo>
                <a:lnTo>
                  <a:pt x="2385" y="5977"/>
                </a:lnTo>
                <a:lnTo>
                  <a:pt x="2425" y="6227"/>
                </a:lnTo>
                <a:lnTo>
                  <a:pt x="2465" y="6476"/>
                </a:lnTo>
                <a:lnTo>
                  <a:pt x="2505" y="6725"/>
                </a:lnTo>
                <a:lnTo>
                  <a:pt x="2548" y="6974"/>
                </a:lnTo>
                <a:lnTo>
                  <a:pt x="2592" y="7222"/>
                </a:lnTo>
                <a:lnTo>
                  <a:pt x="2637" y="7471"/>
                </a:lnTo>
                <a:lnTo>
                  <a:pt x="2637" y="7472"/>
                </a:lnTo>
                <a:lnTo>
                  <a:pt x="2679" y="7721"/>
                </a:lnTo>
                <a:lnTo>
                  <a:pt x="2679" y="7722"/>
                </a:lnTo>
                <a:lnTo>
                  <a:pt x="2718" y="7971"/>
                </a:lnTo>
                <a:lnTo>
                  <a:pt x="2719" y="7973"/>
                </a:lnTo>
                <a:lnTo>
                  <a:pt x="2752" y="8223"/>
                </a:lnTo>
                <a:lnTo>
                  <a:pt x="2798" y="8486"/>
                </a:lnTo>
                <a:lnTo>
                  <a:pt x="2860" y="8767"/>
                </a:lnTo>
                <a:lnTo>
                  <a:pt x="2861" y="8767"/>
                </a:lnTo>
                <a:lnTo>
                  <a:pt x="2920" y="9050"/>
                </a:lnTo>
                <a:lnTo>
                  <a:pt x="2921" y="9054"/>
                </a:lnTo>
                <a:lnTo>
                  <a:pt x="2956" y="9322"/>
                </a:lnTo>
                <a:lnTo>
                  <a:pt x="2956" y="9327"/>
                </a:lnTo>
                <a:lnTo>
                  <a:pt x="2956" y="9332"/>
                </a:lnTo>
                <a:lnTo>
                  <a:pt x="2946" y="9568"/>
                </a:lnTo>
                <a:lnTo>
                  <a:pt x="2946" y="9574"/>
                </a:lnTo>
                <a:lnTo>
                  <a:pt x="2944" y="9580"/>
                </a:lnTo>
                <a:lnTo>
                  <a:pt x="2942" y="9586"/>
                </a:lnTo>
                <a:lnTo>
                  <a:pt x="2866" y="9775"/>
                </a:lnTo>
                <a:lnTo>
                  <a:pt x="2863" y="9780"/>
                </a:lnTo>
                <a:lnTo>
                  <a:pt x="2861" y="9785"/>
                </a:lnTo>
                <a:lnTo>
                  <a:pt x="2857" y="9789"/>
                </a:lnTo>
                <a:lnTo>
                  <a:pt x="2853" y="9793"/>
                </a:lnTo>
                <a:lnTo>
                  <a:pt x="2849" y="9797"/>
                </a:lnTo>
                <a:lnTo>
                  <a:pt x="2684" y="9930"/>
                </a:lnTo>
                <a:lnTo>
                  <a:pt x="2679" y="9933"/>
                </a:lnTo>
                <a:lnTo>
                  <a:pt x="2674" y="9936"/>
                </a:lnTo>
                <a:lnTo>
                  <a:pt x="2668" y="9939"/>
                </a:lnTo>
                <a:lnTo>
                  <a:pt x="2500" y="10000"/>
                </a:lnTo>
                <a:lnTo>
                  <a:pt x="4625" y="10000"/>
                </a:lnTo>
                <a:lnTo>
                  <a:pt x="4625" y="7356"/>
                </a:lnTo>
                <a:lnTo>
                  <a:pt x="4588" y="7236"/>
                </a:lnTo>
                <a:lnTo>
                  <a:pt x="4513" y="6996"/>
                </a:lnTo>
                <a:lnTo>
                  <a:pt x="4513" y="6995"/>
                </a:lnTo>
                <a:lnTo>
                  <a:pt x="4440" y="6750"/>
                </a:lnTo>
                <a:lnTo>
                  <a:pt x="4364" y="6501"/>
                </a:lnTo>
                <a:lnTo>
                  <a:pt x="4280" y="6253"/>
                </a:lnTo>
                <a:lnTo>
                  <a:pt x="4195" y="6003"/>
                </a:lnTo>
                <a:lnTo>
                  <a:pt x="4194" y="6002"/>
                </a:lnTo>
                <a:lnTo>
                  <a:pt x="4116" y="5753"/>
                </a:lnTo>
                <a:lnTo>
                  <a:pt x="4115" y="5750"/>
                </a:lnTo>
                <a:lnTo>
                  <a:pt x="4049" y="5501"/>
                </a:lnTo>
                <a:lnTo>
                  <a:pt x="4048" y="5497"/>
                </a:lnTo>
                <a:lnTo>
                  <a:pt x="4002" y="5248"/>
                </a:lnTo>
                <a:lnTo>
                  <a:pt x="4001" y="5243"/>
                </a:lnTo>
                <a:lnTo>
                  <a:pt x="3977" y="4993"/>
                </a:lnTo>
                <a:lnTo>
                  <a:pt x="3977" y="4989"/>
                </a:lnTo>
                <a:lnTo>
                  <a:pt x="3971" y="4739"/>
                </a:lnTo>
                <a:lnTo>
                  <a:pt x="3971" y="4736"/>
                </a:lnTo>
                <a:lnTo>
                  <a:pt x="3978" y="4486"/>
                </a:lnTo>
                <a:lnTo>
                  <a:pt x="3978" y="4484"/>
                </a:lnTo>
                <a:lnTo>
                  <a:pt x="3992" y="4235"/>
                </a:lnTo>
                <a:lnTo>
                  <a:pt x="3992" y="4234"/>
                </a:lnTo>
                <a:lnTo>
                  <a:pt x="4010" y="3985"/>
                </a:lnTo>
                <a:lnTo>
                  <a:pt x="4026" y="3738"/>
                </a:lnTo>
                <a:lnTo>
                  <a:pt x="4041" y="3487"/>
                </a:lnTo>
                <a:lnTo>
                  <a:pt x="4041" y="3486"/>
                </a:lnTo>
                <a:lnTo>
                  <a:pt x="4059" y="3231"/>
                </a:lnTo>
                <a:lnTo>
                  <a:pt x="4059" y="3231"/>
                </a:lnTo>
                <a:lnTo>
                  <a:pt x="4080" y="2976"/>
                </a:lnTo>
                <a:lnTo>
                  <a:pt x="4080" y="2976"/>
                </a:lnTo>
                <a:lnTo>
                  <a:pt x="4105" y="2727"/>
                </a:lnTo>
                <a:lnTo>
                  <a:pt x="4105" y="2726"/>
                </a:lnTo>
                <a:lnTo>
                  <a:pt x="4132" y="2488"/>
                </a:lnTo>
                <a:lnTo>
                  <a:pt x="4133" y="2487"/>
                </a:lnTo>
                <a:lnTo>
                  <a:pt x="4163" y="2264"/>
                </a:lnTo>
                <a:lnTo>
                  <a:pt x="4164" y="2263"/>
                </a:lnTo>
                <a:lnTo>
                  <a:pt x="4199" y="2053"/>
                </a:lnTo>
                <a:lnTo>
                  <a:pt x="4199" y="2052"/>
                </a:lnTo>
                <a:lnTo>
                  <a:pt x="4239" y="1851"/>
                </a:lnTo>
                <a:lnTo>
                  <a:pt x="4239" y="1849"/>
                </a:lnTo>
                <a:lnTo>
                  <a:pt x="4282" y="1659"/>
                </a:lnTo>
                <a:lnTo>
                  <a:pt x="4282" y="1658"/>
                </a:lnTo>
                <a:lnTo>
                  <a:pt x="4327" y="1480"/>
                </a:lnTo>
                <a:lnTo>
                  <a:pt x="4327" y="1479"/>
                </a:lnTo>
                <a:lnTo>
                  <a:pt x="4373" y="1316"/>
                </a:lnTo>
                <a:lnTo>
                  <a:pt x="4373" y="1314"/>
                </a:lnTo>
                <a:lnTo>
                  <a:pt x="4419" y="1167"/>
                </a:lnTo>
                <a:lnTo>
                  <a:pt x="4420" y="1164"/>
                </a:lnTo>
                <a:lnTo>
                  <a:pt x="4469" y="1034"/>
                </a:lnTo>
                <a:lnTo>
                  <a:pt x="4470" y="1030"/>
                </a:lnTo>
                <a:lnTo>
                  <a:pt x="4524" y="916"/>
                </a:lnTo>
                <a:lnTo>
                  <a:pt x="4526" y="913"/>
                </a:lnTo>
                <a:lnTo>
                  <a:pt x="4580" y="813"/>
                </a:lnTo>
                <a:lnTo>
                  <a:pt x="4581" y="812"/>
                </a:lnTo>
                <a:lnTo>
                  <a:pt x="4625" y="739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494085" cy="4433136"/>
          </a:xfrm>
          <a:custGeom>
            <a:avLst/>
            <a:gdLst/>
            <a:ahLst/>
            <a:cxnLst/>
            <a:rect l="0" t="0" r="r" b="b"/>
            <a:pathLst>
              <a:path w="5489" h="10000">
                <a:moveTo>
                  <a:pt x="2710" y="3"/>
                </a:moveTo>
                <a:lnTo>
                  <a:pt x="2585" y="21"/>
                </a:lnTo>
                <a:lnTo>
                  <a:pt x="2458" y="52"/>
                </a:lnTo>
                <a:lnTo>
                  <a:pt x="2331" y="95"/>
                </a:lnTo>
                <a:lnTo>
                  <a:pt x="2206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4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0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4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2" y="9225"/>
                </a:lnTo>
                <a:lnTo>
                  <a:pt x="2441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6" y="9151"/>
                </a:lnTo>
                <a:lnTo>
                  <a:pt x="3069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2" y="9065"/>
                </a:lnTo>
                <a:lnTo>
                  <a:pt x="3589" y="9030"/>
                </a:lnTo>
                <a:lnTo>
                  <a:pt x="3712" y="8991"/>
                </a:lnTo>
                <a:lnTo>
                  <a:pt x="3852" y="8948"/>
                </a:lnTo>
                <a:lnTo>
                  <a:pt x="4018" y="8901"/>
                </a:lnTo>
                <a:lnTo>
                  <a:pt x="4233" y="8861"/>
                </a:lnTo>
                <a:lnTo>
                  <a:pt x="4493" y="8829"/>
                </a:lnTo>
                <a:lnTo>
                  <a:pt x="4770" y="8793"/>
                </a:lnTo>
                <a:lnTo>
                  <a:pt x="5034" y="8742"/>
                </a:lnTo>
                <a:lnTo>
                  <a:pt x="5257" y="8661"/>
                </a:lnTo>
                <a:lnTo>
                  <a:pt x="5409" y="8539"/>
                </a:lnTo>
                <a:lnTo>
                  <a:pt x="5479" y="8366"/>
                </a:lnTo>
                <a:lnTo>
                  <a:pt x="5489" y="8149"/>
                </a:lnTo>
                <a:lnTo>
                  <a:pt x="5456" y="7903"/>
                </a:lnTo>
                <a:lnTo>
                  <a:pt x="5402" y="7644"/>
                </a:lnTo>
                <a:lnTo>
                  <a:pt x="5344" y="7385"/>
                </a:lnTo>
                <a:lnTo>
                  <a:pt x="5302" y="7141"/>
                </a:lnTo>
                <a:lnTo>
                  <a:pt x="5271" y="6911"/>
                </a:lnTo>
                <a:lnTo>
                  <a:pt x="5235" y="6682"/>
                </a:lnTo>
                <a:lnTo>
                  <a:pt x="5196" y="6454"/>
                </a:lnTo>
                <a:lnTo>
                  <a:pt x="5155" y="6225"/>
                </a:lnTo>
                <a:lnTo>
                  <a:pt x="5114" y="5997"/>
                </a:lnTo>
                <a:lnTo>
                  <a:pt x="5075" y="5769"/>
                </a:lnTo>
                <a:lnTo>
                  <a:pt x="5038" y="5540"/>
                </a:lnTo>
                <a:lnTo>
                  <a:pt x="5002" y="5311"/>
                </a:lnTo>
                <a:lnTo>
                  <a:pt x="4965" y="5082"/>
                </a:lnTo>
                <a:lnTo>
                  <a:pt x="4928" y="4854"/>
                </a:lnTo>
                <a:lnTo>
                  <a:pt x="4890" y="4625"/>
                </a:lnTo>
                <a:lnTo>
                  <a:pt x="4849" y="4396"/>
                </a:lnTo>
                <a:lnTo>
                  <a:pt x="4807" y="4167"/>
                </a:lnTo>
                <a:lnTo>
                  <a:pt x="4764" y="3938"/>
                </a:lnTo>
                <a:lnTo>
                  <a:pt x="4720" y="3708"/>
                </a:lnTo>
                <a:lnTo>
                  <a:pt x="4674" y="3479"/>
                </a:lnTo>
                <a:lnTo>
                  <a:pt x="4625" y="3251"/>
                </a:lnTo>
                <a:lnTo>
                  <a:pt x="4573" y="3023"/>
                </a:lnTo>
                <a:lnTo>
                  <a:pt x="4517" y="2793"/>
                </a:lnTo>
                <a:lnTo>
                  <a:pt x="4457" y="2559"/>
                </a:lnTo>
                <a:lnTo>
                  <a:pt x="4395" y="2326"/>
                </a:lnTo>
                <a:lnTo>
                  <a:pt x="4331" y="2098"/>
                </a:lnTo>
                <a:lnTo>
                  <a:pt x="4265" y="1880"/>
                </a:lnTo>
                <a:lnTo>
                  <a:pt x="4199" y="1676"/>
                </a:lnTo>
                <a:lnTo>
                  <a:pt x="4132" y="1484"/>
                </a:lnTo>
                <a:lnTo>
                  <a:pt x="4061" y="1299"/>
                </a:lnTo>
                <a:lnTo>
                  <a:pt x="3989" y="1125"/>
                </a:lnTo>
                <a:lnTo>
                  <a:pt x="3918" y="962"/>
                </a:lnTo>
                <a:lnTo>
                  <a:pt x="3848" y="812"/>
                </a:lnTo>
                <a:lnTo>
                  <a:pt x="3783" y="677"/>
                </a:lnTo>
                <a:lnTo>
                  <a:pt x="3727" y="558"/>
                </a:lnTo>
                <a:lnTo>
                  <a:pt x="3680" y="454"/>
                </a:lnTo>
                <a:lnTo>
                  <a:pt x="3635" y="362"/>
                </a:lnTo>
                <a:lnTo>
                  <a:pt x="3586" y="283"/>
                </a:lnTo>
                <a:lnTo>
                  <a:pt x="3525" y="213"/>
                </a:lnTo>
                <a:lnTo>
                  <a:pt x="3447" y="153"/>
                </a:lnTo>
                <a:lnTo>
                  <a:pt x="3347" y="102"/>
                </a:lnTo>
                <a:lnTo>
                  <a:pt x="3231" y="60"/>
                </a:lnTo>
                <a:lnTo>
                  <a:pt x="3104" y="28"/>
                </a:lnTo>
                <a:lnTo>
                  <a:pt x="2971" y="8"/>
                </a:lnTo>
                <a:lnTo>
                  <a:pt x="2838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22946" y="1575050"/>
            <a:ext cx="1468687" cy="4289826"/>
          </a:xfrm>
          <a:custGeom>
            <a:avLst/>
            <a:gdLst/>
            <a:ahLst/>
            <a:cxnLst/>
            <a:rect l="0" t="0" r="r" b="b"/>
            <a:pathLst>
              <a:path w="3340" h="10000">
                <a:moveTo>
                  <a:pt x="722" y="4"/>
                </a:moveTo>
                <a:lnTo>
                  <a:pt x="680" y="0"/>
                </a:lnTo>
                <a:lnTo>
                  <a:pt x="670" y="8"/>
                </a:lnTo>
                <a:lnTo>
                  <a:pt x="680" y="29"/>
                </a:lnTo>
                <a:lnTo>
                  <a:pt x="695" y="62"/>
                </a:lnTo>
                <a:lnTo>
                  <a:pt x="704" y="105"/>
                </a:lnTo>
                <a:lnTo>
                  <a:pt x="693" y="158"/>
                </a:lnTo>
                <a:lnTo>
                  <a:pt x="662" y="221"/>
                </a:lnTo>
                <a:lnTo>
                  <a:pt x="620" y="292"/>
                </a:lnTo>
                <a:lnTo>
                  <a:pt x="571" y="374"/>
                </a:lnTo>
                <a:lnTo>
                  <a:pt x="519" y="469"/>
                </a:lnTo>
                <a:lnTo>
                  <a:pt x="468" y="577"/>
                </a:lnTo>
                <a:lnTo>
                  <a:pt x="422" y="700"/>
                </a:lnTo>
                <a:lnTo>
                  <a:pt x="379" y="839"/>
                </a:lnTo>
                <a:lnTo>
                  <a:pt x="335" y="994"/>
                </a:lnTo>
                <a:lnTo>
                  <a:pt x="293" y="1163"/>
                </a:lnTo>
                <a:lnTo>
                  <a:pt x="252" y="1343"/>
                </a:lnTo>
                <a:lnTo>
                  <a:pt x="215" y="1533"/>
                </a:lnTo>
                <a:lnTo>
                  <a:pt x="182" y="1732"/>
                </a:lnTo>
                <a:lnTo>
                  <a:pt x="152" y="1943"/>
                </a:lnTo>
                <a:lnTo>
                  <a:pt x="126" y="2168"/>
                </a:lnTo>
                <a:lnTo>
                  <a:pt x="103" y="2404"/>
                </a:lnTo>
                <a:lnTo>
                  <a:pt x="83" y="2645"/>
                </a:lnTo>
                <a:lnTo>
                  <a:pt x="66" y="2887"/>
                </a:lnTo>
                <a:lnTo>
                  <a:pt x="52" y="3124"/>
                </a:lnTo>
                <a:lnTo>
                  <a:pt x="37" y="3359"/>
                </a:lnTo>
                <a:lnTo>
                  <a:pt x="20" y="3595"/>
                </a:lnTo>
                <a:lnTo>
                  <a:pt x="6" y="3832"/>
                </a:lnTo>
                <a:lnTo>
                  <a:pt x="0" y="4069"/>
                </a:lnTo>
                <a:lnTo>
                  <a:pt x="5" y="4306"/>
                </a:lnTo>
                <a:lnTo>
                  <a:pt x="28" y="4543"/>
                </a:lnTo>
                <a:lnTo>
                  <a:pt x="72" y="4779"/>
                </a:lnTo>
                <a:lnTo>
                  <a:pt x="134" y="5016"/>
                </a:lnTo>
                <a:lnTo>
                  <a:pt x="209" y="5252"/>
                </a:lnTo>
                <a:lnTo>
                  <a:pt x="290" y="5489"/>
                </a:lnTo>
                <a:lnTo>
                  <a:pt x="369" y="5725"/>
                </a:lnTo>
                <a:lnTo>
                  <a:pt x="442" y="5961"/>
                </a:lnTo>
                <a:lnTo>
                  <a:pt x="511" y="6194"/>
                </a:lnTo>
                <a:lnTo>
                  <a:pt x="582" y="6422"/>
                </a:lnTo>
                <a:lnTo>
                  <a:pt x="652" y="6650"/>
                </a:lnTo>
                <a:lnTo>
                  <a:pt x="719" y="6882"/>
                </a:lnTo>
                <a:lnTo>
                  <a:pt x="779" y="7124"/>
                </a:lnTo>
                <a:lnTo>
                  <a:pt x="831" y="7380"/>
                </a:lnTo>
                <a:lnTo>
                  <a:pt x="890" y="7677"/>
                </a:lnTo>
                <a:lnTo>
                  <a:pt x="964" y="8017"/>
                </a:lnTo>
                <a:lnTo>
                  <a:pt x="1032" y="8367"/>
                </a:lnTo>
                <a:lnTo>
                  <a:pt x="1061" y="8594"/>
                </a:lnTo>
                <a:lnTo>
                  <a:pt x="1135" y="8618"/>
                </a:lnTo>
                <a:lnTo>
                  <a:pt x="1292" y="8687"/>
                </a:lnTo>
                <a:lnTo>
                  <a:pt x="1455" y="8776"/>
                </a:lnTo>
                <a:lnTo>
                  <a:pt x="1618" y="8878"/>
                </a:lnTo>
                <a:lnTo>
                  <a:pt x="1778" y="8988"/>
                </a:lnTo>
                <a:lnTo>
                  <a:pt x="1928" y="9101"/>
                </a:lnTo>
                <a:lnTo>
                  <a:pt x="2063" y="9211"/>
                </a:lnTo>
                <a:lnTo>
                  <a:pt x="2186" y="9329"/>
                </a:lnTo>
                <a:lnTo>
                  <a:pt x="2299" y="9462"/>
                </a:lnTo>
                <a:lnTo>
                  <a:pt x="2403" y="9597"/>
                </a:lnTo>
                <a:lnTo>
                  <a:pt x="2498" y="9723"/>
                </a:lnTo>
                <a:lnTo>
                  <a:pt x="2582" y="9831"/>
                </a:lnTo>
                <a:lnTo>
                  <a:pt x="2656" y="9908"/>
                </a:lnTo>
                <a:lnTo>
                  <a:pt x="2716" y="9957"/>
                </a:lnTo>
                <a:lnTo>
                  <a:pt x="2762" y="9988"/>
                </a:lnTo>
                <a:lnTo>
                  <a:pt x="2798" y="10000"/>
                </a:lnTo>
                <a:lnTo>
                  <a:pt x="2828" y="9991"/>
                </a:lnTo>
                <a:lnTo>
                  <a:pt x="2857" y="9960"/>
                </a:lnTo>
                <a:lnTo>
                  <a:pt x="2888" y="9908"/>
                </a:lnTo>
                <a:lnTo>
                  <a:pt x="2922" y="9830"/>
                </a:lnTo>
                <a:lnTo>
                  <a:pt x="2953" y="9727"/>
                </a:lnTo>
                <a:lnTo>
                  <a:pt x="2983" y="9602"/>
                </a:lnTo>
                <a:lnTo>
                  <a:pt x="3012" y="9460"/>
                </a:lnTo>
                <a:lnTo>
                  <a:pt x="3041" y="9302"/>
                </a:lnTo>
                <a:lnTo>
                  <a:pt x="3069" y="9134"/>
                </a:lnTo>
                <a:lnTo>
                  <a:pt x="3097" y="8946"/>
                </a:lnTo>
                <a:lnTo>
                  <a:pt x="3124" y="8736"/>
                </a:lnTo>
                <a:lnTo>
                  <a:pt x="3151" y="8511"/>
                </a:lnTo>
                <a:lnTo>
                  <a:pt x="3177" y="8279"/>
                </a:lnTo>
                <a:lnTo>
                  <a:pt x="3201" y="8050"/>
                </a:lnTo>
                <a:lnTo>
                  <a:pt x="3223" y="7831"/>
                </a:lnTo>
                <a:lnTo>
                  <a:pt x="3245" y="7623"/>
                </a:lnTo>
                <a:lnTo>
                  <a:pt x="3265" y="7420"/>
                </a:lnTo>
                <a:lnTo>
                  <a:pt x="3285" y="7218"/>
                </a:lnTo>
                <a:lnTo>
                  <a:pt x="3302" y="7017"/>
                </a:lnTo>
                <a:lnTo>
                  <a:pt x="3316" y="6813"/>
                </a:lnTo>
                <a:lnTo>
                  <a:pt x="3327" y="6606"/>
                </a:lnTo>
                <a:lnTo>
                  <a:pt x="3334" y="6395"/>
                </a:lnTo>
                <a:lnTo>
                  <a:pt x="3338" y="6181"/>
                </a:lnTo>
                <a:lnTo>
                  <a:pt x="3340" y="5965"/>
                </a:lnTo>
                <a:lnTo>
                  <a:pt x="3338" y="5749"/>
                </a:lnTo>
                <a:lnTo>
                  <a:pt x="3334" y="5532"/>
                </a:lnTo>
                <a:lnTo>
                  <a:pt x="3327" y="5317"/>
                </a:lnTo>
                <a:lnTo>
                  <a:pt x="3317" y="5101"/>
                </a:lnTo>
                <a:lnTo>
                  <a:pt x="3305" y="4884"/>
                </a:lnTo>
                <a:lnTo>
                  <a:pt x="3290" y="4668"/>
                </a:lnTo>
                <a:lnTo>
                  <a:pt x="3271" y="4452"/>
                </a:lnTo>
                <a:lnTo>
                  <a:pt x="3249" y="4238"/>
                </a:lnTo>
                <a:lnTo>
                  <a:pt x="3223" y="4027"/>
                </a:lnTo>
                <a:lnTo>
                  <a:pt x="3194" y="3817"/>
                </a:lnTo>
                <a:lnTo>
                  <a:pt x="3161" y="3608"/>
                </a:lnTo>
                <a:lnTo>
                  <a:pt x="3125" y="3401"/>
                </a:lnTo>
                <a:lnTo>
                  <a:pt x="3085" y="3196"/>
                </a:lnTo>
                <a:lnTo>
                  <a:pt x="3041" y="2996"/>
                </a:lnTo>
                <a:lnTo>
                  <a:pt x="2991" y="2802"/>
                </a:lnTo>
                <a:lnTo>
                  <a:pt x="2937" y="2612"/>
                </a:lnTo>
                <a:lnTo>
                  <a:pt x="2879" y="2426"/>
                </a:lnTo>
                <a:lnTo>
                  <a:pt x="2816" y="2243"/>
                </a:lnTo>
                <a:lnTo>
                  <a:pt x="2749" y="2066"/>
                </a:lnTo>
                <a:lnTo>
                  <a:pt x="2678" y="1896"/>
                </a:lnTo>
                <a:lnTo>
                  <a:pt x="2605" y="1732"/>
                </a:lnTo>
                <a:lnTo>
                  <a:pt x="2528" y="1574"/>
                </a:lnTo>
                <a:lnTo>
                  <a:pt x="2447" y="1422"/>
                </a:lnTo>
                <a:lnTo>
                  <a:pt x="2363" y="1276"/>
                </a:lnTo>
                <a:lnTo>
                  <a:pt x="2275" y="1137"/>
                </a:lnTo>
                <a:lnTo>
                  <a:pt x="2184" y="1005"/>
                </a:lnTo>
                <a:lnTo>
                  <a:pt x="2089" y="880"/>
                </a:lnTo>
                <a:lnTo>
                  <a:pt x="1990" y="763"/>
                </a:lnTo>
                <a:lnTo>
                  <a:pt x="1886" y="652"/>
                </a:lnTo>
                <a:lnTo>
                  <a:pt x="1779" y="548"/>
                </a:lnTo>
                <a:lnTo>
                  <a:pt x="1670" y="453"/>
                </a:lnTo>
                <a:lnTo>
                  <a:pt x="1558" y="365"/>
                </a:lnTo>
                <a:lnTo>
                  <a:pt x="1444" y="287"/>
                </a:lnTo>
                <a:lnTo>
                  <a:pt x="1320" y="217"/>
                </a:lnTo>
                <a:lnTo>
                  <a:pt x="1184" y="154"/>
                </a:lnTo>
                <a:lnTo>
                  <a:pt x="1045" y="99"/>
                </a:lnTo>
                <a:lnTo>
                  <a:pt x="914" y="54"/>
                </a:lnTo>
                <a:lnTo>
                  <a:pt x="803" y="22"/>
                </a:lnTo>
                <a:lnTo>
                  <a:pt x="722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00868" y="2240019"/>
            <a:ext cx="741290" cy="3546589"/>
          </a:xfrm>
          <a:custGeom>
            <a:avLst/>
            <a:gdLst/>
            <a:ahLst/>
            <a:cxnLst/>
            <a:rect l="0" t="0" r="r" b="b"/>
            <a:pathLst>
              <a:path w="203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6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4" y="649"/>
                </a:lnTo>
                <a:lnTo>
                  <a:pt x="1318" y="713"/>
                </a:lnTo>
                <a:lnTo>
                  <a:pt x="1387" y="792"/>
                </a:lnTo>
                <a:lnTo>
                  <a:pt x="1430" y="893"/>
                </a:lnTo>
                <a:lnTo>
                  <a:pt x="1444" y="989"/>
                </a:lnTo>
                <a:lnTo>
                  <a:pt x="1432" y="1094"/>
                </a:lnTo>
                <a:lnTo>
                  <a:pt x="1390" y="1273"/>
                </a:lnTo>
                <a:lnTo>
                  <a:pt x="1389" y="1278"/>
                </a:lnTo>
                <a:lnTo>
                  <a:pt x="1326" y="1565"/>
                </a:lnTo>
                <a:lnTo>
                  <a:pt x="1323" y="1583"/>
                </a:lnTo>
                <a:lnTo>
                  <a:pt x="1257" y="2013"/>
                </a:lnTo>
                <a:lnTo>
                  <a:pt x="1255" y="2031"/>
                </a:lnTo>
                <a:lnTo>
                  <a:pt x="1197" y="2657"/>
                </a:lnTo>
                <a:lnTo>
                  <a:pt x="1197" y="2667"/>
                </a:lnTo>
                <a:lnTo>
                  <a:pt x="1140" y="3620"/>
                </a:lnTo>
                <a:lnTo>
                  <a:pt x="1140" y="3622"/>
                </a:lnTo>
                <a:lnTo>
                  <a:pt x="1073" y="4887"/>
                </a:lnTo>
                <a:lnTo>
                  <a:pt x="1073" y="4888"/>
                </a:lnTo>
                <a:lnTo>
                  <a:pt x="1003" y="6296"/>
                </a:lnTo>
                <a:lnTo>
                  <a:pt x="1003" y="6296"/>
                </a:lnTo>
                <a:lnTo>
                  <a:pt x="936" y="7679"/>
                </a:lnTo>
                <a:lnTo>
                  <a:pt x="878" y="8866"/>
                </a:lnTo>
                <a:lnTo>
                  <a:pt x="838" y="9689"/>
                </a:lnTo>
                <a:lnTo>
                  <a:pt x="838" y="9718"/>
                </a:lnTo>
                <a:lnTo>
                  <a:pt x="841" y="9747"/>
                </a:lnTo>
                <a:lnTo>
                  <a:pt x="846" y="9775"/>
                </a:lnTo>
                <a:lnTo>
                  <a:pt x="855" y="9803"/>
                </a:lnTo>
                <a:lnTo>
                  <a:pt x="866" y="9830"/>
                </a:lnTo>
                <a:lnTo>
                  <a:pt x="880" y="9856"/>
                </a:lnTo>
                <a:lnTo>
                  <a:pt x="896" y="9880"/>
                </a:lnTo>
                <a:lnTo>
                  <a:pt x="914" y="9902"/>
                </a:lnTo>
                <a:lnTo>
                  <a:pt x="935" y="9923"/>
                </a:lnTo>
                <a:lnTo>
                  <a:pt x="957" y="9942"/>
                </a:lnTo>
                <a:lnTo>
                  <a:pt x="981" y="9958"/>
                </a:lnTo>
                <a:lnTo>
                  <a:pt x="1007" y="9971"/>
                </a:lnTo>
                <a:lnTo>
                  <a:pt x="1034" y="9983"/>
                </a:lnTo>
                <a:lnTo>
                  <a:pt x="1062" y="9991"/>
                </a:lnTo>
                <a:lnTo>
                  <a:pt x="1090" y="9997"/>
                </a:lnTo>
                <a:lnTo>
                  <a:pt x="1119" y="9999"/>
                </a:lnTo>
                <a:lnTo>
                  <a:pt x="1148" y="10000"/>
                </a:lnTo>
                <a:lnTo>
                  <a:pt x="1177" y="9997"/>
                </a:lnTo>
                <a:lnTo>
                  <a:pt x="1206" y="9991"/>
                </a:lnTo>
                <a:lnTo>
                  <a:pt x="1233" y="9983"/>
                </a:lnTo>
                <a:lnTo>
                  <a:pt x="1260" y="9971"/>
                </a:lnTo>
                <a:lnTo>
                  <a:pt x="1286" y="9958"/>
                </a:lnTo>
                <a:lnTo>
                  <a:pt x="1310" y="9942"/>
                </a:lnTo>
                <a:lnTo>
                  <a:pt x="1333" y="9923"/>
                </a:lnTo>
                <a:lnTo>
                  <a:pt x="1353" y="9903"/>
                </a:lnTo>
                <a:lnTo>
                  <a:pt x="1372" y="9880"/>
                </a:lnTo>
                <a:lnTo>
                  <a:pt x="1388" y="9856"/>
                </a:lnTo>
                <a:lnTo>
                  <a:pt x="1402" y="9830"/>
                </a:lnTo>
                <a:lnTo>
                  <a:pt x="1413" y="9803"/>
                </a:lnTo>
                <a:lnTo>
                  <a:pt x="1421" y="9776"/>
                </a:lnTo>
                <a:lnTo>
                  <a:pt x="1427" y="9747"/>
                </a:lnTo>
                <a:lnTo>
                  <a:pt x="1430" y="9718"/>
                </a:lnTo>
                <a:lnTo>
                  <a:pt x="1470" y="8895"/>
                </a:lnTo>
                <a:lnTo>
                  <a:pt x="1528" y="7707"/>
                </a:lnTo>
                <a:lnTo>
                  <a:pt x="1595" y="6325"/>
                </a:lnTo>
                <a:lnTo>
                  <a:pt x="1665" y="4918"/>
                </a:lnTo>
                <a:lnTo>
                  <a:pt x="1732" y="3654"/>
                </a:lnTo>
                <a:lnTo>
                  <a:pt x="1788" y="2706"/>
                </a:lnTo>
                <a:lnTo>
                  <a:pt x="1844" y="2095"/>
                </a:lnTo>
                <a:lnTo>
                  <a:pt x="1907" y="1682"/>
                </a:lnTo>
                <a:lnTo>
                  <a:pt x="1967" y="1406"/>
                </a:lnTo>
                <a:lnTo>
                  <a:pt x="2013" y="1212"/>
                </a:lnTo>
                <a:lnTo>
                  <a:pt x="2019" y="1177"/>
                </a:lnTo>
                <a:lnTo>
                  <a:pt x="2037" y="1018"/>
                </a:lnTo>
                <a:lnTo>
                  <a:pt x="2039" y="994"/>
                </a:lnTo>
                <a:lnTo>
                  <a:pt x="2038" y="969"/>
                </a:lnTo>
                <a:lnTo>
                  <a:pt x="2036" y="945"/>
                </a:lnTo>
                <a:lnTo>
                  <a:pt x="2012" y="772"/>
                </a:lnTo>
                <a:lnTo>
                  <a:pt x="2007" y="746"/>
                </a:lnTo>
                <a:lnTo>
                  <a:pt x="2000" y="720"/>
                </a:lnTo>
                <a:lnTo>
                  <a:pt x="1990" y="695"/>
                </a:lnTo>
                <a:lnTo>
                  <a:pt x="1913" y="515"/>
                </a:lnTo>
                <a:lnTo>
                  <a:pt x="1899" y="488"/>
                </a:lnTo>
                <a:lnTo>
                  <a:pt x="1883" y="462"/>
                </a:lnTo>
                <a:lnTo>
                  <a:pt x="1865" y="438"/>
                </a:lnTo>
                <a:lnTo>
                  <a:pt x="1741" y="296"/>
                </a:lnTo>
                <a:lnTo>
                  <a:pt x="1723" y="277"/>
                </a:lnTo>
                <a:lnTo>
                  <a:pt x="1705" y="261"/>
                </a:lnTo>
                <a:lnTo>
                  <a:pt x="1684" y="246"/>
                </a:lnTo>
                <a:lnTo>
                  <a:pt x="1532" y="141"/>
                </a:lnTo>
                <a:lnTo>
                  <a:pt x="1503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5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6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71664" y="1071055"/>
            <a:ext cx="1349236" cy="2392164"/>
            <a:chOff x="2771664" y="1071055"/>
            <a:chExt cx="1349236" cy="2392164"/>
          </a:xfrm>
        </p:grpSpPr>
        <p:sp>
          <p:nvSpPr>
            <p:cNvPr id="13" name="Forma 12"/>
            <p:cNvSpPr/>
            <p:nvPr/>
          </p:nvSpPr>
          <p:spPr>
            <a:xfrm>
              <a:off x="2771664" y="1071055"/>
              <a:ext cx="1349236" cy="2392164"/>
            </a:xfrm>
            <a:custGeom>
              <a:avLst/>
              <a:gdLst/>
              <a:ahLst/>
              <a:cxnLst/>
              <a:rect l="0" t="0" r="r" b="b"/>
              <a:pathLst>
                <a:path w="5503" h="10000">
                  <a:moveTo>
                    <a:pt x="1320" y="1133"/>
                  </a:moveTo>
                  <a:lnTo>
                    <a:pt x="1425" y="1805"/>
                  </a:lnTo>
                  <a:lnTo>
                    <a:pt x="1426" y="1806"/>
                  </a:lnTo>
                  <a:lnTo>
                    <a:pt x="1539" y="2522"/>
                  </a:lnTo>
                  <a:lnTo>
                    <a:pt x="1539" y="2523"/>
                  </a:lnTo>
                  <a:lnTo>
                    <a:pt x="1652" y="3227"/>
                  </a:lnTo>
                  <a:lnTo>
                    <a:pt x="1653" y="3229"/>
                  </a:lnTo>
                  <a:lnTo>
                    <a:pt x="1758" y="3862"/>
                  </a:lnTo>
                  <a:lnTo>
                    <a:pt x="1758" y="3866"/>
                  </a:lnTo>
                  <a:lnTo>
                    <a:pt x="1864" y="4470"/>
                  </a:lnTo>
                  <a:lnTo>
                    <a:pt x="1864" y="4473"/>
                  </a:lnTo>
                  <a:lnTo>
                    <a:pt x="1977" y="5102"/>
                  </a:lnTo>
                  <a:lnTo>
                    <a:pt x="1978" y="5104"/>
                  </a:lnTo>
                  <a:lnTo>
                    <a:pt x="2091" y="5721"/>
                  </a:lnTo>
                  <a:lnTo>
                    <a:pt x="2091" y="5722"/>
                  </a:lnTo>
                  <a:lnTo>
                    <a:pt x="2196" y="6287"/>
                  </a:lnTo>
                  <a:lnTo>
                    <a:pt x="2285" y="6762"/>
                  </a:lnTo>
                  <a:lnTo>
                    <a:pt x="2343" y="7079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2828" y="7509"/>
                  </a:lnTo>
                  <a:lnTo>
                    <a:pt x="3608" y="8490"/>
                  </a:lnTo>
                  <a:lnTo>
                    <a:pt x="3626" y="8511"/>
                  </a:lnTo>
                  <a:lnTo>
                    <a:pt x="4944" y="9899"/>
                  </a:lnTo>
                  <a:lnTo>
                    <a:pt x="4967" y="9921"/>
                  </a:lnTo>
                  <a:lnTo>
                    <a:pt x="4992" y="9940"/>
                  </a:lnTo>
                  <a:lnTo>
                    <a:pt x="5019" y="9957"/>
                  </a:lnTo>
                  <a:lnTo>
                    <a:pt x="5047" y="9972"/>
                  </a:lnTo>
                  <a:lnTo>
                    <a:pt x="5077" y="9983"/>
                  </a:lnTo>
                  <a:lnTo>
                    <a:pt x="5108" y="9992"/>
                  </a:lnTo>
                  <a:lnTo>
                    <a:pt x="5139" y="9997"/>
                  </a:lnTo>
                  <a:lnTo>
                    <a:pt x="5171" y="10000"/>
                  </a:lnTo>
                  <a:lnTo>
                    <a:pt x="5202" y="9999"/>
                  </a:lnTo>
                  <a:lnTo>
                    <a:pt x="5234" y="9995"/>
                  </a:lnTo>
                  <a:lnTo>
                    <a:pt x="5265" y="9988"/>
                  </a:lnTo>
                  <a:lnTo>
                    <a:pt x="5295" y="9978"/>
                  </a:lnTo>
                  <a:lnTo>
                    <a:pt x="5324" y="9965"/>
                  </a:lnTo>
                  <a:lnTo>
                    <a:pt x="5352" y="9950"/>
                  </a:lnTo>
                  <a:lnTo>
                    <a:pt x="5378" y="9931"/>
                  </a:lnTo>
                  <a:lnTo>
                    <a:pt x="5402" y="9911"/>
                  </a:lnTo>
                  <a:lnTo>
                    <a:pt x="5424" y="9888"/>
                  </a:lnTo>
                  <a:lnTo>
                    <a:pt x="5443" y="9863"/>
                  </a:lnTo>
                  <a:lnTo>
                    <a:pt x="5460" y="9836"/>
                  </a:lnTo>
                  <a:lnTo>
                    <a:pt x="5475" y="9807"/>
                  </a:lnTo>
                  <a:lnTo>
                    <a:pt x="5486" y="9778"/>
                  </a:lnTo>
                  <a:lnTo>
                    <a:pt x="5495" y="9747"/>
                  </a:lnTo>
                  <a:lnTo>
                    <a:pt x="5500" y="9716"/>
                  </a:lnTo>
                  <a:lnTo>
                    <a:pt x="5503" y="9684"/>
                  </a:lnTo>
                  <a:lnTo>
                    <a:pt x="5502" y="9652"/>
                  </a:lnTo>
                  <a:lnTo>
                    <a:pt x="5498" y="9621"/>
                  </a:lnTo>
                  <a:lnTo>
                    <a:pt x="5491" y="9590"/>
                  </a:lnTo>
                  <a:lnTo>
                    <a:pt x="5481" y="9560"/>
                  </a:lnTo>
                  <a:lnTo>
                    <a:pt x="5468" y="9531"/>
                  </a:lnTo>
                  <a:lnTo>
                    <a:pt x="5453" y="9503"/>
                  </a:lnTo>
                  <a:lnTo>
                    <a:pt x="5434" y="9477"/>
                  </a:lnTo>
                  <a:lnTo>
                    <a:pt x="5414" y="9453"/>
                  </a:lnTo>
                  <a:lnTo>
                    <a:pt x="4105" y="8076"/>
                  </a:lnTo>
                  <a:lnTo>
                    <a:pt x="3210" y="6950"/>
                  </a:lnTo>
                  <a:lnTo>
                    <a:pt x="3349" y="6924"/>
                  </a:lnTo>
                  <a:lnTo>
                    <a:pt x="3285" y="6577"/>
                  </a:lnTo>
                  <a:lnTo>
                    <a:pt x="3285" y="6576"/>
                  </a:lnTo>
                  <a:lnTo>
                    <a:pt x="3197" y="6101"/>
                  </a:lnTo>
                  <a:lnTo>
                    <a:pt x="3092" y="5536"/>
                  </a:lnTo>
                  <a:lnTo>
                    <a:pt x="2979" y="4921"/>
                  </a:lnTo>
                  <a:lnTo>
                    <a:pt x="2866" y="4294"/>
                  </a:lnTo>
                  <a:lnTo>
                    <a:pt x="2761" y="3693"/>
                  </a:lnTo>
                  <a:lnTo>
                    <a:pt x="2657" y="3064"/>
                  </a:lnTo>
                  <a:lnTo>
                    <a:pt x="2544" y="2362"/>
                  </a:lnTo>
                  <a:lnTo>
                    <a:pt x="2430" y="1647"/>
                  </a:lnTo>
                  <a:lnTo>
                    <a:pt x="2325" y="976"/>
                  </a:lnTo>
                  <a:lnTo>
                    <a:pt x="2237" y="408"/>
                  </a:lnTo>
                  <a:lnTo>
                    <a:pt x="2237" y="407"/>
                  </a:lnTo>
                  <a:lnTo>
                    <a:pt x="2173" y="0"/>
                  </a:lnTo>
                  <a:lnTo>
                    <a:pt x="1167" y="158"/>
                  </a:lnTo>
                  <a:lnTo>
                    <a:pt x="1232" y="565"/>
                  </a:lnTo>
                  <a:lnTo>
                    <a:pt x="1320" y="113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79196" y="1255928"/>
              <a:ext cx="457086" cy="1210151"/>
            </a:xfrm>
            <a:custGeom>
              <a:avLst/>
              <a:gdLst/>
              <a:ahLst/>
              <a:cxnLst/>
              <a:rect l="0" t="0" r="r" b="b"/>
              <a:pathLst>
                <a:path w="806" h="2187" fill="none">
                  <a:moveTo>
                    <a:pt x="0" y="0"/>
                  </a:moveTo>
                  <a:lnTo>
                    <a:pt x="360" y="0"/>
                  </a:lnTo>
                </a:path>
                <a:path w="806" h="2187" fill="none">
                  <a:moveTo>
                    <a:pt x="63" y="312"/>
                  </a:moveTo>
                  <a:lnTo>
                    <a:pt x="423" y="312"/>
                  </a:lnTo>
                </a:path>
                <a:path w="806" h="2187" fill="none">
                  <a:moveTo>
                    <a:pt x="127" y="625"/>
                  </a:moveTo>
                  <a:lnTo>
                    <a:pt x="487" y="625"/>
                  </a:lnTo>
                </a:path>
                <a:path w="806" h="2187" fill="none">
                  <a:moveTo>
                    <a:pt x="191" y="937"/>
                  </a:moveTo>
                  <a:lnTo>
                    <a:pt x="551" y="937"/>
                  </a:lnTo>
                </a:path>
                <a:path w="806" h="2187" fill="none">
                  <a:moveTo>
                    <a:pt x="255" y="1250"/>
                  </a:moveTo>
                  <a:lnTo>
                    <a:pt x="615" y="1250"/>
                  </a:lnTo>
                </a:path>
                <a:path w="806" h="2187" fill="none">
                  <a:moveTo>
                    <a:pt x="318" y="1562"/>
                  </a:moveTo>
                  <a:lnTo>
                    <a:pt x="678" y="1562"/>
                  </a:lnTo>
                </a:path>
                <a:path w="806" h="2187" fill="none">
                  <a:moveTo>
                    <a:pt x="382" y="1875"/>
                  </a:moveTo>
                  <a:lnTo>
                    <a:pt x="742" y="1875"/>
                  </a:lnTo>
                </a:path>
                <a:path w="806" h="2187" fill="none">
                  <a:moveTo>
                    <a:pt x="446" y="2187"/>
                  </a:moveTo>
                  <a:lnTo>
                    <a:pt x="806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494085" cy="4433136"/>
          </a:xfrm>
          <a:custGeom>
            <a:avLst/>
            <a:gdLst/>
            <a:ahLst/>
            <a:cxnLst/>
            <a:rect l="0" t="0" r="r" b="b"/>
            <a:pathLst>
              <a:path w="5489" h="10000">
                <a:moveTo>
                  <a:pt x="2585" y="21"/>
                </a:moveTo>
                <a:lnTo>
                  <a:pt x="2458" y="52"/>
                </a:lnTo>
                <a:lnTo>
                  <a:pt x="2331" y="95"/>
                </a:lnTo>
                <a:lnTo>
                  <a:pt x="2206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4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0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4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2" y="9225"/>
                </a:lnTo>
                <a:lnTo>
                  <a:pt x="2441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6" y="9151"/>
                </a:lnTo>
                <a:lnTo>
                  <a:pt x="3069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2" y="9065"/>
                </a:lnTo>
                <a:lnTo>
                  <a:pt x="3589" y="9030"/>
                </a:lnTo>
                <a:lnTo>
                  <a:pt x="3712" y="8991"/>
                </a:lnTo>
                <a:lnTo>
                  <a:pt x="3852" y="8948"/>
                </a:lnTo>
                <a:lnTo>
                  <a:pt x="4018" y="8901"/>
                </a:lnTo>
                <a:lnTo>
                  <a:pt x="4233" y="8861"/>
                </a:lnTo>
                <a:lnTo>
                  <a:pt x="4493" y="8829"/>
                </a:lnTo>
                <a:lnTo>
                  <a:pt x="4770" y="8793"/>
                </a:lnTo>
                <a:lnTo>
                  <a:pt x="5034" y="8742"/>
                </a:lnTo>
                <a:lnTo>
                  <a:pt x="5257" y="8661"/>
                </a:lnTo>
                <a:lnTo>
                  <a:pt x="5409" y="8539"/>
                </a:lnTo>
                <a:lnTo>
                  <a:pt x="5479" y="8366"/>
                </a:lnTo>
                <a:lnTo>
                  <a:pt x="5489" y="8149"/>
                </a:lnTo>
                <a:lnTo>
                  <a:pt x="5456" y="7903"/>
                </a:lnTo>
                <a:lnTo>
                  <a:pt x="5402" y="7644"/>
                </a:lnTo>
                <a:lnTo>
                  <a:pt x="5344" y="7385"/>
                </a:lnTo>
                <a:lnTo>
                  <a:pt x="5302" y="7141"/>
                </a:lnTo>
                <a:lnTo>
                  <a:pt x="5271" y="6911"/>
                </a:lnTo>
                <a:lnTo>
                  <a:pt x="5235" y="6682"/>
                </a:lnTo>
                <a:lnTo>
                  <a:pt x="5196" y="6454"/>
                </a:lnTo>
                <a:lnTo>
                  <a:pt x="5155" y="6225"/>
                </a:lnTo>
                <a:lnTo>
                  <a:pt x="5114" y="5997"/>
                </a:lnTo>
                <a:lnTo>
                  <a:pt x="5075" y="5769"/>
                </a:lnTo>
                <a:lnTo>
                  <a:pt x="5038" y="5540"/>
                </a:lnTo>
                <a:lnTo>
                  <a:pt x="5002" y="5311"/>
                </a:lnTo>
                <a:lnTo>
                  <a:pt x="4965" y="5082"/>
                </a:lnTo>
                <a:lnTo>
                  <a:pt x="4928" y="4854"/>
                </a:lnTo>
                <a:lnTo>
                  <a:pt x="4890" y="4625"/>
                </a:lnTo>
                <a:lnTo>
                  <a:pt x="4849" y="4396"/>
                </a:lnTo>
                <a:lnTo>
                  <a:pt x="4807" y="4167"/>
                </a:lnTo>
                <a:lnTo>
                  <a:pt x="4764" y="3938"/>
                </a:lnTo>
                <a:lnTo>
                  <a:pt x="4720" y="3708"/>
                </a:lnTo>
                <a:lnTo>
                  <a:pt x="4674" y="3479"/>
                </a:lnTo>
                <a:lnTo>
                  <a:pt x="4625" y="3251"/>
                </a:lnTo>
                <a:lnTo>
                  <a:pt x="4573" y="3023"/>
                </a:lnTo>
                <a:lnTo>
                  <a:pt x="4517" y="2793"/>
                </a:lnTo>
                <a:lnTo>
                  <a:pt x="4457" y="2559"/>
                </a:lnTo>
                <a:lnTo>
                  <a:pt x="4395" y="2326"/>
                </a:lnTo>
                <a:lnTo>
                  <a:pt x="4331" y="2098"/>
                </a:lnTo>
                <a:lnTo>
                  <a:pt x="4265" y="1880"/>
                </a:lnTo>
                <a:lnTo>
                  <a:pt x="4199" y="1676"/>
                </a:lnTo>
                <a:lnTo>
                  <a:pt x="4132" y="1484"/>
                </a:lnTo>
                <a:lnTo>
                  <a:pt x="4061" y="1299"/>
                </a:lnTo>
                <a:lnTo>
                  <a:pt x="3989" y="1125"/>
                </a:lnTo>
                <a:lnTo>
                  <a:pt x="3918" y="962"/>
                </a:lnTo>
                <a:lnTo>
                  <a:pt x="3848" y="812"/>
                </a:lnTo>
                <a:lnTo>
                  <a:pt x="3783" y="677"/>
                </a:lnTo>
                <a:lnTo>
                  <a:pt x="3727" y="558"/>
                </a:lnTo>
                <a:lnTo>
                  <a:pt x="3680" y="454"/>
                </a:lnTo>
                <a:lnTo>
                  <a:pt x="3635" y="362"/>
                </a:lnTo>
                <a:lnTo>
                  <a:pt x="3586" y="283"/>
                </a:lnTo>
                <a:lnTo>
                  <a:pt x="3525" y="213"/>
                </a:lnTo>
                <a:lnTo>
                  <a:pt x="3447" y="153"/>
                </a:lnTo>
                <a:lnTo>
                  <a:pt x="3347" y="102"/>
                </a:lnTo>
                <a:lnTo>
                  <a:pt x="3231" y="60"/>
                </a:lnTo>
                <a:lnTo>
                  <a:pt x="3104" y="28"/>
                </a:lnTo>
                <a:lnTo>
                  <a:pt x="2971" y="8"/>
                </a:lnTo>
                <a:lnTo>
                  <a:pt x="2838" y="0"/>
                </a:lnTo>
                <a:lnTo>
                  <a:pt x="2710" y="3"/>
                </a:lnTo>
                <a:lnTo>
                  <a:pt x="2585" y="21"/>
                </a:lnTo>
                <a:close/>
                <a:moveTo>
                  <a:pt x="3938" y="3190"/>
                </a:moveTo>
                <a:lnTo>
                  <a:pt x="3941" y="3190"/>
                </a:lnTo>
                <a:lnTo>
                  <a:pt x="3971" y="3189"/>
                </a:lnTo>
                <a:lnTo>
                  <a:pt x="3974" y="3189"/>
                </a:lnTo>
                <a:lnTo>
                  <a:pt x="4005" y="3191"/>
                </a:lnTo>
                <a:lnTo>
                  <a:pt x="4008" y="3192"/>
                </a:lnTo>
                <a:lnTo>
                  <a:pt x="4039" y="3196"/>
                </a:lnTo>
                <a:lnTo>
                  <a:pt x="4042" y="3197"/>
                </a:lnTo>
                <a:lnTo>
                  <a:pt x="4072" y="3204"/>
                </a:lnTo>
                <a:lnTo>
                  <a:pt x="4074" y="3205"/>
                </a:lnTo>
                <a:lnTo>
                  <a:pt x="4101" y="3215"/>
                </a:lnTo>
                <a:lnTo>
                  <a:pt x="4104" y="3216"/>
                </a:lnTo>
                <a:lnTo>
                  <a:pt x="4125" y="3227"/>
                </a:lnTo>
                <a:lnTo>
                  <a:pt x="4127" y="3228"/>
                </a:lnTo>
                <a:lnTo>
                  <a:pt x="4129" y="3229"/>
                </a:lnTo>
                <a:lnTo>
                  <a:pt x="4144" y="3241"/>
                </a:lnTo>
                <a:lnTo>
                  <a:pt x="4146" y="3243"/>
                </a:lnTo>
                <a:lnTo>
                  <a:pt x="4148" y="3245"/>
                </a:lnTo>
                <a:lnTo>
                  <a:pt x="4160" y="3258"/>
                </a:lnTo>
                <a:lnTo>
                  <a:pt x="4161" y="3259"/>
                </a:lnTo>
                <a:lnTo>
                  <a:pt x="4162" y="3261"/>
                </a:lnTo>
                <a:lnTo>
                  <a:pt x="4172" y="3278"/>
                </a:lnTo>
                <a:lnTo>
                  <a:pt x="4174" y="3280"/>
                </a:lnTo>
                <a:lnTo>
                  <a:pt x="4184" y="3302"/>
                </a:lnTo>
                <a:lnTo>
                  <a:pt x="4185" y="3303"/>
                </a:lnTo>
                <a:lnTo>
                  <a:pt x="4197" y="3330"/>
                </a:lnTo>
                <a:lnTo>
                  <a:pt x="4197" y="3330"/>
                </a:lnTo>
                <a:lnTo>
                  <a:pt x="4212" y="3362"/>
                </a:lnTo>
                <a:lnTo>
                  <a:pt x="4212" y="3362"/>
                </a:lnTo>
                <a:lnTo>
                  <a:pt x="4229" y="3397"/>
                </a:lnTo>
                <a:lnTo>
                  <a:pt x="4229" y="3398"/>
                </a:lnTo>
                <a:lnTo>
                  <a:pt x="4247" y="3436"/>
                </a:lnTo>
                <a:lnTo>
                  <a:pt x="4247" y="3437"/>
                </a:lnTo>
                <a:lnTo>
                  <a:pt x="4266" y="3479"/>
                </a:lnTo>
                <a:lnTo>
                  <a:pt x="4266" y="3480"/>
                </a:lnTo>
                <a:lnTo>
                  <a:pt x="4285" y="3525"/>
                </a:lnTo>
                <a:lnTo>
                  <a:pt x="4285" y="3526"/>
                </a:lnTo>
                <a:lnTo>
                  <a:pt x="4303" y="3573"/>
                </a:lnTo>
                <a:lnTo>
                  <a:pt x="4304" y="3574"/>
                </a:lnTo>
                <a:lnTo>
                  <a:pt x="4321" y="3624"/>
                </a:lnTo>
                <a:lnTo>
                  <a:pt x="4321" y="3624"/>
                </a:lnTo>
                <a:lnTo>
                  <a:pt x="4339" y="3677"/>
                </a:lnTo>
                <a:lnTo>
                  <a:pt x="4339" y="3678"/>
                </a:lnTo>
                <a:lnTo>
                  <a:pt x="4356" y="3735"/>
                </a:lnTo>
                <a:lnTo>
                  <a:pt x="4356" y="3735"/>
                </a:lnTo>
                <a:lnTo>
                  <a:pt x="4373" y="3795"/>
                </a:lnTo>
                <a:lnTo>
                  <a:pt x="4373" y="3795"/>
                </a:lnTo>
                <a:lnTo>
                  <a:pt x="4389" y="3856"/>
                </a:lnTo>
                <a:lnTo>
                  <a:pt x="4389" y="3857"/>
                </a:lnTo>
                <a:lnTo>
                  <a:pt x="4405" y="3918"/>
                </a:lnTo>
                <a:lnTo>
                  <a:pt x="4405" y="3918"/>
                </a:lnTo>
                <a:lnTo>
                  <a:pt x="4420" y="3979"/>
                </a:lnTo>
                <a:lnTo>
                  <a:pt x="4420" y="3979"/>
                </a:lnTo>
                <a:lnTo>
                  <a:pt x="4433" y="4039"/>
                </a:lnTo>
                <a:lnTo>
                  <a:pt x="4433" y="4039"/>
                </a:lnTo>
                <a:lnTo>
                  <a:pt x="4446" y="4099"/>
                </a:lnTo>
                <a:lnTo>
                  <a:pt x="4446" y="4099"/>
                </a:lnTo>
                <a:lnTo>
                  <a:pt x="4458" y="4159"/>
                </a:lnTo>
                <a:lnTo>
                  <a:pt x="4458" y="4159"/>
                </a:lnTo>
                <a:lnTo>
                  <a:pt x="4470" y="4220"/>
                </a:lnTo>
                <a:lnTo>
                  <a:pt x="4470" y="4220"/>
                </a:lnTo>
                <a:lnTo>
                  <a:pt x="4481" y="4280"/>
                </a:lnTo>
                <a:lnTo>
                  <a:pt x="4481" y="4280"/>
                </a:lnTo>
                <a:lnTo>
                  <a:pt x="4492" y="4341"/>
                </a:lnTo>
                <a:lnTo>
                  <a:pt x="4492" y="4341"/>
                </a:lnTo>
                <a:lnTo>
                  <a:pt x="4503" y="4401"/>
                </a:lnTo>
                <a:lnTo>
                  <a:pt x="4503" y="4401"/>
                </a:lnTo>
                <a:lnTo>
                  <a:pt x="4513" y="4461"/>
                </a:lnTo>
                <a:lnTo>
                  <a:pt x="4513" y="4461"/>
                </a:lnTo>
                <a:lnTo>
                  <a:pt x="4523" y="4522"/>
                </a:lnTo>
                <a:lnTo>
                  <a:pt x="4523" y="4522"/>
                </a:lnTo>
                <a:lnTo>
                  <a:pt x="4533" y="4582"/>
                </a:lnTo>
                <a:lnTo>
                  <a:pt x="4542" y="4642"/>
                </a:lnTo>
                <a:lnTo>
                  <a:pt x="4552" y="4703"/>
                </a:lnTo>
                <a:lnTo>
                  <a:pt x="4552" y="4703"/>
                </a:lnTo>
                <a:lnTo>
                  <a:pt x="4562" y="4763"/>
                </a:lnTo>
                <a:lnTo>
                  <a:pt x="4562" y="4763"/>
                </a:lnTo>
                <a:lnTo>
                  <a:pt x="4573" y="4824"/>
                </a:lnTo>
                <a:lnTo>
                  <a:pt x="4584" y="4884"/>
                </a:lnTo>
                <a:lnTo>
                  <a:pt x="4584" y="4884"/>
                </a:lnTo>
                <a:lnTo>
                  <a:pt x="4594" y="4944"/>
                </a:lnTo>
                <a:lnTo>
                  <a:pt x="4594" y="4944"/>
                </a:lnTo>
                <a:lnTo>
                  <a:pt x="4604" y="5004"/>
                </a:lnTo>
                <a:lnTo>
                  <a:pt x="4604" y="5005"/>
                </a:lnTo>
                <a:lnTo>
                  <a:pt x="4612" y="5065"/>
                </a:lnTo>
                <a:lnTo>
                  <a:pt x="4612" y="5066"/>
                </a:lnTo>
                <a:lnTo>
                  <a:pt x="4623" y="5129"/>
                </a:lnTo>
                <a:lnTo>
                  <a:pt x="4623" y="5130"/>
                </a:lnTo>
                <a:lnTo>
                  <a:pt x="4638" y="5198"/>
                </a:lnTo>
                <a:lnTo>
                  <a:pt x="4638" y="5199"/>
                </a:lnTo>
                <a:lnTo>
                  <a:pt x="4652" y="5266"/>
                </a:lnTo>
                <a:lnTo>
                  <a:pt x="4653" y="5267"/>
                </a:lnTo>
                <a:lnTo>
                  <a:pt x="4661" y="5328"/>
                </a:lnTo>
                <a:lnTo>
                  <a:pt x="4661" y="5330"/>
                </a:lnTo>
                <a:lnTo>
                  <a:pt x="4661" y="5332"/>
                </a:lnTo>
                <a:lnTo>
                  <a:pt x="4659" y="5380"/>
                </a:lnTo>
                <a:lnTo>
                  <a:pt x="4659" y="5383"/>
                </a:lnTo>
                <a:lnTo>
                  <a:pt x="4658" y="5386"/>
                </a:lnTo>
                <a:lnTo>
                  <a:pt x="4657" y="5388"/>
                </a:lnTo>
                <a:lnTo>
                  <a:pt x="4644" y="5419"/>
                </a:lnTo>
                <a:lnTo>
                  <a:pt x="4643" y="5422"/>
                </a:lnTo>
                <a:lnTo>
                  <a:pt x="4642" y="5424"/>
                </a:lnTo>
                <a:lnTo>
                  <a:pt x="4640" y="5426"/>
                </a:lnTo>
                <a:lnTo>
                  <a:pt x="4639" y="5428"/>
                </a:lnTo>
                <a:lnTo>
                  <a:pt x="4637" y="5430"/>
                </a:lnTo>
                <a:lnTo>
                  <a:pt x="4609" y="5452"/>
                </a:lnTo>
                <a:lnTo>
                  <a:pt x="4607" y="5454"/>
                </a:lnTo>
                <a:lnTo>
                  <a:pt x="4604" y="5455"/>
                </a:lnTo>
                <a:lnTo>
                  <a:pt x="4602" y="5456"/>
                </a:lnTo>
                <a:lnTo>
                  <a:pt x="4551" y="5474"/>
                </a:lnTo>
                <a:lnTo>
                  <a:pt x="4549" y="5475"/>
                </a:lnTo>
                <a:lnTo>
                  <a:pt x="4548" y="5475"/>
                </a:lnTo>
                <a:lnTo>
                  <a:pt x="4482" y="5488"/>
                </a:lnTo>
                <a:lnTo>
                  <a:pt x="4480" y="5488"/>
                </a:lnTo>
                <a:lnTo>
                  <a:pt x="4408" y="5498"/>
                </a:lnTo>
                <a:lnTo>
                  <a:pt x="4408" y="5498"/>
                </a:lnTo>
                <a:lnTo>
                  <a:pt x="4340" y="5506"/>
                </a:lnTo>
                <a:lnTo>
                  <a:pt x="4338" y="5506"/>
                </a:lnTo>
                <a:lnTo>
                  <a:pt x="4283" y="5517"/>
                </a:lnTo>
                <a:lnTo>
                  <a:pt x="4280" y="5517"/>
                </a:lnTo>
                <a:lnTo>
                  <a:pt x="4237" y="5529"/>
                </a:lnTo>
                <a:lnTo>
                  <a:pt x="4237" y="5530"/>
                </a:lnTo>
                <a:lnTo>
                  <a:pt x="4200" y="5541"/>
                </a:lnTo>
                <a:lnTo>
                  <a:pt x="4200" y="5541"/>
                </a:lnTo>
                <a:lnTo>
                  <a:pt x="4168" y="5551"/>
                </a:lnTo>
                <a:lnTo>
                  <a:pt x="4167" y="5551"/>
                </a:lnTo>
                <a:lnTo>
                  <a:pt x="4137" y="5560"/>
                </a:lnTo>
                <a:lnTo>
                  <a:pt x="4136" y="5561"/>
                </a:lnTo>
                <a:lnTo>
                  <a:pt x="4106" y="5569"/>
                </a:lnTo>
                <a:lnTo>
                  <a:pt x="4105" y="5569"/>
                </a:lnTo>
                <a:lnTo>
                  <a:pt x="4072" y="5576"/>
                </a:lnTo>
                <a:lnTo>
                  <a:pt x="4070" y="5576"/>
                </a:lnTo>
                <a:lnTo>
                  <a:pt x="4034" y="5581"/>
                </a:lnTo>
                <a:lnTo>
                  <a:pt x="4032" y="5581"/>
                </a:lnTo>
                <a:lnTo>
                  <a:pt x="3993" y="5583"/>
                </a:lnTo>
                <a:lnTo>
                  <a:pt x="3993" y="5583"/>
                </a:lnTo>
                <a:lnTo>
                  <a:pt x="3952" y="5583"/>
                </a:lnTo>
                <a:lnTo>
                  <a:pt x="3951" y="5583"/>
                </a:lnTo>
                <a:lnTo>
                  <a:pt x="3910" y="5585"/>
                </a:lnTo>
                <a:lnTo>
                  <a:pt x="3908" y="5586"/>
                </a:lnTo>
                <a:lnTo>
                  <a:pt x="3867" y="5591"/>
                </a:lnTo>
                <a:lnTo>
                  <a:pt x="3864" y="5592"/>
                </a:lnTo>
                <a:lnTo>
                  <a:pt x="3823" y="5603"/>
                </a:lnTo>
                <a:lnTo>
                  <a:pt x="3822" y="5603"/>
                </a:lnTo>
                <a:lnTo>
                  <a:pt x="3821" y="5604"/>
                </a:lnTo>
                <a:lnTo>
                  <a:pt x="3779" y="5622"/>
                </a:lnTo>
                <a:lnTo>
                  <a:pt x="3777" y="5623"/>
                </a:lnTo>
                <a:lnTo>
                  <a:pt x="3733" y="5649"/>
                </a:lnTo>
                <a:lnTo>
                  <a:pt x="3732" y="5650"/>
                </a:lnTo>
                <a:lnTo>
                  <a:pt x="3688" y="5679"/>
                </a:lnTo>
                <a:lnTo>
                  <a:pt x="3687" y="5679"/>
                </a:lnTo>
                <a:lnTo>
                  <a:pt x="3644" y="5708"/>
                </a:lnTo>
                <a:lnTo>
                  <a:pt x="3644" y="5709"/>
                </a:lnTo>
                <a:lnTo>
                  <a:pt x="3604" y="5734"/>
                </a:lnTo>
                <a:lnTo>
                  <a:pt x="3603" y="5735"/>
                </a:lnTo>
                <a:lnTo>
                  <a:pt x="3567" y="5755"/>
                </a:lnTo>
                <a:lnTo>
                  <a:pt x="3566" y="5755"/>
                </a:lnTo>
                <a:lnTo>
                  <a:pt x="3534" y="5771"/>
                </a:lnTo>
                <a:lnTo>
                  <a:pt x="3503" y="5786"/>
                </a:lnTo>
                <a:lnTo>
                  <a:pt x="3502" y="5787"/>
                </a:lnTo>
                <a:lnTo>
                  <a:pt x="3477" y="5798"/>
                </a:lnTo>
                <a:lnTo>
                  <a:pt x="3474" y="5799"/>
                </a:lnTo>
                <a:lnTo>
                  <a:pt x="3454" y="5805"/>
                </a:lnTo>
                <a:lnTo>
                  <a:pt x="3451" y="5805"/>
                </a:lnTo>
                <a:lnTo>
                  <a:pt x="3449" y="5806"/>
                </a:lnTo>
                <a:lnTo>
                  <a:pt x="3437" y="5806"/>
                </a:lnTo>
                <a:lnTo>
                  <a:pt x="3434" y="5806"/>
                </a:lnTo>
                <a:lnTo>
                  <a:pt x="3432" y="5806"/>
                </a:lnTo>
                <a:lnTo>
                  <a:pt x="3430" y="5806"/>
                </a:lnTo>
                <a:lnTo>
                  <a:pt x="3427" y="5805"/>
                </a:lnTo>
                <a:lnTo>
                  <a:pt x="3422" y="5803"/>
                </a:lnTo>
                <a:lnTo>
                  <a:pt x="3420" y="5802"/>
                </a:lnTo>
                <a:lnTo>
                  <a:pt x="3418" y="5801"/>
                </a:lnTo>
                <a:lnTo>
                  <a:pt x="3416" y="5800"/>
                </a:lnTo>
                <a:lnTo>
                  <a:pt x="3414" y="5799"/>
                </a:lnTo>
                <a:lnTo>
                  <a:pt x="3412" y="5797"/>
                </a:lnTo>
                <a:lnTo>
                  <a:pt x="3406" y="5791"/>
                </a:lnTo>
                <a:lnTo>
                  <a:pt x="3404" y="5789"/>
                </a:lnTo>
                <a:lnTo>
                  <a:pt x="3402" y="5787"/>
                </a:lnTo>
                <a:lnTo>
                  <a:pt x="3401" y="5784"/>
                </a:lnTo>
                <a:lnTo>
                  <a:pt x="3392" y="5766"/>
                </a:lnTo>
                <a:lnTo>
                  <a:pt x="3392" y="5764"/>
                </a:lnTo>
                <a:lnTo>
                  <a:pt x="3391" y="5762"/>
                </a:lnTo>
                <a:lnTo>
                  <a:pt x="3382" y="5734"/>
                </a:lnTo>
                <a:lnTo>
                  <a:pt x="3382" y="5732"/>
                </a:lnTo>
                <a:lnTo>
                  <a:pt x="3374" y="5698"/>
                </a:lnTo>
                <a:lnTo>
                  <a:pt x="3374" y="5697"/>
                </a:lnTo>
                <a:lnTo>
                  <a:pt x="3366" y="5662"/>
                </a:lnTo>
                <a:lnTo>
                  <a:pt x="3366" y="5661"/>
                </a:lnTo>
                <a:lnTo>
                  <a:pt x="3358" y="5627"/>
                </a:lnTo>
                <a:lnTo>
                  <a:pt x="3357" y="5627"/>
                </a:lnTo>
                <a:lnTo>
                  <a:pt x="3348" y="5596"/>
                </a:lnTo>
                <a:lnTo>
                  <a:pt x="3348" y="5595"/>
                </a:lnTo>
                <a:lnTo>
                  <a:pt x="3340" y="5565"/>
                </a:lnTo>
                <a:lnTo>
                  <a:pt x="3340" y="5564"/>
                </a:lnTo>
                <a:lnTo>
                  <a:pt x="3332" y="5533"/>
                </a:lnTo>
                <a:lnTo>
                  <a:pt x="3331" y="5533"/>
                </a:lnTo>
                <a:lnTo>
                  <a:pt x="3324" y="5501"/>
                </a:lnTo>
                <a:lnTo>
                  <a:pt x="3324" y="5500"/>
                </a:lnTo>
                <a:lnTo>
                  <a:pt x="3316" y="5467"/>
                </a:lnTo>
                <a:lnTo>
                  <a:pt x="3316" y="5466"/>
                </a:lnTo>
                <a:lnTo>
                  <a:pt x="3308" y="5430"/>
                </a:lnTo>
                <a:lnTo>
                  <a:pt x="3308" y="5430"/>
                </a:lnTo>
                <a:lnTo>
                  <a:pt x="3301" y="5392"/>
                </a:lnTo>
                <a:lnTo>
                  <a:pt x="3301" y="5392"/>
                </a:lnTo>
                <a:lnTo>
                  <a:pt x="3293" y="5352"/>
                </a:lnTo>
                <a:lnTo>
                  <a:pt x="3293" y="5352"/>
                </a:lnTo>
                <a:lnTo>
                  <a:pt x="3286" y="5311"/>
                </a:lnTo>
                <a:lnTo>
                  <a:pt x="3286" y="5311"/>
                </a:lnTo>
                <a:lnTo>
                  <a:pt x="3279" y="5268"/>
                </a:lnTo>
                <a:lnTo>
                  <a:pt x="3279" y="5268"/>
                </a:lnTo>
                <a:lnTo>
                  <a:pt x="3272" y="5224"/>
                </a:lnTo>
                <a:lnTo>
                  <a:pt x="3272" y="5223"/>
                </a:lnTo>
                <a:lnTo>
                  <a:pt x="3266" y="5177"/>
                </a:lnTo>
                <a:lnTo>
                  <a:pt x="3266" y="5177"/>
                </a:lnTo>
                <a:lnTo>
                  <a:pt x="3260" y="5129"/>
                </a:lnTo>
                <a:lnTo>
                  <a:pt x="3260" y="5129"/>
                </a:lnTo>
                <a:lnTo>
                  <a:pt x="3255" y="5078"/>
                </a:lnTo>
                <a:lnTo>
                  <a:pt x="3255" y="5078"/>
                </a:lnTo>
                <a:lnTo>
                  <a:pt x="3249" y="5026"/>
                </a:lnTo>
                <a:lnTo>
                  <a:pt x="3249" y="5026"/>
                </a:lnTo>
                <a:lnTo>
                  <a:pt x="3245" y="4973"/>
                </a:lnTo>
                <a:lnTo>
                  <a:pt x="3245" y="4972"/>
                </a:lnTo>
                <a:lnTo>
                  <a:pt x="3241" y="4919"/>
                </a:lnTo>
                <a:lnTo>
                  <a:pt x="3241" y="4919"/>
                </a:lnTo>
                <a:lnTo>
                  <a:pt x="3238" y="4865"/>
                </a:lnTo>
                <a:lnTo>
                  <a:pt x="3238" y="4865"/>
                </a:lnTo>
                <a:lnTo>
                  <a:pt x="3236" y="4812"/>
                </a:lnTo>
                <a:lnTo>
                  <a:pt x="3236" y="4811"/>
                </a:lnTo>
                <a:lnTo>
                  <a:pt x="3235" y="4757"/>
                </a:lnTo>
                <a:lnTo>
                  <a:pt x="3235" y="4757"/>
                </a:lnTo>
                <a:lnTo>
                  <a:pt x="3234" y="4702"/>
                </a:lnTo>
                <a:lnTo>
                  <a:pt x="3234" y="4702"/>
                </a:lnTo>
                <a:lnTo>
                  <a:pt x="3235" y="4647"/>
                </a:lnTo>
                <a:lnTo>
                  <a:pt x="3235" y="4647"/>
                </a:lnTo>
                <a:lnTo>
                  <a:pt x="3236" y="4592"/>
                </a:lnTo>
                <a:lnTo>
                  <a:pt x="3236" y="4592"/>
                </a:lnTo>
                <a:lnTo>
                  <a:pt x="3238" y="4537"/>
                </a:lnTo>
                <a:lnTo>
                  <a:pt x="3238" y="4537"/>
                </a:lnTo>
                <a:lnTo>
                  <a:pt x="3241" y="4482"/>
                </a:lnTo>
                <a:lnTo>
                  <a:pt x="3241" y="4482"/>
                </a:lnTo>
                <a:lnTo>
                  <a:pt x="3244" y="4427"/>
                </a:lnTo>
                <a:lnTo>
                  <a:pt x="3244" y="4426"/>
                </a:lnTo>
                <a:lnTo>
                  <a:pt x="3248" y="4372"/>
                </a:lnTo>
                <a:lnTo>
                  <a:pt x="3248" y="4371"/>
                </a:lnTo>
                <a:lnTo>
                  <a:pt x="3253" y="4317"/>
                </a:lnTo>
                <a:lnTo>
                  <a:pt x="3253" y="4316"/>
                </a:lnTo>
                <a:lnTo>
                  <a:pt x="3259" y="4262"/>
                </a:lnTo>
                <a:lnTo>
                  <a:pt x="3259" y="4262"/>
                </a:lnTo>
                <a:lnTo>
                  <a:pt x="3266" y="4209"/>
                </a:lnTo>
                <a:lnTo>
                  <a:pt x="3266" y="4208"/>
                </a:lnTo>
                <a:lnTo>
                  <a:pt x="3274" y="4155"/>
                </a:lnTo>
                <a:lnTo>
                  <a:pt x="3274" y="4155"/>
                </a:lnTo>
                <a:lnTo>
                  <a:pt x="3283" y="4102"/>
                </a:lnTo>
                <a:lnTo>
                  <a:pt x="3283" y="4102"/>
                </a:lnTo>
                <a:lnTo>
                  <a:pt x="3293" y="4049"/>
                </a:lnTo>
                <a:lnTo>
                  <a:pt x="3293" y="4049"/>
                </a:lnTo>
                <a:lnTo>
                  <a:pt x="3304" y="3997"/>
                </a:lnTo>
                <a:lnTo>
                  <a:pt x="3304" y="3997"/>
                </a:lnTo>
                <a:lnTo>
                  <a:pt x="3316" y="3947"/>
                </a:lnTo>
                <a:lnTo>
                  <a:pt x="3316" y="3946"/>
                </a:lnTo>
                <a:lnTo>
                  <a:pt x="3329" y="3897"/>
                </a:lnTo>
                <a:lnTo>
                  <a:pt x="3329" y="3897"/>
                </a:lnTo>
                <a:lnTo>
                  <a:pt x="3344" y="3849"/>
                </a:lnTo>
                <a:lnTo>
                  <a:pt x="3344" y="3848"/>
                </a:lnTo>
                <a:lnTo>
                  <a:pt x="3360" y="3802"/>
                </a:lnTo>
                <a:lnTo>
                  <a:pt x="3360" y="3801"/>
                </a:lnTo>
                <a:lnTo>
                  <a:pt x="3377" y="3756"/>
                </a:lnTo>
                <a:lnTo>
                  <a:pt x="3377" y="3755"/>
                </a:lnTo>
                <a:lnTo>
                  <a:pt x="3395" y="3711"/>
                </a:lnTo>
                <a:lnTo>
                  <a:pt x="3395" y="3710"/>
                </a:lnTo>
                <a:lnTo>
                  <a:pt x="3414" y="3667"/>
                </a:lnTo>
                <a:lnTo>
                  <a:pt x="3414" y="3667"/>
                </a:lnTo>
                <a:lnTo>
                  <a:pt x="3434" y="3626"/>
                </a:lnTo>
                <a:lnTo>
                  <a:pt x="3434" y="3625"/>
                </a:lnTo>
                <a:lnTo>
                  <a:pt x="3455" y="3586"/>
                </a:lnTo>
                <a:lnTo>
                  <a:pt x="3455" y="3585"/>
                </a:lnTo>
                <a:lnTo>
                  <a:pt x="3477" y="3548"/>
                </a:lnTo>
                <a:lnTo>
                  <a:pt x="3477" y="3547"/>
                </a:lnTo>
                <a:lnTo>
                  <a:pt x="3499" y="3511"/>
                </a:lnTo>
                <a:lnTo>
                  <a:pt x="3500" y="3510"/>
                </a:lnTo>
                <a:lnTo>
                  <a:pt x="3523" y="3476"/>
                </a:lnTo>
                <a:lnTo>
                  <a:pt x="3524" y="3475"/>
                </a:lnTo>
                <a:lnTo>
                  <a:pt x="3548" y="3442"/>
                </a:lnTo>
                <a:lnTo>
                  <a:pt x="3548" y="3441"/>
                </a:lnTo>
                <a:lnTo>
                  <a:pt x="3573" y="3411"/>
                </a:lnTo>
                <a:lnTo>
                  <a:pt x="3574" y="3410"/>
                </a:lnTo>
                <a:lnTo>
                  <a:pt x="3600" y="3381"/>
                </a:lnTo>
                <a:lnTo>
                  <a:pt x="3601" y="3380"/>
                </a:lnTo>
                <a:lnTo>
                  <a:pt x="3628" y="3353"/>
                </a:lnTo>
                <a:lnTo>
                  <a:pt x="3629" y="3352"/>
                </a:lnTo>
                <a:lnTo>
                  <a:pt x="3657" y="3327"/>
                </a:lnTo>
                <a:lnTo>
                  <a:pt x="3658" y="3326"/>
                </a:lnTo>
                <a:lnTo>
                  <a:pt x="3686" y="3303"/>
                </a:lnTo>
                <a:lnTo>
                  <a:pt x="3687" y="3302"/>
                </a:lnTo>
                <a:lnTo>
                  <a:pt x="3716" y="3281"/>
                </a:lnTo>
                <a:lnTo>
                  <a:pt x="3717" y="3280"/>
                </a:lnTo>
                <a:lnTo>
                  <a:pt x="3747" y="3262"/>
                </a:lnTo>
                <a:lnTo>
                  <a:pt x="3748" y="3261"/>
                </a:lnTo>
                <a:lnTo>
                  <a:pt x="3778" y="3244"/>
                </a:lnTo>
                <a:lnTo>
                  <a:pt x="3779" y="3243"/>
                </a:lnTo>
                <a:lnTo>
                  <a:pt x="3810" y="3228"/>
                </a:lnTo>
                <a:lnTo>
                  <a:pt x="3811" y="3227"/>
                </a:lnTo>
                <a:lnTo>
                  <a:pt x="3842" y="3214"/>
                </a:lnTo>
                <a:lnTo>
                  <a:pt x="3844" y="3214"/>
                </a:lnTo>
                <a:lnTo>
                  <a:pt x="3874" y="3203"/>
                </a:lnTo>
                <a:lnTo>
                  <a:pt x="3877" y="3203"/>
                </a:lnTo>
                <a:lnTo>
                  <a:pt x="3907" y="3195"/>
                </a:lnTo>
                <a:lnTo>
                  <a:pt x="3909" y="3195"/>
                </a:lnTo>
                <a:lnTo>
                  <a:pt x="3938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42059" y="3000182"/>
            <a:ext cx="625464" cy="1138053"/>
            <a:chOff x="2342059" y="3000182"/>
            <a:chExt cx="625464" cy="1138053"/>
          </a:xfrm>
        </p:grpSpPr>
        <p:sp>
          <p:nvSpPr>
            <p:cNvPr id="17" name="Forma 16"/>
            <p:cNvSpPr/>
            <p:nvPr/>
          </p:nvSpPr>
          <p:spPr>
            <a:xfrm>
              <a:off x="2342059" y="3000182"/>
              <a:ext cx="625464" cy="1138053"/>
            </a:xfrm>
            <a:custGeom>
              <a:avLst/>
              <a:gdLst/>
              <a:ahLst/>
              <a:cxnLst/>
              <a:rect l="0" t="0" r="r" b="b"/>
              <a:pathLst>
                <a:path w="5362" h="10000">
                  <a:moveTo>
                    <a:pt x="2544" y="19"/>
                  </a:moveTo>
                  <a:lnTo>
                    <a:pt x="2426" y="48"/>
                  </a:lnTo>
                  <a:lnTo>
                    <a:pt x="2307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49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1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0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1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0" y="9997"/>
                  </a:lnTo>
                  <a:lnTo>
                    <a:pt x="807" y="9974"/>
                  </a:lnTo>
                  <a:lnTo>
                    <a:pt x="907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3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4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8" y="9217"/>
                  </a:lnTo>
                  <a:lnTo>
                    <a:pt x="2159" y="9213"/>
                  </a:lnTo>
                  <a:lnTo>
                    <a:pt x="2169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6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3" y="9128"/>
                  </a:lnTo>
                  <a:lnTo>
                    <a:pt x="3003" y="9121"/>
                  </a:lnTo>
                  <a:lnTo>
                    <a:pt x="3144" y="9104"/>
                  </a:lnTo>
                  <a:lnTo>
                    <a:pt x="3273" y="9076"/>
                  </a:lnTo>
                  <a:lnTo>
                    <a:pt x="3391" y="9045"/>
                  </a:lnTo>
                  <a:lnTo>
                    <a:pt x="3508" y="9010"/>
                  </a:lnTo>
                  <a:lnTo>
                    <a:pt x="3634" y="8970"/>
                  </a:lnTo>
                  <a:lnTo>
                    <a:pt x="3635" y="8970"/>
                  </a:lnTo>
                  <a:lnTo>
                    <a:pt x="3779" y="8925"/>
                  </a:lnTo>
                  <a:lnTo>
                    <a:pt x="3782" y="8925"/>
                  </a:lnTo>
                  <a:lnTo>
                    <a:pt x="3953" y="8876"/>
                  </a:lnTo>
                  <a:lnTo>
                    <a:pt x="3965" y="8874"/>
                  </a:lnTo>
                  <a:lnTo>
                    <a:pt x="4186" y="8832"/>
                  </a:lnTo>
                  <a:lnTo>
                    <a:pt x="4195" y="8831"/>
                  </a:lnTo>
                  <a:lnTo>
                    <a:pt x="4462" y="8798"/>
                  </a:lnTo>
                  <a:lnTo>
                    <a:pt x="4742" y="8762"/>
                  </a:lnTo>
                  <a:lnTo>
                    <a:pt x="4998" y="8712"/>
                  </a:lnTo>
                  <a:lnTo>
                    <a:pt x="5195" y="8641"/>
                  </a:lnTo>
                  <a:lnTo>
                    <a:pt x="5304" y="8553"/>
                  </a:lnTo>
                  <a:lnTo>
                    <a:pt x="5353" y="8431"/>
                  </a:lnTo>
                  <a:lnTo>
                    <a:pt x="5362" y="8245"/>
                  </a:lnTo>
                  <a:lnTo>
                    <a:pt x="5331" y="8010"/>
                  </a:lnTo>
                  <a:lnTo>
                    <a:pt x="5276" y="7749"/>
                  </a:lnTo>
                  <a:lnTo>
                    <a:pt x="5216" y="7484"/>
                  </a:lnTo>
                  <a:lnTo>
                    <a:pt x="5215" y="7477"/>
                  </a:lnTo>
                  <a:lnTo>
                    <a:pt x="5172" y="7227"/>
                  </a:lnTo>
                  <a:lnTo>
                    <a:pt x="5171" y="7222"/>
                  </a:lnTo>
                  <a:lnTo>
                    <a:pt x="5139" y="6986"/>
                  </a:lnTo>
                  <a:lnTo>
                    <a:pt x="5103" y="6753"/>
                  </a:lnTo>
                  <a:lnTo>
                    <a:pt x="5063" y="6520"/>
                  </a:lnTo>
                  <a:lnTo>
                    <a:pt x="5021" y="6286"/>
                  </a:lnTo>
                  <a:lnTo>
                    <a:pt x="4979" y="6051"/>
                  </a:lnTo>
                  <a:lnTo>
                    <a:pt x="4979" y="6050"/>
                  </a:lnTo>
                  <a:lnTo>
                    <a:pt x="4939" y="5815"/>
                  </a:lnTo>
                  <a:lnTo>
                    <a:pt x="4939" y="5814"/>
                  </a:lnTo>
                  <a:lnTo>
                    <a:pt x="4901" y="5578"/>
                  </a:lnTo>
                  <a:lnTo>
                    <a:pt x="4901" y="5578"/>
                  </a:lnTo>
                  <a:lnTo>
                    <a:pt x="4863" y="5343"/>
                  </a:lnTo>
                  <a:lnTo>
                    <a:pt x="4826" y="5108"/>
                  </a:lnTo>
                  <a:lnTo>
                    <a:pt x="4788" y="4873"/>
                  </a:lnTo>
                  <a:lnTo>
                    <a:pt x="4748" y="4639"/>
                  </a:lnTo>
                  <a:lnTo>
                    <a:pt x="4707" y="4405"/>
                  </a:lnTo>
                  <a:lnTo>
                    <a:pt x="4664" y="4170"/>
                  </a:lnTo>
                  <a:lnTo>
                    <a:pt x="4620" y="3934"/>
                  </a:lnTo>
                  <a:lnTo>
                    <a:pt x="4575" y="3699"/>
                  </a:lnTo>
                  <a:lnTo>
                    <a:pt x="4527" y="3465"/>
                  </a:lnTo>
                  <a:lnTo>
                    <a:pt x="4478" y="3232"/>
                  </a:lnTo>
                  <a:lnTo>
                    <a:pt x="4424" y="3000"/>
                  </a:lnTo>
                  <a:lnTo>
                    <a:pt x="4367" y="2765"/>
                  </a:lnTo>
                  <a:lnTo>
                    <a:pt x="4306" y="2526"/>
                  </a:lnTo>
                  <a:lnTo>
                    <a:pt x="4242" y="2288"/>
                  </a:lnTo>
                  <a:lnTo>
                    <a:pt x="4177" y="2056"/>
                  </a:lnTo>
                  <a:lnTo>
                    <a:pt x="4110" y="1834"/>
                  </a:lnTo>
                  <a:lnTo>
                    <a:pt x="4044" y="1627"/>
                  </a:lnTo>
                  <a:lnTo>
                    <a:pt x="3975" y="1433"/>
                  </a:lnTo>
                  <a:lnTo>
                    <a:pt x="3904" y="1247"/>
                  </a:lnTo>
                  <a:lnTo>
                    <a:pt x="3831" y="1071"/>
                  </a:lnTo>
                  <a:lnTo>
                    <a:pt x="3759" y="906"/>
                  </a:lnTo>
                  <a:lnTo>
                    <a:pt x="3689" y="754"/>
                  </a:lnTo>
                  <a:lnTo>
                    <a:pt x="3622" y="617"/>
                  </a:lnTo>
                  <a:lnTo>
                    <a:pt x="3622" y="615"/>
                  </a:lnTo>
                  <a:lnTo>
                    <a:pt x="3564" y="493"/>
                  </a:lnTo>
                  <a:lnTo>
                    <a:pt x="3563" y="491"/>
                  </a:lnTo>
                  <a:lnTo>
                    <a:pt x="3515" y="385"/>
                  </a:lnTo>
                  <a:lnTo>
                    <a:pt x="3473" y="300"/>
                  </a:lnTo>
                  <a:lnTo>
                    <a:pt x="3432" y="234"/>
                  </a:lnTo>
                  <a:lnTo>
                    <a:pt x="3387" y="182"/>
                  </a:lnTo>
                  <a:lnTo>
                    <a:pt x="3327" y="136"/>
                  </a:lnTo>
                  <a:lnTo>
                    <a:pt x="3245" y="93"/>
                  </a:lnTo>
                  <a:lnTo>
                    <a:pt x="3141" y="56"/>
                  </a:lnTo>
                  <a:lnTo>
                    <a:pt x="3023" y="26"/>
                  </a:lnTo>
                  <a:lnTo>
                    <a:pt x="2899" y="7"/>
                  </a:lnTo>
                  <a:lnTo>
                    <a:pt x="2775" y="0"/>
                  </a:lnTo>
                  <a:lnTo>
                    <a:pt x="2657" y="3"/>
                  </a:lnTo>
                  <a:lnTo>
                    <a:pt x="2544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395266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6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8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62376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42059" y="3000182"/>
            <a:ext cx="625464" cy="1138053"/>
          </a:xfrm>
          <a:custGeom>
            <a:avLst/>
            <a:gdLst/>
            <a:ahLst/>
            <a:cxnLst/>
            <a:rect l="0" t="0" r="r" b="b"/>
            <a:pathLst>
              <a:path w="1103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1" y="1853"/>
                </a:lnTo>
                <a:lnTo>
                  <a:pt x="747" y="1845"/>
                </a:lnTo>
                <a:lnTo>
                  <a:pt x="748" y="1845"/>
                </a:lnTo>
                <a:lnTo>
                  <a:pt x="777" y="1836"/>
                </a:lnTo>
                <a:lnTo>
                  <a:pt x="778" y="1836"/>
                </a:lnTo>
                <a:lnTo>
                  <a:pt x="813" y="1826"/>
                </a:lnTo>
                <a:lnTo>
                  <a:pt x="815" y="1825"/>
                </a:lnTo>
                <a:lnTo>
                  <a:pt x="861" y="1816"/>
                </a:lnTo>
                <a:lnTo>
                  <a:pt x="863" y="1816"/>
                </a:lnTo>
                <a:lnTo>
                  <a:pt x="918" y="1810"/>
                </a:lnTo>
                <a:lnTo>
                  <a:pt x="975" y="1802"/>
                </a:lnTo>
                <a:lnTo>
                  <a:pt x="1028" y="1792"/>
                </a:lnTo>
                <a:lnTo>
                  <a:pt x="1068" y="1777"/>
                </a:lnTo>
                <a:lnTo>
                  <a:pt x="1091" y="1759"/>
                </a:lnTo>
                <a:lnTo>
                  <a:pt x="1101" y="1734"/>
                </a:lnTo>
                <a:lnTo>
                  <a:pt x="1103" y="1696"/>
                </a:lnTo>
                <a:lnTo>
                  <a:pt x="1096" y="1647"/>
                </a:lnTo>
                <a:lnTo>
                  <a:pt x="1085" y="1594"/>
                </a:lnTo>
                <a:lnTo>
                  <a:pt x="1073" y="1539"/>
                </a:lnTo>
                <a:lnTo>
                  <a:pt x="1073" y="1538"/>
                </a:lnTo>
                <a:lnTo>
                  <a:pt x="1064" y="1486"/>
                </a:lnTo>
                <a:lnTo>
                  <a:pt x="1064" y="1485"/>
                </a:lnTo>
                <a:lnTo>
                  <a:pt x="1057" y="1437"/>
                </a:lnTo>
                <a:lnTo>
                  <a:pt x="1050" y="1389"/>
                </a:lnTo>
                <a:lnTo>
                  <a:pt x="1041" y="1341"/>
                </a:lnTo>
                <a:lnTo>
                  <a:pt x="1033" y="1293"/>
                </a:lnTo>
                <a:lnTo>
                  <a:pt x="1024" y="1244"/>
                </a:lnTo>
                <a:lnTo>
                  <a:pt x="1024" y="1244"/>
                </a:lnTo>
                <a:lnTo>
                  <a:pt x="1016" y="1196"/>
                </a:lnTo>
                <a:lnTo>
                  <a:pt x="1016" y="1196"/>
                </a:lnTo>
                <a:lnTo>
                  <a:pt x="1008" y="1147"/>
                </a:lnTo>
                <a:lnTo>
                  <a:pt x="1008" y="1147"/>
                </a:lnTo>
                <a:lnTo>
                  <a:pt x="1000" y="1099"/>
                </a:lnTo>
                <a:lnTo>
                  <a:pt x="993" y="1050"/>
                </a:lnTo>
                <a:lnTo>
                  <a:pt x="985" y="1002"/>
                </a:lnTo>
                <a:lnTo>
                  <a:pt x="977" y="954"/>
                </a:lnTo>
                <a:lnTo>
                  <a:pt x="968" y="906"/>
                </a:lnTo>
                <a:lnTo>
                  <a:pt x="959" y="857"/>
                </a:lnTo>
                <a:lnTo>
                  <a:pt x="950" y="809"/>
                </a:lnTo>
                <a:lnTo>
                  <a:pt x="941" y="761"/>
                </a:lnTo>
                <a:lnTo>
                  <a:pt x="931" y="712"/>
                </a:lnTo>
                <a:lnTo>
                  <a:pt x="921" y="665"/>
                </a:lnTo>
                <a:lnTo>
                  <a:pt x="910" y="617"/>
                </a:lnTo>
                <a:lnTo>
                  <a:pt x="898" y="568"/>
                </a:lnTo>
                <a:lnTo>
                  <a:pt x="886" y="519"/>
                </a:lnTo>
                <a:lnTo>
                  <a:pt x="872" y="470"/>
                </a:lnTo>
                <a:lnTo>
                  <a:pt x="859" y="423"/>
                </a:lnTo>
                <a:lnTo>
                  <a:pt x="845" y="377"/>
                </a:lnTo>
                <a:lnTo>
                  <a:pt x="832" y="334"/>
                </a:lnTo>
                <a:lnTo>
                  <a:pt x="818" y="294"/>
                </a:lnTo>
                <a:lnTo>
                  <a:pt x="803" y="256"/>
                </a:lnTo>
                <a:lnTo>
                  <a:pt x="788" y="220"/>
                </a:lnTo>
                <a:lnTo>
                  <a:pt x="773" y="186"/>
                </a:lnTo>
                <a:lnTo>
                  <a:pt x="759" y="155"/>
                </a:lnTo>
                <a:lnTo>
                  <a:pt x="745" y="126"/>
                </a:lnTo>
                <a:lnTo>
                  <a:pt x="745" y="126"/>
                </a:lnTo>
                <a:lnTo>
                  <a:pt x="733" y="101"/>
                </a:lnTo>
                <a:lnTo>
                  <a:pt x="733" y="101"/>
                </a:lnTo>
                <a:lnTo>
                  <a:pt x="723" y="79"/>
                </a:lnTo>
                <a:lnTo>
                  <a:pt x="714" y="61"/>
                </a:lnTo>
                <a:lnTo>
                  <a:pt x="706" y="48"/>
                </a:lnTo>
                <a:lnTo>
                  <a:pt x="696" y="37"/>
                </a:lnTo>
                <a:lnTo>
                  <a:pt x="684" y="28"/>
                </a:lnTo>
                <a:lnTo>
                  <a:pt x="667" y="19"/>
                </a:lnTo>
                <a:lnTo>
                  <a:pt x="646" y="11"/>
                </a:lnTo>
                <a:lnTo>
                  <a:pt x="622" y="5"/>
                </a:lnTo>
                <a:lnTo>
                  <a:pt x="596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885329" y="1651831"/>
            <a:ext cx="1343941" cy="4135624"/>
            <a:chOff x="3885329" y="1651831"/>
            <a:chExt cx="1343941" cy="4135624"/>
          </a:xfrm>
        </p:grpSpPr>
        <p:sp>
          <p:nvSpPr>
            <p:cNvPr id="22" name="Forma 21"/>
            <p:cNvSpPr/>
            <p:nvPr/>
          </p:nvSpPr>
          <p:spPr>
            <a:xfrm>
              <a:off x="3885329" y="1651831"/>
              <a:ext cx="1343941" cy="4135624"/>
            </a:xfrm>
            <a:custGeom>
              <a:avLst/>
              <a:gdLst/>
              <a:ahLst/>
              <a:cxnLst/>
              <a:rect l="0" t="0" r="r" b="b"/>
              <a:pathLst>
                <a:path w="3171" h="10000">
                  <a:moveTo>
                    <a:pt x="716" y="8"/>
                  </a:moveTo>
                  <a:lnTo>
                    <a:pt x="713" y="21"/>
                  </a:lnTo>
                  <a:lnTo>
                    <a:pt x="709" y="33"/>
                  </a:lnTo>
                  <a:lnTo>
                    <a:pt x="703" y="45"/>
                  </a:lnTo>
                  <a:lnTo>
                    <a:pt x="671" y="110"/>
                  </a:lnTo>
                  <a:lnTo>
                    <a:pt x="666" y="118"/>
                  </a:lnTo>
                  <a:lnTo>
                    <a:pt x="622" y="192"/>
                  </a:lnTo>
                  <a:lnTo>
                    <a:pt x="622" y="192"/>
                  </a:lnTo>
                  <a:lnTo>
                    <a:pt x="573" y="276"/>
                  </a:lnTo>
                  <a:lnTo>
                    <a:pt x="522" y="367"/>
                  </a:lnTo>
                  <a:lnTo>
                    <a:pt x="474" y="470"/>
                  </a:lnTo>
                  <a:lnTo>
                    <a:pt x="430" y="588"/>
                  </a:lnTo>
                  <a:lnTo>
                    <a:pt x="387" y="727"/>
                  </a:lnTo>
                  <a:lnTo>
                    <a:pt x="343" y="883"/>
                  </a:lnTo>
                  <a:lnTo>
                    <a:pt x="300" y="1054"/>
                  </a:lnTo>
                  <a:lnTo>
                    <a:pt x="259" y="1238"/>
                  </a:lnTo>
                  <a:lnTo>
                    <a:pt x="221" y="1431"/>
                  </a:lnTo>
                  <a:lnTo>
                    <a:pt x="187" y="1633"/>
                  </a:lnTo>
                  <a:lnTo>
                    <a:pt x="157" y="1848"/>
                  </a:lnTo>
                  <a:lnTo>
                    <a:pt x="130" y="2079"/>
                  </a:lnTo>
                  <a:lnTo>
                    <a:pt x="107" y="2321"/>
                  </a:lnTo>
                  <a:lnTo>
                    <a:pt x="86" y="2569"/>
                  </a:lnTo>
                  <a:lnTo>
                    <a:pt x="68" y="2818"/>
                  </a:lnTo>
                  <a:lnTo>
                    <a:pt x="54" y="3064"/>
                  </a:lnTo>
                  <a:lnTo>
                    <a:pt x="54" y="3065"/>
                  </a:lnTo>
                  <a:lnTo>
                    <a:pt x="38" y="3308"/>
                  </a:lnTo>
                  <a:lnTo>
                    <a:pt x="38" y="3309"/>
                  </a:lnTo>
                  <a:lnTo>
                    <a:pt x="20" y="3553"/>
                  </a:lnTo>
                  <a:lnTo>
                    <a:pt x="6" y="3796"/>
                  </a:lnTo>
                  <a:lnTo>
                    <a:pt x="0" y="4035"/>
                  </a:lnTo>
                  <a:lnTo>
                    <a:pt x="5" y="4272"/>
                  </a:lnTo>
                  <a:lnTo>
                    <a:pt x="28" y="4506"/>
                  </a:lnTo>
                  <a:lnTo>
                    <a:pt x="71" y="4740"/>
                  </a:lnTo>
                  <a:lnTo>
                    <a:pt x="134" y="4976"/>
                  </a:lnTo>
                  <a:lnTo>
                    <a:pt x="210" y="5216"/>
                  </a:lnTo>
                  <a:lnTo>
                    <a:pt x="293" y="5460"/>
                  </a:lnTo>
                  <a:lnTo>
                    <a:pt x="293" y="5461"/>
                  </a:lnTo>
                  <a:lnTo>
                    <a:pt x="376" y="5706"/>
                  </a:lnTo>
                  <a:lnTo>
                    <a:pt x="377" y="5710"/>
                  </a:lnTo>
                  <a:lnTo>
                    <a:pt x="452" y="5955"/>
                  </a:lnTo>
                  <a:lnTo>
                    <a:pt x="453" y="5956"/>
                  </a:lnTo>
                  <a:lnTo>
                    <a:pt x="524" y="6197"/>
                  </a:lnTo>
                  <a:lnTo>
                    <a:pt x="597" y="6432"/>
                  </a:lnTo>
                  <a:lnTo>
                    <a:pt x="597" y="6432"/>
                  </a:lnTo>
                  <a:lnTo>
                    <a:pt x="670" y="6669"/>
                  </a:lnTo>
                  <a:lnTo>
                    <a:pt x="671" y="6672"/>
                  </a:lnTo>
                  <a:lnTo>
                    <a:pt x="740" y="6913"/>
                  </a:lnTo>
                  <a:lnTo>
                    <a:pt x="741" y="6918"/>
                  </a:lnTo>
                  <a:lnTo>
                    <a:pt x="804" y="7169"/>
                  </a:lnTo>
                  <a:lnTo>
                    <a:pt x="805" y="7175"/>
                  </a:lnTo>
                  <a:lnTo>
                    <a:pt x="859" y="7441"/>
                  </a:lnTo>
                  <a:lnTo>
                    <a:pt x="921" y="7748"/>
                  </a:lnTo>
                  <a:lnTo>
                    <a:pt x="997" y="8099"/>
                  </a:lnTo>
                  <a:lnTo>
                    <a:pt x="998" y="8102"/>
                  </a:lnTo>
                  <a:lnTo>
                    <a:pt x="1068" y="8465"/>
                  </a:lnTo>
                  <a:lnTo>
                    <a:pt x="1069" y="8474"/>
                  </a:lnTo>
                  <a:lnTo>
                    <a:pt x="1088" y="8618"/>
                  </a:lnTo>
                  <a:lnTo>
                    <a:pt x="1090" y="8619"/>
                  </a:lnTo>
                  <a:lnTo>
                    <a:pt x="1253" y="8691"/>
                  </a:lnTo>
                  <a:lnTo>
                    <a:pt x="1263" y="8696"/>
                  </a:lnTo>
                  <a:lnTo>
                    <a:pt x="1432" y="8788"/>
                  </a:lnTo>
                  <a:lnTo>
                    <a:pt x="1440" y="8792"/>
                  </a:lnTo>
                  <a:lnTo>
                    <a:pt x="1610" y="8898"/>
                  </a:lnTo>
                  <a:lnTo>
                    <a:pt x="1616" y="8902"/>
                  </a:lnTo>
                  <a:lnTo>
                    <a:pt x="1781" y="9016"/>
                  </a:lnTo>
                  <a:lnTo>
                    <a:pt x="1786" y="9020"/>
                  </a:lnTo>
                  <a:lnTo>
                    <a:pt x="1941" y="9137"/>
                  </a:lnTo>
                  <a:lnTo>
                    <a:pt x="1946" y="9140"/>
                  </a:lnTo>
                  <a:lnTo>
                    <a:pt x="2086" y="9255"/>
                  </a:lnTo>
                  <a:lnTo>
                    <a:pt x="2096" y="9263"/>
                  </a:lnTo>
                  <a:lnTo>
                    <a:pt x="2223" y="9386"/>
                  </a:lnTo>
                  <a:lnTo>
                    <a:pt x="2232" y="9396"/>
                  </a:lnTo>
                  <a:lnTo>
                    <a:pt x="2350" y="9533"/>
                  </a:lnTo>
                  <a:lnTo>
                    <a:pt x="2355" y="9539"/>
                  </a:lnTo>
                  <a:lnTo>
                    <a:pt x="2463" y="9679"/>
                  </a:lnTo>
                  <a:lnTo>
                    <a:pt x="2464" y="9681"/>
                  </a:lnTo>
                  <a:lnTo>
                    <a:pt x="2561" y="9811"/>
                  </a:lnTo>
                  <a:lnTo>
                    <a:pt x="2643" y="9915"/>
                  </a:lnTo>
                  <a:lnTo>
                    <a:pt x="2709" y="9983"/>
                  </a:lnTo>
                  <a:lnTo>
                    <a:pt x="2729" y="10000"/>
                  </a:lnTo>
                  <a:lnTo>
                    <a:pt x="2746" y="9960"/>
                  </a:lnTo>
                  <a:lnTo>
                    <a:pt x="2775" y="9865"/>
                  </a:lnTo>
                  <a:lnTo>
                    <a:pt x="2804" y="9742"/>
                  </a:lnTo>
                  <a:lnTo>
                    <a:pt x="2834" y="9599"/>
                  </a:lnTo>
                  <a:lnTo>
                    <a:pt x="2863" y="9438"/>
                  </a:lnTo>
                  <a:lnTo>
                    <a:pt x="2891" y="9266"/>
                  </a:lnTo>
                  <a:lnTo>
                    <a:pt x="2920" y="9074"/>
                  </a:lnTo>
                  <a:lnTo>
                    <a:pt x="2948" y="8858"/>
                  </a:lnTo>
                  <a:lnTo>
                    <a:pt x="2976" y="8626"/>
                  </a:lnTo>
                  <a:lnTo>
                    <a:pt x="3002" y="8387"/>
                  </a:lnTo>
                  <a:lnTo>
                    <a:pt x="3028" y="8149"/>
                  </a:lnTo>
                  <a:lnTo>
                    <a:pt x="3051" y="7923"/>
                  </a:lnTo>
                  <a:lnTo>
                    <a:pt x="3073" y="7707"/>
                  </a:lnTo>
                  <a:lnTo>
                    <a:pt x="3094" y="7496"/>
                  </a:lnTo>
                  <a:lnTo>
                    <a:pt x="3114" y="7288"/>
                  </a:lnTo>
                  <a:lnTo>
                    <a:pt x="3132" y="7081"/>
                  </a:lnTo>
                  <a:lnTo>
                    <a:pt x="3146" y="6873"/>
                  </a:lnTo>
                  <a:lnTo>
                    <a:pt x="3157" y="6661"/>
                  </a:lnTo>
                  <a:lnTo>
                    <a:pt x="3165" y="6444"/>
                  </a:lnTo>
                  <a:lnTo>
                    <a:pt x="3169" y="6224"/>
                  </a:lnTo>
                  <a:lnTo>
                    <a:pt x="3171" y="6002"/>
                  </a:lnTo>
                  <a:lnTo>
                    <a:pt x="3169" y="5780"/>
                  </a:lnTo>
                  <a:lnTo>
                    <a:pt x="3165" y="5557"/>
                  </a:lnTo>
                  <a:lnTo>
                    <a:pt x="3157" y="5335"/>
                  </a:lnTo>
                  <a:lnTo>
                    <a:pt x="3147" y="5113"/>
                  </a:lnTo>
                  <a:lnTo>
                    <a:pt x="3135" y="4890"/>
                  </a:lnTo>
                  <a:lnTo>
                    <a:pt x="3119" y="4668"/>
                  </a:lnTo>
                  <a:lnTo>
                    <a:pt x="3100" y="4446"/>
                  </a:lnTo>
                  <a:lnTo>
                    <a:pt x="3078" y="4227"/>
                  </a:lnTo>
                  <a:lnTo>
                    <a:pt x="3051" y="4011"/>
                  </a:lnTo>
                  <a:lnTo>
                    <a:pt x="3021" y="3796"/>
                  </a:lnTo>
                  <a:lnTo>
                    <a:pt x="2988" y="3581"/>
                  </a:lnTo>
                  <a:lnTo>
                    <a:pt x="2951" y="3369"/>
                  </a:lnTo>
                  <a:lnTo>
                    <a:pt x="2910" y="3160"/>
                  </a:lnTo>
                  <a:lnTo>
                    <a:pt x="2864" y="2957"/>
                  </a:lnTo>
                  <a:lnTo>
                    <a:pt x="2814" y="2759"/>
                  </a:lnTo>
                  <a:lnTo>
                    <a:pt x="2759" y="2566"/>
                  </a:lnTo>
                  <a:lnTo>
                    <a:pt x="2700" y="2377"/>
                  </a:lnTo>
                  <a:lnTo>
                    <a:pt x="2636" y="2192"/>
                  </a:lnTo>
                  <a:lnTo>
                    <a:pt x="2568" y="2012"/>
                  </a:lnTo>
                  <a:lnTo>
                    <a:pt x="2497" y="1839"/>
                  </a:lnTo>
                  <a:lnTo>
                    <a:pt x="2422" y="1673"/>
                  </a:lnTo>
                  <a:lnTo>
                    <a:pt x="2344" y="1514"/>
                  </a:lnTo>
                  <a:lnTo>
                    <a:pt x="2263" y="1361"/>
                  </a:lnTo>
                  <a:lnTo>
                    <a:pt x="2178" y="1214"/>
                  </a:lnTo>
                  <a:lnTo>
                    <a:pt x="2091" y="1075"/>
                  </a:lnTo>
                  <a:lnTo>
                    <a:pt x="2000" y="943"/>
                  </a:lnTo>
                  <a:lnTo>
                    <a:pt x="1905" y="820"/>
                  </a:lnTo>
                  <a:lnTo>
                    <a:pt x="1807" y="704"/>
                  </a:lnTo>
                  <a:lnTo>
                    <a:pt x="1705" y="594"/>
                  </a:lnTo>
                  <a:lnTo>
                    <a:pt x="1599" y="492"/>
                  </a:lnTo>
                  <a:lnTo>
                    <a:pt x="1491" y="397"/>
                  </a:lnTo>
                  <a:lnTo>
                    <a:pt x="1382" y="312"/>
                  </a:lnTo>
                  <a:lnTo>
                    <a:pt x="1273" y="237"/>
                  </a:lnTo>
                  <a:lnTo>
                    <a:pt x="1155" y="170"/>
                  </a:lnTo>
                  <a:lnTo>
                    <a:pt x="1023" y="109"/>
                  </a:lnTo>
                  <a:lnTo>
                    <a:pt x="886" y="55"/>
                  </a:lnTo>
                  <a:lnTo>
                    <a:pt x="757" y="11"/>
                  </a:lnTo>
                  <a:lnTo>
                    <a:pt x="718" y="0"/>
                  </a:lnTo>
                  <a:lnTo>
                    <a:pt x="716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20711" y="2030425"/>
              <a:ext cx="1192400" cy="2821381"/>
            </a:xfrm>
            <a:custGeom>
              <a:avLst/>
              <a:gdLst/>
              <a:ahLst/>
              <a:cxnLst/>
              <a:rect l="0" t="0" r="r" b="b"/>
              <a:pathLst>
                <a:path w="2103" h="5100" fill="none">
                  <a:moveTo>
                    <a:pt x="0" y="2244"/>
                  </a:moveTo>
                  <a:lnTo>
                    <a:pt x="268" y="2100"/>
                  </a:lnTo>
                  <a:lnTo>
                    <a:pt x="1068" y="1500"/>
                  </a:lnTo>
                  <a:lnTo>
                    <a:pt x="1518" y="900"/>
                  </a:lnTo>
                </a:path>
                <a:path w="2103" h="5100" fill="none">
                  <a:moveTo>
                    <a:pt x="268" y="2100"/>
                  </a:moveTo>
                  <a:lnTo>
                    <a:pt x="568" y="1200"/>
                  </a:lnTo>
                  <a:lnTo>
                    <a:pt x="718" y="200"/>
                  </a:lnTo>
                </a:path>
                <a:path w="2103" h="5100" fill="none">
                  <a:moveTo>
                    <a:pt x="2" y="2510"/>
                  </a:moveTo>
                  <a:lnTo>
                    <a:pt x="568" y="2600"/>
                  </a:lnTo>
                  <a:lnTo>
                    <a:pt x="1568" y="2600"/>
                  </a:lnTo>
                  <a:lnTo>
                    <a:pt x="2068" y="2700"/>
                  </a:lnTo>
                </a:path>
                <a:path w="2103" h="5100" fill="none">
                  <a:moveTo>
                    <a:pt x="568" y="2600"/>
                  </a:moveTo>
                  <a:lnTo>
                    <a:pt x="1268" y="3300"/>
                  </a:lnTo>
                  <a:lnTo>
                    <a:pt x="1818" y="3900"/>
                  </a:lnTo>
                </a:path>
                <a:path w="2103" h="5100" fill="none">
                  <a:moveTo>
                    <a:pt x="125" y="3112"/>
                  </a:moveTo>
                  <a:lnTo>
                    <a:pt x="268" y="3300"/>
                  </a:lnTo>
                  <a:lnTo>
                    <a:pt x="868" y="4300"/>
                  </a:lnTo>
                  <a:lnTo>
                    <a:pt x="1418" y="5100"/>
                  </a:lnTo>
                </a:path>
                <a:path w="2103" h="5100" fill="none">
                  <a:moveTo>
                    <a:pt x="268" y="3300"/>
                  </a:moveTo>
                  <a:lnTo>
                    <a:pt x="229" y="3427"/>
                  </a:lnTo>
                </a:path>
                <a:path w="2103" h="5100" fill="none">
                  <a:moveTo>
                    <a:pt x="868" y="4300"/>
                  </a:moveTo>
                  <a:lnTo>
                    <a:pt x="1668" y="4800"/>
                  </a:lnTo>
                  <a:lnTo>
                    <a:pt x="2068" y="5100"/>
                  </a:lnTo>
                </a:path>
                <a:path w="2103" h="5100" fill="none">
                  <a:moveTo>
                    <a:pt x="1068" y="1500"/>
                  </a:moveTo>
                  <a:lnTo>
                    <a:pt x="1768" y="1700"/>
                  </a:lnTo>
                  <a:lnTo>
                    <a:pt x="2103" y="1951"/>
                  </a:lnTo>
                </a:path>
                <a:path w="2103" h="5100" fill="none">
                  <a:moveTo>
                    <a:pt x="568" y="1200"/>
                  </a:moveTo>
                  <a:lnTo>
                    <a:pt x="1168" y="600"/>
                  </a:lnTo>
                </a:path>
                <a:path w="2103" h="5100" fill="none">
                  <a:moveTo>
                    <a:pt x="1268" y="3300"/>
                  </a:moveTo>
                  <a:lnTo>
                    <a:pt x="1168" y="4000"/>
                  </a:lnTo>
                  <a:lnTo>
                    <a:pt x="1468" y="4700"/>
                  </a:lnTo>
                </a:path>
                <a:path w="2103" h="5100" fill="none">
                  <a:moveTo>
                    <a:pt x="120" y="665"/>
                  </a:moveTo>
                  <a:lnTo>
                    <a:pt x="268" y="0"/>
                  </a:lnTo>
                </a:path>
                <a:path w="2103" h="5100" fill="none">
                  <a:moveTo>
                    <a:pt x="1568" y="2600"/>
                  </a:moveTo>
                  <a:lnTo>
                    <a:pt x="1868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31086" y="3625899"/>
              <a:ext cx="1224453" cy="1412495"/>
            </a:xfrm>
            <a:custGeom>
              <a:avLst/>
              <a:gdLst/>
              <a:ahLst/>
              <a:cxnLst/>
              <a:rect l="0" t="0" r="r" b="b"/>
              <a:pathLst>
                <a:path w="2159" h="2553" fill="none">
                  <a:moveTo>
                    <a:pt x="2159" y="2553"/>
                  </a:moveTo>
                  <a:lnTo>
                    <a:pt x="2078" y="2451"/>
                  </a:lnTo>
                  <a:lnTo>
                    <a:pt x="1892" y="2217"/>
                  </a:lnTo>
                  <a:lnTo>
                    <a:pt x="1675" y="1946"/>
                  </a:lnTo>
                  <a:lnTo>
                    <a:pt x="1453" y="1668"/>
                  </a:lnTo>
                  <a:lnTo>
                    <a:pt x="1249" y="1415"/>
                  </a:lnTo>
                  <a:lnTo>
                    <a:pt x="1063" y="1181"/>
                  </a:lnTo>
                  <a:lnTo>
                    <a:pt x="876" y="944"/>
                  </a:lnTo>
                  <a:lnTo>
                    <a:pt x="694" y="715"/>
                  </a:lnTo>
                  <a:lnTo>
                    <a:pt x="517" y="502"/>
                  </a:lnTo>
                  <a:lnTo>
                    <a:pt x="349" y="315"/>
                  </a:lnTo>
                  <a:lnTo>
                    <a:pt x="182" y="154"/>
                  </a:lnTo>
                  <a:lnTo>
                    <a:pt x="14" y="1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885329" y="1651831"/>
            <a:ext cx="1343941" cy="4135624"/>
          </a:xfrm>
          <a:custGeom>
            <a:avLst/>
            <a:gdLst/>
            <a:ahLst/>
            <a:cxnLst/>
            <a:rect l="0" t="0" r="r" b="b"/>
            <a:pathLst>
              <a:path w="2370" h="7475" fill="none">
                <a:moveTo>
                  <a:pt x="535" y="6"/>
                </a:moveTo>
                <a:lnTo>
                  <a:pt x="533" y="15"/>
                </a:lnTo>
                <a:lnTo>
                  <a:pt x="530" y="25"/>
                </a:lnTo>
                <a:lnTo>
                  <a:pt x="526" y="34"/>
                </a:lnTo>
                <a:lnTo>
                  <a:pt x="501" y="82"/>
                </a:lnTo>
                <a:lnTo>
                  <a:pt x="498" y="88"/>
                </a:lnTo>
                <a:lnTo>
                  <a:pt x="465" y="143"/>
                </a:lnTo>
                <a:lnTo>
                  <a:pt x="465" y="144"/>
                </a:lnTo>
                <a:lnTo>
                  <a:pt x="428" y="206"/>
                </a:lnTo>
                <a:lnTo>
                  <a:pt x="390" y="275"/>
                </a:lnTo>
                <a:lnTo>
                  <a:pt x="354" y="351"/>
                </a:lnTo>
                <a:lnTo>
                  <a:pt x="321" y="439"/>
                </a:lnTo>
                <a:lnTo>
                  <a:pt x="289" y="543"/>
                </a:lnTo>
                <a:lnTo>
                  <a:pt x="256" y="660"/>
                </a:lnTo>
                <a:lnTo>
                  <a:pt x="224" y="788"/>
                </a:lnTo>
                <a:lnTo>
                  <a:pt x="193" y="925"/>
                </a:lnTo>
                <a:lnTo>
                  <a:pt x="165" y="1070"/>
                </a:lnTo>
                <a:lnTo>
                  <a:pt x="139" y="1221"/>
                </a:lnTo>
                <a:lnTo>
                  <a:pt x="117" y="1381"/>
                </a:lnTo>
                <a:lnTo>
                  <a:pt x="97" y="1554"/>
                </a:lnTo>
                <a:lnTo>
                  <a:pt x="80" y="1735"/>
                </a:lnTo>
                <a:lnTo>
                  <a:pt x="64" y="1920"/>
                </a:lnTo>
                <a:lnTo>
                  <a:pt x="51" y="2107"/>
                </a:lnTo>
                <a:lnTo>
                  <a:pt x="40" y="2290"/>
                </a:lnTo>
                <a:lnTo>
                  <a:pt x="40" y="2291"/>
                </a:lnTo>
                <a:lnTo>
                  <a:pt x="28" y="2473"/>
                </a:lnTo>
                <a:lnTo>
                  <a:pt x="28" y="2474"/>
                </a:lnTo>
                <a:lnTo>
                  <a:pt x="15" y="2656"/>
                </a:lnTo>
                <a:lnTo>
                  <a:pt x="4" y="2837"/>
                </a:lnTo>
                <a:lnTo>
                  <a:pt x="0" y="3017"/>
                </a:lnTo>
                <a:lnTo>
                  <a:pt x="4" y="3194"/>
                </a:lnTo>
                <a:lnTo>
                  <a:pt x="20" y="3369"/>
                </a:lnTo>
                <a:lnTo>
                  <a:pt x="53" y="3543"/>
                </a:lnTo>
                <a:lnTo>
                  <a:pt x="100" y="3720"/>
                </a:lnTo>
                <a:lnTo>
                  <a:pt x="157" y="3900"/>
                </a:lnTo>
                <a:lnTo>
                  <a:pt x="219" y="4082"/>
                </a:lnTo>
                <a:lnTo>
                  <a:pt x="219" y="4082"/>
                </a:lnTo>
                <a:lnTo>
                  <a:pt x="281" y="4265"/>
                </a:lnTo>
                <a:lnTo>
                  <a:pt x="282" y="4268"/>
                </a:lnTo>
                <a:lnTo>
                  <a:pt x="338" y="4452"/>
                </a:lnTo>
                <a:lnTo>
                  <a:pt x="338" y="4453"/>
                </a:lnTo>
                <a:lnTo>
                  <a:pt x="391" y="4632"/>
                </a:lnTo>
                <a:lnTo>
                  <a:pt x="446" y="4808"/>
                </a:lnTo>
                <a:lnTo>
                  <a:pt x="446" y="4809"/>
                </a:lnTo>
                <a:lnTo>
                  <a:pt x="501" y="4985"/>
                </a:lnTo>
                <a:lnTo>
                  <a:pt x="501" y="4987"/>
                </a:lnTo>
                <a:lnTo>
                  <a:pt x="553" y="5168"/>
                </a:lnTo>
                <a:lnTo>
                  <a:pt x="554" y="5171"/>
                </a:lnTo>
                <a:lnTo>
                  <a:pt x="601" y="5359"/>
                </a:lnTo>
                <a:lnTo>
                  <a:pt x="602" y="5364"/>
                </a:lnTo>
                <a:lnTo>
                  <a:pt x="642" y="5562"/>
                </a:lnTo>
                <a:lnTo>
                  <a:pt x="688" y="5792"/>
                </a:lnTo>
                <a:lnTo>
                  <a:pt x="745" y="6055"/>
                </a:lnTo>
                <a:lnTo>
                  <a:pt x="746" y="6057"/>
                </a:lnTo>
                <a:lnTo>
                  <a:pt x="798" y="6328"/>
                </a:lnTo>
                <a:lnTo>
                  <a:pt x="799" y="6335"/>
                </a:lnTo>
                <a:lnTo>
                  <a:pt x="813" y="6443"/>
                </a:lnTo>
                <a:lnTo>
                  <a:pt x="814" y="6443"/>
                </a:lnTo>
                <a:lnTo>
                  <a:pt x="936" y="6497"/>
                </a:lnTo>
                <a:lnTo>
                  <a:pt x="944" y="6501"/>
                </a:lnTo>
                <a:lnTo>
                  <a:pt x="1071" y="6569"/>
                </a:lnTo>
                <a:lnTo>
                  <a:pt x="1076" y="6573"/>
                </a:lnTo>
                <a:lnTo>
                  <a:pt x="1203" y="6652"/>
                </a:lnTo>
                <a:lnTo>
                  <a:pt x="1208" y="6655"/>
                </a:lnTo>
                <a:lnTo>
                  <a:pt x="1331" y="6740"/>
                </a:lnTo>
                <a:lnTo>
                  <a:pt x="1335" y="6743"/>
                </a:lnTo>
                <a:lnTo>
                  <a:pt x="1451" y="6830"/>
                </a:lnTo>
                <a:lnTo>
                  <a:pt x="1454" y="6833"/>
                </a:lnTo>
                <a:lnTo>
                  <a:pt x="1560" y="6919"/>
                </a:lnTo>
                <a:lnTo>
                  <a:pt x="1566" y="6925"/>
                </a:lnTo>
                <a:lnTo>
                  <a:pt x="1661" y="7016"/>
                </a:lnTo>
                <a:lnTo>
                  <a:pt x="1668" y="7024"/>
                </a:lnTo>
                <a:lnTo>
                  <a:pt x="1756" y="7126"/>
                </a:lnTo>
                <a:lnTo>
                  <a:pt x="1760" y="7131"/>
                </a:lnTo>
                <a:lnTo>
                  <a:pt x="1841" y="7235"/>
                </a:lnTo>
                <a:lnTo>
                  <a:pt x="1842" y="7237"/>
                </a:lnTo>
                <a:lnTo>
                  <a:pt x="1914" y="7334"/>
                </a:lnTo>
                <a:lnTo>
                  <a:pt x="1976" y="7412"/>
                </a:lnTo>
                <a:lnTo>
                  <a:pt x="2025" y="7463"/>
                </a:lnTo>
                <a:lnTo>
                  <a:pt x="2040" y="7475"/>
                </a:lnTo>
                <a:lnTo>
                  <a:pt x="2053" y="7445"/>
                </a:lnTo>
                <a:lnTo>
                  <a:pt x="2074" y="7374"/>
                </a:lnTo>
                <a:lnTo>
                  <a:pt x="2096" y="7283"/>
                </a:lnTo>
                <a:lnTo>
                  <a:pt x="2118" y="7176"/>
                </a:lnTo>
                <a:lnTo>
                  <a:pt x="2140" y="7056"/>
                </a:lnTo>
                <a:lnTo>
                  <a:pt x="2161" y="6927"/>
                </a:lnTo>
                <a:lnTo>
                  <a:pt x="2183" y="6783"/>
                </a:lnTo>
                <a:lnTo>
                  <a:pt x="2204" y="6622"/>
                </a:lnTo>
                <a:lnTo>
                  <a:pt x="2225" y="6448"/>
                </a:lnTo>
                <a:lnTo>
                  <a:pt x="2244" y="6269"/>
                </a:lnTo>
                <a:lnTo>
                  <a:pt x="2263" y="6092"/>
                </a:lnTo>
                <a:lnTo>
                  <a:pt x="2281" y="5923"/>
                </a:lnTo>
                <a:lnTo>
                  <a:pt x="2297" y="5761"/>
                </a:lnTo>
                <a:lnTo>
                  <a:pt x="2313" y="5604"/>
                </a:lnTo>
                <a:lnTo>
                  <a:pt x="2328" y="5448"/>
                </a:lnTo>
                <a:lnTo>
                  <a:pt x="2341" y="5294"/>
                </a:lnTo>
                <a:lnTo>
                  <a:pt x="2352" y="5138"/>
                </a:lnTo>
                <a:lnTo>
                  <a:pt x="2360" y="4979"/>
                </a:lnTo>
                <a:lnTo>
                  <a:pt x="2366" y="4817"/>
                </a:lnTo>
                <a:lnTo>
                  <a:pt x="2369" y="4653"/>
                </a:lnTo>
                <a:lnTo>
                  <a:pt x="2370" y="4487"/>
                </a:lnTo>
                <a:lnTo>
                  <a:pt x="2369" y="4320"/>
                </a:lnTo>
                <a:lnTo>
                  <a:pt x="2366" y="4154"/>
                </a:lnTo>
                <a:lnTo>
                  <a:pt x="2360" y="3988"/>
                </a:lnTo>
                <a:lnTo>
                  <a:pt x="2353" y="3822"/>
                </a:lnTo>
                <a:lnTo>
                  <a:pt x="2343" y="3656"/>
                </a:lnTo>
                <a:lnTo>
                  <a:pt x="2332" y="3489"/>
                </a:lnTo>
                <a:lnTo>
                  <a:pt x="2318" y="3324"/>
                </a:lnTo>
                <a:lnTo>
                  <a:pt x="2301" y="3160"/>
                </a:lnTo>
                <a:lnTo>
                  <a:pt x="2281" y="2998"/>
                </a:lnTo>
                <a:lnTo>
                  <a:pt x="2258" y="2837"/>
                </a:lnTo>
                <a:lnTo>
                  <a:pt x="2233" y="2677"/>
                </a:lnTo>
                <a:lnTo>
                  <a:pt x="2206" y="2518"/>
                </a:lnTo>
                <a:lnTo>
                  <a:pt x="2175" y="2362"/>
                </a:lnTo>
                <a:lnTo>
                  <a:pt x="2141" y="2210"/>
                </a:lnTo>
                <a:lnTo>
                  <a:pt x="2104" y="2062"/>
                </a:lnTo>
                <a:lnTo>
                  <a:pt x="2063" y="1918"/>
                </a:lnTo>
                <a:lnTo>
                  <a:pt x="2018" y="1776"/>
                </a:lnTo>
                <a:lnTo>
                  <a:pt x="1970" y="1638"/>
                </a:lnTo>
                <a:lnTo>
                  <a:pt x="1920" y="1504"/>
                </a:lnTo>
                <a:lnTo>
                  <a:pt x="1866" y="1375"/>
                </a:lnTo>
                <a:lnTo>
                  <a:pt x="1810" y="1251"/>
                </a:lnTo>
                <a:lnTo>
                  <a:pt x="1752" y="1132"/>
                </a:lnTo>
                <a:lnTo>
                  <a:pt x="1692" y="1017"/>
                </a:lnTo>
                <a:lnTo>
                  <a:pt x="1628" y="908"/>
                </a:lnTo>
                <a:lnTo>
                  <a:pt x="1563" y="803"/>
                </a:lnTo>
                <a:lnTo>
                  <a:pt x="1495" y="705"/>
                </a:lnTo>
                <a:lnTo>
                  <a:pt x="1424" y="613"/>
                </a:lnTo>
                <a:lnTo>
                  <a:pt x="1351" y="526"/>
                </a:lnTo>
                <a:lnTo>
                  <a:pt x="1274" y="444"/>
                </a:lnTo>
                <a:lnTo>
                  <a:pt x="1196" y="367"/>
                </a:lnTo>
                <a:lnTo>
                  <a:pt x="1115" y="297"/>
                </a:lnTo>
                <a:lnTo>
                  <a:pt x="1033" y="233"/>
                </a:lnTo>
                <a:lnTo>
                  <a:pt x="952" y="177"/>
                </a:lnTo>
                <a:lnTo>
                  <a:pt x="864" y="127"/>
                </a:lnTo>
                <a:lnTo>
                  <a:pt x="765" y="81"/>
                </a:lnTo>
                <a:lnTo>
                  <a:pt x="662" y="41"/>
                </a:lnTo>
                <a:lnTo>
                  <a:pt x="566" y="8"/>
                </a:lnTo>
                <a:lnTo>
                  <a:pt x="537" y="0"/>
                </a:lnTo>
                <a:lnTo>
                  <a:pt x="535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494085" cy="4433136"/>
          </a:xfrm>
          <a:custGeom>
            <a:avLst/>
            <a:gdLst/>
            <a:ahLst/>
            <a:cxnLst/>
            <a:rect l="0" t="0" r="r" b="b"/>
            <a:pathLst>
              <a:path w="4399" h="8013" fill="none">
                <a:moveTo>
                  <a:pt x="2172" y="3"/>
                </a:moveTo>
                <a:lnTo>
                  <a:pt x="2071" y="17"/>
                </a:lnTo>
                <a:lnTo>
                  <a:pt x="1970" y="42"/>
                </a:lnTo>
                <a:lnTo>
                  <a:pt x="1869" y="76"/>
                </a:lnTo>
                <a:lnTo>
                  <a:pt x="1768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6" y="7290"/>
                </a:lnTo>
                <a:lnTo>
                  <a:pt x="2783" y="7264"/>
                </a:lnTo>
                <a:lnTo>
                  <a:pt x="2876" y="7236"/>
                </a:lnTo>
                <a:lnTo>
                  <a:pt x="2975" y="7205"/>
                </a:lnTo>
                <a:lnTo>
                  <a:pt x="3087" y="7170"/>
                </a:lnTo>
                <a:lnTo>
                  <a:pt x="3220" y="7133"/>
                </a:lnTo>
                <a:lnTo>
                  <a:pt x="3393" y="7100"/>
                </a:lnTo>
                <a:lnTo>
                  <a:pt x="3601" y="7075"/>
                </a:lnTo>
                <a:lnTo>
                  <a:pt x="3823" y="7046"/>
                </a:lnTo>
                <a:lnTo>
                  <a:pt x="4035" y="7005"/>
                </a:lnTo>
                <a:lnTo>
                  <a:pt x="4213" y="6940"/>
                </a:lnTo>
                <a:lnTo>
                  <a:pt x="4335" y="6843"/>
                </a:lnTo>
                <a:lnTo>
                  <a:pt x="4391" y="6704"/>
                </a:lnTo>
                <a:lnTo>
                  <a:pt x="4399" y="6530"/>
                </a:lnTo>
                <a:lnTo>
                  <a:pt x="4373" y="6333"/>
                </a:lnTo>
                <a:lnTo>
                  <a:pt x="4329" y="6125"/>
                </a:lnTo>
                <a:lnTo>
                  <a:pt x="4283" y="5918"/>
                </a:lnTo>
                <a:lnTo>
                  <a:pt x="4249" y="5723"/>
                </a:lnTo>
                <a:lnTo>
                  <a:pt x="4224" y="5538"/>
                </a:lnTo>
                <a:lnTo>
                  <a:pt x="4196" y="5354"/>
                </a:lnTo>
                <a:lnTo>
                  <a:pt x="4164" y="5171"/>
                </a:lnTo>
                <a:lnTo>
                  <a:pt x="4132" y="4989"/>
                </a:lnTo>
                <a:lnTo>
                  <a:pt x="4099" y="4806"/>
                </a:lnTo>
                <a:lnTo>
                  <a:pt x="4068" y="4623"/>
                </a:lnTo>
                <a:lnTo>
                  <a:pt x="4038" y="4439"/>
                </a:lnTo>
                <a:lnTo>
                  <a:pt x="4009" y="4256"/>
                </a:lnTo>
                <a:lnTo>
                  <a:pt x="3980" y="4073"/>
                </a:lnTo>
                <a:lnTo>
                  <a:pt x="3950" y="3889"/>
                </a:lnTo>
                <a:lnTo>
                  <a:pt x="3919" y="3706"/>
                </a:lnTo>
                <a:lnTo>
                  <a:pt x="3886" y="3523"/>
                </a:lnTo>
                <a:lnTo>
                  <a:pt x="3853" y="3339"/>
                </a:lnTo>
                <a:lnTo>
                  <a:pt x="3818" y="3155"/>
                </a:lnTo>
                <a:lnTo>
                  <a:pt x="3783" y="2971"/>
                </a:lnTo>
                <a:lnTo>
                  <a:pt x="3746" y="2788"/>
                </a:lnTo>
                <a:lnTo>
                  <a:pt x="3707" y="2605"/>
                </a:lnTo>
                <a:lnTo>
                  <a:pt x="3665" y="2423"/>
                </a:lnTo>
                <a:lnTo>
                  <a:pt x="3620" y="2238"/>
                </a:lnTo>
                <a:lnTo>
                  <a:pt x="3572" y="2051"/>
                </a:lnTo>
                <a:lnTo>
                  <a:pt x="3522" y="1864"/>
                </a:lnTo>
                <a:lnTo>
                  <a:pt x="3471" y="1681"/>
                </a:lnTo>
                <a:lnTo>
                  <a:pt x="3418" y="1506"/>
                </a:lnTo>
                <a:lnTo>
                  <a:pt x="3366" y="1343"/>
                </a:lnTo>
                <a:lnTo>
                  <a:pt x="3311" y="1189"/>
                </a:lnTo>
                <a:lnTo>
                  <a:pt x="3255" y="1041"/>
                </a:lnTo>
                <a:lnTo>
                  <a:pt x="3197" y="901"/>
                </a:lnTo>
                <a:lnTo>
                  <a:pt x="3140" y="771"/>
                </a:lnTo>
                <a:lnTo>
                  <a:pt x="3084" y="651"/>
                </a:lnTo>
                <a:lnTo>
                  <a:pt x="3032" y="543"/>
                </a:lnTo>
                <a:lnTo>
                  <a:pt x="2987" y="447"/>
                </a:lnTo>
                <a:lnTo>
                  <a:pt x="2949" y="363"/>
                </a:lnTo>
                <a:lnTo>
                  <a:pt x="2913" y="290"/>
                </a:lnTo>
                <a:lnTo>
                  <a:pt x="2874" y="226"/>
                </a:lnTo>
                <a:lnTo>
                  <a:pt x="2825" y="171"/>
                </a:lnTo>
                <a:lnTo>
                  <a:pt x="2763" y="123"/>
                </a:lnTo>
                <a:lnTo>
                  <a:pt x="2683" y="81"/>
                </a:lnTo>
                <a:lnTo>
                  <a:pt x="2590" y="48"/>
                </a:lnTo>
                <a:lnTo>
                  <a:pt x="2488" y="23"/>
                </a:lnTo>
                <a:lnTo>
                  <a:pt x="2381" y="6"/>
                </a:lnTo>
                <a:lnTo>
                  <a:pt x="2274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22946" y="1575050"/>
            <a:ext cx="1468687" cy="4289826"/>
          </a:xfrm>
          <a:custGeom>
            <a:avLst/>
            <a:gdLst/>
            <a:ahLst/>
            <a:cxnLst/>
            <a:rect l="0" t="0" r="r" b="b"/>
            <a:pathLst>
              <a:path w="2590" h="7754" fill="none">
                <a:moveTo>
                  <a:pt x="560" y="3"/>
                </a:moveTo>
                <a:lnTo>
                  <a:pt x="527" y="0"/>
                </a:lnTo>
                <a:lnTo>
                  <a:pt x="520" y="6"/>
                </a:lnTo>
                <a:lnTo>
                  <a:pt x="527" y="23"/>
                </a:lnTo>
                <a:lnTo>
                  <a:pt x="539" y="48"/>
                </a:lnTo>
                <a:lnTo>
                  <a:pt x="546" y="81"/>
                </a:lnTo>
                <a:lnTo>
                  <a:pt x="538" y="123"/>
                </a:lnTo>
                <a:lnTo>
                  <a:pt x="513" y="171"/>
                </a:lnTo>
                <a:lnTo>
                  <a:pt x="480" y="226"/>
                </a:lnTo>
                <a:lnTo>
                  <a:pt x="443" y="290"/>
                </a:lnTo>
                <a:lnTo>
                  <a:pt x="402" y="363"/>
                </a:lnTo>
                <a:lnTo>
                  <a:pt x="363" y="447"/>
                </a:lnTo>
                <a:lnTo>
                  <a:pt x="327" y="543"/>
                </a:lnTo>
                <a:lnTo>
                  <a:pt x="294" y="651"/>
                </a:lnTo>
                <a:lnTo>
                  <a:pt x="260" y="771"/>
                </a:lnTo>
                <a:lnTo>
                  <a:pt x="227" y="901"/>
                </a:lnTo>
                <a:lnTo>
                  <a:pt x="196" y="1041"/>
                </a:lnTo>
                <a:lnTo>
                  <a:pt x="167" y="1189"/>
                </a:lnTo>
                <a:lnTo>
                  <a:pt x="141" y="1343"/>
                </a:lnTo>
                <a:lnTo>
                  <a:pt x="118" y="1506"/>
                </a:lnTo>
                <a:lnTo>
                  <a:pt x="98" y="1681"/>
                </a:lnTo>
                <a:lnTo>
                  <a:pt x="80" y="1864"/>
                </a:lnTo>
                <a:lnTo>
                  <a:pt x="64" y="2051"/>
                </a:lnTo>
                <a:lnTo>
                  <a:pt x="51" y="2238"/>
                </a:lnTo>
                <a:lnTo>
                  <a:pt x="40" y="2423"/>
                </a:lnTo>
                <a:lnTo>
                  <a:pt x="28" y="2605"/>
                </a:lnTo>
                <a:lnTo>
                  <a:pt x="15" y="2788"/>
                </a:lnTo>
                <a:lnTo>
                  <a:pt x="4" y="2971"/>
                </a:lnTo>
                <a:lnTo>
                  <a:pt x="0" y="3155"/>
                </a:lnTo>
                <a:lnTo>
                  <a:pt x="4" y="3339"/>
                </a:lnTo>
                <a:lnTo>
                  <a:pt x="21" y="3523"/>
                </a:lnTo>
                <a:lnTo>
                  <a:pt x="56" y="3706"/>
                </a:lnTo>
                <a:lnTo>
                  <a:pt x="104" y="3889"/>
                </a:lnTo>
                <a:lnTo>
                  <a:pt x="162" y="4073"/>
                </a:lnTo>
                <a:lnTo>
                  <a:pt x="225" y="4256"/>
                </a:lnTo>
                <a:lnTo>
                  <a:pt x="286" y="4439"/>
                </a:lnTo>
                <a:lnTo>
                  <a:pt x="343" y="4623"/>
                </a:lnTo>
                <a:lnTo>
                  <a:pt x="396" y="4803"/>
                </a:lnTo>
                <a:lnTo>
                  <a:pt x="451" y="4980"/>
                </a:lnTo>
                <a:lnTo>
                  <a:pt x="506" y="5156"/>
                </a:lnTo>
                <a:lnTo>
                  <a:pt x="557" y="5337"/>
                </a:lnTo>
                <a:lnTo>
                  <a:pt x="604" y="5524"/>
                </a:lnTo>
                <a:lnTo>
                  <a:pt x="644" y="5723"/>
                </a:lnTo>
                <a:lnTo>
                  <a:pt x="690" y="5953"/>
                </a:lnTo>
                <a:lnTo>
                  <a:pt x="748" y="6217"/>
                </a:lnTo>
                <a:lnTo>
                  <a:pt x="800" y="6488"/>
                </a:lnTo>
                <a:lnTo>
                  <a:pt x="823" y="6664"/>
                </a:lnTo>
                <a:lnTo>
                  <a:pt x="880" y="6683"/>
                </a:lnTo>
                <a:lnTo>
                  <a:pt x="1002" y="6736"/>
                </a:lnTo>
                <a:lnTo>
                  <a:pt x="1128" y="6805"/>
                </a:lnTo>
                <a:lnTo>
                  <a:pt x="1255" y="6884"/>
                </a:lnTo>
                <a:lnTo>
                  <a:pt x="1379" y="6969"/>
                </a:lnTo>
                <a:lnTo>
                  <a:pt x="1495" y="7057"/>
                </a:lnTo>
                <a:lnTo>
                  <a:pt x="1600" y="7143"/>
                </a:lnTo>
                <a:lnTo>
                  <a:pt x="1695" y="7234"/>
                </a:lnTo>
                <a:lnTo>
                  <a:pt x="1783" y="7337"/>
                </a:lnTo>
                <a:lnTo>
                  <a:pt x="1864" y="7441"/>
                </a:lnTo>
                <a:lnTo>
                  <a:pt x="1937" y="7540"/>
                </a:lnTo>
                <a:lnTo>
                  <a:pt x="2003" y="7623"/>
                </a:lnTo>
                <a:lnTo>
                  <a:pt x="2060" y="7683"/>
                </a:lnTo>
                <a:lnTo>
                  <a:pt x="2107" y="7721"/>
                </a:lnTo>
                <a:lnTo>
                  <a:pt x="2142" y="7745"/>
                </a:lnTo>
                <a:lnTo>
                  <a:pt x="2170" y="7754"/>
                </a:lnTo>
                <a:lnTo>
                  <a:pt x="2193" y="7747"/>
                </a:lnTo>
                <a:lnTo>
                  <a:pt x="2216" y="7724"/>
                </a:lnTo>
                <a:lnTo>
                  <a:pt x="2240" y="7683"/>
                </a:lnTo>
                <a:lnTo>
                  <a:pt x="2266" y="7622"/>
                </a:lnTo>
                <a:lnTo>
                  <a:pt x="2290" y="7542"/>
                </a:lnTo>
                <a:lnTo>
                  <a:pt x="2314" y="7446"/>
                </a:lnTo>
                <a:lnTo>
                  <a:pt x="2336" y="7335"/>
                </a:lnTo>
                <a:lnTo>
                  <a:pt x="2358" y="7213"/>
                </a:lnTo>
                <a:lnTo>
                  <a:pt x="2380" y="7083"/>
                </a:lnTo>
                <a:lnTo>
                  <a:pt x="2402" y="6937"/>
                </a:lnTo>
                <a:lnTo>
                  <a:pt x="2423" y="6774"/>
                </a:lnTo>
                <a:lnTo>
                  <a:pt x="2444" y="6600"/>
                </a:lnTo>
                <a:lnTo>
                  <a:pt x="2464" y="6420"/>
                </a:lnTo>
                <a:lnTo>
                  <a:pt x="2483" y="6242"/>
                </a:lnTo>
                <a:lnTo>
                  <a:pt x="2500" y="6073"/>
                </a:lnTo>
                <a:lnTo>
                  <a:pt x="2517" y="5911"/>
                </a:lnTo>
                <a:lnTo>
                  <a:pt x="2533" y="5753"/>
                </a:lnTo>
                <a:lnTo>
                  <a:pt x="2548" y="5597"/>
                </a:lnTo>
                <a:lnTo>
                  <a:pt x="2561" y="5441"/>
                </a:lnTo>
                <a:lnTo>
                  <a:pt x="2572" y="5283"/>
                </a:lnTo>
                <a:lnTo>
                  <a:pt x="2580" y="5123"/>
                </a:lnTo>
                <a:lnTo>
                  <a:pt x="2586" y="4959"/>
                </a:lnTo>
                <a:lnTo>
                  <a:pt x="2589" y="4793"/>
                </a:lnTo>
                <a:lnTo>
                  <a:pt x="2590" y="4626"/>
                </a:lnTo>
                <a:lnTo>
                  <a:pt x="2589" y="4458"/>
                </a:lnTo>
                <a:lnTo>
                  <a:pt x="2586" y="4290"/>
                </a:lnTo>
                <a:lnTo>
                  <a:pt x="2580" y="4123"/>
                </a:lnTo>
                <a:lnTo>
                  <a:pt x="2573" y="3955"/>
                </a:lnTo>
                <a:lnTo>
                  <a:pt x="2563" y="3787"/>
                </a:lnTo>
                <a:lnTo>
                  <a:pt x="2551" y="3620"/>
                </a:lnTo>
                <a:lnTo>
                  <a:pt x="2537" y="3452"/>
                </a:lnTo>
                <a:lnTo>
                  <a:pt x="2520" y="3286"/>
                </a:lnTo>
                <a:lnTo>
                  <a:pt x="2500" y="3123"/>
                </a:lnTo>
                <a:lnTo>
                  <a:pt x="2477" y="2960"/>
                </a:lnTo>
                <a:lnTo>
                  <a:pt x="2452" y="2798"/>
                </a:lnTo>
                <a:lnTo>
                  <a:pt x="2424" y="2637"/>
                </a:lnTo>
                <a:lnTo>
                  <a:pt x="2393" y="2479"/>
                </a:lnTo>
                <a:lnTo>
                  <a:pt x="2358" y="2323"/>
                </a:lnTo>
                <a:lnTo>
                  <a:pt x="2320" y="2173"/>
                </a:lnTo>
                <a:lnTo>
                  <a:pt x="2278" y="2025"/>
                </a:lnTo>
                <a:lnTo>
                  <a:pt x="2233" y="1881"/>
                </a:lnTo>
                <a:lnTo>
                  <a:pt x="2184" y="1740"/>
                </a:lnTo>
                <a:lnTo>
                  <a:pt x="2132" y="1602"/>
                </a:lnTo>
                <a:lnTo>
                  <a:pt x="2077" y="1470"/>
                </a:lnTo>
                <a:lnTo>
                  <a:pt x="2020" y="1343"/>
                </a:lnTo>
                <a:lnTo>
                  <a:pt x="1960" y="1220"/>
                </a:lnTo>
                <a:lnTo>
                  <a:pt x="1898" y="1103"/>
                </a:lnTo>
                <a:lnTo>
                  <a:pt x="1833" y="990"/>
                </a:lnTo>
                <a:lnTo>
                  <a:pt x="1765" y="882"/>
                </a:lnTo>
                <a:lnTo>
                  <a:pt x="1694" y="779"/>
                </a:lnTo>
                <a:lnTo>
                  <a:pt x="1620" y="683"/>
                </a:lnTo>
                <a:lnTo>
                  <a:pt x="1543" y="592"/>
                </a:lnTo>
                <a:lnTo>
                  <a:pt x="1463" y="506"/>
                </a:lnTo>
                <a:lnTo>
                  <a:pt x="1380" y="425"/>
                </a:lnTo>
                <a:lnTo>
                  <a:pt x="1295" y="351"/>
                </a:lnTo>
                <a:lnTo>
                  <a:pt x="1208" y="283"/>
                </a:lnTo>
                <a:lnTo>
                  <a:pt x="1120" y="223"/>
                </a:lnTo>
                <a:lnTo>
                  <a:pt x="1024" y="168"/>
                </a:lnTo>
                <a:lnTo>
                  <a:pt x="918" y="119"/>
                </a:lnTo>
                <a:lnTo>
                  <a:pt x="810" y="76"/>
                </a:lnTo>
                <a:lnTo>
                  <a:pt x="709" y="42"/>
                </a:lnTo>
                <a:lnTo>
                  <a:pt x="623" y="17"/>
                </a:lnTo>
                <a:lnTo>
                  <a:pt x="56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040126" y="2047478"/>
            <a:ext cx="464315" cy="1934979"/>
          </a:xfrm>
          <a:custGeom>
            <a:avLst/>
            <a:gdLst/>
            <a:ahLst/>
            <a:cxnLst/>
            <a:rect l="0" t="0" r="r" b="b"/>
            <a:pathLst>
              <a:path w="2341" h="10000">
                <a:moveTo>
                  <a:pt x="600" y="5398"/>
                </a:moveTo>
                <a:lnTo>
                  <a:pt x="604" y="5425"/>
                </a:lnTo>
                <a:lnTo>
                  <a:pt x="1382" y="10000"/>
                </a:lnTo>
                <a:lnTo>
                  <a:pt x="2341" y="9836"/>
                </a:lnTo>
                <a:lnTo>
                  <a:pt x="1564" y="5275"/>
                </a:lnTo>
                <a:lnTo>
                  <a:pt x="965" y="0"/>
                </a:lnTo>
                <a:lnTo>
                  <a:pt x="0" y="109"/>
                </a:lnTo>
                <a:lnTo>
                  <a:pt x="600" y="539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18589" y="5105558"/>
            <a:ext cx="435799" cy="936976"/>
          </a:xfrm>
          <a:custGeom>
            <a:avLst/>
            <a:gdLst/>
            <a:ahLst/>
            <a:cxnLst/>
            <a:rect l="0" t="0" r="r" b="b"/>
            <a:pathLst>
              <a:path w="4538" h="10000">
                <a:moveTo>
                  <a:pt x="3400" y="5867"/>
                </a:moveTo>
                <a:lnTo>
                  <a:pt x="3416" y="5801"/>
                </a:lnTo>
                <a:lnTo>
                  <a:pt x="4538" y="487"/>
                </a:lnTo>
                <a:lnTo>
                  <a:pt x="2227" y="0"/>
                </a:lnTo>
                <a:lnTo>
                  <a:pt x="1112" y="5280"/>
                </a:lnTo>
                <a:lnTo>
                  <a:pt x="0" y="9381"/>
                </a:lnTo>
                <a:lnTo>
                  <a:pt x="2278" y="10000"/>
                </a:lnTo>
                <a:lnTo>
                  <a:pt x="3400" y="58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285128" y="3785145"/>
            <a:ext cx="1507609" cy="1566089"/>
            <a:chOff x="3285128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3285128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72738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1" y="1336"/>
                </a:lnTo>
                <a:lnTo>
                  <a:pt x="3412" y="1333"/>
                </a:lnTo>
                <a:lnTo>
                  <a:pt x="3566" y="1290"/>
                </a:lnTo>
                <a:lnTo>
                  <a:pt x="3572" y="1288"/>
                </a:lnTo>
                <a:lnTo>
                  <a:pt x="3727" y="1240"/>
                </a:lnTo>
                <a:lnTo>
                  <a:pt x="3899" y="1187"/>
                </a:lnTo>
                <a:lnTo>
                  <a:pt x="4107" y="1127"/>
                </a:lnTo>
                <a:lnTo>
                  <a:pt x="4392" y="1052"/>
                </a:lnTo>
                <a:lnTo>
                  <a:pt x="4741" y="961"/>
                </a:lnTo>
                <a:lnTo>
                  <a:pt x="5098" y="869"/>
                </a:lnTo>
                <a:lnTo>
                  <a:pt x="5407" y="789"/>
                </a:lnTo>
                <a:lnTo>
                  <a:pt x="5417" y="786"/>
                </a:lnTo>
                <a:lnTo>
                  <a:pt x="5760" y="833"/>
                </a:lnTo>
                <a:lnTo>
                  <a:pt x="5761" y="833"/>
                </a:lnTo>
                <a:lnTo>
                  <a:pt x="6349" y="908"/>
                </a:lnTo>
                <a:lnTo>
                  <a:pt x="6350" y="908"/>
                </a:lnTo>
                <a:lnTo>
                  <a:pt x="6988" y="986"/>
                </a:lnTo>
                <a:lnTo>
                  <a:pt x="6990" y="986"/>
                </a:lnTo>
                <a:lnTo>
                  <a:pt x="7520" y="1046"/>
                </a:lnTo>
                <a:lnTo>
                  <a:pt x="7528" y="1046"/>
                </a:lnTo>
                <a:lnTo>
                  <a:pt x="7792" y="1066"/>
                </a:lnTo>
                <a:lnTo>
                  <a:pt x="7812" y="1067"/>
                </a:lnTo>
                <a:lnTo>
                  <a:pt x="7832" y="1066"/>
                </a:lnTo>
                <a:lnTo>
                  <a:pt x="7851" y="1062"/>
                </a:lnTo>
                <a:lnTo>
                  <a:pt x="7871" y="1057"/>
                </a:lnTo>
                <a:lnTo>
                  <a:pt x="7889" y="1050"/>
                </a:lnTo>
                <a:lnTo>
                  <a:pt x="7907" y="1041"/>
                </a:lnTo>
                <a:lnTo>
                  <a:pt x="7924" y="1031"/>
                </a:lnTo>
                <a:lnTo>
                  <a:pt x="7939" y="1019"/>
                </a:lnTo>
                <a:lnTo>
                  <a:pt x="7954" y="1005"/>
                </a:lnTo>
                <a:lnTo>
                  <a:pt x="7967" y="990"/>
                </a:lnTo>
                <a:lnTo>
                  <a:pt x="7978" y="974"/>
                </a:lnTo>
                <a:lnTo>
                  <a:pt x="7988" y="957"/>
                </a:lnTo>
                <a:lnTo>
                  <a:pt x="7996" y="939"/>
                </a:lnTo>
                <a:lnTo>
                  <a:pt x="8003" y="920"/>
                </a:lnTo>
                <a:lnTo>
                  <a:pt x="8007" y="901"/>
                </a:lnTo>
                <a:lnTo>
                  <a:pt x="8010" y="881"/>
                </a:lnTo>
                <a:lnTo>
                  <a:pt x="8011" y="861"/>
                </a:lnTo>
                <a:lnTo>
                  <a:pt x="8009" y="841"/>
                </a:lnTo>
                <a:lnTo>
                  <a:pt x="8006" y="822"/>
                </a:lnTo>
                <a:lnTo>
                  <a:pt x="8001" y="803"/>
                </a:lnTo>
                <a:lnTo>
                  <a:pt x="7994" y="784"/>
                </a:lnTo>
                <a:lnTo>
                  <a:pt x="7985" y="766"/>
                </a:lnTo>
                <a:lnTo>
                  <a:pt x="7975" y="749"/>
                </a:lnTo>
                <a:lnTo>
                  <a:pt x="7963" y="734"/>
                </a:lnTo>
                <a:lnTo>
                  <a:pt x="7949" y="719"/>
                </a:lnTo>
                <a:lnTo>
                  <a:pt x="7935" y="706"/>
                </a:lnTo>
                <a:lnTo>
                  <a:pt x="7919" y="694"/>
                </a:lnTo>
                <a:lnTo>
                  <a:pt x="7901" y="684"/>
                </a:lnTo>
                <a:lnTo>
                  <a:pt x="7883" y="676"/>
                </a:lnTo>
                <a:lnTo>
                  <a:pt x="7865" y="669"/>
                </a:lnTo>
                <a:lnTo>
                  <a:pt x="7761" y="639"/>
                </a:lnTo>
                <a:lnTo>
                  <a:pt x="7740" y="634"/>
                </a:lnTo>
                <a:lnTo>
                  <a:pt x="7373" y="567"/>
                </a:lnTo>
                <a:lnTo>
                  <a:pt x="6899" y="481"/>
                </a:lnTo>
                <a:lnTo>
                  <a:pt x="6790" y="458"/>
                </a:lnTo>
                <a:lnTo>
                  <a:pt x="6838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8" y="47"/>
                </a:lnTo>
                <a:lnTo>
                  <a:pt x="6755" y="50"/>
                </a:lnTo>
                <a:lnTo>
                  <a:pt x="6514" y="104"/>
                </a:lnTo>
                <a:lnTo>
                  <a:pt x="6498" y="109"/>
                </a:lnTo>
                <a:lnTo>
                  <a:pt x="6281" y="176"/>
                </a:lnTo>
                <a:lnTo>
                  <a:pt x="6263" y="183"/>
                </a:lnTo>
                <a:lnTo>
                  <a:pt x="6247" y="191"/>
                </a:lnTo>
                <a:lnTo>
                  <a:pt x="6108" y="263"/>
                </a:lnTo>
                <a:lnTo>
                  <a:pt x="6091" y="274"/>
                </a:lnTo>
                <a:lnTo>
                  <a:pt x="6074" y="286"/>
                </a:lnTo>
                <a:lnTo>
                  <a:pt x="6059" y="300"/>
                </a:lnTo>
                <a:lnTo>
                  <a:pt x="6045" y="315"/>
                </a:lnTo>
                <a:lnTo>
                  <a:pt x="6033" y="332"/>
                </a:lnTo>
                <a:lnTo>
                  <a:pt x="6023" y="349"/>
                </a:lnTo>
                <a:lnTo>
                  <a:pt x="6014" y="368"/>
                </a:lnTo>
                <a:lnTo>
                  <a:pt x="6007" y="388"/>
                </a:lnTo>
                <a:lnTo>
                  <a:pt x="6003" y="408"/>
                </a:lnTo>
                <a:lnTo>
                  <a:pt x="6000" y="428"/>
                </a:lnTo>
                <a:lnTo>
                  <a:pt x="5998" y="454"/>
                </a:lnTo>
                <a:lnTo>
                  <a:pt x="5813" y="430"/>
                </a:lnTo>
                <a:lnTo>
                  <a:pt x="5778" y="426"/>
                </a:lnTo>
                <a:lnTo>
                  <a:pt x="5776" y="423"/>
                </a:lnTo>
                <a:lnTo>
                  <a:pt x="5767" y="406"/>
                </a:lnTo>
                <a:lnTo>
                  <a:pt x="5755" y="390"/>
                </a:lnTo>
                <a:lnTo>
                  <a:pt x="5742" y="375"/>
                </a:lnTo>
                <a:lnTo>
                  <a:pt x="5728" y="362"/>
                </a:lnTo>
                <a:lnTo>
                  <a:pt x="5712" y="350"/>
                </a:lnTo>
                <a:lnTo>
                  <a:pt x="5696" y="339"/>
                </a:lnTo>
                <a:lnTo>
                  <a:pt x="5678" y="331"/>
                </a:lnTo>
                <a:lnTo>
                  <a:pt x="5660" y="324"/>
                </a:lnTo>
                <a:lnTo>
                  <a:pt x="5641" y="318"/>
                </a:lnTo>
                <a:lnTo>
                  <a:pt x="5622" y="315"/>
                </a:lnTo>
                <a:lnTo>
                  <a:pt x="5602" y="313"/>
                </a:lnTo>
                <a:lnTo>
                  <a:pt x="5503" y="310"/>
                </a:lnTo>
                <a:lnTo>
                  <a:pt x="5477" y="311"/>
                </a:lnTo>
                <a:lnTo>
                  <a:pt x="5345" y="324"/>
                </a:lnTo>
                <a:lnTo>
                  <a:pt x="5327" y="326"/>
                </a:lnTo>
                <a:lnTo>
                  <a:pt x="5310" y="330"/>
                </a:lnTo>
                <a:lnTo>
                  <a:pt x="5293" y="336"/>
                </a:lnTo>
                <a:lnTo>
                  <a:pt x="5229" y="359"/>
                </a:lnTo>
                <a:lnTo>
                  <a:pt x="5210" y="368"/>
                </a:lnTo>
                <a:lnTo>
                  <a:pt x="5193" y="377"/>
                </a:lnTo>
                <a:lnTo>
                  <a:pt x="5176" y="389"/>
                </a:lnTo>
                <a:lnTo>
                  <a:pt x="5160" y="402"/>
                </a:lnTo>
                <a:lnTo>
                  <a:pt x="5146" y="417"/>
                </a:lnTo>
                <a:lnTo>
                  <a:pt x="5134" y="433"/>
                </a:lnTo>
                <a:lnTo>
                  <a:pt x="5128" y="442"/>
                </a:lnTo>
                <a:lnTo>
                  <a:pt x="4997" y="476"/>
                </a:lnTo>
                <a:lnTo>
                  <a:pt x="4639" y="568"/>
                </a:lnTo>
                <a:lnTo>
                  <a:pt x="4639" y="568"/>
                </a:lnTo>
                <a:lnTo>
                  <a:pt x="4289" y="660"/>
                </a:lnTo>
                <a:lnTo>
                  <a:pt x="4289" y="660"/>
                </a:lnTo>
                <a:lnTo>
                  <a:pt x="4001" y="736"/>
                </a:lnTo>
                <a:lnTo>
                  <a:pt x="3998" y="737"/>
                </a:lnTo>
                <a:lnTo>
                  <a:pt x="3785" y="797"/>
                </a:lnTo>
                <a:lnTo>
                  <a:pt x="3781" y="798"/>
                </a:lnTo>
                <a:lnTo>
                  <a:pt x="3606" y="853"/>
                </a:lnTo>
                <a:lnTo>
                  <a:pt x="3454" y="900"/>
                </a:lnTo>
                <a:lnTo>
                  <a:pt x="3309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767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623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cuadros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avanzados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mediastino y la tráquea se desplazan al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lado sano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comprimen el pulmón contralateral.</a:t>
            </a:r>
            <a:endParaRPr lang="es-AR" sz="1400" dirty="0">
              <a:latin typeface="Mali"/>
            </a:endParaRPr>
          </a:p>
        </p:txBody>
      </p:sp>
      <p:sp>
        <p:nvSpPr>
          <p:cNvPr id="61" name="Empuje mediastino"/>
          <p:cNvSpPr/>
          <p:nvPr/>
        </p:nvSpPr>
        <p:spPr>
          <a:xfrm>
            <a:off x="3108960" y="3358134"/>
            <a:ext cx="680314" cy="9144"/>
          </a:xfrm>
          <a:custGeom>
            <a:avLst/>
            <a:gdLst/>
            <a:ahLst/>
            <a:cxnLst/>
            <a:rect l="0" t="0" r="r" b="b"/>
            <a:pathLst>
              <a:path w="744" h="10" fill="none">
                <a:moveTo>
                  <a:pt x="0" y="0"/>
                </a:moveTo>
                <a:lnTo>
                  <a:pt x="744" y="0"/>
                </a:lnTo>
              </a:path>
            </a:pathLst>
          </a:custGeom>
          <a:noFill/>
          <a:ln w="88900" cap="rnd">
            <a:solidFill>
              <a:srgbClr val="FF000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643102" y="91440"/>
            <a:ext cx="638400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DESPLAZAMIENTO MEDIASTÍNICO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7/13</a:t>
            </a:r>
            <a:endParaRPr lang="es-AR" sz="13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30" name="!!Corazon"/>
          <p:cNvGrpSpPr/>
          <p:nvPr/>
        </p:nvGrpSpPr>
        <p:grpSpPr>
          <a:xfrm>
            <a:off x="3313474" y="3785145"/>
            <a:ext cx="1507609" cy="1566089"/>
            <a:chOff x="3313474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3313474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101084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venas cavas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superior e inferior quedan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comprimidas / acodadas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15126" y="91440"/>
            <a:ext cx="811197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COMPRESIÓN DE ESTRUCTURAS VASCULARES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8/13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313474" y="3785145"/>
            <a:ext cx="1507609" cy="1566089"/>
            <a:chOff x="3313474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3313474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101084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623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Llega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sangre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la aurícula derecha. Las venas del cuello se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ingurgitan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(la sangre no puede entrar al corazón).</a:t>
            </a:r>
            <a:endParaRPr lang="es-AR" sz="1400" dirty="0">
              <a:latin typeface="Mali"/>
            </a:endParaRPr>
          </a:p>
        </p:txBody>
      </p:sp>
      <p:sp>
        <p:nvSpPr>
          <p:cNvPr id="61" name="Retorno VCS"/>
          <p:cNvSpPr/>
          <p:nvPr/>
        </p:nvSpPr>
        <p:spPr>
          <a:xfrm>
            <a:off x="3176991" y="2694280"/>
            <a:ext cx="9144" cy="822960"/>
          </a:xfrm>
          <a:custGeom>
            <a:avLst/>
            <a:gdLst/>
            <a:ahLst/>
            <a:cxnLst/>
            <a:rect l="0" t="0" r="r" b="b"/>
            <a:pathLst>
              <a:path w="10" h="899" fill="none">
                <a:moveTo>
                  <a:pt x="0" y="0"/>
                </a:moveTo>
                <a:lnTo>
                  <a:pt x="0" y="899"/>
                </a:lnTo>
              </a:path>
            </a:pathLst>
          </a:custGeom>
          <a:noFill/>
          <a:ln w="31750" cap="rnd">
            <a:solidFill>
              <a:srgbClr val="2F6DB5"/>
            </a:solidFill>
            <a:prstDash val="dash"/>
            <a:round/>
            <a:tailEnd type="triangle" w="med" len="med"/>
          </a:ln>
        </p:spPr>
      </p:sp>
      <p:sp>
        <p:nvSpPr>
          <p:cNvPr id="62" name="Retorno VCI"/>
          <p:cNvSpPr/>
          <p:nvPr/>
        </p:nvSpPr>
        <p:spPr>
          <a:xfrm>
            <a:off x="3358408" y="5096866"/>
            <a:ext cx="9144" cy="640080"/>
          </a:xfrm>
          <a:custGeom>
            <a:avLst/>
            <a:gdLst/>
            <a:ahLst/>
            <a:cxnLst/>
            <a:rect l="0" t="0" r="r" b="b"/>
            <a:pathLst>
              <a:path w="10" h="700" fill="none">
                <a:moveTo>
                  <a:pt x="0" y="700"/>
                </a:moveTo>
                <a:lnTo>
                  <a:pt x="0" y="0"/>
                </a:lnTo>
              </a:path>
            </a:pathLst>
          </a:custGeom>
          <a:noFill/>
          <a:ln w="31750" cap="rnd">
            <a:solidFill>
              <a:srgbClr val="2F6DB5"/>
            </a:solidFill>
            <a:prstDash val="dash"/>
            <a:round/>
            <a:tailEnd type="triangle" w="med" len="med"/>
          </a:ln>
        </p:spPr>
      </p:sp>
      <p:sp>
        <p:nvSpPr>
          <p:cNvPr id="63" name="Yugulares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Ingurgitación yugular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99666" y="91440"/>
            <a:ext cx="702743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DEL RETORNO VENOSO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9/13</a:t>
            </a:r>
            <a:endParaRPr lang="es-AR" sz="13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2" grpId="0" animBg="1"/>
      <p:bldP spid="63" grpId="0" animBg="1"/>
    </p:bld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glow rad="139700">
                <a:srgbClr val="FFFF00">
                  <a:alpha val="70000"/>
                </a:srgbClr>
              </a:glo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cavidades cardíacas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llenan menos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(↓ precarga).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36091" y="91440"/>
            <a:ext cx="69910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REDUCCIÓN DEL LLENADO CARDÍACO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10/13</a:t>
            </a:r>
            <a:endParaRPr lang="es-AR" sz="13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6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" dur="30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0000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llenado →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menor volumen eyectado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↓ gasto cardíaco →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hipotensión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grpSp>
        <p:nvGrpSpPr>
          <p:cNvPr id="61" name="!!GastoCardiaco"/>
          <p:cNvGrpSpPr/>
          <p:nvPr/>
        </p:nvGrpSpPr>
        <p:grpSpPr>
          <a:xfrm>
            <a:off x="6172200" y="4297680"/>
            <a:ext cx="1920240" cy="1005840"/>
            <a:chOff x="6172200" y="4297680"/>
            <a:chExt cx="1920240" cy="1005840"/>
          </a:xfrm>
        </p:grpSpPr>
        <p:sp>
          <p:nvSpPr>
            <p:cNvPr id="62" name="Forma 64"/>
            <p:cNvSpPr txBox="1"/>
            <p:nvPr/>
          </p:nvSpPr>
          <p:spPr>
            <a:xfrm>
              <a:off x="6172200" y="4297680"/>
              <a:ext cx="1920240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464"/>
                </a:lnSpc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Gasto cardíaco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3" name="Forma 65"/>
            <p:cNvSpPr/>
            <p:nvPr/>
          </p:nvSpPr>
          <p:spPr>
            <a:xfrm>
              <a:off x="6263640" y="4617720"/>
              <a:ext cx="1737360" cy="320040"/>
            </a:xfrm>
            <a:prstGeom prst="rect">
              <a:avLst/>
            </a:prstGeom>
            <a:solidFill>
              <a:srgbClr val="D5D8DC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64" name="Forma 66"/>
            <p:cNvSpPr/>
            <p:nvPr/>
          </p:nvSpPr>
          <p:spPr>
            <a:xfrm>
              <a:off x="6263640" y="4617720"/>
              <a:ext cx="502920" cy="320040"/>
            </a:xfrm>
            <a:prstGeom prst="rect">
              <a:avLst/>
            </a:prstGeom>
            <a:solidFill>
              <a:srgbClr val="FF0000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65" name="Forma 67"/>
            <p:cNvSpPr txBox="1"/>
            <p:nvPr/>
          </p:nvSpPr>
          <p:spPr>
            <a:xfrm>
              <a:off x="6172200" y="4983480"/>
              <a:ext cx="1920240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464"/>
                </a:lnSpc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FF0000"/>
                  </a:solidFill>
                  <a:latin typeface="Mali"/>
                  <a:ea typeface="Mali"/>
                  <a:cs typeface="Mali"/>
                  <a:sym typeface="Mali"/>
                </a:rPr>
                <a:t>TA ↓ · FC ↑</a:t>
              </a:r>
              <a:endParaRPr lang="es-AR" sz="12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83310" y="91440"/>
            <a:ext cx="694379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DEL GASTO CARDÍACO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11/13</a:t>
            </a:r>
            <a:endParaRPr lang="es-AR" sz="1300" dirty="0">
              <a:latin typeface="Mali"/>
            </a:endParaRPr>
          </a:p>
        </p:txBody>
      </p:sp>
      <p:sp>
        <p:nvSpPr>
          <p:cNvPr id="6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0000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Taquicardia, palidez, sudoración: los tejidos reciben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flujo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61" name="Hipoperfusión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28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Palidez · sudoración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19907" y="91440"/>
            <a:ext cx="550719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HIPOPERFUSIÓN SISTÉMICA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12/13</a:t>
            </a:r>
            <a:endParaRPr lang="es-AR" sz="13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Manometro"/>
          <p:cNvGrpSpPr/>
          <p:nvPr/>
        </p:nvGrpSpPr>
        <p:grpSpPr>
          <a:xfrm>
            <a:off x="5943600" y="850392"/>
            <a:ext cx="1965960" cy="3465576"/>
            <a:chOff x="5943600" y="850392"/>
            <a:chExt cx="1965960" cy="3465576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lnSpc>
                  <a:spcPts val="1586"/>
                </a:lnSpc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850392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lnSpc>
                  <a:spcPts val="1708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0000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lnSpc>
                <a:spcPts val="1525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SHOCK OBSTRUCTIVO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paro cardíaco si no se descomprime de inmediato.</a:t>
            </a:r>
            <a:endParaRPr lang="es-AR" sz="1900" dirty="0">
              <a:latin typeface="Mali"/>
            </a:endParaRPr>
          </a:p>
        </p:txBody>
      </p:sp>
      <p:sp>
        <p:nvSpPr>
          <p:cNvPr id="61" name="Emergencia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565"/>
              </a:lnSpc>
              <a:spcAft>
                <a:spcPts val="300"/>
              </a:spcAft>
              <a:buNone/>
            </a:pPr>
            <a:r>
              <a:rPr lang="es-AR" sz="13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EMERGENCIA</a:t>
            </a:r>
            <a:endParaRPr lang="es-AR" sz="13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651255" y="91440"/>
            <a:ext cx="43758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SHOCK OBSTRUCTIVO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13/13</a:t>
            </a:r>
            <a:endParaRPr lang="es-AR" sz="13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300" autoRev="1" fill="hold"/>
                                        <p:tgtEl>
                                          <p:spTgt spid="5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59" grpId="0" animBg="1"/>
    </p:bld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6634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8308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48056" y="1406347"/>
            <a:ext cx="4123944" cy="3691981"/>
            <a:chOff x="448056" y="1406347"/>
            <a:chExt cx="4123944" cy="3691981"/>
          </a:xfrm>
        </p:grpSpPr>
        <p:sp>
          <p:nvSpPr>
            <p:cNvPr id="7" name="Forma 6"/>
            <p:cNvSpPr/>
            <p:nvPr/>
          </p:nvSpPr>
          <p:spPr>
            <a:xfrm>
              <a:off x="44805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4805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47293" y="1440781"/>
            <a:ext cx="2035647" cy="359047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51379" y="1440781"/>
            <a:ext cx="1169161" cy="3474405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979880" y="1979352"/>
            <a:ext cx="597578" cy="2872453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304309" y="1031710"/>
            <a:ext cx="1088094" cy="1938332"/>
            <a:chOff x="2304309" y="1031710"/>
            <a:chExt cx="1088094" cy="1938332"/>
          </a:xfrm>
        </p:grpSpPr>
        <p:sp>
          <p:nvSpPr>
            <p:cNvPr id="13" name="Forma 12"/>
            <p:cNvSpPr/>
            <p:nvPr/>
          </p:nvSpPr>
          <p:spPr>
            <a:xfrm>
              <a:off x="2304309" y="1031710"/>
              <a:ext cx="1088094" cy="1938332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539746" y="1182319"/>
              <a:ext cx="380619" cy="980123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747293" y="1440781"/>
            <a:ext cx="2035647" cy="359047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953629" y="2595020"/>
            <a:ext cx="510815" cy="921730"/>
            <a:chOff x="1953629" y="2595020"/>
            <a:chExt cx="510815" cy="921730"/>
          </a:xfrm>
        </p:grpSpPr>
        <p:sp>
          <p:nvSpPr>
            <p:cNvPr id="17" name="Forma 16"/>
            <p:cNvSpPr/>
            <p:nvPr/>
          </p:nvSpPr>
          <p:spPr>
            <a:xfrm>
              <a:off x="1953629" y="2595020"/>
              <a:ext cx="510815" cy="921730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996538" y="2679364"/>
              <a:ext cx="295717" cy="615091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970014" y="2969167"/>
              <a:ext cx="328276" cy="360775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953629" y="2595020"/>
            <a:ext cx="510815" cy="921730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01687" y="1505255"/>
            <a:ext cx="1068560" cy="3347226"/>
            <a:chOff x="3201687" y="1505255"/>
            <a:chExt cx="1068560" cy="3347226"/>
          </a:xfrm>
        </p:grpSpPr>
        <p:sp>
          <p:nvSpPr>
            <p:cNvPr id="22" name="Forma 21"/>
            <p:cNvSpPr/>
            <p:nvPr/>
          </p:nvSpPr>
          <p:spPr>
            <a:xfrm>
              <a:off x="3201687" y="1505255"/>
              <a:ext cx="1068560" cy="3347226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230170" y="1857114"/>
              <a:ext cx="946401" cy="2237569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244859" y="3119286"/>
              <a:ext cx="965928" cy="1126518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01687" y="1505255"/>
            <a:ext cx="1068560" cy="3347226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47293" y="1440781"/>
            <a:ext cx="2035647" cy="3590474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151379" y="1440781"/>
            <a:ext cx="1169161" cy="3474405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53512" y="1827211"/>
            <a:ext cx="312731" cy="1557696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623230" y="4308360"/>
            <a:ext cx="277231" cy="740350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6663" y="3337889"/>
            <a:ext cx="996967" cy="1040090"/>
            <a:chOff x="2806663" y="3337889"/>
            <a:chExt cx="996967" cy="1040090"/>
          </a:xfrm>
        </p:grpSpPr>
        <p:sp>
          <p:nvSpPr>
            <p:cNvPr id="31" name="Forma 30"/>
            <p:cNvSpPr/>
            <p:nvPr/>
          </p:nvSpPr>
          <p:spPr>
            <a:xfrm>
              <a:off x="2806663" y="3337889"/>
              <a:ext cx="996967" cy="1040090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327502" y="3414355"/>
              <a:ext cx="243688" cy="925863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50014" y="4390726"/>
            <a:ext cx="3379079" cy="770862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88720" y="1227125"/>
            <a:ext cx="2743200" cy="179222"/>
            <a:chOff x="118872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Tabla encabezado"/>
          <p:cNvGrpSpPr/>
          <p:nvPr/>
        </p:nvGrpSpPr>
        <p:grpSpPr>
          <a:xfrm>
            <a:off x="5120640" y="868680"/>
            <a:ext cx="6766560" cy="797154"/>
            <a:chOff x="5120640" y="868680"/>
            <a:chExt cx="6766560" cy="797154"/>
          </a:xfrm>
        </p:grpSpPr>
        <p:sp>
          <p:nvSpPr>
            <p:cNvPr id="38" name="Forma 37"/>
            <p:cNvSpPr/>
            <p:nvPr/>
          </p:nvSpPr>
          <p:spPr>
            <a:xfrm>
              <a:off x="5120640" y="868680"/>
              <a:ext cx="2136808" cy="797154"/>
            </a:xfrm>
            <a:prstGeom prst="rect">
              <a:avLst/>
            </a:prstGeom>
            <a:solidFill>
              <a:srgbClr val="FF0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endParaRPr lang="es-AR" sz="145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7257448" y="868680"/>
              <a:ext cx="4629752" cy="797154"/>
            </a:xfrm>
            <a:prstGeom prst="rect">
              <a:avLst/>
            </a:prstGeom>
            <a:solidFill>
              <a:srgbClr val="FF0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HALLAZGOS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40" name="Tabla fila 1"/>
          <p:cNvGrpSpPr/>
          <p:nvPr/>
        </p:nvGrpSpPr>
        <p:grpSpPr>
          <a:xfrm>
            <a:off x="5120640" y="1665834"/>
            <a:ext cx="6766560" cy="953262"/>
            <a:chOff x="5120640" y="1665834"/>
            <a:chExt cx="6766560" cy="953262"/>
          </a:xfrm>
        </p:grpSpPr>
        <p:sp>
          <p:nvSpPr>
            <p:cNvPr id="41" name="Forma 40"/>
            <p:cNvSpPr/>
            <p:nvPr/>
          </p:nvSpPr>
          <p:spPr>
            <a:xfrm>
              <a:off x="5120640" y="1665834"/>
              <a:ext cx="2136808" cy="95326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Respiratorios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7257448" y="1665834"/>
              <a:ext cx="4629752" cy="95326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pleurítico · disnea severa · taquipnea · cianosis · dificultad progresiva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3" name="Tabla fila 2"/>
          <p:cNvGrpSpPr/>
          <p:nvPr/>
        </p:nvGrpSpPr>
        <p:grpSpPr>
          <a:xfrm>
            <a:off x="5120640" y="2619096"/>
            <a:ext cx="6766560" cy="1159332"/>
            <a:chOff x="5120640" y="2619096"/>
            <a:chExt cx="6766560" cy="1159332"/>
          </a:xfrm>
        </p:grpSpPr>
        <p:sp>
          <p:nvSpPr>
            <p:cNvPr id="44" name="Forma 43"/>
            <p:cNvSpPr/>
            <p:nvPr/>
          </p:nvSpPr>
          <p:spPr>
            <a:xfrm>
              <a:off x="5120640" y="2619096"/>
              <a:ext cx="2136808" cy="115933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Cardiovasculares (los que lo distinguen)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5" name="Forma 44"/>
            <p:cNvSpPr/>
            <p:nvPr/>
          </p:nvSpPr>
          <p:spPr>
            <a:xfrm>
              <a:off x="7257448" y="2619096"/>
              <a:ext cx="4629752" cy="115933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Taquicardia · hipotensión · ingurgitación yugular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palidez · sudoración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6" name="Tabla fila 3"/>
          <p:cNvGrpSpPr/>
          <p:nvPr/>
        </p:nvGrpSpPr>
        <p:grpSpPr>
          <a:xfrm>
            <a:off x="5120640" y="3778428"/>
            <a:ext cx="6766560" cy="1159332"/>
            <a:chOff x="5120640" y="3778428"/>
            <a:chExt cx="6766560" cy="1159332"/>
          </a:xfrm>
        </p:grpSpPr>
        <p:sp>
          <p:nvSpPr>
            <p:cNvPr id="47" name="Forma 46"/>
            <p:cNvSpPr/>
            <p:nvPr/>
          </p:nvSpPr>
          <p:spPr>
            <a:xfrm>
              <a:off x="5120640" y="3778428"/>
              <a:ext cx="2136808" cy="115933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Examen específico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7257448" y="3778428"/>
              <a:ext cx="4629752" cy="115933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↓/ausencia de ruidos respiratorios del lado afectado ·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desviación traqueal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al lado sano ·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↑ espacios intercostales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9" name="No obligatorios"/>
          <p:cNvSpPr/>
          <p:nvPr/>
        </p:nvSpPr>
        <p:spPr>
          <a:xfrm>
            <a:off x="274320" y="5440680"/>
            <a:ext cx="5669280" cy="9144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854"/>
              </a:lnSpc>
              <a:spcAft>
                <a:spcPts val="300"/>
              </a:spcAft>
              <a:buNone/>
            </a:pP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signos anatómicos aparecen en cuadros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avanzados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su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ausencia no descarta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diagnóstico.</a:t>
            </a:r>
            <a:endParaRPr lang="es-AR" sz="1600" dirty="0">
              <a:latin typeface="Mali"/>
            </a:endParaRPr>
          </a:p>
        </p:txBody>
      </p:sp>
      <p:sp>
        <p:nvSpPr>
          <p:cNvPr id="50" name="Matidez desplazada"/>
          <p:cNvSpPr/>
          <p:nvPr/>
        </p:nvSpPr>
        <p:spPr>
          <a:xfrm>
            <a:off x="6126480" y="5120640"/>
            <a:ext cx="5760720" cy="12344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086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término «matidez desplazada» está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(la percusión del lado afectado es hipersonora).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52942" y="91440"/>
            <a:ext cx="487416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PRESENTACIÓN CLÍNICA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</p:bld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74172" y="1007669"/>
            <a:ext cx="2177735" cy="223845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058875" y="1135913"/>
            <a:ext cx="808330" cy="171381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1"/>
                </a:lnTo>
                <a:lnTo>
                  <a:pt x="124" y="399"/>
                </a:lnTo>
                <a:lnTo>
                  <a:pt x="129" y="400"/>
                </a:lnTo>
                <a:lnTo>
                  <a:pt x="277" y="422"/>
                </a:lnTo>
                <a:lnTo>
                  <a:pt x="282" y="423"/>
                </a:lnTo>
                <a:lnTo>
                  <a:pt x="425" y="457"/>
                </a:lnTo>
                <a:lnTo>
                  <a:pt x="430" y="459"/>
                </a:lnTo>
                <a:lnTo>
                  <a:pt x="560" y="504"/>
                </a:lnTo>
                <a:lnTo>
                  <a:pt x="567" y="507"/>
                </a:lnTo>
                <a:lnTo>
                  <a:pt x="677" y="563"/>
                </a:lnTo>
                <a:lnTo>
                  <a:pt x="681" y="566"/>
                </a:lnTo>
                <a:lnTo>
                  <a:pt x="685" y="569"/>
                </a:lnTo>
                <a:lnTo>
                  <a:pt x="771" y="634"/>
                </a:lnTo>
                <a:lnTo>
                  <a:pt x="776" y="638"/>
                </a:lnTo>
                <a:lnTo>
                  <a:pt x="779" y="642"/>
                </a:lnTo>
                <a:lnTo>
                  <a:pt x="845" y="717"/>
                </a:lnTo>
                <a:lnTo>
                  <a:pt x="848" y="721"/>
                </a:lnTo>
                <a:lnTo>
                  <a:pt x="851" y="724"/>
                </a:lnTo>
                <a:lnTo>
                  <a:pt x="904" y="811"/>
                </a:lnTo>
                <a:lnTo>
                  <a:pt x="907" y="816"/>
                </a:lnTo>
                <a:lnTo>
                  <a:pt x="955" y="916"/>
                </a:lnTo>
                <a:lnTo>
                  <a:pt x="956" y="917"/>
                </a:lnTo>
                <a:lnTo>
                  <a:pt x="1006" y="1031"/>
                </a:lnTo>
                <a:lnTo>
                  <a:pt x="1066" y="1160"/>
                </a:lnTo>
                <a:lnTo>
                  <a:pt x="1136" y="1307"/>
                </a:lnTo>
                <a:lnTo>
                  <a:pt x="1137" y="1308"/>
                </a:lnTo>
                <a:lnTo>
                  <a:pt x="1211" y="1471"/>
                </a:lnTo>
                <a:lnTo>
                  <a:pt x="1211" y="1472"/>
                </a:lnTo>
                <a:lnTo>
                  <a:pt x="1288" y="1650"/>
                </a:lnTo>
                <a:lnTo>
                  <a:pt x="1289" y="1651"/>
                </a:lnTo>
                <a:lnTo>
                  <a:pt x="1366" y="1841"/>
                </a:lnTo>
                <a:lnTo>
                  <a:pt x="1367" y="1842"/>
                </a:lnTo>
                <a:lnTo>
                  <a:pt x="1443" y="2043"/>
                </a:lnTo>
                <a:lnTo>
                  <a:pt x="1443" y="2044"/>
                </a:lnTo>
                <a:lnTo>
                  <a:pt x="1516" y="2254"/>
                </a:lnTo>
                <a:lnTo>
                  <a:pt x="1516" y="2255"/>
                </a:lnTo>
                <a:lnTo>
                  <a:pt x="1587" y="2478"/>
                </a:lnTo>
                <a:lnTo>
                  <a:pt x="1587" y="2479"/>
                </a:lnTo>
                <a:lnTo>
                  <a:pt x="1657" y="2717"/>
                </a:lnTo>
                <a:lnTo>
                  <a:pt x="1658" y="2718"/>
                </a:lnTo>
                <a:lnTo>
                  <a:pt x="1726" y="2966"/>
                </a:lnTo>
                <a:lnTo>
                  <a:pt x="1727" y="2967"/>
                </a:lnTo>
                <a:lnTo>
                  <a:pt x="1793" y="3221"/>
                </a:lnTo>
                <a:lnTo>
                  <a:pt x="1793" y="3222"/>
                </a:lnTo>
                <a:lnTo>
                  <a:pt x="1857" y="3477"/>
                </a:lnTo>
                <a:lnTo>
                  <a:pt x="1857" y="3477"/>
                </a:lnTo>
                <a:lnTo>
                  <a:pt x="1917" y="3728"/>
                </a:lnTo>
                <a:lnTo>
                  <a:pt x="1917" y="3729"/>
                </a:lnTo>
                <a:lnTo>
                  <a:pt x="1973" y="3977"/>
                </a:lnTo>
                <a:lnTo>
                  <a:pt x="1973" y="3978"/>
                </a:lnTo>
                <a:lnTo>
                  <a:pt x="2025" y="4227"/>
                </a:lnTo>
                <a:lnTo>
                  <a:pt x="2025" y="4227"/>
                </a:lnTo>
                <a:lnTo>
                  <a:pt x="2074" y="4477"/>
                </a:lnTo>
                <a:lnTo>
                  <a:pt x="2074" y="4478"/>
                </a:lnTo>
                <a:lnTo>
                  <a:pt x="2121" y="4728"/>
                </a:lnTo>
                <a:lnTo>
                  <a:pt x="2121" y="4728"/>
                </a:lnTo>
                <a:lnTo>
                  <a:pt x="2166" y="4978"/>
                </a:lnTo>
                <a:lnTo>
                  <a:pt x="2166" y="4978"/>
                </a:lnTo>
                <a:lnTo>
                  <a:pt x="2210" y="5228"/>
                </a:lnTo>
                <a:lnTo>
                  <a:pt x="2211" y="5228"/>
                </a:lnTo>
                <a:lnTo>
                  <a:pt x="2253" y="5478"/>
                </a:lnTo>
                <a:lnTo>
                  <a:pt x="2254" y="5478"/>
                </a:lnTo>
                <a:lnTo>
                  <a:pt x="2294" y="5728"/>
                </a:lnTo>
                <a:lnTo>
                  <a:pt x="2294" y="5728"/>
                </a:lnTo>
                <a:lnTo>
                  <a:pt x="2333" y="5977"/>
                </a:lnTo>
                <a:lnTo>
                  <a:pt x="2333" y="5978"/>
                </a:lnTo>
                <a:lnTo>
                  <a:pt x="2372" y="6227"/>
                </a:lnTo>
                <a:lnTo>
                  <a:pt x="2410" y="6476"/>
                </a:lnTo>
                <a:lnTo>
                  <a:pt x="2449" y="6726"/>
                </a:lnTo>
                <a:lnTo>
                  <a:pt x="2490" y="6974"/>
                </a:lnTo>
                <a:lnTo>
                  <a:pt x="2533" y="7223"/>
                </a:lnTo>
                <a:lnTo>
                  <a:pt x="2576" y="7472"/>
                </a:lnTo>
                <a:lnTo>
                  <a:pt x="2576" y="7472"/>
                </a:lnTo>
                <a:lnTo>
                  <a:pt x="2617" y="7721"/>
                </a:lnTo>
                <a:lnTo>
                  <a:pt x="2618" y="7722"/>
                </a:lnTo>
                <a:lnTo>
                  <a:pt x="2655" y="7972"/>
                </a:lnTo>
                <a:lnTo>
                  <a:pt x="2655" y="7973"/>
                </a:lnTo>
                <a:lnTo>
                  <a:pt x="2688" y="8223"/>
                </a:lnTo>
                <a:lnTo>
                  <a:pt x="2733" y="8495"/>
                </a:lnTo>
                <a:lnTo>
                  <a:pt x="2797" y="8795"/>
                </a:lnTo>
                <a:lnTo>
                  <a:pt x="2797" y="8796"/>
                </a:lnTo>
                <a:lnTo>
                  <a:pt x="2857" y="9098"/>
                </a:lnTo>
                <a:lnTo>
                  <a:pt x="2858" y="9101"/>
                </a:lnTo>
                <a:lnTo>
                  <a:pt x="2893" y="9378"/>
                </a:lnTo>
                <a:lnTo>
                  <a:pt x="2894" y="9383"/>
                </a:lnTo>
                <a:lnTo>
                  <a:pt x="2894" y="9388"/>
                </a:lnTo>
                <a:lnTo>
                  <a:pt x="2882" y="9612"/>
                </a:lnTo>
                <a:lnTo>
                  <a:pt x="2882" y="9617"/>
                </a:lnTo>
                <a:lnTo>
                  <a:pt x="2881" y="9622"/>
                </a:lnTo>
                <a:lnTo>
                  <a:pt x="2879" y="9626"/>
                </a:lnTo>
                <a:lnTo>
                  <a:pt x="2878" y="9631"/>
                </a:lnTo>
                <a:lnTo>
                  <a:pt x="2875" y="9635"/>
                </a:lnTo>
                <a:lnTo>
                  <a:pt x="2795" y="9781"/>
                </a:lnTo>
                <a:lnTo>
                  <a:pt x="2792" y="9785"/>
                </a:lnTo>
                <a:lnTo>
                  <a:pt x="2789" y="9790"/>
                </a:lnTo>
                <a:lnTo>
                  <a:pt x="2785" y="9794"/>
                </a:lnTo>
                <a:lnTo>
                  <a:pt x="2781" y="9797"/>
                </a:lnTo>
                <a:lnTo>
                  <a:pt x="2777" y="9800"/>
                </a:lnTo>
                <a:lnTo>
                  <a:pt x="2772" y="9803"/>
                </a:lnTo>
                <a:lnTo>
                  <a:pt x="2767" y="9805"/>
                </a:lnTo>
                <a:lnTo>
                  <a:pt x="2762" y="9807"/>
                </a:lnTo>
                <a:lnTo>
                  <a:pt x="2588" y="9856"/>
                </a:lnTo>
                <a:lnTo>
                  <a:pt x="2583" y="9857"/>
                </a:lnTo>
                <a:lnTo>
                  <a:pt x="2578" y="9858"/>
                </a:lnTo>
                <a:lnTo>
                  <a:pt x="2572" y="9858"/>
                </a:lnTo>
                <a:lnTo>
                  <a:pt x="2567" y="9858"/>
                </a:lnTo>
                <a:lnTo>
                  <a:pt x="2312" y="9828"/>
                </a:lnTo>
                <a:lnTo>
                  <a:pt x="2308" y="9827"/>
                </a:lnTo>
                <a:lnTo>
                  <a:pt x="2304" y="9826"/>
                </a:lnTo>
                <a:lnTo>
                  <a:pt x="2002" y="9744"/>
                </a:lnTo>
                <a:lnTo>
                  <a:pt x="1999" y="9743"/>
                </a:lnTo>
                <a:lnTo>
                  <a:pt x="1684" y="9636"/>
                </a:lnTo>
                <a:lnTo>
                  <a:pt x="1683" y="9635"/>
                </a:lnTo>
                <a:lnTo>
                  <a:pt x="1390" y="9530"/>
                </a:lnTo>
                <a:lnTo>
                  <a:pt x="1153" y="9453"/>
                </a:lnTo>
                <a:lnTo>
                  <a:pt x="974" y="9395"/>
                </a:lnTo>
                <a:lnTo>
                  <a:pt x="970" y="9393"/>
                </a:lnTo>
                <a:lnTo>
                  <a:pt x="825" y="9332"/>
                </a:lnTo>
                <a:lnTo>
                  <a:pt x="822" y="9331"/>
                </a:lnTo>
                <a:lnTo>
                  <a:pt x="699" y="9272"/>
                </a:lnTo>
                <a:lnTo>
                  <a:pt x="587" y="9220"/>
                </a:lnTo>
                <a:lnTo>
                  <a:pt x="474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560"/>
                </a:lnTo>
                <a:lnTo>
                  <a:pt x="4601" y="7476"/>
                </a:lnTo>
                <a:lnTo>
                  <a:pt x="4528" y="7236"/>
                </a:lnTo>
                <a:lnTo>
                  <a:pt x="4455" y="6995"/>
                </a:lnTo>
                <a:lnTo>
                  <a:pt x="4455" y="6995"/>
                </a:lnTo>
                <a:lnTo>
                  <a:pt x="4384" y="6750"/>
                </a:lnTo>
                <a:lnTo>
                  <a:pt x="4309" y="6501"/>
                </a:lnTo>
                <a:lnTo>
                  <a:pt x="4226" y="6253"/>
                </a:lnTo>
                <a:lnTo>
                  <a:pt x="4143" y="6003"/>
                </a:lnTo>
                <a:lnTo>
                  <a:pt x="4142" y="6002"/>
                </a:lnTo>
                <a:lnTo>
                  <a:pt x="4065" y="5753"/>
                </a:lnTo>
                <a:lnTo>
                  <a:pt x="4064" y="5750"/>
                </a:lnTo>
                <a:lnTo>
                  <a:pt x="3999" y="5501"/>
                </a:lnTo>
                <a:lnTo>
                  <a:pt x="3998" y="5497"/>
                </a:lnTo>
                <a:lnTo>
                  <a:pt x="3953" y="5247"/>
                </a:lnTo>
                <a:lnTo>
                  <a:pt x="3953" y="5242"/>
                </a:lnTo>
                <a:lnTo>
                  <a:pt x="3930" y="4993"/>
                </a:lnTo>
                <a:lnTo>
                  <a:pt x="3930" y="4989"/>
                </a:lnTo>
                <a:lnTo>
                  <a:pt x="3925" y="4739"/>
                </a:lnTo>
                <a:lnTo>
                  <a:pt x="3925" y="4736"/>
                </a:lnTo>
                <a:lnTo>
                  <a:pt x="3933" y="4486"/>
                </a:lnTo>
                <a:lnTo>
                  <a:pt x="3934" y="4484"/>
                </a:lnTo>
                <a:lnTo>
                  <a:pt x="3950" y="4234"/>
                </a:lnTo>
                <a:lnTo>
                  <a:pt x="3950" y="4234"/>
                </a:lnTo>
                <a:lnTo>
                  <a:pt x="3969" y="3985"/>
                </a:lnTo>
                <a:lnTo>
                  <a:pt x="3986" y="3737"/>
                </a:lnTo>
                <a:lnTo>
                  <a:pt x="4003" y="3487"/>
                </a:lnTo>
                <a:lnTo>
                  <a:pt x="4003" y="3486"/>
                </a:lnTo>
                <a:lnTo>
                  <a:pt x="4022" y="3231"/>
                </a:lnTo>
                <a:lnTo>
                  <a:pt x="4022" y="3230"/>
                </a:lnTo>
                <a:lnTo>
                  <a:pt x="4045" y="2976"/>
                </a:lnTo>
                <a:lnTo>
                  <a:pt x="4045" y="2975"/>
                </a:lnTo>
                <a:lnTo>
                  <a:pt x="4070" y="2727"/>
                </a:lnTo>
                <a:lnTo>
                  <a:pt x="4070" y="2726"/>
                </a:lnTo>
                <a:lnTo>
                  <a:pt x="4099" y="2488"/>
                </a:lnTo>
                <a:lnTo>
                  <a:pt x="4099" y="2486"/>
                </a:lnTo>
                <a:lnTo>
                  <a:pt x="4131" y="2264"/>
                </a:lnTo>
                <a:lnTo>
                  <a:pt x="4132" y="2262"/>
                </a:lnTo>
                <a:lnTo>
                  <a:pt x="4168" y="2053"/>
                </a:lnTo>
                <a:lnTo>
                  <a:pt x="4168" y="2051"/>
                </a:lnTo>
                <a:lnTo>
                  <a:pt x="4209" y="1851"/>
                </a:lnTo>
                <a:lnTo>
                  <a:pt x="4209" y="1849"/>
                </a:lnTo>
                <a:lnTo>
                  <a:pt x="4253" y="1659"/>
                </a:lnTo>
                <a:lnTo>
                  <a:pt x="4253" y="1658"/>
                </a:lnTo>
                <a:lnTo>
                  <a:pt x="4299" y="1480"/>
                </a:lnTo>
                <a:lnTo>
                  <a:pt x="4299" y="1479"/>
                </a:lnTo>
                <a:lnTo>
                  <a:pt x="4346" y="1315"/>
                </a:lnTo>
                <a:lnTo>
                  <a:pt x="4346" y="1314"/>
                </a:lnTo>
                <a:lnTo>
                  <a:pt x="4393" y="1167"/>
                </a:lnTo>
                <a:lnTo>
                  <a:pt x="4394" y="1164"/>
                </a:lnTo>
                <a:lnTo>
                  <a:pt x="4443" y="1034"/>
                </a:lnTo>
                <a:lnTo>
                  <a:pt x="4444" y="1030"/>
                </a:lnTo>
                <a:lnTo>
                  <a:pt x="4498" y="916"/>
                </a:lnTo>
                <a:lnTo>
                  <a:pt x="4500" y="913"/>
                </a:lnTo>
                <a:lnTo>
                  <a:pt x="4554" y="814"/>
                </a:lnTo>
                <a:lnTo>
                  <a:pt x="4555" y="812"/>
                </a:lnTo>
                <a:lnTo>
                  <a:pt x="4607" y="725"/>
                </a:lnTo>
                <a:lnTo>
                  <a:pt x="4607" y="725"/>
                </a:lnTo>
                <a:lnTo>
                  <a:pt x="4625" y="695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416966" y="1194206"/>
            <a:ext cx="2092147" cy="1921337"/>
            <a:chOff x="416966" y="1194206"/>
            <a:chExt cx="2092147" cy="1921337"/>
          </a:xfrm>
        </p:grpSpPr>
        <p:sp>
          <p:nvSpPr>
            <p:cNvPr id="7" name="Forma 6"/>
            <p:cNvSpPr/>
            <p:nvPr/>
          </p:nvSpPr>
          <p:spPr>
            <a:xfrm>
              <a:off x="41696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1696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47726" y="1212126"/>
            <a:ext cx="1007494" cy="1752147"/>
          </a:xfrm>
          <a:custGeom>
            <a:avLst/>
            <a:gdLst/>
            <a:ahLst/>
            <a:cxnLst/>
            <a:rect l="0" t="0" r="r" b="b"/>
            <a:pathLst>
              <a:path w="5639" h="10000">
                <a:moveTo>
                  <a:pt x="2701" y="4"/>
                </a:moveTo>
                <a:lnTo>
                  <a:pt x="2573" y="23"/>
                </a:lnTo>
                <a:lnTo>
                  <a:pt x="2445" y="56"/>
                </a:lnTo>
                <a:lnTo>
                  <a:pt x="2320" y="102"/>
                </a:lnTo>
                <a:lnTo>
                  <a:pt x="2196" y="158"/>
                </a:lnTo>
                <a:lnTo>
                  <a:pt x="2075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39" y="8493"/>
                </a:lnTo>
                <a:lnTo>
                  <a:pt x="3455" y="8533"/>
                </a:lnTo>
                <a:lnTo>
                  <a:pt x="3567" y="8586"/>
                </a:lnTo>
                <a:lnTo>
                  <a:pt x="3688" y="8644"/>
                </a:lnTo>
                <a:lnTo>
                  <a:pt x="3830" y="8704"/>
                </a:lnTo>
                <a:lnTo>
                  <a:pt x="4005" y="8760"/>
                </a:lnTo>
                <a:lnTo>
                  <a:pt x="4238" y="8836"/>
                </a:lnTo>
                <a:lnTo>
                  <a:pt x="4525" y="8940"/>
                </a:lnTo>
                <a:lnTo>
                  <a:pt x="4833" y="9045"/>
                </a:lnTo>
                <a:lnTo>
                  <a:pt x="5129" y="9125"/>
                </a:lnTo>
                <a:lnTo>
                  <a:pt x="5378" y="9154"/>
                </a:lnTo>
                <a:lnTo>
                  <a:pt x="5548" y="9106"/>
                </a:lnTo>
                <a:lnTo>
                  <a:pt x="5627" y="8964"/>
                </a:lnTo>
                <a:lnTo>
                  <a:pt x="5639" y="8744"/>
                </a:lnTo>
                <a:lnTo>
                  <a:pt x="5604" y="8474"/>
                </a:lnTo>
                <a:lnTo>
                  <a:pt x="5545" y="8179"/>
                </a:lnTo>
                <a:lnTo>
                  <a:pt x="5482" y="7884"/>
                </a:lnTo>
                <a:lnTo>
                  <a:pt x="5437" y="7616"/>
                </a:lnTo>
                <a:lnTo>
                  <a:pt x="5406" y="7370"/>
                </a:lnTo>
                <a:lnTo>
                  <a:pt x="5369" y="7126"/>
                </a:lnTo>
                <a:lnTo>
                  <a:pt x="5328" y="6882"/>
                </a:lnTo>
                <a:lnTo>
                  <a:pt x="5286" y="6639"/>
                </a:lnTo>
                <a:lnTo>
                  <a:pt x="5244" y="6396"/>
                </a:lnTo>
                <a:lnTo>
                  <a:pt x="5204" y="6152"/>
                </a:lnTo>
                <a:lnTo>
                  <a:pt x="5166" y="5908"/>
                </a:lnTo>
                <a:lnTo>
                  <a:pt x="5128" y="5664"/>
                </a:lnTo>
                <a:lnTo>
                  <a:pt x="5091" y="5420"/>
                </a:lnTo>
                <a:lnTo>
                  <a:pt x="5053" y="5176"/>
                </a:lnTo>
                <a:lnTo>
                  <a:pt x="5013" y="4932"/>
                </a:lnTo>
                <a:lnTo>
                  <a:pt x="4971" y="4688"/>
                </a:lnTo>
                <a:lnTo>
                  <a:pt x="4927" y="4444"/>
                </a:lnTo>
                <a:lnTo>
                  <a:pt x="4883" y="4199"/>
                </a:lnTo>
                <a:lnTo>
                  <a:pt x="4837" y="3954"/>
                </a:lnTo>
                <a:lnTo>
                  <a:pt x="4790" y="3710"/>
                </a:lnTo>
                <a:lnTo>
                  <a:pt x="4739" y="3467"/>
                </a:lnTo>
                <a:lnTo>
                  <a:pt x="4684" y="3224"/>
                </a:lnTo>
                <a:lnTo>
                  <a:pt x="4626" y="2979"/>
                </a:lnTo>
                <a:lnTo>
                  <a:pt x="4564" y="2729"/>
                </a:lnTo>
                <a:lnTo>
                  <a:pt x="4498" y="2481"/>
                </a:lnTo>
                <a:lnTo>
                  <a:pt x="4431" y="2237"/>
                </a:lnTo>
                <a:lnTo>
                  <a:pt x="4363" y="2005"/>
                </a:lnTo>
                <a:lnTo>
                  <a:pt x="4294" y="1787"/>
                </a:lnTo>
                <a:lnTo>
                  <a:pt x="4222" y="1582"/>
                </a:lnTo>
                <a:lnTo>
                  <a:pt x="4148" y="1386"/>
                </a:lnTo>
                <a:lnTo>
                  <a:pt x="4072" y="1200"/>
                </a:lnTo>
                <a:lnTo>
                  <a:pt x="3997" y="1026"/>
                </a:lnTo>
                <a:lnTo>
                  <a:pt x="3924" y="866"/>
                </a:lnTo>
                <a:lnTo>
                  <a:pt x="3855" y="722"/>
                </a:lnTo>
                <a:lnTo>
                  <a:pt x="3796" y="595"/>
                </a:lnTo>
                <a:lnTo>
                  <a:pt x="3747" y="484"/>
                </a:lnTo>
                <a:lnTo>
                  <a:pt x="3700" y="386"/>
                </a:lnTo>
                <a:lnTo>
                  <a:pt x="3648" y="301"/>
                </a:lnTo>
                <a:lnTo>
                  <a:pt x="3583" y="228"/>
                </a:lnTo>
                <a:lnTo>
                  <a:pt x="3499" y="163"/>
                </a:lnTo>
                <a:lnTo>
                  <a:pt x="3391" y="108"/>
                </a:lnTo>
                <a:lnTo>
                  <a:pt x="3264" y="64"/>
                </a:lnTo>
                <a:lnTo>
                  <a:pt x="3124" y="30"/>
                </a:lnTo>
                <a:lnTo>
                  <a:pt x="2979" y="9"/>
                </a:lnTo>
                <a:lnTo>
                  <a:pt x="2836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754516" y="1212126"/>
            <a:ext cx="623838" cy="1808109"/>
          </a:xfrm>
          <a:custGeom>
            <a:avLst/>
            <a:gdLst/>
            <a:ahLst/>
            <a:cxnLst/>
            <a:rect l="0" t="0" r="r" b="b"/>
            <a:pathLst>
              <a:path w="3383" h="10000">
                <a:moveTo>
                  <a:pt x="765" y="4"/>
                </a:moveTo>
                <a:lnTo>
                  <a:pt x="720" y="0"/>
                </a:lnTo>
                <a:lnTo>
                  <a:pt x="707" y="8"/>
                </a:lnTo>
                <a:lnTo>
                  <a:pt x="712" y="29"/>
                </a:lnTo>
                <a:lnTo>
                  <a:pt x="723" y="62"/>
                </a:lnTo>
                <a:lnTo>
                  <a:pt x="727" y="105"/>
                </a:lnTo>
                <a:lnTo>
                  <a:pt x="714" y="158"/>
                </a:lnTo>
                <a:lnTo>
                  <a:pt x="681" y="221"/>
                </a:lnTo>
                <a:lnTo>
                  <a:pt x="638" y="292"/>
                </a:lnTo>
                <a:lnTo>
                  <a:pt x="589" y="374"/>
                </a:lnTo>
                <a:lnTo>
                  <a:pt x="537" y="469"/>
                </a:lnTo>
                <a:lnTo>
                  <a:pt x="487" y="577"/>
                </a:lnTo>
                <a:lnTo>
                  <a:pt x="440" y="700"/>
                </a:lnTo>
                <a:lnTo>
                  <a:pt x="396" y="839"/>
                </a:lnTo>
                <a:lnTo>
                  <a:pt x="352" y="994"/>
                </a:lnTo>
                <a:lnTo>
                  <a:pt x="309" y="1163"/>
                </a:lnTo>
                <a:lnTo>
                  <a:pt x="267" y="1343"/>
                </a:lnTo>
                <a:lnTo>
                  <a:pt x="229" y="1533"/>
                </a:lnTo>
                <a:lnTo>
                  <a:pt x="194" y="1732"/>
                </a:lnTo>
                <a:lnTo>
                  <a:pt x="164" y="1943"/>
                </a:lnTo>
                <a:lnTo>
                  <a:pt x="137" y="2168"/>
                </a:lnTo>
                <a:lnTo>
                  <a:pt x="112" y="2404"/>
                </a:lnTo>
                <a:lnTo>
                  <a:pt x="91" y="2645"/>
                </a:lnTo>
                <a:lnTo>
                  <a:pt x="73" y="2887"/>
                </a:lnTo>
                <a:lnTo>
                  <a:pt x="57" y="3124"/>
                </a:lnTo>
                <a:lnTo>
                  <a:pt x="41" y="3359"/>
                </a:lnTo>
                <a:lnTo>
                  <a:pt x="22" y="3595"/>
                </a:lnTo>
                <a:lnTo>
                  <a:pt x="7" y="3832"/>
                </a:lnTo>
                <a:lnTo>
                  <a:pt x="0" y="4069"/>
                </a:lnTo>
                <a:lnTo>
                  <a:pt x="4" y="4306"/>
                </a:lnTo>
                <a:lnTo>
                  <a:pt x="25" y="4543"/>
                </a:lnTo>
                <a:lnTo>
                  <a:pt x="68" y="4779"/>
                </a:lnTo>
                <a:lnTo>
                  <a:pt x="129" y="5016"/>
                </a:lnTo>
                <a:lnTo>
                  <a:pt x="203" y="5252"/>
                </a:lnTo>
                <a:lnTo>
                  <a:pt x="282" y="5489"/>
                </a:lnTo>
                <a:lnTo>
                  <a:pt x="360" y="5725"/>
                </a:lnTo>
                <a:lnTo>
                  <a:pt x="432" y="5961"/>
                </a:lnTo>
                <a:lnTo>
                  <a:pt x="499" y="6194"/>
                </a:lnTo>
                <a:lnTo>
                  <a:pt x="569" y="6422"/>
                </a:lnTo>
                <a:lnTo>
                  <a:pt x="638" y="6650"/>
                </a:lnTo>
                <a:lnTo>
                  <a:pt x="703" y="6882"/>
                </a:lnTo>
                <a:lnTo>
                  <a:pt x="762" y="7124"/>
                </a:lnTo>
                <a:lnTo>
                  <a:pt x="813" y="7380"/>
                </a:lnTo>
                <a:lnTo>
                  <a:pt x="871" y="7677"/>
                </a:lnTo>
                <a:lnTo>
                  <a:pt x="942" y="8017"/>
                </a:lnTo>
                <a:lnTo>
                  <a:pt x="1008" y="8367"/>
                </a:lnTo>
                <a:lnTo>
                  <a:pt x="1033" y="8571"/>
                </a:lnTo>
                <a:lnTo>
                  <a:pt x="1178" y="8618"/>
                </a:lnTo>
                <a:lnTo>
                  <a:pt x="1335" y="8687"/>
                </a:lnTo>
                <a:lnTo>
                  <a:pt x="1498" y="8776"/>
                </a:lnTo>
                <a:lnTo>
                  <a:pt x="1661" y="8878"/>
                </a:lnTo>
                <a:lnTo>
                  <a:pt x="1821" y="8988"/>
                </a:lnTo>
                <a:lnTo>
                  <a:pt x="1971" y="9101"/>
                </a:lnTo>
                <a:lnTo>
                  <a:pt x="2106" y="9211"/>
                </a:lnTo>
                <a:lnTo>
                  <a:pt x="2229" y="9329"/>
                </a:lnTo>
                <a:lnTo>
                  <a:pt x="2342" y="9462"/>
                </a:lnTo>
                <a:lnTo>
                  <a:pt x="2446" y="9597"/>
                </a:lnTo>
                <a:lnTo>
                  <a:pt x="2541" y="9723"/>
                </a:lnTo>
                <a:lnTo>
                  <a:pt x="2625" y="9831"/>
                </a:lnTo>
                <a:lnTo>
                  <a:pt x="2699" y="9908"/>
                </a:lnTo>
                <a:lnTo>
                  <a:pt x="2759" y="9957"/>
                </a:lnTo>
                <a:lnTo>
                  <a:pt x="2805" y="9988"/>
                </a:lnTo>
                <a:lnTo>
                  <a:pt x="2841" y="10000"/>
                </a:lnTo>
                <a:lnTo>
                  <a:pt x="2871" y="9991"/>
                </a:lnTo>
                <a:lnTo>
                  <a:pt x="2900" y="9960"/>
                </a:lnTo>
                <a:lnTo>
                  <a:pt x="2931" y="9908"/>
                </a:lnTo>
                <a:lnTo>
                  <a:pt x="2965" y="9830"/>
                </a:lnTo>
                <a:lnTo>
                  <a:pt x="2996" y="9727"/>
                </a:lnTo>
                <a:lnTo>
                  <a:pt x="3026" y="9602"/>
                </a:lnTo>
                <a:lnTo>
                  <a:pt x="3055" y="9460"/>
                </a:lnTo>
                <a:lnTo>
                  <a:pt x="3084" y="9302"/>
                </a:lnTo>
                <a:lnTo>
                  <a:pt x="3112" y="9134"/>
                </a:lnTo>
                <a:lnTo>
                  <a:pt x="3140" y="8946"/>
                </a:lnTo>
                <a:lnTo>
                  <a:pt x="3167" y="8736"/>
                </a:lnTo>
                <a:lnTo>
                  <a:pt x="3194" y="8511"/>
                </a:lnTo>
                <a:lnTo>
                  <a:pt x="3220" y="8279"/>
                </a:lnTo>
                <a:lnTo>
                  <a:pt x="3244" y="8050"/>
                </a:lnTo>
                <a:lnTo>
                  <a:pt x="3266" y="7831"/>
                </a:lnTo>
                <a:lnTo>
                  <a:pt x="3288" y="7623"/>
                </a:lnTo>
                <a:lnTo>
                  <a:pt x="3308" y="7420"/>
                </a:lnTo>
                <a:lnTo>
                  <a:pt x="3328" y="7218"/>
                </a:lnTo>
                <a:lnTo>
                  <a:pt x="3345" y="7017"/>
                </a:lnTo>
                <a:lnTo>
                  <a:pt x="3359" y="6813"/>
                </a:lnTo>
                <a:lnTo>
                  <a:pt x="3370" y="6606"/>
                </a:lnTo>
                <a:lnTo>
                  <a:pt x="3377" y="6395"/>
                </a:lnTo>
                <a:lnTo>
                  <a:pt x="3381" y="6181"/>
                </a:lnTo>
                <a:lnTo>
                  <a:pt x="3383" y="5965"/>
                </a:lnTo>
                <a:lnTo>
                  <a:pt x="3381" y="5749"/>
                </a:lnTo>
                <a:lnTo>
                  <a:pt x="3377" y="5532"/>
                </a:lnTo>
                <a:lnTo>
                  <a:pt x="3370" y="5317"/>
                </a:lnTo>
                <a:lnTo>
                  <a:pt x="3360" y="5101"/>
                </a:lnTo>
                <a:lnTo>
                  <a:pt x="3348" y="4884"/>
                </a:lnTo>
                <a:lnTo>
                  <a:pt x="3333" y="4668"/>
                </a:lnTo>
                <a:lnTo>
                  <a:pt x="3314" y="4452"/>
                </a:lnTo>
                <a:lnTo>
                  <a:pt x="3292" y="4238"/>
                </a:lnTo>
                <a:lnTo>
                  <a:pt x="3266" y="4027"/>
                </a:lnTo>
                <a:lnTo>
                  <a:pt x="3237" y="3817"/>
                </a:lnTo>
                <a:lnTo>
                  <a:pt x="3204" y="3608"/>
                </a:lnTo>
                <a:lnTo>
                  <a:pt x="3168" y="3401"/>
                </a:lnTo>
                <a:lnTo>
                  <a:pt x="3128" y="3196"/>
                </a:lnTo>
                <a:lnTo>
                  <a:pt x="3084" y="2996"/>
                </a:lnTo>
                <a:lnTo>
                  <a:pt x="3034" y="2802"/>
                </a:lnTo>
                <a:lnTo>
                  <a:pt x="2980" y="2612"/>
                </a:lnTo>
                <a:lnTo>
                  <a:pt x="2922" y="2426"/>
                </a:lnTo>
                <a:lnTo>
                  <a:pt x="2859" y="2243"/>
                </a:lnTo>
                <a:lnTo>
                  <a:pt x="2792" y="2066"/>
                </a:lnTo>
                <a:lnTo>
                  <a:pt x="2721" y="1896"/>
                </a:lnTo>
                <a:lnTo>
                  <a:pt x="2648" y="1732"/>
                </a:lnTo>
                <a:lnTo>
                  <a:pt x="2571" y="1574"/>
                </a:lnTo>
                <a:lnTo>
                  <a:pt x="2490" y="1422"/>
                </a:lnTo>
                <a:lnTo>
                  <a:pt x="2406" y="1276"/>
                </a:lnTo>
                <a:lnTo>
                  <a:pt x="2318" y="1137"/>
                </a:lnTo>
                <a:lnTo>
                  <a:pt x="2227" y="1005"/>
                </a:lnTo>
                <a:lnTo>
                  <a:pt x="2132" y="880"/>
                </a:lnTo>
                <a:lnTo>
                  <a:pt x="2033" y="763"/>
                </a:lnTo>
                <a:lnTo>
                  <a:pt x="1929" y="652"/>
                </a:lnTo>
                <a:lnTo>
                  <a:pt x="1822" y="548"/>
                </a:lnTo>
                <a:lnTo>
                  <a:pt x="1713" y="453"/>
                </a:lnTo>
                <a:lnTo>
                  <a:pt x="1601" y="365"/>
                </a:lnTo>
                <a:lnTo>
                  <a:pt x="1487" y="287"/>
                </a:lnTo>
                <a:lnTo>
                  <a:pt x="1364" y="217"/>
                </a:lnTo>
                <a:lnTo>
                  <a:pt x="1228" y="154"/>
                </a:lnTo>
                <a:lnTo>
                  <a:pt x="1089" y="99"/>
                </a:lnTo>
                <a:lnTo>
                  <a:pt x="959" y="54"/>
                </a:lnTo>
                <a:lnTo>
                  <a:pt x="848" y="22"/>
                </a:lnTo>
                <a:lnTo>
                  <a:pt x="765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57437" y="1492403"/>
            <a:ext cx="310988" cy="1494847"/>
          </a:xfrm>
          <a:custGeom>
            <a:avLst/>
            <a:gdLst/>
            <a:ahLst/>
            <a:cxnLst/>
            <a:rect l="0" t="0" r="r" b="b"/>
            <a:pathLst>
              <a:path w="2040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6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8" y="595"/>
                </a:lnTo>
                <a:lnTo>
                  <a:pt x="1121" y="608"/>
                </a:lnTo>
                <a:lnTo>
                  <a:pt x="1224" y="649"/>
                </a:lnTo>
                <a:lnTo>
                  <a:pt x="1318" y="713"/>
                </a:lnTo>
                <a:lnTo>
                  <a:pt x="1387" y="793"/>
                </a:lnTo>
                <a:lnTo>
                  <a:pt x="1431" y="894"/>
                </a:lnTo>
                <a:lnTo>
                  <a:pt x="1445" y="991"/>
                </a:lnTo>
                <a:lnTo>
                  <a:pt x="1434" y="1095"/>
                </a:lnTo>
                <a:lnTo>
                  <a:pt x="1393" y="1275"/>
                </a:lnTo>
                <a:lnTo>
                  <a:pt x="1392" y="1279"/>
                </a:lnTo>
                <a:lnTo>
                  <a:pt x="1331" y="1566"/>
                </a:lnTo>
                <a:lnTo>
                  <a:pt x="1327" y="1584"/>
                </a:lnTo>
                <a:lnTo>
                  <a:pt x="1263" y="2014"/>
                </a:lnTo>
                <a:lnTo>
                  <a:pt x="1261" y="2032"/>
                </a:lnTo>
                <a:lnTo>
                  <a:pt x="1205" y="2658"/>
                </a:lnTo>
                <a:lnTo>
                  <a:pt x="1204" y="2667"/>
                </a:lnTo>
                <a:lnTo>
                  <a:pt x="1151" y="3621"/>
                </a:lnTo>
                <a:lnTo>
                  <a:pt x="1150" y="3622"/>
                </a:lnTo>
                <a:lnTo>
                  <a:pt x="1087" y="4888"/>
                </a:lnTo>
                <a:lnTo>
                  <a:pt x="1086" y="4888"/>
                </a:lnTo>
                <a:lnTo>
                  <a:pt x="1019" y="6297"/>
                </a:lnTo>
                <a:lnTo>
                  <a:pt x="1019" y="6297"/>
                </a:lnTo>
                <a:lnTo>
                  <a:pt x="955" y="7679"/>
                </a:lnTo>
                <a:lnTo>
                  <a:pt x="900" y="8866"/>
                </a:lnTo>
                <a:lnTo>
                  <a:pt x="861" y="9690"/>
                </a:lnTo>
                <a:lnTo>
                  <a:pt x="861" y="9719"/>
                </a:lnTo>
                <a:lnTo>
                  <a:pt x="864" y="9748"/>
                </a:lnTo>
                <a:lnTo>
                  <a:pt x="870" y="9776"/>
                </a:lnTo>
                <a:lnTo>
                  <a:pt x="878" y="9804"/>
                </a:lnTo>
                <a:lnTo>
                  <a:pt x="890" y="9831"/>
                </a:lnTo>
                <a:lnTo>
                  <a:pt x="903" y="9856"/>
                </a:lnTo>
                <a:lnTo>
                  <a:pt x="920" y="9880"/>
                </a:lnTo>
                <a:lnTo>
                  <a:pt x="938" y="9903"/>
                </a:lnTo>
                <a:lnTo>
                  <a:pt x="959" y="9923"/>
                </a:lnTo>
                <a:lnTo>
                  <a:pt x="981" y="9942"/>
                </a:lnTo>
                <a:lnTo>
                  <a:pt x="1005" y="9958"/>
                </a:lnTo>
                <a:lnTo>
                  <a:pt x="1031" y="9972"/>
                </a:lnTo>
                <a:lnTo>
                  <a:pt x="1058" y="9983"/>
                </a:lnTo>
                <a:lnTo>
                  <a:pt x="1086" y="9991"/>
                </a:lnTo>
                <a:lnTo>
                  <a:pt x="1114" y="9997"/>
                </a:lnTo>
                <a:lnTo>
                  <a:pt x="1143" y="10000"/>
                </a:lnTo>
                <a:lnTo>
                  <a:pt x="1172" y="9999"/>
                </a:lnTo>
                <a:lnTo>
                  <a:pt x="1201" y="9997"/>
                </a:lnTo>
                <a:lnTo>
                  <a:pt x="1230" y="9991"/>
                </a:lnTo>
                <a:lnTo>
                  <a:pt x="1258" y="9982"/>
                </a:lnTo>
                <a:lnTo>
                  <a:pt x="1284" y="9971"/>
                </a:lnTo>
                <a:lnTo>
                  <a:pt x="1310" y="9957"/>
                </a:lnTo>
                <a:lnTo>
                  <a:pt x="1334" y="9941"/>
                </a:lnTo>
                <a:lnTo>
                  <a:pt x="1357" y="9923"/>
                </a:lnTo>
                <a:lnTo>
                  <a:pt x="1377" y="9902"/>
                </a:lnTo>
                <a:lnTo>
                  <a:pt x="1396" y="9880"/>
                </a:lnTo>
                <a:lnTo>
                  <a:pt x="1412" y="9855"/>
                </a:lnTo>
                <a:lnTo>
                  <a:pt x="1425" y="9830"/>
                </a:lnTo>
                <a:lnTo>
                  <a:pt x="1436" y="9803"/>
                </a:lnTo>
                <a:lnTo>
                  <a:pt x="1445" y="9775"/>
                </a:lnTo>
                <a:lnTo>
                  <a:pt x="1450" y="9746"/>
                </a:lnTo>
                <a:lnTo>
                  <a:pt x="1453" y="9717"/>
                </a:lnTo>
                <a:lnTo>
                  <a:pt x="1492" y="8894"/>
                </a:lnTo>
                <a:lnTo>
                  <a:pt x="1547" y="7707"/>
                </a:lnTo>
                <a:lnTo>
                  <a:pt x="1611" y="6325"/>
                </a:lnTo>
                <a:lnTo>
                  <a:pt x="1678" y="4917"/>
                </a:lnTo>
                <a:lnTo>
                  <a:pt x="1742" y="3653"/>
                </a:lnTo>
                <a:lnTo>
                  <a:pt x="1796" y="2706"/>
                </a:lnTo>
                <a:lnTo>
                  <a:pt x="1850" y="2094"/>
                </a:lnTo>
                <a:lnTo>
                  <a:pt x="1912" y="1681"/>
                </a:lnTo>
                <a:lnTo>
                  <a:pt x="1971" y="1405"/>
                </a:lnTo>
                <a:lnTo>
                  <a:pt x="2016" y="1210"/>
                </a:lnTo>
                <a:lnTo>
                  <a:pt x="2021" y="1175"/>
                </a:lnTo>
                <a:lnTo>
                  <a:pt x="2038" y="1016"/>
                </a:lnTo>
                <a:lnTo>
                  <a:pt x="2040" y="980"/>
                </a:lnTo>
                <a:lnTo>
                  <a:pt x="2037" y="944"/>
                </a:lnTo>
                <a:lnTo>
                  <a:pt x="2012" y="771"/>
                </a:lnTo>
                <a:lnTo>
                  <a:pt x="2007" y="745"/>
                </a:lnTo>
                <a:lnTo>
                  <a:pt x="2000" y="719"/>
                </a:lnTo>
                <a:lnTo>
                  <a:pt x="1990" y="694"/>
                </a:lnTo>
                <a:lnTo>
                  <a:pt x="1912" y="515"/>
                </a:lnTo>
                <a:lnTo>
                  <a:pt x="1899" y="488"/>
                </a:lnTo>
                <a:lnTo>
                  <a:pt x="1883" y="462"/>
                </a:lnTo>
                <a:lnTo>
                  <a:pt x="1864" y="438"/>
                </a:lnTo>
                <a:lnTo>
                  <a:pt x="1740" y="296"/>
                </a:lnTo>
                <a:lnTo>
                  <a:pt x="1723" y="277"/>
                </a:lnTo>
                <a:lnTo>
                  <a:pt x="1704" y="261"/>
                </a:lnTo>
                <a:lnTo>
                  <a:pt x="1684" y="246"/>
                </a:lnTo>
                <a:lnTo>
                  <a:pt x="1531" y="141"/>
                </a:lnTo>
                <a:lnTo>
                  <a:pt x="1503" y="124"/>
                </a:lnTo>
                <a:lnTo>
                  <a:pt x="1473" y="110"/>
                </a:lnTo>
                <a:lnTo>
                  <a:pt x="1309" y="45"/>
                </a:lnTo>
                <a:lnTo>
                  <a:pt x="1278" y="34"/>
                </a:lnTo>
                <a:lnTo>
                  <a:pt x="1245" y="27"/>
                </a:lnTo>
                <a:lnTo>
                  <a:pt x="1088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13272" y="1000157"/>
            <a:ext cx="565809" cy="1007809"/>
            <a:chOff x="1313272" y="1000157"/>
            <a:chExt cx="565809" cy="1007809"/>
          </a:xfrm>
        </p:grpSpPr>
        <p:sp>
          <p:nvSpPr>
            <p:cNvPr id="13" name="Forma 12"/>
            <p:cNvSpPr/>
            <p:nvPr/>
          </p:nvSpPr>
          <p:spPr>
            <a:xfrm>
              <a:off x="1313272" y="1000157"/>
              <a:ext cx="565809" cy="1007809"/>
            </a:xfrm>
            <a:custGeom>
              <a:avLst/>
              <a:gdLst/>
              <a:ahLst/>
              <a:cxnLst/>
              <a:rect l="0" t="0" r="r" b="b"/>
              <a:pathLst>
                <a:path w="5506" h="10000">
                  <a:moveTo>
                    <a:pt x="1375" y="1125"/>
                  </a:moveTo>
                  <a:lnTo>
                    <a:pt x="1474" y="1797"/>
                  </a:lnTo>
                  <a:lnTo>
                    <a:pt x="1474" y="1797"/>
                  </a:lnTo>
                  <a:lnTo>
                    <a:pt x="1581" y="2514"/>
                  </a:lnTo>
                  <a:lnTo>
                    <a:pt x="1581" y="2515"/>
                  </a:lnTo>
                  <a:lnTo>
                    <a:pt x="1688" y="3219"/>
                  </a:lnTo>
                  <a:lnTo>
                    <a:pt x="1688" y="3221"/>
                  </a:lnTo>
                  <a:lnTo>
                    <a:pt x="1787" y="3855"/>
                  </a:lnTo>
                  <a:lnTo>
                    <a:pt x="1788" y="3858"/>
                  </a:lnTo>
                  <a:lnTo>
                    <a:pt x="1886" y="4462"/>
                  </a:lnTo>
                  <a:lnTo>
                    <a:pt x="1887" y="4465"/>
                  </a:lnTo>
                  <a:lnTo>
                    <a:pt x="1994" y="5095"/>
                  </a:lnTo>
                  <a:lnTo>
                    <a:pt x="1994" y="5097"/>
                  </a:lnTo>
                  <a:lnTo>
                    <a:pt x="2101" y="5714"/>
                  </a:lnTo>
                  <a:lnTo>
                    <a:pt x="2101" y="5715"/>
                  </a:lnTo>
                  <a:lnTo>
                    <a:pt x="2200" y="6280"/>
                  </a:lnTo>
                  <a:lnTo>
                    <a:pt x="2283" y="6756"/>
                  </a:lnTo>
                  <a:lnTo>
                    <a:pt x="2339" y="7078"/>
                  </a:lnTo>
                  <a:lnTo>
                    <a:pt x="1407" y="8065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3" y="9997"/>
                  </a:lnTo>
                  <a:lnTo>
                    <a:pt x="395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7" y="8511"/>
                  </a:lnTo>
                  <a:lnTo>
                    <a:pt x="1877" y="8510"/>
                  </a:lnTo>
                  <a:lnTo>
                    <a:pt x="2825" y="7508"/>
                  </a:lnTo>
                  <a:lnTo>
                    <a:pt x="3610" y="8490"/>
                  </a:lnTo>
                  <a:lnTo>
                    <a:pt x="3628" y="8511"/>
                  </a:lnTo>
                  <a:lnTo>
                    <a:pt x="4947" y="9899"/>
                  </a:lnTo>
                  <a:lnTo>
                    <a:pt x="4970" y="9921"/>
                  </a:lnTo>
                  <a:lnTo>
                    <a:pt x="4995" y="9940"/>
                  </a:lnTo>
                  <a:lnTo>
                    <a:pt x="5022" y="9957"/>
                  </a:lnTo>
                  <a:lnTo>
                    <a:pt x="5050" y="9972"/>
                  </a:lnTo>
                  <a:lnTo>
                    <a:pt x="5080" y="9983"/>
                  </a:lnTo>
                  <a:lnTo>
                    <a:pt x="5110" y="9992"/>
                  </a:lnTo>
                  <a:lnTo>
                    <a:pt x="5142" y="9997"/>
                  </a:lnTo>
                  <a:lnTo>
                    <a:pt x="5173" y="10000"/>
                  </a:lnTo>
                  <a:lnTo>
                    <a:pt x="5205" y="9999"/>
                  </a:lnTo>
                  <a:lnTo>
                    <a:pt x="5237" y="9995"/>
                  </a:lnTo>
                  <a:lnTo>
                    <a:pt x="5268" y="9988"/>
                  </a:lnTo>
                  <a:lnTo>
                    <a:pt x="5298" y="9978"/>
                  </a:lnTo>
                  <a:lnTo>
                    <a:pt x="5327" y="9965"/>
                  </a:lnTo>
                  <a:lnTo>
                    <a:pt x="5355" y="9950"/>
                  </a:lnTo>
                  <a:lnTo>
                    <a:pt x="5381" y="9931"/>
                  </a:lnTo>
                  <a:lnTo>
                    <a:pt x="5405" y="9911"/>
                  </a:lnTo>
                  <a:lnTo>
                    <a:pt x="5427" y="9888"/>
                  </a:lnTo>
                  <a:lnTo>
                    <a:pt x="5446" y="9862"/>
                  </a:lnTo>
                  <a:lnTo>
                    <a:pt x="5463" y="9836"/>
                  </a:lnTo>
                  <a:lnTo>
                    <a:pt x="5478" y="9807"/>
                  </a:lnTo>
                  <a:lnTo>
                    <a:pt x="5489" y="9778"/>
                  </a:lnTo>
                  <a:lnTo>
                    <a:pt x="5498" y="9747"/>
                  </a:lnTo>
                  <a:lnTo>
                    <a:pt x="5503" y="9716"/>
                  </a:lnTo>
                  <a:lnTo>
                    <a:pt x="5506" y="9684"/>
                  </a:lnTo>
                  <a:lnTo>
                    <a:pt x="5505" y="9652"/>
                  </a:lnTo>
                  <a:lnTo>
                    <a:pt x="5501" y="9621"/>
                  </a:lnTo>
                  <a:lnTo>
                    <a:pt x="5494" y="9590"/>
                  </a:lnTo>
                  <a:lnTo>
                    <a:pt x="5484" y="9559"/>
                  </a:lnTo>
                  <a:lnTo>
                    <a:pt x="5471" y="9530"/>
                  </a:lnTo>
                  <a:lnTo>
                    <a:pt x="5456" y="9503"/>
                  </a:lnTo>
                  <a:lnTo>
                    <a:pt x="5437" y="9477"/>
                  </a:lnTo>
                  <a:lnTo>
                    <a:pt x="5417" y="9453"/>
                  </a:lnTo>
                  <a:lnTo>
                    <a:pt x="4107" y="8074"/>
                  </a:lnTo>
                  <a:lnTo>
                    <a:pt x="3209" y="6952"/>
                  </a:lnTo>
                  <a:lnTo>
                    <a:pt x="3346" y="6928"/>
                  </a:lnTo>
                  <a:lnTo>
                    <a:pt x="3286" y="6581"/>
                  </a:lnTo>
                  <a:lnTo>
                    <a:pt x="3286" y="6580"/>
                  </a:lnTo>
                  <a:lnTo>
                    <a:pt x="3202" y="6104"/>
                  </a:lnTo>
                  <a:lnTo>
                    <a:pt x="3104" y="5540"/>
                  </a:lnTo>
                  <a:lnTo>
                    <a:pt x="2997" y="4924"/>
                  </a:lnTo>
                  <a:lnTo>
                    <a:pt x="2891" y="4296"/>
                  </a:lnTo>
                  <a:lnTo>
                    <a:pt x="2792" y="3695"/>
                  </a:lnTo>
                  <a:lnTo>
                    <a:pt x="2694" y="3065"/>
                  </a:lnTo>
                  <a:lnTo>
                    <a:pt x="2587" y="2363"/>
                  </a:lnTo>
                  <a:lnTo>
                    <a:pt x="2481" y="1648"/>
                  </a:lnTo>
                  <a:lnTo>
                    <a:pt x="2382" y="977"/>
                  </a:lnTo>
                  <a:lnTo>
                    <a:pt x="2299" y="408"/>
                  </a:lnTo>
                  <a:lnTo>
                    <a:pt x="2298" y="408"/>
                  </a:lnTo>
                  <a:lnTo>
                    <a:pt x="2238" y="0"/>
                  </a:lnTo>
                  <a:lnTo>
                    <a:pt x="1231" y="149"/>
                  </a:lnTo>
                  <a:lnTo>
                    <a:pt x="1291" y="556"/>
                  </a:lnTo>
                  <a:lnTo>
                    <a:pt x="1375" y="1125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448775" y="1077620"/>
              <a:ext cx="185440" cy="510064"/>
            </a:xfrm>
            <a:custGeom>
              <a:avLst/>
              <a:gdLst/>
              <a:ahLst/>
              <a:cxnLst/>
              <a:rect l="0" t="0" r="r" b="b"/>
              <a:pathLst>
                <a:path w="780" h="2187" fill="none">
                  <a:moveTo>
                    <a:pt x="0" y="0"/>
                  </a:moveTo>
                  <a:lnTo>
                    <a:pt x="360" y="0"/>
                  </a:lnTo>
                </a:path>
                <a:path w="780" h="2187" fill="none">
                  <a:moveTo>
                    <a:pt x="60" y="312"/>
                  </a:moveTo>
                  <a:lnTo>
                    <a:pt x="420" y="312"/>
                  </a:lnTo>
                </a:path>
                <a:path w="780" h="2187" fill="none">
                  <a:moveTo>
                    <a:pt x="120" y="625"/>
                  </a:moveTo>
                  <a:lnTo>
                    <a:pt x="480" y="625"/>
                  </a:lnTo>
                </a:path>
                <a:path w="780" h="2187" fill="none">
                  <a:moveTo>
                    <a:pt x="180" y="937"/>
                  </a:moveTo>
                  <a:lnTo>
                    <a:pt x="540" y="937"/>
                  </a:lnTo>
                </a:path>
                <a:path w="780" h="2187" fill="none">
                  <a:moveTo>
                    <a:pt x="240" y="1250"/>
                  </a:moveTo>
                  <a:lnTo>
                    <a:pt x="600" y="1250"/>
                  </a:lnTo>
                </a:path>
                <a:path w="780" h="2187" fill="none">
                  <a:moveTo>
                    <a:pt x="300" y="1562"/>
                  </a:moveTo>
                  <a:lnTo>
                    <a:pt x="660" y="1562"/>
                  </a:lnTo>
                </a:path>
                <a:path w="780" h="2187" fill="none">
                  <a:moveTo>
                    <a:pt x="360" y="1875"/>
                  </a:moveTo>
                  <a:lnTo>
                    <a:pt x="720" y="1875"/>
                  </a:lnTo>
                </a:path>
                <a:path w="780" h="2187" fill="none">
                  <a:moveTo>
                    <a:pt x="420" y="2187"/>
                  </a:moveTo>
                  <a:lnTo>
                    <a:pt x="78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547726" y="1212126"/>
            <a:ext cx="1007494" cy="1752147"/>
          </a:xfrm>
          <a:custGeom>
            <a:avLst/>
            <a:gdLst/>
            <a:ahLst/>
            <a:cxnLst/>
            <a:rect l="0" t="0" r="r" b="b"/>
            <a:pathLst>
              <a:path w="5639" h="10000">
                <a:moveTo>
                  <a:pt x="2573" y="23"/>
                </a:moveTo>
                <a:lnTo>
                  <a:pt x="2445" y="56"/>
                </a:lnTo>
                <a:lnTo>
                  <a:pt x="2320" y="102"/>
                </a:lnTo>
                <a:lnTo>
                  <a:pt x="2196" y="158"/>
                </a:lnTo>
                <a:lnTo>
                  <a:pt x="2075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39" y="8493"/>
                </a:lnTo>
                <a:lnTo>
                  <a:pt x="3455" y="8533"/>
                </a:lnTo>
                <a:lnTo>
                  <a:pt x="3567" y="8586"/>
                </a:lnTo>
                <a:lnTo>
                  <a:pt x="3688" y="8644"/>
                </a:lnTo>
                <a:lnTo>
                  <a:pt x="3830" y="8704"/>
                </a:lnTo>
                <a:lnTo>
                  <a:pt x="4005" y="8760"/>
                </a:lnTo>
                <a:lnTo>
                  <a:pt x="4238" y="8836"/>
                </a:lnTo>
                <a:lnTo>
                  <a:pt x="4525" y="8940"/>
                </a:lnTo>
                <a:lnTo>
                  <a:pt x="4833" y="9045"/>
                </a:lnTo>
                <a:lnTo>
                  <a:pt x="5129" y="9125"/>
                </a:lnTo>
                <a:lnTo>
                  <a:pt x="5378" y="9154"/>
                </a:lnTo>
                <a:lnTo>
                  <a:pt x="5548" y="9106"/>
                </a:lnTo>
                <a:lnTo>
                  <a:pt x="5627" y="8964"/>
                </a:lnTo>
                <a:lnTo>
                  <a:pt x="5639" y="8744"/>
                </a:lnTo>
                <a:lnTo>
                  <a:pt x="5604" y="8474"/>
                </a:lnTo>
                <a:lnTo>
                  <a:pt x="5545" y="8179"/>
                </a:lnTo>
                <a:lnTo>
                  <a:pt x="5482" y="7884"/>
                </a:lnTo>
                <a:lnTo>
                  <a:pt x="5437" y="7616"/>
                </a:lnTo>
                <a:lnTo>
                  <a:pt x="5406" y="7370"/>
                </a:lnTo>
                <a:lnTo>
                  <a:pt x="5369" y="7126"/>
                </a:lnTo>
                <a:lnTo>
                  <a:pt x="5328" y="6882"/>
                </a:lnTo>
                <a:lnTo>
                  <a:pt x="5286" y="6639"/>
                </a:lnTo>
                <a:lnTo>
                  <a:pt x="5244" y="6396"/>
                </a:lnTo>
                <a:lnTo>
                  <a:pt x="5204" y="6152"/>
                </a:lnTo>
                <a:lnTo>
                  <a:pt x="5166" y="5908"/>
                </a:lnTo>
                <a:lnTo>
                  <a:pt x="5128" y="5664"/>
                </a:lnTo>
                <a:lnTo>
                  <a:pt x="5091" y="5420"/>
                </a:lnTo>
                <a:lnTo>
                  <a:pt x="5053" y="5176"/>
                </a:lnTo>
                <a:lnTo>
                  <a:pt x="5013" y="4932"/>
                </a:lnTo>
                <a:lnTo>
                  <a:pt x="4971" y="4688"/>
                </a:lnTo>
                <a:lnTo>
                  <a:pt x="4927" y="4444"/>
                </a:lnTo>
                <a:lnTo>
                  <a:pt x="4883" y="4199"/>
                </a:lnTo>
                <a:lnTo>
                  <a:pt x="4837" y="3954"/>
                </a:lnTo>
                <a:lnTo>
                  <a:pt x="4790" y="3710"/>
                </a:lnTo>
                <a:lnTo>
                  <a:pt x="4739" y="3467"/>
                </a:lnTo>
                <a:lnTo>
                  <a:pt x="4684" y="3224"/>
                </a:lnTo>
                <a:lnTo>
                  <a:pt x="4626" y="2979"/>
                </a:lnTo>
                <a:lnTo>
                  <a:pt x="4564" y="2729"/>
                </a:lnTo>
                <a:lnTo>
                  <a:pt x="4498" y="2481"/>
                </a:lnTo>
                <a:lnTo>
                  <a:pt x="4431" y="2237"/>
                </a:lnTo>
                <a:lnTo>
                  <a:pt x="4363" y="2005"/>
                </a:lnTo>
                <a:lnTo>
                  <a:pt x="4294" y="1787"/>
                </a:lnTo>
                <a:lnTo>
                  <a:pt x="4222" y="1582"/>
                </a:lnTo>
                <a:lnTo>
                  <a:pt x="4148" y="1386"/>
                </a:lnTo>
                <a:lnTo>
                  <a:pt x="4072" y="1200"/>
                </a:lnTo>
                <a:lnTo>
                  <a:pt x="3997" y="1026"/>
                </a:lnTo>
                <a:lnTo>
                  <a:pt x="3924" y="866"/>
                </a:lnTo>
                <a:lnTo>
                  <a:pt x="3855" y="722"/>
                </a:lnTo>
                <a:lnTo>
                  <a:pt x="3796" y="595"/>
                </a:lnTo>
                <a:lnTo>
                  <a:pt x="3747" y="484"/>
                </a:lnTo>
                <a:lnTo>
                  <a:pt x="3700" y="386"/>
                </a:lnTo>
                <a:lnTo>
                  <a:pt x="3648" y="301"/>
                </a:lnTo>
                <a:lnTo>
                  <a:pt x="3583" y="228"/>
                </a:lnTo>
                <a:lnTo>
                  <a:pt x="3499" y="163"/>
                </a:lnTo>
                <a:lnTo>
                  <a:pt x="3391" y="108"/>
                </a:lnTo>
                <a:lnTo>
                  <a:pt x="3264" y="64"/>
                </a:lnTo>
                <a:lnTo>
                  <a:pt x="3124" y="30"/>
                </a:lnTo>
                <a:lnTo>
                  <a:pt x="2979" y="9"/>
                </a:lnTo>
                <a:lnTo>
                  <a:pt x="2836" y="0"/>
                </a:lnTo>
                <a:lnTo>
                  <a:pt x="2701" y="4"/>
                </a:lnTo>
                <a:lnTo>
                  <a:pt x="2573" y="23"/>
                </a:lnTo>
                <a:close/>
                <a:moveTo>
                  <a:pt x="3400" y="6084"/>
                </a:moveTo>
                <a:lnTo>
                  <a:pt x="3398" y="6085"/>
                </a:lnTo>
                <a:lnTo>
                  <a:pt x="3395" y="6087"/>
                </a:lnTo>
                <a:lnTo>
                  <a:pt x="3393" y="6088"/>
                </a:lnTo>
                <a:lnTo>
                  <a:pt x="3390" y="6089"/>
                </a:lnTo>
                <a:lnTo>
                  <a:pt x="3388" y="6089"/>
                </a:lnTo>
                <a:lnTo>
                  <a:pt x="3385" y="6090"/>
                </a:lnTo>
                <a:lnTo>
                  <a:pt x="3383" y="6090"/>
                </a:lnTo>
                <a:lnTo>
                  <a:pt x="3380" y="6090"/>
                </a:lnTo>
                <a:lnTo>
                  <a:pt x="3378" y="6089"/>
                </a:lnTo>
                <a:lnTo>
                  <a:pt x="3375" y="6089"/>
                </a:lnTo>
                <a:lnTo>
                  <a:pt x="3373" y="6088"/>
                </a:lnTo>
                <a:lnTo>
                  <a:pt x="3370" y="6087"/>
                </a:lnTo>
                <a:lnTo>
                  <a:pt x="3368" y="6085"/>
                </a:lnTo>
                <a:lnTo>
                  <a:pt x="3366" y="6084"/>
                </a:lnTo>
                <a:lnTo>
                  <a:pt x="3364" y="6082"/>
                </a:lnTo>
                <a:lnTo>
                  <a:pt x="3362" y="6080"/>
                </a:lnTo>
                <a:lnTo>
                  <a:pt x="3361" y="6078"/>
                </a:lnTo>
                <a:lnTo>
                  <a:pt x="3359" y="6076"/>
                </a:lnTo>
                <a:lnTo>
                  <a:pt x="3358" y="6073"/>
                </a:lnTo>
                <a:lnTo>
                  <a:pt x="3354" y="6062"/>
                </a:lnTo>
                <a:lnTo>
                  <a:pt x="3353" y="6059"/>
                </a:lnTo>
                <a:lnTo>
                  <a:pt x="3344" y="6030"/>
                </a:lnTo>
                <a:lnTo>
                  <a:pt x="3344" y="6029"/>
                </a:lnTo>
                <a:lnTo>
                  <a:pt x="3336" y="5992"/>
                </a:lnTo>
                <a:lnTo>
                  <a:pt x="3336" y="5992"/>
                </a:lnTo>
                <a:lnTo>
                  <a:pt x="3327" y="5950"/>
                </a:lnTo>
                <a:lnTo>
                  <a:pt x="3327" y="5950"/>
                </a:lnTo>
                <a:lnTo>
                  <a:pt x="3319" y="5906"/>
                </a:lnTo>
                <a:lnTo>
                  <a:pt x="3311" y="5863"/>
                </a:lnTo>
                <a:lnTo>
                  <a:pt x="3303" y="5819"/>
                </a:lnTo>
                <a:lnTo>
                  <a:pt x="3303" y="5819"/>
                </a:lnTo>
                <a:lnTo>
                  <a:pt x="3295" y="5774"/>
                </a:lnTo>
                <a:lnTo>
                  <a:pt x="3295" y="5774"/>
                </a:lnTo>
                <a:lnTo>
                  <a:pt x="3287" y="5728"/>
                </a:lnTo>
                <a:lnTo>
                  <a:pt x="3287" y="5728"/>
                </a:lnTo>
                <a:lnTo>
                  <a:pt x="3280" y="5679"/>
                </a:lnTo>
                <a:lnTo>
                  <a:pt x="3280" y="5679"/>
                </a:lnTo>
                <a:lnTo>
                  <a:pt x="3273" y="5629"/>
                </a:lnTo>
                <a:lnTo>
                  <a:pt x="3273" y="5629"/>
                </a:lnTo>
                <a:lnTo>
                  <a:pt x="3266" y="5577"/>
                </a:lnTo>
                <a:lnTo>
                  <a:pt x="3266" y="5576"/>
                </a:lnTo>
                <a:lnTo>
                  <a:pt x="3260" y="5522"/>
                </a:lnTo>
                <a:lnTo>
                  <a:pt x="3260" y="5522"/>
                </a:lnTo>
                <a:lnTo>
                  <a:pt x="3254" y="5465"/>
                </a:lnTo>
                <a:lnTo>
                  <a:pt x="3254" y="5464"/>
                </a:lnTo>
                <a:lnTo>
                  <a:pt x="3249" y="5406"/>
                </a:lnTo>
                <a:lnTo>
                  <a:pt x="3249" y="5405"/>
                </a:lnTo>
                <a:lnTo>
                  <a:pt x="3244" y="5345"/>
                </a:lnTo>
                <a:lnTo>
                  <a:pt x="3244" y="5345"/>
                </a:lnTo>
                <a:lnTo>
                  <a:pt x="3240" y="5285"/>
                </a:lnTo>
                <a:lnTo>
                  <a:pt x="3240" y="5284"/>
                </a:lnTo>
                <a:lnTo>
                  <a:pt x="3237" y="5224"/>
                </a:lnTo>
                <a:lnTo>
                  <a:pt x="3237" y="5224"/>
                </a:lnTo>
                <a:lnTo>
                  <a:pt x="3235" y="5163"/>
                </a:lnTo>
                <a:lnTo>
                  <a:pt x="3235" y="5163"/>
                </a:lnTo>
                <a:lnTo>
                  <a:pt x="3233" y="5101"/>
                </a:lnTo>
                <a:lnTo>
                  <a:pt x="3233" y="5101"/>
                </a:lnTo>
                <a:lnTo>
                  <a:pt x="3233" y="5039"/>
                </a:lnTo>
                <a:lnTo>
                  <a:pt x="3233" y="5039"/>
                </a:lnTo>
                <a:lnTo>
                  <a:pt x="3233" y="4977"/>
                </a:lnTo>
                <a:lnTo>
                  <a:pt x="3233" y="4977"/>
                </a:lnTo>
                <a:lnTo>
                  <a:pt x="3235" y="4915"/>
                </a:lnTo>
                <a:lnTo>
                  <a:pt x="3235" y="4914"/>
                </a:lnTo>
                <a:lnTo>
                  <a:pt x="3237" y="4852"/>
                </a:lnTo>
                <a:lnTo>
                  <a:pt x="3237" y="4852"/>
                </a:lnTo>
                <a:lnTo>
                  <a:pt x="3240" y="4790"/>
                </a:lnTo>
                <a:lnTo>
                  <a:pt x="3240" y="4790"/>
                </a:lnTo>
                <a:lnTo>
                  <a:pt x="3243" y="4728"/>
                </a:lnTo>
                <a:lnTo>
                  <a:pt x="3243" y="4728"/>
                </a:lnTo>
                <a:lnTo>
                  <a:pt x="3247" y="4666"/>
                </a:lnTo>
                <a:lnTo>
                  <a:pt x="3247" y="4665"/>
                </a:lnTo>
                <a:lnTo>
                  <a:pt x="3253" y="4603"/>
                </a:lnTo>
                <a:lnTo>
                  <a:pt x="3253" y="4603"/>
                </a:lnTo>
                <a:lnTo>
                  <a:pt x="3259" y="4542"/>
                </a:lnTo>
                <a:lnTo>
                  <a:pt x="3259" y="4541"/>
                </a:lnTo>
                <a:lnTo>
                  <a:pt x="3266" y="4481"/>
                </a:lnTo>
                <a:lnTo>
                  <a:pt x="3266" y="4481"/>
                </a:lnTo>
                <a:lnTo>
                  <a:pt x="3275" y="4421"/>
                </a:lnTo>
                <a:lnTo>
                  <a:pt x="3275" y="4420"/>
                </a:lnTo>
                <a:lnTo>
                  <a:pt x="3284" y="4361"/>
                </a:lnTo>
                <a:lnTo>
                  <a:pt x="3284" y="4360"/>
                </a:lnTo>
                <a:lnTo>
                  <a:pt x="3295" y="4301"/>
                </a:lnTo>
                <a:lnTo>
                  <a:pt x="3295" y="4300"/>
                </a:lnTo>
                <a:lnTo>
                  <a:pt x="3306" y="4242"/>
                </a:lnTo>
                <a:lnTo>
                  <a:pt x="3306" y="4242"/>
                </a:lnTo>
                <a:lnTo>
                  <a:pt x="3319" y="4185"/>
                </a:lnTo>
                <a:lnTo>
                  <a:pt x="3319" y="4184"/>
                </a:lnTo>
                <a:lnTo>
                  <a:pt x="3333" y="4129"/>
                </a:lnTo>
                <a:lnTo>
                  <a:pt x="3333" y="4128"/>
                </a:lnTo>
                <a:lnTo>
                  <a:pt x="3349" y="4075"/>
                </a:lnTo>
                <a:lnTo>
                  <a:pt x="3349" y="4074"/>
                </a:lnTo>
                <a:lnTo>
                  <a:pt x="3365" y="4021"/>
                </a:lnTo>
                <a:lnTo>
                  <a:pt x="3366" y="4021"/>
                </a:lnTo>
                <a:lnTo>
                  <a:pt x="3383" y="3969"/>
                </a:lnTo>
                <a:lnTo>
                  <a:pt x="3384" y="3968"/>
                </a:lnTo>
                <a:lnTo>
                  <a:pt x="3403" y="3918"/>
                </a:lnTo>
                <a:lnTo>
                  <a:pt x="3403" y="3917"/>
                </a:lnTo>
                <a:lnTo>
                  <a:pt x="3423" y="3869"/>
                </a:lnTo>
                <a:lnTo>
                  <a:pt x="3423" y="3869"/>
                </a:lnTo>
                <a:lnTo>
                  <a:pt x="3444" y="3822"/>
                </a:lnTo>
                <a:lnTo>
                  <a:pt x="3444" y="3822"/>
                </a:lnTo>
                <a:lnTo>
                  <a:pt x="3466" y="3777"/>
                </a:lnTo>
                <a:lnTo>
                  <a:pt x="3466" y="3776"/>
                </a:lnTo>
                <a:lnTo>
                  <a:pt x="3489" y="3734"/>
                </a:lnTo>
                <a:lnTo>
                  <a:pt x="3489" y="3733"/>
                </a:lnTo>
                <a:lnTo>
                  <a:pt x="3513" y="3692"/>
                </a:lnTo>
                <a:lnTo>
                  <a:pt x="3513" y="3691"/>
                </a:lnTo>
                <a:lnTo>
                  <a:pt x="3538" y="3652"/>
                </a:lnTo>
                <a:lnTo>
                  <a:pt x="3539" y="3651"/>
                </a:lnTo>
                <a:lnTo>
                  <a:pt x="3564" y="3615"/>
                </a:lnTo>
                <a:lnTo>
                  <a:pt x="3565" y="3614"/>
                </a:lnTo>
                <a:lnTo>
                  <a:pt x="3591" y="3579"/>
                </a:lnTo>
                <a:lnTo>
                  <a:pt x="3592" y="3578"/>
                </a:lnTo>
                <a:lnTo>
                  <a:pt x="3619" y="3546"/>
                </a:lnTo>
                <a:lnTo>
                  <a:pt x="3620" y="3545"/>
                </a:lnTo>
                <a:lnTo>
                  <a:pt x="3648" y="3514"/>
                </a:lnTo>
                <a:lnTo>
                  <a:pt x="3649" y="3514"/>
                </a:lnTo>
                <a:lnTo>
                  <a:pt x="3679" y="3485"/>
                </a:lnTo>
                <a:lnTo>
                  <a:pt x="3680" y="3484"/>
                </a:lnTo>
                <a:lnTo>
                  <a:pt x="3710" y="3458"/>
                </a:lnTo>
                <a:lnTo>
                  <a:pt x="3711" y="3457"/>
                </a:lnTo>
                <a:lnTo>
                  <a:pt x="3741" y="3433"/>
                </a:lnTo>
                <a:lnTo>
                  <a:pt x="3743" y="3432"/>
                </a:lnTo>
                <a:lnTo>
                  <a:pt x="3774" y="3411"/>
                </a:lnTo>
                <a:lnTo>
                  <a:pt x="3775" y="3410"/>
                </a:lnTo>
                <a:lnTo>
                  <a:pt x="3806" y="3391"/>
                </a:lnTo>
                <a:lnTo>
                  <a:pt x="3807" y="3390"/>
                </a:lnTo>
                <a:lnTo>
                  <a:pt x="3839" y="3373"/>
                </a:lnTo>
                <a:lnTo>
                  <a:pt x="3841" y="3372"/>
                </a:lnTo>
                <a:lnTo>
                  <a:pt x="3873" y="3358"/>
                </a:lnTo>
                <a:lnTo>
                  <a:pt x="3875" y="3357"/>
                </a:lnTo>
                <a:lnTo>
                  <a:pt x="3907" y="3345"/>
                </a:lnTo>
                <a:lnTo>
                  <a:pt x="3909" y="3345"/>
                </a:lnTo>
                <a:lnTo>
                  <a:pt x="3941" y="3336"/>
                </a:lnTo>
                <a:lnTo>
                  <a:pt x="3943" y="3336"/>
                </a:lnTo>
                <a:lnTo>
                  <a:pt x="3975" y="3331"/>
                </a:lnTo>
                <a:lnTo>
                  <a:pt x="3978" y="3331"/>
                </a:lnTo>
                <a:lnTo>
                  <a:pt x="4011" y="3330"/>
                </a:lnTo>
                <a:lnTo>
                  <a:pt x="4014" y="3330"/>
                </a:lnTo>
                <a:lnTo>
                  <a:pt x="4050" y="3332"/>
                </a:lnTo>
                <a:lnTo>
                  <a:pt x="4053" y="3332"/>
                </a:lnTo>
                <a:lnTo>
                  <a:pt x="4090" y="3338"/>
                </a:lnTo>
                <a:lnTo>
                  <a:pt x="4092" y="3338"/>
                </a:lnTo>
                <a:lnTo>
                  <a:pt x="4127" y="3347"/>
                </a:lnTo>
                <a:lnTo>
                  <a:pt x="4130" y="3348"/>
                </a:lnTo>
                <a:lnTo>
                  <a:pt x="4161" y="3359"/>
                </a:lnTo>
                <a:lnTo>
                  <a:pt x="4164" y="3360"/>
                </a:lnTo>
                <a:lnTo>
                  <a:pt x="4189" y="3372"/>
                </a:lnTo>
                <a:lnTo>
                  <a:pt x="4191" y="3374"/>
                </a:lnTo>
                <a:lnTo>
                  <a:pt x="4193" y="3375"/>
                </a:lnTo>
                <a:lnTo>
                  <a:pt x="4210" y="3388"/>
                </a:lnTo>
                <a:lnTo>
                  <a:pt x="4212" y="3390"/>
                </a:lnTo>
                <a:lnTo>
                  <a:pt x="4214" y="3392"/>
                </a:lnTo>
                <a:lnTo>
                  <a:pt x="4227" y="3407"/>
                </a:lnTo>
                <a:lnTo>
                  <a:pt x="4228" y="3408"/>
                </a:lnTo>
                <a:lnTo>
                  <a:pt x="4230" y="3410"/>
                </a:lnTo>
                <a:lnTo>
                  <a:pt x="4241" y="3429"/>
                </a:lnTo>
                <a:lnTo>
                  <a:pt x="4243" y="3432"/>
                </a:lnTo>
                <a:lnTo>
                  <a:pt x="4255" y="3457"/>
                </a:lnTo>
                <a:lnTo>
                  <a:pt x="4255" y="3457"/>
                </a:lnTo>
                <a:lnTo>
                  <a:pt x="4269" y="3488"/>
                </a:lnTo>
                <a:lnTo>
                  <a:pt x="4269" y="3488"/>
                </a:lnTo>
                <a:lnTo>
                  <a:pt x="4285" y="3524"/>
                </a:lnTo>
                <a:lnTo>
                  <a:pt x="4285" y="3524"/>
                </a:lnTo>
                <a:lnTo>
                  <a:pt x="4304" y="3564"/>
                </a:lnTo>
                <a:lnTo>
                  <a:pt x="4305" y="3564"/>
                </a:lnTo>
                <a:lnTo>
                  <a:pt x="4325" y="3608"/>
                </a:lnTo>
                <a:lnTo>
                  <a:pt x="4325" y="3609"/>
                </a:lnTo>
                <a:lnTo>
                  <a:pt x="4346" y="3657"/>
                </a:lnTo>
                <a:lnTo>
                  <a:pt x="4346" y="3657"/>
                </a:lnTo>
                <a:lnTo>
                  <a:pt x="4367" y="3708"/>
                </a:lnTo>
                <a:lnTo>
                  <a:pt x="4367" y="3709"/>
                </a:lnTo>
                <a:lnTo>
                  <a:pt x="4387" y="3763"/>
                </a:lnTo>
                <a:lnTo>
                  <a:pt x="4388" y="3764"/>
                </a:lnTo>
                <a:lnTo>
                  <a:pt x="4407" y="3820"/>
                </a:lnTo>
                <a:lnTo>
                  <a:pt x="4407" y="3821"/>
                </a:lnTo>
                <a:lnTo>
                  <a:pt x="4427" y="3881"/>
                </a:lnTo>
                <a:lnTo>
                  <a:pt x="4427" y="3881"/>
                </a:lnTo>
                <a:lnTo>
                  <a:pt x="4446" y="3946"/>
                </a:lnTo>
                <a:lnTo>
                  <a:pt x="4446" y="3946"/>
                </a:lnTo>
                <a:lnTo>
                  <a:pt x="4464" y="4014"/>
                </a:lnTo>
                <a:lnTo>
                  <a:pt x="4465" y="4014"/>
                </a:lnTo>
                <a:lnTo>
                  <a:pt x="4483" y="4083"/>
                </a:lnTo>
                <a:lnTo>
                  <a:pt x="4483" y="4083"/>
                </a:lnTo>
                <a:lnTo>
                  <a:pt x="4500" y="4153"/>
                </a:lnTo>
                <a:lnTo>
                  <a:pt x="4500" y="4153"/>
                </a:lnTo>
                <a:lnTo>
                  <a:pt x="4516" y="4221"/>
                </a:lnTo>
                <a:lnTo>
                  <a:pt x="4516" y="4222"/>
                </a:lnTo>
                <a:lnTo>
                  <a:pt x="4532" y="4289"/>
                </a:lnTo>
                <a:lnTo>
                  <a:pt x="4532" y="4289"/>
                </a:lnTo>
                <a:lnTo>
                  <a:pt x="4546" y="4357"/>
                </a:lnTo>
                <a:lnTo>
                  <a:pt x="4546" y="4357"/>
                </a:lnTo>
                <a:lnTo>
                  <a:pt x="4559" y="4425"/>
                </a:lnTo>
                <a:lnTo>
                  <a:pt x="4559" y="4426"/>
                </a:lnTo>
                <a:lnTo>
                  <a:pt x="4572" y="4494"/>
                </a:lnTo>
                <a:lnTo>
                  <a:pt x="4572" y="4494"/>
                </a:lnTo>
                <a:lnTo>
                  <a:pt x="4584" y="4562"/>
                </a:lnTo>
                <a:lnTo>
                  <a:pt x="4584" y="4562"/>
                </a:lnTo>
                <a:lnTo>
                  <a:pt x="4596" y="4631"/>
                </a:lnTo>
                <a:lnTo>
                  <a:pt x="4596" y="4631"/>
                </a:lnTo>
                <a:lnTo>
                  <a:pt x="4608" y="4699"/>
                </a:lnTo>
                <a:lnTo>
                  <a:pt x="4608" y="4699"/>
                </a:lnTo>
                <a:lnTo>
                  <a:pt x="4619" y="4767"/>
                </a:lnTo>
                <a:lnTo>
                  <a:pt x="4619" y="4767"/>
                </a:lnTo>
                <a:lnTo>
                  <a:pt x="4630" y="4835"/>
                </a:lnTo>
                <a:lnTo>
                  <a:pt x="4630" y="4835"/>
                </a:lnTo>
                <a:lnTo>
                  <a:pt x="4641" y="4904"/>
                </a:lnTo>
                <a:lnTo>
                  <a:pt x="4651" y="4972"/>
                </a:lnTo>
                <a:lnTo>
                  <a:pt x="4662" y="5040"/>
                </a:lnTo>
                <a:lnTo>
                  <a:pt x="4662" y="5040"/>
                </a:lnTo>
                <a:lnTo>
                  <a:pt x="4673" y="5109"/>
                </a:lnTo>
                <a:lnTo>
                  <a:pt x="4673" y="5109"/>
                </a:lnTo>
                <a:lnTo>
                  <a:pt x="4685" y="5177"/>
                </a:lnTo>
                <a:lnTo>
                  <a:pt x="4697" y="5245"/>
                </a:lnTo>
                <a:lnTo>
                  <a:pt x="4697" y="5245"/>
                </a:lnTo>
                <a:lnTo>
                  <a:pt x="4708" y="5313"/>
                </a:lnTo>
                <a:lnTo>
                  <a:pt x="4708" y="5313"/>
                </a:lnTo>
                <a:lnTo>
                  <a:pt x="4718" y="5381"/>
                </a:lnTo>
                <a:lnTo>
                  <a:pt x="4718" y="5381"/>
                </a:lnTo>
                <a:lnTo>
                  <a:pt x="4727" y="5450"/>
                </a:lnTo>
                <a:lnTo>
                  <a:pt x="4727" y="5451"/>
                </a:lnTo>
                <a:lnTo>
                  <a:pt x="4740" y="5525"/>
                </a:lnTo>
                <a:lnTo>
                  <a:pt x="4740" y="5526"/>
                </a:lnTo>
                <a:lnTo>
                  <a:pt x="4757" y="5608"/>
                </a:lnTo>
                <a:lnTo>
                  <a:pt x="4757" y="5609"/>
                </a:lnTo>
                <a:lnTo>
                  <a:pt x="4774" y="5690"/>
                </a:lnTo>
                <a:lnTo>
                  <a:pt x="4774" y="5692"/>
                </a:lnTo>
                <a:lnTo>
                  <a:pt x="4783" y="5762"/>
                </a:lnTo>
                <a:lnTo>
                  <a:pt x="4783" y="5764"/>
                </a:lnTo>
                <a:lnTo>
                  <a:pt x="4783" y="5767"/>
                </a:lnTo>
                <a:lnTo>
                  <a:pt x="4781" y="5815"/>
                </a:lnTo>
                <a:lnTo>
                  <a:pt x="4780" y="5818"/>
                </a:lnTo>
                <a:lnTo>
                  <a:pt x="4780" y="5820"/>
                </a:lnTo>
                <a:lnTo>
                  <a:pt x="4779" y="5822"/>
                </a:lnTo>
                <a:lnTo>
                  <a:pt x="4778" y="5825"/>
                </a:lnTo>
                <a:lnTo>
                  <a:pt x="4777" y="5827"/>
                </a:lnTo>
                <a:lnTo>
                  <a:pt x="4768" y="5843"/>
                </a:lnTo>
                <a:lnTo>
                  <a:pt x="4767" y="5846"/>
                </a:lnTo>
                <a:lnTo>
                  <a:pt x="4765" y="5848"/>
                </a:lnTo>
                <a:lnTo>
                  <a:pt x="4763" y="5850"/>
                </a:lnTo>
                <a:lnTo>
                  <a:pt x="4761" y="5851"/>
                </a:lnTo>
                <a:lnTo>
                  <a:pt x="4759" y="5853"/>
                </a:lnTo>
                <a:lnTo>
                  <a:pt x="4757" y="5854"/>
                </a:lnTo>
                <a:lnTo>
                  <a:pt x="4754" y="5855"/>
                </a:lnTo>
                <a:lnTo>
                  <a:pt x="4752" y="5856"/>
                </a:lnTo>
                <a:lnTo>
                  <a:pt x="4729" y="5863"/>
                </a:lnTo>
                <a:lnTo>
                  <a:pt x="4726" y="5863"/>
                </a:lnTo>
                <a:lnTo>
                  <a:pt x="4723" y="5864"/>
                </a:lnTo>
                <a:lnTo>
                  <a:pt x="4721" y="5864"/>
                </a:lnTo>
                <a:lnTo>
                  <a:pt x="4718" y="5863"/>
                </a:lnTo>
                <a:lnTo>
                  <a:pt x="4660" y="5857"/>
                </a:lnTo>
                <a:lnTo>
                  <a:pt x="4658" y="5856"/>
                </a:lnTo>
                <a:lnTo>
                  <a:pt x="4656" y="5856"/>
                </a:lnTo>
                <a:lnTo>
                  <a:pt x="4577" y="5834"/>
                </a:lnTo>
                <a:lnTo>
                  <a:pt x="4576" y="5834"/>
                </a:lnTo>
                <a:lnTo>
                  <a:pt x="4491" y="5805"/>
                </a:lnTo>
                <a:lnTo>
                  <a:pt x="4490" y="5805"/>
                </a:lnTo>
                <a:lnTo>
                  <a:pt x="4411" y="5776"/>
                </a:lnTo>
                <a:lnTo>
                  <a:pt x="4410" y="5776"/>
                </a:lnTo>
                <a:lnTo>
                  <a:pt x="4345" y="5755"/>
                </a:lnTo>
                <a:lnTo>
                  <a:pt x="4297" y="5739"/>
                </a:lnTo>
                <a:lnTo>
                  <a:pt x="4295" y="5739"/>
                </a:lnTo>
                <a:lnTo>
                  <a:pt x="4258" y="5723"/>
                </a:lnTo>
                <a:lnTo>
                  <a:pt x="4257" y="5722"/>
                </a:lnTo>
                <a:lnTo>
                  <a:pt x="4224" y="5707"/>
                </a:lnTo>
                <a:lnTo>
                  <a:pt x="4224" y="5706"/>
                </a:lnTo>
                <a:lnTo>
                  <a:pt x="4193" y="5692"/>
                </a:lnTo>
                <a:lnTo>
                  <a:pt x="4190" y="5691"/>
                </a:lnTo>
                <a:lnTo>
                  <a:pt x="4159" y="5680"/>
                </a:lnTo>
                <a:lnTo>
                  <a:pt x="4157" y="5680"/>
                </a:lnTo>
                <a:lnTo>
                  <a:pt x="4156" y="5679"/>
                </a:lnTo>
                <a:lnTo>
                  <a:pt x="4120" y="5672"/>
                </a:lnTo>
                <a:lnTo>
                  <a:pt x="4117" y="5672"/>
                </a:lnTo>
                <a:lnTo>
                  <a:pt x="4077" y="5669"/>
                </a:lnTo>
                <a:lnTo>
                  <a:pt x="4075" y="5669"/>
                </a:lnTo>
                <a:lnTo>
                  <a:pt x="4033" y="5668"/>
                </a:lnTo>
                <a:lnTo>
                  <a:pt x="4031" y="5668"/>
                </a:lnTo>
                <a:lnTo>
                  <a:pt x="3989" y="5671"/>
                </a:lnTo>
                <a:lnTo>
                  <a:pt x="3986" y="5671"/>
                </a:lnTo>
                <a:lnTo>
                  <a:pt x="3943" y="5677"/>
                </a:lnTo>
                <a:lnTo>
                  <a:pt x="3941" y="5678"/>
                </a:lnTo>
                <a:lnTo>
                  <a:pt x="3898" y="5688"/>
                </a:lnTo>
                <a:lnTo>
                  <a:pt x="3895" y="5688"/>
                </a:lnTo>
                <a:lnTo>
                  <a:pt x="3852" y="5702"/>
                </a:lnTo>
                <a:lnTo>
                  <a:pt x="3849" y="5703"/>
                </a:lnTo>
                <a:lnTo>
                  <a:pt x="3805" y="5723"/>
                </a:lnTo>
                <a:lnTo>
                  <a:pt x="3803" y="5724"/>
                </a:lnTo>
                <a:lnTo>
                  <a:pt x="3757" y="5749"/>
                </a:lnTo>
                <a:lnTo>
                  <a:pt x="3755" y="5750"/>
                </a:lnTo>
                <a:lnTo>
                  <a:pt x="3709" y="5779"/>
                </a:lnTo>
                <a:lnTo>
                  <a:pt x="3708" y="5780"/>
                </a:lnTo>
                <a:lnTo>
                  <a:pt x="3662" y="5811"/>
                </a:lnTo>
                <a:lnTo>
                  <a:pt x="3661" y="5812"/>
                </a:lnTo>
                <a:lnTo>
                  <a:pt x="3618" y="5844"/>
                </a:lnTo>
                <a:lnTo>
                  <a:pt x="3617" y="5845"/>
                </a:lnTo>
                <a:lnTo>
                  <a:pt x="3579" y="5876"/>
                </a:lnTo>
                <a:lnTo>
                  <a:pt x="3577" y="5878"/>
                </a:lnTo>
                <a:lnTo>
                  <a:pt x="3543" y="5911"/>
                </a:lnTo>
                <a:lnTo>
                  <a:pt x="3541" y="5913"/>
                </a:lnTo>
                <a:lnTo>
                  <a:pt x="3509" y="5950"/>
                </a:lnTo>
                <a:lnTo>
                  <a:pt x="3508" y="5951"/>
                </a:lnTo>
                <a:lnTo>
                  <a:pt x="3478" y="5990"/>
                </a:lnTo>
                <a:lnTo>
                  <a:pt x="3478" y="5990"/>
                </a:lnTo>
                <a:lnTo>
                  <a:pt x="3451" y="6027"/>
                </a:lnTo>
                <a:lnTo>
                  <a:pt x="3450" y="6027"/>
                </a:lnTo>
                <a:lnTo>
                  <a:pt x="3427" y="6056"/>
                </a:lnTo>
                <a:lnTo>
                  <a:pt x="3426" y="6058"/>
                </a:lnTo>
                <a:lnTo>
                  <a:pt x="3407" y="6077"/>
                </a:lnTo>
                <a:lnTo>
                  <a:pt x="3405" y="6079"/>
                </a:lnTo>
                <a:lnTo>
                  <a:pt x="3400" y="60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1130199" y="1800302"/>
            <a:ext cx="267429" cy="474256"/>
            <a:chOff x="1130199" y="1800302"/>
            <a:chExt cx="267429" cy="474256"/>
          </a:xfrm>
        </p:grpSpPr>
        <p:sp>
          <p:nvSpPr>
            <p:cNvPr id="17" name="Forma 16"/>
            <p:cNvSpPr/>
            <p:nvPr/>
          </p:nvSpPr>
          <p:spPr>
            <a:xfrm>
              <a:off x="1130199" y="1800302"/>
              <a:ext cx="267429" cy="474256"/>
            </a:xfrm>
            <a:custGeom>
              <a:avLst/>
              <a:gdLst/>
              <a:ahLst/>
              <a:cxnLst/>
              <a:rect l="0" t="0" r="r" b="b"/>
              <a:pathLst>
                <a:path w="553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5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4" y="8459"/>
                  </a:lnTo>
                  <a:lnTo>
                    <a:pt x="3330" y="8485"/>
                  </a:lnTo>
                  <a:lnTo>
                    <a:pt x="3342" y="8487"/>
                  </a:lnTo>
                  <a:lnTo>
                    <a:pt x="3353" y="8491"/>
                  </a:lnTo>
                  <a:lnTo>
                    <a:pt x="3473" y="8533"/>
                  </a:lnTo>
                  <a:lnTo>
                    <a:pt x="3486" y="8539"/>
                  </a:lnTo>
                  <a:lnTo>
                    <a:pt x="3602" y="8592"/>
                  </a:lnTo>
                  <a:lnTo>
                    <a:pt x="3605" y="8593"/>
                  </a:lnTo>
                  <a:lnTo>
                    <a:pt x="3726" y="8652"/>
                  </a:lnTo>
                  <a:lnTo>
                    <a:pt x="3864" y="8710"/>
                  </a:lnTo>
                  <a:lnTo>
                    <a:pt x="4038" y="8766"/>
                  </a:lnTo>
                  <a:lnTo>
                    <a:pt x="4038" y="8767"/>
                  </a:lnTo>
                  <a:lnTo>
                    <a:pt x="4280" y="8845"/>
                  </a:lnTo>
                  <a:lnTo>
                    <a:pt x="4284" y="8847"/>
                  </a:lnTo>
                  <a:lnTo>
                    <a:pt x="4580" y="8953"/>
                  </a:lnTo>
                  <a:lnTo>
                    <a:pt x="4893" y="9060"/>
                  </a:lnTo>
                  <a:lnTo>
                    <a:pt x="5183" y="9139"/>
                  </a:lnTo>
                  <a:lnTo>
                    <a:pt x="5400" y="9164"/>
                  </a:lnTo>
                  <a:lnTo>
                    <a:pt x="5486" y="9140"/>
                  </a:lnTo>
                  <a:lnTo>
                    <a:pt x="5520" y="9078"/>
                  </a:lnTo>
                  <a:lnTo>
                    <a:pt x="5530" y="8900"/>
                  </a:lnTo>
                  <a:lnTo>
                    <a:pt x="5496" y="8639"/>
                  </a:lnTo>
                  <a:lnTo>
                    <a:pt x="5436" y="8340"/>
                  </a:lnTo>
                  <a:lnTo>
                    <a:pt x="5372" y="8035"/>
                  </a:lnTo>
                  <a:lnTo>
                    <a:pt x="5370" y="8029"/>
                  </a:lnTo>
                  <a:lnTo>
                    <a:pt x="5324" y="7752"/>
                  </a:lnTo>
                  <a:lnTo>
                    <a:pt x="5323" y="7746"/>
                  </a:lnTo>
                  <a:lnTo>
                    <a:pt x="5291" y="7494"/>
                  </a:lnTo>
                  <a:lnTo>
                    <a:pt x="5253" y="7244"/>
                  </a:lnTo>
                  <a:lnTo>
                    <a:pt x="5211" y="6993"/>
                  </a:lnTo>
                  <a:lnTo>
                    <a:pt x="5168" y="6742"/>
                  </a:lnTo>
                  <a:lnTo>
                    <a:pt x="5125" y="6490"/>
                  </a:lnTo>
                  <a:lnTo>
                    <a:pt x="5124" y="6489"/>
                  </a:lnTo>
                  <a:lnTo>
                    <a:pt x="5083" y="6237"/>
                  </a:lnTo>
                  <a:lnTo>
                    <a:pt x="5083" y="6236"/>
                  </a:lnTo>
                  <a:lnTo>
                    <a:pt x="5043" y="5983"/>
                  </a:lnTo>
                  <a:lnTo>
                    <a:pt x="5043" y="5983"/>
                  </a:lnTo>
                  <a:lnTo>
                    <a:pt x="5004" y="5731"/>
                  </a:lnTo>
                  <a:lnTo>
                    <a:pt x="4965" y="5478"/>
                  </a:lnTo>
                  <a:lnTo>
                    <a:pt x="4926" y="5227"/>
                  </a:lnTo>
                  <a:lnTo>
                    <a:pt x="4885" y="4975"/>
                  </a:lnTo>
                  <a:lnTo>
                    <a:pt x="4842" y="4724"/>
                  </a:lnTo>
                  <a:lnTo>
                    <a:pt x="4797" y="4472"/>
                  </a:lnTo>
                  <a:lnTo>
                    <a:pt x="4751" y="4220"/>
                  </a:lnTo>
                  <a:lnTo>
                    <a:pt x="4704" y="3968"/>
                  </a:lnTo>
                  <a:lnTo>
                    <a:pt x="4655" y="3716"/>
                  </a:lnTo>
                  <a:lnTo>
                    <a:pt x="4603" y="3467"/>
                  </a:lnTo>
                  <a:lnTo>
                    <a:pt x="4547" y="3218"/>
                  </a:lnTo>
                  <a:lnTo>
                    <a:pt x="4487" y="2966"/>
                  </a:lnTo>
                  <a:lnTo>
                    <a:pt x="4423" y="2709"/>
                  </a:lnTo>
                  <a:lnTo>
                    <a:pt x="4356" y="2454"/>
                  </a:lnTo>
                  <a:lnTo>
                    <a:pt x="4287" y="2205"/>
                  </a:lnTo>
                  <a:lnTo>
                    <a:pt x="4217" y="1966"/>
                  </a:lnTo>
                  <a:lnTo>
                    <a:pt x="4147" y="1745"/>
                  </a:lnTo>
                  <a:lnTo>
                    <a:pt x="4074" y="1537"/>
                  </a:lnTo>
                  <a:lnTo>
                    <a:pt x="3999" y="1337"/>
                  </a:lnTo>
                  <a:lnTo>
                    <a:pt x="3922" y="1148"/>
                  </a:lnTo>
                  <a:lnTo>
                    <a:pt x="3845" y="971"/>
                  </a:lnTo>
                  <a:lnTo>
                    <a:pt x="3771" y="809"/>
                  </a:lnTo>
                  <a:lnTo>
                    <a:pt x="3700" y="661"/>
                  </a:lnTo>
                  <a:lnTo>
                    <a:pt x="3700" y="659"/>
                  </a:lnTo>
                  <a:lnTo>
                    <a:pt x="3639" y="528"/>
                  </a:lnTo>
                  <a:lnTo>
                    <a:pt x="3637" y="526"/>
                  </a:lnTo>
                  <a:lnTo>
                    <a:pt x="3587" y="413"/>
                  </a:lnTo>
                  <a:lnTo>
                    <a:pt x="3543" y="321"/>
                  </a:lnTo>
                  <a:lnTo>
                    <a:pt x="3500" y="250"/>
                  </a:lnTo>
                  <a:lnTo>
                    <a:pt x="3451" y="195"/>
                  </a:lnTo>
                  <a:lnTo>
                    <a:pt x="3387" y="146"/>
                  </a:lnTo>
                  <a:lnTo>
                    <a:pt x="3297" y="100"/>
                  </a:lnTo>
                  <a:lnTo>
                    <a:pt x="3182" y="60"/>
                  </a:lnTo>
                  <a:lnTo>
                    <a:pt x="3052" y="29"/>
                  </a:lnTo>
                  <a:lnTo>
                    <a:pt x="2915" y="8"/>
                  </a:lnTo>
                  <a:lnTo>
                    <a:pt x="2780" y="0"/>
                  </a:lnTo>
                  <a:lnTo>
                    <a:pt x="2656" y="3"/>
                  </a:lnTo>
                  <a:lnTo>
                    <a:pt x="2540" y="20"/>
                  </a:lnTo>
                  <a:lnTo>
                    <a:pt x="2424" y="51"/>
                  </a:lnTo>
                  <a:lnTo>
                    <a:pt x="2306" y="94"/>
                  </a:lnTo>
                  <a:lnTo>
                    <a:pt x="2188" y="148"/>
                  </a:lnTo>
                  <a:lnTo>
                    <a:pt x="2070" y="212"/>
                  </a:lnTo>
                  <a:lnTo>
                    <a:pt x="1954" y="282"/>
                  </a:lnTo>
                  <a:lnTo>
                    <a:pt x="1840" y="361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4"/>
                  </a:lnTo>
                  <a:lnTo>
                    <a:pt x="1301" y="883"/>
                  </a:lnTo>
                  <a:lnTo>
                    <a:pt x="1205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8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47694" y="1846855"/>
              <a:ext cx="161573" cy="339498"/>
            </a:xfrm>
            <a:custGeom>
              <a:avLst/>
              <a:gdLst/>
              <a:ahLst/>
              <a:cxnLst/>
              <a:rect l="0" t="0" r="r" b="b"/>
              <a:pathLst>
                <a:path w="679" h="1456" fill="none">
                  <a:moveTo>
                    <a:pt x="679" y="686"/>
                  </a:moveTo>
                  <a:lnTo>
                    <a:pt x="497" y="588"/>
                  </a:lnTo>
                  <a:lnTo>
                    <a:pt x="273" y="420"/>
                  </a:lnTo>
                  <a:lnTo>
                    <a:pt x="147" y="252"/>
                  </a:lnTo>
                </a:path>
                <a:path w="679" h="1456" fill="none">
                  <a:moveTo>
                    <a:pt x="497" y="588"/>
                  </a:moveTo>
                  <a:lnTo>
                    <a:pt x="413" y="336"/>
                  </a:lnTo>
                  <a:lnTo>
                    <a:pt x="371" y="56"/>
                  </a:lnTo>
                </a:path>
                <a:path w="679" h="1456" fill="none">
                  <a:moveTo>
                    <a:pt x="679" y="686"/>
                  </a:moveTo>
                  <a:lnTo>
                    <a:pt x="413" y="728"/>
                  </a:lnTo>
                  <a:lnTo>
                    <a:pt x="133" y="728"/>
                  </a:lnTo>
                  <a:lnTo>
                    <a:pt x="0" y="754"/>
                  </a:lnTo>
                </a:path>
                <a:path w="679" h="1456" fill="none">
                  <a:moveTo>
                    <a:pt x="413" y="728"/>
                  </a:moveTo>
                  <a:lnTo>
                    <a:pt x="217" y="923"/>
                  </a:lnTo>
                  <a:lnTo>
                    <a:pt x="63" y="1092"/>
                  </a:lnTo>
                </a:path>
                <a:path w="679" h="1456" fill="none">
                  <a:moveTo>
                    <a:pt x="679" y="686"/>
                  </a:moveTo>
                  <a:lnTo>
                    <a:pt x="497" y="923"/>
                  </a:lnTo>
                  <a:lnTo>
                    <a:pt x="329" y="1203"/>
                  </a:lnTo>
                  <a:lnTo>
                    <a:pt x="175" y="1427"/>
                  </a:lnTo>
                </a:path>
                <a:path w="679" h="1456" fill="none">
                  <a:moveTo>
                    <a:pt x="497" y="923"/>
                  </a:moveTo>
                  <a:lnTo>
                    <a:pt x="581" y="1203"/>
                  </a:lnTo>
                  <a:lnTo>
                    <a:pt x="497" y="1456"/>
                  </a:lnTo>
                </a:path>
                <a:path w="679" h="1456" fill="none">
                  <a:moveTo>
                    <a:pt x="329" y="1203"/>
                  </a:moveTo>
                  <a:lnTo>
                    <a:pt x="105" y="1343"/>
                  </a:lnTo>
                  <a:lnTo>
                    <a:pt x="6" y="1418"/>
                  </a:lnTo>
                </a:path>
                <a:path w="679" h="1456" fill="none">
                  <a:moveTo>
                    <a:pt x="273" y="420"/>
                  </a:moveTo>
                  <a:lnTo>
                    <a:pt x="77" y="476"/>
                  </a:lnTo>
                  <a:lnTo>
                    <a:pt x="34" y="508"/>
                  </a:lnTo>
                </a:path>
                <a:path w="679" h="1456" fill="none">
                  <a:moveTo>
                    <a:pt x="413" y="336"/>
                  </a:moveTo>
                  <a:lnTo>
                    <a:pt x="245" y="168"/>
                  </a:lnTo>
                </a:path>
                <a:path w="679" h="1456" fill="none">
                  <a:moveTo>
                    <a:pt x="217" y="923"/>
                  </a:moveTo>
                  <a:lnTo>
                    <a:pt x="245" y="1120"/>
                  </a:lnTo>
                  <a:lnTo>
                    <a:pt x="161" y="1316"/>
                  </a:lnTo>
                </a:path>
                <a:path w="679" h="1456" fill="none">
                  <a:moveTo>
                    <a:pt x="679" y="686"/>
                  </a:moveTo>
                  <a:lnTo>
                    <a:pt x="637" y="476"/>
                  </a:lnTo>
                  <a:lnTo>
                    <a:pt x="553" y="252"/>
                  </a:lnTo>
                  <a:lnTo>
                    <a:pt x="497" y="0"/>
                  </a:lnTo>
                </a:path>
                <a:path w="679" h="1456" fill="none">
                  <a:moveTo>
                    <a:pt x="133" y="728"/>
                  </a:moveTo>
                  <a:lnTo>
                    <a:pt x="49" y="8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38608" y="2006811"/>
              <a:ext cx="173987" cy="195322"/>
            </a:xfrm>
            <a:custGeom>
              <a:avLst/>
              <a:gdLst/>
              <a:ahLst/>
              <a:cxnLst/>
              <a:rect l="0" t="0" r="r" b="b"/>
              <a:pathLst>
                <a:path w="731" h="837" fill="none">
                  <a:moveTo>
                    <a:pt x="0" y="47"/>
                  </a:moveTo>
                  <a:lnTo>
                    <a:pt x="38" y="51"/>
                  </a:lnTo>
                  <a:lnTo>
                    <a:pt x="104" y="57"/>
                  </a:lnTo>
                  <a:lnTo>
                    <a:pt x="170" y="62"/>
                  </a:lnTo>
                  <a:lnTo>
                    <a:pt x="227" y="64"/>
                  </a:lnTo>
                  <a:lnTo>
                    <a:pt x="275" y="63"/>
                  </a:lnTo>
                  <a:lnTo>
                    <a:pt x="319" y="59"/>
                  </a:lnTo>
                  <a:lnTo>
                    <a:pt x="361" y="54"/>
                  </a:lnTo>
                  <a:lnTo>
                    <a:pt x="404" y="48"/>
                  </a:lnTo>
                  <a:lnTo>
                    <a:pt x="451" y="41"/>
                  </a:lnTo>
                  <a:lnTo>
                    <a:pt x="508" y="34"/>
                  </a:lnTo>
                  <a:lnTo>
                    <a:pt x="573" y="24"/>
                  </a:lnTo>
                  <a:lnTo>
                    <a:pt x="637" y="14"/>
                  </a:lnTo>
                  <a:lnTo>
                    <a:pt x="692" y="6"/>
                  </a:lnTo>
                  <a:lnTo>
                    <a:pt x="731" y="0"/>
                  </a:lnTo>
                </a:path>
                <a:path w="731" h="837" fill="none">
                  <a:moveTo>
                    <a:pt x="17" y="837"/>
                  </a:moveTo>
                  <a:lnTo>
                    <a:pt x="38" y="812"/>
                  </a:lnTo>
                  <a:lnTo>
                    <a:pt x="86" y="752"/>
                  </a:lnTo>
                  <a:lnTo>
                    <a:pt x="142" y="683"/>
                  </a:lnTo>
                  <a:lnTo>
                    <a:pt x="201" y="612"/>
                  </a:lnTo>
                  <a:lnTo>
                    <a:pt x="255" y="546"/>
                  </a:lnTo>
                  <a:lnTo>
                    <a:pt x="306" y="482"/>
                  </a:lnTo>
                  <a:lnTo>
                    <a:pt x="357" y="417"/>
                  </a:lnTo>
                  <a:lnTo>
                    <a:pt x="409" y="353"/>
                  </a:lnTo>
                  <a:lnTo>
                    <a:pt x="459" y="292"/>
                  </a:lnTo>
                  <a:lnTo>
                    <a:pt x="507" y="237"/>
                  </a:lnTo>
                  <a:lnTo>
                    <a:pt x="558" y="188"/>
                  </a:lnTo>
                  <a:lnTo>
                    <a:pt x="610" y="142"/>
                  </a:lnTo>
                  <a:lnTo>
                    <a:pt x="659" y="100"/>
                  </a:lnTo>
                  <a:lnTo>
                    <a:pt x="701" y="66"/>
                  </a:lnTo>
                  <a:lnTo>
                    <a:pt x="731" y="4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1130199" y="1800302"/>
            <a:ext cx="267429" cy="474256"/>
          </a:xfrm>
          <a:custGeom>
            <a:avLst/>
            <a:gdLst/>
            <a:ahLst/>
            <a:cxnLst/>
            <a:rect l="0" t="0" r="r" b="b"/>
            <a:pathLst>
              <a:path w="1124" h="2033" fill="none">
                <a:moveTo>
                  <a:pt x="96" y="2030"/>
                </a:moveTo>
                <a:lnTo>
                  <a:pt x="110" y="2016"/>
                </a:lnTo>
                <a:lnTo>
                  <a:pt x="127" y="1994"/>
                </a:lnTo>
                <a:lnTo>
                  <a:pt x="147" y="1967"/>
                </a:lnTo>
                <a:lnTo>
                  <a:pt x="148" y="1966"/>
                </a:lnTo>
                <a:lnTo>
                  <a:pt x="170" y="1937"/>
                </a:lnTo>
                <a:lnTo>
                  <a:pt x="171" y="1936"/>
                </a:lnTo>
                <a:lnTo>
                  <a:pt x="196" y="1907"/>
                </a:lnTo>
                <a:lnTo>
                  <a:pt x="198" y="1905"/>
                </a:lnTo>
                <a:lnTo>
                  <a:pt x="225" y="1879"/>
                </a:lnTo>
                <a:lnTo>
                  <a:pt x="226" y="1878"/>
                </a:lnTo>
                <a:lnTo>
                  <a:pt x="256" y="1854"/>
                </a:lnTo>
                <a:lnTo>
                  <a:pt x="257" y="1853"/>
                </a:lnTo>
                <a:lnTo>
                  <a:pt x="289" y="1828"/>
                </a:lnTo>
                <a:lnTo>
                  <a:pt x="290" y="1828"/>
                </a:lnTo>
                <a:lnTo>
                  <a:pt x="325" y="1804"/>
                </a:lnTo>
                <a:lnTo>
                  <a:pt x="326" y="1803"/>
                </a:lnTo>
                <a:lnTo>
                  <a:pt x="362" y="1781"/>
                </a:lnTo>
                <a:lnTo>
                  <a:pt x="363" y="1780"/>
                </a:lnTo>
                <a:lnTo>
                  <a:pt x="399" y="1761"/>
                </a:lnTo>
                <a:lnTo>
                  <a:pt x="401" y="1760"/>
                </a:lnTo>
                <a:lnTo>
                  <a:pt x="435" y="1745"/>
                </a:lnTo>
                <a:lnTo>
                  <a:pt x="438" y="1743"/>
                </a:lnTo>
                <a:lnTo>
                  <a:pt x="471" y="1733"/>
                </a:lnTo>
                <a:lnTo>
                  <a:pt x="474" y="1732"/>
                </a:lnTo>
                <a:lnTo>
                  <a:pt x="507" y="1724"/>
                </a:lnTo>
                <a:lnTo>
                  <a:pt x="510" y="1724"/>
                </a:lnTo>
                <a:lnTo>
                  <a:pt x="543" y="1719"/>
                </a:lnTo>
                <a:lnTo>
                  <a:pt x="546" y="1719"/>
                </a:lnTo>
                <a:lnTo>
                  <a:pt x="579" y="1717"/>
                </a:lnTo>
                <a:lnTo>
                  <a:pt x="581" y="1717"/>
                </a:lnTo>
                <a:lnTo>
                  <a:pt x="613" y="1717"/>
                </a:lnTo>
                <a:lnTo>
                  <a:pt x="615" y="1717"/>
                </a:lnTo>
                <a:lnTo>
                  <a:pt x="646" y="1720"/>
                </a:lnTo>
                <a:lnTo>
                  <a:pt x="649" y="1720"/>
                </a:lnTo>
                <a:lnTo>
                  <a:pt x="677" y="1725"/>
                </a:lnTo>
                <a:lnTo>
                  <a:pt x="679" y="1726"/>
                </a:lnTo>
                <a:lnTo>
                  <a:pt x="682" y="1727"/>
                </a:lnTo>
                <a:lnTo>
                  <a:pt x="706" y="1735"/>
                </a:lnTo>
                <a:lnTo>
                  <a:pt x="709" y="1736"/>
                </a:lnTo>
                <a:lnTo>
                  <a:pt x="732" y="1747"/>
                </a:lnTo>
                <a:lnTo>
                  <a:pt x="733" y="1747"/>
                </a:lnTo>
                <a:lnTo>
                  <a:pt x="758" y="1759"/>
                </a:lnTo>
                <a:lnTo>
                  <a:pt x="785" y="1771"/>
                </a:lnTo>
                <a:lnTo>
                  <a:pt x="821" y="1783"/>
                </a:lnTo>
                <a:lnTo>
                  <a:pt x="821" y="1783"/>
                </a:lnTo>
                <a:lnTo>
                  <a:pt x="870" y="1799"/>
                </a:lnTo>
                <a:lnTo>
                  <a:pt x="871" y="1799"/>
                </a:lnTo>
                <a:lnTo>
                  <a:pt x="931" y="1821"/>
                </a:lnTo>
                <a:lnTo>
                  <a:pt x="995" y="1842"/>
                </a:lnTo>
                <a:lnTo>
                  <a:pt x="1054" y="1858"/>
                </a:lnTo>
                <a:lnTo>
                  <a:pt x="1098" y="1864"/>
                </a:lnTo>
                <a:lnTo>
                  <a:pt x="1116" y="1859"/>
                </a:lnTo>
                <a:lnTo>
                  <a:pt x="1122" y="1846"/>
                </a:lnTo>
                <a:lnTo>
                  <a:pt x="1124" y="1810"/>
                </a:lnTo>
                <a:lnTo>
                  <a:pt x="1118" y="1757"/>
                </a:lnTo>
                <a:lnTo>
                  <a:pt x="1105" y="1696"/>
                </a:lnTo>
                <a:lnTo>
                  <a:pt x="1092" y="1634"/>
                </a:lnTo>
                <a:lnTo>
                  <a:pt x="1092" y="1633"/>
                </a:lnTo>
                <a:lnTo>
                  <a:pt x="1083" y="1576"/>
                </a:lnTo>
                <a:lnTo>
                  <a:pt x="1082" y="1575"/>
                </a:lnTo>
                <a:lnTo>
                  <a:pt x="1076" y="1524"/>
                </a:lnTo>
                <a:lnTo>
                  <a:pt x="1068" y="1473"/>
                </a:lnTo>
                <a:lnTo>
                  <a:pt x="1060" y="1422"/>
                </a:lnTo>
                <a:lnTo>
                  <a:pt x="1051" y="1371"/>
                </a:lnTo>
                <a:lnTo>
                  <a:pt x="1042" y="1320"/>
                </a:lnTo>
                <a:lnTo>
                  <a:pt x="1042" y="1319"/>
                </a:lnTo>
                <a:lnTo>
                  <a:pt x="1033" y="1268"/>
                </a:lnTo>
                <a:lnTo>
                  <a:pt x="1033" y="1268"/>
                </a:lnTo>
                <a:lnTo>
                  <a:pt x="1025" y="1217"/>
                </a:lnTo>
                <a:lnTo>
                  <a:pt x="1025" y="1217"/>
                </a:lnTo>
                <a:lnTo>
                  <a:pt x="1017" y="1165"/>
                </a:lnTo>
                <a:lnTo>
                  <a:pt x="1010" y="1114"/>
                </a:lnTo>
                <a:lnTo>
                  <a:pt x="1002" y="1063"/>
                </a:lnTo>
                <a:lnTo>
                  <a:pt x="993" y="1012"/>
                </a:lnTo>
                <a:lnTo>
                  <a:pt x="984" y="960"/>
                </a:lnTo>
                <a:lnTo>
                  <a:pt x="975" y="909"/>
                </a:lnTo>
                <a:lnTo>
                  <a:pt x="966" y="858"/>
                </a:lnTo>
                <a:lnTo>
                  <a:pt x="956" y="807"/>
                </a:lnTo>
                <a:lnTo>
                  <a:pt x="946" y="756"/>
                </a:lnTo>
                <a:lnTo>
                  <a:pt x="936" y="705"/>
                </a:lnTo>
                <a:lnTo>
                  <a:pt x="924" y="654"/>
                </a:lnTo>
                <a:lnTo>
                  <a:pt x="912" y="603"/>
                </a:lnTo>
                <a:lnTo>
                  <a:pt x="899" y="551"/>
                </a:lnTo>
                <a:lnTo>
                  <a:pt x="886" y="499"/>
                </a:lnTo>
                <a:lnTo>
                  <a:pt x="872" y="448"/>
                </a:lnTo>
                <a:lnTo>
                  <a:pt x="857" y="400"/>
                </a:lnTo>
                <a:lnTo>
                  <a:pt x="843" y="354"/>
                </a:lnTo>
                <a:lnTo>
                  <a:pt x="828" y="312"/>
                </a:lnTo>
                <a:lnTo>
                  <a:pt x="813" y="272"/>
                </a:lnTo>
                <a:lnTo>
                  <a:pt x="797" y="233"/>
                </a:lnTo>
                <a:lnTo>
                  <a:pt x="782" y="197"/>
                </a:lnTo>
                <a:lnTo>
                  <a:pt x="767" y="164"/>
                </a:lnTo>
                <a:lnTo>
                  <a:pt x="752" y="134"/>
                </a:lnTo>
                <a:lnTo>
                  <a:pt x="752" y="134"/>
                </a:lnTo>
                <a:lnTo>
                  <a:pt x="740" y="107"/>
                </a:lnTo>
                <a:lnTo>
                  <a:pt x="739" y="107"/>
                </a:lnTo>
                <a:lnTo>
                  <a:pt x="729" y="84"/>
                </a:lnTo>
                <a:lnTo>
                  <a:pt x="720" y="65"/>
                </a:lnTo>
                <a:lnTo>
                  <a:pt x="711" y="51"/>
                </a:lnTo>
                <a:lnTo>
                  <a:pt x="702" y="39"/>
                </a:lnTo>
                <a:lnTo>
                  <a:pt x="689" y="29"/>
                </a:lnTo>
                <a:lnTo>
                  <a:pt x="670" y="20"/>
                </a:lnTo>
                <a:lnTo>
                  <a:pt x="647" y="12"/>
                </a:lnTo>
                <a:lnTo>
                  <a:pt x="620" y="5"/>
                </a:lnTo>
                <a:lnTo>
                  <a:pt x="592" y="1"/>
                </a:lnTo>
                <a:lnTo>
                  <a:pt x="565" y="0"/>
                </a:lnTo>
                <a:lnTo>
                  <a:pt x="540" y="0"/>
                </a:lnTo>
                <a:lnTo>
                  <a:pt x="516" y="4"/>
                </a:lnTo>
                <a:lnTo>
                  <a:pt x="493" y="10"/>
                </a:lnTo>
                <a:lnTo>
                  <a:pt x="469" y="19"/>
                </a:lnTo>
                <a:lnTo>
                  <a:pt x="445" y="30"/>
                </a:lnTo>
                <a:lnTo>
                  <a:pt x="421" y="43"/>
                </a:lnTo>
                <a:lnTo>
                  <a:pt x="397" y="57"/>
                </a:lnTo>
                <a:lnTo>
                  <a:pt x="374" y="73"/>
                </a:lnTo>
                <a:lnTo>
                  <a:pt x="351" y="91"/>
                </a:lnTo>
                <a:lnTo>
                  <a:pt x="328" y="111"/>
                </a:lnTo>
                <a:lnTo>
                  <a:pt x="306" y="132"/>
                </a:lnTo>
                <a:lnTo>
                  <a:pt x="285" y="155"/>
                </a:lnTo>
                <a:lnTo>
                  <a:pt x="264" y="179"/>
                </a:lnTo>
                <a:lnTo>
                  <a:pt x="245" y="205"/>
                </a:lnTo>
                <a:lnTo>
                  <a:pt x="226" y="233"/>
                </a:lnTo>
                <a:lnTo>
                  <a:pt x="207" y="262"/>
                </a:lnTo>
                <a:lnTo>
                  <a:pt x="189" y="292"/>
                </a:lnTo>
                <a:lnTo>
                  <a:pt x="172" y="325"/>
                </a:lnTo>
                <a:lnTo>
                  <a:pt x="156" y="358"/>
                </a:lnTo>
                <a:lnTo>
                  <a:pt x="141" y="393"/>
                </a:lnTo>
                <a:lnTo>
                  <a:pt x="126" y="429"/>
                </a:lnTo>
                <a:lnTo>
                  <a:pt x="111" y="466"/>
                </a:lnTo>
                <a:lnTo>
                  <a:pt x="98" y="505"/>
                </a:lnTo>
                <a:lnTo>
                  <a:pt x="86" y="545"/>
                </a:lnTo>
                <a:lnTo>
                  <a:pt x="74" y="585"/>
                </a:lnTo>
                <a:lnTo>
                  <a:pt x="64" y="626"/>
                </a:lnTo>
                <a:lnTo>
                  <a:pt x="54" y="669"/>
                </a:lnTo>
                <a:lnTo>
                  <a:pt x="46" y="713"/>
                </a:lnTo>
                <a:lnTo>
                  <a:pt x="38" y="757"/>
                </a:lnTo>
                <a:lnTo>
                  <a:pt x="31" y="802"/>
                </a:lnTo>
                <a:lnTo>
                  <a:pt x="24" y="847"/>
                </a:lnTo>
                <a:lnTo>
                  <a:pt x="19" y="892"/>
                </a:lnTo>
                <a:lnTo>
                  <a:pt x="14" y="938"/>
                </a:lnTo>
                <a:lnTo>
                  <a:pt x="10" y="985"/>
                </a:lnTo>
                <a:lnTo>
                  <a:pt x="7" y="1031"/>
                </a:lnTo>
                <a:lnTo>
                  <a:pt x="4" y="1078"/>
                </a:lnTo>
                <a:lnTo>
                  <a:pt x="2" y="1124"/>
                </a:lnTo>
                <a:lnTo>
                  <a:pt x="1" y="1171"/>
                </a:lnTo>
                <a:lnTo>
                  <a:pt x="0" y="1217"/>
                </a:lnTo>
                <a:lnTo>
                  <a:pt x="0" y="1264"/>
                </a:lnTo>
                <a:lnTo>
                  <a:pt x="0" y="1310"/>
                </a:lnTo>
                <a:lnTo>
                  <a:pt x="1" y="1356"/>
                </a:lnTo>
                <a:lnTo>
                  <a:pt x="2" y="1402"/>
                </a:lnTo>
                <a:lnTo>
                  <a:pt x="5" y="1447"/>
                </a:lnTo>
                <a:lnTo>
                  <a:pt x="8" y="1492"/>
                </a:lnTo>
                <a:lnTo>
                  <a:pt x="11" y="1537"/>
                </a:lnTo>
                <a:lnTo>
                  <a:pt x="15" y="1582"/>
                </a:lnTo>
                <a:lnTo>
                  <a:pt x="20" y="1625"/>
                </a:lnTo>
                <a:lnTo>
                  <a:pt x="24" y="1666"/>
                </a:lnTo>
                <a:lnTo>
                  <a:pt x="29" y="1705"/>
                </a:lnTo>
                <a:lnTo>
                  <a:pt x="35" y="1742"/>
                </a:lnTo>
                <a:lnTo>
                  <a:pt x="40" y="1778"/>
                </a:lnTo>
                <a:lnTo>
                  <a:pt x="46" y="1813"/>
                </a:lnTo>
                <a:lnTo>
                  <a:pt x="52" y="1847"/>
                </a:lnTo>
                <a:lnTo>
                  <a:pt x="58" y="1879"/>
                </a:lnTo>
                <a:lnTo>
                  <a:pt x="64" y="1912"/>
                </a:lnTo>
                <a:lnTo>
                  <a:pt x="70" y="1945"/>
                </a:lnTo>
                <a:lnTo>
                  <a:pt x="76" y="1976"/>
                </a:lnTo>
                <a:lnTo>
                  <a:pt x="82" y="2003"/>
                </a:lnTo>
                <a:lnTo>
                  <a:pt x="89" y="2025"/>
                </a:lnTo>
                <a:lnTo>
                  <a:pt x="92" y="2033"/>
                </a:lnTo>
                <a:lnTo>
                  <a:pt x="96" y="203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780676" y="1243343"/>
            <a:ext cx="571526" cy="1744259"/>
            <a:chOff x="1780676" y="1243343"/>
            <a:chExt cx="571526" cy="1744259"/>
          </a:xfrm>
        </p:grpSpPr>
        <p:sp>
          <p:nvSpPr>
            <p:cNvPr id="22" name="Forma 21"/>
            <p:cNvSpPr/>
            <p:nvPr/>
          </p:nvSpPr>
          <p:spPr>
            <a:xfrm>
              <a:off x="1780676" y="1243343"/>
              <a:ext cx="571526" cy="1744259"/>
            </a:xfrm>
            <a:custGeom>
              <a:avLst/>
              <a:gdLst/>
              <a:ahLst/>
              <a:cxnLst/>
              <a:rect l="0" t="0" r="r" b="b"/>
              <a:pathLst>
                <a:path w="3213" h="10000">
                  <a:moveTo>
                    <a:pt x="735" y="22"/>
                  </a:moveTo>
                  <a:lnTo>
                    <a:pt x="730" y="38"/>
                  </a:lnTo>
                  <a:lnTo>
                    <a:pt x="723" y="54"/>
                  </a:lnTo>
                  <a:lnTo>
                    <a:pt x="688" y="119"/>
                  </a:lnTo>
                  <a:lnTo>
                    <a:pt x="685" y="125"/>
                  </a:lnTo>
                  <a:lnTo>
                    <a:pt x="641" y="199"/>
                  </a:lnTo>
                  <a:lnTo>
                    <a:pt x="591" y="282"/>
                  </a:lnTo>
                  <a:lnTo>
                    <a:pt x="541" y="374"/>
                  </a:lnTo>
                  <a:lnTo>
                    <a:pt x="493" y="476"/>
                  </a:lnTo>
                  <a:lnTo>
                    <a:pt x="448" y="595"/>
                  </a:lnTo>
                  <a:lnTo>
                    <a:pt x="405" y="733"/>
                  </a:lnTo>
                  <a:lnTo>
                    <a:pt x="360" y="890"/>
                  </a:lnTo>
                  <a:lnTo>
                    <a:pt x="316" y="1061"/>
                  </a:lnTo>
                  <a:lnTo>
                    <a:pt x="274" y="1244"/>
                  </a:lnTo>
                  <a:lnTo>
                    <a:pt x="234" y="1437"/>
                  </a:lnTo>
                  <a:lnTo>
                    <a:pt x="200" y="1639"/>
                  </a:lnTo>
                  <a:lnTo>
                    <a:pt x="169" y="1854"/>
                  </a:lnTo>
                  <a:lnTo>
                    <a:pt x="141" y="2085"/>
                  </a:lnTo>
                  <a:lnTo>
                    <a:pt x="116" y="2327"/>
                  </a:lnTo>
                  <a:lnTo>
                    <a:pt x="94" y="2575"/>
                  </a:lnTo>
                  <a:lnTo>
                    <a:pt x="75" y="2824"/>
                  </a:lnTo>
                  <a:lnTo>
                    <a:pt x="59" y="3069"/>
                  </a:lnTo>
                  <a:lnTo>
                    <a:pt x="59" y="3070"/>
                  </a:lnTo>
                  <a:lnTo>
                    <a:pt x="42" y="3314"/>
                  </a:lnTo>
                  <a:lnTo>
                    <a:pt x="42" y="3315"/>
                  </a:lnTo>
                  <a:lnTo>
                    <a:pt x="23" y="3558"/>
                  </a:lnTo>
                  <a:lnTo>
                    <a:pt x="7" y="3800"/>
                  </a:lnTo>
                  <a:lnTo>
                    <a:pt x="0" y="4040"/>
                  </a:lnTo>
                  <a:lnTo>
                    <a:pt x="4" y="4277"/>
                  </a:lnTo>
                  <a:lnTo>
                    <a:pt x="25" y="4511"/>
                  </a:lnTo>
                  <a:lnTo>
                    <a:pt x="67" y="4744"/>
                  </a:lnTo>
                  <a:lnTo>
                    <a:pt x="128" y="4980"/>
                  </a:lnTo>
                  <a:lnTo>
                    <a:pt x="203" y="5220"/>
                  </a:lnTo>
                  <a:lnTo>
                    <a:pt x="285" y="5464"/>
                  </a:lnTo>
                  <a:lnTo>
                    <a:pt x="285" y="5464"/>
                  </a:lnTo>
                  <a:lnTo>
                    <a:pt x="366" y="5709"/>
                  </a:lnTo>
                  <a:lnTo>
                    <a:pt x="367" y="5713"/>
                  </a:lnTo>
                  <a:lnTo>
                    <a:pt x="441" y="5958"/>
                  </a:lnTo>
                  <a:lnTo>
                    <a:pt x="442" y="5960"/>
                  </a:lnTo>
                  <a:lnTo>
                    <a:pt x="512" y="6200"/>
                  </a:lnTo>
                  <a:lnTo>
                    <a:pt x="583" y="6435"/>
                  </a:lnTo>
                  <a:lnTo>
                    <a:pt x="583" y="6436"/>
                  </a:lnTo>
                  <a:lnTo>
                    <a:pt x="655" y="6672"/>
                  </a:lnTo>
                  <a:lnTo>
                    <a:pt x="656" y="6674"/>
                  </a:lnTo>
                  <a:lnTo>
                    <a:pt x="723" y="6916"/>
                  </a:lnTo>
                  <a:lnTo>
                    <a:pt x="725" y="6920"/>
                  </a:lnTo>
                  <a:lnTo>
                    <a:pt x="786" y="7171"/>
                  </a:lnTo>
                  <a:lnTo>
                    <a:pt x="787" y="7178"/>
                  </a:lnTo>
                  <a:lnTo>
                    <a:pt x="840" y="7443"/>
                  </a:lnTo>
                  <a:lnTo>
                    <a:pt x="900" y="7750"/>
                  </a:lnTo>
                  <a:lnTo>
                    <a:pt x="974" y="8101"/>
                  </a:lnTo>
                  <a:lnTo>
                    <a:pt x="974" y="8105"/>
                  </a:lnTo>
                  <a:lnTo>
                    <a:pt x="1042" y="8467"/>
                  </a:lnTo>
                  <a:lnTo>
                    <a:pt x="1044" y="8476"/>
                  </a:lnTo>
                  <a:lnTo>
                    <a:pt x="1058" y="8595"/>
                  </a:lnTo>
                  <a:lnTo>
                    <a:pt x="1120" y="8615"/>
                  </a:lnTo>
                  <a:lnTo>
                    <a:pt x="1133" y="8620"/>
                  </a:lnTo>
                  <a:lnTo>
                    <a:pt x="1296" y="8692"/>
                  </a:lnTo>
                  <a:lnTo>
                    <a:pt x="1307" y="8697"/>
                  </a:lnTo>
                  <a:lnTo>
                    <a:pt x="1476" y="8789"/>
                  </a:lnTo>
                  <a:lnTo>
                    <a:pt x="1483" y="8793"/>
                  </a:lnTo>
                  <a:lnTo>
                    <a:pt x="1653" y="8899"/>
                  </a:lnTo>
                  <a:lnTo>
                    <a:pt x="1659" y="8903"/>
                  </a:lnTo>
                  <a:lnTo>
                    <a:pt x="1824" y="9017"/>
                  </a:lnTo>
                  <a:lnTo>
                    <a:pt x="1829" y="9020"/>
                  </a:lnTo>
                  <a:lnTo>
                    <a:pt x="1984" y="9137"/>
                  </a:lnTo>
                  <a:lnTo>
                    <a:pt x="1989" y="9141"/>
                  </a:lnTo>
                  <a:lnTo>
                    <a:pt x="2129" y="9255"/>
                  </a:lnTo>
                  <a:lnTo>
                    <a:pt x="2138" y="9264"/>
                  </a:lnTo>
                  <a:lnTo>
                    <a:pt x="2265" y="9386"/>
                  </a:lnTo>
                  <a:lnTo>
                    <a:pt x="2275" y="9396"/>
                  </a:lnTo>
                  <a:lnTo>
                    <a:pt x="2392" y="9533"/>
                  </a:lnTo>
                  <a:lnTo>
                    <a:pt x="2397" y="9539"/>
                  </a:lnTo>
                  <a:lnTo>
                    <a:pt x="2505" y="9679"/>
                  </a:lnTo>
                  <a:lnTo>
                    <a:pt x="2507" y="9681"/>
                  </a:lnTo>
                  <a:lnTo>
                    <a:pt x="2604" y="9811"/>
                  </a:lnTo>
                  <a:lnTo>
                    <a:pt x="2685" y="9915"/>
                  </a:lnTo>
                  <a:lnTo>
                    <a:pt x="2751" y="9983"/>
                  </a:lnTo>
                  <a:lnTo>
                    <a:pt x="2771" y="10000"/>
                  </a:lnTo>
                  <a:lnTo>
                    <a:pt x="2788" y="9960"/>
                  </a:lnTo>
                  <a:lnTo>
                    <a:pt x="2817" y="9865"/>
                  </a:lnTo>
                  <a:lnTo>
                    <a:pt x="2847" y="9743"/>
                  </a:lnTo>
                  <a:lnTo>
                    <a:pt x="2876" y="9599"/>
                  </a:lnTo>
                  <a:lnTo>
                    <a:pt x="2905" y="9439"/>
                  </a:lnTo>
                  <a:lnTo>
                    <a:pt x="2934" y="9266"/>
                  </a:lnTo>
                  <a:lnTo>
                    <a:pt x="2962" y="9075"/>
                  </a:lnTo>
                  <a:lnTo>
                    <a:pt x="2990" y="8859"/>
                  </a:lnTo>
                  <a:lnTo>
                    <a:pt x="3018" y="8627"/>
                  </a:lnTo>
                  <a:lnTo>
                    <a:pt x="3045" y="8388"/>
                  </a:lnTo>
                  <a:lnTo>
                    <a:pt x="3070" y="8151"/>
                  </a:lnTo>
                  <a:lnTo>
                    <a:pt x="3093" y="7924"/>
                  </a:lnTo>
                  <a:lnTo>
                    <a:pt x="3115" y="7709"/>
                  </a:lnTo>
                  <a:lnTo>
                    <a:pt x="3136" y="7498"/>
                  </a:lnTo>
                  <a:lnTo>
                    <a:pt x="3156" y="7290"/>
                  </a:lnTo>
                  <a:lnTo>
                    <a:pt x="3174" y="7083"/>
                  </a:lnTo>
                  <a:lnTo>
                    <a:pt x="3188" y="6875"/>
                  </a:lnTo>
                  <a:lnTo>
                    <a:pt x="3199" y="6663"/>
                  </a:lnTo>
                  <a:lnTo>
                    <a:pt x="3207" y="6446"/>
                  </a:lnTo>
                  <a:lnTo>
                    <a:pt x="3211" y="6227"/>
                  </a:lnTo>
                  <a:lnTo>
                    <a:pt x="3213" y="6005"/>
                  </a:lnTo>
                  <a:lnTo>
                    <a:pt x="3211" y="5782"/>
                  </a:lnTo>
                  <a:lnTo>
                    <a:pt x="3207" y="5560"/>
                  </a:lnTo>
                  <a:lnTo>
                    <a:pt x="3199" y="5338"/>
                  </a:lnTo>
                  <a:lnTo>
                    <a:pt x="3189" y="5116"/>
                  </a:lnTo>
                  <a:lnTo>
                    <a:pt x="3177" y="4894"/>
                  </a:lnTo>
                  <a:lnTo>
                    <a:pt x="3161" y="4671"/>
                  </a:lnTo>
                  <a:lnTo>
                    <a:pt x="3142" y="4450"/>
                  </a:lnTo>
                  <a:lnTo>
                    <a:pt x="3120" y="4231"/>
                  </a:lnTo>
                  <a:lnTo>
                    <a:pt x="3093" y="4015"/>
                  </a:lnTo>
                  <a:lnTo>
                    <a:pt x="3063" y="3800"/>
                  </a:lnTo>
                  <a:lnTo>
                    <a:pt x="3030" y="3585"/>
                  </a:lnTo>
                  <a:lnTo>
                    <a:pt x="2993" y="3373"/>
                  </a:lnTo>
                  <a:lnTo>
                    <a:pt x="2952" y="3165"/>
                  </a:lnTo>
                  <a:lnTo>
                    <a:pt x="2907" y="2961"/>
                  </a:lnTo>
                  <a:lnTo>
                    <a:pt x="2857" y="2764"/>
                  </a:lnTo>
                  <a:lnTo>
                    <a:pt x="2802" y="2571"/>
                  </a:lnTo>
                  <a:lnTo>
                    <a:pt x="2742" y="2382"/>
                  </a:lnTo>
                  <a:lnTo>
                    <a:pt x="2678" y="2197"/>
                  </a:lnTo>
                  <a:lnTo>
                    <a:pt x="2610" y="2017"/>
                  </a:lnTo>
                  <a:lnTo>
                    <a:pt x="2539" y="1844"/>
                  </a:lnTo>
                  <a:lnTo>
                    <a:pt x="2465" y="1679"/>
                  </a:lnTo>
                  <a:lnTo>
                    <a:pt x="2387" y="1520"/>
                  </a:lnTo>
                  <a:lnTo>
                    <a:pt x="2306" y="1366"/>
                  </a:lnTo>
                  <a:lnTo>
                    <a:pt x="2221" y="1220"/>
                  </a:lnTo>
                  <a:lnTo>
                    <a:pt x="2133" y="1081"/>
                  </a:lnTo>
                  <a:lnTo>
                    <a:pt x="2042" y="949"/>
                  </a:lnTo>
                  <a:lnTo>
                    <a:pt x="1948" y="826"/>
                  </a:lnTo>
                  <a:lnTo>
                    <a:pt x="1850" y="710"/>
                  </a:lnTo>
                  <a:lnTo>
                    <a:pt x="1748" y="600"/>
                  </a:lnTo>
                  <a:lnTo>
                    <a:pt x="1643" y="498"/>
                  </a:lnTo>
                  <a:lnTo>
                    <a:pt x="1535" y="404"/>
                  </a:lnTo>
                  <a:lnTo>
                    <a:pt x="1425" y="318"/>
                  </a:lnTo>
                  <a:lnTo>
                    <a:pt x="1317" y="244"/>
                  </a:lnTo>
                  <a:lnTo>
                    <a:pt x="1199" y="177"/>
                  </a:lnTo>
                  <a:lnTo>
                    <a:pt x="1067" y="115"/>
                  </a:lnTo>
                  <a:lnTo>
                    <a:pt x="931" y="61"/>
                  </a:lnTo>
                  <a:lnTo>
                    <a:pt x="803" y="17"/>
                  </a:lnTo>
                  <a:lnTo>
                    <a:pt x="741" y="0"/>
                  </a:lnTo>
                  <a:lnTo>
                    <a:pt x="735" y="22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1795496" y="1404061"/>
              <a:ext cx="507995" cy="1189177"/>
            </a:xfrm>
            <a:custGeom>
              <a:avLst/>
              <a:gdLst/>
              <a:ahLst/>
              <a:cxnLst/>
              <a:rect l="0" t="0" r="r" b="b"/>
              <a:pathLst>
                <a:path w="2136" h="5100" fill="none">
                  <a:moveTo>
                    <a:pt x="0" y="2262"/>
                  </a:moveTo>
                  <a:lnTo>
                    <a:pt x="301" y="2100"/>
                  </a:lnTo>
                  <a:lnTo>
                    <a:pt x="1101" y="1500"/>
                  </a:lnTo>
                  <a:lnTo>
                    <a:pt x="1551" y="900"/>
                  </a:lnTo>
                </a:path>
                <a:path w="2136" h="5100" fill="none">
                  <a:moveTo>
                    <a:pt x="301" y="2100"/>
                  </a:moveTo>
                  <a:lnTo>
                    <a:pt x="601" y="1200"/>
                  </a:lnTo>
                  <a:lnTo>
                    <a:pt x="751" y="200"/>
                  </a:lnTo>
                </a:path>
                <a:path w="2136" h="5100" fill="none">
                  <a:moveTo>
                    <a:pt x="0" y="2505"/>
                  </a:moveTo>
                  <a:lnTo>
                    <a:pt x="601" y="2600"/>
                  </a:lnTo>
                  <a:lnTo>
                    <a:pt x="1601" y="2600"/>
                  </a:lnTo>
                  <a:lnTo>
                    <a:pt x="2101" y="2700"/>
                  </a:lnTo>
                </a:path>
                <a:path w="2136" h="5100" fill="none">
                  <a:moveTo>
                    <a:pt x="601" y="2600"/>
                  </a:moveTo>
                  <a:lnTo>
                    <a:pt x="1301" y="3300"/>
                  </a:lnTo>
                  <a:lnTo>
                    <a:pt x="1851" y="3900"/>
                  </a:lnTo>
                </a:path>
                <a:path w="2136" h="5100" fill="none">
                  <a:moveTo>
                    <a:pt x="94" y="3029"/>
                  </a:moveTo>
                  <a:lnTo>
                    <a:pt x="301" y="3300"/>
                  </a:lnTo>
                  <a:lnTo>
                    <a:pt x="901" y="4300"/>
                  </a:lnTo>
                  <a:lnTo>
                    <a:pt x="1451" y="5100"/>
                  </a:lnTo>
                </a:path>
                <a:path w="2136" h="5100" fill="none">
                  <a:moveTo>
                    <a:pt x="301" y="3300"/>
                  </a:moveTo>
                  <a:lnTo>
                    <a:pt x="244" y="3489"/>
                  </a:lnTo>
                </a:path>
                <a:path w="2136" h="5100" fill="none">
                  <a:moveTo>
                    <a:pt x="901" y="4300"/>
                  </a:moveTo>
                  <a:lnTo>
                    <a:pt x="1701" y="4800"/>
                  </a:lnTo>
                  <a:lnTo>
                    <a:pt x="2101" y="5100"/>
                  </a:lnTo>
                </a:path>
                <a:path w="2136" h="5100" fill="none">
                  <a:moveTo>
                    <a:pt x="1101" y="1500"/>
                  </a:moveTo>
                  <a:lnTo>
                    <a:pt x="1801" y="1700"/>
                  </a:lnTo>
                  <a:lnTo>
                    <a:pt x="2136" y="1951"/>
                  </a:lnTo>
                </a:path>
                <a:path w="2136" h="5100" fill="none">
                  <a:moveTo>
                    <a:pt x="601" y="1200"/>
                  </a:moveTo>
                  <a:lnTo>
                    <a:pt x="1201" y="600"/>
                  </a:lnTo>
                </a:path>
                <a:path w="2136" h="5100" fill="none">
                  <a:moveTo>
                    <a:pt x="1301" y="3300"/>
                  </a:moveTo>
                  <a:lnTo>
                    <a:pt x="1201" y="4000"/>
                  </a:lnTo>
                  <a:lnTo>
                    <a:pt x="1501" y="4700"/>
                  </a:lnTo>
                </a:path>
                <a:path w="2136" h="5100" fill="none">
                  <a:moveTo>
                    <a:pt x="100" y="903"/>
                  </a:moveTo>
                  <a:lnTo>
                    <a:pt x="101" y="900"/>
                  </a:lnTo>
                  <a:lnTo>
                    <a:pt x="301" y="0"/>
                  </a:lnTo>
                </a:path>
                <a:path w="2136" h="5100" fill="none">
                  <a:moveTo>
                    <a:pt x="1601" y="2600"/>
                  </a:moveTo>
                  <a:lnTo>
                    <a:pt x="1901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1797065" y="2068321"/>
              <a:ext cx="524218" cy="603561"/>
            </a:xfrm>
            <a:custGeom>
              <a:avLst/>
              <a:gdLst/>
              <a:ahLst/>
              <a:cxnLst/>
              <a:rect l="0" t="0" r="r" b="b"/>
              <a:pathLst>
                <a:path w="2204" h="2588" fill="none">
                  <a:moveTo>
                    <a:pt x="2204" y="2588"/>
                  </a:moveTo>
                  <a:lnTo>
                    <a:pt x="2123" y="2486"/>
                  </a:lnTo>
                  <a:lnTo>
                    <a:pt x="1937" y="2252"/>
                  </a:lnTo>
                  <a:lnTo>
                    <a:pt x="1720" y="1981"/>
                  </a:lnTo>
                  <a:lnTo>
                    <a:pt x="1498" y="1704"/>
                  </a:lnTo>
                  <a:lnTo>
                    <a:pt x="1295" y="1451"/>
                  </a:lnTo>
                  <a:lnTo>
                    <a:pt x="1108" y="1216"/>
                  </a:lnTo>
                  <a:lnTo>
                    <a:pt x="922" y="980"/>
                  </a:lnTo>
                  <a:lnTo>
                    <a:pt x="739" y="750"/>
                  </a:lnTo>
                  <a:lnTo>
                    <a:pt x="562" y="537"/>
                  </a:lnTo>
                  <a:lnTo>
                    <a:pt x="395" y="351"/>
                  </a:lnTo>
                  <a:lnTo>
                    <a:pt x="227" y="189"/>
                  </a:lnTo>
                  <a:lnTo>
                    <a:pt x="59" y="4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780676" y="1243343"/>
            <a:ext cx="571526" cy="1744259"/>
          </a:xfrm>
          <a:custGeom>
            <a:avLst/>
            <a:gdLst/>
            <a:ahLst/>
            <a:cxnLst/>
            <a:rect l="0" t="0" r="r" b="b"/>
            <a:pathLst>
              <a:path w="2403" h="7480" fill="none">
                <a:moveTo>
                  <a:pt x="550" y="16"/>
                </a:moveTo>
                <a:lnTo>
                  <a:pt x="546" y="29"/>
                </a:lnTo>
                <a:lnTo>
                  <a:pt x="541" y="40"/>
                </a:lnTo>
                <a:lnTo>
                  <a:pt x="515" y="89"/>
                </a:lnTo>
                <a:lnTo>
                  <a:pt x="512" y="93"/>
                </a:lnTo>
                <a:lnTo>
                  <a:pt x="479" y="149"/>
                </a:lnTo>
                <a:lnTo>
                  <a:pt x="442" y="211"/>
                </a:lnTo>
                <a:lnTo>
                  <a:pt x="405" y="279"/>
                </a:lnTo>
                <a:lnTo>
                  <a:pt x="369" y="356"/>
                </a:lnTo>
                <a:lnTo>
                  <a:pt x="335" y="445"/>
                </a:lnTo>
                <a:lnTo>
                  <a:pt x="303" y="548"/>
                </a:lnTo>
                <a:lnTo>
                  <a:pt x="269" y="666"/>
                </a:lnTo>
                <a:lnTo>
                  <a:pt x="236" y="794"/>
                </a:lnTo>
                <a:lnTo>
                  <a:pt x="205" y="931"/>
                </a:lnTo>
                <a:lnTo>
                  <a:pt x="175" y="1075"/>
                </a:lnTo>
                <a:lnTo>
                  <a:pt x="149" y="1226"/>
                </a:lnTo>
                <a:lnTo>
                  <a:pt x="126" y="1387"/>
                </a:lnTo>
                <a:lnTo>
                  <a:pt x="105" y="1560"/>
                </a:lnTo>
                <a:lnTo>
                  <a:pt x="86" y="1741"/>
                </a:lnTo>
                <a:lnTo>
                  <a:pt x="70" y="1926"/>
                </a:lnTo>
                <a:lnTo>
                  <a:pt x="56" y="2112"/>
                </a:lnTo>
                <a:lnTo>
                  <a:pt x="44" y="2296"/>
                </a:lnTo>
                <a:lnTo>
                  <a:pt x="44" y="2296"/>
                </a:lnTo>
                <a:lnTo>
                  <a:pt x="31" y="2479"/>
                </a:lnTo>
                <a:lnTo>
                  <a:pt x="31" y="2479"/>
                </a:lnTo>
                <a:lnTo>
                  <a:pt x="17" y="2662"/>
                </a:lnTo>
                <a:lnTo>
                  <a:pt x="5" y="2843"/>
                </a:lnTo>
                <a:lnTo>
                  <a:pt x="0" y="3022"/>
                </a:lnTo>
                <a:lnTo>
                  <a:pt x="3" y="3199"/>
                </a:lnTo>
                <a:lnTo>
                  <a:pt x="19" y="3374"/>
                </a:lnTo>
                <a:lnTo>
                  <a:pt x="50" y="3548"/>
                </a:lnTo>
                <a:lnTo>
                  <a:pt x="96" y="3725"/>
                </a:lnTo>
                <a:lnTo>
                  <a:pt x="152" y="3905"/>
                </a:lnTo>
                <a:lnTo>
                  <a:pt x="213" y="4087"/>
                </a:lnTo>
                <a:lnTo>
                  <a:pt x="213" y="4087"/>
                </a:lnTo>
                <a:lnTo>
                  <a:pt x="274" y="4271"/>
                </a:lnTo>
                <a:lnTo>
                  <a:pt x="275" y="4274"/>
                </a:lnTo>
                <a:lnTo>
                  <a:pt x="330" y="4457"/>
                </a:lnTo>
                <a:lnTo>
                  <a:pt x="330" y="4458"/>
                </a:lnTo>
                <a:lnTo>
                  <a:pt x="383" y="4638"/>
                </a:lnTo>
                <a:lnTo>
                  <a:pt x="436" y="4814"/>
                </a:lnTo>
                <a:lnTo>
                  <a:pt x="436" y="4814"/>
                </a:lnTo>
                <a:lnTo>
                  <a:pt x="490" y="4991"/>
                </a:lnTo>
                <a:lnTo>
                  <a:pt x="490" y="4993"/>
                </a:lnTo>
                <a:lnTo>
                  <a:pt x="541" y="5173"/>
                </a:lnTo>
                <a:lnTo>
                  <a:pt x="542" y="5177"/>
                </a:lnTo>
                <a:lnTo>
                  <a:pt x="588" y="5364"/>
                </a:lnTo>
                <a:lnTo>
                  <a:pt x="589" y="5369"/>
                </a:lnTo>
                <a:lnTo>
                  <a:pt x="628" y="5568"/>
                </a:lnTo>
                <a:lnTo>
                  <a:pt x="673" y="5797"/>
                </a:lnTo>
                <a:lnTo>
                  <a:pt x="728" y="6060"/>
                </a:lnTo>
                <a:lnTo>
                  <a:pt x="729" y="6063"/>
                </a:lnTo>
                <a:lnTo>
                  <a:pt x="780" y="6334"/>
                </a:lnTo>
                <a:lnTo>
                  <a:pt x="781" y="6340"/>
                </a:lnTo>
                <a:lnTo>
                  <a:pt x="792" y="6429"/>
                </a:lnTo>
                <a:lnTo>
                  <a:pt x="838" y="6444"/>
                </a:lnTo>
                <a:lnTo>
                  <a:pt x="848" y="6448"/>
                </a:lnTo>
                <a:lnTo>
                  <a:pt x="970" y="6502"/>
                </a:lnTo>
                <a:lnTo>
                  <a:pt x="978" y="6506"/>
                </a:lnTo>
                <a:lnTo>
                  <a:pt x="1104" y="6574"/>
                </a:lnTo>
                <a:lnTo>
                  <a:pt x="1110" y="6578"/>
                </a:lnTo>
                <a:lnTo>
                  <a:pt x="1237" y="6657"/>
                </a:lnTo>
                <a:lnTo>
                  <a:pt x="1241" y="6660"/>
                </a:lnTo>
                <a:lnTo>
                  <a:pt x="1365" y="6745"/>
                </a:lnTo>
                <a:lnTo>
                  <a:pt x="1368" y="6748"/>
                </a:lnTo>
                <a:lnTo>
                  <a:pt x="1484" y="6835"/>
                </a:lnTo>
                <a:lnTo>
                  <a:pt x="1488" y="6838"/>
                </a:lnTo>
                <a:lnTo>
                  <a:pt x="1593" y="6923"/>
                </a:lnTo>
                <a:lnTo>
                  <a:pt x="1600" y="6930"/>
                </a:lnTo>
                <a:lnTo>
                  <a:pt x="1695" y="7021"/>
                </a:lnTo>
                <a:lnTo>
                  <a:pt x="1702" y="7029"/>
                </a:lnTo>
                <a:lnTo>
                  <a:pt x="1790" y="7131"/>
                </a:lnTo>
                <a:lnTo>
                  <a:pt x="1794" y="7136"/>
                </a:lnTo>
                <a:lnTo>
                  <a:pt x="1874" y="7240"/>
                </a:lnTo>
                <a:lnTo>
                  <a:pt x="1875" y="7242"/>
                </a:lnTo>
                <a:lnTo>
                  <a:pt x="1948" y="7339"/>
                </a:lnTo>
                <a:lnTo>
                  <a:pt x="2009" y="7417"/>
                </a:lnTo>
                <a:lnTo>
                  <a:pt x="2058" y="7468"/>
                </a:lnTo>
                <a:lnTo>
                  <a:pt x="2073" y="7480"/>
                </a:lnTo>
                <a:lnTo>
                  <a:pt x="2086" y="7450"/>
                </a:lnTo>
                <a:lnTo>
                  <a:pt x="2108" y="7379"/>
                </a:lnTo>
                <a:lnTo>
                  <a:pt x="2130" y="7288"/>
                </a:lnTo>
                <a:lnTo>
                  <a:pt x="2152" y="7181"/>
                </a:lnTo>
                <a:lnTo>
                  <a:pt x="2173" y="7061"/>
                </a:lnTo>
                <a:lnTo>
                  <a:pt x="2195" y="6932"/>
                </a:lnTo>
                <a:lnTo>
                  <a:pt x="2216" y="6788"/>
                </a:lnTo>
                <a:lnTo>
                  <a:pt x="2237" y="6627"/>
                </a:lnTo>
                <a:lnTo>
                  <a:pt x="2258" y="6453"/>
                </a:lnTo>
                <a:lnTo>
                  <a:pt x="2278" y="6274"/>
                </a:lnTo>
                <a:lnTo>
                  <a:pt x="2297" y="6097"/>
                </a:lnTo>
                <a:lnTo>
                  <a:pt x="2314" y="5928"/>
                </a:lnTo>
                <a:lnTo>
                  <a:pt x="2331" y="5766"/>
                </a:lnTo>
                <a:lnTo>
                  <a:pt x="2347" y="5609"/>
                </a:lnTo>
                <a:lnTo>
                  <a:pt x="2361" y="5453"/>
                </a:lnTo>
                <a:lnTo>
                  <a:pt x="2375" y="5298"/>
                </a:lnTo>
                <a:lnTo>
                  <a:pt x="2385" y="5143"/>
                </a:lnTo>
                <a:lnTo>
                  <a:pt x="2394" y="4984"/>
                </a:lnTo>
                <a:lnTo>
                  <a:pt x="2399" y="4822"/>
                </a:lnTo>
                <a:lnTo>
                  <a:pt x="2402" y="4658"/>
                </a:lnTo>
                <a:lnTo>
                  <a:pt x="2403" y="4492"/>
                </a:lnTo>
                <a:lnTo>
                  <a:pt x="2402" y="4325"/>
                </a:lnTo>
                <a:lnTo>
                  <a:pt x="2399" y="4159"/>
                </a:lnTo>
                <a:lnTo>
                  <a:pt x="2394" y="3993"/>
                </a:lnTo>
                <a:lnTo>
                  <a:pt x="2386" y="3827"/>
                </a:lnTo>
                <a:lnTo>
                  <a:pt x="2377" y="3661"/>
                </a:lnTo>
                <a:lnTo>
                  <a:pt x="2365" y="3494"/>
                </a:lnTo>
                <a:lnTo>
                  <a:pt x="2351" y="3329"/>
                </a:lnTo>
                <a:lnTo>
                  <a:pt x="2334" y="3165"/>
                </a:lnTo>
                <a:lnTo>
                  <a:pt x="2314" y="3003"/>
                </a:lnTo>
                <a:lnTo>
                  <a:pt x="2292" y="2842"/>
                </a:lnTo>
                <a:lnTo>
                  <a:pt x="2267" y="2682"/>
                </a:lnTo>
                <a:lnTo>
                  <a:pt x="2239" y="2523"/>
                </a:lnTo>
                <a:lnTo>
                  <a:pt x="2208" y="2367"/>
                </a:lnTo>
                <a:lnTo>
                  <a:pt x="2175" y="2215"/>
                </a:lnTo>
                <a:lnTo>
                  <a:pt x="2137" y="2067"/>
                </a:lnTo>
                <a:lnTo>
                  <a:pt x="2096" y="1923"/>
                </a:lnTo>
                <a:lnTo>
                  <a:pt x="2052" y="1781"/>
                </a:lnTo>
                <a:lnTo>
                  <a:pt x="2004" y="1643"/>
                </a:lnTo>
                <a:lnTo>
                  <a:pt x="1953" y="1509"/>
                </a:lnTo>
                <a:lnTo>
                  <a:pt x="1900" y="1379"/>
                </a:lnTo>
                <a:lnTo>
                  <a:pt x="1844" y="1255"/>
                </a:lnTo>
                <a:lnTo>
                  <a:pt x="1786" y="1137"/>
                </a:lnTo>
                <a:lnTo>
                  <a:pt x="1725" y="1022"/>
                </a:lnTo>
                <a:lnTo>
                  <a:pt x="1662" y="912"/>
                </a:lnTo>
                <a:lnTo>
                  <a:pt x="1596" y="808"/>
                </a:lnTo>
                <a:lnTo>
                  <a:pt x="1528" y="710"/>
                </a:lnTo>
                <a:lnTo>
                  <a:pt x="1458" y="618"/>
                </a:lnTo>
                <a:lnTo>
                  <a:pt x="1384" y="531"/>
                </a:lnTo>
                <a:lnTo>
                  <a:pt x="1308" y="449"/>
                </a:lnTo>
                <a:lnTo>
                  <a:pt x="1229" y="372"/>
                </a:lnTo>
                <a:lnTo>
                  <a:pt x="1148" y="302"/>
                </a:lnTo>
                <a:lnTo>
                  <a:pt x="1066" y="238"/>
                </a:lnTo>
                <a:lnTo>
                  <a:pt x="985" y="182"/>
                </a:lnTo>
                <a:lnTo>
                  <a:pt x="897" y="132"/>
                </a:lnTo>
                <a:lnTo>
                  <a:pt x="798" y="86"/>
                </a:lnTo>
                <a:lnTo>
                  <a:pt x="697" y="46"/>
                </a:lnTo>
                <a:lnTo>
                  <a:pt x="601" y="13"/>
                </a:lnTo>
                <a:lnTo>
                  <a:pt x="554" y="0"/>
                </a:lnTo>
                <a:lnTo>
                  <a:pt x="550" y="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47726" y="1212126"/>
            <a:ext cx="1007494" cy="1752147"/>
          </a:xfrm>
          <a:custGeom>
            <a:avLst/>
            <a:gdLst/>
            <a:ahLst/>
            <a:cxnLst/>
            <a:rect l="0" t="0" r="r" b="b"/>
            <a:pathLst>
              <a:path w="4237" h="7514" fill="none">
                <a:moveTo>
                  <a:pt x="2030" y="3"/>
                </a:moveTo>
                <a:lnTo>
                  <a:pt x="1933" y="17"/>
                </a:lnTo>
                <a:lnTo>
                  <a:pt x="1838" y="42"/>
                </a:lnTo>
                <a:lnTo>
                  <a:pt x="1743" y="76"/>
                </a:lnTo>
                <a:lnTo>
                  <a:pt x="1650" y="119"/>
                </a:lnTo>
                <a:lnTo>
                  <a:pt x="1559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09" y="6381"/>
                </a:lnTo>
                <a:lnTo>
                  <a:pt x="2596" y="6412"/>
                </a:lnTo>
                <a:lnTo>
                  <a:pt x="2681" y="6451"/>
                </a:lnTo>
                <a:lnTo>
                  <a:pt x="2772" y="6495"/>
                </a:lnTo>
                <a:lnTo>
                  <a:pt x="2878" y="6540"/>
                </a:lnTo>
                <a:lnTo>
                  <a:pt x="3010" y="6583"/>
                </a:lnTo>
                <a:lnTo>
                  <a:pt x="3185" y="6640"/>
                </a:lnTo>
                <a:lnTo>
                  <a:pt x="3401" y="6717"/>
                </a:lnTo>
                <a:lnTo>
                  <a:pt x="3632" y="6796"/>
                </a:lnTo>
                <a:lnTo>
                  <a:pt x="3854" y="6857"/>
                </a:lnTo>
                <a:lnTo>
                  <a:pt x="4042" y="6879"/>
                </a:lnTo>
                <a:lnTo>
                  <a:pt x="4170" y="6843"/>
                </a:lnTo>
                <a:lnTo>
                  <a:pt x="4229" y="6736"/>
                </a:lnTo>
                <a:lnTo>
                  <a:pt x="4237" y="6571"/>
                </a:lnTo>
                <a:lnTo>
                  <a:pt x="4211" y="6368"/>
                </a:lnTo>
                <a:lnTo>
                  <a:pt x="4167" y="6146"/>
                </a:lnTo>
                <a:lnTo>
                  <a:pt x="4120" y="5924"/>
                </a:lnTo>
                <a:lnTo>
                  <a:pt x="4086" y="5723"/>
                </a:lnTo>
                <a:lnTo>
                  <a:pt x="4062" y="5538"/>
                </a:lnTo>
                <a:lnTo>
                  <a:pt x="4035" y="5354"/>
                </a:lnTo>
                <a:lnTo>
                  <a:pt x="4004" y="5171"/>
                </a:lnTo>
                <a:lnTo>
                  <a:pt x="3973" y="4989"/>
                </a:lnTo>
                <a:lnTo>
                  <a:pt x="3941" y="4806"/>
                </a:lnTo>
                <a:lnTo>
                  <a:pt x="3911" y="4623"/>
                </a:lnTo>
                <a:lnTo>
                  <a:pt x="3882" y="4439"/>
                </a:lnTo>
                <a:lnTo>
                  <a:pt x="3854" y="4256"/>
                </a:lnTo>
                <a:lnTo>
                  <a:pt x="3826" y="4073"/>
                </a:lnTo>
                <a:lnTo>
                  <a:pt x="3797" y="3889"/>
                </a:lnTo>
                <a:lnTo>
                  <a:pt x="3767" y="3706"/>
                </a:lnTo>
                <a:lnTo>
                  <a:pt x="3736" y="3523"/>
                </a:lnTo>
                <a:lnTo>
                  <a:pt x="3703" y="3339"/>
                </a:lnTo>
                <a:lnTo>
                  <a:pt x="3670" y="3155"/>
                </a:lnTo>
                <a:lnTo>
                  <a:pt x="3635" y="2971"/>
                </a:lnTo>
                <a:lnTo>
                  <a:pt x="3599" y="2788"/>
                </a:lnTo>
                <a:lnTo>
                  <a:pt x="3561" y="2605"/>
                </a:lnTo>
                <a:lnTo>
                  <a:pt x="3520" y="2423"/>
                </a:lnTo>
                <a:lnTo>
                  <a:pt x="3476" y="2238"/>
                </a:lnTo>
                <a:lnTo>
                  <a:pt x="3429" y="2051"/>
                </a:lnTo>
                <a:lnTo>
                  <a:pt x="3380" y="1864"/>
                </a:lnTo>
                <a:lnTo>
                  <a:pt x="3330" y="1681"/>
                </a:lnTo>
                <a:lnTo>
                  <a:pt x="3278" y="1506"/>
                </a:lnTo>
                <a:lnTo>
                  <a:pt x="3227" y="1343"/>
                </a:lnTo>
                <a:lnTo>
                  <a:pt x="3173" y="1189"/>
                </a:lnTo>
                <a:lnTo>
                  <a:pt x="3117" y="1041"/>
                </a:lnTo>
                <a:lnTo>
                  <a:pt x="3060" y="901"/>
                </a:lnTo>
                <a:lnTo>
                  <a:pt x="3004" y="771"/>
                </a:lnTo>
                <a:lnTo>
                  <a:pt x="2949" y="651"/>
                </a:lnTo>
                <a:lnTo>
                  <a:pt x="2897" y="543"/>
                </a:lnTo>
                <a:lnTo>
                  <a:pt x="2853" y="447"/>
                </a:lnTo>
                <a:lnTo>
                  <a:pt x="2816" y="363"/>
                </a:lnTo>
                <a:lnTo>
                  <a:pt x="2780" y="290"/>
                </a:lnTo>
                <a:lnTo>
                  <a:pt x="2741" y="226"/>
                </a:lnTo>
                <a:lnTo>
                  <a:pt x="2693" y="171"/>
                </a:lnTo>
                <a:lnTo>
                  <a:pt x="2630" y="123"/>
                </a:lnTo>
                <a:lnTo>
                  <a:pt x="2548" y="81"/>
                </a:lnTo>
                <a:lnTo>
                  <a:pt x="2453" y="48"/>
                </a:lnTo>
                <a:lnTo>
                  <a:pt x="2348" y="23"/>
                </a:lnTo>
                <a:lnTo>
                  <a:pt x="2239" y="6"/>
                </a:lnTo>
                <a:lnTo>
                  <a:pt x="2131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754516" y="1212126"/>
            <a:ext cx="623838" cy="1808109"/>
          </a:xfrm>
          <a:custGeom>
            <a:avLst/>
            <a:gdLst/>
            <a:ahLst/>
            <a:cxnLst/>
            <a:rect l="0" t="0" r="r" b="b"/>
            <a:pathLst>
              <a:path w="2623" h="7754" fill="none">
                <a:moveTo>
                  <a:pt x="593" y="3"/>
                </a:moveTo>
                <a:lnTo>
                  <a:pt x="559" y="0"/>
                </a:lnTo>
                <a:lnTo>
                  <a:pt x="548" y="6"/>
                </a:lnTo>
                <a:lnTo>
                  <a:pt x="552" y="23"/>
                </a:lnTo>
                <a:lnTo>
                  <a:pt x="560" y="48"/>
                </a:lnTo>
                <a:lnTo>
                  <a:pt x="564" y="81"/>
                </a:lnTo>
                <a:lnTo>
                  <a:pt x="553" y="123"/>
                </a:lnTo>
                <a:lnTo>
                  <a:pt x="528" y="171"/>
                </a:lnTo>
                <a:lnTo>
                  <a:pt x="495" y="226"/>
                </a:lnTo>
                <a:lnTo>
                  <a:pt x="457" y="290"/>
                </a:lnTo>
                <a:lnTo>
                  <a:pt x="417" y="363"/>
                </a:lnTo>
                <a:lnTo>
                  <a:pt x="377" y="447"/>
                </a:lnTo>
                <a:lnTo>
                  <a:pt x="341" y="543"/>
                </a:lnTo>
                <a:lnTo>
                  <a:pt x="307" y="651"/>
                </a:lnTo>
                <a:lnTo>
                  <a:pt x="273" y="771"/>
                </a:lnTo>
                <a:lnTo>
                  <a:pt x="239" y="901"/>
                </a:lnTo>
                <a:lnTo>
                  <a:pt x="207" y="1041"/>
                </a:lnTo>
                <a:lnTo>
                  <a:pt x="177" y="1189"/>
                </a:lnTo>
                <a:lnTo>
                  <a:pt x="151" y="1343"/>
                </a:lnTo>
                <a:lnTo>
                  <a:pt x="127" y="1506"/>
                </a:lnTo>
                <a:lnTo>
                  <a:pt x="106" y="1681"/>
                </a:lnTo>
                <a:lnTo>
                  <a:pt x="87" y="1864"/>
                </a:lnTo>
                <a:lnTo>
                  <a:pt x="70" y="2051"/>
                </a:lnTo>
                <a:lnTo>
                  <a:pt x="56" y="2238"/>
                </a:lnTo>
                <a:lnTo>
                  <a:pt x="44" y="2423"/>
                </a:lnTo>
                <a:lnTo>
                  <a:pt x="31" y="2605"/>
                </a:lnTo>
                <a:lnTo>
                  <a:pt x="17" y="2788"/>
                </a:lnTo>
                <a:lnTo>
                  <a:pt x="5" y="2971"/>
                </a:lnTo>
                <a:lnTo>
                  <a:pt x="0" y="3155"/>
                </a:lnTo>
                <a:lnTo>
                  <a:pt x="3" y="3339"/>
                </a:lnTo>
                <a:lnTo>
                  <a:pt x="19" y="3523"/>
                </a:lnTo>
                <a:lnTo>
                  <a:pt x="53" y="3706"/>
                </a:lnTo>
                <a:lnTo>
                  <a:pt x="100" y="3889"/>
                </a:lnTo>
                <a:lnTo>
                  <a:pt x="157" y="4073"/>
                </a:lnTo>
                <a:lnTo>
                  <a:pt x="219" y="4256"/>
                </a:lnTo>
                <a:lnTo>
                  <a:pt x="279" y="4439"/>
                </a:lnTo>
                <a:lnTo>
                  <a:pt x="335" y="4623"/>
                </a:lnTo>
                <a:lnTo>
                  <a:pt x="387" y="4803"/>
                </a:lnTo>
                <a:lnTo>
                  <a:pt x="441" y="4980"/>
                </a:lnTo>
                <a:lnTo>
                  <a:pt x="494" y="5156"/>
                </a:lnTo>
                <a:lnTo>
                  <a:pt x="545" y="5337"/>
                </a:lnTo>
                <a:lnTo>
                  <a:pt x="591" y="5524"/>
                </a:lnTo>
                <a:lnTo>
                  <a:pt x="630" y="5723"/>
                </a:lnTo>
                <a:lnTo>
                  <a:pt x="675" y="5953"/>
                </a:lnTo>
                <a:lnTo>
                  <a:pt x="731" y="6217"/>
                </a:lnTo>
                <a:lnTo>
                  <a:pt x="782" y="6488"/>
                </a:lnTo>
                <a:lnTo>
                  <a:pt x="801" y="6646"/>
                </a:lnTo>
                <a:lnTo>
                  <a:pt x="913" y="6683"/>
                </a:lnTo>
                <a:lnTo>
                  <a:pt x="1035" y="6736"/>
                </a:lnTo>
                <a:lnTo>
                  <a:pt x="1162" y="6805"/>
                </a:lnTo>
                <a:lnTo>
                  <a:pt x="1288" y="6884"/>
                </a:lnTo>
                <a:lnTo>
                  <a:pt x="1412" y="6969"/>
                </a:lnTo>
                <a:lnTo>
                  <a:pt x="1528" y="7057"/>
                </a:lnTo>
                <a:lnTo>
                  <a:pt x="1633" y="7143"/>
                </a:lnTo>
                <a:lnTo>
                  <a:pt x="1728" y="7234"/>
                </a:lnTo>
                <a:lnTo>
                  <a:pt x="1816" y="7337"/>
                </a:lnTo>
                <a:lnTo>
                  <a:pt x="1897" y="7441"/>
                </a:lnTo>
                <a:lnTo>
                  <a:pt x="1971" y="7540"/>
                </a:lnTo>
                <a:lnTo>
                  <a:pt x="2036" y="7623"/>
                </a:lnTo>
                <a:lnTo>
                  <a:pt x="2093" y="7683"/>
                </a:lnTo>
                <a:lnTo>
                  <a:pt x="2140" y="7721"/>
                </a:lnTo>
                <a:lnTo>
                  <a:pt x="2176" y="7745"/>
                </a:lnTo>
                <a:lnTo>
                  <a:pt x="2203" y="7754"/>
                </a:lnTo>
                <a:lnTo>
                  <a:pt x="2227" y="7747"/>
                </a:lnTo>
                <a:lnTo>
                  <a:pt x="2249" y="7724"/>
                </a:lnTo>
                <a:lnTo>
                  <a:pt x="2273" y="7683"/>
                </a:lnTo>
                <a:lnTo>
                  <a:pt x="2299" y="7622"/>
                </a:lnTo>
                <a:lnTo>
                  <a:pt x="2324" y="7542"/>
                </a:lnTo>
                <a:lnTo>
                  <a:pt x="2347" y="7446"/>
                </a:lnTo>
                <a:lnTo>
                  <a:pt x="2370" y="7335"/>
                </a:lnTo>
                <a:lnTo>
                  <a:pt x="2392" y="7213"/>
                </a:lnTo>
                <a:lnTo>
                  <a:pt x="2413" y="7083"/>
                </a:lnTo>
                <a:lnTo>
                  <a:pt x="2435" y="6937"/>
                </a:lnTo>
                <a:lnTo>
                  <a:pt x="2456" y="6774"/>
                </a:lnTo>
                <a:lnTo>
                  <a:pt x="2477" y="6600"/>
                </a:lnTo>
                <a:lnTo>
                  <a:pt x="2497" y="6420"/>
                </a:lnTo>
                <a:lnTo>
                  <a:pt x="2516" y="6242"/>
                </a:lnTo>
                <a:lnTo>
                  <a:pt x="2533" y="6073"/>
                </a:lnTo>
                <a:lnTo>
                  <a:pt x="2550" y="5911"/>
                </a:lnTo>
                <a:lnTo>
                  <a:pt x="2566" y="5753"/>
                </a:lnTo>
                <a:lnTo>
                  <a:pt x="2581" y="5597"/>
                </a:lnTo>
                <a:lnTo>
                  <a:pt x="2594" y="5441"/>
                </a:lnTo>
                <a:lnTo>
                  <a:pt x="2605" y="5283"/>
                </a:lnTo>
                <a:lnTo>
                  <a:pt x="2613" y="5123"/>
                </a:lnTo>
                <a:lnTo>
                  <a:pt x="2619" y="4959"/>
                </a:lnTo>
                <a:lnTo>
                  <a:pt x="2622" y="4793"/>
                </a:lnTo>
                <a:lnTo>
                  <a:pt x="2623" y="4626"/>
                </a:lnTo>
                <a:lnTo>
                  <a:pt x="2622" y="4458"/>
                </a:lnTo>
                <a:lnTo>
                  <a:pt x="2619" y="4290"/>
                </a:lnTo>
                <a:lnTo>
                  <a:pt x="2613" y="4123"/>
                </a:lnTo>
                <a:lnTo>
                  <a:pt x="2606" y="3955"/>
                </a:lnTo>
                <a:lnTo>
                  <a:pt x="2596" y="3787"/>
                </a:lnTo>
                <a:lnTo>
                  <a:pt x="2585" y="3620"/>
                </a:lnTo>
                <a:lnTo>
                  <a:pt x="2571" y="3452"/>
                </a:lnTo>
                <a:lnTo>
                  <a:pt x="2554" y="3286"/>
                </a:lnTo>
                <a:lnTo>
                  <a:pt x="2533" y="3123"/>
                </a:lnTo>
                <a:lnTo>
                  <a:pt x="2511" y="2960"/>
                </a:lnTo>
                <a:lnTo>
                  <a:pt x="2485" y="2798"/>
                </a:lnTo>
                <a:lnTo>
                  <a:pt x="2457" y="2637"/>
                </a:lnTo>
                <a:lnTo>
                  <a:pt x="2426" y="2479"/>
                </a:lnTo>
                <a:lnTo>
                  <a:pt x="2392" y="2323"/>
                </a:lnTo>
                <a:lnTo>
                  <a:pt x="2353" y="2173"/>
                </a:lnTo>
                <a:lnTo>
                  <a:pt x="2312" y="2025"/>
                </a:lnTo>
                <a:lnTo>
                  <a:pt x="2266" y="1881"/>
                </a:lnTo>
                <a:lnTo>
                  <a:pt x="2217" y="1740"/>
                </a:lnTo>
                <a:lnTo>
                  <a:pt x="2165" y="1602"/>
                </a:lnTo>
                <a:lnTo>
                  <a:pt x="2111" y="1470"/>
                </a:lnTo>
                <a:lnTo>
                  <a:pt x="2053" y="1343"/>
                </a:lnTo>
                <a:lnTo>
                  <a:pt x="1994" y="1220"/>
                </a:lnTo>
                <a:lnTo>
                  <a:pt x="1931" y="1103"/>
                </a:lnTo>
                <a:lnTo>
                  <a:pt x="1866" y="990"/>
                </a:lnTo>
                <a:lnTo>
                  <a:pt x="1798" y="882"/>
                </a:lnTo>
                <a:lnTo>
                  <a:pt x="1727" y="779"/>
                </a:lnTo>
                <a:lnTo>
                  <a:pt x="1653" y="683"/>
                </a:lnTo>
                <a:lnTo>
                  <a:pt x="1577" y="592"/>
                </a:lnTo>
                <a:lnTo>
                  <a:pt x="1496" y="506"/>
                </a:lnTo>
                <a:lnTo>
                  <a:pt x="1413" y="425"/>
                </a:lnTo>
                <a:lnTo>
                  <a:pt x="1328" y="351"/>
                </a:lnTo>
                <a:lnTo>
                  <a:pt x="1241" y="283"/>
                </a:lnTo>
                <a:lnTo>
                  <a:pt x="1153" y="223"/>
                </a:lnTo>
                <a:lnTo>
                  <a:pt x="1058" y="168"/>
                </a:lnTo>
                <a:lnTo>
                  <a:pt x="952" y="119"/>
                </a:lnTo>
                <a:lnTo>
                  <a:pt x="845" y="76"/>
                </a:lnTo>
                <a:lnTo>
                  <a:pt x="744" y="42"/>
                </a:lnTo>
                <a:lnTo>
                  <a:pt x="657" y="17"/>
                </a:lnTo>
                <a:lnTo>
                  <a:pt x="593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445293" y="1413334"/>
            <a:ext cx="154205" cy="810390"/>
          </a:xfrm>
          <a:custGeom>
            <a:avLst/>
            <a:gdLst/>
            <a:ahLst/>
            <a:cxnLst/>
            <a:rect l="0" t="0" r="r" b="b"/>
            <a:pathLst>
              <a:path w="1866" h="10000">
                <a:moveTo>
                  <a:pt x="575" y="5381"/>
                </a:moveTo>
                <a:lnTo>
                  <a:pt x="577" y="5396"/>
                </a:lnTo>
                <a:lnTo>
                  <a:pt x="1325" y="10000"/>
                </a:lnTo>
                <a:lnTo>
                  <a:pt x="1866" y="9912"/>
                </a:lnTo>
                <a:lnTo>
                  <a:pt x="1119" y="5315"/>
                </a:lnTo>
                <a:lnTo>
                  <a:pt x="544" y="0"/>
                </a:lnTo>
                <a:lnTo>
                  <a:pt x="0" y="58"/>
                </a:lnTo>
                <a:lnTo>
                  <a:pt x="575" y="5381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480046" y="2704703"/>
            <a:ext cx="137486" cy="384701"/>
          </a:xfrm>
          <a:custGeom>
            <a:avLst/>
            <a:gdLst/>
            <a:ahLst/>
            <a:cxnLst/>
            <a:rect l="0" t="0" r="r" b="b"/>
            <a:pathLst>
              <a:path w="3505" h="10000">
                <a:moveTo>
                  <a:pt x="2405" y="5757"/>
                </a:moveTo>
                <a:lnTo>
                  <a:pt x="2414" y="5721"/>
                </a:lnTo>
                <a:lnTo>
                  <a:pt x="3505" y="266"/>
                </a:lnTo>
                <a:lnTo>
                  <a:pt x="2173" y="0"/>
                </a:lnTo>
                <a:lnTo>
                  <a:pt x="1086" y="5436"/>
                </a:lnTo>
                <a:lnTo>
                  <a:pt x="0" y="9661"/>
                </a:lnTo>
                <a:lnTo>
                  <a:pt x="1314" y="10000"/>
                </a:lnTo>
                <a:lnTo>
                  <a:pt x="2405" y="575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67364" y="2199396"/>
            <a:ext cx="518423" cy="541272"/>
            <a:chOff x="1567364" y="2199396"/>
            <a:chExt cx="518423" cy="541272"/>
          </a:xfrm>
        </p:grpSpPr>
        <p:sp>
          <p:nvSpPr>
            <p:cNvPr id="31" name="Forma 30"/>
            <p:cNvSpPr/>
            <p:nvPr/>
          </p:nvSpPr>
          <p:spPr>
            <a:xfrm>
              <a:off x="1567364" y="2199396"/>
              <a:ext cx="518423" cy="54127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838200" y="2239190"/>
              <a:ext cx="126718" cy="48182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595278" y="2691340"/>
            <a:ext cx="1735523" cy="38896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2999" y="422"/>
                </a:lnTo>
                <a:lnTo>
                  <a:pt x="3129" y="448"/>
                </a:lnTo>
                <a:lnTo>
                  <a:pt x="3246" y="494"/>
                </a:lnTo>
                <a:lnTo>
                  <a:pt x="3382" y="560"/>
                </a:lnTo>
                <a:lnTo>
                  <a:pt x="3388" y="563"/>
                </a:lnTo>
                <a:lnTo>
                  <a:pt x="3554" y="636"/>
                </a:lnTo>
                <a:lnTo>
                  <a:pt x="3573" y="644"/>
                </a:lnTo>
                <a:lnTo>
                  <a:pt x="3784" y="714"/>
                </a:lnTo>
                <a:lnTo>
                  <a:pt x="3800" y="719"/>
                </a:lnTo>
                <a:lnTo>
                  <a:pt x="4096" y="791"/>
                </a:lnTo>
                <a:lnTo>
                  <a:pt x="4100" y="792"/>
                </a:lnTo>
                <a:lnTo>
                  <a:pt x="4466" y="873"/>
                </a:lnTo>
                <a:lnTo>
                  <a:pt x="4468" y="874"/>
                </a:lnTo>
                <a:lnTo>
                  <a:pt x="4845" y="954"/>
                </a:lnTo>
                <a:lnTo>
                  <a:pt x="5037" y="995"/>
                </a:lnTo>
                <a:lnTo>
                  <a:pt x="5038" y="998"/>
                </a:lnTo>
                <a:lnTo>
                  <a:pt x="5049" y="1015"/>
                </a:lnTo>
                <a:lnTo>
                  <a:pt x="5062" y="1031"/>
                </a:lnTo>
                <a:lnTo>
                  <a:pt x="5076" y="1046"/>
                </a:lnTo>
                <a:lnTo>
                  <a:pt x="5091" y="1059"/>
                </a:lnTo>
                <a:lnTo>
                  <a:pt x="5108" y="1071"/>
                </a:lnTo>
                <a:lnTo>
                  <a:pt x="5125" y="1081"/>
                </a:lnTo>
                <a:lnTo>
                  <a:pt x="5144" y="1089"/>
                </a:lnTo>
                <a:lnTo>
                  <a:pt x="5163" y="1095"/>
                </a:lnTo>
                <a:lnTo>
                  <a:pt x="5183" y="1100"/>
                </a:lnTo>
                <a:lnTo>
                  <a:pt x="5294" y="1119"/>
                </a:lnTo>
                <a:lnTo>
                  <a:pt x="5300" y="1120"/>
                </a:lnTo>
                <a:lnTo>
                  <a:pt x="5681" y="1172"/>
                </a:lnTo>
                <a:lnTo>
                  <a:pt x="5682" y="1172"/>
                </a:lnTo>
                <a:lnTo>
                  <a:pt x="6265" y="1248"/>
                </a:lnTo>
                <a:lnTo>
                  <a:pt x="6266" y="1248"/>
                </a:lnTo>
                <a:lnTo>
                  <a:pt x="6897" y="1327"/>
                </a:lnTo>
                <a:lnTo>
                  <a:pt x="6899" y="1327"/>
                </a:lnTo>
                <a:lnTo>
                  <a:pt x="7424" y="1388"/>
                </a:lnTo>
                <a:lnTo>
                  <a:pt x="7432" y="1389"/>
                </a:lnTo>
                <a:lnTo>
                  <a:pt x="7696" y="1409"/>
                </a:lnTo>
                <a:lnTo>
                  <a:pt x="7716" y="1409"/>
                </a:lnTo>
                <a:lnTo>
                  <a:pt x="7736" y="1408"/>
                </a:lnTo>
                <a:lnTo>
                  <a:pt x="7756" y="1405"/>
                </a:lnTo>
                <a:lnTo>
                  <a:pt x="7775" y="1399"/>
                </a:lnTo>
                <a:lnTo>
                  <a:pt x="7794" y="1392"/>
                </a:lnTo>
                <a:lnTo>
                  <a:pt x="7811" y="1384"/>
                </a:lnTo>
                <a:lnTo>
                  <a:pt x="7828" y="1373"/>
                </a:lnTo>
                <a:lnTo>
                  <a:pt x="7844" y="1361"/>
                </a:lnTo>
                <a:lnTo>
                  <a:pt x="7859" y="1347"/>
                </a:lnTo>
                <a:lnTo>
                  <a:pt x="7872" y="1333"/>
                </a:lnTo>
                <a:lnTo>
                  <a:pt x="7884" y="1316"/>
                </a:lnTo>
                <a:lnTo>
                  <a:pt x="7894" y="1299"/>
                </a:lnTo>
                <a:lnTo>
                  <a:pt x="7902" y="1281"/>
                </a:lnTo>
                <a:lnTo>
                  <a:pt x="7909" y="1262"/>
                </a:lnTo>
                <a:lnTo>
                  <a:pt x="7914" y="1243"/>
                </a:lnTo>
                <a:lnTo>
                  <a:pt x="7916" y="1223"/>
                </a:lnTo>
                <a:lnTo>
                  <a:pt x="7917" y="1203"/>
                </a:lnTo>
                <a:lnTo>
                  <a:pt x="7916" y="1183"/>
                </a:lnTo>
                <a:lnTo>
                  <a:pt x="7913" y="1164"/>
                </a:lnTo>
                <a:lnTo>
                  <a:pt x="7908" y="1144"/>
                </a:lnTo>
                <a:lnTo>
                  <a:pt x="7902" y="1126"/>
                </a:lnTo>
                <a:lnTo>
                  <a:pt x="7893" y="1107"/>
                </a:lnTo>
                <a:lnTo>
                  <a:pt x="7883" y="1090"/>
                </a:lnTo>
                <a:lnTo>
                  <a:pt x="7871" y="1074"/>
                </a:lnTo>
                <a:lnTo>
                  <a:pt x="7858" y="1059"/>
                </a:lnTo>
                <a:lnTo>
                  <a:pt x="7843" y="1046"/>
                </a:lnTo>
                <a:lnTo>
                  <a:pt x="7827" y="1034"/>
                </a:lnTo>
                <a:lnTo>
                  <a:pt x="7810" y="1024"/>
                </a:lnTo>
                <a:lnTo>
                  <a:pt x="7792" y="1015"/>
                </a:lnTo>
                <a:lnTo>
                  <a:pt x="7774" y="1008"/>
                </a:lnTo>
                <a:lnTo>
                  <a:pt x="7676" y="977"/>
                </a:lnTo>
                <a:lnTo>
                  <a:pt x="7652" y="971"/>
                </a:lnTo>
                <a:lnTo>
                  <a:pt x="7295" y="903"/>
                </a:lnTo>
                <a:lnTo>
                  <a:pt x="6834" y="816"/>
                </a:lnTo>
                <a:lnTo>
                  <a:pt x="6739" y="795"/>
                </a:lnTo>
                <a:lnTo>
                  <a:pt x="6800" y="781"/>
                </a:lnTo>
                <a:lnTo>
                  <a:pt x="6995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40" y="343"/>
                </a:lnTo>
                <a:lnTo>
                  <a:pt x="6729" y="377"/>
                </a:lnTo>
                <a:lnTo>
                  <a:pt x="6715" y="379"/>
                </a:lnTo>
                <a:lnTo>
                  <a:pt x="6473" y="434"/>
                </a:lnTo>
                <a:lnTo>
                  <a:pt x="6457" y="439"/>
                </a:lnTo>
                <a:lnTo>
                  <a:pt x="6239" y="508"/>
                </a:lnTo>
                <a:lnTo>
                  <a:pt x="6222" y="514"/>
                </a:lnTo>
                <a:lnTo>
                  <a:pt x="6205" y="522"/>
                </a:lnTo>
                <a:lnTo>
                  <a:pt x="6064" y="595"/>
                </a:lnTo>
                <a:lnTo>
                  <a:pt x="6048" y="605"/>
                </a:lnTo>
                <a:lnTo>
                  <a:pt x="6032" y="617"/>
                </a:lnTo>
                <a:lnTo>
                  <a:pt x="6017" y="630"/>
                </a:lnTo>
                <a:lnTo>
                  <a:pt x="6004" y="644"/>
                </a:lnTo>
                <a:lnTo>
                  <a:pt x="5992" y="659"/>
                </a:lnTo>
                <a:lnTo>
                  <a:pt x="5981" y="676"/>
                </a:lnTo>
                <a:lnTo>
                  <a:pt x="5972" y="693"/>
                </a:lnTo>
                <a:lnTo>
                  <a:pt x="5965" y="711"/>
                </a:lnTo>
                <a:lnTo>
                  <a:pt x="5960" y="730"/>
                </a:lnTo>
                <a:lnTo>
                  <a:pt x="5956" y="750"/>
                </a:lnTo>
                <a:lnTo>
                  <a:pt x="5950" y="793"/>
                </a:lnTo>
                <a:lnTo>
                  <a:pt x="5736" y="765"/>
                </a:lnTo>
                <a:lnTo>
                  <a:pt x="5625" y="749"/>
                </a:lnTo>
                <a:lnTo>
                  <a:pt x="5613" y="739"/>
                </a:lnTo>
                <a:lnTo>
                  <a:pt x="5597" y="727"/>
                </a:lnTo>
                <a:lnTo>
                  <a:pt x="5580" y="717"/>
                </a:lnTo>
                <a:lnTo>
                  <a:pt x="5533" y="693"/>
                </a:lnTo>
                <a:lnTo>
                  <a:pt x="5517" y="686"/>
                </a:lnTo>
                <a:lnTo>
                  <a:pt x="5501" y="680"/>
                </a:lnTo>
                <a:lnTo>
                  <a:pt x="5485" y="675"/>
                </a:lnTo>
                <a:lnTo>
                  <a:pt x="5263" y="623"/>
                </a:lnTo>
                <a:lnTo>
                  <a:pt x="5260" y="622"/>
                </a:lnTo>
                <a:lnTo>
                  <a:pt x="4931" y="552"/>
                </a:lnTo>
                <a:lnTo>
                  <a:pt x="4930" y="552"/>
                </a:lnTo>
                <a:lnTo>
                  <a:pt x="4554" y="472"/>
                </a:lnTo>
                <a:lnTo>
                  <a:pt x="4191" y="392"/>
                </a:lnTo>
                <a:lnTo>
                  <a:pt x="3906" y="321"/>
                </a:lnTo>
                <a:lnTo>
                  <a:pt x="3712" y="257"/>
                </a:lnTo>
                <a:lnTo>
                  <a:pt x="3558" y="188"/>
                </a:lnTo>
                <a:lnTo>
                  <a:pt x="3418" y="121"/>
                </a:lnTo>
                <a:lnTo>
                  <a:pt x="3404" y="115"/>
                </a:lnTo>
                <a:lnTo>
                  <a:pt x="3263" y="59"/>
                </a:lnTo>
                <a:lnTo>
                  <a:pt x="3246" y="54"/>
                </a:lnTo>
                <a:lnTo>
                  <a:pt x="3229" y="50"/>
                </a:lnTo>
                <a:lnTo>
                  <a:pt x="3068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749808" y="1100938"/>
            <a:ext cx="1426464" cy="93269"/>
            <a:chOff x="749808" y="1100938"/>
            <a:chExt cx="1426464" cy="93269"/>
          </a:xfrm>
        </p:grpSpPr>
        <p:sp>
          <p:nvSpPr>
            <p:cNvPr id="35" name="Forma 34"/>
            <p:cNvSpPr/>
            <p:nvPr/>
          </p:nvSpPr>
          <p:spPr>
            <a:xfrm>
              <a:off x="74980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980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_2"/>
          <p:cNvSpPr/>
          <p:nvPr/>
        </p:nvSpPr>
        <p:spPr>
          <a:xfrm>
            <a:off x="9609612" y="1007669"/>
            <a:ext cx="2177735" cy="223845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_2"/>
          <p:cNvSpPr/>
          <p:nvPr/>
        </p:nvSpPr>
        <p:spPr>
          <a:xfrm>
            <a:off x="10294315" y="1135913"/>
            <a:ext cx="808330" cy="171381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_2"/>
          <p:cNvGrpSpPr/>
          <p:nvPr/>
        </p:nvGrpSpPr>
        <p:grpSpPr>
          <a:xfrm>
            <a:off x="9652406" y="1194206"/>
            <a:ext cx="2092147" cy="1921337"/>
            <a:chOff x="9652406" y="1194206"/>
            <a:chExt cx="2092147" cy="1921337"/>
          </a:xfrm>
        </p:grpSpPr>
        <p:sp>
          <p:nvSpPr>
            <p:cNvPr id="40" name="Forma 39"/>
            <p:cNvSpPr/>
            <p:nvPr/>
          </p:nvSpPr>
          <p:spPr>
            <a:xfrm>
              <a:off x="965240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965240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_2"/>
          <p:cNvSpPr/>
          <p:nvPr/>
        </p:nvSpPr>
        <p:spPr>
          <a:xfrm>
            <a:off x="9783166" y="1212126"/>
            <a:ext cx="805424" cy="175214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_2"/>
          <p:cNvSpPr/>
          <p:nvPr/>
        </p:nvSpPr>
        <p:spPr>
          <a:xfrm>
            <a:off x="10860003" y="1212126"/>
            <a:ext cx="753792" cy="180810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_2"/>
          <p:cNvSpPr/>
          <p:nvPr/>
        </p:nvSpPr>
        <p:spPr>
          <a:xfrm>
            <a:off x="10702682" y="1492402"/>
            <a:ext cx="312844" cy="14948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_2"/>
          <p:cNvGrpSpPr/>
          <p:nvPr/>
        </p:nvGrpSpPr>
        <p:grpSpPr>
          <a:xfrm>
            <a:off x="10415576" y="1007669"/>
            <a:ext cx="565809" cy="1000297"/>
            <a:chOff x="10415576" y="1007669"/>
            <a:chExt cx="565809" cy="1000297"/>
          </a:xfrm>
        </p:grpSpPr>
        <p:sp>
          <p:nvSpPr>
            <p:cNvPr id="46" name="Forma 45"/>
            <p:cNvSpPr/>
            <p:nvPr/>
          </p:nvSpPr>
          <p:spPr>
            <a:xfrm>
              <a:off x="10415576" y="1007669"/>
              <a:ext cx="565809" cy="100029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0655686" y="1077620"/>
              <a:ext cx="85588" cy="51006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48" name="PulmonDerecho_2"/>
          <p:cNvGrpSpPr/>
          <p:nvPr/>
        </p:nvGrpSpPr>
        <p:grpSpPr>
          <a:xfrm>
            <a:off x="9809318" y="1237843"/>
            <a:ext cx="753116" cy="1693728"/>
            <a:chOff x="9809318" y="1237843"/>
            <a:chExt cx="753116" cy="1693728"/>
          </a:xfrm>
        </p:grpSpPr>
        <p:sp>
          <p:nvSpPr>
            <p:cNvPr id="49" name="Forma 48"/>
            <p:cNvSpPr/>
            <p:nvPr/>
          </p:nvSpPr>
          <p:spPr>
            <a:xfrm>
              <a:off x="9809318" y="1237843"/>
              <a:ext cx="753116" cy="169372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0" name="Forma 49"/>
            <p:cNvSpPr/>
            <p:nvPr/>
          </p:nvSpPr>
          <p:spPr>
            <a:xfrm>
              <a:off x="9858030" y="1404061"/>
              <a:ext cx="590819" cy="12124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9827188" y="1975333"/>
              <a:ext cx="633548" cy="710227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2" name="PleuraVisceralD_2"/>
          <p:cNvSpPr/>
          <p:nvPr/>
        </p:nvSpPr>
        <p:spPr>
          <a:xfrm>
            <a:off x="9809318" y="1237843"/>
            <a:ext cx="753116" cy="1693728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3" name="PulmonIzquierdo_2"/>
          <p:cNvGrpSpPr/>
          <p:nvPr/>
        </p:nvGrpSpPr>
        <p:grpSpPr>
          <a:xfrm>
            <a:off x="10886158" y="1237843"/>
            <a:ext cx="701484" cy="1749759"/>
            <a:chOff x="10886158" y="1237843"/>
            <a:chExt cx="701484" cy="1749759"/>
          </a:xfrm>
        </p:grpSpPr>
        <p:sp>
          <p:nvSpPr>
            <p:cNvPr id="54" name="Forma 53"/>
            <p:cNvSpPr/>
            <p:nvPr/>
          </p:nvSpPr>
          <p:spPr>
            <a:xfrm>
              <a:off x="10886158" y="1237843"/>
              <a:ext cx="701484" cy="174975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5" name="Forma 54"/>
            <p:cNvSpPr/>
            <p:nvPr/>
          </p:nvSpPr>
          <p:spPr>
            <a:xfrm>
              <a:off x="10948111" y="1404061"/>
              <a:ext cx="590819" cy="12124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10955244" y="2010308"/>
              <a:ext cx="601479" cy="661574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7" name="PleuraVisceralI_2"/>
          <p:cNvSpPr/>
          <p:nvPr/>
        </p:nvSpPr>
        <p:spPr>
          <a:xfrm>
            <a:off x="10886158" y="1237843"/>
            <a:ext cx="701484" cy="174975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8" name="PleuraParietalD_2"/>
          <p:cNvSpPr/>
          <p:nvPr/>
        </p:nvSpPr>
        <p:spPr>
          <a:xfrm>
            <a:off x="9783166" y="1212126"/>
            <a:ext cx="805424" cy="175214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59" name="PleuraParietalI_2"/>
          <p:cNvSpPr/>
          <p:nvPr/>
        </p:nvSpPr>
        <p:spPr>
          <a:xfrm>
            <a:off x="10860003" y="1212126"/>
            <a:ext cx="753792" cy="180810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VenaCavaSup_2"/>
          <p:cNvSpPr/>
          <p:nvPr/>
        </p:nvSpPr>
        <p:spPr>
          <a:xfrm>
            <a:off x="10564888" y="1415004"/>
            <a:ext cx="91238" cy="806399"/>
          </a:xfrm>
          <a:custGeom>
            <a:avLst/>
            <a:gdLst/>
            <a:ahLst/>
            <a:cxnLst/>
            <a:rect l="0" t="0" r="r" b="b"/>
            <a:pathLst>
              <a:path w="1109" h="10000">
                <a:moveTo>
                  <a:pt x="115" y="5367"/>
                </a:moveTo>
                <a:lnTo>
                  <a:pt x="115" y="5373"/>
                </a:lnTo>
                <a:lnTo>
                  <a:pt x="289" y="10000"/>
                </a:lnTo>
                <a:lnTo>
                  <a:pt x="1109" y="9969"/>
                </a:lnTo>
                <a:lnTo>
                  <a:pt x="935" y="5346"/>
                </a:lnTo>
                <a:lnTo>
                  <a:pt x="820" y="0"/>
                </a:lnTo>
                <a:lnTo>
                  <a:pt x="0" y="17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1" name="VenaCavaInf_2"/>
          <p:cNvSpPr/>
          <p:nvPr/>
        </p:nvSpPr>
        <p:spPr>
          <a:xfrm>
            <a:off x="10587470" y="2708959"/>
            <a:ext cx="88890" cy="375052"/>
          </a:xfrm>
          <a:custGeom>
            <a:avLst/>
            <a:gdLst/>
            <a:ahLst/>
            <a:cxnLst/>
            <a:rect l="0" t="0" r="r" b="b"/>
            <a:pathLst>
              <a:path w="2324" h="10000">
                <a:moveTo>
                  <a:pt x="2199" y="5648"/>
                </a:moveTo>
                <a:lnTo>
                  <a:pt x="2199" y="5641"/>
                </a:lnTo>
                <a:lnTo>
                  <a:pt x="2324" y="46"/>
                </a:lnTo>
                <a:lnTo>
                  <a:pt x="248" y="0"/>
                </a:lnTo>
                <a:lnTo>
                  <a:pt x="124" y="5592"/>
                </a:lnTo>
                <a:lnTo>
                  <a:pt x="0" y="9940"/>
                </a:lnTo>
                <a:lnTo>
                  <a:pt x="2075" y="10000"/>
                </a:lnTo>
                <a:lnTo>
                  <a:pt x="2199" y="564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2" name="Corazon_2"/>
          <p:cNvGrpSpPr/>
          <p:nvPr/>
        </p:nvGrpSpPr>
        <p:grpSpPr>
          <a:xfrm>
            <a:off x="10544874" y="2110208"/>
            <a:ext cx="700503" cy="731377"/>
            <a:chOff x="10544874" y="2110208"/>
            <a:chExt cx="700503" cy="731377"/>
          </a:xfrm>
        </p:grpSpPr>
        <p:sp>
          <p:nvSpPr>
            <p:cNvPr id="63" name="Forma 62"/>
            <p:cNvSpPr/>
            <p:nvPr/>
          </p:nvSpPr>
          <p:spPr>
            <a:xfrm>
              <a:off x="10544874" y="2110208"/>
              <a:ext cx="700503" cy="731377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4" name="Forma 63"/>
            <p:cNvSpPr/>
            <p:nvPr/>
          </p:nvSpPr>
          <p:spPr>
            <a:xfrm>
              <a:off x="10910833" y="2163978"/>
              <a:ext cx="171223" cy="651054"/>
            </a:xfrm>
            <a:custGeom>
              <a:avLst/>
              <a:gdLst/>
              <a:ahLst/>
              <a:cxnLst/>
              <a:rect l="0" t="0" r="r" b="b"/>
              <a:pathLst>
                <a:path w="720" h="2792" fill="none">
                  <a:moveTo>
                    <a:pt x="166" y="0"/>
                  </a:moveTo>
                  <a:lnTo>
                    <a:pt x="136" y="137"/>
                  </a:lnTo>
                  <a:lnTo>
                    <a:pt x="90" y="330"/>
                  </a:lnTo>
                  <a:lnTo>
                    <a:pt x="42" y="556"/>
                  </a:lnTo>
                  <a:lnTo>
                    <a:pt x="7" y="793"/>
                  </a:lnTo>
                  <a:lnTo>
                    <a:pt x="0" y="1019"/>
                  </a:lnTo>
                  <a:lnTo>
                    <a:pt x="24" y="1242"/>
                  </a:lnTo>
                  <a:lnTo>
                    <a:pt x="70" y="1477"/>
                  </a:lnTo>
                  <a:lnTo>
                    <a:pt x="132" y="1711"/>
                  </a:lnTo>
                  <a:lnTo>
                    <a:pt x="203" y="1932"/>
                  </a:lnTo>
                  <a:lnTo>
                    <a:pt x="276" y="2127"/>
                  </a:lnTo>
                  <a:lnTo>
                    <a:pt x="362" y="2299"/>
                  </a:lnTo>
                  <a:lnTo>
                    <a:pt x="463" y="2457"/>
                  </a:lnTo>
                  <a:lnTo>
                    <a:pt x="566" y="2595"/>
                  </a:lnTo>
                  <a:lnTo>
                    <a:pt x="657" y="2708"/>
                  </a:lnTo>
                  <a:lnTo>
                    <a:pt x="720" y="2792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65" name="Pericardio"/>
          <p:cNvGrpSpPr/>
          <p:nvPr/>
        </p:nvGrpSpPr>
        <p:grpSpPr>
          <a:xfrm>
            <a:off x="10506838" y="2072969"/>
            <a:ext cx="776571" cy="805915"/>
            <a:chOff x="10506838" y="2072969"/>
            <a:chExt cx="776571" cy="805915"/>
          </a:xfrm>
        </p:grpSpPr>
        <p:sp>
          <p:nvSpPr>
            <p:cNvPr id="66" name="Forma 65"/>
            <p:cNvSpPr/>
            <p:nvPr/>
          </p:nvSpPr>
          <p:spPr>
            <a:xfrm>
              <a:off x="10506838" y="2072969"/>
              <a:ext cx="776571" cy="805915"/>
            </a:xfrm>
            <a:custGeom>
              <a:avLst/>
              <a:gdLst/>
              <a:ahLst/>
              <a:cxnLst/>
              <a:rect l="0" t="0" r="r" b="b"/>
              <a:pathLst>
                <a:path w="9450" h="10000">
                  <a:moveTo>
                    <a:pt x="672" y="1523"/>
                  </a:moveTo>
                  <a:lnTo>
                    <a:pt x="642" y="1577"/>
                  </a:lnTo>
                  <a:lnTo>
                    <a:pt x="505" y="1866"/>
                  </a:lnTo>
                  <a:lnTo>
                    <a:pt x="486" y="1911"/>
                  </a:lnTo>
                  <a:lnTo>
                    <a:pt x="376" y="2226"/>
                  </a:lnTo>
                  <a:lnTo>
                    <a:pt x="365" y="2260"/>
                  </a:lnTo>
                  <a:lnTo>
                    <a:pt x="276" y="2596"/>
                  </a:lnTo>
                  <a:lnTo>
                    <a:pt x="270" y="2621"/>
                  </a:lnTo>
                  <a:lnTo>
                    <a:pt x="197" y="2975"/>
                  </a:lnTo>
                  <a:lnTo>
                    <a:pt x="194" y="2992"/>
                  </a:lnTo>
                  <a:lnTo>
                    <a:pt x="132" y="3360"/>
                  </a:lnTo>
                  <a:lnTo>
                    <a:pt x="130" y="3374"/>
                  </a:lnTo>
                  <a:lnTo>
                    <a:pt x="76" y="3768"/>
                  </a:lnTo>
                  <a:lnTo>
                    <a:pt x="74" y="3785"/>
                  </a:lnTo>
                  <a:lnTo>
                    <a:pt x="33" y="4209"/>
                  </a:lnTo>
                  <a:lnTo>
                    <a:pt x="31" y="4227"/>
                  </a:lnTo>
                  <a:lnTo>
                    <a:pt x="6" y="4669"/>
                  </a:lnTo>
                  <a:lnTo>
                    <a:pt x="5" y="4689"/>
                  </a:lnTo>
                  <a:lnTo>
                    <a:pt x="0" y="5136"/>
                  </a:lnTo>
                  <a:lnTo>
                    <a:pt x="0" y="5160"/>
                  </a:lnTo>
                  <a:lnTo>
                    <a:pt x="17" y="5600"/>
                  </a:lnTo>
                  <a:lnTo>
                    <a:pt x="20" y="5630"/>
                  </a:lnTo>
                  <a:lnTo>
                    <a:pt x="64" y="6050"/>
                  </a:lnTo>
                  <a:lnTo>
                    <a:pt x="67" y="6072"/>
                  </a:lnTo>
                  <a:lnTo>
                    <a:pt x="130" y="6487"/>
                  </a:lnTo>
                  <a:lnTo>
                    <a:pt x="133" y="6502"/>
                  </a:lnTo>
                  <a:lnTo>
                    <a:pt x="211" y="6927"/>
                  </a:lnTo>
                  <a:lnTo>
                    <a:pt x="217" y="6952"/>
                  </a:lnTo>
                  <a:lnTo>
                    <a:pt x="319" y="7370"/>
                  </a:lnTo>
                  <a:lnTo>
                    <a:pt x="330" y="7408"/>
                  </a:lnTo>
                  <a:lnTo>
                    <a:pt x="463" y="7802"/>
                  </a:lnTo>
                  <a:lnTo>
                    <a:pt x="485" y="7856"/>
                  </a:lnTo>
                  <a:lnTo>
                    <a:pt x="657" y="8212"/>
                  </a:lnTo>
                  <a:lnTo>
                    <a:pt x="677" y="8248"/>
                  </a:lnTo>
                  <a:lnTo>
                    <a:pt x="700" y="8283"/>
                  </a:lnTo>
                  <a:lnTo>
                    <a:pt x="920" y="8583"/>
                  </a:lnTo>
                  <a:lnTo>
                    <a:pt x="953" y="8623"/>
                  </a:lnTo>
                  <a:lnTo>
                    <a:pt x="991" y="8660"/>
                  </a:lnTo>
                  <a:lnTo>
                    <a:pt x="1266" y="8898"/>
                  </a:lnTo>
                  <a:lnTo>
                    <a:pt x="1301" y="8925"/>
                  </a:lnTo>
                  <a:lnTo>
                    <a:pt x="1339" y="8949"/>
                  </a:lnTo>
                  <a:lnTo>
                    <a:pt x="1665" y="9136"/>
                  </a:lnTo>
                  <a:lnTo>
                    <a:pt x="1722" y="9164"/>
                  </a:lnTo>
                  <a:lnTo>
                    <a:pt x="2087" y="9312"/>
                  </a:lnTo>
                  <a:lnTo>
                    <a:pt x="2126" y="9325"/>
                  </a:lnTo>
                  <a:lnTo>
                    <a:pt x="2518" y="9446"/>
                  </a:lnTo>
                  <a:lnTo>
                    <a:pt x="2539" y="9451"/>
                  </a:lnTo>
                  <a:lnTo>
                    <a:pt x="2947" y="9556"/>
                  </a:lnTo>
                  <a:lnTo>
                    <a:pt x="2953" y="9557"/>
                  </a:lnTo>
                  <a:lnTo>
                    <a:pt x="3364" y="9657"/>
                  </a:lnTo>
                  <a:lnTo>
                    <a:pt x="3370" y="9659"/>
                  </a:lnTo>
                  <a:lnTo>
                    <a:pt x="3800" y="9757"/>
                  </a:lnTo>
                  <a:lnTo>
                    <a:pt x="3817" y="9760"/>
                  </a:lnTo>
                  <a:lnTo>
                    <a:pt x="4279" y="9847"/>
                  </a:lnTo>
                  <a:lnTo>
                    <a:pt x="4296" y="9850"/>
                  </a:lnTo>
                  <a:lnTo>
                    <a:pt x="4773" y="9922"/>
                  </a:lnTo>
                  <a:lnTo>
                    <a:pt x="4793" y="9924"/>
                  </a:lnTo>
                  <a:lnTo>
                    <a:pt x="5269" y="9974"/>
                  </a:lnTo>
                  <a:lnTo>
                    <a:pt x="5294" y="9976"/>
                  </a:lnTo>
                  <a:lnTo>
                    <a:pt x="5751" y="9999"/>
                  </a:lnTo>
                  <a:lnTo>
                    <a:pt x="5784" y="10000"/>
                  </a:lnTo>
                  <a:lnTo>
                    <a:pt x="6208" y="9991"/>
                  </a:lnTo>
                  <a:lnTo>
                    <a:pt x="6236" y="9989"/>
                  </a:lnTo>
                  <a:lnTo>
                    <a:pt x="6636" y="9957"/>
                  </a:lnTo>
                  <a:lnTo>
                    <a:pt x="6657" y="9954"/>
                  </a:lnTo>
                  <a:lnTo>
                    <a:pt x="7050" y="9904"/>
                  </a:lnTo>
                  <a:lnTo>
                    <a:pt x="7084" y="9898"/>
                  </a:lnTo>
                  <a:lnTo>
                    <a:pt x="7459" y="9821"/>
                  </a:lnTo>
                  <a:lnTo>
                    <a:pt x="7509" y="9808"/>
                  </a:lnTo>
                  <a:lnTo>
                    <a:pt x="7856" y="9695"/>
                  </a:lnTo>
                  <a:lnTo>
                    <a:pt x="7890" y="9682"/>
                  </a:lnTo>
                  <a:lnTo>
                    <a:pt x="7923" y="9667"/>
                  </a:lnTo>
                  <a:lnTo>
                    <a:pt x="8232" y="9510"/>
                  </a:lnTo>
                  <a:lnTo>
                    <a:pt x="8274" y="9486"/>
                  </a:lnTo>
                  <a:lnTo>
                    <a:pt x="8313" y="9457"/>
                  </a:lnTo>
                  <a:lnTo>
                    <a:pt x="8573" y="9246"/>
                  </a:lnTo>
                  <a:lnTo>
                    <a:pt x="8614" y="9209"/>
                  </a:lnTo>
                  <a:lnTo>
                    <a:pt x="8649" y="9167"/>
                  </a:lnTo>
                  <a:lnTo>
                    <a:pt x="8861" y="8890"/>
                  </a:lnTo>
                  <a:lnTo>
                    <a:pt x="8885" y="8855"/>
                  </a:lnTo>
                  <a:lnTo>
                    <a:pt x="8906" y="8818"/>
                  </a:lnTo>
                  <a:lnTo>
                    <a:pt x="9078" y="8478"/>
                  </a:lnTo>
                  <a:lnTo>
                    <a:pt x="9102" y="8421"/>
                  </a:lnTo>
                  <a:lnTo>
                    <a:pt x="9236" y="8037"/>
                  </a:lnTo>
                  <a:lnTo>
                    <a:pt x="9249" y="7991"/>
                  </a:lnTo>
                  <a:lnTo>
                    <a:pt x="9346" y="7580"/>
                  </a:lnTo>
                  <a:lnTo>
                    <a:pt x="9353" y="7542"/>
                  </a:lnTo>
                  <a:lnTo>
                    <a:pt x="9415" y="7122"/>
                  </a:lnTo>
                  <a:lnTo>
                    <a:pt x="9419" y="7087"/>
                  </a:lnTo>
                  <a:lnTo>
                    <a:pt x="9448" y="6675"/>
                  </a:lnTo>
                  <a:lnTo>
                    <a:pt x="9450" y="6634"/>
                  </a:lnTo>
                  <a:lnTo>
                    <a:pt x="9441" y="6219"/>
                  </a:lnTo>
                  <a:lnTo>
                    <a:pt x="9439" y="6178"/>
                  </a:lnTo>
                  <a:lnTo>
                    <a:pt x="9391" y="5743"/>
                  </a:lnTo>
                  <a:lnTo>
                    <a:pt x="9386" y="5709"/>
                  </a:lnTo>
                  <a:lnTo>
                    <a:pt x="9304" y="5266"/>
                  </a:lnTo>
                  <a:lnTo>
                    <a:pt x="9297" y="5236"/>
                  </a:lnTo>
                  <a:lnTo>
                    <a:pt x="9185" y="4795"/>
                  </a:lnTo>
                  <a:lnTo>
                    <a:pt x="9177" y="4768"/>
                  </a:lnTo>
                  <a:lnTo>
                    <a:pt x="9040" y="4340"/>
                  </a:lnTo>
                  <a:lnTo>
                    <a:pt x="9030" y="4313"/>
                  </a:lnTo>
                  <a:lnTo>
                    <a:pt x="8873" y="3910"/>
                  </a:lnTo>
                  <a:lnTo>
                    <a:pt x="8860" y="3880"/>
                  </a:lnTo>
                  <a:lnTo>
                    <a:pt x="8677" y="3494"/>
                  </a:lnTo>
                  <a:lnTo>
                    <a:pt x="8662" y="3465"/>
                  </a:lnTo>
                  <a:lnTo>
                    <a:pt x="8449" y="3085"/>
                  </a:lnTo>
                  <a:lnTo>
                    <a:pt x="8433" y="3060"/>
                  </a:lnTo>
                  <a:lnTo>
                    <a:pt x="8195" y="2693"/>
                  </a:lnTo>
                  <a:lnTo>
                    <a:pt x="8178" y="2670"/>
                  </a:lnTo>
                  <a:lnTo>
                    <a:pt x="7920" y="2323"/>
                  </a:lnTo>
                  <a:lnTo>
                    <a:pt x="7902" y="2300"/>
                  </a:lnTo>
                  <a:lnTo>
                    <a:pt x="7631" y="1981"/>
                  </a:lnTo>
                  <a:lnTo>
                    <a:pt x="7609" y="1957"/>
                  </a:lnTo>
                  <a:lnTo>
                    <a:pt x="7331" y="1671"/>
                  </a:lnTo>
                  <a:lnTo>
                    <a:pt x="7303" y="1645"/>
                  </a:lnTo>
                  <a:lnTo>
                    <a:pt x="7014" y="1394"/>
                  </a:lnTo>
                  <a:lnTo>
                    <a:pt x="6982" y="1369"/>
                  </a:lnTo>
                  <a:lnTo>
                    <a:pt x="6678" y="1147"/>
                  </a:lnTo>
                  <a:lnTo>
                    <a:pt x="6647" y="1127"/>
                  </a:lnTo>
                  <a:lnTo>
                    <a:pt x="6329" y="932"/>
                  </a:lnTo>
                  <a:lnTo>
                    <a:pt x="6301" y="916"/>
                  </a:lnTo>
                  <a:lnTo>
                    <a:pt x="5972" y="745"/>
                  </a:lnTo>
                  <a:lnTo>
                    <a:pt x="5947" y="733"/>
                  </a:lnTo>
                  <a:lnTo>
                    <a:pt x="5609" y="583"/>
                  </a:lnTo>
                  <a:lnTo>
                    <a:pt x="5587" y="574"/>
                  </a:lnTo>
                  <a:lnTo>
                    <a:pt x="5243" y="441"/>
                  </a:lnTo>
                  <a:lnTo>
                    <a:pt x="5225" y="434"/>
                  </a:lnTo>
                  <a:lnTo>
                    <a:pt x="4862" y="311"/>
                  </a:lnTo>
                  <a:lnTo>
                    <a:pt x="4842" y="305"/>
                  </a:lnTo>
                  <a:lnTo>
                    <a:pt x="4457" y="193"/>
                  </a:lnTo>
                  <a:lnTo>
                    <a:pt x="4433" y="186"/>
                  </a:lnTo>
                  <a:lnTo>
                    <a:pt x="4039" y="95"/>
                  </a:lnTo>
                  <a:lnTo>
                    <a:pt x="4006" y="88"/>
                  </a:lnTo>
                  <a:lnTo>
                    <a:pt x="3617" y="27"/>
                  </a:lnTo>
                  <a:lnTo>
                    <a:pt x="3572" y="22"/>
                  </a:lnTo>
                  <a:lnTo>
                    <a:pt x="3201" y="0"/>
                  </a:lnTo>
                  <a:lnTo>
                    <a:pt x="3137" y="0"/>
                  </a:lnTo>
                  <a:lnTo>
                    <a:pt x="2797" y="26"/>
                  </a:lnTo>
                  <a:lnTo>
                    <a:pt x="2758" y="31"/>
                  </a:lnTo>
                  <a:lnTo>
                    <a:pt x="2720" y="39"/>
                  </a:lnTo>
                  <a:lnTo>
                    <a:pt x="2404" y="118"/>
                  </a:lnTo>
                  <a:lnTo>
                    <a:pt x="2371" y="127"/>
                  </a:lnTo>
                  <a:lnTo>
                    <a:pt x="2339" y="139"/>
                  </a:lnTo>
                  <a:lnTo>
                    <a:pt x="2037" y="264"/>
                  </a:lnTo>
                  <a:lnTo>
                    <a:pt x="1983" y="291"/>
                  </a:lnTo>
                  <a:lnTo>
                    <a:pt x="1699" y="456"/>
                  </a:lnTo>
                  <a:lnTo>
                    <a:pt x="1653" y="486"/>
                  </a:lnTo>
                  <a:lnTo>
                    <a:pt x="1391" y="682"/>
                  </a:lnTo>
                  <a:lnTo>
                    <a:pt x="1351" y="716"/>
                  </a:lnTo>
                  <a:lnTo>
                    <a:pt x="1116" y="937"/>
                  </a:lnTo>
                  <a:lnTo>
                    <a:pt x="1081" y="974"/>
                  </a:lnTo>
                  <a:lnTo>
                    <a:pt x="877" y="1213"/>
                  </a:lnTo>
                  <a:lnTo>
                    <a:pt x="841" y="1262"/>
                  </a:lnTo>
                  <a:lnTo>
                    <a:pt x="672" y="1523"/>
                  </a:lnTo>
                  <a:close/>
                  <a:moveTo>
                    <a:pt x="1185" y="1476"/>
                  </a:moveTo>
                  <a:lnTo>
                    <a:pt x="1389" y="1237"/>
                  </a:lnTo>
                  <a:lnTo>
                    <a:pt x="1394" y="1232"/>
                  </a:lnTo>
                  <a:lnTo>
                    <a:pt x="1629" y="1011"/>
                  </a:lnTo>
                  <a:lnTo>
                    <a:pt x="1634" y="1006"/>
                  </a:lnTo>
                  <a:lnTo>
                    <a:pt x="1896" y="810"/>
                  </a:lnTo>
                  <a:lnTo>
                    <a:pt x="1902" y="806"/>
                  </a:lnTo>
                  <a:lnTo>
                    <a:pt x="2186" y="642"/>
                  </a:lnTo>
                  <a:lnTo>
                    <a:pt x="2193" y="638"/>
                  </a:lnTo>
                  <a:lnTo>
                    <a:pt x="2495" y="513"/>
                  </a:lnTo>
                  <a:lnTo>
                    <a:pt x="2499" y="512"/>
                  </a:lnTo>
                  <a:lnTo>
                    <a:pt x="2503" y="510"/>
                  </a:lnTo>
                  <a:lnTo>
                    <a:pt x="2818" y="431"/>
                  </a:lnTo>
                  <a:lnTo>
                    <a:pt x="2823" y="431"/>
                  </a:lnTo>
                  <a:lnTo>
                    <a:pt x="2828" y="430"/>
                  </a:lnTo>
                  <a:lnTo>
                    <a:pt x="3168" y="404"/>
                  </a:lnTo>
                  <a:lnTo>
                    <a:pt x="3176" y="404"/>
                  </a:lnTo>
                  <a:lnTo>
                    <a:pt x="3548" y="426"/>
                  </a:lnTo>
                  <a:lnTo>
                    <a:pt x="3553" y="427"/>
                  </a:lnTo>
                  <a:lnTo>
                    <a:pt x="3943" y="489"/>
                  </a:lnTo>
                  <a:lnTo>
                    <a:pt x="3947" y="489"/>
                  </a:lnTo>
                  <a:lnTo>
                    <a:pt x="4341" y="581"/>
                  </a:lnTo>
                  <a:lnTo>
                    <a:pt x="4344" y="582"/>
                  </a:lnTo>
                  <a:lnTo>
                    <a:pt x="4729" y="694"/>
                  </a:lnTo>
                  <a:lnTo>
                    <a:pt x="4732" y="694"/>
                  </a:lnTo>
                  <a:lnTo>
                    <a:pt x="5095" y="818"/>
                  </a:lnTo>
                  <a:lnTo>
                    <a:pt x="5097" y="818"/>
                  </a:lnTo>
                  <a:lnTo>
                    <a:pt x="5441" y="952"/>
                  </a:lnTo>
                  <a:lnTo>
                    <a:pt x="5444" y="953"/>
                  </a:lnTo>
                  <a:lnTo>
                    <a:pt x="5782" y="1103"/>
                  </a:lnTo>
                  <a:lnTo>
                    <a:pt x="5785" y="1105"/>
                  </a:lnTo>
                  <a:lnTo>
                    <a:pt x="6114" y="1276"/>
                  </a:lnTo>
                  <a:lnTo>
                    <a:pt x="6118" y="1278"/>
                  </a:lnTo>
                  <a:lnTo>
                    <a:pt x="6436" y="1472"/>
                  </a:lnTo>
                  <a:lnTo>
                    <a:pt x="6440" y="1475"/>
                  </a:lnTo>
                  <a:lnTo>
                    <a:pt x="6744" y="1696"/>
                  </a:lnTo>
                  <a:lnTo>
                    <a:pt x="6748" y="1699"/>
                  </a:lnTo>
                  <a:lnTo>
                    <a:pt x="7037" y="1951"/>
                  </a:lnTo>
                  <a:lnTo>
                    <a:pt x="7041" y="1954"/>
                  </a:lnTo>
                  <a:lnTo>
                    <a:pt x="7319" y="2240"/>
                  </a:lnTo>
                  <a:lnTo>
                    <a:pt x="7322" y="2243"/>
                  </a:lnTo>
                  <a:lnTo>
                    <a:pt x="7593" y="2562"/>
                  </a:lnTo>
                  <a:lnTo>
                    <a:pt x="7595" y="2565"/>
                  </a:lnTo>
                  <a:lnTo>
                    <a:pt x="7853" y="2911"/>
                  </a:lnTo>
                  <a:lnTo>
                    <a:pt x="7855" y="2914"/>
                  </a:lnTo>
                  <a:lnTo>
                    <a:pt x="8094" y="3281"/>
                  </a:lnTo>
                  <a:lnTo>
                    <a:pt x="8096" y="3284"/>
                  </a:lnTo>
                  <a:lnTo>
                    <a:pt x="8309" y="3663"/>
                  </a:lnTo>
                  <a:lnTo>
                    <a:pt x="8311" y="3667"/>
                  </a:lnTo>
                  <a:lnTo>
                    <a:pt x="8494" y="4053"/>
                  </a:lnTo>
                  <a:lnTo>
                    <a:pt x="8496" y="4057"/>
                  </a:lnTo>
                  <a:lnTo>
                    <a:pt x="8653" y="4460"/>
                  </a:lnTo>
                  <a:lnTo>
                    <a:pt x="8654" y="4464"/>
                  </a:lnTo>
                  <a:lnTo>
                    <a:pt x="8791" y="4891"/>
                  </a:lnTo>
                  <a:lnTo>
                    <a:pt x="8792" y="4895"/>
                  </a:lnTo>
                  <a:lnTo>
                    <a:pt x="8905" y="5336"/>
                  </a:lnTo>
                  <a:lnTo>
                    <a:pt x="8905" y="5340"/>
                  </a:lnTo>
                  <a:lnTo>
                    <a:pt x="8988" y="5783"/>
                  </a:lnTo>
                  <a:lnTo>
                    <a:pt x="8988" y="5787"/>
                  </a:lnTo>
                  <a:lnTo>
                    <a:pt x="9036" y="6222"/>
                  </a:lnTo>
                  <a:lnTo>
                    <a:pt x="9036" y="6227"/>
                  </a:lnTo>
                  <a:lnTo>
                    <a:pt x="9045" y="6641"/>
                  </a:lnTo>
                  <a:lnTo>
                    <a:pt x="9044" y="6647"/>
                  </a:lnTo>
                  <a:lnTo>
                    <a:pt x="9015" y="7058"/>
                  </a:lnTo>
                  <a:lnTo>
                    <a:pt x="9015" y="7062"/>
                  </a:lnTo>
                  <a:lnTo>
                    <a:pt x="8953" y="7482"/>
                  </a:lnTo>
                  <a:lnTo>
                    <a:pt x="8952" y="7487"/>
                  </a:lnTo>
                  <a:lnTo>
                    <a:pt x="8855" y="7898"/>
                  </a:lnTo>
                  <a:lnTo>
                    <a:pt x="8853" y="7904"/>
                  </a:lnTo>
                  <a:lnTo>
                    <a:pt x="8720" y="8288"/>
                  </a:lnTo>
                  <a:lnTo>
                    <a:pt x="8717" y="8295"/>
                  </a:lnTo>
                  <a:lnTo>
                    <a:pt x="8545" y="8635"/>
                  </a:lnTo>
                  <a:lnTo>
                    <a:pt x="8542" y="8640"/>
                  </a:lnTo>
                  <a:lnTo>
                    <a:pt x="8539" y="8644"/>
                  </a:lnTo>
                  <a:lnTo>
                    <a:pt x="8327" y="8922"/>
                  </a:lnTo>
                  <a:lnTo>
                    <a:pt x="8323" y="8927"/>
                  </a:lnTo>
                  <a:lnTo>
                    <a:pt x="8318" y="8932"/>
                  </a:lnTo>
                  <a:lnTo>
                    <a:pt x="8058" y="9142"/>
                  </a:lnTo>
                  <a:lnTo>
                    <a:pt x="8053" y="9146"/>
                  </a:lnTo>
                  <a:lnTo>
                    <a:pt x="8048" y="9149"/>
                  </a:lnTo>
                  <a:lnTo>
                    <a:pt x="7739" y="9306"/>
                  </a:lnTo>
                  <a:lnTo>
                    <a:pt x="7735" y="9308"/>
                  </a:lnTo>
                  <a:lnTo>
                    <a:pt x="7731" y="9310"/>
                  </a:lnTo>
                  <a:lnTo>
                    <a:pt x="7384" y="9423"/>
                  </a:lnTo>
                  <a:lnTo>
                    <a:pt x="7378" y="9424"/>
                  </a:lnTo>
                  <a:lnTo>
                    <a:pt x="7003" y="9501"/>
                  </a:lnTo>
                  <a:lnTo>
                    <a:pt x="6998" y="9502"/>
                  </a:lnTo>
                  <a:lnTo>
                    <a:pt x="6606" y="9553"/>
                  </a:lnTo>
                  <a:lnTo>
                    <a:pt x="6603" y="9553"/>
                  </a:lnTo>
                  <a:lnTo>
                    <a:pt x="6203" y="9585"/>
                  </a:lnTo>
                  <a:lnTo>
                    <a:pt x="6199" y="9586"/>
                  </a:lnTo>
                  <a:lnTo>
                    <a:pt x="5776" y="9595"/>
                  </a:lnTo>
                  <a:lnTo>
                    <a:pt x="5772" y="9594"/>
                  </a:lnTo>
                  <a:lnTo>
                    <a:pt x="5314" y="9571"/>
                  </a:lnTo>
                  <a:lnTo>
                    <a:pt x="5311" y="9571"/>
                  </a:lnTo>
                  <a:lnTo>
                    <a:pt x="4836" y="9521"/>
                  </a:lnTo>
                  <a:lnTo>
                    <a:pt x="4833" y="9521"/>
                  </a:lnTo>
                  <a:lnTo>
                    <a:pt x="4356" y="9450"/>
                  </a:lnTo>
                  <a:lnTo>
                    <a:pt x="4354" y="9449"/>
                  </a:lnTo>
                  <a:lnTo>
                    <a:pt x="3892" y="9362"/>
                  </a:lnTo>
                  <a:lnTo>
                    <a:pt x="3890" y="9362"/>
                  </a:lnTo>
                  <a:lnTo>
                    <a:pt x="3460" y="9264"/>
                  </a:lnTo>
                  <a:lnTo>
                    <a:pt x="3460" y="9263"/>
                  </a:lnTo>
                  <a:lnTo>
                    <a:pt x="3048" y="9164"/>
                  </a:lnTo>
                  <a:lnTo>
                    <a:pt x="3048" y="9163"/>
                  </a:lnTo>
                  <a:lnTo>
                    <a:pt x="2640" y="9059"/>
                  </a:lnTo>
                  <a:lnTo>
                    <a:pt x="2637" y="9058"/>
                  </a:lnTo>
                  <a:lnTo>
                    <a:pt x="2244" y="8938"/>
                  </a:lnTo>
                  <a:lnTo>
                    <a:pt x="2239" y="8936"/>
                  </a:lnTo>
                  <a:lnTo>
                    <a:pt x="1874" y="8788"/>
                  </a:lnTo>
                  <a:lnTo>
                    <a:pt x="1867" y="8785"/>
                  </a:lnTo>
                  <a:lnTo>
                    <a:pt x="1540" y="8598"/>
                  </a:lnTo>
                  <a:lnTo>
                    <a:pt x="1535" y="8595"/>
                  </a:lnTo>
                  <a:lnTo>
                    <a:pt x="1531" y="8591"/>
                  </a:lnTo>
                  <a:lnTo>
                    <a:pt x="1256" y="8353"/>
                  </a:lnTo>
                  <a:lnTo>
                    <a:pt x="1251" y="8349"/>
                  </a:lnTo>
                  <a:lnTo>
                    <a:pt x="1247" y="8344"/>
                  </a:lnTo>
                  <a:lnTo>
                    <a:pt x="1027" y="8044"/>
                  </a:lnTo>
                  <a:lnTo>
                    <a:pt x="1024" y="8039"/>
                  </a:lnTo>
                  <a:lnTo>
                    <a:pt x="1022" y="8035"/>
                  </a:lnTo>
                  <a:lnTo>
                    <a:pt x="850" y="7679"/>
                  </a:lnTo>
                  <a:lnTo>
                    <a:pt x="847" y="7673"/>
                  </a:lnTo>
                  <a:lnTo>
                    <a:pt x="714" y="7278"/>
                  </a:lnTo>
                  <a:lnTo>
                    <a:pt x="712" y="7273"/>
                  </a:lnTo>
                  <a:lnTo>
                    <a:pt x="610" y="6856"/>
                  </a:lnTo>
                  <a:lnTo>
                    <a:pt x="610" y="6853"/>
                  </a:lnTo>
                  <a:lnTo>
                    <a:pt x="531" y="6428"/>
                  </a:lnTo>
                  <a:lnTo>
                    <a:pt x="531" y="6426"/>
                  </a:lnTo>
                  <a:lnTo>
                    <a:pt x="467" y="6010"/>
                  </a:lnTo>
                  <a:lnTo>
                    <a:pt x="467" y="6008"/>
                  </a:lnTo>
                  <a:lnTo>
                    <a:pt x="422" y="5588"/>
                  </a:lnTo>
                  <a:lnTo>
                    <a:pt x="422" y="5584"/>
                  </a:lnTo>
                  <a:lnTo>
                    <a:pt x="405" y="5144"/>
                  </a:lnTo>
                  <a:lnTo>
                    <a:pt x="404" y="5141"/>
                  </a:lnTo>
                  <a:lnTo>
                    <a:pt x="410" y="4694"/>
                  </a:lnTo>
                  <a:lnTo>
                    <a:pt x="410" y="4692"/>
                  </a:lnTo>
                  <a:lnTo>
                    <a:pt x="435" y="4250"/>
                  </a:lnTo>
                  <a:lnTo>
                    <a:pt x="436" y="4248"/>
                  </a:lnTo>
                  <a:lnTo>
                    <a:pt x="477" y="3825"/>
                  </a:lnTo>
                  <a:lnTo>
                    <a:pt x="477" y="3822"/>
                  </a:lnTo>
                  <a:lnTo>
                    <a:pt x="531" y="3429"/>
                  </a:lnTo>
                  <a:lnTo>
                    <a:pt x="531" y="3427"/>
                  </a:lnTo>
                  <a:lnTo>
                    <a:pt x="593" y="3059"/>
                  </a:lnTo>
                  <a:lnTo>
                    <a:pt x="594" y="3057"/>
                  </a:lnTo>
                  <a:lnTo>
                    <a:pt x="667" y="2703"/>
                  </a:lnTo>
                  <a:lnTo>
                    <a:pt x="668" y="2700"/>
                  </a:lnTo>
                  <a:lnTo>
                    <a:pt x="757" y="2364"/>
                  </a:lnTo>
                  <a:lnTo>
                    <a:pt x="758" y="2360"/>
                  </a:lnTo>
                  <a:lnTo>
                    <a:pt x="868" y="2045"/>
                  </a:lnTo>
                  <a:lnTo>
                    <a:pt x="871" y="2040"/>
                  </a:lnTo>
                  <a:lnTo>
                    <a:pt x="1008" y="1750"/>
                  </a:lnTo>
                  <a:lnTo>
                    <a:pt x="1012" y="1743"/>
                  </a:lnTo>
                  <a:lnTo>
                    <a:pt x="1181" y="1482"/>
                  </a:lnTo>
                  <a:lnTo>
                    <a:pt x="1185" y="1476"/>
                  </a:lnTo>
                  <a:close/>
                </a:path>
              </a:pathLst>
            </a:custGeom>
            <a:gradFill rotWithShape="1">
              <a:gsLst>
                <a:gs pos="0">
                  <a:srgbClr val="E5E7E9"/>
                </a:gs>
                <a:gs pos="100000">
                  <a:srgbClr val="AAB7B8"/>
                </a:gs>
              </a:gsLst>
              <a:lin ang="2700000" scaled="0"/>
            </a:gradFill>
            <a:ln w="19050" cap="rnd">
              <a:solidFill>
                <a:srgbClr val="566573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10507300" y="2093059"/>
              <a:ext cx="776062" cy="773842"/>
            </a:xfrm>
            <a:custGeom>
              <a:avLst/>
              <a:gdLst/>
              <a:ahLst/>
              <a:cxnLst/>
              <a:rect l="0" t="0" r="r" b="b"/>
              <a:pathLst>
                <a:path w="3264" h="3318">
                  <a:moveTo>
                    <a:pt x="417" y="388"/>
                  </a:moveTo>
                  <a:cubicBezTo>
                    <a:pt x="417" y="426"/>
                    <a:pt x="386" y="458"/>
                    <a:pt x="347" y="458"/>
                  </a:cubicBezTo>
                  <a:cubicBezTo>
                    <a:pt x="308" y="458"/>
                    <a:pt x="277" y="426"/>
                    <a:pt x="277" y="388"/>
                  </a:cubicBezTo>
                  <a:cubicBezTo>
                    <a:pt x="277" y="349"/>
                    <a:pt x="308" y="318"/>
                    <a:pt x="347" y="318"/>
                  </a:cubicBezTo>
                  <a:cubicBezTo>
                    <a:pt x="386" y="318"/>
                    <a:pt x="417" y="349"/>
                    <a:pt x="417" y="388"/>
                  </a:cubicBezTo>
                  <a:close/>
                  <a:moveTo>
                    <a:pt x="140" y="1535"/>
                  </a:moveTo>
                  <a:cubicBezTo>
                    <a:pt x="140" y="1574"/>
                    <a:pt x="108" y="1605"/>
                    <a:pt x="70" y="1605"/>
                  </a:cubicBezTo>
                  <a:cubicBezTo>
                    <a:pt x="31" y="1605"/>
                    <a:pt x="0" y="1574"/>
                    <a:pt x="0" y="1535"/>
                  </a:cubicBezTo>
                  <a:cubicBezTo>
                    <a:pt x="0" y="1497"/>
                    <a:pt x="31" y="1465"/>
                    <a:pt x="70" y="1465"/>
                  </a:cubicBezTo>
                  <a:cubicBezTo>
                    <a:pt x="108" y="1465"/>
                    <a:pt x="140" y="1497"/>
                    <a:pt x="140" y="1535"/>
                  </a:cubicBezTo>
                  <a:close/>
                  <a:moveTo>
                    <a:pt x="442" y="2839"/>
                  </a:moveTo>
                  <a:cubicBezTo>
                    <a:pt x="442" y="2877"/>
                    <a:pt x="411" y="2909"/>
                    <a:pt x="372" y="2909"/>
                  </a:cubicBezTo>
                  <a:cubicBezTo>
                    <a:pt x="334" y="2909"/>
                    <a:pt x="302" y="2877"/>
                    <a:pt x="302" y="2839"/>
                  </a:cubicBezTo>
                  <a:cubicBezTo>
                    <a:pt x="302" y="2800"/>
                    <a:pt x="334" y="2769"/>
                    <a:pt x="372" y="2769"/>
                  </a:cubicBezTo>
                  <a:cubicBezTo>
                    <a:pt x="411" y="2769"/>
                    <a:pt x="442" y="2800"/>
                    <a:pt x="442" y="2839"/>
                  </a:cubicBezTo>
                  <a:close/>
                  <a:moveTo>
                    <a:pt x="1560" y="3248"/>
                  </a:moveTo>
                  <a:cubicBezTo>
                    <a:pt x="1560" y="3287"/>
                    <a:pt x="1528" y="3318"/>
                    <a:pt x="1490" y="3318"/>
                  </a:cubicBezTo>
                  <a:cubicBezTo>
                    <a:pt x="1451" y="3318"/>
                    <a:pt x="1420" y="3287"/>
                    <a:pt x="1420" y="3248"/>
                  </a:cubicBezTo>
                  <a:cubicBezTo>
                    <a:pt x="1420" y="3210"/>
                    <a:pt x="1451" y="3178"/>
                    <a:pt x="1490" y="3178"/>
                  </a:cubicBezTo>
                  <a:cubicBezTo>
                    <a:pt x="1528" y="3178"/>
                    <a:pt x="1560" y="3210"/>
                    <a:pt x="1560" y="3248"/>
                  </a:cubicBezTo>
                  <a:close/>
                  <a:moveTo>
                    <a:pt x="2775" y="3192"/>
                  </a:moveTo>
                  <a:cubicBezTo>
                    <a:pt x="2775" y="3231"/>
                    <a:pt x="2743" y="3262"/>
                    <a:pt x="2705" y="3262"/>
                  </a:cubicBezTo>
                  <a:cubicBezTo>
                    <a:pt x="2666" y="3262"/>
                    <a:pt x="2635" y="3231"/>
                    <a:pt x="2635" y="3192"/>
                  </a:cubicBezTo>
                  <a:cubicBezTo>
                    <a:pt x="2635" y="3154"/>
                    <a:pt x="2666" y="3122"/>
                    <a:pt x="2705" y="3122"/>
                  </a:cubicBezTo>
                  <a:cubicBezTo>
                    <a:pt x="2743" y="3122"/>
                    <a:pt x="2775" y="3154"/>
                    <a:pt x="2775" y="3192"/>
                  </a:cubicBezTo>
                  <a:close/>
                  <a:moveTo>
                    <a:pt x="3264" y="2216"/>
                  </a:moveTo>
                  <a:cubicBezTo>
                    <a:pt x="3264" y="2254"/>
                    <a:pt x="3232" y="2286"/>
                    <a:pt x="3194" y="2286"/>
                  </a:cubicBezTo>
                  <a:cubicBezTo>
                    <a:pt x="3155" y="2286"/>
                    <a:pt x="3124" y="2254"/>
                    <a:pt x="3124" y="2216"/>
                  </a:cubicBezTo>
                  <a:cubicBezTo>
                    <a:pt x="3124" y="2177"/>
                    <a:pt x="3155" y="2146"/>
                    <a:pt x="3194" y="2146"/>
                  </a:cubicBezTo>
                  <a:cubicBezTo>
                    <a:pt x="3232" y="2146"/>
                    <a:pt x="3264" y="2177"/>
                    <a:pt x="3264" y="2216"/>
                  </a:cubicBezTo>
                  <a:close/>
                  <a:moveTo>
                    <a:pt x="2842" y="883"/>
                  </a:moveTo>
                  <a:cubicBezTo>
                    <a:pt x="2842" y="921"/>
                    <a:pt x="2810" y="953"/>
                    <a:pt x="2772" y="953"/>
                  </a:cubicBezTo>
                  <a:cubicBezTo>
                    <a:pt x="2733" y="953"/>
                    <a:pt x="2702" y="921"/>
                    <a:pt x="2702" y="883"/>
                  </a:cubicBezTo>
                  <a:cubicBezTo>
                    <a:pt x="2702" y="844"/>
                    <a:pt x="2733" y="813"/>
                    <a:pt x="2772" y="813"/>
                  </a:cubicBezTo>
                  <a:cubicBezTo>
                    <a:pt x="2810" y="813"/>
                    <a:pt x="2842" y="844"/>
                    <a:pt x="2842" y="883"/>
                  </a:cubicBezTo>
                  <a:close/>
                  <a:moveTo>
                    <a:pt x="1855" y="131"/>
                  </a:moveTo>
                  <a:cubicBezTo>
                    <a:pt x="1855" y="170"/>
                    <a:pt x="1823" y="201"/>
                    <a:pt x="1785" y="201"/>
                  </a:cubicBezTo>
                  <a:cubicBezTo>
                    <a:pt x="1746" y="201"/>
                    <a:pt x="1715" y="170"/>
                    <a:pt x="1715" y="131"/>
                  </a:cubicBezTo>
                  <a:cubicBezTo>
                    <a:pt x="1715" y="92"/>
                    <a:pt x="1746" y="61"/>
                    <a:pt x="1785" y="61"/>
                  </a:cubicBezTo>
                  <a:cubicBezTo>
                    <a:pt x="1823" y="61"/>
                    <a:pt x="1855" y="92"/>
                    <a:pt x="1855" y="131"/>
                  </a:cubicBezTo>
                  <a:close/>
                  <a:moveTo>
                    <a:pt x="799" y="70"/>
                  </a:moveTo>
                  <a:cubicBezTo>
                    <a:pt x="799" y="108"/>
                    <a:pt x="767" y="140"/>
                    <a:pt x="729" y="140"/>
                  </a:cubicBezTo>
                  <a:cubicBezTo>
                    <a:pt x="690" y="140"/>
                    <a:pt x="659" y="108"/>
                    <a:pt x="659" y="70"/>
                  </a:cubicBezTo>
                  <a:cubicBezTo>
                    <a:pt x="659" y="31"/>
                    <a:pt x="690" y="0"/>
                    <a:pt x="729" y="0"/>
                  </a:cubicBezTo>
                  <a:cubicBezTo>
                    <a:pt x="767" y="0"/>
                    <a:pt x="799" y="31"/>
                    <a:pt x="799" y="70"/>
                  </a:cubicBezTo>
                  <a:close/>
                </a:path>
              </a:pathLst>
            </a:custGeom>
            <a:solidFill>
              <a:srgbClr val="FDFEFE"/>
            </a:solidFill>
            <a:ln w="9525" cap="rnd">
              <a:solidFill>
                <a:srgbClr val="7B7D7D"/>
              </a:solidFill>
              <a:round/>
            </a:ln>
          </p:spPr>
        </p:sp>
      </p:grpSp>
      <p:sp>
        <p:nvSpPr>
          <p:cNvPr id="68" name="Diafragma_2"/>
          <p:cNvSpPr/>
          <p:nvPr/>
        </p:nvSpPr>
        <p:spPr>
          <a:xfrm>
            <a:off x="9830718" y="2691340"/>
            <a:ext cx="1735523" cy="38896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9" name="Clavículas_2"/>
          <p:cNvGrpSpPr/>
          <p:nvPr/>
        </p:nvGrpSpPr>
        <p:grpSpPr>
          <a:xfrm>
            <a:off x="9985248" y="1100938"/>
            <a:ext cx="1426464" cy="93269"/>
            <a:chOff x="9985248" y="1100938"/>
            <a:chExt cx="1426464" cy="93269"/>
          </a:xfrm>
        </p:grpSpPr>
        <p:sp>
          <p:nvSpPr>
            <p:cNvPr id="70" name="Forma 69"/>
            <p:cNvSpPr/>
            <p:nvPr/>
          </p:nvSpPr>
          <p:spPr>
            <a:xfrm>
              <a:off x="998524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998524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2" name="Tabla encabezado"/>
          <p:cNvGrpSpPr/>
          <p:nvPr/>
        </p:nvGrpSpPr>
        <p:grpSpPr>
          <a:xfrm>
            <a:off x="2834640" y="914400"/>
            <a:ext cx="6492240" cy="699021"/>
            <a:chOff x="2834640" y="914400"/>
            <a:chExt cx="6492240" cy="699021"/>
          </a:xfrm>
        </p:grpSpPr>
        <p:sp>
          <p:nvSpPr>
            <p:cNvPr id="73" name="Forma 72"/>
            <p:cNvSpPr/>
            <p:nvPr/>
          </p:nvSpPr>
          <p:spPr>
            <a:xfrm>
              <a:off x="2834640" y="914400"/>
              <a:ext cx="2434590" cy="699021"/>
            </a:xfrm>
            <a:prstGeom prst="rect">
              <a:avLst/>
            </a:prstGeom>
            <a:solidFill>
              <a:srgbClr val="F7FC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5269230" y="914400"/>
              <a:ext cx="1623060" cy="69902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6892290" y="914400"/>
              <a:ext cx="2434590" cy="699021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TAPONAMIENTO CARDÍACO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76" name="Tabla fila 1"/>
          <p:cNvGrpSpPr/>
          <p:nvPr/>
        </p:nvGrpSpPr>
        <p:grpSpPr>
          <a:xfrm>
            <a:off x="2834640" y="1613421"/>
            <a:ext cx="6492240" cy="684301"/>
            <a:chOff x="2834640" y="1613421"/>
            <a:chExt cx="6492240" cy="684301"/>
          </a:xfrm>
        </p:grpSpPr>
        <p:sp>
          <p:nvSpPr>
            <p:cNvPr id="77" name="Forma 76"/>
            <p:cNvSpPr/>
            <p:nvPr/>
          </p:nvSpPr>
          <p:spPr>
            <a:xfrm>
              <a:off x="2834640" y="1613421"/>
              <a:ext cx="2434590" cy="68430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Disminuidos o abolidos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8" name="Forma 77"/>
            <p:cNvSpPr/>
            <p:nvPr/>
          </p:nvSpPr>
          <p:spPr>
            <a:xfrm>
              <a:off x="5269230" y="1613421"/>
              <a:ext cx="1623060" cy="68430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Ruidos respiratorios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9" name="Forma 78"/>
            <p:cNvSpPr/>
            <p:nvPr/>
          </p:nvSpPr>
          <p:spPr>
            <a:xfrm>
              <a:off x="6892290" y="1613421"/>
              <a:ext cx="2434590" cy="68430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Normales (pulmón libre)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80" name="Tabla fila 2"/>
          <p:cNvGrpSpPr/>
          <p:nvPr/>
        </p:nvGrpSpPr>
        <p:grpSpPr>
          <a:xfrm>
            <a:off x="2834640" y="2297722"/>
            <a:ext cx="6492240" cy="684301"/>
            <a:chOff x="2834640" y="2297722"/>
            <a:chExt cx="6492240" cy="684301"/>
          </a:xfrm>
        </p:grpSpPr>
        <p:sp>
          <p:nvSpPr>
            <p:cNvPr id="81" name="Forma 80"/>
            <p:cNvSpPr/>
            <p:nvPr/>
          </p:nvSpPr>
          <p:spPr>
            <a:xfrm>
              <a:off x="2834640" y="2297722"/>
              <a:ext cx="2434590" cy="68430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Timpánica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(hiperresonancia)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2" name="Forma 81"/>
            <p:cNvSpPr/>
            <p:nvPr/>
          </p:nvSpPr>
          <p:spPr>
            <a:xfrm>
              <a:off x="5269230" y="2297722"/>
              <a:ext cx="1623060" cy="68430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6892290" y="2297722"/>
              <a:ext cx="2434590" cy="68430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cambio específico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84" name="Tabla fila 3"/>
          <p:cNvGrpSpPr/>
          <p:nvPr/>
        </p:nvGrpSpPr>
        <p:grpSpPr>
          <a:xfrm>
            <a:off x="2834640" y="2982024"/>
            <a:ext cx="6492240" cy="684301"/>
            <a:chOff x="2834640" y="2982024"/>
            <a:chExt cx="6492240" cy="684301"/>
          </a:xfrm>
        </p:grpSpPr>
        <p:sp>
          <p:nvSpPr>
            <p:cNvPr id="85" name="Forma 84"/>
            <p:cNvSpPr/>
            <p:nvPr/>
          </p:nvSpPr>
          <p:spPr>
            <a:xfrm>
              <a:off x="2834640" y="2982024"/>
              <a:ext cx="2434590" cy="68430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Normales o levemente disminuidos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5269230" y="2982024"/>
              <a:ext cx="1623060" cy="68430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Ruidos cardíacos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6892290" y="2982024"/>
              <a:ext cx="2434590" cy="68430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Hipofonéticos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(disminuidos, no abolidos)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88" name="Tabla fila 4"/>
          <p:cNvGrpSpPr/>
          <p:nvPr/>
        </p:nvGrpSpPr>
        <p:grpSpPr>
          <a:xfrm>
            <a:off x="2834640" y="3666325"/>
            <a:ext cx="6492240" cy="684301"/>
            <a:chOff x="2834640" y="3666325"/>
            <a:chExt cx="6492240" cy="684301"/>
          </a:xfrm>
        </p:grpSpPr>
        <p:sp>
          <p:nvSpPr>
            <p:cNvPr id="89" name="Forma 88"/>
            <p:cNvSpPr/>
            <p:nvPr/>
          </p:nvSpPr>
          <p:spPr>
            <a:xfrm>
              <a:off x="2834640" y="3666325"/>
              <a:ext cx="2434590" cy="68430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Desviada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al lado contralateral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0" name="Forma 89"/>
            <p:cNvSpPr/>
            <p:nvPr/>
          </p:nvSpPr>
          <p:spPr>
            <a:xfrm>
              <a:off x="5269230" y="3666325"/>
              <a:ext cx="1623060" cy="68430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Tráquea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1" name="Forma 90"/>
            <p:cNvSpPr/>
            <p:nvPr/>
          </p:nvSpPr>
          <p:spPr>
            <a:xfrm>
              <a:off x="6892290" y="3666325"/>
              <a:ext cx="2434590" cy="68430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Centrada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92" name="Tabla fila 5"/>
          <p:cNvGrpSpPr/>
          <p:nvPr/>
        </p:nvGrpSpPr>
        <p:grpSpPr>
          <a:xfrm>
            <a:off x="2834640" y="4350626"/>
            <a:ext cx="6492240" cy="684301"/>
            <a:chOff x="2834640" y="4350626"/>
            <a:chExt cx="6492240" cy="684301"/>
          </a:xfrm>
        </p:grpSpPr>
        <p:sp>
          <p:nvSpPr>
            <p:cNvPr id="93" name="Forma 92"/>
            <p:cNvSpPr/>
            <p:nvPr/>
          </p:nvSpPr>
          <p:spPr>
            <a:xfrm>
              <a:off x="2834640" y="4350626"/>
              <a:ext cx="2434590" cy="68430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Asimetría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expansión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4" name="Forma 93"/>
            <p:cNvSpPr/>
            <p:nvPr/>
          </p:nvSpPr>
          <p:spPr>
            <a:xfrm>
              <a:off x="5269230" y="4350626"/>
              <a:ext cx="1623060" cy="68430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Tórax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5" name="Forma 94"/>
            <p:cNvSpPr/>
            <p:nvPr/>
          </p:nvSpPr>
          <p:spPr>
            <a:xfrm>
              <a:off x="6892290" y="4350626"/>
              <a:ext cx="2434590" cy="68430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Simetría conservada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96" name="Tabla fila 6"/>
          <p:cNvGrpSpPr/>
          <p:nvPr/>
        </p:nvGrpSpPr>
        <p:grpSpPr>
          <a:xfrm>
            <a:off x="2834640" y="5034928"/>
            <a:ext cx="6492240" cy="542912"/>
            <a:chOff x="2834640" y="5034928"/>
            <a:chExt cx="6492240" cy="542912"/>
          </a:xfrm>
        </p:grpSpPr>
        <p:sp>
          <p:nvSpPr>
            <p:cNvPr id="97" name="Forma 96"/>
            <p:cNvSpPr/>
            <p:nvPr/>
          </p:nvSpPr>
          <p:spPr>
            <a:xfrm>
              <a:off x="2834640" y="5034928"/>
              <a:ext cx="2434590" cy="5429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Distendidas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8" name="Forma 97"/>
            <p:cNvSpPr/>
            <p:nvPr/>
          </p:nvSpPr>
          <p:spPr>
            <a:xfrm>
              <a:off x="5269230" y="5034928"/>
              <a:ext cx="1623060" cy="54291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Venas yugulares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9" name="Forma 98"/>
            <p:cNvSpPr/>
            <p:nvPr/>
          </p:nvSpPr>
          <p:spPr>
            <a:xfrm>
              <a:off x="6892290" y="5034928"/>
              <a:ext cx="2434590" cy="5429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565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Distendidas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100" name="Coexisten"/>
          <p:cNvSpPr/>
          <p:nvPr/>
        </p:nvSpPr>
        <p:spPr>
          <a:xfrm>
            <a:off x="274320" y="5715000"/>
            <a:ext cx="11612880" cy="658368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39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Pueden </a:t>
            </a: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coexistir</a:t>
            </a: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el </a:t>
            </a: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neumopericardio</a:t>
            </a: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lo evidencia. Percusión + auscultación cardíaca y pulmonar deciden la conducta.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15126" y="91440"/>
            <a:ext cx="8111977" cy="749808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133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DIFERENCIAL CLÍNICO EN EL SHOCK: NEUMOTÓRAX A TENSIÓN O TAPONAMIENTO</a:t>
            </a:r>
            <a:endParaRPr lang="es-AR" sz="1900" dirty="0">
              <a:latin typeface="Mali"/>
            </a:endParaRPr>
          </a:p>
        </p:txBody>
      </p:sp>
      <p:sp>
        <p:nvSpPr>
          <p:cNvPr id="10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nimBg="1"/>
    </p:bld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No esperar imagen"/>
          <p:cNvSpPr/>
          <p:nvPr/>
        </p:nvSpPr>
        <p:spPr>
          <a:xfrm>
            <a:off x="365760" y="914400"/>
            <a:ext cx="11521440" cy="12344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76"/>
              </a:lnSpc>
              <a:spcAft>
                <a:spcPts val="300"/>
              </a:spcAft>
              <a:buNone/>
            </a:pPr>
            <a:r>
              <a:rPr lang="es-AR" sz="20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Sospecha de neumotórax a tensión con </a:t>
            </a:r>
            <a:r>
              <a:rPr lang="es-AR" sz="20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inestabilidad hemodinámica</a:t>
            </a:r>
            <a:r>
              <a:rPr lang="es-AR" sz="20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= </a:t>
            </a:r>
            <a:r>
              <a:rPr lang="es-AR" sz="20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EMERGENCIA</a:t>
            </a:r>
            <a:r>
              <a:rPr lang="es-AR" sz="20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 </a:t>
            </a:r>
            <a:r>
              <a:rPr lang="es-AR" sz="20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</a:t>
            </a:r>
            <a:r>
              <a:rPr lang="es-AR" sz="20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esperar radiografía ni TAC para actuar: el paciente puede morir en la espera.</a:t>
            </a:r>
            <a:endParaRPr lang="es-AR" sz="2050" dirty="0">
              <a:latin typeface="Mali"/>
            </a:endParaRPr>
          </a:p>
        </p:txBody>
      </p:sp>
      <p:sp>
        <p:nvSpPr>
          <p:cNvPr id="5" name="Forma 4"/>
          <p:cNvSpPr/>
          <p:nvPr/>
        </p:nvSpPr>
        <p:spPr>
          <a:xfrm>
            <a:off x="365760" y="2377440"/>
            <a:ext cx="2674620" cy="18288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 + hipotensión + ausencia unilateral de MV + desviación traqueal</a:t>
            </a:r>
            <a:endParaRPr lang="es-AR" sz="1900" dirty="0">
              <a:latin typeface="Mali"/>
            </a:endParaRPr>
          </a:p>
        </p:txBody>
      </p:sp>
      <p:sp>
        <p:nvSpPr>
          <p:cNvPr id="6" name="Flecha 5_2"/>
          <p:cNvSpPr/>
          <p:nvPr/>
        </p:nvSpPr>
        <p:spPr>
          <a:xfrm>
            <a:off x="3067812" y="329184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7" name="Forma 7"/>
          <p:cNvSpPr/>
          <p:nvPr/>
        </p:nvSpPr>
        <p:spPr>
          <a:xfrm>
            <a:off x="3314700" y="2377440"/>
            <a:ext cx="2674620" cy="18288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Descompresión inmediata con aguja gruesa</a:t>
            </a:r>
            <a:endParaRPr lang="es-AR" sz="1900" dirty="0">
              <a:latin typeface="Mali"/>
            </a:endParaRPr>
          </a:p>
        </p:txBody>
      </p:sp>
      <p:sp>
        <p:nvSpPr>
          <p:cNvPr id="8" name="Flecha 8_2"/>
          <p:cNvSpPr/>
          <p:nvPr/>
        </p:nvSpPr>
        <p:spPr>
          <a:xfrm>
            <a:off x="6016752" y="329184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39" h="10" fill="none">
                <a:moveTo>
                  <a:pt x="0" y="0"/>
                </a:moveTo>
                <a:lnTo>
                  <a:pt x="2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9" name="Forma 10"/>
          <p:cNvSpPr/>
          <p:nvPr/>
        </p:nvSpPr>
        <p:spPr>
          <a:xfrm>
            <a:off x="6263640" y="2377440"/>
            <a:ext cx="2674620" cy="18288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Convierte el neumotórax a tensión en un neumotórax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abierto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simple</a:t>
            </a:r>
            <a:endParaRPr lang="es-AR" sz="1900" dirty="0">
              <a:latin typeface="Mali"/>
            </a:endParaRPr>
          </a:p>
        </p:txBody>
      </p:sp>
      <p:sp>
        <p:nvSpPr>
          <p:cNvPr id="10" name="Flecha 11_2"/>
          <p:cNvSpPr/>
          <p:nvPr/>
        </p:nvSpPr>
        <p:spPr>
          <a:xfrm>
            <a:off x="8965692" y="329184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1" name="Forma 13"/>
          <p:cNvSpPr/>
          <p:nvPr/>
        </p:nvSpPr>
        <p:spPr>
          <a:xfrm>
            <a:off x="9212580" y="2377440"/>
            <a:ext cx="2674620" cy="182880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Tratamiento definitivo: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toracostomía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con tubo + trampa de agua</a:t>
            </a:r>
            <a:endParaRPr lang="es-AR" sz="1900" dirty="0">
              <a:latin typeface="Mali"/>
            </a:endParaRPr>
          </a:p>
        </p:txBody>
      </p:sp>
      <p:sp>
        <p:nvSpPr>
          <p:cNvPr id="12" name="Sitios material"/>
          <p:cNvSpPr/>
          <p:nvPr/>
        </p:nvSpPr>
        <p:spPr>
          <a:xfrm>
            <a:off x="365760" y="4434840"/>
            <a:ext cx="5623560" cy="1920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Sitios descritos: aguja en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2.º espacio intercostal, línea medioclavicular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por encima del borde superior de la 3.ª costilla; tubo en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5.º espacio, línea axilar media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13" name="Verificar sitios"/>
          <p:cNvSpPr/>
          <p:nvPr/>
        </p:nvSpPr>
        <p:spPr>
          <a:xfrm>
            <a:off x="6263640" y="4434840"/>
            <a:ext cx="5623560" cy="19202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sitios de descompresión recomendados han cambiado en guías recientes: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verificar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la normativa vigente antes de enseñarlos como protocolo (ver auditoría).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15126" y="91440"/>
            <a:ext cx="811197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EMERGENCIA: EL DIAGNÓSTICO ES CLÍNICO</a:t>
            </a:r>
            <a:endParaRPr lang="es-AR" sz="2400" dirty="0">
              <a:latin typeface="Mali"/>
            </a:endParaRPr>
          </a:p>
        </p:txBody>
      </p:sp>
      <p:sp>
        <p:nvSpPr>
          <p:cNvPr id="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Sacar el aire o el líquido sin dejarlo volver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Conducta según tamaño y estabilidad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Componentes del sistema de drenaje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Sello (trampa) de agua: secuencia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Burbujeo y oscilación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Control radiológico y retiro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Complicaciones e iatrogenia</a:t>
            </a:r>
            <a:endParaRPr lang="es-AR" sz="1450" dirty="0">
              <a:latin typeface="Mali"/>
            </a:endParaRPr>
          </a:p>
        </p:txBody>
      </p:sp>
      <p:grpSp>
        <p:nvGrpSpPr>
          <p:cNvPr id="11" name="!!Frasco"/>
          <p:cNvGrpSpPr/>
          <p:nvPr/>
        </p:nvGrpSpPr>
        <p:grpSpPr>
          <a:xfrm>
            <a:off x="6825082" y="1682496"/>
            <a:ext cx="1528877" cy="2798064"/>
            <a:chOff x="6825082" y="1682496"/>
            <a:chExt cx="1528877" cy="2798064"/>
          </a:xfrm>
        </p:grpSpPr>
        <p:sp>
          <p:nvSpPr>
            <p:cNvPr id="12" name="Forma 11"/>
            <p:cNvSpPr/>
            <p:nvPr/>
          </p:nvSpPr>
          <p:spPr>
            <a:xfrm>
              <a:off x="6825082" y="1945843"/>
              <a:ext cx="1528877" cy="2534717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046366" y="1682496"/>
              <a:ext cx="1086307" cy="29626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14" name="!!SelloAgua"/>
          <p:cNvSpPr/>
          <p:nvPr/>
        </p:nvSpPr>
        <p:spPr>
          <a:xfrm>
            <a:off x="6841175" y="3163824"/>
            <a:ext cx="1496690" cy="1290401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15" name="!!TuboSumergido"/>
          <p:cNvSpPr/>
          <p:nvPr/>
        </p:nvSpPr>
        <p:spPr>
          <a:xfrm>
            <a:off x="7348118" y="1188720"/>
            <a:ext cx="140818" cy="2699309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16" name="!!ColumnaAgua"/>
          <p:cNvSpPr/>
          <p:nvPr/>
        </p:nvSpPr>
        <p:spPr>
          <a:xfrm>
            <a:off x="7360188" y="3163824"/>
            <a:ext cx="116677" cy="697870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17" name="!!Ventilacion"/>
          <p:cNvSpPr/>
          <p:nvPr/>
        </p:nvSpPr>
        <p:spPr>
          <a:xfrm>
            <a:off x="7790688" y="1254557"/>
            <a:ext cx="120701" cy="987552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18" name="!!Burbujas"/>
          <p:cNvSpPr/>
          <p:nvPr/>
        </p:nvSpPr>
        <p:spPr>
          <a:xfrm>
            <a:off x="7330013" y="3236244"/>
            <a:ext cx="132771" cy="602407"/>
          </a:xfrm>
          <a:custGeom>
            <a:avLst/>
            <a:gdLst/>
            <a:ahLst/>
            <a:cxnLst/>
            <a:rect l="0" t="0" r="r" b="b"/>
            <a:pathLst>
              <a:path w="660" h="1830">
                <a:moveTo>
                  <a:pt x="310" y="1680"/>
                </a:moveTo>
                <a:cubicBezTo>
                  <a:pt x="310" y="1762"/>
                  <a:pt x="242" y="1830"/>
                  <a:pt x="160" y="1830"/>
                </a:cubicBezTo>
                <a:cubicBezTo>
                  <a:pt x="77" y="1830"/>
                  <a:pt x="10" y="1762"/>
                  <a:pt x="10" y="1680"/>
                </a:cubicBezTo>
                <a:cubicBezTo>
                  <a:pt x="10" y="1597"/>
                  <a:pt x="77" y="1530"/>
                  <a:pt x="160" y="1530"/>
                </a:cubicBezTo>
                <a:cubicBezTo>
                  <a:pt x="242" y="1530"/>
                  <a:pt x="310" y="1597"/>
                  <a:pt x="310" y="1680"/>
                </a:cubicBezTo>
                <a:close/>
                <a:moveTo>
                  <a:pt x="380" y="1180"/>
                </a:moveTo>
                <a:cubicBezTo>
                  <a:pt x="380" y="1284"/>
                  <a:pt x="294" y="1370"/>
                  <a:pt x="190" y="1370"/>
                </a:cubicBezTo>
                <a:cubicBezTo>
                  <a:pt x="85" y="1370"/>
                  <a:pt x="0" y="1284"/>
                  <a:pt x="0" y="1180"/>
                </a:cubicBezTo>
                <a:cubicBezTo>
                  <a:pt x="0" y="1075"/>
                  <a:pt x="85" y="990"/>
                  <a:pt x="190" y="990"/>
                </a:cubicBezTo>
                <a:cubicBezTo>
                  <a:pt x="294" y="990"/>
                  <a:pt x="380" y="1075"/>
                  <a:pt x="380" y="1180"/>
                </a:cubicBezTo>
                <a:close/>
                <a:moveTo>
                  <a:pt x="540" y="680"/>
                </a:moveTo>
                <a:cubicBezTo>
                  <a:pt x="540" y="812"/>
                  <a:pt x="432" y="920"/>
                  <a:pt x="300" y="920"/>
                </a:cubicBezTo>
                <a:cubicBezTo>
                  <a:pt x="167" y="920"/>
                  <a:pt x="60" y="812"/>
                  <a:pt x="60" y="680"/>
                </a:cubicBezTo>
                <a:cubicBezTo>
                  <a:pt x="60" y="547"/>
                  <a:pt x="167" y="440"/>
                  <a:pt x="300" y="440"/>
                </a:cubicBezTo>
                <a:cubicBezTo>
                  <a:pt x="432" y="440"/>
                  <a:pt x="540" y="547"/>
                  <a:pt x="540" y="680"/>
                </a:cubicBezTo>
                <a:close/>
                <a:moveTo>
                  <a:pt x="660" y="180"/>
                </a:moveTo>
                <a:cubicBezTo>
                  <a:pt x="660" y="279"/>
                  <a:pt x="579" y="360"/>
                  <a:pt x="480" y="360"/>
                </a:cubicBezTo>
                <a:cubicBezTo>
                  <a:pt x="380" y="360"/>
                  <a:pt x="300" y="279"/>
                  <a:pt x="300" y="180"/>
                </a:cubicBezTo>
                <a:cubicBezTo>
                  <a:pt x="300" y="80"/>
                  <a:pt x="380" y="0"/>
                  <a:pt x="480" y="0"/>
                </a:cubicBezTo>
                <a:cubicBezTo>
                  <a:pt x="579" y="0"/>
                  <a:pt x="660" y="80"/>
                  <a:pt x="660" y="180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 w="15875" cap="rnd">
            <a:solidFill>
              <a:srgbClr val="1B4F72"/>
            </a:solidFill>
            <a:round/>
          </a:ln>
        </p:spPr>
      </p:sp>
      <p:sp>
        <p:nvSpPr>
          <p:cNvPr id="19" name="ParedToracica"/>
          <p:cNvSpPr/>
          <p:nvPr/>
        </p:nvSpPr>
        <p:spPr>
          <a:xfrm>
            <a:off x="8908816" y="1035101"/>
            <a:ext cx="2847807" cy="289681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0" name="Mediastino"/>
          <p:cNvSpPr/>
          <p:nvPr/>
        </p:nvSpPr>
        <p:spPr>
          <a:xfrm>
            <a:off x="9804197" y="1201064"/>
            <a:ext cx="1057046" cy="221787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1" name="Costillas"/>
          <p:cNvGrpSpPr/>
          <p:nvPr/>
        </p:nvGrpSpPr>
        <p:grpSpPr>
          <a:xfrm>
            <a:off x="8964778" y="1276502"/>
            <a:ext cx="2735885" cy="2486436"/>
            <a:chOff x="8964778" y="1276502"/>
            <a:chExt cx="2735885" cy="2486436"/>
          </a:xfrm>
        </p:grpSpPr>
        <p:sp>
          <p:nvSpPr>
            <p:cNvPr id="22" name="Forma 21"/>
            <p:cNvSpPr/>
            <p:nvPr/>
          </p:nvSpPr>
          <p:spPr>
            <a:xfrm>
              <a:off x="8964778" y="1276502"/>
              <a:ext cx="2735885" cy="248643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8964778" y="1276502"/>
              <a:ext cx="2735885" cy="248643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4" name="EspacioPleuralD"/>
          <p:cNvSpPr/>
          <p:nvPr/>
        </p:nvSpPr>
        <p:spPr>
          <a:xfrm>
            <a:off x="9135770" y="1299693"/>
            <a:ext cx="1053247" cy="226748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5" name="EspacioPleuralI"/>
          <p:cNvSpPr/>
          <p:nvPr/>
        </p:nvSpPr>
        <p:spPr>
          <a:xfrm>
            <a:off x="10543942" y="1299693"/>
            <a:ext cx="985727" cy="23399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6" name="Aorta"/>
          <p:cNvSpPr/>
          <p:nvPr/>
        </p:nvSpPr>
        <p:spPr>
          <a:xfrm>
            <a:off x="10338215" y="1662403"/>
            <a:ext cx="409104" cy="193456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7" name="Traquea"/>
          <p:cNvGrpSpPr/>
          <p:nvPr/>
        </p:nvGrpSpPr>
        <p:grpSpPr>
          <a:xfrm>
            <a:off x="9962768" y="1035101"/>
            <a:ext cx="739904" cy="1294502"/>
            <a:chOff x="9962768" y="1035101"/>
            <a:chExt cx="739904" cy="1294502"/>
          </a:xfrm>
        </p:grpSpPr>
        <p:sp>
          <p:nvSpPr>
            <p:cNvPr id="28" name="Forma 27"/>
            <p:cNvSpPr/>
            <p:nvPr/>
          </p:nvSpPr>
          <p:spPr>
            <a:xfrm>
              <a:off x="9962768" y="1035101"/>
              <a:ext cx="739904" cy="129450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10276759" y="1125626"/>
              <a:ext cx="111923" cy="66008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0" name="AirePleuralD"/>
          <p:cNvSpPr/>
          <p:nvPr/>
        </p:nvSpPr>
        <p:spPr>
          <a:xfrm>
            <a:off x="9135770" y="1299693"/>
            <a:ext cx="1053247" cy="226748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1" name="PulmonDerecho"/>
          <p:cNvGrpSpPr/>
          <p:nvPr/>
        </p:nvGrpSpPr>
        <p:grpSpPr>
          <a:xfrm>
            <a:off x="9437589" y="1656486"/>
            <a:ext cx="669694" cy="1490480"/>
            <a:chOff x="9437589" y="1656486"/>
            <a:chExt cx="669694" cy="1490480"/>
          </a:xfrm>
        </p:grpSpPr>
        <p:sp>
          <p:nvSpPr>
            <p:cNvPr id="32" name="Forma 31"/>
            <p:cNvSpPr/>
            <p:nvPr/>
          </p:nvSpPr>
          <p:spPr>
            <a:xfrm>
              <a:off x="9437589" y="1656486"/>
              <a:ext cx="669694" cy="149048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9487878" y="1802758"/>
              <a:ext cx="518401" cy="1066995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9455459" y="2305477"/>
              <a:ext cx="561391" cy="622962"/>
            </a:xfrm>
            <a:custGeom>
              <a:avLst/>
              <a:gdLst/>
              <a:ahLst/>
              <a:cxnLst/>
              <a:rect l="0" t="0" r="r" b="b"/>
              <a:pathLst>
                <a:path w="1805" h="2064" fill="none">
                  <a:moveTo>
                    <a:pt x="0" y="112"/>
                  </a:moveTo>
                  <a:lnTo>
                    <a:pt x="122" y="125"/>
                  </a:lnTo>
                  <a:lnTo>
                    <a:pt x="281" y="139"/>
                  </a:lnTo>
                  <a:lnTo>
                    <a:pt x="441" y="151"/>
                  </a:lnTo>
                  <a:lnTo>
                    <a:pt x="581" y="156"/>
                  </a:lnTo>
                  <a:lnTo>
                    <a:pt x="697" y="153"/>
                  </a:lnTo>
                  <a:lnTo>
                    <a:pt x="803" y="144"/>
                  </a:lnTo>
                  <a:lnTo>
                    <a:pt x="905" y="132"/>
                  </a:lnTo>
                  <a:lnTo>
                    <a:pt x="1010" y="117"/>
                  </a:lnTo>
                  <a:lnTo>
                    <a:pt x="1125" y="101"/>
                  </a:lnTo>
                  <a:lnTo>
                    <a:pt x="1263" y="83"/>
                  </a:lnTo>
                  <a:lnTo>
                    <a:pt x="1420" y="59"/>
                  </a:lnTo>
                  <a:lnTo>
                    <a:pt x="1576" y="35"/>
                  </a:lnTo>
                  <a:lnTo>
                    <a:pt x="1711" y="14"/>
                  </a:lnTo>
                  <a:lnTo>
                    <a:pt x="1805" y="0"/>
                  </a:lnTo>
                </a:path>
                <a:path w="1805" h="2064" fill="none">
                  <a:moveTo>
                    <a:pt x="45" y="2064"/>
                  </a:moveTo>
                  <a:lnTo>
                    <a:pt x="120" y="1972"/>
                  </a:lnTo>
                  <a:lnTo>
                    <a:pt x="238" y="1828"/>
                  </a:lnTo>
                  <a:lnTo>
                    <a:pt x="375" y="1661"/>
                  </a:lnTo>
                  <a:lnTo>
                    <a:pt x="517" y="1487"/>
                  </a:lnTo>
                  <a:lnTo>
                    <a:pt x="649" y="1326"/>
                  </a:lnTo>
                  <a:lnTo>
                    <a:pt x="773" y="1172"/>
                  </a:lnTo>
                  <a:lnTo>
                    <a:pt x="897" y="1013"/>
                  </a:lnTo>
                  <a:lnTo>
                    <a:pt x="1021" y="857"/>
                  </a:lnTo>
                  <a:lnTo>
                    <a:pt x="1143" y="710"/>
                  </a:lnTo>
                  <a:lnTo>
                    <a:pt x="1261" y="577"/>
                  </a:lnTo>
                  <a:lnTo>
                    <a:pt x="1383" y="457"/>
                  </a:lnTo>
                  <a:lnTo>
                    <a:pt x="1510" y="345"/>
                  </a:lnTo>
                  <a:lnTo>
                    <a:pt x="1630" y="245"/>
                  </a:lnTo>
                  <a:lnTo>
                    <a:pt x="1732" y="162"/>
                  </a:lnTo>
                  <a:lnTo>
                    <a:pt x="1805" y="10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5" name="PleuraVisceralD"/>
          <p:cNvSpPr/>
          <p:nvPr/>
        </p:nvSpPr>
        <p:spPr>
          <a:xfrm>
            <a:off x="9437589" y="1656486"/>
            <a:ext cx="669694" cy="1490480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6" name="PulmonIzquierdo"/>
          <p:cNvGrpSpPr/>
          <p:nvPr/>
        </p:nvGrpSpPr>
        <p:grpSpPr>
          <a:xfrm>
            <a:off x="10578145" y="1332974"/>
            <a:ext cx="917326" cy="2264394"/>
            <a:chOff x="10578145" y="1332974"/>
            <a:chExt cx="917326" cy="2264394"/>
          </a:xfrm>
        </p:grpSpPr>
        <p:sp>
          <p:nvSpPr>
            <p:cNvPr id="37" name="Forma 36"/>
            <p:cNvSpPr/>
            <p:nvPr/>
          </p:nvSpPr>
          <p:spPr>
            <a:xfrm>
              <a:off x="10578145" y="1332974"/>
              <a:ext cx="917326" cy="2264394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8" name="Forma 37"/>
            <p:cNvSpPr/>
            <p:nvPr/>
          </p:nvSpPr>
          <p:spPr>
            <a:xfrm>
              <a:off x="10659161" y="1548079"/>
              <a:ext cx="772610" cy="156911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10668488" y="2332634"/>
              <a:ext cx="786550" cy="85615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0" name="PleuraVisceralI"/>
          <p:cNvSpPr/>
          <p:nvPr/>
        </p:nvSpPr>
        <p:spPr>
          <a:xfrm>
            <a:off x="10578145" y="1332974"/>
            <a:ext cx="917326" cy="2264394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1" name="PleuraParietalD"/>
          <p:cNvSpPr/>
          <p:nvPr/>
        </p:nvSpPr>
        <p:spPr>
          <a:xfrm>
            <a:off x="9135770" y="1299693"/>
            <a:ext cx="1053247" cy="226748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2" name="PleuraParietalI"/>
          <p:cNvSpPr/>
          <p:nvPr/>
        </p:nvSpPr>
        <p:spPr>
          <a:xfrm>
            <a:off x="10543942" y="1299693"/>
            <a:ext cx="985727" cy="23399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3" name="VenaCavaSup"/>
          <p:cNvSpPr/>
          <p:nvPr/>
        </p:nvSpPr>
        <p:spPr>
          <a:xfrm>
            <a:off x="10149304" y="1562058"/>
            <a:ext cx="136745" cy="104407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4" name="VenaCavaInf"/>
          <p:cNvSpPr/>
          <p:nvPr/>
        </p:nvSpPr>
        <p:spPr>
          <a:xfrm>
            <a:off x="10177297" y="3236550"/>
            <a:ext cx="136754" cy="48586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5" name="Corazon"/>
          <p:cNvGrpSpPr/>
          <p:nvPr/>
        </p:nvGrpSpPr>
        <p:grpSpPr>
          <a:xfrm>
            <a:off x="10165066" y="2505199"/>
            <a:ext cx="826753" cy="854231"/>
            <a:chOff x="10165066" y="2505199"/>
            <a:chExt cx="826753" cy="854231"/>
          </a:xfrm>
        </p:grpSpPr>
        <p:sp>
          <p:nvSpPr>
            <p:cNvPr id="46" name="Forma 45"/>
            <p:cNvSpPr/>
            <p:nvPr/>
          </p:nvSpPr>
          <p:spPr>
            <a:xfrm>
              <a:off x="10165066" y="2505199"/>
              <a:ext cx="826753" cy="8542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7" name="Forma 46"/>
            <p:cNvSpPr/>
            <p:nvPr/>
          </p:nvSpPr>
          <p:spPr>
            <a:xfrm>
              <a:off x="10596982" y="2568001"/>
              <a:ext cx="202082" cy="7604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8" name="Diafragma"/>
          <p:cNvSpPr/>
          <p:nvPr/>
        </p:nvSpPr>
        <p:spPr>
          <a:xfrm>
            <a:off x="9197955" y="3213970"/>
            <a:ext cx="2269530" cy="50336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9" name="Clavículas"/>
          <p:cNvGrpSpPr/>
          <p:nvPr/>
        </p:nvGrpSpPr>
        <p:grpSpPr>
          <a:xfrm>
            <a:off x="9400032" y="1155802"/>
            <a:ext cx="1865376" cy="120701"/>
            <a:chOff x="9400032" y="1155802"/>
            <a:chExt cx="1865376" cy="120701"/>
          </a:xfrm>
        </p:grpSpPr>
        <p:sp>
          <p:nvSpPr>
            <p:cNvPr id="50" name="Forma 49"/>
            <p:cNvSpPr/>
            <p:nvPr/>
          </p:nvSpPr>
          <p:spPr>
            <a:xfrm>
              <a:off x="9400032" y="1155802"/>
              <a:ext cx="1865376" cy="12070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9400032" y="1155802"/>
              <a:ext cx="1865376" cy="12070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576539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 Y DRENAJE TORÁCICO</a:t>
            </a:r>
            <a:endParaRPr lang="es-AR" sz="40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863840" cy="880821"/>
            <a:chOff x="365760" y="914400"/>
            <a:chExt cx="7863840" cy="880821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877015" cy="88082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SITUACIÓN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242775" y="914400"/>
              <a:ext cx="4986825" cy="880821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CONDUCTA DESCRITA EN EL MATERIAL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7" name="Tabla fila 1"/>
          <p:cNvGrpSpPr/>
          <p:nvPr/>
        </p:nvGrpSpPr>
        <p:grpSpPr>
          <a:xfrm>
            <a:off x="365760" y="1795221"/>
            <a:ext cx="7863840" cy="1243000"/>
            <a:chOff x="365760" y="1795221"/>
            <a:chExt cx="7863840" cy="1243000"/>
          </a:xfrm>
        </p:grpSpPr>
        <p:sp>
          <p:nvSpPr>
            <p:cNvPr id="8" name="Forma 7"/>
            <p:cNvSpPr/>
            <p:nvPr/>
          </p:nvSpPr>
          <p:spPr>
            <a:xfrm>
              <a:off x="365760" y="1795221"/>
              <a:ext cx="2877015" cy="124300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I (≤ 20 %) · pequeño (ACCP &lt; 3 cm / BTS &lt; 2 cm)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3242775" y="1795221"/>
              <a:ext cx="4986825" cy="12430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Observación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O</a:t>
              </a:r>
              <a:r>
                <a:rPr lang="es-AR" sz="14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 alto flujo (acelera la reabsorción) + kinesioterapia; control clínico y radiológico (se reabsorbe en 1–2 semanas)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0" name="Tabla fila 2"/>
          <p:cNvGrpSpPr/>
          <p:nvPr/>
        </p:nvGrpSpPr>
        <p:grpSpPr>
          <a:xfrm>
            <a:off x="365760" y="3038221"/>
            <a:ext cx="7863840" cy="1036930"/>
            <a:chOff x="365760" y="3038221"/>
            <a:chExt cx="7863840" cy="1036930"/>
          </a:xfrm>
        </p:grpSpPr>
        <p:sp>
          <p:nvSpPr>
            <p:cNvPr id="11" name="Forma 10"/>
            <p:cNvSpPr/>
            <p:nvPr/>
          </p:nvSpPr>
          <p:spPr>
            <a:xfrm>
              <a:off x="365760" y="3038221"/>
              <a:ext cx="2877015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II (20–50 %) · grande por ACCP o BTS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3242775" y="3038221"/>
              <a:ext cx="4986825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Pleurostomía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tubo de tórax +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trampa de agua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3" name="Tabla fila 3"/>
          <p:cNvGrpSpPr/>
          <p:nvPr/>
        </p:nvGrpSpPr>
        <p:grpSpPr>
          <a:xfrm>
            <a:off x="365760" y="4075151"/>
            <a:ext cx="7863840" cy="1243000"/>
            <a:chOff x="365760" y="4075151"/>
            <a:chExt cx="7863840" cy="1243000"/>
          </a:xfrm>
        </p:grpSpPr>
        <p:sp>
          <p:nvSpPr>
            <p:cNvPr id="14" name="Forma 13"/>
            <p:cNvSpPr/>
            <p:nvPr/>
          </p:nvSpPr>
          <p:spPr>
            <a:xfrm>
              <a:off x="365760" y="4075151"/>
              <a:ext cx="2877015" cy="124300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III (&gt; 50 %) · signo del muñón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3242775" y="4075151"/>
              <a:ext cx="4986825" cy="12430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Pleurostomía + trampa de agua ±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aspiración activa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considerar toracoscopia o cirugía si hay recidiva o pulmón atrapado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6" name="Tabla fila 4"/>
          <p:cNvGrpSpPr/>
          <p:nvPr/>
        </p:nvGrpSpPr>
        <p:grpSpPr>
          <a:xfrm>
            <a:off x="365760" y="5318150"/>
            <a:ext cx="7863840" cy="1036930"/>
            <a:chOff x="365760" y="5318150"/>
            <a:chExt cx="7863840" cy="1036930"/>
          </a:xfrm>
        </p:grpSpPr>
        <p:sp>
          <p:nvSpPr>
            <p:cNvPr id="17" name="Forma 16"/>
            <p:cNvSpPr/>
            <p:nvPr/>
          </p:nvSpPr>
          <p:spPr>
            <a:xfrm>
              <a:off x="365760" y="5318150"/>
              <a:ext cx="2877015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3242775" y="5318150"/>
              <a:ext cx="4986825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Descompresión inmediata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aguja → toracostomía con tubo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9" name="Monitor mini"/>
          <p:cNvGrpSpPr/>
          <p:nvPr/>
        </p:nvGrpSpPr>
        <p:grpSpPr>
          <a:xfrm>
            <a:off x="8503920" y="914400"/>
            <a:ext cx="3383280" cy="2377440"/>
            <a:chOff x="8503920" y="914400"/>
            <a:chExt cx="3383280" cy="2377440"/>
          </a:xfrm>
        </p:grpSpPr>
        <p:sp>
          <p:nvSpPr>
            <p:cNvPr id="20" name="Forma 19"/>
            <p:cNvSpPr/>
            <p:nvPr/>
          </p:nvSpPr>
          <p:spPr>
            <a:xfrm>
              <a:off x="8503920" y="914400"/>
              <a:ext cx="3383280" cy="2377440"/>
            </a:xfrm>
            <a:prstGeom prst="roundRect">
              <a:avLst>
                <a:gd name="adj" fmla="val 8000"/>
              </a:avLst>
            </a:prstGeom>
            <a:solidFill>
              <a:srgbClr val="1C2833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8686800" y="109728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58D68D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44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58D68D"/>
                  </a:solidFill>
                  <a:latin typeface="Mali"/>
                  <a:ea typeface="Mali"/>
                  <a:cs typeface="Mali"/>
                  <a:sym typeface="Mali"/>
                </a:rPr>
                <a:t>FR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10287000" y="109728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F4D03F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44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4D03F"/>
                  </a:solidFill>
                  <a:latin typeface="Mali"/>
                  <a:ea typeface="Mali"/>
                  <a:cs typeface="Mali"/>
                  <a:sym typeface="Mali"/>
                </a:rPr>
                <a:t>FC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8686800" y="214884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EC7063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44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EC7063"/>
                  </a:solidFill>
                  <a:latin typeface="Mali"/>
                  <a:ea typeface="Mali"/>
                  <a:cs typeface="Mali"/>
                  <a:sym typeface="Mali"/>
                </a:rPr>
                <a:t>TA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10287000" y="214884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5DADE2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lnSpc>
                  <a:spcPts val="244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SpO</a:t>
              </a:r>
              <a:r>
                <a:rPr lang="es-AR" sz="2000" b="1" baseline="-25000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5" name="Estabilidad decide"/>
          <p:cNvSpPr/>
          <p:nvPr/>
        </p:nvSpPr>
        <p:spPr>
          <a:xfrm>
            <a:off x="8503920" y="3474720"/>
            <a:ext cx="3383280" cy="28803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tamaño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solo no decide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la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estabilidad hemodinámica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(FR, FC, TA, SpO</a:t>
            </a:r>
            <a:r>
              <a:rPr lang="es-AR" sz="1900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) puede indicar evacuar un neumotórax pequeño.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4071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61186" y="91440"/>
            <a:ext cx="89659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CONDUCTA SEGÚN EL TAMAÑO Y LA ESTABILIDAD</a:t>
            </a:r>
            <a:endParaRPr lang="es-AR" sz="2400" dirty="0">
              <a:latin typeface="Mali"/>
            </a:endParaRPr>
          </a:p>
        </p:txBody>
      </p:sp>
      <p:sp>
        <p:nvSpPr>
          <p:cNvPr id="2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 acumulado en el espacio pleural que hay que evacuar.</a:t>
            </a:r>
            <a:endParaRPr lang="es-AR" sz="2000" dirty="0">
              <a:latin typeface="Mali"/>
            </a:endParaRPr>
          </a:p>
        </p:txBody>
      </p:sp>
      <p:sp>
        <p:nvSpPr>
          <p:cNvPr id="39" name="Pregunta"/>
          <p:cNvSpPr/>
          <p:nvPr/>
        </p:nvSpPr>
        <p:spPr>
          <a:xfrm>
            <a:off x="320040" y="1691640"/>
            <a:ext cx="2514600" cy="42519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5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¿Cómo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evacuar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aire sin que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vuelva a entrar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?</a:t>
            </a:r>
            <a:endParaRPr lang="es-AR" sz="2200" dirty="0">
              <a:latin typeface="Mali"/>
            </a:endParaRPr>
          </a:p>
        </p:txBody>
      </p:sp>
      <p:grpSp>
        <p:nvGrpSpPr>
          <p:cNvPr id="40" name="Recuadro Objetivo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1" name="Forma 40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Evacuar el aire (o el líquido) y permitir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reexpansión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pulmonar.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OBJETIVO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ESPACIO PLEURAL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frasco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doble tubuladura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un tubo desde el paciente y otro de salida al exterior.</a:t>
            </a:r>
            <a:endParaRPr lang="es-AR" sz="2000" dirty="0">
              <a:latin typeface="Mali"/>
            </a:endParaRPr>
          </a:p>
        </p:txBody>
      </p:sp>
      <p:grpSp>
        <p:nvGrpSpPr>
          <p:cNvPr id="46" name="Rótulos frasco"/>
          <p:cNvGrpSpPr/>
          <p:nvPr/>
        </p:nvGrpSpPr>
        <p:grpSpPr>
          <a:xfrm>
            <a:off x="320040" y="1234440"/>
            <a:ext cx="2514600" cy="266700"/>
            <a:chOff x="320040" y="1234440"/>
            <a:chExt cx="2514600" cy="266700"/>
          </a:xfrm>
        </p:grpSpPr>
        <p:sp>
          <p:nvSpPr>
            <p:cNvPr id="47" name="Forma 46"/>
            <p:cNvSpPr/>
            <p:nvPr/>
          </p:nvSpPr>
          <p:spPr>
            <a:xfrm>
              <a:off x="320040" y="1234440"/>
              <a:ext cx="2514600" cy="26670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0" rIns="45720" bIns="0" anchor="ctr" rtlCol="0">
              <a:noAutofit/>
            </a:bodyPr>
            <a:lstStyle/>
            <a:p>
              <a:pPr algn="ctr">
                <a:lnSpc>
                  <a:spcPts val="140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FRASCO · DOBLE TUBULADURA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48" name="Recuadro Doble tubuladura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largo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del paciente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(sumergido) y tubo corto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abocamiento al exterior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DOBLE TUBULADURA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663637" y="91440"/>
            <a:ext cx="436346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SISTEMA DE DRENAJE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tubo de drenaje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comunica el espacio pleural con el frasco.</a:t>
            </a:r>
            <a:endParaRPr lang="es-AR" sz="2000" dirty="0">
              <a:latin typeface="Mali"/>
            </a:endParaRPr>
          </a:p>
        </p:txBody>
      </p:sp>
      <p:grpSp>
        <p:nvGrpSpPr>
          <p:cNvPr id="48" name="Recuadro Pleurostomía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tubo de tórax se coloca en el espacio pleural.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PLEUROSTOMÍA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TUBO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8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</p:bldLst>
  </p:timing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tubo del paciente desciende dentro del recipiente.</a:t>
            </a:r>
            <a:endParaRPr lang="es-AR" sz="2000" dirty="0">
              <a:latin typeface="Mali"/>
            </a:endParaRPr>
          </a:p>
        </p:txBody>
      </p:sp>
      <p:grpSp>
        <p:nvGrpSpPr>
          <p:cNvPr id="48" name="Recuadro Recipiente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Transparente: permite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el burbujeo y la oscilación del nivel.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RECIPIENTE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RECIPIENTE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Su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extremo queda sumergido bajo el agua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agua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sella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sistema.</a:t>
            </a:r>
            <a:endParaRPr lang="es-AR" sz="2000" dirty="0">
              <a:latin typeface="Mali"/>
            </a:endParaRPr>
          </a:p>
        </p:txBody>
      </p:sp>
      <p:grpSp>
        <p:nvGrpSpPr>
          <p:cNvPr id="48" name="Rótulo Extremo bajo el agua"/>
          <p:cNvGrpSpPr/>
          <p:nvPr/>
        </p:nvGrpSpPr>
        <p:grpSpPr>
          <a:xfrm>
            <a:off x="1363599" y="3429000"/>
            <a:ext cx="10523601" cy="1749247"/>
            <a:chOff x="1363599" y="3429000"/>
            <a:chExt cx="10523601" cy="1749247"/>
          </a:xfrm>
        </p:grpSpPr>
        <p:sp>
          <p:nvSpPr>
            <p:cNvPr id="49" name="Flecha 48_2"/>
            <p:cNvSpPr/>
            <p:nvPr/>
          </p:nvSpPr>
          <p:spPr>
            <a:xfrm>
              <a:off x="1363599" y="3657600"/>
              <a:ext cx="7186041" cy="1520647"/>
            </a:xfrm>
            <a:custGeom>
              <a:avLst/>
              <a:gdLst/>
              <a:ahLst/>
              <a:cxnLst/>
              <a:rect l="0" t="0" r="r" b="b"/>
              <a:pathLst>
                <a:path w="7858" h="1663" fill="none">
                  <a:moveTo>
                    <a:pt x="0" y="1663"/>
                  </a:moveTo>
                  <a:lnTo>
                    <a:pt x="7858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0" name="Forma 50"/>
            <p:cNvSpPr/>
            <p:nvPr/>
          </p:nvSpPr>
          <p:spPr>
            <a:xfrm>
              <a:off x="8549640" y="3429000"/>
              <a:ext cx="3337560" cy="502920"/>
            </a:xfrm>
            <a:prstGeom prst="rect">
              <a:avLst/>
            </a:prstGeom>
            <a:solidFill>
              <a:srgbClr val="7CC8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Extremo bajo el agua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51" name="Recuadro Sello"/>
          <p:cNvGrpSpPr/>
          <p:nvPr/>
        </p:nvGrpSpPr>
        <p:grpSpPr>
          <a:xfrm>
            <a:off x="8549640" y="4069080"/>
            <a:ext cx="3337560" cy="2286000"/>
            <a:chOff x="8549640" y="4069080"/>
            <a:chExt cx="3337560" cy="2286000"/>
          </a:xfrm>
        </p:grpSpPr>
        <p:sp>
          <p:nvSpPr>
            <p:cNvPr id="52" name="Forma 52"/>
            <p:cNvSpPr/>
            <p:nvPr/>
          </p:nvSpPr>
          <p:spPr>
            <a:xfrm>
              <a:off x="8549640" y="4434840"/>
              <a:ext cx="3337560" cy="19202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el agua, el aire podría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reingresar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al tórax.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3" name="Forma 53"/>
            <p:cNvSpPr/>
            <p:nvPr/>
          </p:nvSpPr>
          <p:spPr>
            <a:xfrm>
              <a:off x="8549640" y="40690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SELLO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AGUA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326503" y="2252756"/>
            <a:ext cx="990638" cy="2211809"/>
            <a:chOff x="4326503" y="2252756"/>
            <a:chExt cx="990638" cy="2211809"/>
          </a:xfrm>
        </p:grpSpPr>
        <p:sp>
          <p:nvSpPr>
            <p:cNvPr id="17" name="Forma 16"/>
            <p:cNvSpPr/>
            <p:nvPr/>
          </p:nvSpPr>
          <p:spPr>
            <a:xfrm>
              <a:off x="4326503" y="2252756"/>
              <a:ext cx="990638" cy="221180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401556" y="2469817"/>
              <a:ext cx="766176" cy="1583375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354157" y="3215830"/>
              <a:ext cx="829210" cy="923190"/>
            </a:xfrm>
            <a:custGeom>
              <a:avLst/>
              <a:gdLst/>
              <a:ahLst/>
              <a:cxnLst/>
              <a:rect l="0" t="0" r="r" b="b"/>
              <a:pathLst>
                <a:path w="1590" h="1819" fill="none">
                  <a:moveTo>
                    <a:pt x="0" y="99"/>
                  </a:moveTo>
                  <a:lnTo>
                    <a:pt x="106" y="110"/>
                  </a:lnTo>
                  <a:lnTo>
                    <a:pt x="246" y="123"/>
                  </a:lnTo>
                  <a:lnTo>
                    <a:pt x="387" y="133"/>
                  </a:lnTo>
                  <a:lnTo>
                    <a:pt x="510" y="138"/>
                  </a:lnTo>
                  <a:lnTo>
                    <a:pt x="613" y="135"/>
                  </a:lnTo>
                  <a:lnTo>
                    <a:pt x="706" y="127"/>
                  </a:lnTo>
                  <a:lnTo>
                    <a:pt x="796" y="116"/>
                  </a:lnTo>
                  <a:lnTo>
                    <a:pt x="889" y="103"/>
                  </a:lnTo>
                  <a:lnTo>
                    <a:pt x="990" y="90"/>
                  </a:lnTo>
                  <a:lnTo>
                    <a:pt x="1112" y="73"/>
                  </a:lnTo>
                  <a:lnTo>
                    <a:pt x="1251" y="52"/>
                  </a:lnTo>
                  <a:lnTo>
                    <a:pt x="1388" y="31"/>
                  </a:lnTo>
                  <a:lnTo>
                    <a:pt x="1507" y="12"/>
                  </a:lnTo>
                  <a:lnTo>
                    <a:pt x="1590" y="0"/>
                  </a:lnTo>
                </a:path>
                <a:path w="1590" h="1819" fill="none">
                  <a:moveTo>
                    <a:pt x="39" y="1819"/>
                  </a:moveTo>
                  <a:lnTo>
                    <a:pt x="104" y="1740"/>
                  </a:lnTo>
                  <a:lnTo>
                    <a:pt x="208" y="1613"/>
                  </a:lnTo>
                  <a:lnTo>
                    <a:pt x="329" y="1465"/>
                  </a:lnTo>
                  <a:lnTo>
                    <a:pt x="454" y="1312"/>
                  </a:lnTo>
                  <a:lnTo>
                    <a:pt x="570" y="1170"/>
                  </a:lnTo>
                  <a:lnTo>
                    <a:pt x="679" y="1034"/>
                  </a:lnTo>
                  <a:lnTo>
                    <a:pt x="789" y="894"/>
                  </a:lnTo>
                  <a:lnTo>
                    <a:pt x="899" y="756"/>
                  </a:lnTo>
                  <a:lnTo>
                    <a:pt x="1006" y="626"/>
                  </a:lnTo>
                  <a:lnTo>
                    <a:pt x="1110" y="510"/>
                  </a:lnTo>
                  <a:lnTo>
                    <a:pt x="1218" y="403"/>
                  </a:lnTo>
                  <a:lnTo>
                    <a:pt x="1330" y="304"/>
                  </a:lnTo>
                  <a:lnTo>
                    <a:pt x="1436" y="216"/>
                  </a:lnTo>
                  <a:lnTo>
                    <a:pt x="1526" y="143"/>
                  </a:lnTo>
                  <a:lnTo>
                    <a:pt x="159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326503" y="2252756"/>
            <a:ext cx="990638" cy="2211809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la espiración (o con la tos) la presión pleural supera a la del frasco: 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baja por el tubo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8" name="Aire 0"/>
          <p:cNvSpPr/>
          <p:nvPr/>
        </p:nvSpPr>
        <p:spPr>
          <a:xfrm>
            <a:off x="3929634" y="2299716"/>
            <a:ext cx="182880" cy="182880"/>
          </a:xfrm>
          <a:prstGeom prst="ellipse">
            <a:avLst/>
          </a:prstGeom>
          <a:solidFill>
            <a:srgbClr val="FFFFFF"/>
          </a:solidFill>
          <a:ln w="19050" cap="rnd">
            <a:solidFill>
              <a:srgbClr val="1B4F72"/>
            </a:solidFill>
            <a:round/>
          </a:ln>
        </p:spPr>
      </p:sp>
      <p:sp>
        <p:nvSpPr>
          <p:cNvPr id="49" name="Aire 1"/>
          <p:cNvSpPr/>
          <p:nvPr/>
        </p:nvSpPr>
        <p:spPr>
          <a:xfrm>
            <a:off x="3929634" y="2299716"/>
            <a:ext cx="182880" cy="182880"/>
          </a:xfrm>
          <a:prstGeom prst="ellipse">
            <a:avLst/>
          </a:prstGeom>
          <a:solidFill>
            <a:srgbClr val="FFFFFF"/>
          </a:solidFill>
          <a:ln w="19050" cap="rnd">
            <a:solidFill>
              <a:srgbClr val="1B4F72"/>
            </a:solidFill>
            <a:round/>
          </a:ln>
        </p:spPr>
      </p:sp>
      <p:sp>
        <p:nvSpPr>
          <p:cNvPr id="50" name="Aire 2"/>
          <p:cNvSpPr/>
          <p:nvPr/>
        </p:nvSpPr>
        <p:spPr>
          <a:xfrm>
            <a:off x="3929634" y="2299716"/>
            <a:ext cx="182880" cy="182880"/>
          </a:xfrm>
          <a:prstGeom prst="ellipse">
            <a:avLst/>
          </a:prstGeom>
          <a:solidFill>
            <a:srgbClr val="FFFFFF"/>
          </a:solidFill>
          <a:ln w="19050" cap="rnd">
            <a:solidFill>
              <a:srgbClr val="1B4F72"/>
            </a:solidFill>
            <a:round/>
          </a:ln>
        </p:spPr>
      </p:sp>
      <p:grpSp>
        <p:nvGrpSpPr>
          <p:cNvPr id="51" name="Recuadro Dirección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52" name="Forma 51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aire va de la zona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mayor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 la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menor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presión.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DIRECCIÓN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616068" y="91440"/>
            <a:ext cx="441103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MOVIMIENTO DE AIRE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20 0.0000 L -0.2180 -0.1593 L -0.2180 0.0580 E" pathEditMode="relative" ptsTypes="">
                                      <p:cBhvr>
                                        <p:cTn id="4" dur="12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98" y="29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6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20 0.0000 L -0.2180 -0.1593 L -0.2180 0.0580 E" pathEditMode="relative" ptsTypes="">
                                      <p:cBhvr>
                                        <p:cTn id="7" dur="12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98" y="29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20 0.0000 L -0.2180 -0.1593 L -0.2180 0.0580 E" pathEditMode="relative" ptsTypes="">
                                      <p:cBhvr>
                                        <p:cTn id="10" dur="12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98" y="29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50" grpId="0" animBg="1"/>
    </p:bld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482" y="8375"/>
                </a:moveTo>
                <a:lnTo>
                  <a:pt x="1480" y="8377"/>
                </a:lnTo>
                <a:lnTo>
                  <a:pt x="1477" y="8378"/>
                </a:lnTo>
                <a:lnTo>
                  <a:pt x="1475" y="8379"/>
                </a:lnTo>
                <a:lnTo>
                  <a:pt x="1473" y="8380"/>
                </a:lnTo>
                <a:lnTo>
                  <a:pt x="1470" y="8381"/>
                </a:lnTo>
                <a:lnTo>
                  <a:pt x="1467" y="8381"/>
                </a:lnTo>
                <a:lnTo>
                  <a:pt x="1465" y="8381"/>
                </a:lnTo>
                <a:lnTo>
                  <a:pt x="1462" y="8381"/>
                </a:lnTo>
                <a:lnTo>
                  <a:pt x="1460" y="8381"/>
                </a:lnTo>
                <a:lnTo>
                  <a:pt x="1457" y="8380"/>
                </a:lnTo>
                <a:lnTo>
                  <a:pt x="1455" y="8379"/>
                </a:lnTo>
                <a:lnTo>
                  <a:pt x="1452" y="8378"/>
                </a:lnTo>
                <a:lnTo>
                  <a:pt x="1450" y="8377"/>
                </a:lnTo>
                <a:lnTo>
                  <a:pt x="1448" y="8375"/>
                </a:lnTo>
                <a:lnTo>
                  <a:pt x="1446" y="8373"/>
                </a:lnTo>
                <a:lnTo>
                  <a:pt x="1444" y="8371"/>
                </a:lnTo>
                <a:lnTo>
                  <a:pt x="1443" y="8369"/>
                </a:lnTo>
                <a:lnTo>
                  <a:pt x="1441" y="8367"/>
                </a:lnTo>
                <a:lnTo>
                  <a:pt x="1440" y="8365"/>
                </a:lnTo>
                <a:lnTo>
                  <a:pt x="1428" y="8336"/>
                </a:lnTo>
                <a:lnTo>
                  <a:pt x="1427" y="8333"/>
                </a:lnTo>
                <a:lnTo>
                  <a:pt x="1406" y="8259"/>
                </a:lnTo>
                <a:lnTo>
                  <a:pt x="1406" y="8257"/>
                </a:lnTo>
                <a:lnTo>
                  <a:pt x="1385" y="8163"/>
                </a:lnTo>
                <a:lnTo>
                  <a:pt x="1384" y="8163"/>
                </a:lnTo>
                <a:lnTo>
                  <a:pt x="1363" y="8056"/>
                </a:lnTo>
                <a:lnTo>
                  <a:pt x="1363" y="8056"/>
                </a:lnTo>
                <a:lnTo>
                  <a:pt x="1342" y="7943"/>
                </a:lnTo>
                <a:lnTo>
                  <a:pt x="1321" y="7831"/>
                </a:lnTo>
                <a:lnTo>
                  <a:pt x="1301" y="7720"/>
                </a:lnTo>
                <a:lnTo>
                  <a:pt x="1301" y="7720"/>
                </a:lnTo>
                <a:lnTo>
                  <a:pt x="1280" y="7605"/>
                </a:lnTo>
                <a:lnTo>
                  <a:pt x="1280" y="7605"/>
                </a:lnTo>
                <a:lnTo>
                  <a:pt x="1261" y="7486"/>
                </a:lnTo>
                <a:lnTo>
                  <a:pt x="1261" y="7485"/>
                </a:lnTo>
                <a:lnTo>
                  <a:pt x="1242" y="7362"/>
                </a:lnTo>
                <a:lnTo>
                  <a:pt x="1242" y="7361"/>
                </a:lnTo>
                <a:lnTo>
                  <a:pt x="1224" y="7233"/>
                </a:lnTo>
                <a:lnTo>
                  <a:pt x="1224" y="7232"/>
                </a:lnTo>
                <a:lnTo>
                  <a:pt x="1207" y="7099"/>
                </a:lnTo>
                <a:lnTo>
                  <a:pt x="1207" y="7099"/>
                </a:lnTo>
                <a:lnTo>
                  <a:pt x="1191" y="6959"/>
                </a:lnTo>
                <a:lnTo>
                  <a:pt x="1191" y="6958"/>
                </a:lnTo>
                <a:lnTo>
                  <a:pt x="1176" y="6812"/>
                </a:lnTo>
                <a:lnTo>
                  <a:pt x="1176" y="6811"/>
                </a:lnTo>
                <a:lnTo>
                  <a:pt x="1162" y="6660"/>
                </a:lnTo>
                <a:lnTo>
                  <a:pt x="1162" y="6660"/>
                </a:lnTo>
                <a:lnTo>
                  <a:pt x="1149" y="6505"/>
                </a:lnTo>
                <a:lnTo>
                  <a:pt x="1149" y="6505"/>
                </a:lnTo>
                <a:lnTo>
                  <a:pt x="1139" y="6350"/>
                </a:lnTo>
                <a:lnTo>
                  <a:pt x="1139" y="6349"/>
                </a:lnTo>
                <a:lnTo>
                  <a:pt x="1131" y="6195"/>
                </a:lnTo>
                <a:lnTo>
                  <a:pt x="1131" y="6194"/>
                </a:lnTo>
                <a:lnTo>
                  <a:pt x="1126" y="6039"/>
                </a:lnTo>
                <a:lnTo>
                  <a:pt x="1126" y="6039"/>
                </a:lnTo>
                <a:lnTo>
                  <a:pt x="1123" y="5881"/>
                </a:lnTo>
                <a:lnTo>
                  <a:pt x="1123" y="5881"/>
                </a:lnTo>
                <a:lnTo>
                  <a:pt x="1122" y="5722"/>
                </a:lnTo>
                <a:lnTo>
                  <a:pt x="1122" y="5722"/>
                </a:lnTo>
                <a:lnTo>
                  <a:pt x="1123" y="5562"/>
                </a:lnTo>
                <a:lnTo>
                  <a:pt x="1123" y="5562"/>
                </a:lnTo>
                <a:lnTo>
                  <a:pt x="1126" y="5402"/>
                </a:lnTo>
                <a:lnTo>
                  <a:pt x="1126" y="5402"/>
                </a:lnTo>
                <a:lnTo>
                  <a:pt x="1131" y="5243"/>
                </a:lnTo>
                <a:lnTo>
                  <a:pt x="1131" y="5243"/>
                </a:lnTo>
                <a:lnTo>
                  <a:pt x="1138" y="5084"/>
                </a:lnTo>
                <a:lnTo>
                  <a:pt x="1138" y="5083"/>
                </a:lnTo>
                <a:lnTo>
                  <a:pt x="1147" y="4924"/>
                </a:lnTo>
                <a:lnTo>
                  <a:pt x="1147" y="4923"/>
                </a:lnTo>
                <a:lnTo>
                  <a:pt x="1158" y="4764"/>
                </a:lnTo>
                <a:lnTo>
                  <a:pt x="1158" y="4763"/>
                </a:lnTo>
                <a:lnTo>
                  <a:pt x="1172" y="4605"/>
                </a:lnTo>
                <a:lnTo>
                  <a:pt x="1172" y="4604"/>
                </a:lnTo>
                <a:lnTo>
                  <a:pt x="1188" y="4447"/>
                </a:lnTo>
                <a:lnTo>
                  <a:pt x="1188" y="4447"/>
                </a:lnTo>
                <a:lnTo>
                  <a:pt x="1207" y="4292"/>
                </a:lnTo>
                <a:lnTo>
                  <a:pt x="1207" y="4292"/>
                </a:lnTo>
                <a:lnTo>
                  <a:pt x="1229" y="4137"/>
                </a:lnTo>
                <a:lnTo>
                  <a:pt x="1229" y="4137"/>
                </a:lnTo>
                <a:lnTo>
                  <a:pt x="1253" y="3983"/>
                </a:lnTo>
                <a:lnTo>
                  <a:pt x="1253" y="3983"/>
                </a:lnTo>
                <a:lnTo>
                  <a:pt x="1279" y="3831"/>
                </a:lnTo>
                <a:lnTo>
                  <a:pt x="1280" y="3830"/>
                </a:lnTo>
                <a:lnTo>
                  <a:pt x="1309" y="3681"/>
                </a:lnTo>
                <a:lnTo>
                  <a:pt x="1309" y="3680"/>
                </a:lnTo>
                <a:lnTo>
                  <a:pt x="1341" y="3534"/>
                </a:lnTo>
                <a:lnTo>
                  <a:pt x="1342" y="3534"/>
                </a:lnTo>
                <a:lnTo>
                  <a:pt x="1377" y="3392"/>
                </a:lnTo>
                <a:lnTo>
                  <a:pt x="1378" y="3391"/>
                </a:lnTo>
                <a:lnTo>
                  <a:pt x="1417" y="3253"/>
                </a:lnTo>
                <a:lnTo>
                  <a:pt x="1417" y="3252"/>
                </a:lnTo>
                <a:lnTo>
                  <a:pt x="1460" y="3117"/>
                </a:lnTo>
                <a:lnTo>
                  <a:pt x="1460" y="3116"/>
                </a:lnTo>
                <a:lnTo>
                  <a:pt x="1506" y="2983"/>
                </a:lnTo>
                <a:lnTo>
                  <a:pt x="1506" y="2983"/>
                </a:lnTo>
                <a:lnTo>
                  <a:pt x="1555" y="2854"/>
                </a:lnTo>
                <a:lnTo>
                  <a:pt x="1555" y="2853"/>
                </a:lnTo>
                <a:lnTo>
                  <a:pt x="1606" y="2729"/>
                </a:lnTo>
                <a:lnTo>
                  <a:pt x="1607" y="2729"/>
                </a:lnTo>
                <a:lnTo>
                  <a:pt x="1660" y="2610"/>
                </a:lnTo>
                <a:lnTo>
                  <a:pt x="1660" y="2609"/>
                </a:lnTo>
                <a:lnTo>
                  <a:pt x="1716" y="2495"/>
                </a:lnTo>
                <a:lnTo>
                  <a:pt x="1716" y="2494"/>
                </a:lnTo>
                <a:lnTo>
                  <a:pt x="1775" y="2385"/>
                </a:lnTo>
                <a:lnTo>
                  <a:pt x="1775" y="2384"/>
                </a:lnTo>
                <a:lnTo>
                  <a:pt x="1836" y="2279"/>
                </a:lnTo>
                <a:lnTo>
                  <a:pt x="1836" y="2278"/>
                </a:lnTo>
                <a:lnTo>
                  <a:pt x="1899" y="2178"/>
                </a:lnTo>
                <a:lnTo>
                  <a:pt x="1900" y="2177"/>
                </a:lnTo>
                <a:lnTo>
                  <a:pt x="1965" y="2083"/>
                </a:lnTo>
                <a:lnTo>
                  <a:pt x="1966" y="2082"/>
                </a:lnTo>
                <a:lnTo>
                  <a:pt x="2033" y="1993"/>
                </a:lnTo>
                <a:lnTo>
                  <a:pt x="2034" y="1992"/>
                </a:lnTo>
                <a:lnTo>
                  <a:pt x="2104" y="1909"/>
                </a:lnTo>
                <a:lnTo>
                  <a:pt x="2105" y="1908"/>
                </a:lnTo>
                <a:lnTo>
                  <a:pt x="2178" y="1830"/>
                </a:lnTo>
                <a:lnTo>
                  <a:pt x="2179" y="1829"/>
                </a:lnTo>
                <a:lnTo>
                  <a:pt x="2255" y="1755"/>
                </a:lnTo>
                <a:lnTo>
                  <a:pt x="2256" y="1754"/>
                </a:lnTo>
                <a:lnTo>
                  <a:pt x="2333" y="1687"/>
                </a:lnTo>
                <a:lnTo>
                  <a:pt x="2334" y="1686"/>
                </a:lnTo>
                <a:lnTo>
                  <a:pt x="2413" y="1625"/>
                </a:lnTo>
                <a:lnTo>
                  <a:pt x="2414" y="1624"/>
                </a:lnTo>
                <a:lnTo>
                  <a:pt x="2493" y="1570"/>
                </a:lnTo>
                <a:lnTo>
                  <a:pt x="2494" y="1569"/>
                </a:lnTo>
                <a:lnTo>
                  <a:pt x="2577" y="1520"/>
                </a:lnTo>
                <a:lnTo>
                  <a:pt x="2578" y="1519"/>
                </a:lnTo>
                <a:lnTo>
                  <a:pt x="2667" y="1475"/>
                </a:lnTo>
                <a:lnTo>
                  <a:pt x="2668" y="1475"/>
                </a:lnTo>
                <a:lnTo>
                  <a:pt x="2758" y="1436"/>
                </a:lnTo>
                <a:lnTo>
                  <a:pt x="2759" y="1436"/>
                </a:lnTo>
                <a:lnTo>
                  <a:pt x="2846" y="1405"/>
                </a:lnTo>
                <a:lnTo>
                  <a:pt x="2848" y="1405"/>
                </a:lnTo>
                <a:lnTo>
                  <a:pt x="2927" y="1383"/>
                </a:lnTo>
                <a:lnTo>
                  <a:pt x="2929" y="1382"/>
                </a:lnTo>
                <a:lnTo>
                  <a:pt x="2995" y="1371"/>
                </a:lnTo>
                <a:lnTo>
                  <a:pt x="2998" y="1370"/>
                </a:lnTo>
                <a:lnTo>
                  <a:pt x="3048" y="1368"/>
                </a:lnTo>
                <a:lnTo>
                  <a:pt x="3050" y="1368"/>
                </a:lnTo>
                <a:lnTo>
                  <a:pt x="3052" y="1368"/>
                </a:lnTo>
                <a:lnTo>
                  <a:pt x="3091" y="1373"/>
                </a:lnTo>
                <a:lnTo>
                  <a:pt x="3093" y="1373"/>
                </a:lnTo>
                <a:lnTo>
                  <a:pt x="3096" y="1374"/>
                </a:lnTo>
                <a:lnTo>
                  <a:pt x="3128" y="1384"/>
                </a:lnTo>
                <a:lnTo>
                  <a:pt x="3130" y="1384"/>
                </a:lnTo>
                <a:lnTo>
                  <a:pt x="3132" y="1385"/>
                </a:lnTo>
                <a:lnTo>
                  <a:pt x="3163" y="1401"/>
                </a:lnTo>
                <a:lnTo>
                  <a:pt x="3164" y="1402"/>
                </a:lnTo>
                <a:lnTo>
                  <a:pt x="3166" y="1404"/>
                </a:lnTo>
                <a:lnTo>
                  <a:pt x="3199" y="1428"/>
                </a:lnTo>
                <a:lnTo>
                  <a:pt x="3202" y="1430"/>
                </a:lnTo>
                <a:lnTo>
                  <a:pt x="3238" y="1462"/>
                </a:lnTo>
                <a:lnTo>
                  <a:pt x="3240" y="1464"/>
                </a:lnTo>
                <a:lnTo>
                  <a:pt x="3275" y="1502"/>
                </a:lnTo>
                <a:lnTo>
                  <a:pt x="3277" y="1505"/>
                </a:lnTo>
                <a:lnTo>
                  <a:pt x="3310" y="1549"/>
                </a:lnTo>
                <a:lnTo>
                  <a:pt x="3311" y="1551"/>
                </a:lnTo>
                <a:lnTo>
                  <a:pt x="3344" y="1605"/>
                </a:lnTo>
                <a:lnTo>
                  <a:pt x="3344" y="1607"/>
                </a:lnTo>
                <a:lnTo>
                  <a:pt x="3378" y="1672"/>
                </a:lnTo>
                <a:lnTo>
                  <a:pt x="3378" y="1673"/>
                </a:lnTo>
                <a:lnTo>
                  <a:pt x="3413" y="1749"/>
                </a:lnTo>
                <a:lnTo>
                  <a:pt x="3414" y="1750"/>
                </a:lnTo>
                <a:lnTo>
                  <a:pt x="3451" y="1839"/>
                </a:lnTo>
                <a:lnTo>
                  <a:pt x="3451" y="1840"/>
                </a:lnTo>
                <a:lnTo>
                  <a:pt x="3492" y="1941"/>
                </a:lnTo>
                <a:lnTo>
                  <a:pt x="3492" y="1942"/>
                </a:lnTo>
                <a:lnTo>
                  <a:pt x="3534" y="2054"/>
                </a:lnTo>
                <a:lnTo>
                  <a:pt x="3534" y="2055"/>
                </a:lnTo>
                <a:lnTo>
                  <a:pt x="3576" y="2178"/>
                </a:lnTo>
                <a:lnTo>
                  <a:pt x="3576" y="2178"/>
                </a:lnTo>
                <a:lnTo>
                  <a:pt x="3618" y="2310"/>
                </a:lnTo>
                <a:lnTo>
                  <a:pt x="3619" y="2310"/>
                </a:lnTo>
                <a:lnTo>
                  <a:pt x="3659" y="2449"/>
                </a:lnTo>
                <a:lnTo>
                  <a:pt x="3659" y="2450"/>
                </a:lnTo>
                <a:lnTo>
                  <a:pt x="3697" y="2594"/>
                </a:lnTo>
                <a:lnTo>
                  <a:pt x="3697" y="2595"/>
                </a:lnTo>
                <a:lnTo>
                  <a:pt x="3732" y="2749"/>
                </a:lnTo>
                <a:lnTo>
                  <a:pt x="3733" y="2750"/>
                </a:lnTo>
                <a:lnTo>
                  <a:pt x="3767" y="2915"/>
                </a:lnTo>
                <a:lnTo>
                  <a:pt x="3767" y="2916"/>
                </a:lnTo>
                <a:lnTo>
                  <a:pt x="3800" y="3089"/>
                </a:lnTo>
                <a:lnTo>
                  <a:pt x="3800" y="3090"/>
                </a:lnTo>
                <a:lnTo>
                  <a:pt x="3831" y="3267"/>
                </a:lnTo>
                <a:lnTo>
                  <a:pt x="3831" y="3268"/>
                </a:lnTo>
                <a:lnTo>
                  <a:pt x="3860" y="3446"/>
                </a:lnTo>
                <a:lnTo>
                  <a:pt x="3860" y="3446"/>
                </a:lnTo>
                <a:lnTo>
                  <a:pt x="3887" y="3622"/>
                </a:lnTo>
                <a:lnTo>
                  <a:pt x="3887" y="3622"/>
                </a:lnTo>
                <a:lnTo>
                  <a:pt x="3911" y="3795"/>
                </a:lnTo>
                <a:lnTo>
                  <a:pt x="3911" y="3796"/>
                </a:lnTo>
                <a:lnTo>
                  <a:pt x="3932" y="3970"/>
                </a:lnTo>
                <a:lnTo>
                  <a:pt x="3932" y="3970"/>
                </a:lnTo>
                <a:lnTo>
                  <a:pt x="3951" y="4145"/>
                </a:lnTo>
                <a:lnTo>
                  <a:pt x="3951" y="4145"/>
                </a:lnTo>
                <a:lnTo>
                  <a:pt x="3969" y="4320"/>
                </a:lnTo>
                <a:lnTo>
                  <a:pt x="3969" y="4320"/>
                </a:lnTo>
                <a:lnTo>
                  <a:pt x="3985" y="4496"/>
                </a:lnTo>
                <a:lnTo>
                  <a:pt x="3985" y="4496"/>
                </a:lnTo>
                <a:lnTo>
                  <a:pt x="4001" y="4672"/>
                </a:lnTo>
                <a:lnTo>
                  <a:pt x="4001" y="4672"/>
                </a:lnTo>
                <a:lnTo>
                  <a:pt x="4016" y="4847"/>
                </a:lnTo>
                <a:lnTo>
                  <a:pt x="4016" y="4847"/>
                </a:lnTo>
                <a:lnTo>
                  <a:pt x="4030" y="5022"/>
                </a:lnTo>
                <a:lnTo>
                  <a:pt x="4030" y="5022"/>
                </a:lnTo>
                <a:lnTo>
                  <a:pt x="4042" y="5197"/>
                </a:lnTo>
                <a:lnTo>
                  <a:pt x="4042" y="5197"/>
                </a:lnTo>
                <a:lnTo>
                  <a:pt x="4054" y="5373"/>
                </a:lnTo>
                <a:lnTo>
                  <a:pt x="4066" y="5548"/>
                </a:lnTo>
                <a:lnTo>
                  <a:pt x="4066" y="5549"/>
                </a:lnTo>
                <a:lnTo>
                  <a:pt x="4078" y="5724"/>
                </a:lnTo>
                <a:lnTo>
                  <a:pt x="4078" y="5725"/>
                </a:lnTo>
                <a:lnTo>
                  <a:pt x="4091" y="5900"/>
                </a:lnTo>
                <a:lnTo>
                  <a:pt x="4091" y="5900"/>
                </a:lnTo>
                <a:lnTo>
                  <a:pt x="4105" y="6075"/>
                </a:lnTo>
                <a:lnTo>
                  <a:pt x="4119" y="6251"/>
                </a:lnTo>
                <a:lnTo>
                  <a:pt x="4119" y="6251"/>
                </a:lnTo>
                <a:lnTo>
                  <a:pt x="4132" y="6426"/>
                </a:lnTo>
                <a:lnTo>
                  <a:pt x="4132" y="6426"/>
                </a:lnTo>
                <a:lnTo>
                  <a:pt x="4144" y="6601"/>
                </a:lnTo>
                <a:lnTo>
                  <a:pt x="4144" y="6601"/>
                </a:lnTo>
                <a:lnTo>
                  <a:pt x="4155" y="6777"/>
                </a:lnTo>
                <a:lnTo>
                  <a:pt x="4155" y="6778"/>
                </a:lnTo>
                <a:lnTo>
                  <a:pt x="4168" y="6971"/>
                </a:lnTo>
                <a:lnTo>
                  <a:pt x="4168" y="6972"/>
                </a:lnTo>
                <a:lnTo>
                  <a:pt x="4184" y="7184"/>
                </a:lnTo>
                <a:lnTo>
                  <a:pt x="4184" y="7184"/>
                </a:lnTo>
                <a:lnTo>
                  <a:pt x="4200" y="7395"/>
                </a:lnTo>
                <a:lnTo>
                  <a:pt x="4200" y="7396"/>
                </a:lnTo>
                <a:lnTo>
                  <a:pt x="4210" y="7586"/>
                </a:lnTo>
                <a:lnTo>
                  <a:pt x="4210" y="7588"/>
                </a:lnTo>
                <a:lnTo>
                  <a:pt x="4209" y="7692"/>
                </a:lnTo>
                <a:lnTo>
                  <a:pt x="4209" y="7695"/>
                </a:lnTo>
                <a:lnTo>
                  <a:pt x="4209" y="7697"/>
                </a:lnTo>
                <a:lnTo>
                  <a:pt x="4208" y="7700"/>
                </a:lnTo>
                <a:lnTo>
                  <a:pt x="4207" y="7702"/>
                </a:lnTo>
                <a:lnTo>
                  <a:pt x="4206" y="7705"/>
                </a:lnTo>
                <a:lnTo>
                  <a:pt x="4205" y="7707"/>
                </a:lnTo>
                <a:lnTo>
                  <a:pt x="4203" y="7709"/>
                </a:lnTo>
                <a:lnTo>
                  <a:pt x="4201" y="7711"/>
                </a:lnTo>
                <a:lnTo>
                  <a:pt x="4200" y="7713"/>
                </a:lnTo>
                <a:lnTo>
                  <a:pt x="4197" y="7714"/>
                </a:lnTo>
                <a:lnTo>
                  <a:pt x="4195" y="7716"/>
                </a:lnTo>
                <a:lnTo>
                  <a:pt x="4193" y="7717"/>
                </a:lnTo>
                <a:lnTo>
                  <a:pt x="4190" y="7718"/>
                </a:lnTo>
                <a:lnTo>
                  <a:pt x="4188" y="7718"/>
                </a:lnTo>
                <a:lnTo>
                  <a:pt x="4185" y="7719"/>
                </a:lnTo>
                <a:lnTo>
                  <a:pt x="4183" y="7719"/>
                </a:lnTo>
                <a:lnTo>
                  <a:pt x="4180" y="7719"/>
                </a:lnTo>
                <a:lnTo>
                  <a:pt x="4178" y="7718"/>
                </a:lnTo>
                <a:lnTo>
                  <a:pt x="4175" y="7718"/>
                </a:lnTo>
                <a:lnTo>
                  <a:pt x="4173" y="7717"/>
                </a:lnTo>
                <a:lnTo>
                  <a:pt x="4170" y="7716"/>
                </a:lnTo>
                <a:lnTo>
                  <a:pt x="4168" y="7715"/>
                </a:lnTo>
                <a:lnTo>
                  <a:pt x="4166" y="7713"/>
                </a:lnTo>
                <a:lnTo>
                  <a:pt x="4164" y="7711"/>
                </a:lnTo>
                <a:lnTo>
                  <a:pt x="4162" y="7709"/>
                </a:lnTo>
                <a:lnTo>
                  <a:pt x="4133" y="7675"/>
                </a:lnTo>
                <a:lnTo>
                  <a:pt x="4130" y="7671"/>
                </a:lnTo>
                <a:lnTo>
                  <a:pt x="4059" y="7597"/>
                </a:lnTo>
                <a:lnTo>
                  <a:pt x="4054" y="7592"/>
                </a:lnTo>
                <a:lnTo>
                  <a:pt x="4048" y="7587"/>
                </a:lnTo>
                <a:lnTo>
                  <a:pt x="3973" y="7533"/>
                </a:lnTo>
                <a:lnTo>
                  <a:pt x="3967" y="7529"/>
                </a:lnTo>
                <a:lnTo>
                  <a:pt x="3961" y="7526"/>
                </a:lnTo>
                <a:lnTo>
                  <a:pt x="3880" y="7486"/>
                </a:lnTo>
                <a:lnTo>
                  <a:pt x="3879" y="7485"/>
                </a:lnTo>
                <a:lnTo>
                  <a:pt x="3790" y="7442"/>
                </a:lnTo>
                <a:lnTo>
                  <a:pt x="3787" y="7441"/>
                </a:lnTo>
                <a:lnTo>
                  <a:pt x="3691" y="7399"/>
                </a:lnTo>
                <a:lnTo>
                  <a:pt x="3687" y="7397"/>
                </a:lnTo>
                <a:lnTo>
                  <a:pt x="3587" y="7360"/>
                </a:lnTo>
                <a:lnTo>
                  <a:pt x="3580" y="7358"/>
                </a:lnTo>
                <a:lnTo>
                  <a:pt x="3478" y="7328"/>
                </a:lnTo>
                <a:lnTo>
                  <a:pt x="3468" y="7326"/>
                </a:lnTo>
                <a:lnTo>
                  <a:pt x="3366" y="7308"/>
                </a:lnTo>
                <a:lnTo>
                  <a:pt x="3357" y="7307"/>
                </a:lnTo>
                <a:lnTo>
                  <a:pt x="3252" y="7299"/>
                </a:lnTo>
                <a:lnTo>
                  <a:pt x="3246" y="7299"/>
                </a:lnTo>
                <a:lnTo>
                  <a:pt x="3137" y="7298"/>
                </a:lnTo>
                <a:lnTo>
                  <a:pt x="3131" y="7298"/>
                </a:lnTo>
                <a:lnTo>
                  <a:pt x="3019" y="7305"/>
                </a:lnTo>
                <a:lnTo>
                  <a:pt x="3012" y="7306"/>
                </a:lnTo>
                <a:lnTo>
                  <a:pt x="2899" y="7321"/>
                </a:lnTo>
                <a:lnTo>
                  <a:pt x="2892" y="7323"/>
                </a:lnTo>
                <a:lnTo>
                  <a:pt x="2778" y="7348"/>
                </a:lnTo>
                <a:lnTo>
                  <a:pt x="2770" y="7351"/>
                </a:lnTo>
                <a:lnTo>
                  <a:pt x="2657" y="7387"/>
                </a:lnTo>
                <a:lnTo>
                  <a:pt x="2649" y="7391"/>
                </a:lnTo>
                <a:lnTo>
                  <a:pt x="2533" y="7442"/>
                </a:lnTo>
                <a:lnTo>
                  <a:pt x="2526" y="7445"/>
                </a:lnTo>
                <a:lnTo>
                  <a:pt x="2406" y="7510"/>
                </a:lnTo>
                <a:lnTo>
                  <a:pt x="2401" y="7513"/>
                </a:lnTo>
                <a:lnTo>
                  <a:pt x="2280" y="7588"/>
                </a:lnTo>
                <a:lnTo>
                  <a:pt x="2277" y="7591"/>
                </a:lnTo>
                <a:lnTo>
                  <a:pt x="2159" y="7672"/>
                </a:lnTo>
                <a:lnTo>
                  <a:pt x="2156" y="7674"/>
                </a:lnTo>
                <a:lnTo>
                  <a:pt x="2045" y="7758"/>
                </a:lnTo>
                <a:lnTo>
                  <a:pt x="2042" y="7760"/>
                </a:lnTo>
                <a:lnTo>
                  <a:pt x="1942" y="7842"/>
                </a:lnTo>
                <a:lnTo>
                  <a:pt x="1936" y="7847"/>
                </a:lnTo>
                <a:lnTo>
                  <a:pt x="1846" y="7934"/>
                </a:lnTo>
                <a:lnTo>
                  <a:pt x="1840" y="7940"/>
                </a:lnTo>
                <a:lnTo>
                  <a:pt x="1756" y="8038"/>
                </a:lnTo>
                <a:lnTo>
                  <a:pt x="1753" y="8041"/>
                </a:lnTo>
                <a:lnTo>
                  <a:pt x="1676" y="8141"/>
                </a:lnTo>
                <a:lnTo>
                  <a:pt x="1675" y="8143"/>
                </a:lnTo>
                <a:lnTo>
                  <a:pt x="1606" y="8236"/>
                </a:lnTo>
                <a:lnTo>
                  <a:pt x="1606" y="8236"/>
                </a:lnTo>
                <a:lnTo>
                  <a:pt x="1547" y="8311"/>
                </a:lnTo>
                <a:lnTo>
                  <a:pt x="1545" y="8313"/>
                </a:lnTo>
                <a:lnTo>
                  <a:pt x="1498" y="8362"/>
                </a:lnTo>
                <a:lnTo>
                  <a:pt x="1496" y="8364"/>
                </a:lnTo>
                <a:lnTo>
                  <a:pt x="1482" y="8375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158257" y="2048723"/>
            <a:ext cx="1188765" cy="2654171"/>
            <a:chOff x="4158257" y="2048723"/>
            <a:chExt cx="1188765" cy="2654171"/>
          </a:xfrm>
        </p:grpSpPr>
        <p:sp>
          <p:nvSpPr>
            <p:cNvPr id="17" name="Forma 16"/>
            <p:cNvSpPr/>
            <p:nvPr/>
          </p:nvSpPr>
          <p:spPr>
            <a:xfrm>
              <a:off x="4158257" y="2048723"/>
              <a:ext cx="1188765" cy="265417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245376" y="2309196"/>
              <a:ext cx="922356" cy="1900050"/>
            </a:xfrm>
            <a:custGeom>
              <a:avLst/>
              <a:gdLst/>
              <a:ahLst/>
              <a:cxnLst/>
              <a:rect l="0" t="0" r="r" b="b"/>
              <a:pathLst>
                <a:path w="1769" h="3744" fill="none">
                  <a:moveTo>
                    <a:pt x="1769" y="1763"/>
                  </a:moveTo>
                  <a:lnTo>
                    <a:pt x="1301" y="1512"/>
                  </a:lnTo>
                  <a:lnTo>
                    <a:pt x="725" y="1080"/>
                  </a:lnTo>
                  <a:lnTo>
                    <a:pt x="401" y="648"/>
                  </a:lnTo>
                </a:path>
                <a:path w="1769" h="3744" fill="none">
                  <a:moveTo>
                    <a:pt x="1301" y="1512"/>
                  </a:moveTo>
                  <a:lnTo>
                    <a:pt x="1085" y="863"/>
                  </a:lnTo>
                  <a:lnTo>
                    <a:pt x="977" y="143"/>
                  </a:lnTo>
                </a:path>
                <a:path w="1769" h="3744" fill="none">
                  <a:moveTo>
                    <a:pt x="1769" y="1763"/>
                  </a:moveTo>
                  <a:lnTo>
                    <a:pt x="1085" y="1872"/>
                  </a:lnTo>
                  <a:lnTo>
                    <a:pt x="365" y="1872"/>
                  </a:lnTo>
                  <a:lnTo>
                    <a:pt x="5" y="1943"/>
                  </a:lnTo>
                </a:path>
                <a:path w="1769" h="3744" fill="none">
                  <a:moveTo>
                    <a:pt x="1085" y="1872"/>
                  </a:moveTo>
                  <a:lnTo>
                    <a:pt x="581" y="2376"/>
                  </a:lnTo>
                  <a:lnTo>
                    <a:pt x="185" y="2807"/>
                  </a:lnTo>
                </a:path>
                <a:path w="1769" h="3744" fill="none">
                  <a:moveTo>
                    <a:pt x="1769" y="1763"/>
                  </a:moveTo>
                  <a:lnTo>
                    <a:pt x="1301" y="2376"/>
                  </a:lnTo>
                  <a:lnTo>
                    <a:pt x="869" y="3096"/>
                  </a:lnTo>
                  <a:lnTo>
                    <a:pt x="473" y="3672"/>
                  </a:lnTo>
                </a:path>
                <a:path w="1769" h="3744" fill="none">
                  <a:moveTo>
                    <a:pt x="1301" y="2376"/>
                  </a:moveTo>
                  <a:lnTo>
                    <a:pt x="1517" y="3096"/>
                  </a:lnTo>
                  <a:lnTo>
                    <a:pt x="1301" y="3744"/>
                  </a:lnTo>
                </a:path>
                <a:path w="1769" h="3744" fill="none">
                  <a:moveTo>
                    <a:pt x="869" y="3096"/>
                  </a:moveTo>
                  <a:lnTo>
                    <a:pt x="293" y="3456"/>
                  </a:lnTo>
                  <a:lnTo>
                    <a:pt x="5" y="3672"/>
                  </a:lnTo>
                </a:path>
                <a:path w="1769" h="3744" fill="none">
                  <a:moveTo>
                    <a:pt x="725" y="1080"/>
                  </a:moveTo>
                  <a:lnTo>
                    <a:pt x="221" y="1223"/>
                  </a:lnTo>
                  <a:lnTo>
                    <a:pt x="0" y="1390"/>
                  </a:lnTo>
                </a:path>
                <a:path w="1769" h="3744" fill="none">
                  <a:moveTo>
                    <a:pt x="1085" y="863"/>
                  </a:moveTo>
                  <a:lnTo>
                    <a:pt x="653" y="432"/>
                  </a:lnTo>
                </a:path>
                <a:path w="1769" h="3744" fill="none">
                  <a:moveTo>
                    <a:pt x="581" y="2376"/>
                  </a:moveTo>
                  <a:lnTo>
                    <a:pt x="653" y="2880"/>
                  </a:lnTo>
                  <a:lnTo>
                    <a:pt x="437" y="3384"/>
                  </a:lnTo>
                </a:path>
                <a:path w="1769" h="3744" fill="none">
                  <a:moveTo>
                    <a:pt x="1769" y="1763"/>
                  </a:moveTo>
                  <a:lnTo>
                    <a:pt x="1661" y="1223"/>
                  </a:lnTo>
                  <a:lnTo>
                    <a:pt x="1445" y="648"/>
                  </a:lnTo>
                  <a:lnTo>
                    <a:pt x="1301" y="0"/>
                  </a:lnTo>
                </a:path>
                <a:path w="1769" h="3744" fill="none">
                  <a:moveTo>
                    <a:pt x="365" y="1872"/>
                  </a:moveTo>
                  <a:lnTo>
                    <a:pt x="149" y="230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189368" y="3204412"/>
              <a:ext cx="997127" cy="1109969"/>
            </a:xfrm>
            <a:custGeom>
              <a:avLst/>
              <a:gdLst/>
              <a:ahLst/>
              <a:cxnLst/>
              <a:rect l="0" t="0" r="r" b="b"/>
              <a:pathLst>
                <a:path w="1913" h="2187" fill="none">
                  <a:moveTo>
                    <a:pt x="0" y="119"/>
                  </a:moveTo>
                  <a:lnTo>
                    <a:pt x="131" y="132"/>
                  </a:lnTo>
                  <a:lnTo>
                    <a:pt x="299" y="148"/>
                  </a:lnTo>
                  <a:lnTo>
                    <a:pt x="468" y="160"/>
                  </a:lnTo>
                  <a:lnTo>
                    <a:pt x="617" y="165"/>
                  </a:lnTo>
                  <a:lnTo>
                    <a:pt x="740" y="162"/>
                  </a:lnTo>
                  <a:lnTo>
                    <a:pt x="852" y="153"/>
                  </a:lnTo>
                  <a:lnTo>
                    <a:pt x="959" y="140"/>
                  </a:lnTo>
                  <a:lnTo>
                    <a:pt x="1071" y="124"/>
                  </a:lnTo>
                  <a:lnTo>
                    <a:pt x="1193" y="108"/>
                  </a:lnTo>
                  <a:lnTo>
                    <a:pt x="1339" y="87"/>
                  </a:lnTo>
                  <a:lnTo>
                    <a:pt x="1505" y="63"/>
                  </a:lnTo>
                  <a:lnTo>
                    <a:pt x="1670" y="37"/>
                  </a:lnTo>
                  <a:lnTo>
                    <a:pt x="1812" y="15"/>
                  </a:lnTo>
                  <a:lnTo>
                    <a:pt x="1913" y="0"/>
                  </a:lnTo>
                </a:path>
                <a:path w="1913" h="2187" fill="none">
                  <a:moveTo>
                    <a:pt x="48" y="2187"/>
                  </a:moveTo>
                  <a:lnTo>
                    <a:pt x="129" y="2088"/>
                  </a:lnTo>
                  <a:lnTo>
                    <a:pt x="253" y="1936"/>
                  </a:lnTo>
                  <a:lnTo>
                    <a:pt x="398" y="1758"/>
                  </a:lnTo>
                  <a:lnTo>
                    <a:pt x="549" y="1575"/>
                  </a:lnTo>
                  <a:lnTo>
                    <a:pt x="689" y="1403"/>
                  </a:lnTo>
                  <a:lnTo>
                    <a:pt x="819" y="1240"/>
                  </a:lnTo>
                  <a:lnTo>
                    <a:pt x="951" y="1073"/>
                  </a:lnTo>
                  <a:lnTo>
                    <a:pt x="1083" y="908"/>
                  </a:lnTo>
                  <a:lnTo>
                    <a:pt x="1212" y="751"/>
                  </a:lnTo>
                  <a:lnTo>
                    <a:pt x="1337" y="612"/>
                  </a:lnTo>
                  <a:lnTo>
                    <a:pt x="1466" y="484"/>
                  </a:lnTo>
                  <a:lnTo>
                    <a:pt x="1600" y="365"/>
                  </a:lnTo>
                  <a:lnTo>
                    <a:pt x="1727" y="259"/>
                  </a:lnTo>
                  <a:lnTo>
                    <a:pt x="1835" y="171"/>
                  </a:lnTo>
                  <a:lnTo>
                    <a:pt x="1913" y="10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158257" y="2048723"/>
            <a:ext cx="1188765" cy="2654171"/>
          </a:xfrm>
          <a:custGeom>
            <a:avLst/>
            <a:gdLst/>
            <a:ahLst/>
            <a:cxnLst/>
            <a:rect l="0" t="0" r="r" b="b"/>
            <a:pathLst>
              <a:path w="2280" h="5229" fill="none">
                <a:moveTo>
                  <a:pt x="248" y="5221"/>
                </a:moveTo>
                <a:lnTo>
                  <a:pt x="283" y="5184"/>
                </a:lnTo>
                <a:lnTo>
                  <a:pt x="328" y="5128"/>
                </a:lnTo>
                <a:lnTo>
                  <a:pt x="380" y="5058"/>
                </a:lnTo>
                <a:lnTo>
                  <a:pt x="380" y="5057"/>
                </a:lnTo>
                <a:lnTo>
                  <a:pt x="439" y="4982"/>
                </a:lnTo>
                <a:lnTo>
                  <a:pt x="441" y="4978"/>
                </a:lnTo>
                <a:lnTo>
                  <a:pt x="505" y="4905"/>
                </a:lnTo>
                <a:lnTo>
                  <a:pt x="510" y="4899"/>
                </a:lnTo>
                <a:lnTo>
                  <a:pt x="578" y="4833"/>
                </a:lnTo>
                <a:lnTo>
                  <a:pt x="583" y="4829"/>
                </a:lnTo>
                <a:lnTo>
                  <a:pt x="659" y="4767"/>
                </a:lnTo>
                <a:lnTo>
                  <a:pt x="661" y="4765"/>
                </a:lnTo>
                <a:lnTo>
                  <a:pt x="745" y="4702"/>
                </a:lnTo>
                <a:lnTo>
                  <a:pt x="748" y="4700"/>
                </a:lnTo>
                <a:lnTo>
                  <a:pt x="836" y="4639"/>
                </a:lnTo>
                <a:lnTo>
                  <a:pt x="840" y="4637"/>
                </a:lnTo>
                <a:lnTo>
                  <a:pt x="931" y="4580"/>
                </a:lnTo>
                <a:lnTo>
                  <a:pt x="935" y="4578"/>
                </a:lnTo>
                <a:lnTo>
                  <a:pt x="1026" y="4528"/>
                </a:lnTo>
                <a:lnTo>
                  <a:pt x="1032" y="4525"/>
                </a:lnTo>
                <a:lnTo>
                  <a:pt x="1120" y="4487"/>
                </a:lnTo>
                <a:lnTo>
                  <a:pt x="1127" y="4484"/>
                </a:lnTo>
                <a:lnTo>
                  <a:pt x="1213" y="4456"/>
                </a:lnTo>
                <a:lnTo>
                  <a:pt x="1220" y="4454"/>
                </a:lnTo>
                <a:lnTo>
                  <a:pt x="1306" y="4434"/>
                </a:lnTo>
                <a:lnTo>
                  <a:pt x="1312" y="4433"/>
                </a:lnTo>
                <a:lnTo>
                  <a:pt x="1398" y="4421"/>
                </a:lnTo>
                <a:lnTo>
                  <a:pt x="1404" y="4421"/>
                </a:lnTo>
                <a:lnTo>
                  <a:pt x="1489" y="4416"/>
                </a:lnTo>
                <a:lnTo>
                  <a:pt x="1494" y="4415"/>
                </a:lnTo>
                <a:lnTo>
                  <a:pt x="1577" y="4416"/>
                </a:lnTo>
                <a:lnTo>
                  <a:pt x="1582" y="4417"/>
                </a:lnTo>
                <a:lnTo>
                  <a:pt x="1662" y="4423"/>
                </a:lnTo>
                <a:lnTo>
                  <a:pt x="1669" y="4424"/>
                </a:lnTo>
                <a:lnTo>
                  <a:pt x="1747" y="4437"/>
                </a:lnTo>
                <a:lnTo>
                  <a:pt x="1755" y="4439"/>
                </a:lnTo>
                <a:lnTo>
                  <a:pt x="1833" y="4461"/>
                </a:lnTo>
                <a:lnTo>
                  <a:pt x="1839" y="4463"/>
                </a:lnTo>
                <a:lnTo>
                  <a:pt x="1914" y="4491"/>
                </a:lnTo>
                <a:lnTo>
                  <a:pt x="1919" y="4493"/>
                </a:lnTo>
                <a:lnTo>
                  <a:pt x="1991" y="4524"/>
                </a:lnTo>
                <a:lnTo>
                  <a:pt x="1993" y="4526"/>
                </a:lnTo>
                <a:lnTo>
                  <a:pt x="2061" y="4558"/>
                </a:lnTo>
                <a:lnTo>
                  <a:pt x="2062" y="4559"/>
                </a:lnTo>
                <a:lnTo>
                  <a:pt x="2123" y="4589"/>
                </a:lnTo>
                <a:lnTo>
                  <a:pt x="2129" y="4592"/>
                </a:lnTo>
                <a:lnTo>
                  <a:pt x="2134" y="4596"/>
                </a:lnTo>
                <a:lnTo>
                  <a:pt x="2191" y="4637"/>
                </a:lnTo>
                <a:lnTo>
                  <a:pt x="2196" y="4641"/>
                </a:lnTo>
                <a:lnTo>
                  <a:pt x="2201" y="4646"/>
                </a:lnTo>
                <a:lnTo>
                  <a:pt x="2255" y="4702"/>
                </a:lnTo>
                <a:lnTo>
                  <a:pt x="2258" y="4706"/>
                </a:lnTo>
                <a:lnTo>
                  <a:pt x="2280" y="4732"/>
                </a:lnTo>
                <a:lnTo>
                  <a:pt x="2280" y="4653"/>
                </a:lnTo>
                <a:lnTo>
                  <a:pt x="2273" y="4510"/>
                </a:lnTo>
                <a:lnTo>
                  <a:pt x="2261" y="4351"/>
                </a:lnTo>
                <a:lnTo>
                  <a:pt x="2249" y="4192"/>
                </a:lnTo>
                <a:lnTo>
                  <a:pt x="2249" y="4191"/>
                </a:lnTo>
                <a:lnTo>
                  <a:pt x="2239" y="4046"/>
                </a:lnTo>
                <a:lnTo>
                  <a:pt x="2239" y="4045"/>
                </a:lnTo>
                <a:lnTo>
                  <a:pt x="2231" y="3913"/>
                </a:lnTo>
                <a:lnTo>
                  <a:pt x="2222" y="3781"/>
                </a:lnTo>
                <a:lnTo>
                  <a:pt x="2212" y="3650"/>
                </a:lnTo>
                <a:lnTo>
                  <a:pt x="2202" y="3518"/>
                </a:lnTo>
                <a:lnTo>
                  <a:pt x="2191" y="3387"/>
                </a:lnTo>
                <a:lnTo>
                  <a:pt x="2191" y="3387"/>
                </a:lnTo>
                <a:lnTo>
                  <a:pt x="2181" y="3255"/>
                </a:lnTo>
                <a:lnTo>
                  <a:pt x="2181" y="3254"/>
                </a:lnTo>
                <a:lnTo>
                  <a:pt x="2172" y="3122"/>
                </a:lnTo>
                <a:lnTo>
                  <a:pt x="2172" y="3122"/>
                </a:lnTo>
                <a:lnTo>
                  <a:pt x="2163" y="2990"/>
                </a:lnTo>
                <a:lnTo>
                  <a:pt x="2154" y="2858"/>
                </a:lnTo>
                <a:lnTo>
                  <a:pt x="2145" y="2727"/>
                </a:lnTo>
                <a:lnTo>
                  <a:pt x="2135" y="2595"/>
                </a:lnTo>
                <a:lnTo>
                  <a:pt x="2124" y="2464"/>
                </a:lnTo>
                <a:lnTo>
                  <a:pt x="2112" y="2332"/>
                </a:lnTo>
                <a:lnTo>
                  <a:pt x="2099" y="2200"/>
                </a:lnTo>
                <a:lnTo>
                  <a:pt x="2086" y="2068"/>
                </a:lnTo>
                <a:lnTo>
                  <a:pt x="2072" y="1937"/>
                </a:lnTo>
                <a:lnTo>
                  <a:pt x="2056" y="1806"/>
                </a:lnTo>
                <a:lnTo>
                  <a:pt x="2038" y="1676"/>
                </a:lnTo>
                <a:lnTo>
                  <a:pt x="2018" y="1544"/>
                </a:lnTo>
                <a:lnTo>
                  <a:pt x="1996" y="1410"/>
                </a:lnTo>
                <a:lnTo>
                  <a:pt x="1973" y="1277"/>
                </a:lnTo>
                <a:lnTo>
                  <a:pt x="1948" y="1146"/>
                </a:lnTo>
                <a:lnTo>
                  <a:pt x="1922" y="1022"/>
                </a:lnTo>
                <a:lnTo>
                  <a:pt x="1895" y="906"/>
                </a:lnTo>
                <a:lnTo>
                  <a:pt x="1867" y="797"/>
                </a:lnTo>
                <a:lnTo>
                  <a:pt x="1837" y="693"/>
                </a:lnTo>
                <a:lnTo>
                  <a:pt x="1805" y="594"/>
                </a:lnTo>
                <a:lnTo>
                  <a:pt x="1773" y="502"/>
                </a:lnTo>
                <a:lnTo>
                  <a:pt x="1742" y="417"/>
                </a:lnTo>
                <a:lnTo>
                  <a:pt x="1712" y="341"/>
                </a:lnTo>
                <a:lnTo>
                  <a:pt x="1684" y="274"/>
                </a:lnTo>
                <a:lnTo>
                  <a:pt x="1657" y="217"/>
                </a:lnTo>
                <a:lnTo>
                  <a:pt x="1632" y="168"/>
                </a:lnTo>
                <a:lnTo>
                  <a:pt x="1608" y="127"/>
                </a:lnTo>
                <a:lnTo>
                  <a:pt x="1583" y="94"/>
                </a:lnTo>
                <a:lnTo>
                  <a:pt x="1557" y="65"/>
                </a:lnTo>
                <a:lnTo>
                  <a:pt x="1529" y="41"/>
                </a:lnTo>
                <a:lnTo>
                  <a:pt x="1504" y="22"/>
                </a:lnTo>
                <a:lnTo>
                  <a:pt x="1481" y="10"/>
                </a:lnTo>
                <a:lnTo>
                  <a:pt x="1457" y="3"/>
                </a:lnTo>
                <a:lnTo>
                  <a:pt x="1428" y="0"/>
                </a:lnTo>
                <a:lnTo>
                  <a:pt x="1391" y="1"/>
                </a:lnTo>
                <a:lnTo>
                  <a:pt x="1342" y="10"/>
                </a:lnTo>
                <a:lnTo>
                  <a:pt x="1282" y="26"/>
                </a:lnTo>
                <a:lnTo>
                  <a:pt x="1217" y="49"/>
                </a:lnTo>
                <a:lnTo>
                  <a:pt x="1150" y="78"/>
                </a:lnTo>
                <a:lnTo>
                  <a:pt x="1083" y="111"/>
                </a:lnTo>
                <a:lnTo>
                  <a:pt x="1021" y="148"/>
                </a:lnTo>
                <a:lnTo>
                  <a:pt x="962" y="188"/>
                </a:lnTo>
                <a:lnTo>
                  <a:pt x="903" y="234"/>
                </a:lnTo>
                <a:lnTo>
                  <a:pt x="845" y="285"/>
                </a:lnTo>
                <a:lnTo>
                  <a:pt x="788" y="340"/>
                </a:lnTo>
                <a:lnTo>
                  <a:pt x="733" y="399"/>
                </a:lnTo>
                <a:lnTo>
                  <a:pt x="680" y="462"/>
                </a:lnTo>
                <a:lnTo>
                  <a:pt x="630" y="528"/>
                </a:lnTo>
                <a:lnTo>
                  <a:pt x="581" y="599"/>
                </a:lnTo>
                <a:lnTo>
                  <a:pt x="534" y="674"/>
                </a:lnTo>
                <a:lnTo>
                  <a:pt x="488" y="753"/>
                </a:lnTo>
                <a:lnTo>
                  <a:pt x="444" y="835"/>
                </a:lnTo>
                <a:lnTo>
                  <a:pt x="402" y="921"/>
                </a:lnTo>
                <a:lnTo>
                  <a:pt x="362" y="1010"/>
                </a:lnTo>
                <a:lnTo>
                  <a:pt x="324" y="1103"/>
                </a:lnTo>
                <a:lnTo>
                  <a:pt x="287" y="1200"/>
                </a:lnTo>
                <a:lnTo>
                  <a:pt x="253" y="1299"/>
                </a:lnTo>
                <a:lnTo>
                  <a:pt x="221" y="1401"/>
                </a:lnTo>
                <a:lnTo>
                  <a:pt x="191" y="1505"/>
                </a:lnTo>
                <a:lnTo>
                  <a:pt x="164" y="1612"/>
                </a:lnTo>
                <a:lnTo>
                  <a:pt x="140" y="1721"/>
                </a:lnTo>
                <a:lnTo>
                  <a:pt x="118" y="1834"/>
                </a:lnTo>
                <a:lnTo>
                  <a:pt x="98" y="1948"/>
                </a:lnTo>
                <a:lnTo>
                  <a:pt x="80" y="2063"/>
                </a:lnTo>
                <a:lnTo>
                  <a:pt x="64" y="2179"/>
                </a:lnTo>
                <a:lnTo>
                  <a:pt x="49" y="2296"/>
                </a:lnTo>
                <a:lnTo>
                  <a:pt x="37" y="2413"/>
                </a:lnTo>
                <a:lnTo>
                  <a:pt x="27" y="2533"/>
                </a:lnTo>
                <a:lnTo>
                  <a:pt x="19" y="2652"/>
                </a:lnTo>
                <a:lnTo>
                  <a:pt x="12" y="2772"/>
                </a:lnTo>
                <a:lnTo>
                  <a:pt x="7" y="2892"/>
                </a:lnTo>
                <a:lnTo>
                  <a:pt x="3" y="3011"/>
                </a:lnTo>
                <a:lnTo>
                  <a:pt x="0" y="3131"/>
                </a:lnTo>
                <a:lnTo>
                  <a:pt x="0" y="3251"/>
                </a:lnTo>
                <a:lnTo>
                  <a:pt x="0" y="3370"/>
                </a:lnTo>
                <a:lnTo>
                  <a:pt x="3" y="3489"/>
                </a:lnTo>
                <a:lnTo>
                  <a:pt x="7" y="3605"/>
                </a:lnTo>
                <a:lnTo>
                  <a:pt x="12" y="3722"/>
                </a:lnTo>
                <a:lnTo>
                  <a:pt x="20" y="3838"/>
                </a:lnTo>
                <a:lnTo>
                  <a:pt x="30" y="3954"/>
                </a:lnTo>
                <a:lnTo>
                  <a:pt x="40" y="4068"/>
                </a:lnTo>
                <a:lnTo>
                  <a:pt x="52" y="4178"/>
                </a:lnTo>
                <a:lnTo>
                  <a:pt x="64" y="4283"/>
                </a:lnTo>
                <a:lnTo>
                  <a:pt x="76" y="4384"/>
                </a:lnTo>
                <a:lnTo>
                  <a:pt x="90" y="4480"/>
                </a:lnTo>
                <a:lnTo>
                  <a:pt x="104" y="4573"/>
                </a:lnTo>
                <a:lnTo>
                  <a:pt x="119" y="4663"/>
                </a:lnTo>
                <a:lnTo>
                  <a:pt x="134" y="4749"/>
                </a:lnTo>
                <a:lnTo>
                  <a:pt x="149" y="4833"/>
                </a:lnTo>
                <a:lnTo>
                  <a:pt x="165" y="4917"/>
                </a:lnTo>
                <a:lnTo>
                  <a:pt x="181" y="5001"/>
                </a:lnTo>
                <a:lnTo>
                  <a:pt x="197" y="5081"/>
                </a:lnTo>
                <a:lnTo>
                  <a:pt x="213" y="5152"/>
                </a:lnTo>
                <a:lnTo>
                  <a:pt x="229" y="5208"/>
                </a:lnTo>
                <a:lnTo>
                  <a:pt x="238" y="5229"/>
                </a:lnTo>
                <a:lnTo>
                  <a:pt x="248" y="52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Burbujas"/>
          <p:cNvSpPr/>
          <p:nvPr/>
        </p:nvSpPr>
        <p:spPr>
          <a:xfrm>
            <a:off x="1252957" y="4336359"/>
            <a:ext cx="165964" cy="778109"/>
          </a:xfrm>
          <a:custGeom>
            <a:avLst/>
            <a:gdLst/>
            <a:ahLst/>
            <a:cxnLst/>
            <a:rect l="0" t="0" r="r" b="b"/>
            <a:pathLst>
              <a:path w="660" h="1830">
                <a:moveTo>
                  <a:pt x="310" y="1680"/>
                </a:moveTo>
                <a:cubicBezTo>
                  <a:pt x="310" y="1762"/>
                  <a:pt x="242" y="1830"/>
                  <a:pt x="160" y="1830"/>
                </a:cubicBezTo>
                <a:cubicBezTo>
                  <a:pt x="77" y="1830"/>
                  <a:pt x="10" y="1762"/>
                  <a:pt x="10" y="1680"/>
                </a:cubicBezTo>
                <a:cubicBezTo>
                  <a:pt x="10" y="1597"/>
                  <a:pt x="77" y="1530"/>
                  <a:pt x="160" y="1530"/>
                </a:cubicBezTo>
                <a:cubicBezTo>
                  <a:pt x="242" y="1530"/>
                  <a:pt x="310" y="1597"/>
                  <a:pt x="310" y="1680"/>
                </a:cubicBezTo>
                <a:close/>
                <a:moveTo>
                  <a:pt x="380" y="1180"/>
                </a:moveTo>
                <a:cubicBezTo>
                  <a:pt x="380" y="1284"/>
                  <a:pt x="294" y="1370"/>
                  <a:pt x="190" y="1370"/>
                </a:cubicBezTo>
                <a:cubicBezTo>
                  <a:pt x="85" y="1370"/>
                  <a:pt x="0" y="1284"/>
                  <a:pt x="0" y="1180"/>
                </a:cubicBezTo>
                <a:cubicBezTo>
                  <a:pt x="0" y="1075"/>
                  <a:pt x="85" y="990"/>
                  <a:pt x="190" y="990"/>
                </a:cubicBezTo>
                <a:cubicBezTo>
                  <a:pt x="294" y="990"/>
                  <a:pt x="380" y="1075"/>
                  <a:pt x="380" y="1180"/>
                </a:cubicBezTo>
                <a:close/>
                <a:moveTo>
                  <a:pt x="540" y="680"/>
                </a:moveTo>
                <a:cubicBezTo>
                  <a:pt x="540" y="812"/>
                  <a:pt x="432" y="920"/>
                  <a:pt x="300" y="920"/>
                </a:cubicBezTo>
                <a:cubicBezTo>
                  <a:pt x="167" y="920"/>
                  <a:pt x="60" y="812"/>
                  <a:pt x="60" y="680"/>
                </a:cubicBezTo>
                <a:cubicBezTo>
                  <a:pt x="60" y="547"/>
                  <a:pt x="167" y="440"/>
                  <a:pt x="300" y="440"/>
                </a:cubicBezTo>
                <a:cubicBezTo>
                  <a:pt x="432" y="440"/>
                  <a:pt x="540" y="547"/>
                  <a:pt x="540" y="680"/>
                </a:cubicBezTo>
                <a:close/>
                <a:moveTo>
                  <a:pt x="660" y="180"/>
                </a:moveTo>
                <a:cubicBezTo>
                  <a:pt x="660" y="279"/>
                  <a:pt x="579" y="360"/>
                  <a:pt x="480" y="360"/>
                </a:cubicBezTo>
                <a:cubicBezTo>
                  <a:pt x="380" y="360"/>
                  <a:pt x="300" y="279"/>
                  <a:pt x="300" y="180"/>
                </a:cubicBezTo>
                <a:cubicBezTo>
                  <a:pt x="300" y="80"/>
                  <a:pt x="380" y="0"/>
                  <a:pt x="480" y="0"/>
                </a:cubicBezTo>
                <a:cubicBezTo>
                  <a:pt x="579" y="0"/>
                  <a:pt x="660" y="80"/>
                  <a:pt x="660" y="180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 w="15875" cap="rnd">
            <a:solidFill>
              <a:srgbClr val="1B4F72"/>
            </a:solidFill>
            <a:round/>
          </a:ln>
        </p:spPr>
      </p:sp>
      <p:sp>
        <p:nvSpPr>
          <p:cNvPr id="46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7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8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burbujea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través del agua y sale por el tubo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abocamiento al exterior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9" name="Salida exterior"/>
          <p:cNvSpPr/>
          <p:nvPr/>
        </p:nvSpPr>
        <p:spPr>
          <a:xfrm>
            <a:off x="1904238" y="1319479"/>
            <a:ext cx="9144" cy="457200"/>
          </a:xfrm>
          <a:custGeom>
            <a:avLst/>
            <a:gdLst/>
            <a:ahLst/>
            <a:cxnLst/>
            <a:rect l="0" t="0" r="r" b="b"/>
            <a:pathLst>
              <a:path w="10" h="500" fill="none">
                <a:moveTo>
                  <a:pt x="0" y="500"/>
                </a:moveTo>
                <a:lnTo>
                  <a:pt x="0" y="0"/>
                </a:lnTo>
              </a:path>
            </a:pathLst>
          </a:custGeom>
          <a:noFill/>
          <a:ln w="50800" cap="rnd">
            <a:solidFill>
              <a:srgbClr val="1B4F72"/>
            </a:solidFill>
            <a:round/>
            <a:tailEnd type="triangle" w="med" len="med"/>
          </a:ln>
        </p:spPr>
      </p:sp>
      <p:grpSp>
        <p:nvGrpSpPr>
          <p:cNvPr id="50" name="Recuadro Burbujeo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51" name="Forma 50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Burbujeo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permanente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= sigue saliendo aire.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BURBUJEO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SALIDA DE AIRE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600 E" pathEditMode="relative" ptsTypes="">
                                      <p:cBhvr>
                                        <p:cTn id="4" dur="9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9" grpId="0" animBg="1"/>
    </p:bldLst>
  </p:timing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56" y="8584"/>
                </a:moveTo>
                <a:lnTo>
                  <a:pt x="1354" y="8585"/>
                </a:lnTo>
                <a:lnTo>
                  <a:pt x="1352" y="8586"/>
                </a:lnTo>
                <a:lnTo>
                  <a:pt x="1349" y="8588"/>
                </a:lnTo>
                <a:lnTo>
                  <a:pt x="1347" y="8588"/>
                </a:lnTo>
                <a:lnTo>
                  <a:pt x="1344" y="8589"/>
                </a:lnTo>
                <a:lnTo>
                  <a:pt x="1342" y="8589"/>
                </a:lnTo>
                <a:lnTo>
                  <a:pt x="1339" y="8590"/>
                </a:lnTo>
                <a:lnTo>
                  <a:pt x="1337" y="8589"/>
                </a:lnTo>
                <a:lnTo>
                  <a:pt x="1334" y="8589"/>
                </a:lnTo>
                <a:lnTo>
                  <a:pt x="1332" y="8588"/>
                </a:lnTo>
                <a:lnTo>
                  <a:pt x="1329" y="8587"/>
                </a:lnTo>
                <a:lnTo>
                  <a:pt x="1327" y="8586"/>
                </a:lnTo>
                <a:lnTo>
                  <a:pt x="1324" y="8585"/>
                </a:lnTo>
                <a:lnTo>
                  <a:pt x="1322" y="8583"/>
                </a:lnTo>
                <a:lnTo>
                  <a:pt x="1320" y="8582"/>
                </a:lnTo>
                <a:lnTo>
                  <a:pt x="1319" y="8580"/>
                </a:lnTo>
                <a:lnTo>
                  <a:pt x="1317" y="8578"/>
                </a:lnTo>
                <a:lnTo>
                  <a:pt x="1316" y="8575"/>
                </a:lnTo>
                <a:lnTo>
                  <a:pt x="1315" y="8573"/>
                </a:lnTo>
                <a:lnTo>
                  <a:pt x="1302" y="8542"/>
                </a:lnTo>
                <a:lnTo>
                  <a:pt x="1301" y="8540"/>
                </a:lnTo>
                <a:lnTo>
                  <a:pt x="1279" y="8461"/>
                </a:lnTo>
                <a:lnTo>
                  <a:pt x="1279" y="8460"/>
                </a:lnTo>
                <a:lnTo>
                  <a:pt x="1256" y="8361"/>
                </a:lnTo>
                <a:lnTo>
                  <a:pt x="1256" y="8360"/>
                </a:lnTo>
                <a:lnTo>
                  <a:pt x="1233" y="8248"/>
                </a:lnTo>
                <a:lnTo>
                  <a:pt x="1233" y="8247"/>
                </a:lnTo>
                <a:lnTo>
                  <a:pt x="1211" y="8129"/>
                </a:lnTo>
                <a:lnTo>
                  <a:pt x="1189" y="8010"/>
                </a:lnTo>
                <a:lnTo>
                  <a:pt x="1168" y="7893"/>
                </a:lnTo>
                <a:lnTo>
                  <a:pt x="1167" y="7893"/>
                </a:lnTo>
                <a:lnTo>
                  <a:pt x="1146" y="7772"/>
                </a:lnTo>
                <a:lnTo>
                  <a:pt x="1146" y="7771"/>
                </a:lnTo>
                <a:lnTo>
                  <a:pt x="1125" y="7645"/>
                </a:lnTo>
                <a:lnTo>
                  <a:pt x="1125" y="7645"/>
                </a:lnTo>
                <a:lnTo>
                  <a:pt x="1105" y="7515"/>
                </a:lnTo>
                <a:lnTo>
                  <a:pt x="1105" y="7514"/>
                </a:lnTo>
                <a:lnTo>
                  <a:pt x="1086" y="7379"/>
                </a:lnTo>
                <a:lnTo>
                  <a:pt x="1086" y="7378"/>
                </a:lnTo>
                <a:lnTo>
                  <a:pt x="1069" y="7237"/>
                </a:lnTo>
                <a:lnTo>
                  <a:pt x="1069" y="7237"/>
                </a:lnTo>
                <a:lnTo>
                  <a:pt x="1052" y="7089"/>
                </a:lnTo>
                <a:lnTo>
                  <a:pt x="1052" y="7089"/>
                </a:lnTo>
                <a:lnTo>
                  <a:pt x="1036" y="6934"/>
                </a:lnTo>
                <a:lnTo>
                  <a:pt x="1036" y="6934"/>
                </a:lnTo>
                <a:lnTo>
                  <a:pt x="1021" y="6774"/>
                </a:lnTo>
                <a:lnTo>
                  <a:pt x="1021" y="6774"/>
                </a:lnTo>
                <a:lnTo>
                  <a:pt x="1008" y="6611"/>
                </a:lnTo>
                <a:lnTo>
                  <a:pt x="1008" y="6611"/>
                </a:lnTo>
                <a:lnTo>
                  <a:pt x="997" y="6447"/>
                </a:lnTo>
                <a:lnTo>
                  <a:pt x="997" y="6446"/>
                </a:lnTo>
                <a:lnTo>
                  <a:pt x="988" y="6283"/>
                </a:lnTo>
                <a:lnTo>
                  <a:pt x="988" y="6283"/>
                </a:lnTo>
                <a:lnTo>
                  <a:pt x="983" y="6119"/>
                </a:lnTo>
                <a:lnTo>
                  <a:pt x="983" y="6118"/>
                </a:lnTo>
                <a:lnTo>
                  <a:pt x="979" y="5952"/>
                </a:lnTo>
                <a:lnTo>
                  <a:pt x="979" y="5952"/>
                </a:lnTo>
                <a:lnTo>
                  <a:pt x="978" y="5784"/>
                </a:lnTo>
                <a:lnTo>
                  <a:pt x="978" y="5784"/>
                </a:lnTo>
                <a:lnTo>
                  <a:pt x="979" y="5615"/>
                </a:lnTo>
                <a:lnTo>
                  <a:pt x="979" y="5615"/>
                </a:lnTo>
                <a:lnTo>
                  <a:pt x="983" y="5446"/>
                </a:lnTo>
                <a:lnTo>
                  <a:pt x="983" y="5446"/>
                </a:lnTo>
                <a:lnTo>
                  <a:pt x="988" y="5278"/>
                </a:lnTo>
                <a:lnTo>
                  <a:pt x="988" y="5278"/>
                </a:lnTo>
                <a:lnTo>
                  <a:pt x="996" y="5110"/>
                </a:lnTo>
                <a:lnTo>
                  <a:pt x="996" y="5110"/>
                </a:lnTo>
                <a:lnTo>
                  <a:pt x="1006" y="4941"/>
                </a:lnTo>
                <a:lnTo>
                  <a:pt x="1006" y="4941"/>
                </a:lnTo>
                <a:lnTo>
                  <a:pt x="1017" y="4773"/>
                </a:lnTo>
                <a:lnTo>
                  <a:pt x="1017" y="4772"/>
                </a:lnTo>
                <a:lnTo>
                  <a:pt x="1032" y="4605"/>
                </a:lnTo>
                <a:lnTo>
                  <a:pt x="1032" y="4605"/>
                </a:lnTo>
                <a:lnTo>
                  <a:pt x="1049" y="4439"/>
                </a:lnTo>
                <a:lnTo>
                  <a:pt x="1049" y="4438"/>
                </a:lnTo>
                <a:lnTo>
                  <a:pt x="1069" y="4275"/>
                </a:lnTo>
                <a:lnTo>
                  <a:pt x="1069" y="4274"/>
                </a:lnTo>
                <a:lnTo>
                  <a:pt x="1091" y="4112"/>
                </a:lnTo>
                <a:lnTo>
                  <a:pt x="1092" y="4111"/>
                </a:lnTo>
                <a:lnTo>
                  <a:pt x="1117" y="3949"/>
                </a:lnTo>
                <a:lnTo>
                  <a:pt x="1117" y="3949"/>
                </a:lnTo>
                <a:lnTo>
                  <a:pt x="1145" y="3788"/>
                </a:lnTo>
                <a:lnTo>
                  <a:pt x="1145" y="3788"/>
                </a:lnTo>
                <a:lnTo>
                  <a:pt x="1176" y="3630"/>
                </a:lnTo>
                <a:lnTo>
                  <a:pt x="1176" y="3629"/>
                </a:lnTo>
                <a:lnTo>
                  <a:pt x="1210" y="3475"/>
                </a:lnTo>
                <a:lnTo>
                  <a:pt x="1211" y="3474"/>
                </a:lnTo>
                <a:lnTo>
                  <a:pt x="1248" y="3325"/>
                </a:lnTo>
                <a:lnTo>
                  <a:pt x="1249" y="3324"/>
                </a:lnTo>
                <a:lnTo>
                  <a:pt x="1290" y="3178"/>
                </a:lnTo>
                <a:lnTo>
                  <a:pt x="1290" y="3178"/>
                </a:lnTo>
                <a:lnTo>
                  <a:pt x="1335" y="3034"/>
                </a:lnTo>
                <a:lnTo>
                  <a:pt x="1336" y="3034"/>
                </a:lnTo>
                <a:lnTo>
                  <a:pt x="1384" y="2894"/>
                </a:lnTo>
                <a:lnTo>
                  <a:pt x="1384" y="2893"/>
                </a:lnTo>
                <a:lnTo>
                  <a:pt x="1436" y="2757"/>
                </a:lnTo>
                <a:lnTo>
                  <a:pt x="1436" y="2757"/>
                </a:lnTo>
                <a:lnTo>
                  <a:pt x="1490" y="2626"/>
                </a:lnTo>
                <a:lnTo>
                  <a:pt x="1490" y="2625"/>
                </a:lnTo>
                <a:lnTo>
                  <a:pt x="1547" y="2500"/>
                </a:lnTo>
                <a:lnTo>
                  <a:pt x="1547" y="2499"/>
                </a:lnTo>
                <a:lnTo>
                  <a:pt x="1606" y="2379"/>
                </a:lnTo>
                <a:lnTo>
                  <a:pt x="1606" y="2378"/>
                </a:lnTo>
                <a:lnTo>
                  <a:pt x="1668" y="2262"/>
                </a:lnTo>
                <a:lnTo>
                  <a:pt x="1668" y="2261"/>
                </a:lnTo>
                <a:lnTo>
                  <a:pt x="1732" y="2150"/>
                </a:lnTo>
                <a:lnTo>
                  <a:pt x="1733" y="2149"/>
                </a:lnTo>
                <a:lnTo>
                  <a:pt x="1799" y="2044"/>
                </a:lnTo>
                <a:lnTo>
                  <a:pt x="1800" y="2043"/>
                </a:lnTo>
                <a:lnTo>
                  <a:pt x="1868" y="1944"/>
                </a:lnTo>
                <a:lnTo>
                  <a:pt x="1869" y="1943"/>
                </a:lnTo>
                <a:lnTo>
                  <a:pt x="1940" y="1849"/>
                </a:lnTo>
                <a:lnTo>
                  <a:pt x="1941" y="1848"/>
                </a:lnTo>
                <a:lnTo>
                  <a:pt x="2015" y="1760"/>
                </a:lnTo>
                <a:lnTo>
                  <a:pt x="2016" y="1759"/>
                </a:lnTo>
                <a:lnTo>
                  <a:pt x="2093" y="1676"/>
                </a:lnTo>
                <a:lnTo>
                  <a:pt x="2094" y="1675"/>
                </a:lnTo>
                <a:lnTo>
                  <a:pt x="2174" y="1598"/>
                </a:lnTo>
                <a:lnTo>
                  <a:pt x="2175" y="1597"/>
                </a:lnTo>
                <a:lnTo>
                  <a:pt x="2257" y="1526"/>
                </a:lnTo>
                <a:lnTo>
                  <a:pt x="2258" y="1525"/>
                </a:lnTo>
                <a:lnTo>
                  <a:pt x="2341" y="1460"/>
                </a:lnTo>
                <a:lnTo>
                  <a:pt x="2342" y="1459"/>
                </a:lnTo>
                <a:lnTo>
                  <a:pt x="2425" y="1402"/>
                </a:lnTo>
                <a:lnTo>
                  <a:pt x="2427" y="1401"/>
                </a:lnTo>
                <a:lnTo>
                  <a:pt x="2514" y="1350"/>
                </a:lnTo>
                <a:lnTo>
                  <a:pt x="2515" y="1349"/>
                </a:lnTo>
                <a:lnTo>
                  <a:pt x="2608" y="1303"/>
                </a:lnTo>
                <a:lnTo>
                  <a:pt x="2610" y="1302"/>
                </a:lnTo>
                <a:lnTo>
                  <a:pt x="2705" y="1262"/>
                </a:lnTo>
                <a:lnTo>
                  <a:pt x="2706" y="1261"/>
                </a:lnTo>
                <a:lnTo>
                  <a:pt x="2798" y="1229"/>
                </a:lnTo>
                <a:lnTo>
                  <a:pt x="2800" y="1228"/>
                </a:lnTo>
                <a:lnTo>
                  <a:pt x="2883" y="1205"/>
                </a:lnTo>
                <a:lnTo>
                  <a:pt x="2885" y="1205"/>
                </a:lnTo>
                <a:lnTo>
                  <a:pt x="2954" y="1193"/>
                </a:lnTo>
                <a:lnTo>
                  <a:pt x="2958" y="1192"/>
                </a:lnTo>
                <a:lnTo>
                  <a:pt x="3011" y="1190"/>
                </a:lnTo>
                <a:lnTo>
                  <a:pt x="3013" y="1190"/>
                </a:lnTo>
                <a:lnTo>
                  <a:pt x="3015" y="1190"/>
                </a:lnTo>
                <a:lnTo>
                  <a:pt x="3056" y="1195"/>
                </a:lnTo>
                <a:lnTo>
                  <a:pt x="3058" y="1195"/>
                </a:lnTo>
                <a:lnTo>
                  <a:pt x="3060" y="1196"/>
                </a:lnTo>
                <a:lnTo>
                  <a:pt x="3094" y="1206"/>
                </a:lnTo>
                <a:lnTo>
                  <a:pt x="3096" y="1207"/>
                </a:lnTo>
                <a:lnTo>
                  <a:pt x="3098" y="1208"/>
                </a:lnTo>
                <a:lnTo>
                  <a:pt x="3131" y="1225"/>
                </a:lnTo>
                <a:lnTo>
                  <a:pt x="3133" y="1226"/>
                </a:lnTo>
                <a:lnTo>
                  <a:pt x="3134" y="1227"/>
                </a:lnTo>
                <a:lnTo>
                  <a:pt x="3169" y="1253"/>
                </a:lnTo>
                <a:lnTo>
                  <a:pt x="3171" y="1254"/>
                </a:lnTo>
                <a:lnTo>
                  <a:pt x="3210" y="1289"/>
                </a:lnTo>
                <a:lnTo>
                  <a:pt x="3212" y="1291"/>
                </a:lnTo>
                <a:lnTo>
                  <a:pt x="3249" y="1331"/>
                </a:lnTo>
                <a:lnTo>
                  <a:pt x="3251" y="1333"/>
                </a:lnTo>
                <a:lnTo>
                  <a:pt x="3285" y="1380"/>
                </a:lnTo>
                <a:lnTo>
                  <a:pt x="3287" y="1382"/>
                </a:lnTo>
                <a:lnTo>
                  <a:pt x="3321" y="1439"/>
                </a:lnTo>
                <a:lnTo>
                  <a:pt x="3322" y="1441"/>
                </a:lnTo>
                <a:lnTo>
                  <a:pt x="3357" y="1509"/>
                </a:lnTo>
                <a:lnTo>
                  <a:pt x="3358" y="1510"/>
                </a:lnTo>
                <a:lnTo>
                  <a:pt x="3395" y="1591"/>
                </a:lnTo>
                <a:lnTo>
                  <a:pt x="3395" y="1592"/>
                </a:lnTo>
                <a:lnTo>
                  <a:pt x="3435" y="1686"/>
                </a:lnTo>
                <a:lnTo>
                  <a:pt x="3435" y="1686"/>
                </a:lnTo>
                <a:lnTo>
                  <a:pt x="3477" y="1794"/>
                </a:lnTo>
                <a:lnTo>
                  <a:pt x="3477" y="1794"/>
                </a:lnTo>
                <a:lnTo>
                  <a:pt x="3522" y="1913"/>
                </a:lnTo>
                <a:lnTo>
                  <a:pt x="3522" y="1914"/>
                </a:lnTo>
                <a:lnTo>
                  <a:pt x="3567" y="2043"/>
                </a:lnTo>
                <a:lnTo>
                  <a:pt x="3567" y="2044"/>
                </a:lnTo>
                <a:lnTo>
                  <a:pt x="3611" y="2183"/>
                </a:lnTo>
                <a:lnTo>
                  <a:pt x="3611" y="2183"/>
                </a:lnTo>
                <a:lnTo>
                  <a:pt x="3654" y="2330"/>
                </a:lnTo>
                <a:lnTo>
                  <a:pt x="3654" y="2330"/>
                </a:lnTo>
                <a:lnTo>
                  <a:pt x="3694" y="2483"/>
                </a:lnTo>
                <a:lnTo>
                  <a:pt x="3694" y="2484"/>
                </a:lnTo>
                <a:lnTo>
                  <a:pt x="3731" y="2647"/>
                </a:lnTo>
                <a:lnTo>
                  <a:pt x="3731" y="2647"/>
                </a:lnTo>
                <a:lnTo>
                  <a:pt x="3768" y="2822"/>
                </a:lnTo>
                <a:lnTo>
                  <a:pt x="3768" y="2822"/>
                </a:lnTo>
                <a:lnTo>
                  <a:pt x="3803" y="3005"/>
                </a:lnTo>
                <a:lnTo>
                  <a:pt x="3803" y="3006"/>
                </a:lnTo>
                <a:lnTo>
                  <a:pt x="3836" y="3193"/>
                </a:lnTo>
                <a:lnTo>
                  <a:pt x="3836" y="3194"/>
                </a:lnTo>
                <a:lnTo>
                  <a:pt x="3866" y="3382"/>
                </a:lnTo>
                <a:lnTo>
                  <a:pt x="3866" y="3382"/>
                </a:lnTo>
                <a:lnTo>
                  <a:pt x="3894" y="3567"/>
                </a:lnTo>
                <a:lnTo>
                  <a:pt x="3894" y="3568"/>
                </a:lnTo>
                <a:lnTo>
                  <a:pt x="3920" y="3750"/>
                </a:lnTo>
                <a:lnTo>
                  <a:pt x="3920" y="3751"/>
                </a:lnTo>
                <a:lnTo>
                  <a:pt x="3942" y="3934"/>
                </a:lnTo>
                <a:lnTo>
                  <a:pt x="3942" y="3935"/>
                </a:lnTo>
                <a:lnTo>
                  <a:pt x="3962" y="4119"/>
                </a:lnTo>
                <a:lnTo>
                  <a:pt x="3962" y="4119"/>
                </a:lnTo>
                <a:lnTo>
                  <a:pt x="3981" y="4305"/>
                </a:lnTo>
                <a:lnTo>
                  <a:pt x="3981" y="4305"/>
                </a:lnTo>
                <a:lnTo>
                  <a:pt x="3998" y="4490"/>
                </a:lnTo>
                <a:lnTo>
                  <a:pt x="3998" y="4490"/>
                </a:lnTo>
                <a:lnTo>
                  <a:pt x="4015" y="4675"/>
                </a:lnTo>
                <a:lnTo>
                  <a:pt x="4015" y="4676"/>
                </a:lnTo>
                <a:lnTo>
                  <a:pt x="4031" y="4860"/>
                </a:lnTo>
                <a:lnTo>
                  <a:pt x="4031" y="4860"/>
                </a:lnTo>
                <a:lnTo>
                  <a:pt x="4045" y="5045"/>
                </a:lnTo>
                <a:lnTo>
                  <a:pt x="4045" y="5045"/>
                </a:lnTo>
                <a:lnTo>
                  <a:pt x="4058" y="5230"/>
                </a:lnTo>
                <a:lnTo>
                  <a:pt x="4058" y="5230"/>
                </a:lnTo>
                <a:lnTo>
                  <a:pt x="4071" y="5415"/>
                </a:lnTo>
                <a:lnTo>
                  <a:pt x="4083" y="5601"/>
                </a:lnTo>
                <a:lnTo>
                  <a:pt x="4083" y="5601"/>
                </a:lnTo>
                <a:lnTo>
                  <a:pt x="4096" y="5786"/>
                </a:lnTo>
                <a:lnTo>
                  <a:pt x="4096" y="5787"/>
                </a:lnTo>
                <a:lnTo>
                  <a:pt x="4110" y="5972"/>
                </a:lnTo>
                <a:lnTo>
                  <a:pt x="4110" y="5972"/>
                </a:lnTo>
                <a:lnTo>
                  <a:pt x="4125" y="6157"/>
                </a:lnTo>
                <a:lnTo>
                  <a:pt x="4139" y="6342"/>
                </a:lnTo>
                <a:lnTo>
                  <a:pt x="4139" y="6342"/>
                </a:lnTo>
                <a:lnTo>
                  <a:pt x="4153" y="6527"/>
                </a:lnTo>
                <a:lnTo>
                  <a:pt x="4153" y="6527"/>
                </a:lnTo>
                <a:lnTo>
                  <a:pt x="4166" y="6712"/>
                </a:lnTo>
                <a:lnTo>
                  <a:pt x="4166" y="6712"/>
                </a:lnTo>
                <a:lnTo>
                  <a:pt x="4177" y="6898"/>
                </a:lnTo>
                <a:lnTo>
                  <a:pt x="4177" y="6899"/>
                </a:lnTo>
                <a:lnTo>
                  <a:pt x="4191" y="7103"/>
                </a:lnTo>
                <a:lnTo>
                  <a:pt x="4191" y="7104"/>
                </a:lnTo>
                <a:lnTo>
                  <a:pt x="4208" y="7327"/>
                </a:lnTo>
                <a:lnTo>
                  <a:pt x="4208" y="7327"/>
                </a:lnTo>
                <a:lnTo>
                  <a:pt x="4225" y="7550"/>
                </a:lnTo>
                <a:lnTo>
                  <a:pt x="4225" y="7551"/>
                </a:lnTo>
                <a:lnTo>
                  <a:pt x="4235" y="7752"/>
                </a:lnTo>
                <a:lnTo>
                  <a:pt x="4235" y="7754"/>
                </a:lnTo>
                <a:lnTo>
                  <a:pt x="4235" y="7864"/>
                </a:lnTo>
                <a:lnTo>
                  <a:pt x="4234" y="7866"/>
                </a:lnTo>
                <a:lnTo>
                  <a:pt x="4234" y="7869"/>
                </a:lnTo>
                <a:lnTo>
                  <a:pt x="4233" y="7871"/>
                </a:lnTo>
                <a:lnTo>
                  <a:pt x="4233" y="7874"/>
                </a:lnTo>
                <a:lnTo>
                  <a:pt x="4231" y="7876"/>
                </a:lnTo>
                <a:lnTo>
                  <a:pt x="4230" y="7878"/>
                </a:lnTo>
                <a:lnTo>
                  <a:pt x="4229" y="7881"/>
                </a:lnTo>
                <a:lnTo>
                  <a:pt x="4227" y="7882"/>
                </a:lnTo>
                <a:lnTo>
                  <a:pt x="4225" y="7884"/>
                </a:lnTo>
                <a:lnTo>
                  <a:pt x="4223" y="7886"/>
                </a:lnTo>
                <a:lnTo>
                  <a:pt x="4221" y="7887"/>
                </a:lnTo>
                <a:lnTo>
                  <a:pt x="4218" y="7888"/>
                </a:lnTo>
                <a:lnTo>
                  <a:pt x="4216" y="7889"/>
                </a:lnTo>
                <a:lnTo>
                  <a:pt x="4213" y="7890"/>
                </a:lnTo>
                <a:lnTo>
                  <a:pt x="4211" y="7890"/>
                </a:lnTo>
                <a:lnTo>
                  <a:pt x="4208" y="7890"/>
                </a:lnTo>
                <a:lnTo>
                  <a:pt x="4206" y="7890"/>
                </a:lnTo>
                <a:lnTo>
                  <a:pt x="4203" y="7890"/>
                </a:lnTo>
                <a:lnTo>
                  <a:pt x="4201" y="7889"/>
                </a:lnTo>
                <a:lnTo>
                  <a:pt x="4198" y="7888"/>
                </a:lnTo>
                <a:lnTo>
                  <a:pt x="4196" y="7887"/>
                </a:lnTo>
                <a:lnTo>
                  <a:pt x="4194" y="7886"/>
                </a:lnTo>
                <a:lnTo>
                  <a:pt x="4191" y="7885"/>
                </a:lnTo>
                <a:lnTo>
                  <a:pt x="4190" y="7883"/>
                </a:lnTo>
                <a:lnTo>
                  <a:pt x="4188" y="7881"/>
                </a:lnTo>
                <a:lnTo>
                  <a:pt x="4157" y="7845"/>
                </a:lnTo>
                <a:lnTo>
                  <a:pt x="4153" y="7841"/>
                </a:lnTo>
                <a:lnTo>
                  <a:pt x="4079" y="7763"/>
                </a:lnTo>
                <a:lnTo>
                  <a:pt x="4073" y="7757"/>
                </a:lnTo>
                <a:lnTo>
                  <a:pt x="4066" y="7752"/>
                </a:lnTo>
                <a:lnTo>
                  <a:pt x="3988" y="7695"/>
                </a:lnTo>
                <a:lnTo>
                  <a:pt x="3982" y="7691"/>
                </a:lnTo>
                <a:lnTo>
                  <a:pt x="3975" y="7687"/>
                </a:lnTo>
                <a:lnTo>
                  <a:pt x="3890" y="7644"/>
                </a:lnTo>
                <a:lnTo>
                  <a:pt x="3888" y="7644"/>
                </a:lnTo>
                <a:lnTo>
                  <a:pt x="3794" y="7598"/>
                </a:lnTo>
                <a:lnTo>
                  <a:pt x="3791" y="7597"/>
                </a:lnTo>
                <a:lnTo>
                  <a:pt x="3690" y="7553"/>
                </a:lnTo>
                <a:lnTo>
                  <a:pt x="3685" y="7551"/>
                </a:lnTo>
                <a:lnTo>
                  <a:pt x="3580" y="7511"/>
                </a:lnTo>
                <a:lnTo>
                  <a:pt x="3572" y="7509"/>
                </a:lnTo>
                <a:lnTo>
                  <a:pt x="3465" y="7478"/>
                </a:lnTo>
                <a:lnTo>
                  <a:pt x="3455" y="7476"/>
                </a:lnTo>
                <a:lnTo>
                  <a:pt x="3346" y="7457"/>
                </a:lnTo>
                <a:lnTo>
                  <a:pt x="3337" y="7456"/>
                </a:lnTo>
                <a:lnTo>
                  <a:pt x="3226" y="7448"/>
                </a:lnTo>
                <a:lnTo>
                  <a:pt x="3220" y="7447"/>
                </a:lnTo>
                <a:lnTo>
                  <a:pt x="3105" y="7446"/>
                </a:lnTo>
                <a:lnTo>
                  <a:pt x="3098" y="7446"/>
                </a:lnTo>
                <a:lnTo>
                  <a:pt x="2980" y="7453"/>
                </a:lnTo>
                <a:lnTo>
                  <a:pt x="2972" y="7454"/>
                </a:lnTo>
                <a:lnTo>
                  <a:pt x="2853" y="7471"/>
                </a:lnTo>
                <a:lnTo>
                  <a:pt x="2845" y="7472"/>
                </a:lnTo>
                <a:lnTo>
                  <a:pt x="2725" y="7499"/>
                </a:lnTo>
                <a:lnTo>
                  <a:pt x="2717" y="7502"/>
                </a:lnTo>
                <a:lnTo>
                  <a:pt x="2597" y="7541"/>
                </a:lnTo>
                <a:lnTo>
                  <a:pt x="2588" y="7544"/>
                </a:lnTo>
                <a:lnTo>
                  <a:pt x="2466" y="7598"/>
                </a:lnTo>
                <a:lnTo>
                  <a:pt x="2459" y="7602"/>
                </a:lnTo>
                <a:lnTo>
                  <a:pt x="2332" y="7670"/>
                </a:lnTo>
                <a:lnTo>
                  <a:pt x="2327" y="7673"/>
                </a:lnTo>
                <a:lnTo>
                  <a:pt x="2199" y="7753"/>
                </a:lnTo>
                <a:lnTo>
                  <a:pt x="2195" y="7755"/>
                </a:lnTo>
                <a:lnTo>
                  <a:pt x="2071" y="7841"/>
                </a:lnTo>
                <a:lnTo>
                  <a:pt x="2068" y="7844"/>
                </a:lnTo>
                <a:lnTo>
                  <a:pt x="1951" y="7932"/>
                </a:lnTo>
                <a:lnTo>
                  <a:pt x="1948" y="7934"/>
                </a:lnTo>
                <a:lnTo>
                  <a:pt x="1842" y="8021"/>
                </a:lnTo>
                <a:lnTo>
                  <a:pt x="1836" y="8026"/>
                </a:lnTo>
                <a:lnTo>
                  <a:pt x="1741" y="8118"/>
                </a:lnTo>
                <a:lnTo>
                  <a:pt x="1734" y="8125"/>
                </a:lnTo>
                <a:lnTo>
                  <a:pt x="1646" y="8227"/>
                </a:lnTo>
                <a:lnTo>
                  <a:pt x="1643" y="8231"/>
                </a:lnTo>
                <a:lnTo>
                  <a:pt x="1561" y="8337"/>
                </a:lnTo>
                <a:lnTo>
                  <a:pt x="1560" y="8338"/>
                </a:lnTo>
                <a:lnTo>
                  <a:pt x="1487" y="8436"/>
                </a:lnTo>
                <a:lnTo>
                  <a:pt x="1487" y="8437"/>
                </a:lnTo>
                <a:lnTo>
                  <a:pt x="1425" y="8516"/>
                </a:lnTo>
                <a:lnTo>
                  <a:pt x="1423" y="8518"/>
                </a:lnTo>
                <a:lnTo>
                  <a:pt x="1373" y="8569"/>
                </a:lnTo>
                <a:lnTo>
                  <a:pt x="1371" y="8571"/>
                </a:lnTo>
                <a:lnTo>
                  <a:pt x="1356" y="85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102175" y="1980712"/>
            <a:ext cx="1254808" cy="2801625"/>
            <a:chOff x="4102175" y="1980712"/>
            <a:chExt cx="1254808" cy="2801625"/>
          </a:xfrm>
        </p:grpSpPr>
        <p:sp>
          <p:nvSpPr>
            <p:cNvPr id="17" name="Forma 16"/>
            <p:cNvSpPr/>
            <p:nvPr/>
          </p:nvSpPr>
          <p:spPr>
            <a:xfrm>
              <a:off x="4102175" y="1980712"/>
              <a:ext cx="1254808" cy="28016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192104" y="2255656"/>
              <a:ext cx="975627" cy="2005608"/>
            </a:xfrm>
            <a:custGeom>
              <a:avLst/>
              <a:gdLst/>
              <a:ahLst/>
              <a:cxnLst/>
              <a:rect l="0" t="0" r="r" b="b"/>
              <a:pathLst>
                <a:path w="1871" h="3952" fill="none">
                  <a:moveTo>
                    <a:pt x="1871" y="1862"/>
                  </a:moveTo>
                  <a:lnTo>
                    <a:pt x="1377" y="1596"/>
                  </a:lnTo>
                  <a:lnTo>
                    <a:pt x="769" y="1140"/>
                  </a:lnTo>
                  <a:lnTo>
                    <a:pt x="427" y="683"/>
                  </a:lnTo>
                </a:path>
                <a:path w="1871" h="3952" fill="none">
                  <a:moveTo>
                    <a:pt x="1377" y="1596"/>
                  </a:moveTo>
                  <a:lnTo>
                    <a:pt x="1149" y="911"/>
                  </a:lnTo>
                  <a:lnTo>
                    <a:pt x="1035" y="151"/>
                  </a:lnTo>
                </a:path>
                <a:path w="1871" h="3952" fill="none">
                  <a:moveTo>
                    <a:pt x="1871" y="1862"/>
                  </a:moveTo>
                  <a:lnTo>
                    <a:pt x="1149" y="1976"/>
                  </a:lnTo>
                  <a:lnTo>
                    <a:pt x="389" y="1976"/>
                  </a:lnTo>
                  <a:lnTo>
                    <a:pt x="9" y="2052"/>
                  </a:lnTo>
                </a:path>
                <a:path w="1871" h="3952" fill="none">
                  <a:moveTo>
                    <a:pt x="1149" y="1976"/>
                  </a:moveTo>
                  <a:lnTo>
                    <a:pt x="617" y="2507"/>
                  </a:lnTo>
                  <a:lnTo>
                    <a:pt x="199" y="2963"/>
                  </a:lnTo>
                </a:path>
                <a:path w="1871" h="3952" fill="none">
                  <a:moveTo>
                    <a:pt x="1871" y="1862"/>
                  </a:moveTo>
                  <a:lnTo>
                    <a:pt x="1377" y="2507"/>
                  </a:lnTo>
                  <a:lnTo>
                    <a:pt x="921" y="3267"/>
                  </a:lnTo>
                  <a:lnTo>
                    <a:pt x="503" y="3875"/>
                  </a:lnTo>
                </a:path>
                <a:path w="1871" h="3952" fill="none">
                  <a:moveTo>
                    <a:pt x="1377" y="2507"/>
                  </a:moveTo>
                  <a:lnTo>
                    <a:pt x="1605" y="3267"/>
                  </a:lnTo>
                  <a:lnTo>
                    <a:pt x="1377" y="3952"/>
                  </a:lnTo>
                </a:path>
                <a:path w="1871" h="3952" fill="none">
                  <a:moveTo>
                    <a:pt x="921" y="3267"/>
                  </a:moveTo>
                  <a:lnTo>
                    <a:pt x="313" y="3647"/>
                  </a:lnTo>
                  <a:lnTo>
                    <a:pt x="9" y="3875"/>
                  </a:lnTo>
                </a:path>
                <a:path w="1871" h="3952" fill="none">
                  <a:moveTo>
                    <a:pt x="769" y="1140"/>
                  </a:moveTo>
                  <a:lnTo>
                    <a:pt x="237" y="1292"/>
                  </a:lnTo>
                  <a:lnTo>
                    <a:pt x="0" y="1470"/>
                  </a:lnTo>
                </a:path>
                <a:path w="1871" h="3952" fill="none">
                  <a:moveTo>
                    <a:pt x="1149" y="911"/>
                  </a:moveTo>
                  <a:lnTo>
                    <a:pt x="693" y="456"/>
                  </a:lnTo>
                </a:path>
                <a:path w="1871" h="3952" fill="none">
                  <a:moveTo>
                    <a:pt x="617" y="2507"/>
                  </a:moveTo>
                  <a:lnTo>
                    <a:pt x="693" y="3039"/>
                  </a:lnTo>
                  <a:lnTo>
                    <a:pt x="465" y="3572"/>
                  </a:lnTo>
                </a:path>
                <a:path w="1871" h="3952" fill="none">
                  <a:moveTo>
                    <a:pt x="1871" y="1862"/>
                  </a:moveTo>
                  <a:lnTo>
                    <a:pt x="1757" y="1292"/>
                  </a:lnTo>
                  <a:lnTo>
                    <a:pt x="1529" y="683"/>
                  </a:lnTo>
                  <a:lnTo>
                    <a:pt x="1377" y="0"/>
                  </a:lnTo>
                </a:path>
                <a:path w="1871" h="3952" fill="none">
                  <a:moveTo>
                    <a:pt x="389" y="1976"/>
                  </a:moveTo>
                  <a:lnTo>
                    <a:pt x="161" y="243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134439" y="3200606"/>
              <a:ext cx="1053099" cy="1172229"/>
            </a:xfrm>
            <a:custGeom>
              <a:avLst/>
              <a:gdLst/>
              <a:ahLst/>
              <a:cxnLst/>
              <a:rect l="0" t="0" r="r" b="b"/>
              <a:pathLst>
                <a:path w="2020" h="2309" fill="none">
                  <a:moveTo>
                    <a:pt x="0" y="125"/>
                  </a:moveTo>
                  <a:lnTo>
                    <a:pt x="139" y="139"/>
                  </a:lnTo>
                  <a:lnTo>
                    <a:pt x="317" y="156"/>
                  </a:lnTo>
                  <a:lnTo>
                    <a:pt x="495" y="169"/>
                  </a:lnTo>
                  <a:lnTo>
                    <a:pt x="652" y="174"/>
                  </a:lnTo>
                  <a:lnTo>
                    <a:pt x="782" y="171"/>
                  </a:lnTo>
                  <a:lnTo>
                    <a:pt x="900" y="161"/>
                  </a:lnTo>
                  <a:lnTo>
                    <a:pt x="1014" y="147"/>
                  </a:lnTo>
                  <a:lnTo>
                    <a:pt x="1131" y="131"/>
                  </a:lnTo>
                  <a:lnTo>
                    <a:pt x="1260" y="114"/>
                  </a:lnTo>
                  <a:lnTo>
                    <a:pt x="1414" y="92"/>
                  </a:lnTo>
                  <a:lnTo>
                    <a:pt x="1590" y="66"/>
                  </a:lnTo>
                  <a:lnTo>
                    <a:pt x="1763" y="39"/>
                  </a:lnTo>
                  <a:lnTo>
                    <a:pt x="1914" y="16"/>
                  </a:lnTo>
                  <a:lnTo>
                    <a:pt x="2020" y="0"/>
                  </a:lnTo>
                </a:path>
                <a:path w="2020" h="2309" fill="none">
                  <a:moveTo>
                    <a:pt x="51" y="2309"/>
                  </a:moveTo>
                  <a:lnTo>
                    <a:pt x="137" y="2204"/>
                  </a:lnTo>
                  <a:lnTo>
                    <a:pt x="268" y="2043"/>
                  </a:lnTo>
                  <a:lnTo>
                    <a:pt x="422" y="1856"/>
                  </a:lnTo>
                  <a:lnTo>
                    <a:pt x="580" y="1662"/>
                  </a:lnTo>
                  <a:lnTo>
                    <a:pt x="728" y="1481"/>
                  </a:lnTo>
                  <a:lnTo>
                    <a:pt x="866" y="1309"/>
                  </a:lnTo>
                  <a:lnTo>
                    <a:pt x="1005" y="1133"/>
                  </a:lnTo>
                  <a:lnTo>
                    <a:pt x="1144" y="958"/>
                  </a:lnTo>
                  <a:lnTo>
                    <a:pt x="1280" y="793"/>
                  </a:lnTo>
                  <a:lnTo>
                    <a:pt x="1412" y="645"/>
                  </a:lnTo>
                  <a:lnTo>
                    <a:pt x="1548" y="511"/>
                  </a:lnTo>
                  <a:lnTo>
                    <a:pt x="1690" y="385"/>
                  </a:lnTo>
                  <a:lnTo>
                    <a:pt x="1824" y="273"/>
                  </a:lnTo>
                  <a:lnTo>
                    <a:pt x="1939" y="181"/>
                  </a:lnTo>
                  <a:lnTo>
                    <a:pt x="2020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102175" y="1980712"/>
            <a:ext cx="1254808" cy="2801625"/>
          </a:xfrm>
          <a:custGeom>
            <a:avLst/>
            <a:gdLst/>
            <a:ahLst/>
            <a:cxnLst/>
            <a:rect l="0" t="0" r="r" b="b"/>
            <a:pathLst>
              <a:path w="2407" h="5520" fill="none">
                <a:moveTo>
                  <a:pt x="262" y="5511"/>
                </a:moveTo>
                <a:lnTo>
                  <a:pt x="299" y="5472"/>
                </a:lnTo>
                <a:lnTo>
                  <a:pt x="346" y="5413"/>
                </a:lnTo>
                <a:lnTo>
                  <a:pt x="401" y="5339"/>
                </a:lnTo>
                <a:lnTo>
                  <a:pt x="402" y="5338"/>
                </a:lnTo>
                <a:lnTo>
                  <a:pt x="463" y="5258"/>
                </a:lnTo>
                <a:lnTo>
                  <a:pt x="466" y="5255"/>
                </a:lnTo>
                <a:lnTo>
                  <a:pt x="533" y="5177"/>
                </a:lnTo>
                <a:lnTo>
                  <a:pt x="538" y="5172"/>
                </a:lnTo>
                <a:lnTo>
                  <a:pt x="610" y="5102"/>
                </a:lnTo>
                <a:lnTo>
                  <a:pt x="615" y="5097"/>
                </a:lnTo>
                <a:lnTo>
                  <a:pt x="695" y="5032"/>
                </a:lnTo>
                <a:lnTo>
                  <a:pt x="698" y="5030"/>
                </a:lnTo>
                <a:lnTo>
                  <a:pt x="786" y="4964"/>
                </a:lnTo>
                <a:lnTo>
                  <a:pt x="789" y="4962"/>
                </a:lnTo>
                <a:lnTo>
                  <a:pt x="883" y="4897"/>
                </a:lnTo>
                <a:lnTo>
                  <a:pt x="886" y="4894"/>
                </a:lnTo>
                <a:lnTo>
                  <a:pt x="983" y="4834"/>
                </a:lnTo>
                <a:lnTo>
                  <a:pt x="987" y="4832"/>
                </a:lnTo>
                <a:lnTo>
                  <a:pt x="1083" y="4780"/>
                </a:lnTo>
                <a:lnTo>
                  <a:pt x="1089" y="4777"/>
                </a:lnTo>
                <a:lnTo>
                  <a:pt x="1182" y="4736"/>
                </a:lnTo>
                <a:lnTo>
                  <a:pt x="1190" y="4733"/>
                </a:lnTo>
                <a:lnTo>
                  <a:pt x="1280" y="4704"/>
                </a:lnTo>
                <a:lnTo>
                  <a:pt x="1287" y="4701"/>
                </a:lnTo>
                <a:lnTo>
                  <a:pt x="1378" y="4681"/>
                </a:lnTo>
                <a:lnTo>
                  <a:pt x="1385" y="4680"/>
                </a:lnTo>
                <a:lnTo>
                  <a:pt x="1476" y="4667"/>
                </a:lnTo>
                <a:lnTo>
                  <a:pt x="1482" y="4666"/>
                </a:lnTo>
                <a:lnTo>
                  <a:pt x="1571" y="4661"/>
                </a:lnTo>
                <a:lnTo>
                  <a:pt x="1577" y="4661"/>
                </a:lnTo>
                <a:lnTo>
                  <a:pt x="1664" y="4662"/>
                </a:lnTo>
                <a:lnTo>
                  <a:pt x="1670" y="4662"/>
                </a:lnTo>
                <a:lnTo>
                  <a:pt x="1754" y="4668"/>
                </a:lnTo>
                <a:lnTo>
                  <a:pt x="1762" y="4669"/>
                </a:lnTo>
                <a:lnTo>
                  <a:pt x="1844" y="4684"/>
                </a:lnTo>
                <a:lnTo>
                  <a:pt x="1853" y="4686"/>
                </a:lnTo>
                <a:lnTo>
                  <a:pt x="1935" y="4709"/>
                </a:lnTo>
                <a:lnTo>
                  <a:pt x="1941" y="4711"/>
                </a:lnTo>
                <a:lnTo>
                  <a:pt x="2021" y="4741"/>
                </a:lnTo>
                <a:lnTo>
                  <a:pt x="2025" y="4743"/>
                </a:lnTo>
                <a:lnTo>
                  <a:pt x="2101" y="4776"/>
                </a:lnTo>
                <a:lnTo>
                  <a:pt x="2104" y="4777"/>
                </a:lnTo>
                <a:lnTo>
                  <a:pt x="2175" y="4811"/>
                </a:lnTo>
                <a:lnTo>
                  <a:pt x="2176" y="4812"/>
                </a:lnTo>
                <a:lnTo>
                  <a:pt x="2241" y="4844"/>
                </a:lnTo>
                <a:lnTo>
                  <a:pt x="2247" y="4847"/>
                </a:lnTo>
                <a:lnTo>
                  <a:pt x="2253" y="4851"/>
                </a:lnTo>
                <a:lnTo>
                  <a:pt x="2312" y="4895"/>
                </a:lnTo>
                <a:lnTo>
                  <a:pt x="2318" y="4899"/>
                </a:lnTo>
                <a:lnTo>
                  <a:pt x="2324" y="4905"/>
                </a:lnTo>
                <a:lnTo>
                  <a:pt x="2380" y="4964"/>
                </a:lnTo>
                <a:lnTo>
                  <a:pt x="2383" y="4967"/>
                </a:lnTo>
                <a:lnTo>
                  <a:pt x="2407" y="4995"/>
                </a:lnTo>
                <a:lnTo>
                  <a:pt x="2407" y="4912"/>
                </a:lnTo>
                <a:lnTo>
                  <a:pt x="2399" y="4761"/>
                </a:lnTo>
                <a:lnTo>
                  <a:pt x="2387" y="4593"/>
                </a:lnTo>
                <a:lnTo>
                  <a:pt x="2374" y="4425"/>
                </a:lnTo>
                <a:lnTo>
                  <a:pt x="2374" y="4424"/>
                </a:lnTo>
                <a:lnTo>
                  <a:pt x="2363" y="4271"/>
                </a:lnTo>
                <a:lnTo>
                  <a:pt x="2363" y="4270"/>
                </a:lnTo>
                <a:lnTo>
                  <a:pt x="2355" y="4130"/>
                </a:lnTo>
                <a:lnTo>
                  <a:pt x="2345" y="3991"/>
                </a:lnTo>
                <a:lnTo>
                  <a:pt x="2335" y="3853"/>
                </a:lnTo>
                <a:lnTo>
                  <a:pt x="2324" y="3714"/>
                </a:lnTo>
                <a:lnTo>
                  <a:pt x="2313" y="3575"/>
                </a:lnTo>
                <a:lnTo>
                  <a:pt x="2313" y="3575"/>
                </a:lnTo>
                <a:lnTo>
                  <a:pt x="2303" y="3436"/>
                </a:lnTo>
                <a:lnTo>
                  <a:pt x="2303" y="3435"/>
                </a:lnTo>
                <a:lnTo>
                  <a:pt x="2293" y="3296"/>
                </a:lnTo>
                <a:lnTo>
                  <a:pt x="2293" y="3296"/>
                </a:lnTo>
                <a:lnTo>
                  <a:pt x="2283" y="3156"/>
                </a:lnTo>
                <a:lnTo>
                  <a:pt x="2274" y="3017"/>
                </a:lnTo>
                <a:lnTo>
                  <a:pt x="2264" y="2878"/>
                </a:lnTo>
                <a:lnTo>
                  <a:pt x="2254" y="2739"/>
                </a:lnTo>
                <a:lnTo>
                  <a:pt x="2242" y="2601"/>
                </a:lnTo>
                <a:lnTo>
                  <a:pt x="2229" y="2461"/>
                </a:lnTo>
                <a:lnTo>
                  <a:pt x="2216" y="2322"/>
                </a:lnTo>
                <a:lnTo>
                  <a:pt x="2202" y="2183"/>
                </a:lnTo>
                <a:lnTo>
                  <a:pt x="2187" y="2044"/>
                </a:lnTo>
                <a:lnTo>
                  <a:pt x="2170" y="1906"/>
                </a:lnTo>
                <a:lnTo>
                  <a:pt x="2151" y="1769"/>
                </a:lnTo>
                <a:lnTo>
                  <a:pt x="2130" y="1630"/>
                </a:lnTo>
                <a:lnTo>
                  <a:pt x="2107" y="1489"/>
                </a:lnTo>
                <a:lnTo>
                  <a:pt x="2082" y="1348"/>
                </a:lnTo>
                <a:lnTo>
                  <a:pt x="2056" y="1210"/>
                </a:lnTo>
                <a:lnTo>
                  <a:pt x="2029" y="1079"/>
                </a:lnTo>
                <a:lnTo>
                  <a:pt x="2001" y="956"/>
                </a:lnTo>
                <a:lnTo>
                  <a:pt x="1971" y="842"/>
                </a:lnTo>
                <a:lnTo>
                  <a:pt x="1939" y="732"/>
                </a:lnTo>
                <a:lnTo>
                  <a:pt x="1906" y="627"/>
                </a:lnTo>
                <a:lnTo>
                  <a:pt x="1872" y="530"/>
                </a:lnTo>
                <a:lnTo>
                  <a:pt x="1839" y="441"/>
                </a:lnTo>
                <a:lnTo>
                  <a:pt x="1807" y="360"/>
                </a:lnTo>
                <a:lnTo>
                  <a:pt x="1777" y="290"/>
                </a:lnTo>
                <a:lnTo>
                  <a:pt x="1749" y="229"/>
                </a:lnTo>
                <a:lnTo>
                  <a:pt x="1723" y="177"/>
                </a:lnTo>
                <a:lnTo>
                  <a:pt x="1697" y="135"/>
                </a:lnTo>
                <a:lnTo>
                  <a:pt x="1671" y="99"/>
                </a:lnTo>
                <a:lnTo>
                  <a:pt x="1643" y="69"/>
                </a:lnTo>
                <a:lnTo>
                  <a:pt x="1614" y="43"/>
                </a:lnTo>
                <a:lnTo>
                  <a:pt x="1588" y="24"/>
                </a:lnTo>
                <a:lnTo>
                  <a:pt x="1563" y="11"/>
                </a:lnTo>
                <a:lnTo>
                  <a:pt x="1538" y="3"/>
                </a:lnTo>
                <a:lnTo>
                  <a:pt x="1508" y="0"/>
                </a:lnTo>
                <a:lnTo>
                  <a:pt x="1468" y="1"/>
                </a:lnTo>
                <a:lnTo>
                  <a:pt x="1416" y="11"/>
                </a:lnTo>
                <a:lnTo>
                  <a:pt x="1354" y="28"/>
                </a:lnTo>
                <a:lnTo>
                  <a:pt x="1285" y="52"/>
                </a:lnTo>
                <a:lnTo>
                  <a:pt x="1213" y="82"/>
                </a:lnTo>
                <a:lnTo>
                  <a:pt x="1143" y="117"/>
                </a:lnTo>
                <a:lnTo>
                  <a:pt x="1078" y="156"/>
                </a:lnTo>
                <a:lnTo>
                  <a:pt x="1016" y="199"/>
                </a:lnTo>
                <a:lnTo>
                  <a:pt x="953" y="247"/>
                </a:lnTo>
                <a:lnTo>
                  <a:pt x="892" y="301"/>
                </a:lnTo>
                <a:lnTo>
                  <a:pt x="832" y="359"/>
                </a:lnTo>
                <a:lnTo>
                  <a:pt x="774" y="421"/>
                </a:lnTo>
                <a:lnTo>
                  <a:pt x="718" y="487"/>
                </a:lnTo>
                <a:lnTo>
                  <a:pt x="665" y="557"/>
                </a:lnTo>
                <a:lnTo>
                  <a:pt x="613" y="632"/>
                </a:lnTo>
                <a:lnTo>
                  <a:pt x="563" y="711"/>
                </a:lnTo>
                <a:lnTo>
                  <a:pt x="515" y="795"/>
                </a:lnTo>
                <a:lnTo>
                  <a:pt x="469" y="882"/>
                </a:lnTo>
                <a:lnTo>
                  <a:pt x="425" y="972"/>
                </a:lnTo>
                <a:lnTo>
                  <a:pt x="382" y="1066"/>
                </a:lnTo>
                <a:lnTo>
                  <a:pt x="342" y="1165"/>
                </a:lnTo>
                <a:lnTo>
                  <a:pt x="303" y="1267"/>
                </a:lnTo>
                <a:lnTo>
                  <a:pt x="267" y="1372"/>
                </a:lnTo>
                <a:lnTo>
                  <a:pt x="233" y="1479"/>
                </a:lnTo>
                <a:lnTo>
                  <a:pt x="202" y="1589"/>
                </a:lnTo>
                <a:lnTo>
                  <a:pt x="173" y="1701"/>
                </a:lnTo>
                <a:lnTo>
                  <a:pt x="148" y="1817"/>
                </a:lnTo>
                <a:lnTo>
                  <a:pt x="124" y="1935"/>
                </a:lnTo>
                <a:lnTo>
                  <a:pt x="103" y="2056"/>
                </a:lnTo>
                <a:lnTo>
                  <a:pt x="84" y="2178"/>
                </a:lnTo>
                <a:lnTo>
                  <a:pt x="67" y="2300"/>
                </a:lnTo>
                <a:lnTo>
                  <a:pt x="52" y="2423"/>
                </a:lnTo>
                <a:lnTo>
                  <a:pt x="39" y="2548"/>
                </a:lnTo>
                <a:lnTo>
                  <a:pt x="29" y="2673"/>
                </a:lnTo>
                <a:lnTo>
                  <a:pt x="20" y="2800"/>
                </a:lnTo>
                <a:lnTo>
                  <a:pt x="13" y="2926"/>
                </a:lnTo>
                <a:lnTo>
                  <a:pt x="7" y="3053"/>
                </a:lnTo>
                <a:lnTo>
                  <a:pt x="3" y="3179"/>
                </a:lnTo>
                <a:lnTo>
                  <a:pt x="0" y="3305"/>
                </a:lnTo>
                <a:lnTo>
                  <a:pt x="0" y="3432"/>
                </a:lnTo>
                <a:lnTo>
                  <a:pt x="0" y="3558"/>
                </a:lnTo>
                <a:lnTo>
                  <a:pt x="3" y="3683"/>
                </a:lnTo>
                <a:lnTo>
                  <a:pt x="7" y="3806"/>
                </a:lnTo>
                <a:lnTo>
                  <a:pt x="13" y="3928"/>
                </a:lnTo>
                <a:lnTo>
                  <a:pt x="22" y="4052"/>
                </a:lnTo>
                <a:lnTo>
                  <a:pt x="31" y="4174"/>
                </a:lnTo>
                <a:lnTo>
                  <a:pt x="43" y="4294"/>
                </a:lnTo>
                <a:lnTo>
                  <a:pt x="55" y="4410"/>
                </a:lnTo>
                <a:lnTo>
                  <a:pt x="67" y="4521"/>
                </a:lnTo>
                <a:lnTo>
                  <a:pt x="80" y="4627"/>
                </a:lnTo>
                <a:lnTo>
                  <a:pt x="95" y="4729"/>
                </a:lnTo>
                <a:lnTo>
                  <a:pt x="110" y="4827"/>
                </a:lnTo>
                <a:lnTo>
                  <a:pt x="125" y="4922"/>
                </a:lnTo>
                <a:lnTo>
                  <a:pt x="141" y="5013"/>
                </a:lnTo>
                <a:lnTo>
                  <a:pt x="158" y="5101"/>
                </a:lnTo>
                <a:lnTo>
                  <a:pt x="174" y="5190"/>
                </a:lnTo>
                <a:lnTo>
                  <a:pt x="191" y="5279"/>
                </a:lnTo>
                <a:lnTo>
                  <a:pt x="208" y="5364"/>
                </a:lnTo>
                <a:lnTo>
                  <a:pt x="225" y="5438"/>
                </a:lnTo>
                <a:lnTo>
                  <a:pt x="241" y="5497"/>
                </a:lnTo>
                <a:lnTo>
                  <a:pt x="251" y="5520"/>
                </a:lnTo>
                <a:lnTo>
                  <a:pt x="262" y="55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3732581"/>
            <a:ext cx="145847" cy="1411651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la inspiración el agua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sube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por el tubo: hace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válvula unidireccional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vuelve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8" name="Sin reentrada"/>
          <p:cNvSpPr/>
          <p:nvPr/>
        </p:nvSpPr>
        <p:spPr>
          <a:xfrm>
            <a:off x="1134999" y="3898087"/>
            <a:ext cx="457200" cy="457200"/>
          </a:xfrm>
          <a:prstGeom prst="mathMultiply">
            <a:avLst/>
          </a:prstGeom>
          <a:solidFill>
            <a:srgbClr val="FF0000"/>
          </a:solidFill>
          <a:ln w="12700" cap="rnd">
            <a:solidFill>
              <a:srgbClr val="000000"/>
            </a:solidFill>
            <a:round/>
          </a:ln>
        </p:spPr>
      </p:sp>
      <p:grpSp>
        <p:nvGrpSpPr>
          <p:cNvPr id="49" name="Recuadro Oscilación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50" name="Forma 49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nivel sube y baja con la respiración: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oscilación normal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= sistema permeable.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OSCILACIÓN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965192" y="91440"/>
            <a:ext cx="60619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PREVENCIÓN DE LA REENTRADA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400 E" pathEditMode="relative" ptsTypes="">
                                      <p:cBhvr>
                                        <p:cTn id="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8" grpId="0" animBg="1"/>
    </p:bldLst>
  </p:timing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703" y="9667"/>
                </a:moveTo>
                <a:lnTo>
                  <a:pt x="701" y="9668"/>
                </a:lnTo>
                <a:lnTo>
                  <a:pt x="699" y="9670"/>
                </a:lnTo>
                <a:lnTo>
                  <a:pt x="696" y="9671"/>
                </a:lnTo>
                <a:lnTo>
                  <a:pt x="694" y="9672"/>
                </a:lnTo>
                <a:lnTo>
                  <a:pt x="691" y="9672"/>
                </a:lnTo>
                <a:lnTo>
                  <a:pt x="689" y="9673"/>
                </a:lnTo>
                <a:lnTo>
                  <a:pt x="686" y="9673"/>
                </a:lnTo>
                <a:lnTo>
                  <a:pt x="684" y="9673"/>
                </a:lnTo>
                <a:lnTo>
                  <a:pt x="681" y="9672"/>
                </a:lnTo>
                <a:lnTo>
                  <a:pt x="678" y="9672"/>
                </a:lnTo>
                <a:lnTo>
                  <a:pt x="676" y="9671"/>
                </a:lnTo>
                <a:lnTo>
                  <a:pt x="674" y="9670"/>
                </a:lnTo>
                <a:lnTo>
                  <a:pt x="671" y="9668"/>
                </a:lnTo>
                <a:lnTo>
                  <a:pt x="669" y="9667"/>
                </a:lnTo>
                <a:lnTo>
                  <a:pt x="667" y="9665"/>
                </a:lnTo>
                <a:lnTo>
                  <a:pt x="666" y="9663"/>
                </a:lnTo>
                <a:lnTo>
                  <a:pt x="664" y="9661"/>
                </a:lnTo>
                <a:lnTo>
                  <a:pt x="663" y="9659"/>
                </a:lnTo>
                <a:lnTo>
                  <a:pt x="662" y="9656"/>
                </a:lnTo>
                <a:lnTo>
                  <a:pt x="646" y="9617"/>
                </a:lnTo>
                <a:lnTo>
                  <a:pt x="645" y="9614"/>
                </a:lnTo>
                <a:lnTo>
                  <a:pt x="616" y="9515"/>
                </a:lnTo>
                <a:lnTo>
                  <a:pt x="616" y="9514"/>
                </a:lnTo>
                <a:lnTo>
                  <a:pt x="587" y="9387"/>
                </a:lnTo>
                <a:lnTo>
                  <a:pt x="587" y="9386"/>
                </a:lnTo>
                <a:lnTo>
                  <a:pt x="559" y="9243"/>
                </a:lnTo>
                <a:lnTo>
                  <a:pt x="558" y="9243"/>
                </a:lnTo>
                <a:lnTo>
                  <a:pt x="530" y="9092"/>
                </a:lnTo>
                <a:lnTo>
                  <a:pt x="502" y="8941"/>
                </a:lnTo>
                <a:lnTo>
                  <a:pt x="475" y="8792"/>
                </a:lnTo>
                <a:lnTo>
                  <a:pt x="475" y="8792"/>
                </a:lnTo>
                <a:lnTo>
                  <a:pt x="447" y="8637"/>
                </a:lnTo>
                <a:lnTo>
                  <a:pt x="447" y="8637"/>
                </a:lnTo>
                <a:lnTo>
                  <a:pt x="421" y="8476"/>
                </a:lnTo>
                <a:lnTo>
                  <a:pt x="421" y="8476"/>
                </a:lnTo>
                <a:lnTo>
                  <a:pt x="395" y="8310"/>
                </a:lnTo>
                <a:lnTo>
                  <a:pt x="395" y="8309"/>
                </a:lnTo>
                <a:lnTo>
                  <a:pt x="371" y="8137"/>
                </a:lnTo>
                <a:lnTo>
                  <a:pt x="371" y="8136"/>
                </a:lnTo>
                <a:lnTo>
                  <a:pt x="349" y="7957"/>
                </a:lnTo>
                <a:lnTo>
                  <a:pt x="349" y="7957"/>
                </a:lnTo>
                <a:lnTo>
                  <a:pt x="328" y="7768"/>
                </a:lnTo>
                <a:lnTo>
                  <a:pt x="328" y="7768"/>
                </a:lnTo>
                <a:lnTo>
                  <a:pt x="307" y="7571"/>
                </a:lnTo>
                <a:lnTo>
                  <a:pt x="307" y="7570"/>
                </a:lnTo>
                <a:lnTo>
                  <a:pt x="288" y="7367"/>
                </a:lnTo>
                <a:lnTo>
                  <a:pt x="288" y="7367"/>
                </a:lnTo>
                <a:lnTo>
                  <a:pt x="271" y="7159"/>
                </a:lnTo>
                <a:lnTo>
                  <a:pt x="271" y="7159"/>
                </a:lnTo>
                <a:lnTo>
                  <a:pt x="257" y="6950"/>
                </a:lnTo>
                <a:lnTo>
                  <a:pt x="257" y="6950"/>
                </a:lnTo>
                <a:lnTo>
                  <a:pt x="247" y="6742"/>
                </a:lnTo>
                <a:lnTo>
                  <a:pt x="247" y="6741"/>
                </a:lnTo>
                <a:lnTo>
                  <a:pt x="239" y="6533"/>
                </a:lnTo>
                <a:lnTo>
                  <a:pt x="239" y="6532"/>
                </a:lnTo>
                <a:lnTo>
                  <a:pt x="235" y="6320"/>
                </a:lnTo>
                <a:lnTo>
                  <a:pt x="235" y="6320"/>
                </a:lnTo>
                <a:lnTo>
                  <a:pt x="234" y="6107"/>
                </a:lnTo>
                <a:lnTo>
                  <a:pt x="234" y="6106"/>
                </a:lnTo>
                <a:lnTo>
                  <a:pt x="235" y="5892"/>
                </a:lnTo>
                <a:lnTo>
                  <a:pt x="235" y="5891"/>
                </a:lnTo>
                <a:lnTo>
                  <a:pt x="239" y="5677"/>
                </a:lnTo>
                <a:lnTo>
                  <a:pt x="239" y="5677"/>
                </a:lnTo>
                <a:lnTo>
                  <a:pt x="247" y="5463"/>
                </a:lnTo>
                <a:lnTo>
                  <a:pt x="247" y="5463"/>
                </a:lnTo>
                <a:lnTo>
                  <a:pt x="256" y="5249"/>
                </a:lnTo>
                <a:lnTo>
                  <a:pt x="256" y="5249"/>
                </a:lnTo>
                <a:lnTo>
                  <a:pt x="268" y="5034"/>
                </a:lnTo>
                <a:lnTo>
                  <a:pt x="268" y="5034"/>
                </a:lnTo>
                <a:lnTo>
                  <a:pt x="283" y="4819"/>
                </a:lnTo>
                <a:lnTo>
                  <a:pt x="283" y="4819"/>
                </a:lnTo>
                <a:lnTo>
                  <a:pt x="302" y="4606"/>
                </a:lnTo>
                <a:lnTo>
                  <a:pt x="302" y="4605"/>
                </a:lnTo>
                <a:lnTo>
                  <a:pt x="323" y="4394"/>
                </a:lnTo>
                <a:lnTo>
                  <a:pt x="323" y="4394"/>
                </a:lnTo>
                <a:lnTo>
                  <a:pt x="349" y="4185"/>
                </a:lnTo>
                <a:lnTo>
                  <a:pt x="349" y="4185"/>
                </a:lnTo>
                <a:lnTo>
                  <a:pt x="378" y="3978"/>
                </a:lnTo>
                <a:lnTo>
                  <a:pt x="378" y="3977"/>
                </a:lnTo>
                <a:lnTo>
                  <a:pt x="410" y="3771"/>
                </a:lnTo>
                <a:lnTo>
                  <a:pt x="410" y="3770"/>
                </a:lnTo>
                <a:lnTo>
                  <a:pt x="446" y="3566"/>
                </a:lnTo>
                <a:lnTo>
                  <a:pt x="446" y="3565"/>
                </a:lnTo>
                <a:lnTo>
                  <a:pt x="486" y="3364"/>
                </a:lnTo>
                <a:lnTo>
                  <a:pt x="486" y="3364"/>
                </a:lnTo>
                <a:lnTo>
                  <a:pt x="529" y="3168"/>
                </a:lnTo>
                <a:lnTo>
                  <a:pt x="529" y="3167"/>
                </a:lnTo>
                <a:lnTo>
                  <a:pt x="578" y="2977"/>
                </a:lnTo>
                <a:lnTo>
                  <a:pt x="578" y="2976"/>
                </a:lnTo>
                <a:lnTo>
                  <a:pt x="631" y="2790"/>
                </a:lnTo>
                <a:lnTo>
                  <a:pt x="631" y="2789"/>
                </a:lnTo>
                <a:lnTo>
                  <a:pt x="688" y="2607"/>
                </a:lnTo>
                <a:lnTo>
                  <a:pt x="689" y="2606"/>
                </a:lnTo>
                <a:lnTo>
                  <a:pt x="750" y="2428"/>
                </a:lnTo>
                <a:lnTo>
                  <a:pt x="750" y="2427"/>
                </a:lnTo>
                <a:lnTo>
                  <a:pt x="816" y="2254"/>
                </a:lnTo>
                <a:lnTo>
                  <a:pt x="816" y="2254"/>
                </a:lnTo>
                <a:lnTo>
                  <a:pt x="885" y="2087"/>
                </a:lnTo>
                <a:lnTo>
                  <a:pt x="885" y="2086"/>
                </a:lnTo>
                <a:lnTo>
                  <a:pt x="957" y="1926"/>
                </a:lnTo>
                <a:lnTo>
                  <a:pt x="957" y="1926"/>
                </a:lnTo>
                <a:lnTo>
                  <a:pt x="1032" y="1772"/>
                </a:lnTo>
                <a:lnTo>
                  <a:pt x="1033" y="1772"/>
                </a:lnTo>
                <a:lnTo>
                  <a:pt x="1111" y="1624"/>
                </a:lnTo>
                <a:lnTo>
                  <a:pt x="1111" y="1623"/>
                </a:lnTo>
                <a:lnTo>
                  <a:pt x="1193" y="1482"/>
                </a:lnTo>
                <a:lnTo>
                  <a:pt x="1193" y="1481"/>
                </a:lnTo>
                <a:lnTo>
                  <a:pt x="1278" y="1347"/>
                </a:lnTo>
                <a:lnTo>
                  <a:pt x="1278" y="1346"/>
                </a:lnTo>
                <a:lnTo>
                  <a:pt x="1366" y="1219"/>
                </a:lnTo>
                <a:lnTo>
                  <a:pt x="1367" y="1218"/>
                </a:lnTo>
                <a:lnTo>
                  <a:pt x="1458" y="1099"/>
                </a:lnTo>
                <a:lnTo>
                  <a:pt x="1458" y="1098"/>
                </a:lnTo>
                <a:lnTo>
                  <a:pt x="1553" y="987"/>
                </a:lnTo>
                <a:lnTo>
                  <a:pt x="1554" y="986"/>
                </a:lnTo>
                <a:lnTo>
                  <a:pt x="1652" y="880"/>
                </a:lnTo>
                <a:lnTo>
                  <a:pt x="1653" y="879"/>
                </a:lnTo>
                <a:lnTo>
                  <a:pt x="1755" y="780"/>
                </a:lnTo>
                <a:lnTo>
                  <a:pt x="1756" y="779"/>
                </a:lnTo>
                <a:lnTo>
                  <a:pt x="1860" y="689"/>
                </a:lnTo>
                <a:lnTo>
                  <a:pt x="1861" y="688"/>
                </a:lnTo>
                <a:lnTo>
                  <a:pt x="1966" y="606"/>
                </a:lnTo>
                <a:lnTo>
                  <a:pt x="1968" y="605"/>
                </a:lnTo>
                <a:lnTo>
                  <a:pt x="2073" y="532"/>
                </a:lnTo>
                <a:lnTo>
                  <a:pt x="2075" y="531"/>
                </a:lnTo>
                <a:lnTo>
                  <a:pt x="2186" y="466"/>
                </a:lnTo>
                <a:lnTo>
                  <a:pt x="2187" y="465"/>
                </a:lnTo>
                <a:lnTo>
                  <a:pt x="2306" y="406"/>
                </a:lnTo>
                <a:lnTo>
                  <a:pt x="2307" y="405"/>
                </a:lnTo>
                <a:lnTo>
                  <a:pt x="2428" y="354"/>
                </a:lnTo>
                <a:lnTo>
                  <a:pt x="2430" y="353"/>
                </a:lnTo>
                <a:lnTo>
                  <a:pt x="2547" y="312"/>
                </a:lnTo>
                <a:lnTo>
                  <a:pt x="2549" y="311"/>
                </a:lnTo>
                <a:lnTo>
                  <a:pt x="2654" y="282"/>
                </a:lnTo>
                <a:lnTo>
                  <a:pt x="2657" y="281"/>
                </a:lnTo>
                <a:lnTo>
                  <a:pt x="2745" y="266"/>
                </a:lnTo>
                <a:lnTo>
                  <a:pt x="2748" y="265"/>
                </a:lnTo>
                <a:lnTo>
                  <a:pt x="2815" y="262"/>
                </a:lnTo>
                <a:lnTo>
                  <a:pt x="2817" y="262"/>
                </a:lnTo>
                <a:lnTo>
                  <a:pt x="2819" y="263"/>
                </a:lnTo>
                <a:lnTo>
                  <a:pt x="2871" y="269"/>
                </a:lnTo>
                <a:lnTo>
                  <a:pt x="2874" y="269"/>
                </a:lnTo>
                <a:lnTo>
                  <a:pt x="2876" y="270"/>
                </a:lnTo>
                <a:lnTo>
                  <a:pt x="2919" y="283"/>
                </a:lnTo>
                <a:lnTo>
                  <a:pt x="2921" y="284"/>
                </a:lnTo>
                <a:lnTo>
                  <a:pt x="2923" y="285"/>
                </a:lnTo>
                <a:lnTo>
                  <a:pt x="2965" y="306"/>
                </a:lnTo>
                <a:lnTo>
                  <a:pt x="2966" y="307"/>
                </a:lnTo>
                <a:lnTo>
                  <a:pt x="2968" y="308"/>
                </a:lnTo>
                <a:lnTo>
                  <a:pt x="3013" y="341"/>
                </a:lnTo>
                <a:lnTo>
                  <a:pt x="3015" y="343"/>
                </a:lnTo>
                <a:lnTo>
                  <a:pt x="3064" y="387"/>
                </a:lnTo>
                <a:lnTo>
                  <a:pt x="3066" y="388"/>
                </a:lnTo>
                <a:lnTo>
                  <a:pt x="3113" y="440"/>
                </a:lnTo>
                <a:lnTo>
                  <a:pt x="3115" y="442"/>
                </a:lnTo>
                <a:lnTo>
                  <a:pt x="3159" y="502"/>
                </a:lnTo>
                <a:lnTo>
                  <a:pt x="3160" y="504"/>
                </a:lnTo>
                <a:lnTo>
                  <a:pt x="3204" y="577"/>
                </a:lnTo>
                <a:lnTo>
                  <a:pt x="3205" y="578"/>
                </a:lnTo>
                <a:lnTo>
                  <a:pt x="3250" y="665"/>
                </a:lnTo>
                <a:lnTo>
                  <a:pt x="3250" y="666"/>
                </a:lnTo>
                <a:lnTo>
                  <a:pt x="3298" y="769"/>
                </a:lnTo>
                <a:lnTo>
                  <a:pt x="3298" y="770"/>
                </a:lnTo>
                <a:lnTo>
                  <a:pt x="3348" y="890"/>
                </a:lnTo>
                <a:lnTo>
                  <a:pt x="3348" y="890"/>
                </a:lnTo>
                <a:lnTo>
                  <a:pt x="3403" y="1027"/>
                </a:lnTo>
                <a:lnTo>
                  <a:pt x="3403" y="1027"/>
                </a:lnTo>
                <a:lnTo>
                  <a:pt x="3459" y="1179"/>
                </a:lnTo>
                <a:lnTo>
                  <a:pt x="3459" y="1180"/>
                </a:lnTo>
                <a:lnTo>
                  <a:pt x="3516" y="1345"/>
                </a:lnTo>
                <a:lnTo>
                  <a:pt x="3516" y="1345"/>
                </a:lnTo>
                <a:lnTo>
                  <a:pt x="3573" y="1522"/>
                </a:lnTo>
                <a:lnTo>
                  <a:pt x="3573" y="1523"/>
                </a:lnTo>
                <a:lnTo>
                  <a:pt x="3627" y="1709"/>
                </a:lnTo>
                <a:lnTo>
                  <a:pt x="3627" y="1710"/>
                </a:lnTo>
                <a:lnTo>
                  <a:pt x="3678" y="1904"/>
                </a:lnTo>
                <a:lnTo>
                  <a:pt x="3678" y="1905"/>
                </a:lnTo>
                <a:lnTo>
                  <a:pt x="3726" y="2112"/>
                </a:lnTo>
                <a:lnTo>
                  <a:pt x="3726" y="2113"/>
                </a:lnTo>
                <a:lnTo>
                  <a:pt x="3772" y="2335"/>
                </a:lnTo>
                <a:lnTo>
                  <a:pt x="3772" y="2336"/>
                </a:lnTo>
                <a:lnTo>
                  <a:pt x="3817" y="2569"/>
                </a:lnTo>
                <a:lnTo>
                  <a:pt x="3817" y="2569"/>
                </a:lnTo>
                <a:lnTo>
                  <a:pt x="3859" y="2808"/>
                </a:lnTo>
                <a:lnTo>
                  <a:pt x="3859" y="2809"/>
                </a:lnTo>
                <a:lnTo>
                  <a:pt x="3898" y="3049"/>
                </a:lnTo>
                <a:lnTo>
                  <a:pt x="3898" y="3049"/>
                </a:lnTo>
                <a:lnTo>
                  <a:pt x="3933" y="3285"/>
                </a:lnTo>
                <a:lnTo>
                  <a:pt x="3934" y="3285"/>
                </a:lnTo>
                <a:lnTo>
                  <a:pt x="3966" y="3518"/>
                </a:lnTo>
                <a:lnTo>
                  <a:pt x="3966" y="3518"/>
                </a:lnTo>
                <a:lnTo>
                  <a:pt x="3994" y="3752"/>
                </a:lnTo>
                <a:lnTo>
                  <a:pt x="3994" y="3752"/>
                </a:lnTo>
                <a:lnTo>
                  <a:pt x="4020" y="3987"/>
                </a:lnTo>
                <a:lnTo>
                  <a:pt x="4020" y="3987"/>
                </a:lnTo>
                <a:lnTo>
                  <a:pt x="4044" y="4223"/>
                </a:lnTo>
                <a:lnTo>
                  <a:pt x="4044" y="4223"/>
                </a:lnTo>
                <a:lnTo>
                  <a:pt x="4066" y="4459"/>
                </a:lnTo>
                <a:lnTo>
                  <a:pt x="4066" y="4460"/>
                </a:lnTo>
                <a:lnTo>
                  <a:pt x="4087" y="4695"/>
                </a:lnTo>
                <a:lnTo>
                  <a:pt x="4087" y="4696"/>
                </a:lnTo>
                <a:lnTo>
                  <a:pt x="4107" y="4931"/>
                </a:lnTo>
                <a:lnTo>
                  <a:pt x="4107" y="4931"/>
                </a:lnTo>
                <a:lnTo>
                  <a:pt x="4125" y="5166"/>
                </a:lnTo>
                <a:lnTo>
                  <a:pt x="4125" y="5166"/>
                </a:lnTo>
                <a:lnTo>
                  <a:pt x="4142" y="5402"/>
                </a:lnTo>
                <a:lnTo>
                  <a:pt x="4142" y="5402"/>
                </a:lnTo>
                <a:lnTo>
                  <a:pt x="4158" y="5638"/>
                </a:lnTo>
                <a:lnTo>
                  <a:pt x="4174" y="5874"/>
                </a:lnTo>
                <a:lnTo>
                  <a:pt x="4174" y="5874"/>
                </a:lnTo>
                <a:lnTo>
                  <a:pt x="4190" y="6110"/>
                </a:lnTo>
                <a:lnTo>
                  <a:pt x="4190" y="6111"/>
                </a:lnTo>
                <a:lnTo>
                  <a:pt x="4208" y="6347"/>
                </a:lnTo>
                <a:lnTo>
                  <a:pt x="4208" y="6347"/>
                </a:lnTo>
                <a:lnTo>
                  <a:pt x="4227" y="6583"/>
                </a:lnTo>
                <a:lnTo>
                  <a:pt x="4245" y="6818"/>
                </a:lnTo>
                <a:lnTo>
                  <a:pt x="4245" y="6818"/>
                </a:lnTo>
                <a:lnTo>
                  <a:pt x="4263" y="7053"/>
                </a:lnTo>
                <a:lnTo>
                  <a:pt x="4263" y="7054"/>
                </a:lnTo>
                <a:lnTo>
                  <a:pt x="4279" y="7289"/>
                </a:lnTo>
                <a:lnTo>
                  <a:pt x="4279" y="7289"/>
                </a:lnTo>
                <a:lnTo>
                  <a:pt x="4293" y="7526"/>
                </a:lnTo>
                <a:lnTo>
                  <a:pt x="4293" y="7527"/>
                </a:lnTo>
                <a:lnTo>
                  <a:pt x="4311" y="7787"/>
                </a:lnTo>
                <a:lnTo>
                  <a:pt x="4311" y="7788"/>
                </a:lnTo>
                <a:lnTo>
                  <a:pt x="4333" y="8073"/>
                </a:lnTo>
                <a:lnTo>
                  <a:pt x="4333" y="8073"/>
                </a:lnTo>
                <a:lnTo>
                  <a:pt x="4354" y="8357"/>
                </a:lnTo>
                <a:lnTo>
                  <a:pt x="4354" y="8358"/>
                </a:lnTo>
                <a:lnTo>
                  <a:pt x="4367" y="8614"/>
                </a:lnTo>
                <a:lnTo>
                  <a:pt x="4367" y="8615"/>
                </a:lnTo>
                <a:lnTo>
                  <a:pt x="4367" y="8756"/>
                </a:lnTo>
                <a:lnTo>
                  <a:pt x="4367" y="8758"/>
                </a:lnTo>
                <a:lnTo>
                  <a:pt x="4366" y="8761"/>
                </a:lnTo>
                <a:lnTo>
                  <a:pt x="4366" y="8763"/>
                </a:lnTo>
                <a:lnTo>
                  <a:pt x="4365" y="8766"/>
                </a:lnTo>
                <a:lnTo>
                  <a:pt x="4364" y="8768"/>
                </a:lnTo>
                <a:lnTo>
                  <a:pt x="4362" y="8770"/>
                </a:lnTo>
                <a:lnTo>
                  <a:pt x="4361" y="8772"/>
                </a:lnTo>
                <a:lnTo>
                  <a:pt x="4359" y="8774"/>
                </a:lnTo>
                <a:lnTo>
                  <a:pt x="4357" y="8776"/>
                </a:lnTo>
                <a:lnTo>
                  <a:pt x="4355" y="8778"/>
                </a:lnTo>
                <a:lnTo>
                  <a:pt x="4353" y="8779"/>
                </a:lnTo>
                <a:lnTo>
                  <a:pt x="4350" y="8780"/>
                </a:lnTo>
                <a:lnTo>
                  <a:pt x="4348" y="8781"/>
                </a:lnTo>
                <a:lnTo>
                  <a:pt x="4345" y="8782"/>
                </a:lnTo>
                <a:lnTo>
                  <a:pt x="4343" y="8782"/>
                </a:lnTo>
                <a:lnTo>
                  <a:pt x="4340" y="8782"/>
                </a:lnTo>
                <a:lnTo>
                  <a:pt x="4338" y="8782"/>
                </a:lnTo>
                <a:lnTo>
                  <a:pt x="4335" y="8782"/>
                </a:lnTo>
                <a:lnTo>
                  <a:pt x="4333" y="8781"/>
                </a:lnTo>
                <a:lnTo>
                  <a:pt x="4330" y="8780"/>
                </a:lnTo>
                <a:lnTo>
                  <a:pt x="4328" y="8779"/>
                </a:lnTo>
                <a:lnTo>
                  <a:pt x="4326" y="8778"/>
                </a:lnTo>
                <a:lnTo>
                  <a:pt x="4324" y="8776"/>
                </a:lnTo>
                <a:lnTo>
                  <a:pt x="4322" y="8775"/>
                </a:lnTo>
                <a:lnTo>
                  <a:pt x="4320" y="8773"/>
                </a:lnTo>
                <a:lnTo>
                  <a:pt x="4280" y="8726"/>
                </a:lnTo>
                <a:lnTo>
                  <a:pt x="4276" y="8721"/>
                </a:lnTo>
                <a:lnTo>
                  <a:pt x="4181" y="8622"/>
                </a:lnTo>
                <a:lnTo>
                  <a:pt x="4173" y="8614"/>
                </a:lnTo>
                <a:lnTo>
                  <a:pt x="4164" y="8607"/>
                </a:lnTo>
                <a:lnTo>
                  <a:pt x="4064" y="8534"/>
                </a:lnTo>
                <a:lnTo>
                  <a:pt x="4056" y="8529"/>
                </a:lnTo>
                <a:lnTo>
                  <a:pt x="4047" y="8524"/>
                </a:lnTo>
                <a:lnTo>
                  <a:pt x="3938" y="8470"/>
                </a:lnTo>
                <a:lnTo>
                  <a:pt x="3936" y="8469"/>
                </a:lnTo>
                <a:lnTo>
                  <a:pt x="3816" y="8411"/>
                </a:lnTo>
                <a:lnTo>
                  <a:pt x="3812" y="8409"/>
                </a:lnTo>
                <a:lnTo>
                  <a:pt x="3683" y="8353"/>
                </a:lnTo>
                <a:lnTo>
                  <a:pt x="3677" y="8350"/>
                </a:lnTo>
                <a:lnTo>
                  <a:pt x="3542" y="8300"/>
                </a:lnTo>
                <a:lnTo>
                  <a:pt x="3533" y="8297"/>
                </a:lnTo>
                <a:lnTo>
                  <a:pt x="3395" y="8258"/>
                </a:lnTo>
                <a:lnTo>
                  <a:pt x="3382" y="8255"/>
                </a:lnTo>
                <a:lnTo>
                  <a:pt x="3243" y="8231"/>
                </a:lnTo>
                <a:lnTo>
                  <a:pt x="3231" y="8229"/>
                </a:lnTo>
                <a:lnTo>
                  <a:pt x="3090" y="8218"/>
                </a:lnTo>
                <a:lnTo>
                  <a:pt x="3081" y="8218"/>
                </a:lnTo>
                <a:lnTo>
                  <a:pt x="2935" y="8216"/>
                </a:lnTo>
                <a:lnTo>
                  <a:pt x="2926" y="8217"/>
                </a:lnTo>
                <a:lnTo>
                  <a:pt x="2775" y="8226"/>
                </a:lnTo>
                <a:lnTo>
                  <a:pt x="2765" y="8227"/>
                </a:lnTo>
                <a:lnTo>
                  <a:pt x="2613" y="8248"/>
                </a:lnTo>
                <a:lnTo>
                  <a:pt x="2603" y="8250"/>
                </a:lnTo>
                <a:lnTo>
                  <a:pt x="2450" y="8285"/>
                </a:lnTo>
                <a:lnTo>
                  <a:pt x="2438" y="8288"/>
                </a:lnTo>
                <a:lnTo>
                  <a:pt x="2286" y="8337"/>
                </a:lnTo>
                <a:lnTo>
                  <a:pt x="2274" y="8342"/>
                </a:lnTo>
                <a:lnTo>
                  <a:pt x="2118" y="8411"/>
                </a:lnTo>
                <a:lnTo>
                  <a:pt x="2109" y="8415"/>
                </a:lnTo>
                <a:lnTo>
                  <a:pt x="1947" y="8503"/>
                </a:lnTo>
                <a:lnTo>
                  <a:pt x="1941" y="8507"/>
                </a:lnTo>
                <a:lnTo>
                  <a:pt x="1778" y="8608"/>
                </a:lnTo>
                <a:lnTo>
                  <a:pt x="1773" y="8612"/>
                </a:lnTo>
                <a:lnTo>
                  <a:pt x="1614" y="8721"/>
                </a:lnTo>
                <a:lnTo>
                  <a:pt x="1610" y="8724"/>
                </a:lnTo>
                <a:lnTo>
                  <a:pt x="1460" y="8837"/>
                </a:lnTo>
                <a:lnTo>
                  <a:pt x="1457" y="8840"/>
                </a:lnTo>
                <a:lnTo>
                  <a:pt x="1322" y="8950"/>
                </a:lnTo>
                <a:lnTo>
                  <a:pt x="1314" y="8957"/>
                </a:lnTo>
                <a:lnTo>
                  <a:pt x="1192" y="9074"/>
                </a:lnTo>
                <a:lnTo>
                  <a:pt x="1184" y="9083"/>
                </a:lnTo>
                <a:lnTo>
                  <a:pt x="1071" y="9214"/>
                </a:lnTo>
                <a:lnTo>
                  <a:pt x="1067" y="9219"/>
                </a:lnTo>
                <a:lnTo>
                  <a:pt x="963" y="9354"/>
                </a:lnTo>
                <a:lnTo>
                  <a:pt x="962" y="9356"/>
                </a:lnTo>
                <a:lnTo>
                  <a:pt x="869" y="9481"/>
                </a:lnTo>
                <a:lnTo>
                  <a:pt x="868" y="9481"/>
                </a:lnTo>
                <a:lnTo>
                  <a:pt x="789" y="9581"/>
                </a:lnTo>
                <a:lnTo>
                  <a:pt x="788" y="9583"/>
                </a:lnTo>
                <a:lnTo>
                  <a:pt x="724" y="9649"/>
                </a:lnTo>
                <a:lnTo>
                  <a:pt x="722" y="9651"/>
                </a:lnTo>
                <a:lnTo>
                  <a:pt x="703" y="96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3810549" y="1627054"/>
            <a:ext cx="1598229" cy="3568385"/>
            <a:chOff x="3810549" y="1627054"/>
            <a:chExt cx="1598229" cy="3568385"/>
          </a:xfrm>
        </p:grpSpPr>
        <p:sp>
          <p:nvSpPr>
            <p:cNvPr id="17" name="Forma 16"/>
            <p:cNvSpPr/>
            <p:nvPr/>
          </p:nvSpPr>
          <p:spPr>
            <a:xfrm>
              <a:off x="3810549" y="1627054"/>
              <a:ext cx="1598229" cy="356838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3915091" y="1977246"/>
              <a:ext cx="1252640" cy="2554512"/>
            </a:xfrm>
            <a:custGeom>
              <a:avLst/>
              <a:gdLst/>
              <a:ahLst/>
              <a:cxnLst/>
              <a:rect l="0" t="0" r="r" b="b"/>
              <a:pathLst>
                <a:path w="2403" h="5033" fill="none">
                  <a:moveTo>
                    <a:pt x="2403" y="2371"/>
                  </a:moveTo>
                  <a:lnTo>
                    <a:pt x="1774" y="2032"/>
                  </a:lnTo>
                  <a:lnTo>
                    <a:pt x="999" y="1452"/>
                  </a:lnTo>
                  <a:lnTo>
                    <a:pt x="564" y="871"/>
                  </a:lnTo>
                </a:path>
                <a:path w="2403" h="5033" fill="none">
                  <a:moveTo>
                    <a:pt x="1774" y="2032"/>
                  </a:moveTo>
                  <a:lnTo>
                    <a:pt x="1483" y="1161"/>
                  </a:lnTo>
                  <a:lnTo>
                    <a:pt x="1338" y="193"/>
                  </a:lnTo>
                </a:path>
                <a:path w="2403" h="5033" fill="none">
                  <a:moveTo>
                    <a:pt x="2403" y="2371"/>
                  </a:moveTo>
                  <a:lnTo>
                    <a:pt x="1483" y="2516"/>
                  </a:lnTo>
                  <a:lnTo>
                    <a:pt x="515" y="2516"/>
                  </a:lnTo>
                  <a:lnTo>
                    <a:pt x="31" y="2613"/>
                  </a:lnTo>
                </a:path>
                <a:path w="2403" h="5033" fill="none">
                  <a:moveTo>
                    <a:pt x="1483" y="2516"/>
                  </a:moveTo>
                  <a:lnTo>
                    <a:pt x="806" y="3194"/>
                  </a:lnTo>
                  <a:lnTo>
                    <a:pt x="273" y="3775"/>
                  </a:lnTo>
                </a:path>
                <a:path w="2403" h="5033" fill="none">
                  <a:moveTo>
                    <a:pt x="2403" y="2371"/>
                  </a:moveTo>
                  <a:lnTo>
                    <a:pt x="1774" y="3194"/>
                  </a:lnTo>
                  <a:lnTo>
                    <a:pt x="1193" y="4162"/>
                  </a:lnTo>
                  <a:lnTo>
                    <a:pt x="660" y="4936"/>
                  </a:lnTo>
                </a:path>
                <a:path w="2403" h="5033" fill="none">
                  <a:moveTo>
                    <a:pt x="1774" y="3194"/>
                  </a:moveTo>
                  <a:lnTo>
                    <a:pt x="2064" y="4162"/>
                  </a:lnTo>
                  <a:lnTo>
                    <a:pt x="1774" y="5033"/>
                  </a:lnTo>
                </a:path>
                <a:path w="2403" h="5033" fill="none">
                  <a:moveTo>
                    <a:pt x="1193" y="4162"/>
                  </a:moveTo>
                  <a:lnTo>
                    <a:pt x="418" y="4646"/>
                  </a:lnTo>
                  <a:lnTo>
                    <a:pt x="31" y="4936"/>
                  </a:lnTo>
                </a:path>
                <a:path w="2403" h="5033" fill="none">
                  <a:moveTo>
                    <a:pt x="999" y="1452"/>
                  </a:moveTo>
                  <a:lnTo>
                    <a:pt x="322" y="1645"/>
                  </a:lnTo>
                  <a:lnTo>
                    <a:pt x="0" y="1887"/>
                  </a:lnTo>
                </a:path>
                <a:path w="2403" h="5033" fill="none">
                  <a:moveTo>
                    <a:pt x="1483" y="1161"/>
                  </a:moveTo>
                  <a:lnTo>
                    <a:pt x="902" y="580"/>
                  </a:lnTo>
                </a:path>
                <a:path w="2403" h="5033" fill="none">
                  <a:moveTo>
                    <a:pt x="806" y="3194"/>
                  </a:moveTo>
                  <a:lnTo>
                    <a:pt x="902" y="3872"/>
                  </a:lnTo>
                  <a:lnTo>
                    <a:pt x="612" y="4549"/>
                  </a:lnTo>
                </a:path>
                <a:path w="2403" h="5033" fill="none">
                  <a:moveTo>
                    <a:pt x="2403" y="2371"/>
                  </a:moveTo>
                  <a:lnTo>
                    <a:pt x="2258" y="1645"/>
                  </a:lnTo>
                  <a:lnTo>
                    <a:pt x="1967" y="871"/>
                  </a:lnTo>
                  <a:lnTo>
                    <a:pt x="1774" y="0"/>
                  </a:lnTo>
                </a:path>
                <a:path w="2403" h="5033" fill="none">
                  <a:moveTo>
                    <a:pt x="515" y="2516"/>
                  </a:moveTo>
                  <a:lnTo>
                    <a:pt x="225" y="309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848804" y="3180814"/>
              <a:ext cx="1344154" cy="1495980"/>
            </a:xfrm>
            <a:custGeom>
              <a:avLst/>
              <a:gdLst/>
              <a:ahLst/>
              <a:cxnLst/>
              <a:rect l="0" t="0" r="r" b="b"/>
              <a:pathLst>
                <a:path w="2578" h="2947" fill="none">
                  <a:moveTo>
                    <a:pt x="0" y="159"/>
                  </a:moveTo>
                  <a:lnTo>
                    <a:pt x="183" y="178"/>
                  </a:lnTo>
                  <a:lnTo>
                    <a:pt x="409" y="199"/>
                  </a:lnTo>
                  <a:lnTo>
                    <a:pt x="636" y="215"/>
                  </a:lnTo>
                  <a:lnTo>
                    <a:pt x="836" y="222"/>
                  </a:lnTo>
                  <a:lnTo>
                    <a:pt x="1001" y="218"/>
                  </a:lnTo>
                  <a:lnTo>
                    <a:pt x="1152" y="206"/>
                  </a:lnTo>
                  <a:lnTo>
                    <a:pt x="1297" y="188"/>
                  </a:lnTo>
                  <a:lnTo>
                    <a:pt x="1447" y="167"/>
                  </a:lnTo>
                  <a:lnTo>
                    <a:pt x="1610" y="145"/>
                  </a:lnTo>
                  <a:lnTo>
                    <a:pt x="1807" y="118"/>
                  </a:lnTo>
                  <a:lnTo>
                    <a:pt x="2030" y="85"/>
                  </a:lnTo>
                  <a:lnTo>
                    <a:pt x="2252" y="50"/>
                  </a:lnTo>
                  <a:lnTo>
                    <a:pt x="2444" y="20"/>
                  </a:lnTo>
                  <a:lnTo>
                    <a:pt x="2578" y="0"/>
                  </a:lnTo>
                </a:path>
                <a:path w="2578" h="2947" fill="none">
                  <a:moveTo>
                    <a:pt x="65" y="2947"/>
                  </a:moveTo>
                  <a:lnTo>
                    <a:pt x="180" y="2807"/>
                  </a:lnTo>
                  <a:lnTo>
                    <a:pt x="347" y="2603"/>
                  </a:lnTo>
                  <a:lnTo>
                    <a:pt x="543" y="2364"/>
                  </a:lnTo>
                  <a:lnTo>
                    <a:pt x="745" y="2117"/>
                  </a:lnTo>
                  <a:lnTo>
                    <a:pt x="933" y="1887"/>
                  </a:lnTo>
                  <a:lnTo>
                    <a:pt x="1109" y="1668"/>
                  </a:lnTo>
                  <a:lnTo>
                    <a:pt x="1286" y="1443"/>
                  </a:lnTo>
                  <a:lnTo>
                    <a:pt x="1463" y="1220"/>
                  </a:lnTo>
                  <a:lnTo>
                    <a:pt x="1636" y="1010"/>
                  </a:lnTo>
                  <a:lnTo>
                    <a:pt x="1804" y="822"/>
                  </a:lnTo>
                  <a:lnTo>
                    <a:pt x="1977" y="651"/>
                  </a:lnTo>
                  <a:lnTo>
                    <a:pt x="2158" y="491"/>
                  </a:lnTo>
                  <a:lnTo>
                    <a:pt x="2329" y="348"/>
                  </a:lnTo>
                  <a:lnTo>
                    <a:pt x="2475" y="231"/>
                  </a:lnTo>
                  <a:lnTo>
                    <a:pt x="2578" y="14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3810549" y="1627054"/>
            <a:ext cx="1598229" cy="3568385"/>
          </a:xfrm>
          <a:custGeom>
            <a:avLst/>
            <a:gdLst/>
            <a:ahLst/>
            <a:cxnLst/>
            <a:rect l="0" t="0" r="r" b="b"/>
            <a:pathLst>
              <a:path w="3066" h="7031" fill="none">
                <a:moveTo>
                  <a:pt x="334" y="7019"/>
                </a:moveTo>
                <a:lnTo>
                  <a:pt x="381" y="6970"/>
                </a:lnTo>
                <a:lnTo>
                  <a:pt x="441" y="6895"/>
                </a:lnTo>
                <a:lnTo>
                  <a:pt x="511" y="6801"/>
                </a:lnTo>
                <a:lnTo>
                  <a:pt x="512" y="6799"/>
                </a:lnTo>
                <a:lnTo>
                  <a:pt x="590" y="6698"/>
                </a:lnTo>
                <a:lnTo>
                  <a:pt x="593" y="6693"/>
                </a:lnTo>
                <a:lnTo>
                  <a:pt x="679" y="6594"/>
                </a:lnTo>
                <a:lnTo>
                  <a:pt x="685" y="6587"/>
                </a:lnTo>
                <a:lnTo>
                  <a:pt x="777" y="6498"/>
                </a:lnTo>
                <a:lnTo>
                  <a:pt x="784" y="6492"/>
                </a:lnTo>
                <a:lnTo>
                  <a:pt x="886" y="6409"/>
                </a:lnTo>
                <a:lnTo>
                  <a:pt x="889" y="6407"/>
                </a:lnTo>
                <a:lnTo>
                  <a:pt x="1002" y="6322"/>
                </a:lnTo>
                <a:lnTo>
                  <a:pt x="1005" y="6320"/>
                </a:lnTo>
                <a:lnTo>
                  <a:pt x="1125" y="6237"/>
                </a:lnTo>
                <a:lnTo>
                  <a:pt x="1129" y="6234"/>
                </a:lnTo>
                <a:lnTo>
                  <a:pt x="1252" y="6158"/>
                </a:lnTo>
                <a:lnTo>
                  <a:pt x="1257" y="6154"/>
                </a:lnTo>
                <a:lnTo>
                  <a:pt x="1380" y="6088"/>
                </a:lnTo>
                <a:lnTo>
                  <a:pt x="1387" y="6084"/>
                </a:lnTo>
                <a:lnTo>
                  <a:pt x="1505" y="6032"/>
                </a:lnTo>
                <a:lnTo>
                  <a:pt x="1515" y="6028"/>
                </a:lnTo>
                <a:lnTo>
                  <a:pt x="1630" y="5991"/>
                </a:lnTo>
                <a:lnTo>
                  <a:pt x="1640" y="5988"/>
                </a:lnTo>
                <a:lnTo>
                  <a:pt x="1756" y="5962"/>
                </a:lnTo>
                <a:lnTo>
                  <a:pt x="1764" y="5960"/>
                </a:lnTo>
                <a:lnTo>
                  <a:pt x="1880" y="5944"/>
                </a:lnTo>
                <a:lnTo>
                  <a:pt x="1888" y="5944"/>
                </a:lnTo>
                <a:lnTo>
                  <a:pt x="2001" y="5937"/>
                </a:lnTo>
                <a:lnTo>
                  <a:pt x="2009" y="5936"/>
                </a:lnTo>
                <a:lnTo>
                  <a:pt x="2120" y="5938"/>
                </a:lnTo>
                <a:lnTo>
                  <a:pt x="2127" y="5938"/>
                </a:lnTo>
                <a:lnTo>
                  <a:pt x="2234" y="5946"/>
                </a:lnTo>
                <a:lnTo>
                  <a:pt x="2244" y="5947"/>
                </a:lnTo>
                <a:lnTo>
                  <a:pt x="2349" y="5966"/>
                </a:lnTo>
                <a:lnTo>
                  <a:pt x="2360" y="5968"/>
                </a:lnTo>
                <a:lnTo>
                  <a:pt x="2465" y="5998"/>
                </a:lnTo>
                <a:lnTo>
                  <a:pt x="2472" y="6001"/>
                </a:lnTo>
                <a:lnTo>
                  <a:pt x="2574" y="6038"/>
                </a:lnTo>
                <a:lnTo>
                  <a:pt x="2580" y="6041"/>
                </a:lnTo>
                <a:lnTo>
                  <a:pt x="2677" y="6083"/>
                </a:lnTo>
                <a:lnTo>
                  <a:pt x="2680" y="6085"/>
                </a:lnTo>
                <a:lnTo>
                  <a:pt x="2771" y="6128"/>
                </a:lnTo>
                <a:lnTo>
                  <a:pt x="2772" y="6129"/>
                </a:lnTo>
                <a:lnTo>
                  <a:pt x="2854" y="6170"/>
                </a:lnTo>
                <a:lnTo>
                  <a:pt x="2862" y="6174"/>
                </a:lnTo>
                <a:lnTo>
                  <a:pt x="2869" y="6179"/>
                </a:lnTo>
                <a:lnTo>
                  <a:pt x="2945" y="6234"/>
                </a:lnTo>
                <a:lnTo>
                  <a:pt x="2953" y="6240"/>
                </a:lnTo>
                <a:lnTo>
                  <a:pt x="2960" y="6247"/>
                </a:lnTo>
                <a:lnTo>
                  <a:pt x="3032" y="6322"/>
                </a:lnTo>
                <a:lnTo>
                  <a:pt x="3035" y="6327"/>
                </a:lnTo>
                <a:lnTo>
                  <a:pt x="3065" y="6362"/>
                </a:lnTo>
                <a:lnTo>
                  <a:pt x="3066" y="6256"/>
                </a:lnTo>
                <a:lnTo>
                  <a:pt x="3056" y="6064"/>
                </a:lnTo>
                <a:lnTo>
                  <a:pt x="3040" y="5850"/>
                </a:lnTo>
                <a:lnTo>
                  <a:pt x="3023" y="5636"/>
                </a:lnTo>
                <a:lnTo>
                  <a:pt x="3023" y="5635"/>
                </a:lnTo>
                <a:lnTo>
                  <a:pt x="3010" y="5440"/>
                </a:lnTo>
                <a:lnTo>
                  <a:pt x="3010" y="5439"/>
                </a:lnTo>
                <a:lnTo>
                  <a:pt x="3000" y="5261"/>
                </a:lnTo>
                <a:lnTo>
                  <a:pt x="2987" y="5084"/>
                </a:lnTo>
                <a:lnTo>
                  <a:pt x="2974" y="4907"/>
                </a:lnTo>
                <a:lnTo>
                  <a:pt x="2960" y="4730"/>
                </a:lnTo>
                <a:lnTo>
                  <a:pt x="2946" y="4554"/>
                </a:lnTo>
                <a:lnTo>
                  <a:pt x="2946" y="4553"/>
                </a:lnTo>
                <a:lnTo>
                  <a:pt x="2933" y="4376"/>
                </a:lnTo>
                <a:lnTo>
                  <a:pt x="2933" y="4375"/>
                </a:lnTo>
                <a:lnTo>
                  <a:pt x="2920" y="4198"/>
                </a:lnTo>
                <a:lnTo>
                  <a:pt x="2920" y="4198"/>
                </a:lnTo>
                <a:lnTo>
                  <a:pt x="2908" y="4020"/>
                </a:lnTo>
                <a:lnTo>
                  <a:pt x="2896" y="3843"/>
                </a:lnTo>
                <a:lnTo>
                  <a:pt x="2884" y="3666"/>
                </a:lnTo>
                <a:lnTo>
                  <a:pt x="2871" y="3489"/>
                </a:lnTo>
                <a:lnTo>
                  <a:pt x="2856" y="3313"/>
                </a:lnTo>
                <a:lnTo>
                  <a:pt x="2839" y="3135"/>
                </a:lnTo>
                <a:lnTo>
                  <a:pt x="2823" y="2958"/>
                </a:lnTo>
                <a:lnTo>
                  <a:pt x="2805" y="2781"/>
                </a:lnTo>
                <a:lnTo>
                  <a:pt x="2786" y="2604"/>
                </a:lnTo>
                <a:lnTo>
                  <a:pt x="2764" y="2428"/>
                </a:lnTo>
                <a:lnTo>
                  <a:pt x="2740" y="2254"/>
                </a:lnTo>
                <a:lnTo>
                  <a:pt x="2713" y="2076"/>
                </a:lnTo>
                <a:lnTo>
                  <a:pt x="2684" y="1896"/>
                </a:lnTo>
                <a:lnTo>
                  <a:pt x="2652" y="1717"/>
                </a:lnTo>
                <a:lnTo>
                  <a:pt x="2619" y="1541"/>
                </a:lnTo>
                <a:lnTo>
                  <a:pt x="2584" y="1374"/>
                </a:lnTo>
                <a:lnTo>
                  <a:pt x="2548" y="1218"/>
                </a:lnTo>
                <a:lnTo>
                  <a:pt x="2510" y="1072"/>
                </a:lnTo>
                <a:lnTo>
                  <a:pt x="2470" y="932"/>
                </a:lnTo>
                <a:lnTo>
                  <a:pt x="2427" y="799"/>
                </a:lnTo>
                <a:lnTo>
                  <a:pt x="2384" y="675"/>
                </a:lnTo>
                <a:lnTo>
                  <a:pt x="2342" y="561"/>
                </a:lnTo>
                <a:lnTo>
                  <a:pt x="2302" y="459"/>
                </a:lnTo>
                <a:lnTo>
                  <a:pt x="2264" y="369"/>
                </a:lnTo>
                <a:lnTo>
                  <a:pt x="2228" y="292"/>
                </a:lnTo>
                <a:lnTo>
                  <a:pt x="2195" y="226"/>
                </a:lnTo>
                <a:lnTo>
                  <a:pt x="2162" y="172"/>
                </a:lnTo>
                <a:lnTo>
                  <a:pt x="2128" y="126"/>
                </a:lnTo>
                <a:lnTo>
                  <a:pt x="2093" y="88"/>
                </a:lnTo>
                <a:lnTo>
                  <a:pt x="2056" y="55"/>
                </a:lnTo>
                <a:lnTo>
                  <a:pt x="2023" y="30"/>
                </a:lnTo>
                <a:lnTo>
                  <a:pt x="1992" y="14"/>
                </a:lnTo>
                <a:lnTo>
                  <a:pt x="1959" y="4"/>
                </a:lnTo>
                <a:lnTo>
                  <a:pt x="1920" y="0"/>
                </a:lnTo>
                <a:lnTo>
                  <a:pt x="1870" y="2"/>
                </a:lnTo>
                <a:lnTo>
                  <a:pt x="1804" y="14"/>
                </a:lnTo>
                <a:lnTo>
                  <a:pt x="1724" y="35"/>
                </a:lnTo>
                <a:lnTo>
                  <a:pt x="1636" y="66"/>
                </a:lnTo>
                <a:lnTo>
                  <a:pt x="1546" y="105"/>
                </a:lnTo>
                <a:lnTo>
                  <a:pt x="1457" y="150"/>
                </a:lnTo>
                <a:lnTo>
                  <a:pt x="1373" y="199"/>
                </a:lnTo>
                <a:lnTo>
                  <a:pt x="1294" y="253"/>
                </a:lnTo>
                <a:lnTo>
                  <a:pt x="1215" y="315"/>
                </a:lnTo>
                <a:lnTo>
                  <a:pt x="1136" y="383"/>
                </a:lnTo>
                <a:lnTo>
                  <a:pt x="1060" y="457"/>
                </a:lnTo>
                <a:lnTo>
                  <a:pt x="986" y="537"/>
                </a:lnTo>
                <a:lnTo>
                  <a:pt x="915" y="621"/>
                </a:lnTo>
                <a:lnTo>
                  <a:pt x="847" y="710"/>
                </a:lnTo>
                <a:lnTo>
                  <a:pt x="781" y="805"/>
                </a:lnTo>
                <a:lnTo>
                  <a:pt x="717" y="906"/>
                </a:lnTo>
                <a:lnTo>
                  <a:pt x="656" y="1012"/>
                </a:lnTo>
                <a:lnTo>
                  <a:pt x="597" y="1123"/>
                </a:lnTo>
                <a:lnTo>
                  <a:pt x="541" y="1238"/>
                </a:lnTo>
                <a:lnTo>
                  <a:pt x="487" y="1358"/>
                </a:lnTo>
                <a:lnTo>
                  <a:pt x="436" y="1483"/>
                </a:lnTo>
                <a:lnTo>
                  <a:pt x="386" y="1613"/>
                </a:lnTo>
                <a:lnTo>
                  <a:pt x="340" y="1747"/>
                </a:lnTo>
                <a:lnTo>
                  <a:pt x="297" y="1884"/>
                </a:lnTo>
                <a:lnTo>
                  <a:pt x="257" y="2024"/>
                </a:lnTo>
                <a:lnTo>
                  <a:pt x="221" y="2167"/>
                </a:lnTo>
                <a:lnTo>
                  <a:pt x="188" y="2314"/>
                </a:lnTo>
                <a:lnTo>
                  <a:pt x="159" y="2465"/>
                </a:lnTo>
                <a:lnTo>
                  <a:pt x="132" y="2619"/>
                </a:lnTo>
                <a:lnTo>
                  <a:pt x="108" y="2774"/>
                </a:lnTo>
                <a:lnTo>
                  <a:pt x="86" y="2930"/>
                </a:lnTo>
                <a:lnTo>
                  <a:pt x="67" y="3086"/>
                </a:lnTo>
                <a:lnTo>
                  <a:pt x="50" y="3245"/>
                </a:lnTo>
                <a:lnTo>
                  <a:pt x="37" y="3405"/>
                </a:lnTo>
                <a:lnTo>
                  <a:pt x="25" y="3566"/>
                </a:lnTo>
                <a:lnTo>
                  <a:pt x="16" y="3727"/>
                </a:lnTo>
                <a:lnTo>
                  <a:pt x="9" y="3888"/>
                </a:lnTo>
                <a:lnTo>
                  <a:pt x="4" y="4049"/>
                </a:lnTo>
                <a:lnTo>
                  <a:pt x="1" y="4210"/>
                </a:lnTo>
                <a:lnTo>
                  <a:pt x="0" y="4371"/>
                </a:lnTo>
                <a:lnTo>
                  <a:pt x="1" y="4531"/>
                </a:lnTo>
                <a:lnTo>
                  <a:pt x="4" y="4691"/>
                </a:lnTo>
                <a:lnTo>
                  <a:pt x="9" y="4847"/>
                </a:lnTo>
                <a:lnTo>
                  <a:pt x="17" y="5004"/>
                </a:lnTo>
                <a:lnTo>
                  <a:pt x="28" y="5161"/>
                </a:lnTo>
                <a:lnTo>
                  <a:pt x="40" y="5316"/>
                </a:lnTo>
                <a:lnTo>
                  <a:pt x="55" y="5469"/>
                </a:lnTo>
                <a:lnTo>
                  <a:pt x="70" y="5617"/>
                </a:lnTo>
                <a:lnTo>
                  <a:pt x="86" y="5759"/>
                </a:lnTo>
                <a:lnTo>
                  <a:pt x="103" y="5894"/>
                </a:lnTo>
                <a:lnTo>
                  <a:pt x="121" y="6024"/>
                </a:lnTo>
                <a:lnTo>
                  <a:pt x="140" y="6149"/>
                </a:lnTo>
                <a:lnTo>
                  <a:pt x="160" y="6269"/>
                </a:lnTo>
                <a:lnTo>
                  <a:pt x="180" y="6385"/>
                </a:lnTo>
                <a:lnTo>
                  <a:pt x="201" y="6497"/>
                </a:lnTo>
                <a:lnTo>
                  <a:pt x="222" y="6610"/>
                </a:lnTo>
                <a:lnTo>
                  <a:pt x="243" y="6724"/>
                </a:lnTo>
                <a:lnTo>
                  <a:pt x="265" y="6832"/>
                </a:lnTo>
                <a:lnTo>
                  <a:pt x="286" y="6927"/>
                </a:lnTo>
                <a:lnTo>
                  <a:pt x="308" y="7002"/>
                </a:lnTo>
                <a:lnTo>
                  <a:pt x="320" y="7031"/>
                </a:lnTo>
                <a:lnTo>
                  <a:pt x="334" y="70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089745"/>
            <a:ext cx="145847" cy="105448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aire pleural el pulmón se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reexpande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cesa el burbujeo; el nivel sigue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oscilando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48" name="Recuadro Sin oscilación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tapado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pulmón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totalmente expandido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OSCILACIÓN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47096" y="91440"/>
            <a:ext cx="648000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RECUPERACIÓN DE LA EXPANSIÓN</a:t>
            </a:r>
            <a:endParaRPr lang="es-AR" sz="2400" dirty="0">
              <a:latin typeface="Mali"/>
            </a:endParaRPr>
          </a:p>
        </p:txBody>
      </p: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C1 Placa"/>
          <p:cNvSpPr/>
          <p:nvPr/>
        </p:nvSpPr>
        <p:spPr>
          <a:xfrm>
            <a:off x="320040" y="868680"/>
            <a:ext cx="2743200" cy="27432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C1 PartesBlandas"/>
          <p:cNvSpPr/>
          <p:nvPr/>
        </p:nvSpPr>
        <p:spPr>
          <a:xfrm>
            <a:off x="477134" y="1020470"/>
            <a:ext cx="2429012" cy="2545690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C1 PulmonD"/>
          <p:cNvGrpSpPr/>
          <p:nvPr/>
        </p:nvGrpSpPr>
        <p:grpSpPr>
          <a:xfrm>
            <a:off x="670712" y="1252990"/>
            <a:ext cx="898357" cy="1992638"/>
            <a:chOff x="670712" y="1252990"/>
            <a:chExt cx="898357" cy="1992638"/>
          </a:xfrm>
        </p:grpSpPr>
        <p:sp>
          <p:nvSpPr>
            <p:cNvPr id="7" name="Forma 6"/>
            <p:cNvSpPr/>
            <p:nvPr/>
          </p:nvSpPr>
          <p:spPr>
            <a:xfrm>
              <a:off x="670712" y="1252990"/>
              <a:ext cx="898357" cy="1992638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928146" y="1566536"/>
              <a:ext cx="571210" cy="1309816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971040" y="1695078"/>
              <a:ext cx="442166" cy="937662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C1 PulmonI"/>
          <p:cNvGrpSpPr/>
          <p:nvPr/>
        </p:nvGrpSpPr>
        <p:grpSpPr>
          <a:xfrm>
            <a:off x="1871800" y="1252990"/>
            <a:ext cx="840768" cy="2056280"/>
            <a:chOff x="1871800" y="1252990"/>
            <a:chExt cx="840768" cy="2056280"/>
          </a:xfrm>
        </p:grpSpPr>
        <p:sp>
          <p:nvSpPr>
            <p:cNvPr id="11" name="Forma 10"/>
            <p:cNvSpPr/>
            <p:nvPr/>
          </p:nvSpPr>
          <p:spPr>
            <a:xfrm>
              <a:off x="1871800" y="1252990"/>
              <a:ext cx="840768" cy="2056280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1900973" y="1282238"/>
              <a:ext cx="782425" cy="198992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1970075" y="1471270"/>
              <a:ext cx="658991" cy="1378915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C1 Costillas"/>
          <p:cNvSpPr/>
          <p:nvPr/>
        </p:nvSpPr>
        <p:spPr>
          <a:xfrm>
            <a:off x="524866" y="1232611"/>
            <a:ext cx="2333549" cy="218505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C1 Mediastino"/>
          <p:cNvSpPr/>
          <p:nvPr/>
        </p:nvSpPr>
        <p:spPr>
          <a:xfrm>
            <a:off x="1240841" y="1166317"/>
            <a:ext cx="1012972" cy="194904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C1 Traquea"/>
          <p:cNvSpPr/>
          <p:nvPr/>
        </p:nvSpPr>
        <p:spPr>
          <a:xfrm>
            <a:off x="1691640" y="1020470"/>
            <a:ext cx="2652" cy="79552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C1 AireD"/>
          <p:cNvSpPr/>
          <p:nvPr/>
        </p:nvSpPr>
        <p:spPr>
          <a:xfrm>
            <a:off x="670712" y="1252990"/>
            <a:ext cx="898357" cy="199263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C1 LineaPleuralD"/>
          <p:cNvSpPr/>
          <p:nvPr/>
        </p:nvSpPr>
        <p:spPr>
          <a:xfrm>
            <a:off x="928146" y="1566536"/>
            <a:ext cx="571210" cy="1309816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C1 Diafragma"/>
          <p:cNvSpPr/>
          <p:nvPr/>
        </p:nvSpPr>
        <p:spPr>
          <a:xfrm>
            <a:off x="715426" y="2937884"/>
            <a:ext cx="1951215" cy="60175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C1 Clavículas"/>
          <p:cNvSpPr/>
          <p:nvPr/>
        </p:nvSpPr>
        <p:spPr>
          <a:xfrm>
            <a:off x="896112" y="1126541"/>
            <a:ext cx="1591056" cy="106070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C2 Placa"/>
          <p:cNvSpPr/>
          <p:nvPr/>
        </p:nvSpPr>
        <p:spPr>
          <a:xfrm>
            <a:off x="3154680" y="868680"/>
            <a:ext cx="2743200" cy="27432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22" name="C2 PartesBlandas"/>
          <p:cNvSpPr/>
          <p:nvPr/>
        </p:nvSpPr>
        <p:spPr>
          <a:xfrm>
            <a:off x="3311774" y="1020470"/>
            <a:ext cx="2429012" cy="2545690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23" name="C2 PulmonD"/>
          <p:cNvGrpSpPr/>
          <p:nvPr/>
        </p:nvGrpSpPr>
        <p:grpSpPr>
          <a:xfrm>
            <a:off x="3505352" y="1252990"/>
            <a:ext cx="898357" cy="1992638"/>
            <a:chOff x="3505352" y="1252990"/>
            <a:chExt cx="898357" cy="1992638"/>
          </a:xfrm>
        </p:grpSpPr>
        <p:sp>
          <p:nvSpPr>
            <p:cNvPr id="24" name="Forma 23"/>
            <p:cNvSpPr/>
            <p:nvPr/>
          </p:nvSpPr>
          <p:spPr>
            <a:xfrm>
              <a:off x="3505352" y="1252990"/>
              <a:ext cx="898357" cy="1992638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3551642" y="1303560"/>
              <a:ext cx="819854" cy="187997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3605116" y="1488055"/>
              <a:ext cx="642729" cy="1345821"/>
            </a:xfrm>
            <a:custGeom>
              <a:avLst/>
              <a:gdLst/>
              <a:ahLst/>
              <a:cxnLst/>
              <a:rect l="0" t="0" r="r" b="b"/>
              <a:pathLst>
                <a:path w="2423" h="5075" fill="none">
                  <a:moveTo>
                    <a:pt x="2423" y="2391"/>
                  </a:moveTo>
                  <a:lnTo>
                    <a:pt x="1789" y="2049"/>
                  </a:lnTo>
                  <a:lnTo>
                    <a:pt x="1008" y="1464"/>
                  </a:lnTo>
                  <a:lnTo>
                    <a:pt x="569" y="878"/>
                  </a:lnTo>
                </a:path>
                <a:path w="2423" h="5075" fill="none">
                  <a:moveTo>
                    <a:pt x="1789" y="2049"/>
                  </a:moveTo>
                  <a:lnTo>
                    <a:pt x="1496" y="1171"/>
                  </a:lnTo>
                  <a:lnTo>
                    <a:pt x="1350" y="195"/>
                  </a:lnTo>
                </a:path>
                <a:path w="2423" h="5075" fill="none">
                  <a:moveTo>
                    <a:pt x="2423" y="2391"/>
                  </a:moveTo>
                  <a:lnTo>
                    <a:pt x="1496" y="2537"/>
                  </a:lnTo>
                  <a:lnTo>
                    <a:pt x="520" y="2537"/>
                  </a:lnTo>
                  <a:lnTo>
                    <a:pt x="32" y="2635"/>
                  </a:lnTo>
                </a:path>
                <a:path w="2423" h="5075" fill="none">
                  <a:moveTo>
                    <a:pt x="1496" y="2537"/>
                  </a:moveTo>
                  <a:lnTo>
                    <a:pt x="813" y="3220"/>
                  </a:lnTo>
                  <a:lnTo>
                    <a:pt x="276" y="3806"/>
                  </a:lnTo>
                </a:path>
                <a:path w="2423" h="5075" fill="none">
                  <a:moveTo>
                    <a:pt x="2423" y="2391"/>
                  </a:moveTo>
                  <a:lnTo>
                    <a:pt x="1789" y="3220"/>
                  </a:lnTo>
                  <a:lnTo>
                    <a:pt x="1203" y="4196"/>
                  </a:lnTo>
                  <a:lnTo>
                    <a:pt x="666" y="4977"/>
                  </a:lnTo>
                </a:path>
                <a:path w="2423" h="5075" fill="none">
                  <a:moveTo>
                    <a:pt x="1789" y="3220"/>
                  </a:moveTo>
                  <a:lnTo>
                    <a:pt x="2082" y="4196"/>
                  </a:lnTo>
                  <a:lnTo>
                    <a:pt x="1789" y="5075"/>
                  </a:lnTo>
                </a:path>
                <a:path w="2423" h="5075" fill="none">
                  <a:moveTo>
                    <a:pt x="1203" y="4196"/>
                  </a:moveTo>
                  <a:lnTo>
                    <a:pt x="422" y="4684"/>
                  </a:lnTo>
                  <a:lnTo>
                    <a:pt x="32" y="4977"/>
                  </a:lnTo>
                </a:path>
                <a:path w="2423" h="5075" fill="none">
                  <a:moveTo>
                    <a:pt x="1008" y="1464"/>
                  </a:moveTo>
                  <a:lnTo>
                    <a:pt x="325" y="1659"/>
                  </a:lnTo>
                  <a:lnTo>
                    <a:pt x="0" y="1903"/>
                  </a:lnTo>
                </a:path>
                <a:path w="2423" h="5075" fill="none">
                  <a:moveTo>
                    <a:pt x="1496" y="1171"/>
                  </a:moveTo>
                  <a:lnTo>
                    <a:pt x="910" y="585"/>
                  </a:lnTo>
                </a:path>
                <a:path w="2423" h="5075" fill="none">
                  <a:moveTo>
                    <a:pt x="813" y="3220"/>
                  </a:moveTo>
                  <a:lnTo>
                    <a:pt x="910" y="3904"/>
                  </a:lnTo>
                  <a:lnTo>
                    <a:pt x="618" y="4587"/>
                  </a:lnTo>
                </a:path>
                <a:path w="2423" h="5075" fill="none">
                  <a:moveTo>
                    <a:pt x="2423" y="2391"/>
                  </a:moveTo>
                  <a:lnTo>
                    <a:pt x="2277" y="1659"/>
                  </a:lnTo>
                  <a:lnTo>
                    <a:pt x="1984" y="878"/>
                  </a:lnTo>
                  <a:lnTo>
                    <a:pt x="1789" y="0"/>
                  </a:lnTo>
                </a:path>
                <a:path w="2423" h="5075" fill="none">
                  <a:moveTo>
                    <a:pt x="520" y="2537"/>
                  </a:moveTo>
                  <a:lnTo>
                    <a:pt x="227" y="312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27" name="C2 PulmonI"/>
          <p:cNvGrpSpPr/>
          <p:nvPr/>
        </p:nvGrpSpPr>
        <p:grpSpPr>
          <a:xfrm>
            <a:off x="4706440" y="1252990"/>
            <a:ext cx="840768" cy="2056280"/>
            <a:chOff x="4706440" y="1252990"/>
            <a:chExt cx="840768" cy="2056280"/>
          </a:xfrm>
        </p:grpSpPr>
        <p:sp>
          <p:nvSpPr>
            <p:cNvPr id="28" name="Forma 27"/>
            <p:cNvSpPr/>
            <p:nvPr/>
          </p:nvSpPr>
          <p:spPr>
            <a:xfrm>
              <a:off x="4706440" y="1252990"/>
              <a:ext cx="840768" cy="2056280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4735613" y="1282238"/>
              <a:ext cx="782425" cy="198992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4804715" y="1471270"/>
              <a:ext cx="658991" cy="1378915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31" name="C2 Costillas"/>
          <p:cNvSpPr/>
          <p:nvPr/>
        </p:nvSpPr>
        <p:spPr>
          <a:xfrm>
            <a:off x="3359506" y="1232611"/>
            <a:ext cx="2333549" cy="218505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32" name="C2 Mediastino"/>
          <p:cNvSpPr/>
          <p:nvPr/>
        </p:nvSpPr>
        <p:spPr>
          <a:xfrm>
            <a:off x="4075481" y="1166317"/>
            <a:ext cx="1012972" cy="194904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33" name="C2 Traquea"/>
          <p:cNvSpPr/>
          <p:nvPr/>
        </p:nvSpPr>
        <p:spPr>
          <a:xfrm>
            <a:off x="4526280" y="1020470"/>
            <a:ext cx="2652" cy="79552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34" name="C2 AireD"/>
          <p:cNvSpPr/>
          <p:nvPr/>
        </p:nvSpPr>
        <p:spPr>
          <a:xfrm>
            <a:off x="3505352" y="1252990"/>
            <a:ext cx="898357" cy="199263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678" y="9708"/>
                </a:moveTo>
                <a:lnTo>
                  <a:pt x="676" y="9710"/>
                </a:lnTo>
                <a:lnTo>
                  <a:pt x="674" y="9711"/>
                </a:lnTo>
                <a:lnTo>
                  <a:pt x="671" y="9712"/>
                </a:lnTo>
                <a:lnTo>
                  <a:pt x="669" y="9713"/>
                </a:lnTo>
                <a:lnTo>
                  <a:pt x="666" y="9714"/>
                </a:lnTo>
                <a:lnTo>
                  <a:pt x="664" y="9714"/>
                </a:lnTo>
                <a:lnTo>
                  <a:pt x="661" y="9714"/>
                </a:lnTo>
                <a:lnTo>
                  <a:pt x="658" y="9714"/>
                </a:lnTo>
                <a:lnTo>
                  <a:pt x="656" y="9714"/>
                </a:lnTo>
                <a:lnTo>
                  <a:pt x="653" y="9713"/>
                </a:lnTo>
                <a:lnTo>
                  <a:pt x="651" y="9712"/>
                </a:lnTo>
                <a:lnTo>
                  <a:pt x="649" y="9711"/>
                </a:lnTo>
                <a:lnTo>
                  <a:pt x="646" y="9710"/>
                </a:lnTo>
                <a:lnTo>
                  <a:pt x="644" y="9708"/>
                </a:lnTo>
                <a:lnTo>
                  <a:pt x="642" y="9707"/>
                </a:lnTo>
                <a:lnTo>
                  <a:pt x="641" y="9705"/>
                </a:lnTo>
                <a:lnTo>
                  <a:pt x="639" y="9703"/>
                </a:lnTo>
                <a:lnTo>
                  <a:pt x="638" y="9700"/>
                </a:lnTo>
                <a:lnTo>
                  <a:pt x="637" y="9698"/>
                </a:lnTo>
                <a:lnTo>
                  <a:pt x="620" y="9659"/>
                </a:lnTo>
                <a:lnTo>
                  <a:pt x="619" y="9656"/>
                </a:lnTo>
                <a:lnTo>
                  <a:pt x="591" y="9555"/>
                </a:lnTo>
                <a:lnTo>
                  <a:pt x="591" y="9554"/>
                </a:lnTo>
                <a:lnTo>
                  <a:pt x="561" y="9426"/>
                </a:lnTo>
                <a:lnTo>
                  <a:pt x="561" y="9426"/>
                </a:lnTo>
                <a:lnTo>
                  <a:pt x="533" y="9281"/>
                </a:lnTo>
                <a:lnTo>
                  <a:pt x="533" y="9281"/>
                </a:lnTo>
                <a:lnTo>
                  <a:pt x="504" y="9129"/>
                </a:lnTo>
                <a:lnTo>
                  <a:pt x="476" y="8977"/>
                </a:lnTo>
                <a:lnTo>
                  <a:pt x="448" y="8826"/>
                </a:lnTo>
                <a:lnTo>
                  <a:pt x="448" y="8826"/>
                </a:lnTo>
                <a:lnTo>
                  <a:pt x="420" y="8670"/>
                </a:lnTo>
                <a:lnTo>
                  <a:pt x="420" y="8670"/>
                </a:lnTo>
                <a:lnTo>
                  <a:pt x="394" y="8508"/>
                </a:lnTo>
                <a:lnTo>
                  <a:pt x="394" y="8508"/>
                </a:lnTo>
                <a:lnTo>
                  <a:pt x="368" y="8340"/>
                </a:lnTo>
                <a:lnTo>
                  <a:pt x="368" y="8340"/>
                </a:lnTo>
                <a:lnTo>
                  <a:pt x="344" y="8166"/>
                </a:lnTo>
                <a:lnTo>
                  <a:pt x="344" y="8165"/>
                </a:lnTo>
                <a:lnTo>
                  <a:pt x="321" y="7985"/>
                </a:lnTo>
                <a:lnTo>
                  <a:pt x="321" y="7984"/>
                </a:lnTo>
                <a:lnTo>
                  <a:pt x="300" y="7794"/>
                </a:lnTo>
                <a:lnTo>
                  <a:pt x="300" y="7794"/>
                </a:lnTo>
                <a:lnTo>
                  <a:pt x="279" y="7595"/>
                </a:lnTo>
                <a:lnTo>
                  <a:pt x="279" y="7595"/>
                </a:lnTo>
                <a:lnTo>
                  <a:pt x="260" y="7390"/>
                </a:lnTo>
                <a:lnTo>
                  <a:pt x="260" y="7389"/>
                </a:lnTo>
                <a:lnTo>
                  <a:pt x="243" y="7181"/>
                </a:lnTo>
                <a:lnTo>
                  <a:pt x="243" y="7180"/>
                </a:lnTo>
                <a:lnTo>
                  <a:pt x="229" y="6970"/>
                </a:lnTo>
                <a:lnTo>
                  <a:pt x="229" y="6969"/>
                </a:lnTo>
                <a:lnTo>
                  <a:pt x="218" y="6759"/>
                </a:lnTo>
                <a:lnTo>
                  <a:pt x="218" y="6759"/>
                </a:lnTo>
                <a:lnTo>
                  <a:pt x="211" y="6549"/>
                </a:lnTo>
                <a:lnTo>
                  <a:pt x="211" y="6548"/>
                </a:lnTo>
                <a:lnTo>
                  <a:pt x="207" y="6335"/>
                </a:lnTo>
                <a:lnTo>
                  <a:pt x="207" y="6334"/>
                </a:lnTo>
                <a:lnTo>
                  <a:pt x="205" y="6119"/>
                </a:lnTo>
                <a:lnTo>
                  <a:pt x="205" y="6119"/>
                </a:lnTo>
                <a:lnTo>
                  <a:pt x="207" y="5902"/>
                </a:lnTo>
                <a:lnTo>
                  <a:pt x="207" y="5902"/>
                </a:lnTo>
                <a:lnTo>
                  <a:pt x="211" y="5686"/>
                </a:lnTo>
                <a:lnTo>
                  <a:pt x="211" y="5685"/>
                </a:lnTo>
                <a:lnTo>
                  <a:pt x="218" y="5470"/>
                </a:lnTo>
                <a:lnTo>
                  <a:pt x="218" y="5470"/>
                </a:lnTo>
                <a:lnTo>
                  <a:pt x="228" y="5254"/>
                </a:lnTo>
                <a:lnTo>
                  <a:pt x="228" y="5254"/>
                </a:lnTo>
                <a:lnTo>
                  <a:pt x="240" y="5037"/>
                </a:lnTo>
                <a:lnTo>
                  <a:pt x="240" y="5037"/>
                </a:lnTo>
                <a:lnTo>
                  <a:pt x="255" y="4821"/>
                </a:lnTo>
                <a:lnTo>
                  <a:pt x="255" y="4821"/>
                </a:lnTo>
                <a:lnTo>
                  <a:pt x="273" y="4606"/>
                </a:lnTo>
                <a:lnTo>
                  <a:pt x="273" y="4605"/>
                </a:lnTo>
                <a:lnTo>
                  <a:pt x="295" y="4392"/>
                </a:lnTo>
                <a:lnTo>
                  <a:pt x="295" y="4392"/>
                </a:lnTo>
                <a:lnTo>
                  <a:pt x="321" y="4182"/>
                </a:lnTo>
                <a:lnTo>
                  <a:pt x="321" y="4181"/>
                </a:lnTo>
                <a:lnTo>
                  <a:pt x="350" y="3973"/>
                </a:lnTo>
                <a:lnTo>
                  <a:pt x="350" y="3972"/>
                </a:lnTo>
                <a:lnTo>
                  <a:pt x="383" y="3764"/>
                </a:lnTo>
                <a:lnTo>
                  <a:pt x="383" y="3763"/>
                </a:lnTo>
                <a:lnTo>
                  <a:pt x="419" y="3557"/>
                </a:lnTo>
                <a:lnTo>
                  <a:pt x="419" y="3557"/>
                </a:lnTo>
                <a:lnTo>
                  <a:pt x="459" y="3354"/>
                </a:lnTo>
                <a:lnTo>
                  <a:pt x="459" y="3353"/>
                </a:lnTo>
                <a:lnTo>
                  <a:pt x="503" y="3156"/>
                </a:lnTo>
                <a:lnTo>
                  <a:pt x="503" y="3155"/>
                </a:lnTo>
                <a:lnTo>
                  <a:pt x="552" y="2963"/>
                </a:lnTo>
                <a:lnTo>
                  <a:pt x="552" y="2962"/>
                </a:lnTo>
                <a:lnTo>
                  <a:pt x="605" y="2775"/>
                </a:lnTo>
                <a:lnTo>
                  <a:pt x="605" y="2774"/>
                </a:lnTo>
                <a:lnTo>
                  <a:pt x="663" y="2590"/>
                </a:lnTo>
                <a:lnTo>
                  <a:pt x="664" y="2590"/>
                </a:lnTo>
                <a:lnTo>
                  <a:pt x="726" y="2410"/>
                </a:lnTo>
                <a:lnTo>
                  <a:pt x="726" y="2409"/>
                </a:lnTo>
                <a:lnTo>
                  <a:pt x="792" y="2235"/>
                </a:lnTo>
                <a:lnTo>
                  <a:pt x="792" y="2234"/>
                </a:lnTo>
                <a:lnTo>
                  <a:pt x="862" y="2066"/>
                </a:lnTo>
                <a:lnTo>
                  <a:pt x="862" y="2065"/>
                </a:lnTo>
                <a:lnTo>
                  <a:pt x="934" y="1904"/>
                </a:lnTo>
                <a:lnTo>
                  <a:pt x="935" y="1904"/>
                </a:lnTo>
                <a:lnTo>
                  <a:pt x="1010" y="1749"/>
                </a:lnTo>
                <a:lnTo>
                  <a:pt x="1011" y="1748"/>
                </a:lnTo>
                <a:lnTo>
                  <a:pt x="1089" y="1600"/>
                </a:lnTo>
                <a:lnTo>
                  <a:pt x="1090" y="1599"/>
                </a:lnTo>
                <a:lnTo>
                  <a:pt x="1172" y="1456"/>
                </a:lnTo>
                <a:lnTo>
                  <a:pt x="1173" y="1456"/>
                </a:lnTo>
                <a:lnTo>
                  <a:pt x="1258" y="1320"/>
                </a:lnTo>
                <a:lnTo>
                  <a:pt x="1258" y="1319"/>
                </a:lnTo>
                <a:lnTo>
                  <a:pt x="1347" y="1191"/>
                </a:lnTo>
                <a:lnTo>
                  <a:pt x="1348" y="1190"/>
                </a:lnTo>
                <a:lnTo>
                  <a:pt x="1439" y="1071"/>
                </a:lnTo>
                <a:lnTo>
                  <a:pt x="1440" y="1070"/>
                </a:lnTo>
                <a:lnTo>
                  <a:pt x="1535" y="957"/>
                </a:lnTo>
                <a:lnTo>
                  <a:pt x="1536" y="956"/>
                </a:lnTo>
                <a:lnTo>
                  <a:pt x="1635" y="849"/>
                </a:lnTo>
                <a:lnTo>
                  <a:pt x="1636" y="848"/>
                </a:lnTo>
                <a:lnTo>
                  <a:pt x="1739" y="749"/>
                </a:lnTo>
                <a:lnTo>
                  <a:pt x="1740" y="748"/>
                </a:lnTo>
                <a:lnTo>
                  <a:pt x="1844" y="657"/>
                </a:lnTo>
                <a:lnTo>
                  <a:pt x="1846" y="656"/>
                </a:lnTo>
                <a:lnTo>
                  <a:pt x="1952" y="573"/>
                </a:lnTo>
                <a:lnTo>
                  <a:pt x="1953" y="572"/>
                </a:lnTo>
                <a:lnTo>
                  <a:pt x="2060" y="499"/>
                </a:lnTo>
                <a:lnTo>
                  <a:pt x="2061" y="498"/>
                </a:lnTo>
                <a:lnTo>
                  <a:pt x="2173" y="432"/>
                </a:lnTo>
                <a:lnTo>
                  <a:pt x="2175" y="431"/>
                </a:lnTo>
                <a:lnTo>
                  <a:pt x="2294" y="371"/>
                </a:lnTo>
                <a:lnTo>
                  <a:pt x="2296" y="370"/>
                </a:lnTo>
                <a:lnTo>
                  <a:pt x="2418" y="319"/>
                </a:lnTo>
                <a:lnTo>
                  <a:pt x="2419" y="318"/>
                </a:lnTo>
                <a:lnTo>
                  <a:pt x="2537" y="276"/>
                </a:lnTo>
                <a:lnTo>
                  <a:pt x="2539" y="276"/>
                </a:lnTo>
                <a:lnTo>
                  <a:pt x="2646" y="246"/>
                </a:lnTo>
                <a:lnTo>
                  <a:pt x="2648" y="246"/>
                </a:lnTo>
                <a:lnTo>
                  <a:pt x="2737" y="230"/>
                </a:lnTo>
                <a:lnTo>
                  <a:pt x="2740" y="230"/>
                </a:lnTo>
                <a:lnTo>
                  <a:pt x="2808" y="227"/>
                </a:lnTo>
                <a:lnTo>
                  <a:pt x="2810" y="227"/>
                </a:lnTo>
                <a:lnTo>
                  <a:pt x="2812" y="227"/>
                </a:lnTo>
                <a:lnTo>
                  <a:pt x="2864" y="233"/>
                </a:lnTo>
                <a:lnTo>
                  <a:pt x="2867" y="233"/>
                </a:lnTo>
                <a:lnTo>
                  <a:pt x="2869" y="234"/>
                </a:lnTo>
                <a:lnTo>
                  <a:pt x="2912" y="247"/>
                </a:lnTo>
                <a:lnTo>
                  <a:pt x="2915" y="248"/>
                </a:lnTo>
                <a:lnTo>
                  <a:pt x="2917" y="249"/>
                </a:lnTo>
                <a:lnTo>
                  <a:pt x="2958" y="271"/>
                </a:lnTo>
                <a:lnTo>
                  <a:pt x="2960" y="272"/>
                </a:lnTo>
                <a:lnTo>
                  <a:pt x="2962" y="273"/>
                </a:lnTo>
                <a:lnTo>
                  <a:pt x="3007" y="306"/>
                </a:lnTo>
                <a:lnTo>
                  <a:pt x="3009" y="308"/>
                </a:lnTo>
                <a:lnTo>
                  <a:pt x="3058" y="352"/>
                </a:lnTo>
                <a:lnTo>
                  <a:pt x="3060" y="354"/>
                </a:lnTo>
                <a:lnTo>
                  <a:pt x="3108" y="406"/>
                </a:lnTo>
                <a:lnTo>
                  <a:pt x="3110" y="408"/>
                </a:lnTo>
                <a:lnTo>
                  <a:pt x="3154" y="468"/>
                </a:lnTo>
                <a:lnTo>
                  <a:pt x="3155" y="470"/>
                </a:lnTo>
                <a:lnTo>
                  <a:pt x="3200" y="544"/>
                </a:lnTo>
                <a:lnTo>
                  <a:pt x="3201" y="545"/>
                </a:lnTo>
                <a:lnTo>
                  <a:pt x="3246" y="633"/>
                </a:lnTo>
                <a:lnTo>
                  <a:pt x="3246" y="634"/>
                </a:lnTo>
                <a:lnTo>
                  <a:pt x="3294" y="738"/>
                </a:lnTo>
                <a:lnTo>
                  <a:pt x="3294" y="739"/>
                </a:lnTo>
                <a:lnTo>
                  <a:pt x="3345" y="859"/>
                </a:lnTo>
                <a:lnTo>
                  <a:pt x="3345" y="860"/>
                </a:lnTo>
                <a:lnTo>
                  <a:pt x="3400" y="997"/>
                </a:lnTo>
                <a:lnTo>
                  <a:pt x="3400" y="998"/>
                </a:lnTo>
                <a:lnTo>
                  <a:pt x="3457" y="1151"/>
                </a:lnTo>
                <a:lnTo>
                  <a:pt x="3457" y="1151"/>
                </a:lnTo>
                <a:lnTo>
                  <a:pt x="3514" y="1318"/>
                </a:lnTo>
                <a:lnTo>
                  <a:pt x="3514" y="1318"/>
                </a:lnTo>
                <a:lnTo>
                  <a:pt x="3571" y="1497"/>
                </a:lnTo>
                <a:lnTo>
                  <a:pt x="3571" y="1497"/>
                </a:lnTo>
                <a:lnTo>
                  <a:pt x="3626" y="1685"/>
                </a:lnTo>
                <a:lnTo>
                  <a:pt x="3626" y="1686"/>
                </a:lnTo>
                <a:lnTo>
                  <a:pt x="3677" y="1882"/>
                </a:lnTo>
                <a:lnTo>
                  <a:pt x="3677" y="1883"/>
                </a:lnTo>
                <a:lnTo>
                  <a:pt x="3726" y="2092"/>
                </a:lnTo>
                <a:lnTo>
                  <a:pt x="3726" y="2092"/>
                </a:lnTo>
                <a:lnTo>
                  <a:pt x="3772" y="2317"/>
                </a:lnTo>
                <a:lnTo>
                  <a:pt x="3773" y="2317"/>
                </a:lnTo>
                <a:lnTo>
                  <a:pt x="3817" y="2552"/>
                </a:lnTo>
                <a:lnTo>
                  <a:pt x="3817" y="2553"/>
                </a:lnTo>
                <a:lnTo>
                  <a:pt x="3859" y="2794"/>
                </a:lnTo>
                <a:lnTo>
                  <a:pt x="3859" y="2794"/>
                </a:lnTo>
                <a:lnTo>
                  <a:pt x="3899" y="3036"/>
                </a:lnTo>
                <a:lnTo>
                  <a:pt x="3899" y="3036"/>
                </a:lnTo>
                <a:lnTo>
                  <a:pt x="3935" y="3274"/>
                </a:lnTo>
                <a:lnTo>
                  <a:pt x="3935" y="3274"/>
                </a:lnTo>
                <a:lnTo>
                  <a:pt x="3967" y="3509"/>
                </a:lnTo>
                <a:lnTo>
                  <a:pt x="3967" y="3509"/>
                </a:lnTo>
                <a:lnTo>
                  <a:pt x="3996" y="3745"/>
                </a:lnTo>
                <a:lnTo>
                  <a:pt x="3996" y="3745"/>
                </a:lnTo>
                <a:lnTo>
                  <a:pt x="4022" y="3982"/>
                </a:lnTo>
                <a:lnTo>
                  <a:pt x="4022" y="3982"/>
                </a:lnTo>
                <a:lnTo>
                  <a:pt x="4046" y="4220"/>
                </a:lnTo>
                <a:lnTo>
                  <a:pt x="4046" y="4220"/>
                </a:lnTo>
                <a:lnTo>
                  <a:pt x="4068" y="4458"/>
                </a:lnTo>
                <a:lnTo>
                  <a:pt x="4068" y="4458"/>
                </a:lnTo>
                <a:lnTo>
                  <a:pt x="4090" y="4696"/>
                </a:lnTo>
                <a:lnTo>
                  <a:pt x="4090" y="4696"/>
                </a:lnTo>
                <a:lnTo>
                  <a:pt x="4110" y="4933"/>
                </a:lnTo>
                <a:lnTo>
                  <a:pt x="4110" y="4934"/>
                </a:lnTo>
                <a:lnTo>
                  <a:pt x="4128" y="5171"/>
                </a:lnTo>
                <a:lnTo>
                  <a:pt x="4128" y="5171"/>
                </a:lnTo>
                <a:lnTo>
                  <a:pt x="4145" y="5408"/>
                </a:lnTo>
                <a:lnTo>
                  <a:pt x="4145" y="5408"/>
                </a:lnTo>
                <a:lnTo>
                  <a:pt x="4161" y="5646"/>
                </a:lnTo>
                <a:lnTo>
                  <a:pt x="4177" y="5884"/>
                </a:lnTo>
                <a:lnTo>
                  <a:pt x="4177" y="5885"/>
                </a:lnTo>
                <a:lnTo>
                  <a:pt x="4194" y="6123"/>
                </a:lnTo>
                <a:lnTo>
                  <a:pt x="4194" y="6124"/>
                </a:lnTo>
                <a:lnTo>
                  <a:pt x="4212" y="6361"/>
                </a:lnTo>
                <a:lnTo>
                  <a:pt x="4212" y="6362"/>
                </a:lnTo>
                <a:lnTo>
                  <a:pt x="4230" y="6599"/>
                </a:lnTo>
                <a:lnTo>
                  <a:pt x="4249" y="6836"/>
                </a:lnTo>
                <a:lnTo>
                  <a:pt x="4249" y="6836"/>
                </a:lnTo>
                <a:lnTo>
                  <a:pt x="4267" y="7074"/>
                </a:lnTo>
                <a:lnTo>
                  <a:pt x="4267" y="7074"/>
                </a:lnTo>
                <a:lnTo>
                  <a:pt x="4283" y="7311"/>
                </a:lnTo>
                <a:lnTo>
                  <a:pt x="4283" y="7311"/>
                </a:lnTo>
                <a:lnTo>
                  <a:pt x="4298" y="7550"/>
                </a:lnTo>
                <a:lnTo>
                  <a:pt x="4298" y="7551"/>
                </a:lnTo>
                <a:lnTo>
                  <a:pt x="4315" y="7813"/>
                </a:lnTo>
                <a:lnTo>
                  <a:pt x="4315" y="7814"/>
                </a:lnTo>
                <a:lnTo>
                  <a:pt x="4338" y="8102"/>
                </a:lnTo>
                <a:lnTo>
                  <a:pt x="4338" y="8102"/>
                </a:lnTo>
                <a:lnTo>
                  <a:pt x="4359" y="8388"/>
                </a:lnTo>
                <a:lnTo>
                  <a:pt x="4359" y="8389"/>
                </a:lnTo>
                <a:lnTo>
                  <a:pt x="4372" y="8647"/>
                </a:lnTo>
                <a:lnTo>
                  <a:pt x="4372" y="8648"/>
                </a:lnTo>
                <a:lnTo>
                  <a:pt x="4372" y="8790"/>
                </a:lnTo>
                <a:lnTo>
                  <a:pt x="4372" y="8793"/>
                </a:lnTo>
                <a:lnTo>
                  <a:pt x="4371" y="8795"/>
                </a:lnTo>
                <a:lnTo>
                  <a:pt x="4371" y="8798"/>
                </a:lnTo>
                <a:lnTo>
                  <a:pt x="4370" y="8800"/>
                </a:lnTo>
                <a:lnTo>
                  <a:pt x="4369" y="8802"/>
                </a:lnTo>
                <a:lnTo>
                  <a:pt x="4367" y="8805"/>
                </a:lnTo>
                <a:lnTo>
                  <a:pt x="4366" y="8807"/>
                </a:lnTo>
                <a:lnTo>
                  <a:pt x="4364" y="8809"/>
                </a:lnTo>
                <a:lnTo>
                  <a:pt x="4362" y="8810"/>
                </a:lnTo>
                <a:lnTo>
                  <a:pt x="4360" y="8812"/>
                </a:lnTo>
                <a:lnTo>
                  <a:pt x="4358" y="8813"/>
                </a:lnTo>
                <a:lnTo>
                  <a:pt x="4355" y="8814"/>
                </a:lnTo>
                <a:lnTo>
                  <a:pt x="4353" y="8815"/>
                </a:lnTo>
                <a:lnTo>
                  <a:pt x="4351" y="8816"/>
                </a:lnTo>
                <a:lnTo>
                  <a:pt x="4348" y="8816"/>
                </a:lnTo>
                <a:lnTo>
                  <a:pt x="4345" y="8817"/>
                </a:lnTo>
                <a:lnTo>
                  <a:pt x="4343" y="8816"/>
                </a:lnTo>
                <a:lnTo>
                  <a:pt x="4340" y="8816"/>
                </a:lnTo>
                <a:lnTo>
                  <a:pt x="4338" y="8815"/>
                </a:lnTo>
                <a:lnTo>
                  <a:pt x="4335" y="8815"/>
                </a:lnTo>
                <a:lnTo>
                  <a:pt x="4333" y="8814"/>
                </a:lnTo>
                <a:lnTo>
                  <a:pt x="4331" y="8812"/>
                </a:lnTo>
                <a:lnTo>
                  <a:pt x="4329" y="8811"/>
                </a:lnTo>
                <a:lnTo>
                  <a:pt x="4327" y="8809"/>
                </a:lnTo>
                <a:lnTo>
                  <a:pt x="4325" y="8807"/>
                </a:lnTo>
                <a:lnTo>
                  <a:pt x="4285" y="8760"/>
                </a:lnTo>
                <a:lnTo>
                  <a:pt x="4280" y="8755"/>
                </a:lnTo>
                <a:lnTo>
                  <a:pt x="4185" y="8655"/>
                </a:lnTo>
                <a:lnTo>
                  <a:pt x="4177" y="8647"/>
                </a:lnTo>
                <a:lnTo>
                  <a:pt x="4168" y="8640"/>
                </a:lnTo>
                <a:lnTo>
                  <a:pt x="4067" y="8567"/>
                </a:lnTo>
                <a:lnTo>
                  <a:pt x="4058" y="8561"/>
                </a:lnTo>
                <a:lnTo>
                  <a:pt x="4050" y="8556"/>
                </a:lnTo>
                <a:lnTo>
                  <a:pt x="3940" y="8501"/>
                </a:lnTo>
                <a:lnTo>
                  <a:pt x="3938" y="8501"/>
                </a:lnTo>
                <a:lnTo>
                  <a:pt x="3817" y="8442"/>
                </a:lnTo>
                <a:lnTo>
                  <a:pt x="3813" y="8440"/>
                </a:lnTo>
                <a:lnTo>
                  <a:pt x="3683" y="8384"/>
                </a:lnTo>
                <a:lnTo>
                  <a:pt x="3676" y="8381"/>
                </a:lnTo>
                <a:lnTo>
                  <a:pt x="3541" y="8330"/>
                </a:lnTo>
                <a:lnTo>
                  <a:pt x="3531" y="8327"/>
                </a:lnTo>
                <a:lnTo>
                  <a:pt x="3392" y="8288"/>
                </a:lnTo>
                <a:lnTo>
                  <a:pt x="3379" y="8285"/>
                </a:lnTo>
                <a:lnTo>
                  <a:pt x="3239" y="8260"/>
                </a:lnTo>
                <a:lnTo>
                  <a:pt x="3227" y="8259"/>
                </a:lnTo>
                <a:lnTo>
                  <a:pt x="3084" y="8248"/>
                </a:lnTo>
                <a:lnTo>
                  <a:pt x="3076" y="8248"/>
                </a:lnTo>
                <a:lnTo>
                  <a:pt x="2928" y="8246"/>
                </a:lnTo>
                <a:lnTo>
                  <a:pt x="2919" y="8246"/>
                </a:lnTo>
                <a:lnTo>
                  <a:pt x="2768" y="8255"/>
                </a:lnTo>
                <a:lnTo>
                  <a:pt x="2757" y="8256"/>
                </a:lnTo>
                <a:lnTo>
                  <a:pt x="2604" y="8278"/>
                </a:lnTo>
                <a:lnTo>
                  <a:pt x="2593" y="8280"/>
                </a:lnTo>
                <a:lnTo>
                  <a:pt x="2439" y="8315"/>
                </a:lnTo>
                <a:lnTo>
                  <a:pt x="2428" y="8318"/>
                </a:lnTo>
                <a:lnTo>
                  <a:pt x="2274" y="8368"/>
                </a:lnTo>
                <a:lnTo>
                  <a:pt x="2262" y="8373"/>
                </a:lnTo>
                <a:lnTo>
                  <a:pt x="2105" y="8442"/>
                </a:lnTo>
                <a:lnTo>
                  <a:pt x="2096" y="8447"/>
                </a:lnTo>
                <a:lnTo>
                  <a:pt x="1932" y="8535"/>
                </a:lnTo>
                <a:lnTo>
                  <a:pt x="1926" y="8539"/>
                </a:lnTo>
                <a:lnTo>
                  <a:pt x="1762" y="8641"/>
                </a:lnTo>
                <a:lnTo>
                  <a:pt x="1756" y="8645"/>
                </a:lnTo>
                <a:lnTo>
                  <a:pt x="1596" y="8755"/>
                </a:lnTo>
                <a:lnTo>
                  <a:pt x="1592" y="8758"/>
                </a:lnTo>
                <a:lnTo>
                  <a:pt x="1442" y="8872"/>
                </a:lnTo>
                <a:lnTo>
                  <a:pt x="1438" y="8875"/>
                </a:lnTo>
                <a:lnTo>
                  <a:pt x="1302" y="8986"/>
                </a:lnTo>
                <a:lnTo>
                  <a:pt x="1294" y="8993"/>
                </a:lnTo>
                <a:lnTo>
                  <a:pt x="1171" y="9111"/>
                </a:lnTo>
                <a:lnTo>
                  <a:pt x="1163" y="9120"/>
                </a:lnTo>
                <a:lnTo>
                  <a:pt x="1049" y="9252"/>
                </a:lnTo>
                <a:lnTo>
                  <a:pt x="1045" y="9257"/>
                </a:lnTo>
                <a:lnTo>
                  <a:pt x="940" y="9393"/>
                </a:lnTo>
                <a:lnTo>
                  <a:pt x="939" y="9395"/>
                </a:lnTo>
                <a:lnTo>
                  <a:pt x="845" y="9521"/>
                </a:lnTo>
                <a:lnTo>
                  <a:pt x="844" y="9521"/>
                </a:lnTo>
                <a:lnTo>
                  <a:pt x="765" y="9622"/>
                </a:lnTo>
                <a:lnTo>
                  <a:pt x="763" y="9624"/>
                </a:lnTo>
                <a:lnTo>
                  <a:pt x="699" y="9691"/>
                </a:lnTo>
                <a:lnTo>
                  <a:pt x="697" y="9693"/>
                </a:lnTo>
                <a:lnTo>
                  <a:pt x="678" y="9708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35" name="C2 LineaPleuralD"/>
          <p:cNvSpPr/>
          <p:nvPr/>
        </p:nvSpPr>
        <p:spPr>
          <a:xfrm>
            <a:off x="3551642" y="1303560"/>
            <a:ext cx="819854" cy="1879971"/>
          </a:xfrm>
          <a:custGeom>
            <a:avLst/>
            <a:gdLst/>
            <a:ahLst/>
            <a:cxnLst/>
            <a:rect l="0" t="0" r="r" b="b"/>
            <a:pathLst>
              <a:path w="3091" h="7089" fill="none">
                <a:moveTo>
                  <a:pt x="336" y="7077"/>
                </a:moveTo>
                <a:lnTo>
                  <a:pt x="384" y="7028"/>
                </a:lnTo>
                <a:lnTo>
                  <a:pt x="444" y="6952"/>
                </a:lnTo>
                <a:lnTo>
                  <a:pt x="515" y="6857"/>
                </a:lnTo>
                <a:lnTo>
                  <a:pt x="516" y="6855"/>
                </a:lnTo>
                <a:lnTo>
                  <a:pt x="595" y="6753"/>
                </a:lnTo>
                <a:lnTo>
                  <a:pt x="598" y="6749"/>
                </a:lnTo>
                <a:lnTo>
                  <a:pt x="684" y="6649"/>
                </a:lnTo>
                <a:lnTo>
                  <a:pt x="691" y="6641"/>
                </a:lnTo>
                <a:lnTo>
                  <a:pt x="784" y="6552"/>
                </a:lnTo>
                <a:lnTo>
                  <a:pt x="791" y="6546"/>
                </a:lnTo>
                <a:lnTo>
                  <a:pt x="893" y="6462"/>
                </a:lnTo>
                <a:lnTo>
                  <a:pt x="896" y="6460"/>
                </a:lnTo>
                <a:lnTo>
                  <a:pt x="1010" y="6374"/>
                </a:lnTo>
                <a:lnTo>
                  <a:pt x="1013" y="6372"/>
                </a:lnTo>
                <a:lnTo>
                  <a:pt x="1134" y="6288"/>
                </a:lnTo>
                <a:lnTo>
                  <a:pt x="1138" y="6286"/>
                </a:lnTo>
                <a:lnTo>
                  <a:pt x="1262" y="6209"/>
                </a:lnTo>
                <a:lnTo>
                  <a:pt x="1268" y="6205"/>
                </a:lnTo>
                <a:lnTo>
                  <a:pt x="1391" y="6138"/>
                </a:lnTo>
                <a:lnTo>
                  <a:pt x="1399" y="6135"/>
                </a:lnTo>
                <a:lnTo>
                  <a:pt x="1518" y="6082"/>
                </a:lnTo>
                <a:lnTo>
                  <a:pt x="1528" y="6078"/>
                </a:lnTo>
                <a:lnTo>
                  <a:pt x="1644" y="6040"/>
                </a:lnTo>
                <a:lnTo>
                  <a:pt x="1653" y="6038"/>
                </a:lnTo>
                <a:lnTo>
                  <a:pt x="1770" y="6011"/>
                </a:lnTo>
                <a:lnTo>
                  <a:pt x="1779" y="6010"/>
                </a:lnTo>
                <a:lnTo>
                  <a:pt x="1895" y="5994"/>
                </a:lnTo>
                <a:lnTo>
                  <a:pt x="1904" y="5993"/>
                </a:lnTo>
                <a:lnTo>
                  <a:pt x="2018" y="5986"/>
                </a:lnTo>
                <a:lnTo>
                  <a:pt x="2026" y="5986"/>
                </a:lnTo>
                <a:lnTo>
                  <a:pt x="2137" y="5987"/>
                </a:lnTo>
                <a:lnTo>
                  <a:pt x="2144" y="5987"/>
                </a:lnTo>
                <a:lnTo>
                  <a:pt x="2252" y="5995"/>
                </a:lnTo>
                <a:lnTo>
                  <a:pt x="2263" y="5997"/>
                </a:lnTo>
                <a:lnTo>
                  <a:pt x="2369" y="6015"/>
                </a:lnTo>
                <a:lnTo>
                  <a:pt x="2380" y="6017"/>
                </a:lnTo>
                <a:lnTo>
                  <a:pt x="2485" y="6047"/>
                </a:lnTo>
                <a:lnTo>
                  <a:pt x="2493" y="6050"/>
                </a:lnTo>
                <a:lnTo>
                  <a:pt x="2595" y="6088"/>
                </a:lnTo>
                <a:lnTo>
                  <a:pt x="2601" y="6091"/>
                </a:lnTo>
                <a:lnTo>
                  <a:pt x="2699" y="6133"/>
                </a:lnTo>
                <a:lnTo>
                  <a:pt x="2702" y="6135"/>
                </a:lnTo>
                <a:lnTo>
                  <a:pt x="2793" y="6179"/>
                </a:lnTo>
                <a:lnTo>
                  <a:pt x="2795" y="6180"/>
                </a:lnTo>
                <a:lnTo>
                  <a:pt x="2878" y="6221"/>
                </a:lnTo>
                <a:lnTo>
                  <a:pt x="2886" y="6225"/>
                </a:lnTo>
                <a:lnTo>
                  <a:pt x="2893" y="6230"/>
                </a:lnTo>
                <a:lnTo>
                  <a:pt x="2970" y="6286"/>
                </a:lnTo>
                <a:lnTo>
                  <a:pt x="2977" y="6292"/>
                </a:lnTo>
                <a:lnTo>
                  <a:pt x="2984" y="6299"/>
                </a:lnTo>
                <a:lnTo>
                  <a:pt x="3057" y="6375"/>
                </a:lnTo>
                <a:lnTo>
                  <a:pt x="3060" y="6379"/>
                </a:lnTo>
                <a:lnTo>
                  <a:pt x="3091" y="6414"/>
                </a:lnTo>
                <a:lnTo>
                  <a:pt x="3091" y="6308"/>
                </a:lnTo>
                <a:lnTo>
                  <a:pt x="3081" y="6114"/>
                </a:lnTo>
                <a:lnTo>
                  <a:pt x="3066" y="5899"/>
                </a:lnTo>
                <a:lnTo>
                  <a:pt x="3048" y="5683"/>
                </a:lnTo>
                <a:lnTo>
                  <a:pt x="3048" y="5682"/>
                </a:lnTo>
                <a:lnTo>
                  <a:pt x="3035" y="5485"/>
                </a:lnTo>
                <a:lnTo>
                  <a:pt x="3035" y="5484"/>
                </a:lnTo>
                <a:lnTo>
                  <a:pt x="3024" y="5304"/>
                </a:lnTo>
                <a:lnTo>
                  <a:pt x="3012" y="5126"/>
                </a:lnTo>
                <a:lnTo>
                  <a:pt x="2999" y="4948"/>
                </a:lnTo>
                <a:lnTo>
                  <a:pt x="2985" y="4770"/>
                </a:lnTo>
                <a:lnTo>
                  <a:pt x="2971" y="4591"/>
                </a:lnTo>
                <a:lnTo>
                  <a:pt x="2971" y="4591"/>
                </a:lnTo>
                <a:lnTo>
                  <a:pt x="2957" y="4412"/>
                </a:lnTo>
                <a:lnTo>
                  <a:pt x="2957" y="4412"/>
                </a:lnTo>
                <a:lnTo>
                  <a:pt x="2944" y="4233"/>
                </a:lnTo>
                <a:lnTo>
                  <a:pt x="2944" y="4232"/>
                </a:lnTo>
                <a:lnTo>
                  <a:pt x="2932" y="4053"/>
                </a:lnTo>
                <a:lnTo>
                  <a:pt x="2920" y="3875"/>
                </a:lnTo>
                <a:lnTo>
                  <a:pt x="2908" y="3696"/>
                </a:lnTo>
                <a:lnTo>
                  <a:pt x="2894" y="3518"/>
                </a:lnTo>
                <a:lnTo>
                  <a:pt x="2879" y="3340"/>
                </a:lnTo>
                <a:lnTo>
                  <a:pt x="2863" y="3161"/>
                </a:lnTo>
                <a:lnTo>
                  <a:pt x="2846" y="2982"/>
                </a:lnTo>
                <a:lnTo>
                  <a:pt x="2828" y="2804"/>
                </a:lnTo>
                <a:lnTo>
                  <a:pt x="2809" y="2626"/>
                </a:lnTo>
                <a:lnTo>
                  <a:pt x="2787" y="2448"/>
                </a:lnTo>
                <a:lnTo>
                  <a:pt x="2763" y="2272"/>
                </a:lnTo>
                <a:lnTo>
                  <a:pt x="2736" y="2094"/>
                </a:lnTo>
                <a:lnTo>
                  <a:pt x="2706" y="1912"/>
                </a:lnTo>
                <a:lnTo>
                  <a:pt x="2674" y="1731"/>
                </a:lnTo>
                <a:lnTo>
                  <a:pt x="2641" y="1554"/>
                </a:lnTo>
                <a:lnTo>
                  <a:pt x="2606" y="1385"/>
                </a:lnTo>
                <a:lnTo>
                  <a:pt x="2569" y="1228"/>
                </a:lnTo>
                <a:lnTo>
                  <a:pt x="2531" y="1081"/>
                </a:lnTo>
                <a:lnTo>
                  <a:pt x="2490" y="940"/>
                </a:lnTo>
                <a:lnTo>
                  <a:pt x="2447" y="806"/>
                </a:lnTo>
                <a:lnTo>
                  <a:pt x="2404" y="681"/>
                </a:lnTo>
                <a:lnTo>
                  <a:pt x="2362" y="566"/>
                </a:lnTo>
                <a:lnTo>
                  <a:pt x="2321" y="463"/>
                </a:lnTo>
                <a:lnTo>
                  <a:pt x="2282" y="372"/>
                </a:lnTo>
                <a:lnTo>
                  <a:pt x="2247" y="294"/>
                </a:lnTo>
                <a:lnTo>
                  <a:pt x="2213" y="228"/>
                </a:lnTo>
                <a:lnTo>
                  <a:pt x="2180" y="173"/>
                </a:lnTo>
                <a:lnTo>
                  <a:pt x="2146" y="127"/>
                </a:lnTo>
                <a:lnTo>
                  <a:pt x="2110" y="88"/>
                </a:lnTo>
                <a:lnTo>
                  <a:pt x="2073" y="55"/>
                </a:lnTo>
                <a:lnTo>
                  <a:pt x="2039" y="30"/>
                </a:lnTo>
                <a:lnTo>
                  <a:pt x="2008" y="14"/>
                </a:lnTo>
                <a:lnTo>
                  <a:pt x="1976" y="4"/>
                </a:lnTo>
                <a:lnTo>
                  <a:pt x="1936" y="0"/>
                </a:lnTo>
                <a:lnTo>
                  <a:pt x="1885" y="2"/>
                </a:lnTo>
                <a:lnTo>
                  <a:pt x="1819" y="14"/>
                </a:lnTo>
                <a:lnTo>
                  <a:pt x="1739" y="36"/>
                </a:lnTo>
                <a:lnTo>
                  <a:pt x="1650" y="67"/>
                </a:lnTo>
                <a:lnTo>
                  <a:pt x="1558" y="106"/>
                </a:lnTo>
                <a:lnTo>
                  <a:pt x="1469" y="151"/>
                </a:lnTo>
                <a:lnTo>
                  <a:pt x="1385" y="200"/>
                </a:lnTo>
                <a:lnTo>
                  <a:pt x="1304" y="255"/>
                </a:lnTo>
                <a:lnTo>
                  <a:pt x="1225" y="318"/>
                </a:lnTo>
                <a:lnTo>
                  <a:pt x="1146" y="386"/>
                </a:lnTo>
                <a:lnTo>
                  <a:pt x="1069" y="461"/>
                </a:lnTo>
                <a:lnTo>
                  <a:pt x="994" y="541"/>
                </a:lnTo>
                <a:lnTo>
                  <a:pt x="923" y="626"/>
                </a:lnTo>
                <a:lnTo>
                  <a:pt x="854" y="716"/>
                </a:lnTo>
                <a:lnTo>
                  <a:pt x="787" y="812"/>
                </a:lnTo>
                <a:lnTo>
                  <a:pt x="723" y="914"/>
                </a:lnTo>
                <a:lnTo>
                  <a:pt x="662" y="1021"/>
                </a:lnTo>
                <a:lnTo>
                  <a:pt x="602" y="1132"/>
                </a:lnTo>
                <a:lnTo>
                  <a:pt x="546" y="1248"/>
                </a:lnTo>
                <a:lnTo>
                  <a:pt x="491" y="1369"/>
                </a:lnTo>
                <a:lnTo>
                  <a:pt x="439" y="1496"/>
                </a:lnTo>
                <a:lnTo>
                  <a:pt x="390" y="1627"/>
                </a:lnTo>
                <a:lnTo>
                  <a:pt x="343" y="1762"/>
                </a:lnTo>
                <a:lnTo>
                  <a:pt x="299" y="1900"/>
                </a:lnTo>
                <a:lnTo>
                  <a:pt x="259" y="2041"/>
                </a:lnTo>
                <a:lnTo>
                  <a:pt x="223" y="2185"/>
                </a:lnTo>
                <a:lnTo>
                  <a:pt x="190" y="2333"/>
                </a:lnTo>
                <a:lnTo>
                  <a:pt x="160" y="2486"/>
                </a:lnTo>
                <a:lnTo>
                  <a:pt x="133" y="2641"/>
                </a:lnTo>
                <a:lnTo>
                  <a:pt x="108" y="2797"/>
                </a:lnTo>
                <a:lnTo>
                  <a:pt x="86" y="2954"/>
                </a:lnTo>
                <a:lnTo>
                  <a:pt x="67" y="3112"/>
                </a:lnTo>
                <a:lnTo>
                  <a:pt x="51" y="3272"/>
                </a:lnTo>
                <a:lnTo>
                  <a:pt x="37" y="3433"/>
                </a:lnTo>
                <a:lnTo>
                  <a:pt x="26" y="3596"/>
                </a:lnTo>
                <a:lnTo>
                  <a:pt x="16" y="3758"/>
                </a:lnTo>
                <a:lnTo>
                  <a:pt x="9" y="3920"/>
                </a:lnTo>
                <a:lnTo>
                  <a:pt x="4" y="4082"/>
                </a:lnTo>
                <a:lnTo>
                  <a:pt x="1" y="4245"/>
                </a:lnTo>
                <a:lnTo>
                  <a:pt x="0" y="4407"/>
                </a:lnTo>
                <a:lnTo>
                  <a:pt x="1" y="4569"/>
                </a:lnTo>
                <a:lnTo>
                  <a:pt x="4" y="4729"/>
                </a:lnTo>
                <a:lnTo>
                  <a:pt x="9" y="4888"/>
                </a:lnTo>
                <a:lnTo>
                  <a:pt x="17" y="5045"/>
                </a:lnTo>
                <a:lnTo>
                  <a:pt x="28" y="5203"/>
                </a:lnTo>
                <a:lnTo>
                  <a:pt x="41" y="5360"/>
                </a:lnTo>
                <a:lnTo>
                  <a:pt x="55" y="5514"/>
                </a:lnTo>
                <a:lnTo>
                  <a:pt x="71" y="5664"/>
                </a:lnTo>
                <a:lnTo>
                  <a:pt x="87" y="5807"/>
                </a:lnTo>
                <a:lnTo>
                  <a:pt x="103" y="5943"/>
                </a:lnTo>
                <a:lnTo>
                  <a:pt x="122" y="6073"/>
                </a:lnTo>
                <a:lnTo>
                  <a:pt x="141" y="6199"/>
                </a:lnTo>
                <a:lnTo>
                  <a:pt x="161" y="6321"/>
                </a:lnTo>
                <a:lnTo>
                  <a:pt x="182" y="6438"/>
                </a:lnTo>
                <a:lnTo>
                  <a:pt x="203" y="6551"/>
                </a:lnTo>
                <a:lnTo>
                  <a:pt x="224" y="6665"/>
                </a:lnTo>
                <a:lnTo>
                  <a:pt x="245" y="6780"/>
                </a:lnTo>
                <a:lnTo>
                  <a:pt x="267" y="6888"/>
                </a:lnTo>
                <a:lnTo>
                  <a:pt x="289" y="6984"/>
                </a:lnTo>
                <a:lnTo>
                  <a:pt x="310" y="7059"/>
                </a:lnTo>
                <a:lnTo>
                  <a:pt x="322" y="7089"/>
                </a:lnTo>
                <a:lnTo>
                  <a:pt x="336" y="7077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36" name="C2 Diafragma"/>
          <p:cNvSpPr/>
          <p:nvPr/>
        </p:nvSpPr>
        <p:spPr>
          <a:xfrm>
            <a:off x="3550066" y="2937884"/>
            <a:ext cx="1951215" cy="60175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37" name="C2 Clavículas"/>
          <p:cNvSpPr/>
          <p:nvPr/>
        </p:nvSpPr>
        <p:spPr>
          <a:xfrm>
            <a:off x="3730752" y="1126541"/>
            <a:ext cx="1591056" cy="106070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38" name="Evolución"/>
          <p:cNvSpPr/>
          <p:nvPr/>
        </p:nvSpPr>
        <p:spPr>
          <a:xfrm>
            <a:off x="2788920" y="2240280"/>
            <a:ext cx="640080" cy="9144"/>
          </a:xfrm>
          <a:custGeom>
            <a:avLst/>
            <a:gdLst/>
            <a:ahLst/>
            <a:cxnLst/>
            <a:rect l="0" t="0" r="r" b="b"/>
            <a:pathLst>
              <a:path w="700" h="10" fill="none">
                <a:moveTo>
                  <a:pt x="0" y="0"/>
                </a:moveTo>
                <a:lnTo>
                  <a:pt x="700" y="0"/>
                </a:lnTo>
              </a:path>
            </a:pathLst>
          </a:custGeom>
          <a:noFill/>
          <a:ln w="76200" cap="rnd">
            <a:solidFill>
              <a:srgbClr val="FFC000"/>
            </a:solidFill>
            <a:round/>
            <a:tailEnd type="triangle" w="med" len="med"/>
          </a:ln>
        </p:spPr>
      </p:sp>
      <p:sp>
        <p:nvSpPr>
          <p:cNvPr id="39" name="Forma 38"/>
          <p:cNvSpPr/>
          <p:nvPr/>
        </p:nvSpPr>
        <p:spPr>
          <a:xfrm>
            <a:off x="365760" y="3657600"/>
            <a:ext cx="26517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Inicio</a:t>
            </a:r>
            <a:endParaRPr lang="es-AR" sz="1300" dirty="0">
              <a:latin typeface="Mali"/>
            </a:endParaRPr>
          </a:p>
        </p:txBody>
      </p:sp>
      <p:sp>
        <p:nvSpPr>
          <p:cNvPr id="40" name="Forma 39"/>
          <p:cNvSpPr/>
          <p:nvPr/>
        </p:nvSpPr>
        <p:spPr>
          <a:xfrm>
            <a:off x="3200400" y="3657600"/>
            <a:ext cx="26517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Reexpandido</a:t>
            </a:r>
            <a:endParaRPr lang="es-AR" sz="1300" dirty="0">
              <a:latin typeface="Mali"/>
            </a:endParaRPr>
          </a:p>
        </p:txBody>
      </p:sp>
      <p:grpSp>
        <p:nvGrpSpPr>
          <p:cNvPr id="41" name="Recuadro Burbujeo"/>
          <p:cNvGrpSpPr/>
          <p:nvPr/>
        </p:nvGrpSpPr>
        <p:grpSpPr>
          <a:xfrm>
            <a:off x="6126480" y="914400"/>
            <a:ext cx="5760720" cy="1257300"/>
            <a:chOff x="6126480" y="914400"/>
            <a:chExt cx="5760720" cy="1257300"/>
          </a:xfrm>
        </p:grpSpPr>
        <p:sp>
          <p:nvSpPr>
            <p:cNvPr id="42" name="Forma 41"/>
            <p:cNvSpPr/>
            <p:nvPr/>
          </p:nvSpPr>
          <p:spPr>
            <a:xfrm>
              <a:off x="6126480" y="1280160"/>
              <a:ext cx="5760720" cy="8915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presencia confirma que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sigue saliendo aire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126480" y="91440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BURBUJEO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Abocamiento"/>
          <p:cNvGrpSpPr/>
          <p:nvPr/>
        </p:nvGrpSpPr>
        <p:grpSpPr>
          <a:xfrm>
            <a:off x="6126480" y="2308860"/>
            <a:ext cx="5760720" cy="1257300"/>
            <a:chOff x="6126480" y="2308860"/>
            <a:chExt cx="5760720" cy="1257300"/>
          </a:xfrm>
        </p:grpSpPr>
        <p:sp>
          <p:nvSpPr>
            <p:cNvPr id="45" name="Forma 44"/>
            <p:cNvSpPr/>
            <p:nvPr/>
          </p:nvSpPr>
          <p:spPr>
            <a:xfrm>
              <a:off x="6126480" y="2674620"/>
              <a:ext cx="5760720" cy="8915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tubo de salida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debe estar abierto al exterior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126480" y="230886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ABOCAMIENTO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ecuadro Rx de control"/>
          <p:cNvGrpSpPr/>
          <p:nvPr/>
        </p:nvGrpSpPr>
        <p:grpSpPr>
          <a:xfrm>
            <a:off x="6126480" y="3703320"/>
            <a:ext cx="5760720" cy="1257300"/>
            <a:chOff x="6126480" y="3703320"/>
            <a:chExt cx="5760720" cy="1257300"/>
          </a:xfrm>
        </p:grpSpPr>
        <p:sp>
          <p:nvSpPr>
            <p:cNvPr id="48" name="Forma 47"/>
            <p:cNvSpPr/>
            <p:nvPr/>
          </p:nvSpPr>
          <p:spPr>
            <a:xfrm>
              <a:off x="6126480" y="4069080"/>
              <a:ext cx="5760720" cy="8915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Radiografías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periódicas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para seguir la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reexpansión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6126480" y="370332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RX DE CONTROL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0" name="Recuadro Retiro a tiempo"/>
          <p:cNvGrpSpPr/>
          <p:nvPr/>
        </p:nvGrpSpPr>
        <p:grpSpPr>
          <a:xfrm>
            <a:off x="6126480" y="5097780"/>
            <a:ext cx="5760720" cy="1257300"/>
            <a:chOff x="6126480" y="5097780"/>
            <a:chExt cx="5760720" cy="1257300"/>
          </a:xfrm>
        </p:grpSpPr>
        <p:sp>
          <p:nvSpPr>
            <p:cNvPr id="51" name="Forma 50"/>
            <p:cNvSpPr/>
            <p:nvPr/>
          </p:nvSpPr>
          <p:spPr>
            <a:xfrm>
              <a:off x="6126480" y="5463540"/>
              <a:ext cx="5760720" cy="8915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 el tubo no se retira cuando el pulmón se reexpandió,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puede volver a punzarlo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6126480" y="509778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RETIRO A TIEMPO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3" name="Iatrogenia drenaje"/>
          <p:cNvSpPr/>
          <p:nvPr/>
        </p:nvSpPr>
        <p:spPr>
          <a:xfrm>
            <a:off x="365760" y="4160520"/>
            <a:ext cx="5486400" cy="219456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Iatrogenia del procedimiento: neumotórax por punción,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hemotórax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hidroneumotórax,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edema de reexpansión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(Unidad VIII).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844523" y="91440"/>
            <a:ext cx="818258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CONTROL DEL DRENAJE Y COMPLICACIONES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53" grpId="0" animBg="1"/>
    </p:bldLst>
  </p:timing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Primarios, secundarios y benignos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Clasificación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Desarrollo de un tumor pleural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Mesotelioma pleural maligno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Metástasis y derrame maligno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Imagen en «suelta de globos»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 fibroso solitario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519855" y="65836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336231" y="80924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570878" y="877824"/>
            <a:ext cx="2494483" cy="2260397"/>
            <a:chOff x="6570878" y="877824"/>
            <a:chExt cx="2494483" cy="2260397"/>
          </a:xfrm>
        </p:grpSpPr>
        <p:sp>
          <p:nvSpPr>
            <p:cNvPr id="14" name="Forma 13"/>
            <p:cNvSpPr/>
            <p:nvPr/>
          </p:nvSpPr>
          <p:spPr>
            <a:xfrm>
              <a:off x="6570878" y="87782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570878" y="87782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726784" y="89890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8010705" y="89890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823130" y="122864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480811" y="658368"/>
            <a:ext cx="674618" cy="1176820"/>
            <a:chOff x="7480811" y="658368"/>
            <a:chExt cx="674618" cy="1176820"/>
          </a:xfrm>
        </p:grpSpPr>
        <p:sp>
          <p:nvSpPr>
            <p:cNvPr id="20" name="Forma 19"/>
            <p:cNvSpPr/>
            <p:nvPr/>
          </p:nvSpPr>
          <p:spPr>
            <a:xfrm>
              <a:off x="7480811" y="65836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767096" y="74066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729618" y="200817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23" name="PulmonDerecho"/>
          <p:cNvGrpSpPr/>
          <p:nvPr/>
        </p:nvGrpSpPr>
        <p:grpSpPr>
          <a:xfrm>
            <a:off x="6838030" y="929162"/>
            <a:ext cx="803662" cy="1429442"/>
            <a:chOff x="6838030" y="929162"/>
            <a:chExt cx="803662" cy="1429442"/>
          </a:xfrm>
        </p:grpSpPr>
        <p:sp>
          <p:nvSpPr>
            <p:cNvPr id="24" name="Forma 23"/>
            <p:cNvSpPr/>
            <p:nvPr/>
          </p:nvSpPr>
          <p:spPr>
            <a:xfrm>
              <a:off x="6838030" y="92916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6892260" y="106944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6857708" y="155157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PleuraVisceralD"/>
          <p:cNvSpPr/>
          <p:nvPr/>
        </p:nvSpPr>
        <p:spPr>
          <a:xfrm>
            <a:off x="6838030" y="92916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PulmonIzquierdo"/>
          <p:cNvGrpSpPr/>
          <p:nvPr/>
        </p:nvGrpSpPr>
        <p:grpSpPr>
          <a:xfrm>
            <a:off x="8041889" y="929162"/>
            <a:ext cx="836385" cy="2058540"/>
            <a:chOff x="8041889" y="929162"/>
            <a:chExt cx="836385" cy="2058540"/>
          </a:xfrm>
        </p:grpSpPr>
        <p:sp>
          <p:nvSpPr>
            <p:cNvPr id="29" name="Forma 28"/>
            <p:cNvSpPr/>
            <p:nvPr/>
          </p:nvSpPr>
          <p:spPr>
            <a:xfrm>
              <a:off x="8041889" y="929162"/>
              <a:ext cx="83638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8115757" y="1124712"/>
              <a:ext cx="704438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8124261" y="1837944"/>
              <a:ext cx="717148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PleuraVisceralI"/>
          <p:cNvSpPr/>
          <p:nvPr/>
        </p:nvSpPr>
        <p:spPr>
          <a:xfrm>
            <a:off x="8041889" y="929162"/>
            <a:ext cx="83638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PleuraParietalD"/>
          <p:cNvSpPr/>
          <p:nvPr/>
        </p:nvSpPr>
        <p:spPr>
          <a:xfrm>
            <a:off x="6726784" y="89890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PleuraParietalI"/>
          <p:cNvSpPr/>
          <p:nvPr/>
        </p:nvSpPr>
        <p:spPr>
          <a:xfrm>
            <a:off x="8010705" y="89890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VenaCavaSup"/>
          <p:cNvSpPr/>
          <p:nvPr/>
        </p:nvSpPr>
        <p:spPr>
          <a:xfrm>
            <a:off x="7650888" y="113742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VenaCavaInf"/>
          <p:cNvSpPr/>
          <p:nvPr/>
        </p:nvSpPr>
        <p:spPr>
          <a:xfrm>
            <a:off x="7676411" y="265968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Corazon"/>
          <p:cNvGrpSpPr/>
          <p:nvPr/>
        </p:nvGrpSpPr>
        <p:grpSpPr>
          <a:xfrm>
            <a:off x="7665259" y="1994821"/>
            <a:ext cx="753804" cy="776573"/>
            <a:chOff x="7665259" y="1994821"/>
            <a:chExt cx="753804" cy="776573"/>
          </a:xfrm>
        </p:grpSpPr>
        <p:sp>
          <p:nvSpPr>
            <p:cNvPr id="38" name="Forma 37"/>
            <p:cNvSpPr/>
            <p:nvPr/>
          </p:nvSpPr>
          <p:spPr>
            <a:xfrm>
              <a:off x="7665259" y="199482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8059064" y="205191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Mesotelioma"/>
          <p:cNvSpPr/>
          <p:nvPr/>
        </p:nvSpPr>
        <p:spPr>
          <a:xfrm>
            <a:off x="6715645" y="887940"/>
            <a:ext cx="982790" cy="2083288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41" name="Diafragma"/>
          <p:cNvSpPr/>
          <p:nvPr/>
        </p:nvSpPr>
        <p:spPr>
          <a:xfrm>
            <a:off x="6783481" y="263915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Clavículas"/>
          <p:cNvGrpSpPr/>
          <p:nvPr/>
        </p:nvGrpSpPr>
        <p:grpSpPr>
          <a:xfrm>
            <a:off x="6967728" y="768096"/>
            <a:ext cx="1700784" cy="109728"/>
            <a:chOff x="6967728" y="768096"/>
            <a:chExt cx="1700784" cy="109728"/>
          </a:xfrm>
        </p:grpSpPr>
        <p:sp>
          <p:nvSpPr>
            <p:cNvPr id="43" name="Forma 42"/>
            <p:cNvSpPr/>
            <p:nvPr/>
          </p:nvSpPr>
          <p:spPr>
            <a:xfrm>
              <a:off x="6967728" y="76809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6967728" y="76809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5" name="Arte RxPlaca"/>
          <p:cNvSpPr/>
          <p:nvPr/>
        </p:nvSpPr>
        <p:spPr>
          <a:xfrm>
            <a:off x="9281160" y="548640"/>
            <a:ext cx="2743200" cy="278892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46" name="Arte RxPartesBlandas"/>
          <p:cNvSpPr/>
          <p:nvPr/>
        </p:nvSpPr>
        <p:spPr>
          <a:xfrm>
            <a:off x="9438254" y="702259"/>
            <a:ext cx="2429012" cy="258958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47" name="Arte RxPulmonD"/>
          <p:cNvGrpSpPr/>
          <p:nvPr/>
        </p:nvGrpSpPr>
        <p:grpSpPr>
          <a:xfrm>
            <a:off x="9631832" y="938788"/>
            <a:ext cx="898357" cy="2026994"/>
            <a:chOff x="9631832" y="938788"/>
            <a:chExt cx="898357" cy="2026994"/>
          </a:xfrm>
        </p:grpSpPr>
        <p:sp>
          <p:nvSpPr>
            <p:cNvPr id="48" name="Forma 47"/>
            <p:cNvSpPr/>
            <p:nvPr/>
          </p:nvSpPr>
          <p:spPr>
            <a:xfrm>
              <a:off x="9631832" y="938788"/>
              <a:ext cx="898357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9661002" y="968540"/>
              <a:ext cx="840014" cy="195941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9715334" y="1160831"/>
              <a:ext cx="658991" cy="140269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51" name="Arte RxPulmonI"/>
          <p:cNvGrpSpPr/>
          <p:nvPr/>
        </p:nvGrpSpPr>
        <p:grpSpPr>
          <a:xfrm>
            <a:off x="10832920" y="938788"/>
            <a:ext cx="840768" cy="2091733"/>
            <a:chOff x="10832920" y="938788"/>
            <a:chExt cx="840768" cy="2091733"/>
          </a:xfrm>
        </p:grpSpPr>
        <p:sp>
          <p:nvSpPr>
            <p:cNvPr id="52" name="Forma 51"/>
            <p:cNvSpPr/>
            <p:nvPr/>
          </p:nvSpPr>
          <p:spPr>
            <a:xfrm>
              <a:off x="10832920" y="938788"/>
              <a:ext cx="840768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862093" y="968540"/>
              <a:ext cx="782425" cy="202423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931195" y="1160831"/>
              <a:ext cx="658991" cy="140269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55" name="Arte RxCostillas"/>
          <p:cNvSpPr/>
          <p:nvPr/>
        </p:nvSpPr>
        <p:spPr>
          <a:xfrm>
            <a:off x="9485986" y="918058"/>
            <a:ext cx="2333549" cy="222272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56" name="Arte RxMediastino"/>
          <p:cNvSpPr/>
          <p:nvPr/>
        </p:nvSpPr>
        <p:spPr>
          <a:xfrm>
            <a:off x="10201961" y="850621"/>
            <a:ext cx="1012972" cy="1982648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57" name="Arte RxTraquea"/>
          <p:cNvSpPr/>
          <p:nvPr/>
        </p:nvSpPr>
        <p:spPr>
          <a:xfrm>
            <a:off x="10652760" y="702259"/>
            <a:ext cx="2652" cy="809244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8" name="Arte RxDiafragma"/>
          <p:cNvSpPr/>
          <p:nvPr/>
        </p:nvSpPr>
        <p:spPr>
          <a:xfrm>
            <a:off x="9676546" y="2652731"/>
            <a:ext cx="1951215" cy="61213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9" name="Arte RxClavículas"/>
          <p:cNvSpPr/>
          <p:nvPr/>
        </p:nvSpPr>
        <p:spPr>
          <a:xfrm>
            <a:off x="9857232" y="810158"/>
            <a:ext cx="1591056" cy="107899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60" name="Arte RxNodulos"/>
          <p:cNvSpPr/>
          <p:nvPr/>
        </p:nvSpPr>
        <p:spPr>
          <a:xfrm>
            <a:off x="9741437" y="1043779"/>
            <a:ext cx="1717942" cy="1643916"/>
          </a:xfrm>
          <a:custGeom>
            <a:avLst/>
            <a:gdLst/>
            <a:ahLst/>
            <a:cxnLst/>
            <a:rect l="0" t="0" r="r" b="b"/>
            <a:pathLst>
              <a:path w="6478" h="6094">
                <a:moveTo>
                  <a:pt x="1960" y="5064"/>
                </a:moveTo>
                <a:cubicBezTo>
                  <a:pt x="1960" y="5252"/>
                  <a:pt x="1808" y="5404"/>
                  <a:pt x="1620" y="5404"/>
                </a:cubicBezTo>
                <a:cubicBezTo>
                  <a:pt x="1432" y="5404"/>
                  <a:pt x="1280" y="5252"/>
                  <a:pt x="1280" y="5064"/>
                </a:cubicBezTo>
                <a:cubicBezTo>
                  <a:pt x="1280" y="4876"/>
                  <a:pt x="1432" y="4724"/>
                  <a:pt x="1620" y="4724"/>
                </a:cubicBezTo>
                <a:cubicBezTo>
                  <a:pt x="1808" y="4724"/>
                  <a:pt x="1960" y="4876"/>
                  <a:pt x="1960" y="5064"/>
                </a:cubicBezTo>
                <a:close/>
                <a:moveTo>
                  <a:pt x="420" y="3246"/>
                </a:moveTo>
                <a:cubicBezTo>
                  <a:pt x="420" y="3362"/>
                  <a:pt x="325" y="3456"/>
                  <a:pt x="210" y="3456"/>
                </a:cubicBezTo>
                <a:cubicBezTo>
                  <a:pt x="94" y="3456"/>
                  <a:pt x="0" y="3362"/>
                  <a:pt x="0" y="3246"/>
                </a:cubicBezTo>
                <a:cubicBezTo>
                  <a:pt x="0" y="3130"/>
                  <a:pt x="94" y="3036"/>
                  <a:pt x="210" y="3036"/>
                </a:cubicBezTo>
                <a:cubicBezTo>
                  <a:pt x="325" y="3036"/>
                  <a:pt x="420" y="3130"/>
                  <a:pt x="420" y="3246"/>
                </a:cubicBezTo>
                <a:close/>
                <a:moveTo>
                  <a:pt x="1160" y="800"/>
                </a:moveTo>
                <a:cubicBezTo>
                  <a:pt x="1160" y="916"/>
                  <a:pt x="1066" y="1010"/>
                  <a:pt x="950" y="1010"/>
                </a:cubicBezTo>
                <a:cubicBezTo>
                  <a:pt x="834" y="1010"/>
                  <a:pt x="740" y="916"/>
                  <a:pt x="740" y="800"/>
                </a:cubicBezTo>
                <a:cubicBezTo>
                  <a:pt x="740" y="684"/>
                  <a:pt x="834" y="590"/>
                  <a:pt x="950" y="590"/>
                </a:cubicBezTo>
                <a:cubicBezTo>
                  <a:pt x="1066" y="590"/>
                  <a:pt x="1160" y="684"/>
                  <a:pt x="1160" y="800"/>
                </a:cubicBezTo>
                <a:close/>
                <a:moveTo>
                  <a:pt x="2176" y="1184"/>
                </a:moveTo>
                <a:cubicBezTo>
                  <a:pt x="2176" y="1273"/>
                  <a:pt x="2104" y="1344"/>
                  <a:pt x="2016" y="1344"/>
                </a:cubicBezTo>
                <a:cubicBezTo>
                  <a:pt x="1927" y="1344"/>
                  <a:pt x="1856" y="1273"/>
                  <a:pt x="1856" y="1184"/>
                </a:cubicBezTo>
                <a:cubicBezTo>
                  <a:pt x="1856" y="1096"/>
                  <a:pt x="1927" y="1024"/>
                  <a:pt x="2016" y="1024"/>
                </a:cubicBezTo>
                <a:cubicBezTo>
                  <a:pt x="2104" y="1024"/>
                  <a:pt x="2176" y="1096"/>
                  <a:pt x="2176" y="1184"/>
                </a:cubicBezTo>
                <a:close/>
                <a:moveTo>
                  <a:pt x="460" y="4235"/>
                </a:moveTo>
                <a:cubicBezTo>
                  <a:pt x="460" y="4335"/>
                  <a:pt x="380" y="4415"/>
                  <a:pt x="280" y="4415"/>
                </a:cubicBezTo>
                <a:cubicBezTo>
                  <a:pt x="181" y="4415"/>
                  <a:pt x="100" y="4335"/>
                  <a:pt x="100" y="4235"/>
                </a:cubicBezTo>
                <a:cubicBezTo>
                  <a:pt x="100" y="4136"/>
                  <a:pt x="181" y="4055"/>
                  <a:pt x="280" y="4055"/>
                </a:cubicBezTo>
                <a:cubicBezTo>
                  <a:pt x="380" y="4055"/>
                  <a:pt x="460" y="4136"/>
                  <a:pt x="460" y="4235"/>
                </a:cubicBezTo>
                <a:close/>
                <a:moveTo>
                  <a:pt x="557" y="2211"/>
                </a:moveTo>
                <a:cubicBezTo>
                  <a:pt x="557" y="2321"/>
                  <a:pt x="467" y="2411"/>
                  <a:pt x="357" y="2411"/>
                </a:cubicBezTo>
                <a:cubicBezTo>
                  <a:pt x="247" y="2411"/>
                  <a:pt x="157" y="2321"/>
                  <a:pt x="157" y="2211"/>
                </a:cubicBezTo>
                <a:cubicBezTo>
                  <a:pt x="157" y="2100"/>
                  <a:pt x="247" y="2011"/>
                  <a:pt x="357" y="2011"/>
                </a:cubicBezTo>
                <a:cubicBezTo>
                  <a:pt x="467" y="2011"/>
                  <a:pt x="557" y="2100"/>
                  <a:pt x="557" y="2211"/>
                </a:cubicBezTo>
                <a:close/>
                <a:moveTo>
                  <a:pt x="1589" y="4638"/>
                </a:moveTo>
                <a:cubicBezTo>
                  <a:pt x="1589" y="4748"/>
                  <a:pt x="1499" y="4838"/>
                  <a:pt x="1389" y="4838"/>
                </a:cubicBezTo>
                <a:cubicBezTo>
                  <a:pt x="1278" y="4838"/>
                  <a:pt x="1189" y="4748"/>
                  <a:pt x="1189" y="4638"/>
                </a:cubicBezTo>
                <a:cubicBezTo>
                  <a:pt x="1189" y="4527"/>
                  <a:pt x="1278" y="4438"/>
                  <a:pt x="1389" y="4438"/>
                </a:cubicBezTo>
                <a:cubicBezTo>
                  <a:pt x="1499" y="4438"/>
                  <a:pt x="1589" y="4527"/>
                  <a:pt x="1589" y="4638"/>
                </a:cubicBezTo>
                <a:close/>
                <a:moveTo>
                  <a:pt x="5673" y="270"/>
                </a:moveTo>
                <a:cubicBezTo>
                  <a:pt x="5673" y="419"/>
                  <a:pt x="5552" y="540"/>
                  <a:pt x="5403" y="540"/>
                </a:cubicBezTo>
                <a:cubicBezTo>
                  <a:pt x="5254" y="540"/>
                  <a:pt x="5133" y="419"/>
                  <a:pt x="5133" y="270"/>
                </a:cubicBezTo>
                <a:cubicBezTo>
                  <a:pt x="5133" y="120"/>
                  <a:pt x="5254" y="0"/>
                  <a:pt x="5403" y="0"/>
                </a:cubicBezTo>
                <a:cubicBezTo>
                  <a:pt x="5552" y="0"/>
                  <a:pt x="5673" y="120"/>
                  <a:pt x="5673" y="270"/>
                </a:cubicBezTo>
                <a:close/>
                <a:moveTo>
                  <a:pt x="5009" y="1127"/>
                </a:moveTo>
                <a:cubicBezTo>
                  <a:pt x="5009" y="1215"/>
                  <a:pt x="4937" y="1287"/>
                  <a:pt x="4849" y="1287"/>
                </a:cubicBezTo>
                <a:cubicBezTo>
                  <a:pt x="4760" y="1287"/>
                  <a:pt x="4689" y="1215"/>
                  <a:pt x="4689" y="1127"/>
                </a:cubicBezTo>
                <a:cubicBezTo>
                  <a:pt x="4689" y="1038"/>
                  <a:pt x="4760" y="967"/>
                  <a:pt x="4849" y="967"/>
                </a:cubicBezTo>
                <a:cubicBezTo>
                  <a:pt x="4937" y="967"/>
                  <a:pt x="5009" y="1038"/>
                  <a:pt x="5009" y="1127"/>
                </a:cubicBezTo>
                <a:close/>
                <a:moveTo>
                  <a:pt x="5592" y="5764"/>
                </a:moveTo>
                <a:cubicBezTo>
                  <a:pt x="5592" y="5941"/>
                  <a:pt x="5449" y="6084"/>
                  <a:pt x="5272" y="6084"/>
                </a:cubicBezTo>
                <a:cubicBezTo>
                  <a:pt x="5095" y="6084"/>
                  <a:pt x="4952" y="5941"/>
                  <a:pt x="4952" y="5764"/>
                </a:cubicBezTo>
                <a:cubicBezTo>
                  <a:pt x="4952" y="5587"/>
                  <a:pt x="5095" y="5444"/>
                  <a:pt x="5272" y="5444"/>
                </a:cubicBezTo>
                <a:cubicBezTo>
                  <a:pt x="5449" y="5444"/>
                  <a:pt x="5592" y="5587"/>
                  <a:pt x="5592" y="5764"/>
                </a:cubicBezTo>
                <a:close/>
                <a:moveTo>
                  <a:pt x="5517" y="2261"/>
                </a:moveTo>
                <a:cubicBezTo>
                  <a:pt x="5517" y="2388"/>
                  <a:pt x="5414" y="2491"/>
                  <a:pt x="5287" y="2491"/>
                </a:cubicBezTo>
                <a:cubicBezTo>
                  <a:pt x="5160" y="2491"/>
                  <a:pt x="5057" y="2388"/>
                  <a:pt x="5057" y="2261"/>
                </a:cubicBezTo>
                <a:cubicBezTo>
                  <a:pt x="5057" y="2134"/>
                  <a:pt x="5160" y="2031"/>
                  <a:pt x="5287" y="2031"/>
                </a:cubicBezTo>
                <a:cubicBezTo>
                  <a:pt x="5414" y="2031"/>
                  <a:pt x="5517" y="2134"/>
                  <a:pt x="5517" y="2261"/>
                </a:cubicBezTo>
                <a:close/>
                <a:moveTo>
                  <a:pt x="5942" y="2301"/>
                </a:moveTo>
                <a:cubicBezTo>
                  <a:pt x="5942" y="2461"/>
                  <a:pt x="5812" y="2591"/>
                  <a:pt x="5652" y="2591"/>
                </a:cubicBezTo>
                <a:cubicBezTo>
                  <a:pt x="5492" y="2591"/>
                  <a:pt x="5362" y="2461"/>
                  <a:pt x="5362" y="2301"/>
                </a:cubicBezTo>
                <a:cubicBezTo>
                  <a:pt x="5362" y="2141"/>
                  <a:pt x="5492" y="2011"/>
                  <a:pt x="5652" y="2011"/>
                </a:cubicBezTo>
                <a:cubicBezTo>
                  <a:pt x="5812" y="2011"/>
                  <a:pt x="5942" y="2141"/>
                  <a:pt x="5942" y="2301"/>
                </a:cubicBezTo>
                <a:close/>
                <a:moveTo>
                  <a:pt x="5851" y="1337"/>
                </a:moveTo>
                <a:cubicBezTo>
                  <a:pt x="5851" y="1458"/>
                  <a:pt x="5752" y="1557"/>
                  <a:pt x="5631" y="1557"/>
                </a:cubicBezTo>
                <a:cubicBezTo>
                  <a:pt x="5509" y="1557"/>
                  <a:pt x="5411" y="1458"/>
                  <a:pt x="5411" y="1337"/>
                </a:cubicBezTo>
                <a:cubicBezTo>
                  <a:pt x="5411" y="1215"/>
                  <a:pt x="5509" y="1117"/>
                  <a:pt x="5631" y="1117"/>
                </a:cubicBezTo>
                <a:cubicBezTo>
                  <a:pt x="5752" y="1117"/>
                  <a:pt x="5851" y="1215"/>
                  <a:pt x="5851" y="1337"/>
                </a:cubicBezTo>
                <a:close/>
                <a:moveTo>
                  <a:pt x="6478" y="5954"/>
                </a:moveTo>
                <a:cubicBezTo>
                  <a:pt x="6478" y="6031"/>
                  <a:pt x="6415" y="6094"/>
                  <a:pt x="6338" y="6094"/>
                </a:cubicBezTo>
                <a:cubicBezTo>
                  <a:pt x="6261" y="6094"/>
                  <a:pt x="6198" y="6031"/>
                  <a:pt x="6198" y="5954"/>
                </a:cubicBezTo>
                <a:cubicBezTo>
                  <a:pt x="6198" y="5876"/>
                  <a:pt x="6261" y="5814"/>
                  <a:pt x="6338" y="5814"/>
                </a:cubicBezTo>
                <a:cubicBezTo>
                  <a:pt x="6415" y="5814"/>
                  <a:pt x="6478" y="5876"/>
                  <a:pt x="6478" y="5954"/>
                </a:cubicBezTo>
                <a:close/>
              </a:path>
            </a:pathLst>
          </a:custGeom>
          <a:gradFill rotWithShape="1">
            <a:gsLst>
              <a:gs pos="0">
                <a:srgbClr val="F5F5F5"/>
              </a:gs>
              <a:gs pos="100000">
                <a:srgbClr val="BDBDBD"/>
              </a:gs>
            </a:gsLst>
            <a:path path="circle">
              <a:fillToRect l="40000" t="40000" r="60000" b="60000"/>
            </a:path>
          </a:gradFill>
          <a:ln>
            <a:noFill/>
          </a:ln>
        </p:spPr>
      </p:sp>
      <p:grpSp>
        <p:nvGrpSpPr>
          <p:cNvPr id="61" name="!!PielPared"/>
          <p:cNvGrpSpPr/>
          <p:nvPr/>
        </p:nvGrpSpPr>
        <p:grpSpPr>
          <a:xfrm>
            <a:off x="6400800" y="3520440"/>
            <a:ext cx="2789834" cy="342900"/>
            <a:chOff x="6400800" y="3520440"/>
            <a:chExt cx="2789834" cy="342900"/>
          </a:xfrm>
        </p:grpSpPr>
        <p:sp>
          <p:nvSpPr>
            <p:cNvPr id="62" name="Forma 61"/>
            <p:cNvSpPr/>
            <p:nvPr/>
          </p:nvSpPr>
          <p:spPr>
            <a:xfrm>
              <a:off x="6400800" y="3520440"/>
              <a:ext cx="2743200" cy="123444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6400800" y="3643884"/>
              <a:ext cx="2743200" cy="21945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6409030" y="3704234"/>
              <a:ext cx="2781605" cy="9875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65" name="!!MusculoIntercostal"/>
          <p:cNvGrpSpPr/>
          <p:nvPr/>
        </p:nvGrpSpPr>
        <p:grpSpPr>
          <a:xfrm>
            <a:off x="6291072" y="3863340"/>
            <a:ext cx="2962656" cy="576072"/>
            <a:chOff x="6291072" y="3863340"/>
            <a:chExt cx="2962656" cy="576072"/>
          </a:xfrm>
        </p:grpSpPr>
        <p:sp>
          <p:nvSpPr>
            <p:cNvPr id="66" name="Forma 65"/>
            <p:cNvSpPr/>
            <p:nvPr/>
          </p:nvSpPr>
          <p:spPr>
            <a:xfrm>
              <a:off x="6400800" y="3863340"/>
              <a:ext cx="2743200" cy="57607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6291072" y="3877056"/>
              <a:ext cx="2962656" cy="5486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68" name="!!Costillas"/>
          <p:cNvGrpSpPr/>
          <p:nvPr/>
        </p:nvGrpSpPr>
        <p:grpSpPr>
          <a:xfrm>
            <a:off x="6702552" y="3888029"/>
            <a:ext cx="2139696" cy="482803"/>
            <a:chOff x="6702552" y="3888029"/>
            <a:chExt cx="2139696" cy="482803"/>
          </a:xfrm>
        </p:grpSpPr>
        <p:sp>
          <p:nvSpPr>
            <p:cNvPr id="69" name="Forma 68"/>
            <p:cNvSpPr/>
            <p:nvPr/>
          </p:nvSpPr>
          <p:spPr>
            <a:xfrm>
              <a:off x="6702552" y="3888029"/>
              <a:ext cx="658368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6806794" y="3981298"/>
              <a:ext cx="449885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71" name="Forma 70"/>
            <p:cNvSpPr/>
            <p:nvPr/>
          </p:nvSpPr>
          <p:spPr>
            <a:xfrm>
              <a:off x="8183880" y="3888029"/>
              <a:ext cx="658368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2" name="Forma 71"/>
            <p:cNvSpPr/>
            <p:nvPr/>
          </p:nvSpPr>
          <p:spPr>
            <a:xfrm>
              <a:off x="8288122" y="3981298"/>
              <a:ext cx="449885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73" name="!!PaqueteVN"/>
          <p:cNvGrpSpPr/>
          <p:nvPr/>
        </p:nvGrpSpPr>
        <p:grpSpPr>
          <a:xfrm>
            <a:off x="7303313" y="4203497"/>
            <a:ext cx="1574597" cy="208483"/>
            <a:chOff x="7303313" y="4203497"/>
            <a:chExt cx="1574597" cy="208483"/>
          </a:xfrm>
        </p:grpSpPr>
        <p:sp>
          <p:nvSpPr>
            <p:cNvPr id="74" name="Forma 73"/>
            <p:cNvSpPr/>
            <p:nvPr/>
          </p:nvSpPr>
          <p:spPr>
            <a:xfrm>
              <a:off x="7303313" y="4203497"/>
              <a:ext cx="71323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7330745" y="4285793"/>
              <a:ext cx="60350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7347204" y="4362602"/>
              <a:ext cx="49378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8784641" y="4203497"/>
              <a:ext cx="71323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8812073" y="4285793"/>
              <a:ext cx="60350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9" name="Forma 78"/>
            <p:cNvSpPr/>
            <p:nvPr/>
          </p:nvSpPr>
          <p:spPr>
            <a:xfrm>
              <a:off x="8828532" y="4362602"/>
              <a:ext cx="49378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80" name="!!PleuraParietal"/>
          <p:cNvGrpSpPr/>
          <p:nvPr/>
        </p:nvGrpSpPr>
        <p:grpSpPr>
          <a:xfrm>
            <a:off x="6398057" y="4466844"/>
            <a:ext cx="2748686" cy="200254"/>
            <a:chOff x="6398057" y="4466844"/>
            <a:chExt cx="2748686" cy="200254"/>
          </a:xfrm>
        </p:grpSpPr>
        <p:sp>
          <p:nvSpPr>
            <p:cNvPr id="81" name="Forma 80"/>
            <p:cNvSpPr/>
            <p:nvPr/>
          </p:nvSpPr>
          <p:spPr>
            <a:xfrm>
              <a:off x="6400800" y="4466844"/>
              <a:ext cx="2743200" cy="1865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82" name="Forma 81"/>
            <p:cNvSpPr/>
            <p:nvPr/>
          </p:nvSpPr>
          <p:spPr>
            <a:xfrm>
              <a:off x="6398057" y="4617720"/>
              <a:ext cx="2748686" cy="4937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6450178" y="4631436"/>
              <a:ext cx="2644445" cy="2194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84" name="!!CapilarSistemico"/>
          <p:cNvSpPr/>
          <p:nvPr/>
        </p:nvSpPr>
        <p:spPr>
          <a:xfrm>
            <a:off x="6400800" y="4516222"/>
            <a:ext cx="2743200" cy="7681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85" name="!!VasoLinfatico"/>
          <p:cNvGrpSpPr/>
          <p:nvPr/>
        </p:nvGrpSpPr>
        <p:grpSpPr>
          <a:xfrm>
            <a:off x="7827264" y="4477817"/>
            <a:ext cx="1316736" cy="186538"/>
            <a:chOff x="7827264" y="4477817"/>
            <a:chExt cx="1316736" cy="186538"/>
          </a:xfrm>
        </p:grpSpPr>
        <p:sp>
          <p:nvSpPr>
            <p:cNvPr id="86" name="Forma 85"/>
            <p:cNvSpPr/>
            <p:nvPr/>
          </p:nvSpPr>
          <p:spPr>
            <a:xfrm>
              <a:off x="7827264" y="4477817"/>
              <a:ext cx="1316736" cy="8229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8022031" y="4549140"/>
              <a:ext cx="49378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88" name="Forma 87"/>
            <p:cNvSpPr/>
            <p:nvPr/>
          </p:nvSpPr>
          <p:spPr>
            <a:xfrm>
              <a:off x="8460943" y="4549140"/>
              <a:ext cx="49378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8844991" y="4549140"/>
              <a:ext cx="49378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90" name="!!LiquidoPleural"/>
          <p:cNvSpPr/>
          <p:nvPr/>
        </p:nvSpPr>
        <p:spPr>
          <a:xfrm>
            <a:off x="6400800" y="4667098"/>
            <a:ext cx="2743200" cy="286664"/>
          </a:xfrm>
          <a:prstGeom prst="rect">
            <a:avLst/>
          </a:prstGeom>
          <a:solidFill>
            <a:srgbClr val="B22222">
              <a:alpha val="92000"/>
            </a:srgbClr>
          </a:solidFill>
          <a:ln>
            <a:noFill/>
          </a:ln>
        </p:spPr>
      </p:sp>
      <p:grpSp>
        <p:nvGrpSpPr>
          <p:cNvPr id="91" name="!!PleuraVisceral"/>
          <p:cNvGrpSpPr/>
          <p:nvPr/>
        </p:nvGrpSpPr>
        <p:grpSpPr>
          <a:xfrm>
            <a:off x="6236208" y="4951019"/>
            <a:ext cx="3072384" cy="145390"/>
            <a:chOff x="6236208" y="4951019"/>
            <a:chExt cx="3072384" cy="145390"/>
          </a:xfrm>
        </p:grpSpPr>
        <p:sp>
          <p:nvSpPr>
            <p:cNvPr id="92" name="Forma 91"/>
            <p:cNvSpPr/>
            <p:nvPr/>
          </p:nvSpPr>
          <p:spPr>
            <a:xfrm>
              <a:off x="6236208" y="4953762"/>
              <a:ext cx="3072384" cy="14264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6260897" y="4951019"/>
              <a:ext cx="3023006" cy="4937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94" name="Forma 93"/>
            <p:cNvSpPr/>
            <p:nvPr/>
          </p:nvSpPr>
          <p:spPr>
            <a:xfrm>
              <a:off x="6313018" y="4964735"/>
              <a:ext cx="2918765" cy="2194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95" name="!!CapilarPulmonar"/>
          <p:cNvSpPr/>
          <p:nvPr/>
        </p:nvSpPr>
        <p:spPr>
          <a:xfrm>
            <a:off x="6236208" y="5030572"/>
            <a:ext cx="3072384" cy="4937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96" name="!!Alveolos"/>
          <p:cNvGrpSpPr/>
          <p:nvPr/>
        </p:nvGrpSpPr>
        <p:grpSpPr>
          <a:xfrm>
            <a:off x="6236208" y="5118354"/>
            <a:ext cx="3097073" cy="1145286"/>
            <a:chOff x="6236208" y="5118354"/>
            <a:chExt cx="3097073" cy="1145286"/>
          </a:xfrm>
        </p:grpSpPr>
        <p:sp>
          <p:nvSpPr>
            <p:cNvPr id="97" name="Forma 96"/>
            <p:cNvSpPr/>
            <p:nvPr/>
          </p:nvSpPr>
          <p:spPr>
            <a:xfrm>
              <a:off x="6236208" y="5118354"/>
              <a:ext cx="3072384" cy="1145286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98" name="Forma 97"/>
            <p:cNvSpPr/>
            <p:nvPr/>
          </p:nvSpPr>
          <p:spPr>
            <a:xfrm>
              <a:off x="6343193" y="5148529"/>
              <a:ext cx="2990088" cy="1064362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99" name="!!Nodulos"/>
          <p:cNvGrpSpPr/>
          <p:nvPr/>
        </p:nvGrpSpPr>
        <p:grpSpPr>
          <a:xfrm>
            <a:off x="6784848" y="4625950"/>
            <a:ext cx="2068373" cy="393649"/>
            <a:chOff x="6784848" y="4625950"/>
            <a:chExt cx="2068373" cy="393649"/>
          </a:xfrm>
        </p:grpSpPr>
        <p:sp>
          <p:nvSpPr>
            <p:cNvPr id="100" name="Forma 99"/>
            <p:cNvSpPr/>
            <p:nvPr/>
          </p:nvSpPr>
          <p:spPr>
            <a:xfrm>
              <a:off x="6784848" y="4625950"/>
              <a:ext cx="2068373" cy="393649"/>
            </a:xfrm>
            <a:custGeom>
              <a:avLst/>
              <a:gdLst/>
              <a:ahLst/>
              <a:cxnLst/>
              <a:rect l="0" t="0" r="r" b="b"/>
              <a:pathLst>
                <a:path w="7540" h="1435">
                  <a:moveTo>
                    <a:pt x="800" y="300"/>
                  </a:moveTo>
                  <a:cubicBezTo>
                    <a:pt x="800" y="465"/>
                    <a:pt x="620" y="600"/>
                    <a:pt x="400" y="600"/>
                  </a:cubicBezTo>
                  <a:cubicBezTo>
                    <a:pt x="179" y="600"/>
                    <a:pt x="0" y="465"/>
                    <a:pt x="0" y="300"/>
                  </a:cubicBezTo>
                  <a:cubicBezTo>
                    <a:pt x="0" y="134"/>
                    <a:pt x="179" y="0"/>
                    <a:pt x="400" y="0"/>
                  </a:cubicBezTo>
                  <a:cubicBezTo>
                    <a:pt x="620" y="0"/>
                    <a:pt x="800" y="134"/>
                    <a:pt x="800" y="300"/>
                  </a:cubicBezTo>
                  <a:close/>
                  <a:moveTo>
                    <a:pt x="4520" y="320"/>
                  </a:moveTo>
                  <a:cubicBezTo>
                    <a:pt x="4520" y="463"/>
                    <a:pt x="4376" y="580"/>
                    <a:pt x="4200" y="580"/>
                  </a:cubicBezTo>
                  <a:cubicBezTo>
                    <a:pt x="4023" y="580"/>
                    <a:pt x="3880" y="463"/>
                    <a:pt x="3880" y="320"/>
                  </a:cubicBezTo>
                  <a:cubicBezTo>
                    <a:pt x="3880" y="176"/>
                    <a:pt x="4023" y="60"/>
                    <a:pt x="4200" y="60"/>
                  </a:cubicBezTo>
                  <a:cubicBezTo>
                    <a:pt x="4376" y="60"/>
                    <a:pt x="4520" y="176"/>
                    <a:pt x="4520" y="320"/>
                  </a:cubicBezTo>
                  <a:close/>
                  <a:moveTo>
                    <a:pt x="3160" y="1095"/>
                  </a:moveTo>
                  <a:cubicBezTo>
                    <a:pt x="3160" y="1249"/>
                    <a:pt x="2998" y="1375"/>
                    <a:pt x="2800" y="1375"/>
                  </a:cubicBezTo>
                  <a:cubicBezTo>
                    <a:pt x="2601" y="1375"/>
                    <a:pt x="2440" y="1249"/>
                    <a:pt x="2440" y="1095"/>
                  </a:cubicBezTo>
                  <a:cubicBezTo>
                    <a:pt x="2440" y="940"/>
                    <a:pt x="2601" y="815"/>
                    <a:pt x="2800" y="815"/>
                  </a:cubicBezTo>
                  <a:cubicBezTo>
                    <a:pt x="2998" y="815"/>
                    <a:pt x="3160" y="940"/>
                    <a:pt x="3160" y="1095"/>
                  </a:cubicBezTo>
                  <a:close/>
                  <a:moveTo>
                    <a:pt x="7540" y="1115"/>
                  </a:moveTo>
                  <a:cubicBezTo>
                    <a:pt x="7540" y="1291"/>
                    <a:pt x="7343" y="1435"/>
                    <a:pt x="7100" y="1435"/>
                  </a:cubicBezTo>
                  <a:cubicBezTo>
                    <a:pt x="6856" y="1435"/>
                    <a:pt x="6660" y="1291"/>
                    <a:pt x="6660" y="1115"/>
                  </a:cubicBezTo>
                  <a:cubicBezTo>
                    <a:pt x="6660" y="938"/>
                    <a:pt x="6856" y="795"/>
                    <a:pt x="7100" y="795"/>
                  </a:cubicBezTo>
                  <a:cubicBezTo>
                    <a:pt x="7343" y="795"/>
                    <a:pt x="7540" y="938"/>
                    <a:pt x="7540" y="1115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grpSp>
        <p:nvGrpSpPr>
          <p:cNvPr id="101" name="!!PielPared_2"/>
          <p:cNvGrpSpPr/>
          <p:nvPr/>
        </p:nvGrpSpPr>
        <p:grpSpPr>
          <a:xfrm>
            <a:off x="9326880" y="3520440"/>
            <a:ext cx="2696840" cy="342900"/>
            <a:chOff x="9326880" y="3520440"/>
            <a:chExt cx="2696840" cy="342900"/>
          </a:xfrm>
        </p:grpSpPr>
        <p:sp>
          <p:nvSpPr>
            <p:cNvPr id="102" name="Forma 101"/>
            <p:cNvSpPr/>
            <p:nvPr/>
          </p:nvSpPr>
          <p:spPr>
            <a:xfrm>
              <a:off x="9326880" y="3520440"/>
              <a:ext cx="2651760" cy="123444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103" name="Forma 102"/>
            <p:cNvSpPr/>
            <p:nvPr/>
          </p:nvSpPr>
          <p:spPr>
            <a:xfrm>
              <a:off x="9326880" y="3643884"/>
              <a:ext cx="2651760" cy="21945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04" name="Forma 103"/>
            <p:cNvSpPr/>
            <p:nvPr/>
          </p:nvSpPr>
          <p:spPr>
            <a:xfrm>
              <a:off x="9334835" y="3704234"/>
              <a:ext cx="2688885" cy="9875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105" name="!!MusculoIntercostal_2"/>
          <p:cNvGrpSpPr/>
          <p:nvPr/>
        </p:nvGrpSpPr>
        <p:grpSpPr>
          <a:xfrm>
            <a:off x="9220810" y="3863340"/>
            <a:ext cx="2863901" cy="576072"/>
            <a:chOff x="9220810" y="3863340"/>
            <a:chExt cx="2863901" cy="576072"/>
          </a:xfrm>
        </p:grpSpPr>
        <p:sp>
          <p:nvSpPr>
            <p:cNvPr id="106" name="Forma 105"/>
            <p:cNvSpPr/>
            <p:nvPr/>
          </p:nvSpPr>
          <p:spPr>
            <a:xfrm>
              <a:off x="9326880" y="3863340"/>
              <a:ext cx="2651760" cy="57607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7" name="Forma 106"/>
            <p:cNvSpPr/>
            <p:nvPr/>
          </p:nvSpPr>
          <p:spPr>
            <a:xfrm>
              <a:off x="9220810" y="3877056"/>
              <a:ext cx="2863901" cy="5486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08" name="!!Costillas_2"/>
          <p:cNvGrpSpPr/>
          <p:nvPr/>
        </p:nvGrpSpPr>
        <p:grpSpPr>
          <a:xfrm>
            <a:off x="9618574" y="3888029"/>
            <a:ext cx="2068373" cy="482803"/>
            <a:chOff x="9618574" y="3888029"/>
            <a:chExt cx="2068373" cy="482803"/>
          </a:xfrm>
        </p:grpSpPr>
        <p:sp>
          <p:nvSpPr>
            <p:cNvPr id="109" name="Forma 108"/>
            <p:cNvSpPr/>
            <p:nvPr/>
          </p:nvSpPr>
          <p:spPr>
            <a:xfrm>
              <a:off x="9618574" y="3888029"/>
              <a:ext cx="636422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0" name="Forma 109"/>
            <p:cNvSpPr/>
            <p:nvPr/>
          </p:nvSpPr>
          <p:spPr>
            <a:xfrm>
              <a:off x="9719340" y="3981298"/>
              <a:ext cx="434889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1" name="Forma 110"/>
            <p:cNvSpPr/>
            <p:nvPr/>
          </p:nvSpPr>
          <p:spPr>
            <a:xfrm>
              <a:off x="11050524" y="3888029"/>
              <a:ext cx="636422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2" name="Forma 111"/>
            <p:cNvSpPr/>
            <p:nvPr/>
          </p:nvSpPr>
          <p:spPr>
            <a:xfrm>
              <a:off x="11151291" y="3981298"/>
              <a:ext cx="434889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13" name="!!PaqueteVN_2"/>
          <p:cNvGrpSpPr/>
          <p:nvPr/>
        </p:nvGrpSpPr>
        <p:grpSpPr>
          <a:xfrm>
            <a:off x="10199309" y="4203497"/>
            <a:ext cx="1522110" cy="208483"/>
            <a:chOff x="10199309" y="4203497"/>
            <a:chExt cx="1522110" cy="208483"/>
          </a:xfrm>
        </p:grpSpPr>
        <p:sp>
          <p:nvSpPr>
            <p:cNvPr id="114" name="Forma 113"/>
            <p:cNvSpPr/>
            <p:nvPr/>
          </p:nvSpPr>
          <p:spPr>
            <a:xfrm>
              <a:off x="10199309" y="4203497"/>
              <a:ext cx="68946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5" name="Forma 114"/>
            <p:cNvSpPr/>
            <p:nvPr/>
          </p:nvSpPr>
          <p:spPr>
            <a:xfrm>
              <a:off x="10225827" y="4285793"/>
              <a:ext cx="58339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6" name="Forma 115"/>
            <p:cNvSpPr/>
            <p:nvPr/>
          </p:nvSpPr>
          <p:spPr>
            <a:xfrm>
              <a:off x="10241737" y="4362602"/>
              <a:ext cx="47732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7" name="Forma 116"/>
            <p:cNvSpPr/>
            <p:nvPr/>
          </p:nvSpPr>
          <p:spPr>
            <a:xfrm>
              <a:off x="11631259" y="4203497"/>
              <a:ext cx="68946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8" name="Forma 117"/>
            <p:cNvSpPr/>
            <p:nvPr/>
          </p:nvSpPr>
          <p:spPr>
            <a:xfrm>
              <a:off x="11657777" y="4285793"/>
              <a:ext cx="58339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9" name="Forma 118"/>
            <p:cNvSpPr/>
            <p:nvPr/>
          </p:nvSpPr>
          <p:spPr>
            <a:xfrm>
              <a:off x="11673688" y="4362602"/>
              <a:ext cx="47732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120" name="!!PleuraParietal_2"/>
          <p:cNvGrpSpPr/>
          <p:nvPr/>
        </p:nvGrpSpPr>
        <p:grpSpPr>
          <a:xfrm>
            <a:off x="9324228" y="4466844"/>
            <a:ext cx="2657064" cy="200254"/>
            <a:chOff x="9324228" y="4466844"/>
            <a:chExt cx="2657064" cy="200254"/>
          </a:xfrm>
        </p:grpSpPr>
        <p:sp>
          <p:nvSpPr>
            <p:cNvPr id="121" name="Forma 120"/>
            <p:cNvSpPr/>
            <p:nvPr/>
          </p:nvSpPr>
          <p:spPr>
            <a:xfrm>
              <a:off x="9326880" y="4466844"/>
              <a:ext cx="2651760" cy="1865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122" name="Forma 121"/>
            <p:cNvSpPr/>
            <p:nvPr/>
          </p:nvSpPr>
          <p:spPr>
            <a:xfrm>
              <a:off x="9324228" y="4617720"/>
              <a:ext cx="2657064" cy="4937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123" name="Forma 122"/>
            <p:cNvSpPr/>
            <p:nvPr/>
          </p:nvSpPr>
          <p:spPr>
            <a:xfrm>
              <a:off x="9374612" y="4631436"/>
              <a:ext cx="2556297" cy="2194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124" name="!!CapilarSistemico_2"/>
          <p:cNvSpPr/>
          <p:nvPr/>
        </p:nvSpPr>
        <p:spPr>
          <a:xfrm>
            <a:off x="9326880" y="4516222"/>
            <a:ext cx="2651760" cy="7681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125" name="!!VasoLinfatico_2"/>
          <p:cNvGrpSpPr/>
          <p:nvPr/>
        </p:nvGrpSpPr>
        <p:grpSpPr>
          <a:xfrm>
            <a:off x="10705795" y="4477817"/>
            <a:ext cx="1272845" cy="186538"/>
            <a:chOff x="10705795" y="4477817"/>
            <a:chExt cx="1272845" cy="186538"/>
          </a:xfrm>
        </p:grpSpPr>
        <p:sp>
          <p:nvSpPr>
            <p:cNvPr id="126" name="Forma 125"/>
            <p:cNvSpPr/>
            <p:nvPr/>
          </p:nvSpPr>
          <p:spPr>
            <a:xfrm>
              <a:off x="10705795" y="4477817"/>
              <a:ext cx="1272845" cy="8229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127" name="Forma 126"/>
            <p:cNvSpPr/>
            <p:nvPr/>
          </p:nvSpPr>
          <p:spPr>
            <a:xfrm>
              <a:off x="10894070" y="4549140"/>
              <a:ext cx="47732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28" name="Forma 127"/>
            <p:cNvSpPr/>
            <p:nvPr/>
          </p:nvSpPr>
          <p:spPr>
            <a:xfrm>
              <a:off x="11318352" y="4549140"/>
              <a:ext cx="47732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29" name="Forma 128"/>
            <p:cNvSpPr/>
            <p:nvPr/>
          </p:nvSpPr>
          <p:spPr>
            <a:xfrm>
              <a:off x="11689598" y="4549140"/>
              <a:ext cx="47732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130" name="!!LiquidoPleural_2"/>
          <p:cNvSpPr/>
          <p:nvPr/>
        </p:nvSpPr>
        <p:spPr>
          <a:xfrm>
            <a:off x="9326880" y="4667098"/>
            <a:ext cx="2651760" cy="422453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131" name="!!PleuraVisceral_2"/>
          <p:cNvGrpSpPr/>
          <p:nvPr/>
        </p:nvGrpSpPr>
        <p:grpSpPr>
          <a:xfrm>
            <a:off x="9167774" y="5086807"/>
            <a:ext cx="2969971" cy="145390"/>
            <a:chOff x="9167774" y="5086807"/>
            <a:chExt cx="2969971" cy="145390"/>
          </a:xfrm>
        </p:grpSpPr>
        <p:sp>
          <p:nvSpPr>
            <p:cNvPr id="132" name="Forma 131"/>
            <p:cNvSpPr/>
            <p:nvPr/>
          </p:nvSpPr>
          <p:spPr>
            <a:xfrm>
              <a:off x="9167774" y="5089550"/>
              <a:ext cx="2969971" cy="14264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133" name="Forma 132"/>
            <p:cNvSpPr/>
            <p:nvPr/>
          </p:nvSpPr>
          <p:spPr>
            <a:xfrm>
              <a:off x="9191640" y="5086807"/>
              <a:ext cx="2922240" cy="4937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134" name="Forma 133"/>
            <p:cNvSpPr/>
            <p:nvPr/>
          </p:nvSpPr>
          <p:spPr>
            <a:xfrm>
              <a:off x="9242024" y="5100523"/>
              <a:ext cx="2821473" cy="2194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135" name="!!CapilarPulmonar_2"/>
          <p:cNvSpPr/>
          <p:nvPr/>
        </p:nvSpPr>
        <p:spPr>
          <a:xfrm>
            <a:off x="9167774" y="5166360"/>
            <a:ext cx="2969971" cy="4937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136" name="!!Alveolos_2"/>
          <p:cNvGrpSpPr/>
          <p:nvPr/>
        </p:nvGrpSpPr>
        <p:grpSpPr>
          <a:xfrm>
            <a:off x="9167774" y="5254142"/>
            <a:ext cx="2993837" cy="1009498"/>
            <a:chOff x="9167774" y="5254142"/>
            <a:chExt cx="2993837" cy="1009498"/>
          </a:xfrm>
        </p:grpSpPr>
        <p:sp>
          <p:nvSpPr>
            <p:cNvPr id="137" name="Forma 136"/>
            <p:cNvSpPr/>
            <p:nvPr/>
          </p:nvSpPr>
          <p:spPr>
            <a:xfrm>
              <a:off x="9167774" y="5254142"/>
              <a:ext cx="2969971" cy="100949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138" name="Forma 137"/>
            <p:cNvSpPr/>
            <p:nvPr/>
          </p:nvSpPr>
          <p:spPr>
            <a:xfrm>
              <a:off x="9271193" y="5284318"/>
              <a:ext cx="2890418" cy="79004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139" name="!!TumorFibroso"/>
          <p:cNvGrpSpPr/>
          <p:nvPr/>
        </p:nvGrpSpPr>
        <p:grpSpPr>
          <a:xfrm>
            <a:off x="10387584" y="4568342"/>
            <a:ext cx="636422" cy="521208"/>
            <a:chOff x="10387584" y="4568342"/>
            <a:chExt cx="636422" cy="521208"/>
          </a:xfrm>
        </p:grpSpPr>
        <p:sp>
          <p:nvSpPr>
            <p:cNvPr id="140" name="Forma 139"/>
            <p:cNvSpPr/>
            <p:nvPr/>
          </p:nvSpPr>
          <p:spPr>
            <a:xfrm>
              <a:off x="10705795" y="4979822"/>
              <a:ext cx="2652" cy="109728"/>
            </a:xfrm>
            <a:custGeom>
              <a:avLst/>
              <a:gdLst/>
              <a:ahLst/>
              <a:cxnLst/>
              <a:rect l="0" t="0" r="r" b="b"/>
              <a:pathLst>
                <a:path w="10" h="400" fill="none">
                  <a:moveTo>
                    <a:pt x="0" y="40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C9A27E"/>
              </a:solidFill>
              <a:round/>
            </a:ln>
          </p:spPr>
        </p:sp>
        <p:sp>
          <p:nvSpPr>
            <p:cNvPr id="141" name="Forma 140"/>
            <p:cNvSpPr/>
            <p:nvPr/>
          </p:nvSpPr>
          <p:spPr>
            <a:xfrm>
              <a:off x="10387584" y="4568342"/>
              <a:ext cx="636422" cy="438912"/>
            </a:xfrm>
            <a:custGeom>
              <a:avLst/>
              <a:gdLst/>
              <a:ahLst/>
              <a:cxnLst/>
              <a:rect l="0" t="0" r="r" b="b"/>
              <a:pathLst>
                <a:path w="2400" h="1600">
                  <a:moveTo>
                    <a:pt x="2400" y="800"/>
                  </a:moveTo>
                  <a:cubicBezTo>
                    <a:pt x="2400" y="1241"/>
                    <a:pt x="1862" y="1600"/>
                    <a:pt x="1200" y="1600"/>
                  </a:cubicBezTo>
                  <a:cubicBezTo>
                    <a:pt x="537" y="1600"/>
                    <a:pt x="0" y="1241"/>
                    <a:pt x="0" y="800"/>
                  </a:cubicBezTo>
                  <a:cubicBezTo>
                    <a:pt x="0" y="358"/>
                    <a:pt x="537" y="0"/>
                    <a:pt x="1200" y="0"/>
                  </a:cubicBezTo>
                  <a:cubicBezTo>
                    <a:pt x="1862" y="0"/>
                    <a:pt x="2400" y="358"/>
                    <a:pt x="2400" y="8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1E4CF"/>
                </a:gs>
                <a:gs pos="55000">
                  <a:srgbClr val="E8D3B0"/>
                </a:gs>
                <a:gs pos="100000">
                  <a:srgbClr val="AE9E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B6B47"/>
              </a:solidFill>
              <a:round/>
            </a:ln>
          </p:spPr>
        </p:sp>
        <p:sp>
          <p:nvSpPr>
            <p:cNvPr id="142" name="Forma 141"/>
            <p:cNvSpPr/>
            <p:nvPr/>
          </p:nvSpPr>
          <p:spPr>
            <a:xfrm>
              <a:off x="10520172" y="4705502"/>
              <a:ext cx="371246" cy="137160"/>
            </a:xfrm>
            <a:custGeom>
              <a:avLst/>
              <a:gdLst/>
              <a:ahLst/>
              <a:cxnLst/>
              <a:rect l="0" t="0" r="r" b="b"/>
              <a:pathLst>
                <a:path w="1400" h="500" fill="none">
                  <a:moveTo>
                    <a:pt x="0" y="0"/>
                  </a:moveTo>
                  <a:lnTo>
                    <a:pt x="1400" y="500"/>
                  </a:lnTo>
                </a:path>
                <a:path w="1400" h="500" fill="none">
                  <a:moveTo>
                    <a:pt x="100" y="500"/>
                  </a:moveTo>
                  <a:lnTo>
                    <a:pt x="1300" y="100"/>
                  </a:lnTo>
                </a:path>
              </a:pathLst>
            </a:custGeom>
            <a:noFill/>
            <a:ln w="15875" cap="rnd">
              <a:solidFill>
                <a:srgbClr val="C9A27E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738214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XVIII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 PLEURALES</a:t>
            </a:r>
            <a:endParaRPr lang="es-AR" sz="4000" dirty="0">
              <a:latin typeface="Mali"/>
            </a:endParaRPr>
          </a:p>
        </p:txBody>
      </p:sp>
      <p:sp>
        <p:nvSpPr>
          <p:cNvPr id="1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498080" cy="922035"/>
            <a:chOff x="365760" y="914400"/>
            <a:chExt cx="7498080" cy="92203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1718310" cy="922035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TIPO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084070" y="914400"/>
              <a:ext cx="1874520" cy="922035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SUBTIPO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3958590" y="914400"/>
              <a:ext cx="3905250" cy="922035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81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DESCRIPCIÓN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836435"/>
            <a:ext cx="7498080" cy="1078144"/>
            <a:chOff x="365760" y="1836435"/>
            <a:chExt cx="7498080" cy="1078144"/>
          </a:xfrm>
        </p:grpSpPr>
        <p:sp>
          <p:nvSpPr>
            <p:cNvPr id="9" name="Forma 8"/>
            <p:cNvSpPr/>
            <p:nvPr/>
          </p:nvSpPr>
          <p:spPr>
            <a:xfrm>
              <a:off x="365760" y="1836435"/>
              <a:ext cx="1718310" cy="107814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 maligno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084070" y="1836435"/>
              <a:ext cx="1874520" cy="107814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Mesotelioma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3958590" y="1836435"/>
              <a:ext cx="3905250" cy="107814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más frecuente de los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pleura; células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mesoteliales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2914579"/>
            <a:ext cx="7498080" cy="1078144"/>
            <a:chOff x="365760" y="2914579"/>
            <a:chExt cx="7498080" cy="1078144"/>
          </a:xfrm>
        </p:grpSpPr>
        <p:sp>
          <p:nvSpPr>
            <p:cNvPr id="13" name="Forma 12"/>
            <p:cNvSpPr/>
            <p:nvPr/>
          </p:nvSpPr>
          <p:spPr>
            <a:xfrm>
              <a:off x="365760" y="2914579"/>
              <a:ext cx="1718310" cy="107814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 benigno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084070" y="2914579"/>
              <a:ext cx="1874520" cy="107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Varios (raros)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3958590" y="2914579"/>
              <a:ext cx="3905250" cy="107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Incluye el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 fibroso solitario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3992723"/>
            <a:ext cx="7498080" cy="1284214"/>
            <a:chOff x="365760" y="3992723"/>
            <a:chExt cx="7498080" cy="1284214"/>
          </a:xfrm>
        </p:grpSpPr>
        <p:sp>
          <p:nvSpPr>
            <p:cNvPr id="17" name="Forma 16"/>
            <p:cNvSpPr/>
            <p:nvPr/>
          </p:nvSpPr>
          <p:spPr>
            <a:xfrm>
              <a:off x="365760" y="3992723"/>
              <a:ext cx="1718310" cy="128421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Metastásico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084070" y="3992723"/>
              <a:ext cx="1874520" cy="128421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Metástasis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3958590" y="3992723"/>
              <a:ext cx="3905250" cy="128421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 más frecuente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tumor pleural; por contigüidad, vía hematógena o linfática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5276936"/>
            <a:ext cx="7498080" cy="1078144"/>
            <a:chOff x="365760" y="5276936"/>
            <a:chExt cx="7498080" cy="1078144"/>
          </a:xfrm>
        </p:grpSpPr>
        <p:sp>
          <p:nvSpPr>
            <p:cNvPr id="21" name="Forma 20"/>
            <p:cNvSpPr/>
            <p:nvPr/>
          </p:nvSpPr>
          <p:spPr>
            <a:xfrm>
              <a:off x="365760" y="5276936"/>
              <a:ext cx="1718310" cy="107814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Otros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084070" y="5276936"/>
              <a:ext cx="1874520" cy="107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 fibroso solitario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3958590" y="5276936"/>
              <a:ext cx="3905250" cy="107814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ts val="1623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Benigno; origen en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fibroblastos subpleurales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tratamiento quirúrgico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4" name="!!PielPared"/>
          <p:cNvGrpSpPr/>
          <p:nvPr/>
        </p:nvGrpSpPr>
        <p:grpSpPr>
          <a:xfrm>
            <a:off x="8138160" y="914400"/>
            <a:ext cx="3812774" cy="217170"/>
            <a:chOff x="8138160" y="914400"/>
            <a:chExt cx="3812774" cy="217170"/>
          </a:xfrm>
        </p:grpSpPr>
        <p:sp>
          <p:nvSpPr>
            <p:cNvPr id="25" name="Forma 24"/>
            <p:cNvSpPr/>
            <p:nvPr/>
          </p:nvSpPr>
          <p:spPr>
            <a:xfrm>
              <a:off x="8138160" y="914400"/>
              <a:ext cx="3749040" cy="7818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138160" y="992581"/>
              <a:ext cx="3749040" cy="138989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8149407" y="1030803"/>
              <a:ext cx="3801527" cy="6254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28" name="!!MusculoIntercostal"/>
          <p:cNvGrpSpPr/>
          <p:nvPr/>
        </p:nvGrpSpPr>
        <p:grpSpPr>
          <a:xfrm>
            <a:off x="7988198" y="1131570"/>
            <a:ext cx="4048963" cy="364846"/>
            <a:chOff x="7988198" y="1131570"/>
            <a:chExt cx="4048963" cy="364846"/>
          </a:xfrm>
        </p:grpSpPr>
        <p:sp>
          <p:nvSpPr>
            <p:cNvPr id="29" name="Forma 28"/>
            <p:cNvSpPr/>
            <p:nvPr/>
          </p:nvSpPr>
          <p:spPr>
            <a:xfrm>
              <a:off x="8138160" y="1131570"/>
              <a:ext cx="3749040" cy="364846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988198" y="1140257"/>
              <a:ext cx="4048963" cy="347472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31" name="!!Costillas"/>
          <p:cNvGrpSpPr/>
          <p:nvPr/>
        </p:nvGrpSpPr>
        <p:grpSpPr>
          <a:xfrm>
            <a:off x="8550554" y="1147206"/>
            <a:ext cx="2924251" cy="305775"/>
            <a:chOff x="8550554" y="1147206"/>
            <a:chExt cx="2924251" cy="305775"/>
          </a:xfrm>
        </p:grpSpPr>
        <p:sp>
          <p:nvSpPr>
            <p:cNvPr id="32" name="Forma 31"/>
            <p:cNvSpPr/>
            <p:nvPr/>
          </p:nvSpPr>
          <p:spPr>
            <a:xfrm>
              <a:off x="8550554" y="11472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8693018" y="12062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575036" y="11472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0717500" y="12062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36" name="!!PaqueteVN"/>
          <p:cNvGrpSpPr/>
          <p:nvPr/>
        </p:nvGrpSpPr>
        <p:grpSpPr>
          <a:xfrm>
            <a:off x="9371594" y="1347003"/>
            <a:ext cx="2151949" cy="132039"/>
            <a:chOff x="9371594" y="1347003"/>
            <a:chExt cx="2151949" cy="132039"/>
          </a:xfrm>
        </p:grpSpPr>
        <p:sp>
          <p:nvSpPr>
            <p:cNvPr id="37" name="Forma 36"/>
            <p:cNvSpPr/>
            <p:nvPr/>
          </p:nvSpPr>
          <p:spPr>
            <a:xfrm>
              <a:off x="9371594" y="13470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9409085" y="13991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9431579" y="14477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1396076" y="13470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11433566" y="13991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1456060" y="14477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43" name="!!PleuraParietal"/>
          <p:cNvGrpSpPr/>
          <p:nvPr/>
        </p:nvGrpSpPr>
        <p:grpSpPr>
          <a:xfrm>
            <a:off x="8134411" y="1513789"/>
            <a:ext cx="3756538" cy="126827"/>
            <a:chOff x="8134411" y="1513789"/>
            <a:chExt cx="3756538" cy="126827"/>
          </a:xfrm>
        </p:grpSpPr>
        <p:sp>
          <p:nvSpPr>
            <p:cNvPr id="44" name="Forma 43"/>
            <p:cNvSpPr/>
            <p:nvPr/>
          </p:nvSpPr>
          <p:spPr>
            <a:xfrm>
              <a:off x="8138160" y="1513789"/>
              <a:ext cx="3749040" cy="118140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134411" y="1609344"/>
              <a:ext cx="3756538" cy="3127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205643" y="1618031"/>
              <a:ext cx="3614075" cy="138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47" name="!!CapilarSistemico"/>
          <p:cNvSpPr/>
          <p:nvPr/>
        </p:nvSpPr>
        <p:spPr>
          <a:xfrm>
            <a:off x="8138160" y="1545062"/>
            <a:ext cx="3749040" cy="4864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48" name="!!VasoLinfatico"/>
          <p:cNvGrpSpPr/>
          <p:nvPr/>
        </p:nvGrpSpPr>
        <p:grpSpPr>
          <a:xfrm>
            <a:off x="10087661" y="1520739"/>
            <a:ext cx="1799539" cy="118140"/>
            <a:chOff x="10087661" y="1520739"/>
            <a:chExt cx="1799539" cy="118140"/>
          </a:xfrm>
        </p:grpSpPr>
        <p:sp>
          <p:nvSpPr>
            <p:cNvPr id="49" name="Forma 48"/>
            <p:cNvSpPr/>
            <p:nvPr/>
          </p:nvSpPr>
          <p:spPr>
            <a:xfrm>
              <a:off x="10087661" y="1520739"/>
              <a:ext cx="1799539" cy="52121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10353843" y="15659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10953689" y="15659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1478555" y="15659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53" name="!!LiquidoPleural"/>
          <p:cNvSpPr/>
          <p:nvPr/>
        </p:nvSpPr>
        <p:spPr>
          <a:xfrm>
            <a:off x="8138160" y="1640616"/>
            <a:ext cx="3749040" cy="12422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54" name="!!TumorParietal"/>
          <p:cNvSpPr/>
          <p:nvPr/>
        </p:nvSpPr>
        <p:spPr>
          <a:xfrm>
            <a:off x="8149407" y="1571122"/>
            <a:ext cx="3610326" cy="192847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55" name="!!PleuraVisceral"/>
          <p:cNvGrpSpPr/>
          <p:nvPr/>
        </p:nvGrpSpPr>
        <p:grpSpPr>
          <a:xfrm>
            <a:off x="7913218" y="1719666"/>
            <a:ext cx="4198925" cy="135514"/>
            <a:chOff x="7913218" y="1719666"/>
            <a:chExt cx="4198925" cy="135514"/>
          </a:xfrm>
        </p:grpSpPr>
        <p:sp>
          <p:nvSpPr>
            <p:cNvPr id="56" name="Forma 55"/>
            <p:cNvSpPr/>
            <p:nvPr/>
          </p:nvSpPr>
          <p:spPr>
            <a:xfrm>
              <a:off x="7913218" y="1764838"/>
              <a:ext cx="4198925" cy="90343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946959" y="1763100"/>
              <a:ext cx="4131442" cy="3127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8018191" y="1771787"/>
              <a:ext cx="3988979" cy="138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8423087" y="1719666"/>
              <a:ext cx="3404128" cy="76444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60" name="!!CapilarPulmonar"/>
          <p:cNvSpPr/>
          <p:nvPr/>
        </p:nvSpPr>
        <p:spPr>
          <a:xfrm>
            <a:off x="7913218" y="1813484"/>
            <a:ext cx="4198925" cy="3127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61" name="!!Alveolos"/>
          <p:cNvGrpSpPr/>
          <p:nvPr/>
        </p:nvGrpSpPr>
        <p:grpSpPr>
          <a:xfrm>
            <a:off x="7913218" y="1869079"/>
            <a:ext cx="4232666" cy="782681"/>
            <a:chOff x="7913218" y="1869079"/>
            <a:chExt cx="4232666" cy="782681"/>
          </a:xfrm>
        </p:grpSpPr>
        <p:sp>
          <p:nvSpPr>
            <p:cNvPr id="62" name="Forma 61"/>
            <p:cNvSpPr/>
            <p:nvPr/>
          </p:nvSpPr>
          <p:spPr>
            <a:xfrm>
              <a:off x="7913218" y="1869079"/>
              <a:ext cx="4198925" cy="78268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63" name="Forma 62"/>
            <p:cNvSpPr/>
            <p:nvPr/>
          </p:nvSpPr>
          <p:spPr>
            <a:xfrm>
              <a:off x="8059430" y="1888190"/>
              <a:ext cx="4086454" cy="674096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64" name="!!PielPared_2"/>
          <p:cNvGrpSpPr/>
          <p:nvPr/>
        </p:nvGrpSpPr>
        <p:grpSpPr>
          <a:xfrm>
            <a:off x="8138160" y="2743200"/>
            <a:ext cx="3812774" cy="217170"/>
            <a:chOff x="8138160" y="2743200"/>
            <a:chExt cx="3812774" cy="217170"/>
          </a:xfrm>
        </p:grpSpPr>
        <p:sp>
          <p:nvSpPr>
            <p:cNvPr id="65" name="Forma 64"/>
            <p:cNvSpPr/>
            <p:nvPr/>
          </p:nvSpPr>
          <p:spPr>
            <a:xfrm>
              <a:off x="8138160" y="2743200"/>
              <a:ext cx="3749040" cy="7818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138160" y="2821381"/>
              <a:ext cx="3749040" cy="138989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7" name="Forma 66"/>
            <p:cNvSpPr/>
            <p:nvPr/>
          </p:nvSpPr>
          <p:spPr>
            <a:xfrm>
              <a:off x="8149407" y="2859603"/>
              <a:ext cx="3801527" cy="6254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68" name="!!MusculoIntercostal_2"/>
          <p:cNvGrpSpPr/>
          <p:nvPr/>
        </p:nvGrpSpPr>
        <p:grpSpPr>
          <a:xfrm>
            <a:off x="7988198" y="2960370"/>
            <a:ext cx="4048963" cy="364846"/>
            <a:chOff x="7988198" y="2960370"/>
            <a:chExt cx="4048963" cy="364846"/>
          </a:xfrm>
        </p:grpSpPr>
        <p:sp>
          <p:nvSpPr>
            <p:cNvPr id="69" name="Forma 68"/>
            <p:cNvSpPr/>
            <p:nvPr/>
          </p:nvSpPr>
          <p:spPr>
            <a:xfrm>
              <a:off x="8138160" y="2960370"/>
              <a:ext cx="3749040" cy="364846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7988198" y="2969057"/>
              <a:ext cx="4048963" cy="347472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71" name="!!Costillas_2"/>
          <p:cNvGrpSpPr/>
          <p:nvPr/>
        </p:nvGrpSpPr>
        <p:grpSpPr>
          <a:xfrm>
            <a:off x="8550554" y="2976006"/>
            <a:ext cx="2924251" cy="305775"/>
            <a:chOff x="8550554" y="2976006"/>
            <a:chExt cx="2924251" cy="305775"/>
          </a:xfrm>
        </p:grpSpPr>
        <p:sp>
          <p:nvSpPr>
            <p:cNvPr id="72" name="Forma 71"/>
            <p:cNvSpPr/>
            <p:nvPr/>
          </p:nvSpPr>
          <p:spPr>
            <a:xfrm>
              <a:off x="8550554" y="29760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8693018" y="30350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10575036" y="29760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10717500" y="30350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76" name="!!PaqueteVN_2"/>
          <p:cNvGrpSpPr/>
          <p:nvPr/>
        </p:nvGrpSpPr>
        <p:grpSpPr>
          <a:xfrm>
            <a:off x="9371594" y="3175803"/>
            <a:ext cx="2151949" cy="132039"/>
            <a:chOff x="9371594" y="3175803"/>
            <a:chExt cx="2151949" cy="132039"/>
          </a:xfrm>
        </p:grpSpPr>
        <p:sp>
          <p:nvSpPr>
            <p:cNvPr id="77" name="Forma 76"/>
            <p:cNvSpPr/>
            <p:nvPr/>
          </p:nvSpPr>
          <p:spPr>
            <a:xfrm>
              <a:off x="9371594" y="31758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9409085" y="32279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9" name="Forma 78"/>
            <p:cNvSpPr/>
            <p:nvPr/>
          </p:nvSpPr>
          <p:spPr>
            <a:xfrm>
              <a:off x="9431579" y="32765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11396076" y="31758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81" name="Forma 80"/>
            <p:cNvSpPr/>
            <p:nvPr/>
          </p:nvSpPr>
          <p:spPr>
            <a:xfrm>
              <a:off x="11433566" y="32279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11456060" y="32765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83" name="!!PleuraParietal_2"/>
          <p:cNvGrpSpPr/>
          <p:nvPr/>
        </p:nvGrpSpPr>
        <p:grpSpPr>
          <a:xfrm>
            <a:off x="8134411" y="3342589"/>
            <a:ext cx="3756538" cy="126827"/>
            <a:chOff x="8134411" y="3342589"/>
            <a:chExt cx="3756538" cy="126827"/>
          </a:xfrm>
        </p:grpSpPr>
        <p:sp>
          <p:nvSpPr>
            <p:cNvPr id="84" name="Forma 83"/>
            <p:cNvSpPr/>
            <p:nvPr/>
          </p:nvSpPr>
          <p:spPr>
            <a:xfrm>
              <a:off x="8138160" y="3342589"/>
              <a:ext cx="3749040" cy="118140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85" name="Forma 84"/>
            <p:cNvSpPr/>
            <p:nvPr/>
          </p:nvSpPr>
          <p:spPr>
            <a:xfrm>
              <a:off x="8134411" y="3438144"/>
              <a:ext cx="3756538" cy="3127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8205643" y="3446831"/>
              <a:ext cx="3614075" cy="138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87" name="!!CapilarSistemico_2"/>
          <p:cNvSpPr/>
          <p:nvPr/>
        </p:nvSpPr>
        <p:spPr>
          <a:xfrm>
            <a:off x="8138160" y="3373862"/>
            <a:ext cx="3749040" cy="4864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88" name="!!VasoLinfatico_2"/>
          <p:cNvGrpSpPr/>
          <p:nvPr/>
        </p:nvGrpSpPr>
        <p:grpSpPr>
          <a:xfrm>
            <a:off x="10087661" y="3349539"/>
            <a:ext cx="1799539" cy="118140"/>
            <a:chOff x="10087661" y="3349539"/>
            <a:chExt cx="1799539" cy="118140"/>
          </a:xfrm>
        </p:grpSpPr>
        <p:sp>
          <p:nvSpPr>
            <p:cNvPr id="89" name="Forma 88"/>
            <p:cNvSpPr/>
            <p:nvPr/>
          </p:nvSpPr>
          <p:spPr>
            <a:xfrm>
              <a:off x="10087661" y="3349539"/>
              <a:ext cx="1799539" cy="52121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90" name="Forma 89"/>
            <p:cNvSpPr/>
            <p:nvPr/>
          </p:nvSpPr>
          <p:spPr>
            <a:xfrm>
              <a:off x="10353843" y="33947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953689" y="33947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92" name="Forma 91"/>
            <p:cNvSpPr/>
            <p:nvPr/>
          </p:nvSpPr>
          <p:spPr>
            <a:xfrm>
              <a:off x="11478555" y="33947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93" name="!!LiquidoPleural_2"/>
          <p:cNvSpPr/>
          <p:nvPr/>
        </p:nvSpPr>
        <p:spPr>
          <a:xfrm>
            <a:off x="8138160" y="3469416"/>
            <a:ext cx="3749040" cy="181554"/>
          </a:xfrm>
          <a:prstGeom prst="rect">
            <a:avLst/>
          </a:prstGeom>
          <a:solidFill>
            <a:srgbClr val="B22222">
              <a:alpha val="92000"/>
            </a:srgbClr>
          </a:solidFill>
          <a:ln>
            <a:noFill/>
          </a:ln>
        </p:spPr>
      </p:sp>
      <p:grpSp>
        <p:nvGrpSpPr>
          <p:cNvPr id="94" name="!!PleuraVisceral_2"/>
          <p:cNvGrpSpPr/>
          <p:nvPr/>
        </p:nvGrpSpPr>
        <p:grpSpPr>
          <a:xfrm>
            <a:off x="7913218" y="3649233"/>
            <a:ext cx="4198925" cy="92080"/>
            <a:chOff x="7913218" y="3649233"/>
            <a:chExt cx="4198925" cy="92080"/>
          </a:xfrm>
        </p:grpSpPr>
        <p:sp>
          <p:nvSpPr>
            <p:cNvPr id="95" name="Forma 94"/>
            <p:cNvSpPr/>
            <p:nvPr/>
          </p:nvSpPr>
          <p:spPr>
            <a:xfrm>
              <a:off x="7913218" y="3650971"/>
              <a:ext cx="4198925" cy="90343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7946959" y="3649233"/>
              <a:ext cx="4131442" cy="3127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97" name="Forma 96"/>
            <p:cNvSpPr/>
            <p:nvPr/>
          </p:nvSpPr>
          <p:spPr>
            <a:xfrm>
              <a:off x="8018191" y="3657920"/>
              <a:ext cx="3988979" cy="138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98" name="!!CapilarPulmonar_2"/>
          <p:cNvSpPr/>
          <p:nvPr/>
        </p:nvSpPr>
        <p:spPr>
          <a:xfrm>
            <a:off x="7913218" y="3699617"/>
            <a:ext cx="4198925" cy="3127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99" name="!!Alveolos_2"/>
          <p:cNvGrpSpPr/>
          <p:nvPr/>
        </p:nvGrpSpPr>
        <p:grpSpPr>
          <a:xfrm>
            <a:off x="7913218" y="3755212"/>
            <a:ext cx="4232666" cy="725348"/>
            <a:chOff x="7913218" y="3755212"/>
            <a:chExt cx="4232666" cy="725348"/>
          </a:xfrm>
        </p:grpSpPr>
        <p:sp>
          <p:nvSpPr>
            <p:cNvPr id="100" name="Forma 99"/>
            <p:cNvSpPr/>
            <p:nvPr/>
          </p:nvSpPr>
          <p:spPr>
            <a:xfrm>
              <a:off x="7913218" y="3755212"/>
              <a:ext cx="4198925" cy="72534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101" name="Forma 100"/>
            <p:cNvSpPr/>
            <p:nvPr/>
          </p:nvSpPr>
          <p:spPr>
            <a:xfrm>
              <a:off x="8059430" y="3774323"/>
              <a:ext cx="4086454" cy="674096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102" name="!!Nodulos"/>
          <p:cNvGrpSpPr/>
          <p:nvPr/>
        </p:nvGrpSpPr>
        <p:grpSpPr>
          <a:xfrm>
            <a:off x="8663026" y="3443356"/>
            <a:ext cx="2826776" cy="249311"/>
            <a:chOff x="8663026" y="3443356"/>
            <a:chExt cx="2826776" cy="249311"/>
          </a:xfrm>
        </p:grpSpPr>
        <p:sp>
          <p:nvSpPr>
            <p:cNvPr id="103" name="Forma 102"/>
            <p:cNvSpPr/>
            <p:nvPr/>
          </p:nvSpPr>
          <p:spPr>
            <a:xfrm>
              <a:off x="8663026" y="3443356"/>
              <a:ext cx="2826776" cy="249311"/>
            </a:xfrm>
            <a:custGeom>
              <a:avLst/>
              <a:gdLst/>
              <a:ahLst/>
              <a:cxnLst/>
              <a:rect l="0" t="0" r="r" b="b"/>
              <a:pathLst>
                <a:path w="7540" h="1435">
                  <a:moveTo>
                    <a:pt x="800" y="300"/>
                  </a:moveTo>
                  <a:cubicBezTo>
                    <a:pt x="800" y="465"/>
                    <a:pt x="620" y="600"/>
                    <a:pt x="400" y="600"/>
                  </a:cubicBezTo>
                  <a:cubicBezTo>
                    <a:pt x="179" y="600"/>
                    <a:pt x="0" y="465"/>
                    <a:pt x="0" y="300"/>
                  </a:cubicBezTo>
                  <a:cubicBezTo>
                    <a:pt x="0" y="134"/>
                    <a:pt x="179" y="0"/>
                    <a:pt x="400" y="0"/>
                  </a:cubicBezTo>
                  <a:cubicBezTo>
                    <a:pt x="620" y="0"/>
                    <a:pt x="800" y="134"/>
                    <a:pt x="800" y="300"/>
                  </a:cubicBezTo>
                  <a:close/>
                  <a:moveTo>
                    <a:pt x="4520" y="320"/>
                  </a:moveTo>
                  <a:cubicBezTo>
                    <a:pt x="4520" y="463"/>
                    <a:pt x="4376" y="580"/>
                    <a:pt x="4200" y="580"/>
                  </a:cubicBezTo>
                  <a:cubicBezTo>
                    <a:pt x="4023" y="580"/>
                    <a:pt x="3880" y="463"/>
                    <a:pt x="3880" y="320"/>
                  </a:cubicBezTo>
                  <a:cubicBezTo>
                    <a:pt x="3880" y="176"/>
                    <a:pt x="4023" y="60"/>
                    <a:pt x="4200" y="60"/>
                  </a:cubicBezTo>
                  <a:cubicBezTo>
                    <a:pt x="4376" y="60"/>
                    <a:pt x="4520" y="176"/>
                    <a:pt x="4520" y="320"/>
                  </a:cubicBezTo>
                  <a:close/>
                  <a:moveTo>
                    <a:pt x="3160" y="1095"/>
                  </a:moveTo>
                  <a:cubicBezTo>
                    <a:pt x="3160" y="1249"/>
                    <a:pt x="2998" y="1375"/>
                    <a:pt x="2800" y="1375"/>
                  </a:cubicBezTo>
                  <a:cubicBezTo>
                    <a:pt x="2601" y="1375"/>
                    <a:pt x="2440" y="1249"/>
                    <a:pt x="2440" y="1095"/>
                  </a:cubicBezTo>
                  <a:cubicBezTo>
                    <a:pt x="2440" y="940"/>
                    <a:pt x="2601" y="815"/>
                    <a:pt x="2800" y="815"/>
                  </a:cubicBezTo>
                  <a:cubicBezTo>
                    <a:pt x="2998" y="815"/>
                    <a:pt x="3160" y="940"/>
                    <a:pt x="3160" y="1095"/>
                  </a:cubicBezTo>
                  <a:close/>
                  <a:moveTo>
                    <a:pt x="7540" y="1115"/>
                  </a:moveTo>
                  <a:cubicBezTo>
                    <a:pt x="7540" y="1291"/>
                    <a:pt x="7343" y="1435"/>
                    <a:pt x="7100" y="1435"/>
                  </a:cubicBezTo>
                  <a:cubicBezTo>
                    <a:pt x="6856" y="1435"/>
                    <a:pt x="6660" y="1291"/>
                    <a:pt x="6660" y="1115"/>
                  </a:cubicBezTo>
                  <a:cubicBezTo>
                    <a:pt x="6660" y="938"/>
                    <a:pt x="6856" y="795"/>
                    <a:pt x="7100" y="795"/>
                  </a:cubicBezTo>
                  <a:cubicBezTo>
                    <a:pt x="7343" y="795"/>
                    <a:pt x="7540" y="938"/>
                    <a:pt x="7540" y="1115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grpSp>
        <p:nvGrpSpPr>
          <p:cNvPr id="104" name="!!PielPared_3"/>
          <p:cNvGrpSpPr/>
          <p:nvPr/>
        </p:nvGrpSpPr>
        <p:grpSpPr>
          <a:xfrm>
            <a:off x="8138160" y="4572000"/>
            <a:ext cx="3812774" cy="222885"/>
            <a:chOff x="8138160" y="4572000"/>
            <a:chExt cx="3812774" cy="222885"/>
          </a:xfrm>
        </p:grpSpPr>
        <p:sp>
          <p:nvSpPr>
            <p:cNvPr id="105" name="Forma 104"/>
            <p:cNvSpPr/>
            <p:nvPr/>
          </p:nvSpPr>
          <p:spPr>
            <a:xfrm>
              <a:off x="8138160" y="4572000"/>
              <a:ext cx="3749040" cy="80239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106" name="Forma 105"/>
            <p:cNvSpPr/>
            <p:nvPr/>
          </p:nvSpPr>
          <p:spPr>
            <a:xfrm>
              <a:off x="8138160" y="4652239"/>
              <a:ext cx="3749040" cy="14264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07" name="Forma 106"/>
            <p:cNvSpPr/>
            <p:nvPr/>
          </p:nvSpPr>
          <p:spPr>
            <a:xfrm>
              <a:off x="8149407" y="4691466"/>
              <a:ext cx="3801527" cy="64191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108" name="!!MusculoIntercostal_3"/>
          <p:cNvGrpSpPr/>
          <p:nvPr/>
        </p:nvGrpSpPr>
        <p:grpSpPr>
          <a:xfrm>
            <a:off x="7988198" y="4794885"/>
            <a:ext cx="4048963" cy="374447"/>
            <a:chOff x="7988198" y="4794885"/>
            <a:chExt cx="4048963" cy="374447"/>
          </a:xfrm>
        </p:grpSpPr>
        <p:sp>
          <p:nvSpPr>
            <p:cNvPr id="109" name="Forma 108"/>
            <p:cNvSpPr/>
            <p:nvPr/>
          </p:nvSpPr>
          <p:spPr>
            <a:xfrm>
              <a:off x="8138160" y="4794885"/>
              <a:ext cx="3749040" cy="374447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10" name="Forma 109"/>
            <p:cNvSpPr/>
            <p:nvPr/>
          </p:nvSpPr>
          <p:spPr>
            <a:xfrm>
              <a:off x="7988198" y="4803800"/>
              <a:ext cx="4048963" cy="35661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1" name="!!Costillas_3"/>
          <p:cNvGrpSpPr/>
          <p:nvPr/>
        </p:nvGrpSpPr>
        <p:grpSpPr>
          <a:xfrm>
            <a:off x="8550554" y="4810933"/>
            <a:ext cx="2924251" cy="313822"/>
            <a:chOff x="8550554" y="4810933"/>
            <a:chExt cx="2924251" cy="313822"/>
          </a:xfrm>
        </p:grpSpPr>
        <p:sp>
          <p:nvSpPr>
            <p:cNvPr id="112" name="Forma 111"/>
            <p:cNvSpPr/>
            <p:nvPr/>
          </p:nvSpPr>
          <p:spPr>
            <a:xfrm>
              <a:off x="8550554" y="4810933"/>
              <a:ext cx="899770" cy="31382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3" name="Forma 112"/>
            <p:cNvSpPr/>
            <p:nvPr/>
          </p:nvSpPr>
          <p:spPr>
            <a:xfrm>
              <a:off x="8693018" y="4871557"/>
              <a:ext cx="614843" cy="192573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4" name="Forma 113"/>
            <p:cNvSpPr/>
            <p:nvPr/>
          </p:nvSpPr>
          <p:spPr>
            <a:xfrm>
              <a:off x="10575036" y="4810933"/>
              <a:ext cx="899770" cy="31382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5" name="Forma 114"/>
            <p:cNvSpPr/>
            <p:nvPr/>
          </p:nvSpPr>
          <p:spPr>
            <a:xfrm>
              <a:off x="10717500" y="4871557"/>
              <a:ext cx="614843" cy="192573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16" name="!!PaqueteVN_3"/>
          <p:cNvGrpSpPr/>
          <p:nvPr/>
        </p:nvGrpSpPr>
        <p:grpSpPr>
          <a:xfrm>
            <a:off x="9371594" y="5015987"/>
            <a:ext cx="2151949" cy="135514"/>
            <a:chOff x="9371594" y="5015987"/>
            <a:chExt cx="2151949" cy="135514"/>
          </a:xfrm>
        </p:grpSpPr>
        <p:sp>
          <p:nvSpPr>
            <p:cNvPr id="117" name="Forma 116"/>
            <p:cNvSpPr/>
            <p:nvPr/>
          </p:nvSpPr>
          <p:spPr>
            <a:xfrm>
              <a:off x="9371594" y="5015987"/>
              <a:ext cx="97475" cy="4636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8" name="Forma 117"/>
            <p:cNvSpPr/>
            <p:nvPr/>
          </p:nvSpPr>
          <p:spPr>
            <a:xfrm>
              <a:off x="9409085" y="5069479"/>
              <a:ext cx="82479" cy="3922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9" name="Forma 118"/>
            <p:cNvSpPr/>
            <p:nvPr/>
          </p:nvSpPr>
          <p:spPr>
            <a:xfrm>
              <a:off x="9431579" y="5119406"/>
              <a:ext cx="67483" cy="32095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20" name="Forma 119"/>
            <p:cNvSpPr/>
            <p:nvPr/>
          </p:nvSpPr>
          <p:spPr>
            <a:xfrm>
              <a:off x="11396076" y="5015987"/>
              <a:ext cx="97475" cy="4636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21" name="Forma 120"/>
            <p:cNvSpPr/>
            <p:nvPr/>
          </p:nvSpPr>
          <p:spPr>
            <a:xfrm>
              <a:off x="11433566" y="5069479"/>
              <a:ext cx="82479" cy="3922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22" name="Forma 121"/>
            <p:cNvSpPr/>
            <p:nvPr/>
          </p:nvSpPr>
          <p:spPr>
            <a:xfrm>
              <a:off x="11456060" y="5119406"/>
              <a:ext cx="67483" cy="32095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123" name="!!PleuraParietal_3"/>
          <p:cNvGrpSpPr/>
          <p:nvPr/>
        </p:nvGrpSpPr>
        <p:grpSpPr>
          <a:xfrm>
            <a:off x="8134411" y="5187163"/>
            <a:ext cx="3756538" cy="130165"/>
            <a:chOff x="8134411" y="5187163"/>
            <a:chExt cx="3756538" cy="130165"/>
          </a:xfrm>
        </p:grpSpPr>
        <p:sp>
          <p:nvSpPr>
            <p:cNvPr id="124" name="Forma 123"/>
            <p:cNvSpPr/>
            <p:nvPr/>
          </p:nvSpPr>
          <p:spPr>
            <a:xfrm>
              <a:off x="8138160" y="5187163"/>
              <a:ext cx="3749040" cy="12124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125" name="Forma 124"/>
            <p:cNvSpPr/>
            <p:nvPr/>
          </p:nvSpPr>
          <p:spPr>
            <a:xfrm>
              <a:off x="8134411" y="5285232"/>
              <a:ext cx="3756538" cy="32095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126" name="Forma 125"/>
            <p:cNvSpPr/>
            <p:nvPr/>
          </p:nvSpPr>
          <p:spPr>
            <a:xfrm>
              <a:off x="8205643" y="5294147"/>
              <a:ext cx="3614075" cy="14265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127" name="!!CapilarSistemico_3"/>
          <p:cNvSpPr/>
          <p:nvPr/>
        </p:nvSpPr>
        <p:spPr>
          <a:xfrm>
            <a:off x="8138160" y="5219258"/>
            <a:ext cx="3749040" cy="4992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128" name="!!VasoLinfatico_3"/>
          <p:cNvGrpSpPr/>
          <p:nvPr/>
        </p:nvGrpSpPr>
        <p:grpSpPr>
          <a:xfrm>
            <a:off x="10087661" y="5194295"/>
            <a:ext cx="1799539" cy="121249"/>
            <a:chOff x="10087661" y="5194295"/>
            <a:chExt cx="1799539" cy="121249"/>
          </a:xfrm>
        </p:grpSpPr>
        <p:sp>
          <p:nvSpPr>
            <p:cNvPr id="129" name="Forma 128"/>
            <p:cNvSpPr/>
            <p:nvPr/>
          </p:nvSpPr>
          <p:spPr>
            <a:xfrm>
              <a:off x="10087661" y="5194295"/>
              <a:ext cx="1799539" cy="5349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130" name="Forma 129"/>
            <p:cNvSpPr/>
            <p:nvPr/>
          </p:nvSpPr>
          <p:spPr>
            <a:xfrm>
              <a:off x="10353843" y="5240655"/>
              <a:ext cx="67483" cy="7488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31" name="Forma 130"/>
            <p:cNvSpPr/>
            <p:nvPr/>
          </p:nvSpPr>
          <p:spPr>
            <a:xfrm>
              <a:off x="10953689" y="5240655"/>
              <a:ext cx="67483" cy="7488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32" name="Forma 131"/>
            <p:cNvSpPr/>
            <p:nvPr/>
          </p:nvSpPr>
          <p:spPr>
            <a:xfrm>
              <a:off x="11478555" y="5240655"/>
              <a:ext cx="67483" cy="7488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133" name="!!LiquidoPleural_3"/>
          <p:cNvSpPr/>
          <p:nvPr/>
        </p:nvSpPr>
        <p:spPr>
          <a:xfrm>
            <a:off x="8138160" y="5317327"/>
            <a:ext cx="3749040" cy="304015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134" name="!!PleuraVisceral_3"/>
          <p:cNvGrpSpPr/>
          <p:nvPr/>
        </p:nvGrpSpPr>
        <p:grpSpPr>
          <a:xfrm>
            <a:off x="7913218" y="5619560"/>
            <a:ext cx="4198925" cy="94503"/>
            <a:chOff x="7913218" y="5619560"/>
            <a:chExt cx="4198925" cy="94503"/>
          </a:xfrm>
        </p:grpSpPr>
        <p:sp>
          <p:nvSpPr>
            <p:cNvPr id="135" name="Forma 134"/>
            <p:cNvSpPr/>
            <p:nvPr/>
          </p:nvSpPr>
          <p:spPr>
            <a:xfrm>
              <a:off x="7913218" y="5621343"/>
              <a:ext cx="4198925" cy="92720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136" name="Forma 135"/>
            <p:cNvSpPr/>
            <p:nvPr/>
          </p:nvSpPr>
          <p:spPr>
            <a:xfrm>
              <a:off x="7946959" y="5619560"/>
              <a:ext cx="4131442" cy="32095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137" name="Forma 136"/>
            <p:cNvSpPr/>
            <p:nvPr/>
          </p:nvSpPr>
          <p:spPr>
            <a:xfrm>
              <a:off x="8018191" y="5628475"/>
              <a:ext cx="3988979" cy="14265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138" name="!!CapilarPulmonar_3"/>
          <p:cNvSpPr/>
          <p:nvPr/>
        </p:nvSpPr>
        <p:spPr>
          <a:xfrm>
            <a:off x="7913218" y="5671269"/>
            <a:ext cx="4198925" cy="3209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139" name="!!Alveolos_3"/>
          <p:cNvGrpSpPr/>
          <p:nvPr/>
        </p:nvGrpSpPr>
        <p:grpSpPr>
          <a:xfrm>
            <a:off x="7913218" y="5728327"/>
            <a:ext cx="4232666" cy="626753"/>
            <a:chOff x="7913218" y="5728327"/>
            <a:chExt cx="4232666" cy="626753"/>
          </a:xfrm>
        </p:grpSpPr>
        <p:sp>
          <p:nvSpPr>
            <p:cNvPr id="140" name="Forma 139"/>
            <p:cNvSpPr/>
            <p:nvPr/>
          </p:nvSpPr>
          <p:spPr>
            <a:xfrm>
              <a:off x="7913218" y="5728327"/>
              <a:ext cx="4198925" cy="62675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141" name="Forma 140"/>
            <p:cNvSpPr/>
            <p:nvPr/>
          </p:nvSpPr>
          <p:spPr>
            <a:xfrm>
              <a:off x="8059430" y="5747941"/>
              <a:ext cx="4086454" cy="51352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142" name="!!TumorFibroso"/>
          <p:cNvGrpSpPr/>
          <p:nvPr/>
        </p:nvGrpSpPr>
        <p:grpSpPr>
          <a:xfrm>
            <a:off x="9637776" y="5282557"/>
            <a:ext cx="899770" cy="338785"/>
            <a:chOff x="9637776" y="5282557"/>
            <a:chExt cx="899770" cy="338785"/>
          </a:xfrm>
        </p:grpSpPr>
        <p:sp>
          <p:nvSpPr>
            <p:cNvPr id="143" name="Forma 142"/>
            <p:cNvSpPr/>
            <p:nvPr/>
          </p:nvSpPr>
          <p:spPr>
            <a:xfrm>
              <a:off x="10087661" y="5550019"/>
              <a:ext cx="3749" cy="71323"/>
            </a:xfrm>
            <a:custGeom>
              <a:avLst/>
              <a:gdLst/>
              <a:ahLst/>
              <a:cxnLst/>
              <a:rect l="0" t="0" r="r" b="b"/>
              <a:pathLst>
                <a:path w="10" h="400" fill="none">
                  <a:moveTo>
                    <a:pt x="0" y="40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C9A27E"/>
              </a:solidFill>
              <a:round/>
            </a:ln>
          </p:spPr>
        </p:sp>
        <p:sp>
          <p:nvSpPr>
            <p:cNvPr id="144" name="Forma 143"/>
            <p:cNvSpPr/>
            <p:nvPr/>
          </p:nvSpPr>
          <p:spPr>
            <a:xfrm>
              <a:off x="9637776" y="5282557"/>
              <a:ext cx="899770" cy="285293"/>
            </a:xfrm>
            <a:custGeom>
              <a:avLst/>
              <a:gdLst/>
              <a:ahLst/>
              <a:cxnLst/>
              <a:rect l="0" t="0" r="r" b="b"/>
              <a:pathLst>
                <a:path w="2400" h="1600">
                  <a:moveTo>
                    <a:pt x="2400" y="800"/>
                  </a:moveTo>
                  <a:cubicBezTo>
                    <a:pt x="2400" y="1241"/>
                    <a:pt x="1862" y="1600"/>
                    <a:pt x="1200" y="1600"/>
                  </a:cubicBezTo>
                  <a:cubicBezTo>
                    <a:pt x="537" y="1600"/>
                    <a:pt x="0" y="1241"/>
                    <a:pt x="0" y="800"/>
                  </a:cubicBezTo>
                  <a:cubicBezTo>
                    <a:pt x="0" y="358"/>
                    <a:pt x="537" y="0"/>
                    <a:pt x="1200" y="0"/>
                  </a:cubicBezTo>
                  <a:cubicBezTo>
                    <a:pt x="1862" y="0"/>
                    <a:pt x="2400" y="358"/>
                    <a:pt x="2400" y="8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1E4CF"/>
                </a:gs>
                <a:gs pos="55000">
                  <a:srgbClr val="E8D3B0"/>
                </a:gs>
                <a:gs pos="100000">
                  <a:srgbClr val="AE9E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B6B47"/>
              </a:solidFill>
              <a:round/>
            </a:ln>
          </p:spPr>
        </p:sp>
        <p:sp>
          <p:nvSpPr>
            <p:cNvPr id="145" name="Forma 144"/>
            <p:cNvSpPr/>
            <p:nvPr/>
          </p:nvSpPr>
          <p:spPr>
            <a:xfrm>
              <a:off x="9825228" y="5371711"/>
              <a:ext cx="524866" cy="89154"/>
            </a:xfrm>
            <a:custGeom>
              <a:avLst/>
              <a:gdLst/>
              <a:ahLst/>
              <a:cxnLst/>
              <a:rect l="0" t="0" r="r" b="b"/>
              <a:pathLst>
                <a:path w="1400" h="500" fill="none">
                  <a:moveTo>
                    <a:pt x="0" y="0"/>
                  </a:moveTo>
                  <a:lnTo>
                    <a:pt x="1400" y="500"/>
                  </a:lnTo>
                </a:path>
                <a:path w="1400" h="500" fill="none">
                  <a:moveTo>
                    <a:pt x="100" y="500"/>
                  </a:moveTo>
                  <a:lnTo>
                    <a:pt x="1300" y="100"/>
                  </a:lnTo>
                </a:path>
              </a:pathLst>
            </a:custGeom>
            <a:noFill/>
            <a:ln w="15875" cap="rnd">
              <a:solidFill>
                <a:srgbClr val="C9A27E"/>
              </a:solidFill>
              <a:round/>
            </a:ln>
          </p:spPr>
        </p:sp>
      </p:grpSp>
      <p:sp>
        <p:nvSpPr>
          <p:cNvPr id="146" name="Forma 145"/>
          <p:cNvSpPr/>
          <p:nvPr/>
        </p:nvSpPr>
        <p:spPr>
          <a:xfrm>
            <a:off x="8183880" y="960120"/>
            <a:ext cx="3657600" cy="24447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Mesotelioma: engrosamiento difuso nodular</a:t>
            </a:r>
            <a:endParaRPr lang="es-AR" sz="1100" dirty="0">
              <a:latin typeface="Mali"/>
            </a:endParaRPr>
          </a:p>
        </p:txBody>
      </p:sp>
      <p:sp>
        <p:nvSpPr>
          <p:cNvPr id="147" name="Forma 146"/>
          <p:cNvSpPr/>
          <p:nvPr/>
        </p:nvSpPr>
        <p:spPr>
          <a:xfrm>
            <a:off x="8183880" y="2788920"/>
            <a:ext cx="3657600" cy="24447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Metástasis: nódulos múltiples</a:t>
            </a:r>
            <a:endParaRPr lang="es-AR" sz="1100" dirty="0">
              <a:latin typeface="Mali"/>
            </a:endParaRPr>
          </a:p>
        </p:txBody>
      </p:sp>
      <p:sp>
        <p:nvSpPr>
          <p:cNvPr id="148" name="Forma 147"/>
          <p:cNvSpPr/>
          <p:nvPr/>
        </p:nvSpPr>
        <p:spPr>
          <a:xfrm>
            <a:off x="8183880" y="4617720"/>
            <a:ext cx="3657600" cy="24447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342"/>
              </a:lnSpc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 fibroso: masa única pediculada</a:t>
            </a:r>
            <a:endParaRPr lang="es-AR" sz="1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50840" y="91440"/>
            <a:ext cx="837626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CLASIFICACIÓN DE LOS TUMORES PLEURALES</a:t>
            </a:r>
            <a:endParaRPr lang="es-AR" sz="2400" dirty="0">
              <a:latin typeface="Mali"/>
            </a:endParaRPr>
          </a:p>
        </p:txBody>
      </p:sp>
      <p:sp>
        <p:nvSpPr>
          <p:cNvPr id="1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4" name="Forma 33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7" name="Forma 36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1" name="Forma 40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4" name="Forma 43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49" name="Forma 48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6" name="Forma 55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1" name="Forma 60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7" name="Forma 66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2" name="Forma 71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5" name="Forma 74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7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Hojas pleurales delgadas, revestidas por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 mesoteliales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78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tumor más frecuente de la pleura es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metástasis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el primario maligno más frecuente,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mesotelioma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NORMAL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</p:bldLst>
  </p:timing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4" name="Forma 33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7" name="Forma 36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1" name="Forma 40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4" name="Forma 43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49" name="Forma 48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6" name="Forma 55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33B1B1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1" name="Forma 60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7" name="Forma 66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2" name="Forma 71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5" name="Forma 74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7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mesotelioma se origina en las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 mesoteliales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 pleura.</a:t>
            </a:r>
            <a:endParaRPr lang="es-AR" sz="1900" dirty="0">
              <a:latin typeface="Mali"/>
            </a:endParaRPr>
          </a:p>
        </p:txBody>
      </p:sp>
      <p:grpSp>
        <p:nvGrpSpPr>
          <p:cNvPr id="78" name="Recuadro Factor de riesg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79" name="Forma 78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Exposición laboral al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asbesto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(amianto); latencia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20–40 años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0" name="Forma 79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FACTOR DE RIESGO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REGIÓN AFECTADA</a:t>
            </a:r>
            <a:endParaRPr lang="es-AR" sz="2400" dirty="0">
              <a:latin typeface="Mali"/>
            </a:endParaRPr>
          </a:p>
        </p:txBody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8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7343" y="2501798"/>
            <a:ext cx="1520499" cy="2162268"/>
          </a:xfrm>
          <a:custGeom>
            <a:avLst/>
            <a:gdLst/>
            <a:ahLst/>
            <a:cxnLst/>
            <a:rect l="0" t="0" r="r" b="b"/>
            <a:pathLst>
              <a:path w="6885" h="10000">
                <a:moveTo>
                  <a:pt x="324" y="211"/>
                </a:moveTo>
                <a:lnTo>
                  <a:pt x="324" y="213"/>
                </a:lnTo>
                <a:lnTo>
                  <a:pt x="268" y="533"/>
                </a:lnTo>
                <a:lnTo>
                  <a:pt x="268" y="534"/>
                </a:lnTo>
                <a:lnTo>
                  <a:pt x="253" y="633"/>
                </a:lnTo>
                <a:lnTo>
                  <a:pt x="277" y="641"/>
                </a:lnTo>
                <a:lnTo>
                  <a:pt x="318" y="652"/>
                </a:lnTo>
                <a:lnTo>
                  <a:pt x="330" y="654"/>
                </a:lnTo>
                <a:lnTo>
                  <a:pt x="296" y="869"/>
                </a:lnTo>
                <a:lnTo>
                  <a:pt x="251" y="1192"/>
                </a:lnTo>
                <a:lnTo>
                  <a:pt x="211" y="1518"/>
                </a:lnTo>
                <a:lnTo>
                  <a:pt x="177" y="1847"/>
                </a:lnTo>
                <a:lnTo>
                  <a:pt x="149" y="2180"/>
                </a:lnTo>
                <a:lnTo>
                  <a:pt x="126" y="2513"/>
                </a:lnTo>
                <a:lnTo>
                  <a:pt x="112" y="2747"/>
                </a:lnTo>
                <a:lnTo>
                  <a:pt x="92" y="2746"/>
                </a:lnTo>
                <a:lnTo>
                  <a:pt x="49" y="2748"/>
                </a:lnTo>
                <a:lnTo>
                  <a:pt x="33" y="2751"/>
                </a:lnTo>
                <a:lnTo>
                  <a:pt x="27" y="2843"/>
                </a:lnTo>
                <a:lnTo>
                  <a:pt x="27" y="2844"/>
                </a:lnTo>
                <a:lnTo>
                  <a:pt x="12" y="3176"/>
                </a:lnTo>
                <a:lnTo>
                  <a:pt x="12" y="3177"/>
                </a:lnTo>
                <a:lnTo>
                  <a:pt x="1" y="3509"/>
                </a:lnTo>
                <a:lnTo>
                  <a:pt x="1" y="3510"/>
                </a:lnTo>
                <a:lnTo>
                  <a:pt x="0" y="3603"/>
                </a:lnTo>
                <a:lnTo>
                  <a:pt x="7" y="3605"/>
                </a:lnTo>
                <a:lnTo>
                  <a:pt x="49" y="3611"/>
                </a:lnTo>
                <a:lnTo>
                  <a:pt x="79" y="3612"/>
                </a:lnTo>
                <a:lnTo>
                  <a:pt x="74" y="3846"/>
                </a:lnTo>
                <a:lnTo>
                  <a:pt x="72" y="4180"/>
                </a:lnTo>
                <a:lnTo>
                  <a:pt x="74" y="4512"/>
                </a:lnTo>
                <a:lnTo>
                  <a:pt x="81" y="4842"/>
                </a:lnTo>
                <a:lnTo>
                  <a:pt x="92" y="5167"/>
                </a:lnTo>
                <a:lnTo>
                  <a:pt x="108" y="5492"/>
                </a:lnTo>
                <a:lnTo>
                  <a:pt x="123" y="5708"/>
                </a:lnTo>
                <a:lnTo>
                  <a:pt x="114" y="5709"/>
                </a:lnTo>
                <a:lnTo>
                  <a:pt x="72" y="5715"/>
                </a:lnTo>
                <a:lnTo>
                  <a:pt x="44" y="5722"/>
                </a:lnTo>
                <a:lnTo>
                  <a:pt x="51" y="5823"/>
                </a:lnTo>
                <a:lnTo>
                  <a:pt x="51" y="5824"/>
                </a:lnTo>
                <a:lnTo>
                  <a:pt x="77" y="6146"/>
                </a:lnTo>
                <a:lnTo>
                  <a:pt x="77" y="6147"/>
                </a:lnTo>
                <a:lnTo>
                  <a:pt x="107" y="6464"/>
                </a:lnTo>
                <a:lnTo>
                  <a:pt x="107" y="6464"/>
                </a:lnTo>
                <a:lnTo>
                  <a:pt x="118" y="6571"/>
                </a:lnTo>
                <a:lnTo>
                  <a:pt x="156" y="6573"/>
                </a:lnTo>
                <a:lnTo>
                  <a:pt x="198" y="6571"/>
                </a:lnTo>
                <a:lnTo>
                  <a:pt x="218" y="6763"/>
                </a:lnTo>
                <a:lnTo>
                  <a:pt x="251" y="7055"/>
                </a:lnTo>
                <a:lnTo>
                  <a:pt x="286" y="7335"/>
                </a:lnTo>
                <a:lnTo>
                  <a:pt x="323" y="7605"/>
                </a:lnTo>
                <a:lnTo>
                  <a:pt x="363" y="7864"/>
                </a:lnTo>
                <a:lnTo>
                  <a:pt x="404" y="8114"/>
                </a:lnTo>
                <a:lnTo>
                  <a:pt x="412" y="8160"/>
                </a:lnTo>
                <a:lnTo>
                  <a:pt x="405" y="8161"/>
                </a:lnTo>
                <a:lnTo>
                  <a:pt x="364" y="8171"/>
                </a:lnTo>
                <a:lnTo>
                  <a:pt x="335" y="8181"/>
                </a:lnTo>
                <a:lnTo>
                  <a:pt x="368" y="8368"/>
                </a:lnTo>
                <a:lnTo>
                  <a:pt x="368" y="8369"/>
                </a:lnTo>
                <a:lnTo>
                  <a:pt x="411" y="8600"/>
                </a:lnTo>
                <a:lnTo>
                  <a:pt x="454" y="8832"/>
                </a:lnTo>
                <a:lnTo>
                  <a:pt x="489" y="9019"/>
                </a:lnTo>
                <a:lnTo>
                  <a:pt x="489" y="9019"/>
                </a:lnTo>
                <a:lnTo>
                  <a:pt x="532" y="9017"/>
                </a:lnTo>
                <a:lnTo>
                  <a:pt x="569" y="9012"/>
                </a:lnTo>
                <a:lnTo>
                  <a:pt x="576" y="9053"/>
                </a:lnTo>
                <a:lnTo>
                  <a:pt x="621" y="9278"/>
                </a:lnTo>
                <a:lnTo>
                  <a:pt x="667" y="9482"/>
                </a:lnTo>
                <a:lnTo>
                  <a:pt x="686" y="9548"/>
                </a:lnTo>
                <a:lnTo>
                  <a:pt x="666" y="9560"/>
                </a:lnTo>
                <a:lnTo>
                  <a:pt x="632" y="9585"/>
                </a:lnTo>
                <a:lnTo>
                  <a:pt x="618" y="9598"/>
                </a:lnTo>
                <a:lnTo>
                  <a:pt x="640" y="9674"/>
                </a:lnTo>
                <a:lnTo>
                  <a:pt x="643" y="9683"/>
                </a:lnTo>
                <a:lnTo>
                  <a:pt x="694" y="9808"/>
                </a:lnTo>
                <a:lnTo>
                  <a:pt x="696" y="9814"/>
                </a:lnTo>
                <a:lnTo>
                  <a:pt x="699" y="9819"/>
                </a:lnTo>
                <a:lnTo>
                  <a:pt x="748" y="9901"/>
                </a:lnTo>
                <a:lnTo>
                  <a:pt x="753" y="9908"/>
                </a:lnTo>
                <a:lnTo>
                  <a:pt x="758" y="9914"/>
                </a:lnTo>
                <a:lnTo>
                  <a:pt x="803" y="9961"/>
                </a:lnTo>
                <a:lnTo>
                  <a:pt x="809" y="9967"/>
                </a:lnTo>
                <a:lnTo>
                  <a:pt x="815" y="9972"/>
                </a:lnTo>
                <a:lnTo>
                  <a:pt x="823" y="9976"/>
                </a:lnTo>
                <a:lnTo>
                  <a:pt x="830" y="9980"/>
                </a:lnTo>
                <a:lnTo>
                  <a:pt x="838" y="9983"/>
                </a:lnTo>
                <a:lnTo>
                  <a:pt x="884" y="9996"/>
                </a:lnTo>
                <a:lnTo>
                  <a:pt x="892" y="9998"/>
                </a:lnTo>
                <a:lnTo>
                  <a:pt x="900" y="9999"/>
                </a:lnTo>
                <a:lnTo>
                  <a:pt x="908" y="10000"/>
                </a:lnTo>
                <a:lnTo>
                  <a:pt x="916" y="9999"/>
                </a:lnTo>
                <a:lnTo>
                  <a:pt x="924" y="9998"/>
                </a:lnTo>
                <a:lnTo>
                  <a:pt x="931" y="9996"/>
                </a:lnTo>
                <a:lnTo>
                  <a:pt x="986" y="9978"/>
                </a:lnTo>
                <a:lnTo>
                  <a:pt x="993" y="9975"/>
                </a:lnTo>
                <a:lnTo>
                  <a:pt x="1000" y="9972"/>
                </a:lnTo>
                <a:lnTo>
                  <a:pt x="1006" y="9968"/>
                </a:lnTo>
                <a:lnTo>
                  <a:pt x="1077" y="9920"/>
                </a:lnTo>
                <a:lnTo>
                  <a:pt x="1083" y="9916"/>
                </a:lnTo>
                <a:lnTo>
                  <a:pt x="1176" y="9840"/>
                </a:lnTo>
                <a:lnTo>
                  <a:pt x="1183" y="9834"/>
                </a:lnTo>
                <a:lnTo>
                  <a:pt x="1291" y="9721"/>
                </a:lnTo>
                <a:lnTo>
                  <a:pt x="1289" y="9716"/>
                </a:lnTo>
                <a:lnTo>
                  <a:pt x="1267" y="9679"/>
                </a:lnTo>
                <a:lnTo>
                  <a:pt x="1246" y="9651"/>
                </a:lnTo>
                <a:lnTo>
                  <a:pt x="1370" y="9494"/>
                </a:lnTo>
                <a:lnTo>
                  <a:pt x="1515" y="9299"/>
                </a:lnTo>
                <a:lnTo>
                  <a:pt x="1676" y="9091"/>
                </a:lnTo>
                <a:lnTo>
                  <a:pt x="1739" y="9017"/>
                </a:lnTo>
                <a:lnTo>
                  <a:pt x="1765" y="9040"/>
                </a:lnTo>
                <a:lnTo>
                  <a:pt x="1799" y="9065"/>
                </a:lnTo>
                <a:lnTo>
                  <a:pt x="1801" y="9067"/>
                </a:lnTo>
                <a:lnTo>
                  <a:pt x="1909" y="8942"/>
                </a:lnTo>
                <a:lnTo>
                  <a:pt x="2092" y="8765"/>
                </a:lnTo>
                <a:lnTo>
                  <a:pt x="2298" y="8597"/>
                </a:lnTo>
                <a:lnTo>
                  <a:pt x="2423" y="8503"/>
                </a:lnTo>
                <a:lnTo>
                  <a:pt x="2422" y="8501"/>
                </a:lnTo>
                <a:lnTo>
                  <a:pt x="2400" y="8464"/>
                </a:lnTo>
                <a:lnTo>
                  <a:pt x="2379" y="8436"/>
                </a:lnTo>
                <a:lnTo>
                  <a:pt x="2480" y="8361"/>
                </a:lnTo>
                <a:lnTo>
                  <a:pt x="2725" y="8191"/>
                </a:lnTo>
                <a:lnTo>
                  <a:pt x="2977" y="8034"/>
                </a:lnTo>
                <a:lnTo>
                  <a:pt x="3228" y="7898"/>
                </a:lnTo>
                <a:lnTo>
                  <a:pt x="3471" y="7791"/>
                </a:lnTo>
                <a:lnTo>
                  <a:pt x="3707" y="7714"/>
                </a:lnTo>
                <a:lnTo>
                  <a:pt x="3755" y="7703"/>
                </a:lnTo>
                <a:lnTo>
                  <a:pt x="3756" y="7711"/>
                </a:lnTo>
                <a:lnTo>
                  <a:pt x="3766" y="7753"/>
                </a:lnTo>
                <a:lnTo>
                  <a:pt x="3776" y="7780"/>
                </a:lnTo>
                <a:lnTo>
                  <a:pt x="3959" y="7738"/>
                </a:lnTo>
                <a:lnTo>
                  <a:pt x="4189" y="7706"/>
                </a:lnTo>
                <a:lnTo>
                  <a:pt x="4416" y="7692"/>
                </a:lnTo>
                <a:lnTo>
                  <a:pt x="4609" y="7694"/>
                </a:lnTo>
                <a:lnTo>
                  <a:pt x="4612" y="7669"/>
                </a:lnTo>
                <a:lnTo>
                  <a:pt x="4614" y="7627"/>
                </a:lnTo>
                <a:lnTo>
                  <a:pt x="4614" y="7615"/>
                </a:lnTo>
                <a:lnTo>
                  <a:pt x="4642" y="7615"/>
                </a:lnTo>
                <a:lnTo>
                  <a:pt x="4862" y="7632"/>
                </a:lnTo>
                <a:lnTo>
                  <a:pt x="5077" y="7669"/>
                </a:lnTo>
                <a:lnTo>
                  <a:pt x="5292" y="7730"/>
                </a:lnTo>
                <a:lnTo>
                  <a:pt x="5500" y="7808"/>
                </a:lnTo>
                <a:lnTo>
                  <a:pt x="5665" y="7880"/>
                </a:lnTo>
                <a:lnTo>
                  <a:pt x="5654" y="7903"/>
                </a:lnTo>
                <a:lnTo>
                  <a:pt x="5640" y="7943"/>
                </a:lnTo>
                <a:lnTo>
                  <a:pt x="5637" y="7955"/>
                </a:lnTo>
                <a:lnTo>
                  <a:pt x="5666" y="7968"/>
                </a:lnTo>
                <a:lnTo>
                  <a:pt x="5850" y="8056"/>
                </a:lnTo>
                <a:lnTo>
                  <a:pt x="6013" y="8137"/>
                </a:lnTo>
                <a:lnTo>
                  <a:pt x="6158" y="8242"/>
                </a:lnTo>
                <a:lnTo>
                  <a:pt x="6298" y="8390"/>
                </a:lnTo>
                <a:lnTo>
                  <a:pt x="6317" y="8413"/>
                </a:lnTo>
                <a:lnTo>
                  <a:pt x="6329" y="8404"/>
                </a:lnTo>
                <a:lnTo>
                  <a:pt x="6361" y="8375"/>
                </a:lnTo>
                <a:lnTo>
                  <a:pt x="6376" y="8359"/>
                </a:lnTo>
                <a:lnTo>
                  <a:pt x="6491" y="8494"/>
                </a:lnTo>
                <a:lnTo>
                  <a:pt x="6608" y="8614"/>
                </a:lnTo>
                <a:lnTo>
                  <a:pt x="6702" y="8658"/>
                </a:lnTo>
                <a:lnTo>
                  <a:pt x="6770" y="8586"/>
                </a:lnTo>
                <a:lnTo>
                  <a:pt x="6803" y="8373"/>
                </a:lnTo>
                <a:lnTo>
                  <a:pt x="6805" y="8074"/>
                </a:lnTo>
                <a:lnTo>
                  <a:pt x="6827" y="8073"/>
                </a:lnTo>
                <a:lnTo>
                  <a:pt x="6869" y="8067"/>
                </a:lnTo>
                <a:lnTo>
                  <a:pt x="6884" y="8063"/>
                </a:lnTo>
                <a:lnTo>
                  <a:pt x="6885" y="8046"/>
                </a:lnTo>
                <a:lnTo>
                  <a:pt x="6884" y="8041"/>
                </a:lnTo>
                <a:lnTo>
                  <a:pt x="6864" y="7638"/>
                </a:lnTo>
                <a:lnTo>
                  <a:pt x="6864" y="7636"/>
                </a:lnTo>
                <a:lnTo>
                  <a:pt x="6833" y="7211"/>
                </a:lnTo>
                <a:lnTo>
                  <a:pt x="6827" y="7211"/>
                </a:lnTo>
                <a:lnTo>
                  <a:pt x="6785" y="7208"/>
                </a:lnTo>
                <a:lnTo>
                  <a:pt x="6753" y="7210"/>
                </a:lnTo>
                <a:lnTo>
                  <a:pt x="6752" y="7200"/>
                </a:lnTo>
                <a:lnTo>
                  <a:pt x="6717" y="6760"/>
                </a:lnTo>
                <a:lnTo>
                  <a:pt x="6690" y="6360"/>
                </a:lnTo>
                <a:lnTo>
                  <a:pt x="6668" y="5993"/>
                </a:lnTo>
                <a:lnTo>
                  <a:pt x="6643" y="5628"/>
                </a:lnTo>
                <a:lnTo>
                  <a:pt x="6616" y="5264"/>
                </a:lnTo>
                <a:lnTo>
                  <a:pt x="6587" y="4901"/>
                </a:lnTo>
                <a:lnTo>
                  <a:pt x="6564" y="4605"/>
                </a:lnTo>
                <a:lnTo>
                  <a:pt x="6574" y="4605"/>
                </a:lnTo>
                <a:lnTo>
                  <a:pt x="6616" y="4598"/>
                </a:lnTo>
                <a:lnTo>
                  <a:pt x="6643" y="4592"/>
                </a:lnTo>
                <a:lnTo>
                  <a:pt x="6638" y="4531"/>
                </a:lnTo>
                <a:lnTo>
                  <a:pt x="6610" y="4168"/>
                </a:lnTo>
                <a:lnTo>
                  <a:pt x="6585" y="3804"/>
                </a:lnTo>
                <a:lnTo>
                  <a:pt x="6581" y="3743"/>
                </a:lnTo>
                <a:lnTo>
                  <a:pt x="6574" y="3742"/>
                </a:lnTo>
                <a:lnTo>
                  <a:pt x="6531" y="3740"/>
                </a:lnTo>
                <a:lnTo>
                  <a:pt x="6501" y="3742"/>
                </a:lnTo>
                <a:lnTo>
                  <a:pt x="6481" y="3445"/>
                </a:lnTo>
                <a:lnTo>
                  <a:pt x="6457" y="3080"/>
                </a:lnTo>
                <a:lnTo>
                  <a:pt x="6431" y="2716"/>
                </a:lnTo>
                <a:lnTo>
                  <a:pt x="6403" y="2351"/>
                </a:lnTo>
                <a:lnTo>
                  <a:pt x="6372" y="1987"/>
                </a:lnTo>
                <a:lnTo>
                  <a:pt x="6339" y="1622"/>
                </a:lnTo>
                <a:lnTo>
                  <a:pt x="6311" y="1323"/>
                </a:lnTo>
                <a:lnTo>
                  <a:pt x="6352" y="1316"/>
                </a:lnTo>
                <a:lnTo>
                  <a:pt x="6389" y="1307"/>
                </a:lnTo>
                <a:lnTo>
                  <a:pt x="6384" y="1249"/>
                </a:lnTo>
                <a:lnTo>
                  <a:pt x="6384" y="1249"/>
                </a:lnTo>
                <a:lnTo>
                  <a:pt x="6347" y="883"/>
                </a:lnTo>
                <a:lnTo>
                  <a:pt x="6347" y="883"/>
                </a:lnTo>
                <a:lnTo>
                  <a:pt x="6307" y="518"/>
                </a:lnTo>
                <a:lnTo>
                  <a:pt x="6307" y="517"/>
                </a:lnTo>
                <a:lnTo>
                  <a:pt x="6300" y="460"/>
                </a:lnTo>
                <a:lnTo>
                  <a:pt x="6268" y="458"/>
                </a:lnTo>
                <a:lnTo>
                  <a:pt x="6225" y="460"/>
                </a:lnTo>
                <a:lnTo>
                  <a:pt x="6220" y="461"/>
                </a:lnTo>
                <a:lnTo>
                  <a:pt x="6184" y="163"/>
                </a:lnTo>
                <a:lnTo>
                  <a:pt x="6161" y="0"/>
                </a:lnTo>
                <a:lnTo>
                  <a:pt x="5700" y="0"/>
                </a:lnTo>
                <a:lnTo>
                  <a:pt x="5730" y="222"/>
                </a:lnTo>
                <a:lnTo>
                  <a:pt x="5774" y="579"/>
                </a:lnTo>
                <a:lnTo>
                  <a:pt x="5813" y="939"/>
                </a:lnTo>
                <a:lnTo>
                  <a:pt x="5849" y="1301"/>
                </a:lnTo>
                <a:lnTo>
                  <a:pt x="5884" y="1664"/>
                </a:lnTo>
                <a:lnTo>
                  <a:pt x="5917" y="2027"/>
                </a:lnTo>
                <a:lnTo>
                  <a:pt x="5948" y="2388"/>
                </a:lnTo>
                <a:lnTo>
                  <a:pt x="5975" y="2749"/>
                </a:lnTo>
                <a:lnTo>
                  <a:pt x="6001" y="3112"/>
                </a:lnTo>
                <a:lnTo>
                  <a:pt x="6025" y="3475"/>
                </a:lnTo>
                <a:lnTo>
                  <a:pt x="6050" y="3840"/>
                </a:lnTo>
                <a:lnTo>
                  <a:pt x="6050" y="3841"/>
                </a:lnTo>
                <a:lnTo>
                  <a:pt x="6075" y="4205"/>
                </a:lnTo>
                <a:lnTo>
                  <a:pt x="6075" y="4208"/>
                </a:lnTo>
                <a:lnTo>
                  <a:pt x="6103" y="4572"/>
                </a:lnTo>
                <a:lnTo>
                  <a:pt x="6103" y="4573"/>
                </a:lnTo>
                <a:lnTo>
                  <a:pt x="6131" y="4936"/>
                </a:lnTo>
                <a:lnTo>
                  <a:pt x="6160" y="5299"/>
                </a:lnTo>
                <a:lnTo>
                  <a:pt x="6187" y="5661"/>
                </a:lnTo>
                <a:lnTo>
                  <a:pt x="6212" y="6022"/>
                </a:lnTo>
                <a:lnTo>
                  <a:pt x="6234" y="6387"/>
                </a:lnTo>
                <a:lnTo>
                  <a:pt x="6234" y="6391"/>
                </a:lnTo>
                <a:lnTo>
                  <a:pt x="6261" y="6791"/>
                </a:lnTo>
                <a:lnTo>
                  <a:pt x="6262" y="6796"/>
                </a:lnTo>
                <a:lnTo>
                  <a:pt x="6296" y="7235"/>
                </a:lnTo>
                <a:lnTo>
                  <a:pt x="6328" y="7670"/>
                </a:lnTo>
                <a:lnTo>
                  <a:pt x="6330" y="7704"/>
                </a:lnTo>
                <a:lnTo>
                  <a:pt x="6323" y="7699"/>
                </a:lnTo>
                <a:lnTo>
                  <a:pt x="6291" y="7678"/>
                </a:lnTo>
                <a:lnTo>
                  <a:pt x="6259" y="7660"/>
                </a:lnTo>
                <a:lnTo>
                  <a:pt x="6090" y="7576"/>
                </a:lnTo>
                <a:lnTo>
                  <a:pt x="6083" y="7573"/>
                </a:lnTo>
                <a:lnTo>
                  <a:pt x="5897" y="7483"/>
                </a:lnTo>
                <a:lnTo>
                  <a:pt x="5883" y="7477"/>
                </a:lnTo>
                <a:lnTo>
                  <a:pt x="5683" y="7389"/>
                </a:lnTo>
                <a:lnTo>
                  <a:pt x="5660" y="7380"/>
                </a:lnTo>
                <a:lnTo>
                  <a:pt x="5451" y="7302"/>
                </a:lnTo>
                <a:lnTo>
                  <a:pt x="5417" y="7291"/>
                </a:lnTo>
                <a:lnTo>
                  <a:pt x="5203" y="7230"/>
                </a:lnTo>
                <a:lnTo>
                  <a:pt x="5156" y="7219"/>
                </a:lnTo>
                <a:lnTo>
                  <a:pt x="4940" y="7181"/>
                </a:lnTo>
                <a:lnTo>
                  <a:pt x="4896" y="7176"/>
                </a:lnTo>
                <a:lnTo>
                  <a:pt x="4677" y="7159"/>
                </a:lnTo>
                <a:lnTo>
                  <a:pt x="4647" y="7158"/>
                </a:lnTo>
                <a:lnTo>
                  <a:pt x="4419" y="7156"/>
                </a:lnTo>
                <a:lnTo>
                  <a:pt x="4386" y="7156"/>
                </a:lnTo>
                <a:lnTo>
                  <a:pt x="4153" y="7171"/>
                </a:lnTo>
                <a:lnTo>
                  <a:pt x="4118" y="7174"/>
                </a:lnTo>
                <a:lnTo>
                  <a:pt x="3881" y="7207"/>
                </a:lnTo>
                <a:lnTo>
                  <a:pt x="3843" y="7214"/>
                </a:lnTo>
                <a:lnTo>
                  <a:pt x="3606" y="7268"/>
                </a:lnTo>
                <a:lnTo>
                  <a:pt x="3565" y="7279"/>
                </a:lnTo>
                <a:lnTo>
                  <a:pt x="3329" y="7356"/>
                </a:lnTo>
                <a:lnTo>
                  <a:pt x="3286" y="7373"/>
                </a:lnTo>
                <a:lnTo>
                  <a:pt x="3044" y="7479"/>
                </a:lnTo>
                <a:lnTo>
                  <a:pt x="3010" y="7496"/>
                </a:lnTo>
                <a:lnTo>
                  <a:pt x="2759" y="7632"/>
                </a:lnTo>
                <a:lnTo>
                  <a:pt x="2736" y="7646"/>
                </a:lnTo>
                <a:lnTo>
                  <a:pt x="2484" y="7803"/>
                </a:lnTo>
                <a:lnTo>
                  <a:pt x="2465" y="7815"/>
                </a:lnTo>
                <a:lnTo>
                  <a:pt x="2220" y="7985"/>
                </a:lnTo>
                <a:lnTo>
                  <a:pt x="2205" y="7995"/>
                </a:lnTo>
                <a:lnTo>
                  <a:pt x="1973" y="8170"/>
                </a:lnTo>
                <a:lnTo>
                  <a:pt x="1960" y="8180"/>
                </a:lnTo>
                <a:lnTo>
                  <a:pt x="1751" y="8351"/>
                </a:lnTo>
                <a:lnTo>
                  <a:pt x="1722" y="8376"/>
                </a:lnTo>
                <a:lnTo>
                  <a:pt x="1533" y="8558"/>
                </a:lnTo>
                <a:lnTo>
                  <a:pt x="1504" y="8589"/>
                </a:lnTo>
                <a:lnTo>
                  <a:pt x="1329" y="8793"/>
                </a:lnTo>
                <a:lnTo>
                  <a:pt x="1314" y="8812"/>
                </a:lnTo>
                <a:lnTo>
                  <a:pt x="1153" y="9020"/>
                </a:lnTo>
                <a:lnTo>
                  <a:pt x="1149" y="9026"/>
                </a:lnTo>
                <a:lnTo>
                  <a:pt x="1061" y="9144"/>
                </a:lnTo>
                <a:lnTo>
                  <a:pt x="1025" y="8966"/>
                </a:lnTo>
                <a:lnTo>
                  <a:pt x="982" y="8734"/>
                </a:lnTo>
                <a:lnTo>
                  <a:pt x="939" y="8502"/>
                </a:lnTo>
                <a:lnTo>
                  <a:pt x="896" y="8273"/>
                </a:lnTo>
                <a:lnTo>
                  <a:pt x="855" y="8037"/>
                </a:lnTo>
                <a:lnTo>
                  <a:pt x="814" y="7792"/>
                </a:lnTo>
                <a:lnTo>
                  <a:pt x="775" y="7539"/>
                </a:lnTo>
                <a:lnTo>
                  <a:pt x="739" y="7275"/>
                </a:lnTo>
                <a:lnTo>
                  <a:pt x="705" y="7002"/>
                </a:lnTo>
                <a:lnTo>
                  <a:pt x="672" y="6713"/>
                </a:lnTo>
                <a:lnTo>
                  <a:pt x="641" y="6411"/>
                </a:lnTo>
                <a:lnTo>
                  <a:pt x="612" y="6100"/>
                </a:lnTo>
                <a:lnTo>
                  <a:pt x="586" y="5783"/>
                </a:lnTo>
                <a:lnTo>
                  <a:pt x="565" y="5465"/>
                </a:lnTo>
                <a:lnTo>
                  <a:pt x="549" y="5148"/>
                </a:lnTo>
                <a:lnTo>
                  <a:pt x="538" y="4829"/>
                </a:lnTo>
                <a:lnTo>
                  <a:pt x="531" y="4506"/>
                </a:lnTo>
                <a:lnTo>
                  <a:pt x="529" y="4180"/>
                </a:lnTo>
                <a:lnTo>
                  <a:pt x="531" y="3852"/>
                </a:lnTo>
                <a:lnTo>
                  <a:pt x="538" y="3524"/>
                </a:lnTo>
                <a:lnTo>
                  <a:pt x="549" y="3198"/>
                </a:lnTo>
                <a:lnTo>
                  <a:pt x="563" y="2870"/>
                </a:lnTo>
                <a:lnTo>
                  <a:pt x="582" y="2542"/>
                </a:lnTo>
                <a:lnTo>
                  <a:pt x="605" y="2215"/>
                </a:lnTo>
                <a:lnTo>
                  <a:pt x="632" y="1890"/>
                </a:lnTo>
                <a:lnTo>
                  <a:pt x="665" y="1569"/>
                </a:lnTo>
                <a:lnTo>
                  <a:pt x="704" y="1252"/>
                </a:lnTo>
                <a:lnTo>
                  <a:pt x="748" y="936"/>
                </a:lnTo>
                <a:lnTo>
                  <a:pt x="798" y="621"/>
                </a:lnTo>
                <a:lnTo>
                  <a:pt x="852" y="310"/>
                </a:lnTo>
                <a:lnTo>
                  <a:pt x="912" y="6"/>
                </a:lnTo>
                <a:lnTo>
                  <a:pt x="913" y="0"/>
                </a:lnTo>
                <a:lnTo>
                  <a:pt x="366" y="0"/>
                </a:lnTo>
                <a:lnTo>
                  <a:pt x="324" y="211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179643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733014"/>
            <a:ext cx="4301338" cy="335219"/>
            <a:chOff x="4570171" y="2733014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844753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840456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861944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733014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2965088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102614"/>
            <a:ext cx="4335902" cy="2063746"/>
            <a:chOff x="4570171" y="3102614"/>
            <a:chExt cx="4335902" cy="2063746"/>
          </a:xfrm>
        </p:grpSpPr>
        <p:sp>
          <p:nvSpPr>
            <p:cNvPr id="75" name="Forma 74"/>
            <p:cNvSpPr/>
            <p:nvPr/>
          </p:nvSpPr>
          <p:spPr>
            <a:xfrm>
              <a:off x="4570171" y="3102614"/>
              <a:ext cx="4301338" cy="2063746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149889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Aparecen engrosamientos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nodulares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hoja parietal.</a:t>
            </a:r>
            <a:endParaRPr lang="es-AR" sz="2000" dirty="0">
              <a:latin typeface="Mali"/>
            </a:endParaRPr>
          </a:p>
        </p:txBody>
      </p:sp>
      <p:sp>
        <p:nvSpPr>
          <p:cNvPr id="81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otras neoplasias pleurales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comparten esta morfología (ver diapositivas siguientes).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LESIÓN TUMORAL</a:t>
            </a:r>
            <a:endParaRPr lang="es-AR" sz="2400" dirty="0">
              <a:latin typeface="Mali"/>
            </a:endParaRPr>
          </a:p>
        </p:txBody>
      </p: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</p:bldLst>
  </p:timing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6655" y="1400250"/>
            <a:ext cx="1521186" cy="3263817"/>
          </a:xfrm>
          <a:custGeom>
            <a:avLst/>
            <a:gdLst/>
            <a:ahLst/>
            <a:cxnLst/>
            <a:rect l="0" t="0" r="r" b="b"/>
            <a:pathLst>
              <a:path w="4563" h="10000">
                <a:moveTo>
                  <a:pt x="1341" y="860"/>
                </a:moveTo>
                <a:lnTo>
                  <a:pt x="1367" y="888"/>
                </a:lnTo>
                <a:lnTo>
                  <a:pt x="1375" y="895"/>
                </a:lnTo>
                <a:lnTo>
                  <a:pt x="1327" y="952"/>
                </a:lnTo>
                <a:lnTo>
                  <a:pt x="1230" y="1079"/>
                </a:lnTo>
                <a:lnTo>
                  <a:pt x="1136" y="1214"/>
                </a:lnTo>
                <a:lnTo>
                  <a:pt x="1047" y="1356"/>
                </a:lnTo>
                <a:lnTo>
                  <a:pt x="978" y="1474"/>
                </a:lnTo>
                <a:lnTo>
                  <a:pt x="949" y="1461"/>
                </a:lnTo>
                <a:lnTo>
                  <a:pt x="930" y="1454"/>
                </a:lnTo>
                <a:lnTo>
                  <a:pt x="915" y="1478"/>
                </a:lnTo>
                <a:lnTo>
                  <a:pt x="914" y="1480"/>
                </a:lnTo>
                <a:lnTo>
                  <a:pt x="832" y="1635"/>
                </a:lnTo>
                <a:lnTo>
                  <a:pt x="831" y="1637"/>
                </a:lnTo>
                <a:lnTo>
                  <a:pt x="753" y="1798"/>
                </a:lnTo>
                <a:lnTo>
                  <a:pt x="752" y="1799"/>
                </a:lnTo>
                <a:lnTo>
                  <a:pt x="677" y="1967"/>
                </a:lnTo>
                <a:lnTo>
                  <a:pt x="676" y="1968"/>
                </a:lnTo>
                <a:lnTo>
                  <a:pt x="604" y="2143"/>
                </a:lnTo>
                <a:lnTo>
                  <a:pt x="604" y="2144"/>
                </a:lnTo>
                <a:lnTo>
                  <a:pt x="600" y="2154"/>
                </a:lnTo>
                <a:lnTo>
                  <a:pt x="616" y="2164"/>
                </a:lnTo>
                <a:lnTo>
                  <a:pt x="647" y="2179"/>
                </a:lnTo>
                <a:lnTo>
                  <a:pt x="584" y="2343"/>
                </a:lnTo>
                <a:lnTo>
                  <a:pt x="520" y="2529"/>
                </a:lnTo>
                <a:lnTo>
                  <a:pt x="460" y="2720"/>
                </a:lnTo>
                <a:lnTo>
                  <a:pt x="405" y="2914"/>
                </a:lnTo>
                <a:lnTo>
                  <a:pt x="355" y="3112"/>
                </a:lnTo>
                <a:lnTo>
                  <a:pt x="348" y="3144"/>
                </a:lnTo>
                <a:lnTo>
                  <a:pt x="344" y="3143"/>
                </a:lnTo>
                <a:lnTo>
                  <a:pt x="307" y="3137"/>
                </a:lnTo>
                <a:lnTo>
                  <a:pt x="296" y="3137"/>
                </a:lnTo>
                <a:lnTo>
                  <a:pt x="258" y="3305"/>
                </a:lnTo>
                <a:lnTo>
                  <a:pt x="258" y="3306"/>
                </a:lnTo>
                <a:lnTo>
                  <a:pt x="217" y="3515"/>
                </a:lnTo>
                <a:lnTo>
                  <a:pt x="217" y="3516"/>
                </a:lnTo>
                <a:lnTo>
                  <a:pt x="180" y="3728"/>
                </a:lnTo>
                <a:lnTo>
                  <a:pt x="179" y="3729"/>
                </a:lnTo>
                <a:lnTo>
                  <a:pt x="153" y="3897"/>
                </a:lnTo>
                <a:lnTo>
                  <a:pt x="155" y="3898"/>
                </a:lnTo>
                <a:lnTo>
                  <a:pt x="192" y="3907"/>
                </a:lnTo>
                <a:lnTo>
                  <a:pt x="205" y="3909"/>
                </a:lnTo>
                <a:lnTo>
                  <a:pt x="198" y="3950"/>
                </a:lnTo>
                <a:lnTo>
                  <a:pt x="168" y="4165"/>
                </a:lnTo>
                <a:lnTo>
                  <a:pt x="142" y="4380"/>
                </a:lnTo>
                <a:lnTo>
                  <a:pt x="119" y="4599"/>
                </a:lnTo>
                <a:lnTo>
                  <a:pt x="101" y="4819"/>
                </a:lnTo>
                <a:lnTo>
                  <a:pt x="85" y="5040"/>
                </a:lnTo>
                <a:lnTo>
                  <a:pt x="82" y="5093"/>
                </a:lnTo>
                <a:lnTo>
                  <a:pt x="63" y="5092"/>
                </a:lnTo>
                <a:lnTo>
                  <a:pt x="29" y="5093"/>
                </a:lnTo>
                <a:lnTo>
                  <a:pt x="20" y="5258"/>
                </a:lnTo>
                <a:lnTo>
                  <a:pt x="20" y="5259"/>
                </a:lnTo>
                <a:lnTo>
                  <a:pt x="10" y="5479"/>
                </a:lnTo>
                <a:lnTo>
                  <a:pt x="10" y="5480"/>
                </a:lnTo>
                <a:lnTo>
                  <a:pt x="3" y="5700"/>
                </a:lnTo>
                <a:lnTo>
                  <a:pt x="3" y="5701"/>
                </a:lnTo>
                <a:lnTo>
                  <a:pt x="0" y="5866"/>
                </a:lnTo>
                <a:lnTo>
                  <a:pt x="25" y="5869"/>
                </a:lnTo>
                <a:lnTo>
                  <a:pt x="52" y="5871"/>
                </a:lnTo>
                <a:lnTo>
                  <a:pt x="51" y="5923"/>
                </a:lnTo>
                <a:lnTo>
                  <a:pt x="50" y="6144"/>
                </a:lnTo>
                <a:lnTo>
                  <a:pt x="51" y="6364"/>
                </a:lnTo>
                <a:lnTo>
                  <a:pt x="55" y="6582"/>
                </a:lnTo>
                <a:lnTo>
                  <a:pt x="63" y="6798"/>
                </a:lnTo>
                <a:lnTo>
                  <a:pt x="74" y="7013"/>
                </a:lnTo>
                <a:lnTo>
                  <a:pt x="76" y="7054"/>
                </a:lnTo>
                <a:lnTo>
                  <a:pt x="67" y="7055"/>
                </a:lnTo>
                <a:lnTo>
                  <a:pt x="30" y="7060"/>
                </a:lnTo>
                <a:lnTo>
                  <a:pt x="24" y="7062"/>
                </a:lnTo>
                <a:lnTo>
                  <a:pt x="36" y="7232"/>
                </a:lnTo>
                <a:lnTo>
                  <a:pt x="36" y="7233"/>
                </a:lnTo>
                <a:lnTo>
                  <a:pt x="53" y="7447"/>
                </a:lnTo>
                <a:lnTo>
                  <a:pt x="53" y="7447"/>
                </a:lnTo>
                <a:lnTo>
                  <a:pt x="73" y="7657"/>
                </a:lnTo>
                <a:lnTo>
                  <a:pt x="73" y="7658"/>
                </a:lnTo>
                <a:lnTo>
                  <a:pt x="91" y="7832"/>
                </a:lnTo>
                <a:lnTo>
                  <a:pt x="106" y="7832"/>
                </a:lnTo>
                <a:lnTo>
                  <a:pt x="144" y="7830"/>
                </a:lnTo>
                <a:lnTo>
                  <a:pt x="146" y="7855"/>
                </a:lnTo>
                <a:lnTo>
                  <a:pt x="168" y="8049"/>
                </a:lnTo>
                <a:lnTo>
                  <a:pt x="191" y="8234"/>
                </a:lnTo>
                <a:lnTo>
                  <a:pt x="216" y="8413"/>
                </a:lnTo>
                <a:lnTo>
                  <a:pt x="242" y="8585"/>
                </a:lnTo>
                <a:lnTo>
                  <a:pt x="258" y="8680"/>
                </a:lnTo>
                <a:lnTo>
                  <a:pt x="250" y="8681"/>
                </a:lnTo>
                <a:lnTo>
                  <a:pt x="213" y="8690"/>
                </a:lnTo>
                <a:lnTo>
                  <a:pt x="207" y="8692"/>
                </a:lnTo>
                <a:lnTo>
                  <a:pt x="218" y="8759"/>
                </a:lnTo>
                <a:lnTo>
                  <a:pt x="218" y="8759"/>
                </a:lnTo>
                <a:lnTo>
                  <a:pt x="246" y="8919"/>
                </a:lnTo>
                <a:lnTo>
                  <a:pt x="246" y="8919"/>
                </a:lnTo>
                <a:lnTo>
                  <a:pt x="274" y="9073"/>
                </a:lnTo>
                <a:lnTo>
                  <a:pt x="303" y="9226"/>
                </a:lnTo>
                <a:lnTo>
                  <a:pt x="332" y="9382"/>
                </a:lnTo>
                <a:lnTo>
                  <a:pt x="332" y="9382"/>
                </a:lnTo>
                <a:lnTo>
                  <a:pt x="346" y="9452"/>
                </a:lnTo>
                <a:lnTo>
                  <a:pt x="364" y="9451"/>
                </a:lnTo>
                <a:lnTo>
                  <a:pt x="398" y="9446"/>
                </a:lnTo>
                <a:lnTo>
                  <a:pt x="413" y="9521"/>
                </a:lnTo>
                <a:lnTo>
                  <a:pt x="431" y="9598"/>
                </a:lnTo>
                <a:lnTo>
                  <a:pt x="419" y="9603"/>
                </a:lnTo>
                <a:lnTo>
                  <a:pt x="386" y="9623"/>
                </a:lnTo>
                <a:lnTo>
                  <a:pt x="383" y="9625"/>
                </a:lnTo>
                <a:lnTo>
                  <a:pt x="393" y="9668"/>
                </a:lnTo>
                <a:lnTo>
                  <a:pt x="393" y="9671"/>
                </a:lnTo>
                <a:lnTo>
                  <a:pt x="426" y="9784"/>
                </a:lnTo>
                <a:lnTo>
                  <a:pt x="428" y="9790"/>
                </a:lnTo>
                <a:lnTo>
                  <a:pt x="462" y="9873"/>
                </a:lnTo>
                <a:lnTo>
                  <a:pt x="463" y="9877"/>
                </a:lnTo>
                <a:lnTo>
                  <a:pt x="465" y="9880"/>
                </a:lnTo>
                <a:lnTo>
                  <a:pt x="497" y="9934"/>
                </a:lnTo>
                <a:lnTo>
                  <a:pt x="501" y="9939"/>
                </a:lnTo>
                <a:lnTo>
                  <a:pt x="504" y="9943"/>
                </a:lnTo>
                <a:lnTo>
                  <a:pt x="534" y="9974"/>
                </a:lnTo>
                <a:lnTo>
                  <a:pt x="538" y="9978"/>
                </a:lnTo>
                <a:lnTo>
                  <a:pt x="542" y="9981"/>
                </a:lnTo>
                <a:lnTo>
                  <a:pt x="547" y="9984"/>
                </a:lnTo>
                <a:lnTo>
                  <a:pt x="552" y="9987"/>
                </a:lnTo>
                <a:lnTo>
                  <a:pt x="557" y="9988"/>
                </a:lnTo>
                <a:lnTo>
                  <a:pt x="588" y="9997"/>
                </a:lnTo>
                <a:lnTo>
                  <a:pt x="593" y="9999"/>
                </a:lnTo>
                <a:lnTo>
                  <a:pt x="598" y="9999"/>
                </a:lnTo>
                <a:lnTo>
                  <a:pt x="603" y="10000"/>
                </a:lnTo>
                <a:lnTo>
                  <a:pt x="609" y="9999"/>
                </a:lnTo>
                <a:lnTo>
                  <a:pt x="614" y="9998"/>
                </a:lnTo>
                <a:lnTo>
                  <a:pt x="619" y="9997"/>
                </a:lnTo>
                <a:lnTo>
                  <a:pt x="655" y="9985"/>
                </a:lnTo>
                <a:lnTo>
                  <a:pt x="660" y="9983"/>
                </a:lnTo>
                <a:lnTo>
                  <a:pt x="664" y="9981"/>
                </a:lnTo>
                <a:lnTo>
                  <a:pt x="669" y="9979"/>
                </a:lnTo>
                <a:lnTo>
                  <a:pt x="715" y="9947"/>
                </a:lnTo>
                <a:lnTo>
                  <a:pt x="719" y="9944"/>
                </a:lnTo>
                <a:lnTo>
                  <a:pt x="781" y="9894"/>
                </a:lnTo>
                <a:lnTo>
                  <a:pt x="785" y="9890"/>
                </a:lnTo>
                <a:lnTo>
                  <a:pt x="861" y="9811"/>
                </a:lnTo>
                <a:lnTo>
                  <a:pt x="864" y="9807"/>
                </a:lnTo>
                <a:lnTo>
                  <a:pt x="926" y="9729"/>
                </a:lnTo>
                <a:lnTo>
                  <a:pt x="904" y="9700"/>
                </a:lnTo>
                <a:lnTo>
                  <a:pt x="892" y="9687"/>
                </a:lnTo>
                <a:lnTo>
                  <a:pt x="909" y="9665"/>
                </a:lnTo>
                <a:lnTo>
                  <a:pt x="1006" y="9535"/>
                </a:lnTo>
                <a:lnTo>
                  <a:pt x="1089" y="9428"/>
                </a:lnTo>
                <a:lnTo>
                  <a:pt x="1106" y="9443"/>
                </a:lnTo>
                <a:lnTo>
                  <a:pt x="1130" y="9461"/>
                </a:lnTo>
                <a:lnTo>
                  <a:pt x="1153" y="9431"/>
                </a:lnTo>
                <a:lnTo>
                  <a:pt x="1266" y="9299"/>
                </a:lnTo>
                <a:lnTo>
                  <a:pt x="1388" y="9181"/>
                </a:lnTo>
                <a:lnTo>
                  <a:pt x="1524" y="9071"/>
                </a:lnTo>
                <a:lnTo>
                  <a:pt x="1675" y="8956"/>
                </a:lnTo>
                <a:lnTo>
                  <a:pt x="1690" y="8947"/>
                </a:lnTo>
                <a:lnTo>
                  <a:pt x="1677" y="8925"/>
                </a:lnTo>
                <a:lnTo>
                  <a:pt x="1660" y="8903"/>
                </a:lnTo>
                <a:lnTo>
                  <a:pt x="1807" y="8801"/>
                </a:lnTo>
                <a:lnTo>
                  <a:pt x="1974" y="8697"/>
                </a:lnTo>
                <a:lnTo>
                  <a:pt x="2140" y="8607"/>
                </a:lnTo>
                <a:lnTo>
                  <a:pt x="2301" y="8536"/>
                </a:lnTo>
                <a:lnTo>
                  <a:pt x="2390" y="8507"/>
                </a:lnTo>
                <a:lnTo>
                  <a:pt x="2399" y="8541"/>
                </a:lnTo>
                <a:lnTo>
                  <a:pt x="2405" y="8558"/>
                </a:lnTo>
                <a:lnTo>
                  <a:pt x="2472" y="8536"/>
                </a:lnTo>
                <a:lnTo>
                  <a:pt x="2624" y="8501"/>
                </a:lnTo>
                <a:lnTo>
                  <a:pt x="2777" y="8480"/>
                </a:lnTo>
                <a:lnTo>
                  <a:pt x="2927" y="8471"/>
                </a:lnTo>
                <a:lnTo>
                  <a:pt x="3075" y="8472"/>
                </a:lnTo>
                <a:lnTo>
                  <a:pt x="3158" y="8479"/>
                </a:lnTo>
                <a:lnTo>
                  <a:pt x="3159" y="8466"/>
                </a:lnTo>
                <a:lnTo>
                  <a:pt x="3161" y="8428"/>
                </a:lnTo>
                <a:lnTo>
                  <a:pt x="3161" y="8426"/>
                </a:lnTo>
                <a:lnTo>
                  <a:pt x="3223" y="8431"/>
                </a:lnTo>
                <a:lnTo>
                  <a:pt x="3365" y="8456"/>
                </a:lnTo>
                <a:lnTo>
                  <a:pt x="3507" y="8496"/>
                </a:lnTo>
                <a:lnTo>
                  <a:pt x="3645" y="8548"/>
                </a:lnTo>
                <a:lnTo>
                  <a:pt x="3661" y="8554"/>
                </a:lnTo>
                <a:lnTo>
                  <a:pt x="3652" y="8571"/>
                </a:lnTo>
                <a:lnTo>
                  <a:pt x="3641" y="8603"/>
                </a:lnTo>
                <a:lnTo>
                  <a:pt x="3755" y="8653"/>
                </a:lnTo>
                <a:lnTo>
                  <a:pt x="3877" y="8712"/>
                </a:lnTo>
                <a:lnTo>
                  <a:pt x="3985" y="8766"/>
                </a:lnTo>
                <a:lnTo>
                  <a:pt x="4081" y="8835"/>
                </a:lnTo>
                <a:lnTo>
                  <a:pt x="4174" y="8933"/>
                </a:lnTo>
                <a:lnTo>
                  <a:pt x="4254" y="9026"/>
                </a:lnTo>
                <a:lnTo>
                  <a:pt x="4260" y="9022"/>
                </a:lnTo>
                <a:lnTo>
                  <a:pt x="4288" y="8996"/>
                </a:lnTo>
                <a:lnTo>
                  <a:pt x="4293" y="8991"/>
                </a:lnTo>
                <a:lnTo>
                  <a:pt x="4302" y="9002"/>
                </a:lnTo>
                <a:lnTo>
                  <a:pt x="4379" y="9081"/>
                </a:lnTo>
                <a:lnTo>
                  <a:pt x="4442" y="9110"/>
                </a:lnTo>
                <a:lnTo>
                  <a:pt x="4486" y="9063"/>
                </a:lnTo>
                <a:lnTo>
                  <a:pt x="4509" y="8922"/>
                </a:lnTo>
                <a:lnTo>
                  <a:pt x="4509" y="8827"/>
                </a:lnTo>
                <a:lnTo>
                  <a:pt x="4535" y="8825"/>
                </a:lnTo>
                <a:lnTo>
                  <a:pt x="4562" y="8821"/>
                </a:lnTo>
                <a:lnTo>
                  <a:pt x="4563" y="8705"/>
                </a:lnTo>
                <a:lnTo>
                  <a:pt x="4562" y="8702"/>
                </a:lnTo>
                <a:lnTo>
                  <a:pt x="4549" y="8435"/>
                </a:lnTo>
                <a:lnTo>
                  <a:pt x="4549" y="8434"/>
                </a:lnTo>
                <a:lnTo>
                  <a:pt x="4527" y="8141"/>
                </a:lnTo>
                <a:lnTo>
                  <a:pt x="4527" y="8141"/>
                </a:lnTo>
                <a:lnTo>
                  <a:pt x="4520" y="8049"/>
                </a:lnTo>
                <a:lnTo>
                  <a:pt x="4496" y="8048"/>
                </a:lnTo>
                <a:lnTo>
                  <a:pt x="4467" y="8049"/>
                </a:lnTo>
                <a:lnTo>
                  <a:pt x="4452" y="7853"/>
                </a:lnTo>
                <a:lnTo>
                  <a:pt x="4434" y="7588"/>
                </a:lnTo>
                <a:lnTo>
                  <a:pt x="4419" y="7345"/>
                </a:lnTo>
                <a:lnTo>
                  <a:pt x="4403" y="7103"/>
                </a:lnTo>
                <a:lnTo>
                  <a:pt x="4384" y="6862"/>
                </a:lnTo>
                <a:lnTo>
                  <a:pt x="4366" y="6622"/>
                </a:lnTo>
                <a:lnTo>
                  <a:pt x="4358" y="6528"/>
                </a:lnTo>
                <a:lnTo>
                  <a:pt x="4367" y="6528"/>
                </a:lnTo>
                <a:lnTo>
                  <a:pt x="4404" y="6522"/>
                </a:lnTo>
                <a:lnTo>
                  <a:pt x="4410" y="6521"/>
                </a:lnTo>
                <a:lnTo>
                  <a:pt x="4399" y="6377"/>
                </a:lnTo>
                <a:lnTo>
                  <a:pt x="4381" y="6136"/>
                </a:lnTo>
                <a:lnTo>
                  <a:pt x="4364" y="5895"/>
                </a:lnTo>
                <a:lnTo>
                  <a:pt x="4354" y="5751"/>
                </a:lnTo>
                <a:lnTo>
                  <a:pt x="4328" y="5750"/>
                </a:lnTo>
                <a:lnTo>
                  <a:pt x="4302" y="5751"/>
                </a:lnTo>
                <a:lnTo>
                  <a:pt x="4295" y="5657"/>
                </a:lnTo>
                <a:lnTo>
                  <a:pt x="4279" y="5416"/>
                </a:lnTo>
                <a:lnTo>
                  <a:pt x="4262" y="5174"/>
                </a:lnTo>
                <a:lnTo>
                  <a:pt x="4244" y="4933"/>
                </a:lnTo>
                <a:lnTo>
                  <a:pt x="4223" y="4691"/>
                </a:lnTo>
                <a:lnTo>
                  <a:pt x="4201" y="4450"/>
                </a:lnTo>
                <a:lnTo>
                  <a:pt x="4192" y="4353"/>
                </a:lnTo>
                <a:lnTo>
                  <a:pt x="4192" y="4353"/>
                </a:lnTo>
                <a:lnTo>
                  <a:pt x="4230" y="4348"/>
                </a:lnTo>
                <a:lnTo>
                  <a:pt x="4244" y="4344"/>
                </a:lnTo>
                <a:lnTo>
                  <a:pt x="4231" y="4203"/>
                </a:lnTo>
                <a:lnTo>
                  <a:pt x="4231" y="4202"/>
                </a:lnTo>
                <a:lnTo>
                  <a:pt x="4206" y="3960"/>
                </a:lnTo>
                <a:lnTo>
                  <a:pt x="4206" y="3960"/>
                </a:lnTo>
                <a:lnTo>
                  <a:pt x="4180" y="3718"/>
                </a:lnTo>
                <a:lnTo>
                  <a:pt x="4180" y="3717"/>
                </a:lnTo>
                <a:lnTo>
                  <a:pt x="4163" y="3576"/>
                </a:lnTo>
                <a:lnTo>
                  <a:pt x="4154" y="3576"/>
                </a:lnTo>
                <a:lnTo>
                  <a:pt x="4116" y="3578"/>
                </a:lnTo>
                <a:lnTo>
                  <a:pt x="4110" y="3578"/>
                </a:lnTo>
                <a:lnTo>
                  <a:pt x="4098" y="3483"/>
                </a:lnTo>
                <a:lnTo>
                  <a:pt x="4065" y="3243"/>
                </a:lnTo>
                <a:lnTo>
                  <a:pt x="4028" y="3000"/>
                </a:lnTo>
                <a:lnTo>
                  <a:pt x="3988" y="2753"/>
                </a:lnTo>
                <a:lnTo>
                  <a:pt x="3945" y="2507"/>
                </a:lnTo>
                <a:lnTo>
                  <a:pt x="3899" y="2266"/>
                </a:lnTo>
                <a:lnTo>
                  <a:pt x="3886" y="2201"/>
                </a:lnTo>
                <a:lnTo>
                  <a:pt x="3915" y="2194"/>
                </a:lnTo>
                <a:lnTo>
                  <a:pt x="3936" y="2186"/>
                </a:lnTo>
                <a:lnTo>
                  <a:pt x="3903" y="2025"/>
                </a:lnTo>
                <a:lnTo>
                  <a:pt x="3903" y="2024"/>
                </a:lnTo>
                <a:lnTo>
                  <a:pt x="3853" y="1809"/>
                </a:lnTo>
                <a:lnTo>
                  <a:pt x="3853" y="1807"/>
                </a:lnTo>
                <a:lnTo>
                  <a:pt x="3800" y="1605"/>
                </a:lnTo>
                <a:lnTo>
                  <a:pt x="3800" y="1603"/>
                </a:lnTo>
                <a:lnTo>
                  <a:pt x="3751" y="1435"/>
                </a:lnTo>
                <a:lnTo>
                  <a:pt x="3726" y="1438"/>
                </a:lnTo>
                <a:lnTo>
                  <a:pt x="3699" y="1445"/>
                </a:lnTo>
                <a:lnTo>
                  <a:pt x="3693" y="1424"/>
                </a:lnTo>
                <a:lnTo>
                  <a:pt x="3634" y="1240"/>
                </a:lnTo>
                <a:lnTo>
                  <a:pt x="3575" y="1068"/>
                </a:lnTo>
                <a:lnTo>
                  <a:pt x="3516" y="910"/>
                </a:lnTo>
                <a:lnTo>
                  <a:pt x="3468" y="789"/>
                </a:lnTo>
                <a:lnTo>
                  <a:pt x="3490" y="779"/>
                </a:lnTo>
                <a:lnTo>
                  <a:pt x="3515" y="764"/>
                </a:lnTo>
                <a:lnTo>
                  <a:pt x="3508" y="748"/>
                </a:lnTo>
                <a:lnTo>
                  <a:pt x="3508" y="747"/>
                </a:lnTo>
                <a:lnTo>
                  <a:pt x="3455" y="621"/>
                </a:lnTo>
                <a:lnTo>
                  <a:pt x="3454" y="620"/>
                </a:lnTo>
                <a:lnTo>
                  <a:pt x="3404" y="509"/>
                </a:lnTo>
                <a:lnTo>
                  <a:pt x="3403" y="507"/>
                </a:lnTo>
                <a:lnTo>
                  <a:pt x="3353" y="411"/>
                </a:lnTo>
                <a:lnTo>
                  <a:pt x="3352" y="408"/>
                </a:lnTo>
                <a:lnTo>
                  <a:pt x="3301" y="324"/>
                </a:lnTo>
                <a:lnTo>
                  <a:pt x="3298" y="320"/>
                </a:lnTo>
                <a:lnTo>
                  <a:pt x="3244" y="247"/>
                </a:lnTo>
                <a:lnTo>
                  <a:pt x="3241" y="242"/>
                </a:lnTo>
                <a:lnTo>
                  <a:pt x="3182" y="179"/>
                </a:lnTo>
                <a:lnTo>
                  <a:pt x="3179" y="175"/>
                </a:lnTo>
                <a:lnTo>
                  <a:pt x="3118" y="121"/>
                </a:lnTo>
                <a:lnTo>
                  <a:pt x="3114" y="117"/>
                </a:lnTo>
                <a:lnTo>
                  <a:pt x="3054" y="73"/>
                </a:lnTo>
                <a:lnTo>
                  <a:pt x="3050" y="71"/>
                </a:lnTo>
                <a:lnTo>
                  <a:pt x="3047" y="69"/>
                </a:lnTo>
                <a:lnTo>
                  <a:pt x="2984" y="36"/>
                </a:lnTo>
                <a:lnTo>
                  <a:pt x="2979" y="34"/>
                </a:lnTo>
                <a:lnTo>
                  <a:pt x="2975" y="32"/>
                </a:lnTo>
                <a:lnTo>
                  <a:pt x="2906" y="11"/>
                </a:lnTo>
                <a:lnTo>
                  <a:pt x="2901" y="10"/>
                </a:lnTo>
                <a:lnTo>
                  <a:pt x="2896" y="9"/>
                </a:lnTo>
                <a:lnTo>
                  <a:pt x="2818" y="0"/>
                </a:lnTo>
                <a:lnTo>
                  <a:pt x="2814" y="0"/>
                </a:lnTo>
                <a:lnTo>
                  <a:pt x="2810" y="0"/>
                </a:lnTo>
                <a:lnTo>
                  <a:pt x="2720" y="4"/>
                </a:lnTo>
                <a:lnTo>
                  <a:pt x="2713" y="4"/>
                </a:lnTo>
                <a:lnTo>
                  <a:pt x="2608" y="23"/>
                </a:lnTo>
                <a:lnTo>
                  <a:pt x="2603" y="24"/>
                </a:lnTo>
                <a:lnTo>
                  <a:pt x="2483" y="57"/>
                </a:lnTo>
                <a:lnTo>
                  <a:pt x="2479" y="58"/>
                </a:lnTo>
                <a:lnTo>
                  <a:pt x="2351" y="104"/>
                </a:lnTo>
                <a:lnTo>
                  <a:pt x="2348" y="105"/>
                </a:lnTo>
                <a:lnTo>
                  <a:pt x="2337" y="110"/>
                </a:lnTo>
                <a:lnTo>
                  <a:pt x="2340" y="132"/>
                </a:lnTo>
                <a:lnTo>
                  <a:pt x="2348" y="162"/>
                </a:lnTo>
                <a:lnTo>
                  <a:pt x="2237" y="209"/>
                </a:lnTo>
                <a:lnTo>
                  <a:pt x="2107" y="274"/>
                </a:lnTo>
                <a:lnTo>
                  <a:pt x="1985" y="346"/>
                </a:lnTo>
                <a:lnTo>
                  <a:pt x="1948" y="371"/>
                </a:lnTo>
                <a:lnTo>
                  <a:pt x="1944" y="365"/>
                </a:lnTo>
                <a:lnTo>
                  <a:pt x="1918" y="337"/>
                </a:lnTo>
                <a:lnTo>
                  <a:pt x="1913" y="332"/>
                </a:lnTo>
                <a:lnTo>
                  <a:pt x="1839" y="382"/>
                </a:lnTo>
                <a:lnTo>
                  <a:pt x="1837" y="384"/>
                </a:lnTo>
                <a:lnTo>
                  <a:pt x="1722" y="473"/>
                </a:lnTo>
                <a:lnTo>
                  <a:pt x="1720" y="475"/>
                </a:lnTo>
                <a:lnTo>
                  <a:pt x="1608" y="573"/>
                </a:lnTo>
                <a:lnTo>
                  <a:pt x="1606" y="575"/>
                </a:lnTo>
                <a:lnTo>
                  <a:pt x="1497" y="681"/>
                </a:lnTo>
                <a:lnTo>
                  <a:pt x="1495" y="683"/>
                </a:lnTo>
                <a:lnTo>
                  <a:pt x="1389" y="796"/>
                </a:lnTo>
                <a:lnTo>
                  <a:pt x="1388" y="798"/>
                </a:lnTo>
                <a:lnTo>
                  <a:pt x="1339" y="856"/>
                </a:lnTo>
                <a:lnTo>
                  <a:pt x="1341" y="860"/>
                </a:lnTo>
                <a:close/>
                <a:moveTo>
                  <a:pt x="633" y="8352"/>
                </a:moveTo>
                <a:lnTo>
                  <a:pt x="609" y="8179"/>
                </a:lnTo>
                <a:lnTo>
                  <a:pt x="586" y="8000"/>
                </a:lnTo>
                <a:lnTo>
                  <a:pt x="565" y="7810"/>
                </a:lnTo>
                <a:lnTo>
                  <a:pt x="544" y="7611"/>
                </a:lnTo>
                <a:lnTo>
                  <a:pt x="525" y="7406"/>
                </a:lnTo>
                <a:lnTo>
                  <a:pt x="508" y="7197"/>
                </a:lnTo>
                <a:lnTo>
                  <a:pt x="494" y="6988"/>
                </a:lnTo>
                <a:lnTo>
                  <a:pt x="484" y="6780"/>
                </a:lnTo>
                <a:lnTo>
                  <a:pt x="477" y="6571"/>
                </a:lnTo>
                <a:lnTo>
                  <a:pt x="472" y="6358"/>
                </a:lnTo>
                <a:lnTo>
                  <a:pt x="471" y="6144"/>
                </a:lnTo>
                <a:lnTo>
                  <a:pt x="472" y="5928"/>
                </a:lnTo>
                <a:lnTo>
                  <a:pt x="477" y="5713"/>
                </a:lnTo>
                <a:lnTo>
                  <a:pt x="484" y="5498"/>
                </a:lnTo>
                <a:lnTo>
                  <a:pt x="493" y="5283"/>
                </a:lnTo>
                <a:lnTo>
                  <a:pt x="506" y="5067"/>
                </a:lnTo>
                <a:lnTo>
                  <a:pt x="521" y="4851"/>
                </a:lnTo>
                <a:lnTo>
                  <a:pt x="539" y="4638"/>
                </a:lnTo>
                <a:lnTo>
                  <a:pt x="560" y="4427"/>
                </a:lnTo>
                <a:lnTo>
                  <a:pt x="586" y="4219"/>
                </a:lnTo>
                <a:lnTo>
                  <a:pt x="615" y="4012"/>
                </a:lnTo>
                <a:lnTo>
                  <a:pt x="647" y="3806"/>
                </a:lnTo>
                <a:lnTo>
                  <a:pt x="683" y="3602"/>
                </a:lnTo>
                <a:lnTo>
                  <a:pt x="722" y="3403"/>
                </a:lnTo>
                <a:lnTo>
                  <a:pt x="765" y="3210"/>
                </a:lnTo>
                <a:lnTo>
                  <a:pt x="812" y="3023"/>
                </a:lnTo>
                <a:lnTo>
                  <a:pt x="864" y="2841"/>
                </a:lnTo>
                <a:lnTo>
                  <a:pt x="920" y="2661"/>
                </a:lnTo>
                <a:lnTo>
                  <a:pt x="981" y="2487"/>
                </a:lnTo>
                <a:lnTo>
                  <a:pt x="1045" y="2318"/>
                </a:lnTo>
                <a:lnTo>
                  <a:pt x="1112" y="2155"/>
                </a:lnTo>
                <a:lnTo>
                  <a:pt x="1181" y="2000"/>
                </a:lnTo>
                <a:lnTo>
                  <a:pt x="1254" y="1851"/>
                </a:lnTo>
                <a:lnTo>
                  <a:pt x="1330" y="1709"/>
                </a:lnTo>
                <a:lnTo>
                  <a:pt x="1408" y="1573"/>
                </a:lnTo>
                <a:lnTo>
                  <a:pt x="1488" y="1446"/>
                </a:lnTo>
                <a:lnTo>
                  <a:pt x="1571" y="1326"/>
                </a:lnTo>
                <a:lnTo>
                  <a:pt x="1655" y="1216"/>
                </a:lnTo>
                <a:lnTo>
                  <a:pt x="1743" y="1112"/>
                </a:lnTo>
                <a:lnTo>
                  <a:pt x="1834" y="1014"/>
                </a:lnTo>
                <a:lnTo>
                  <a:pt x="1928" y="923"/>
                </a:lnTo>
                <a:lnTo>
                  <a:pt x="2023" y="840"/>
                </a:lnTo>
                <a:lnTo>
                  <a:pt x="2118" y="766"/>
                </a:lnTo>
                <a:lnTo>
                  <a:pt x="2211" y="702"/>
                </a:lnTo>
                <a:lnTo>
                  <a:pt x="2308" y="645"/>
                </a:lnTo>
                <a:lnTo>
                  <a:pt x="2413" y="592"/>
                </a:lnTo>
                <a:lnTo>
                  <a:pt x="2521" y="546"/>
                </a:lnTo>
                <a:lnTo>
                  <a:pt x="2623" y="510"/>
                </a:lnTo>
                <a:lnTo>
                  <a:pt x="2710" y="486"/>
                </a:lnTo>
                <a:lnTo>
                  <a:pt x="2769" y="476"/>
                </a:lnTo>
                <a:lnTo>
                  <a:pt x="2797" y="475"/>
                </a:lnTo>
                <a:lnTo>
                  <a:pt x="2800" y="475"/>
                </a:lnTo>
                <a:lnTo>
                  <a:pt x="2817" y="488"/>
                </a:lnTo>
                <a:lnTo>
                  <a:pt x="2847" y="514"/>
                </a:lnTo>
                <a:lnTo>
                  <a:pt x="2876" y="546"/>
                </a:lnTo>
                <a:lnTo>
                  <a:pt x="2905" y="585"/>
                </a:lnTo>
                <a:lnTo>
                  <a:pt x="2938" y="641"/>
                </a:lnTo>
                <a:lnTo>
                  <a:pt x="2977" y="715"/>
                </a:lnTo>
                <a:lnTo>
                  <a:pt x="3021" y="811"/>
                </a:lnTo>
                <a:lnTo>
                  <a:pt x="3070" y="927"/>
                </a:lnTo>
                <a:lnTo>
                  <a:pt x="3123" y="1061"/>
                </a:lnTo>
                <a:lnTo>
                  <a:pt x="3178" y="1210"/>
                </a:lnTo>
                <a:lnTo>
                  <a:pt x="3234" y="1372"/>
                </a:lnTo>
                <a:lnTo>
                  <a:pt x="3290" y="1547"/>
                </a:lnTo>
                <a:lnTo>
                  <a:pt x="3343" y="1730"/>
                </a:lnTo>
                <a:lnTo>
                  <a:pt x="3393" y="1921"/>
                </a:lnTo>
                <a:lnTo>
                  <a:pt x="3440" y="2126"/>
                </a:lnTo>
                <a:lnTo>
                  <a:pt x="3486" y="2349"/>
                </a:lnTo>
                <a:lnTo>
                  <a:pt x="3531" y="2583"/>
                </a:lnTo>
                <a:lnTo>
                  <a:pt x="3573" y="2823"/>
                </a:lnTo>
                <a:lnTo>
                  <a:pt x="3612" y="3066"/>
                </a:lnTo>
                <a:lnTo>
                  <a:pt x="3648" y="3303"/>
                </a:lnTo>
                <a:lnTo>
                  <a:pt x="3680" y="3537"/>
                </a:lnTo>
                <a:lnTo>
                  <a:pt x="3709" y="3772"/>
                </a:lnTo>
                <a:lnTo>
                  <a:pt x="3735" y="4009"/>
                </a:lnTo>
                <a:lnTo>
                  <a:pt x="3759" y="4248"/>
                </a:lnTo>
                <a:lnTo>
                  <a:pt x="3782" y="4488"/>
                </a:lnTo>
                <a:lnTo>
                  <a:pt x="3803" y="4728"/>
                </a:lnTo>
                <a:lnTo>
                  <a:pt x="3824" y="4967"/>
                </a:lnTo>
                <a:lnTo>
                  <a:pt x="3842" y="5205"/>
                </a:lnTo>
                <a:lnTo>
                  <a:pt x="3859" y="5444"/>
                </a:lnTo>
                <a:lnTo>
                  <a:pt x="3875" y="5685"/>
                </a:lnTo>
                <a:lnTo>
                  <a:pt x="3891" y="5927"/>
                </a:lnTo>
                <a:lnTo>
                  <a:pt x="3891" y="5928"/>
                </a:lnTo>
                <a:lnTo>
                  <a:pt x="3908" y="6169"/>
                </a:lnTo>
                <a:lnTo>
                  <a:pt x="3908" y="6171"/>
                </a:lnTo>
                <a:lnTo>
                  <a:pt x="3926" y="6413"/>
                </a:lnTo>
                <a:lnTo>
                  <a:pt x="3927" y="6414"/>
                </a:lnTo>
                <a:lnTo>
                  <a:pt x="3945" y="6655"/>
                </a:lnTo>
                <a:lnTo>
                  <a:pt x="3964" y="6895"/>
                </a:lnTo>
                <a:lnTo>
                  <a:pt x="3982" y="7134"/>
                </a:lnTo>
                <a:lnTo>
                  <a:pt x="3999" y="7372"/>
                </a:lnTo>
                <a:lnTo>
                  <a:pt x="4013" y="7613"/>
                </a:lnTo>
                <a:lnTo>
                  <a:pt x="4013" y="7617"/>
                </a:lnTo>
                <a:lnTo>
                  <a:pt x="4031" y="7882"/>
                </a:lnTo>
                <a:lnTo>
                  <a:pt x="4032" y="7887"/>
                </a:lnTo>
                <a:lnTo>
                  <a:pt x="4055" y="8177"/>
                </a:lnTo>
                <a:lnTo>
                  <a:pt x="4062" y="8275"/>
                </a:lnTo>
                <a:lnTo>
                  <a:pt x="3960" y="8226"/>
                </a:lnTo>
                <a:lnTo>
                  <a:pt x="3946" y="8219"/>
                </a:lnTo>
                <a:lnTo>
                  <a:pt x="3814" y="8162"/>
                </a:lnTo>
                <a:lnTo>
                  <a:pt x="3793" y="8153"/>
                </a:lnTo>
                <a:lnTo>
                  <a:pt x="3654" y="8101"/>
                </a:lnTo>
                <a:lnTo>
                  <a:pt x="3623" y="8091"/>
                </a:lnTo>
                <a:lnTo>
                  <a:pt x="3481" y="8051"/>
                </a:lnTo>
                <a:lnTo>
                  <a:pt x="3437" y="8041"/>
                </a:lnTo>
                <a:lnTo>
                  <a:pt x="3295" y="8016"/>
                </a:lnTo>
                <a:lnTo>
                  <a:pt x="3255" y="8011"/>
                </a:lnTo>
                <a:lnTo>
                  <a:pt x="3109" y="8000"/>
                </a:lnTo>
                <a:lnTo>
                  <a:pt x="3081" y="7998"/>
                </a:lnTo>
                <a:lnTo>
                  <a:pt x="2930" y="7997"/>
                </a:lnTo>
                <a:lnTo>
                  <a:pt x="2900" y="7998"/>
                </a:lnTo>
                <a:lnTo>
                  <a:pt x="2746" y="8007"/>
                </a:lnTo>
                <a:lnTo>
                  <a:pt x="2713" y="8010"/>
                </a:lnTo>
                <a:lnTo>
                  <a:pt x="2557" y="8032"/>
                </a:lnTo>
                <a:lnTo>
                  <a:pt x="2522" y="8039"/>
                </a:lnTo>
                <a:lnTo>
                  <a:pt x="2364" y="8074"/>
                </a:lnTo>
                <a:lnTo>
                  <a:pt x="2327" y="8085"/>
                </a:lnTo>
                <a:lnTo>
                  <a:pt x="2170" y="8136"/>
                </a:lnTo>
                <a:lnTo>
                  <a:pt x="2131" y="8151"/>
                </a:lnTo>
                <a:lnTo>
                  <a:pt x="1970" y="8222"/>
                </a:lnTo>
                <a:lnTo>
                  <a:pt x="1940" y="8237"/>
                </a:lnTo>
                <a:lnTo>
                  <a:pt x="1773" y="8327"/>
                </a:lnTo>
                <a:lnTo>
                  <a:pt x="1751" y="8340"/>
                </a:lnTo>
                <a:lnTo>
                  <a:pt x="1584" y="8444"/>
                </a:lnTo>
                <a:lnTo>
                  <a:pt x="1568" y="8455"/>
                </a:lnTo>
                <a:lnTo>
                  <a:pt x="1405" y="8567"/>
                </a:lnTo>
                <a:lnTo>
                  <a:pt x="1391" y="8577"/>
                </a:lnTo>
                <a:lnTo>
                  <a:pt x="1238" y="8693"/>
                </a:lnTo>
                <a:lnTo>
                  <a:pt x="1225" y="8702"/>
                </a:lnTo>
                <a:lnTo>
                  <a:pt x="1087" y="8815"/>
                </a:lnTo>
                <a:lnTo>
                  <a:pt x="1060" y="8839"/>
                </a:lnTo>
                <a:lnTo>
                  <a:pt x="935" y="8959"/>
                </a:lnTo>
                <a:lnTo>
                  <a:pt x="908" y="8988"/>
                </a:lnTo>
                <a:lnTo>
                  <a:pt x="793" y="9123"/>
                </a:lnTo>
                <a:lnTo>
                  <a:pt x="779" y="9140"/>
                </a:lnTo>
                <a:lnTo>
                  <a:pt x="771" y="9150"/>
                </a:lnTo>
                <a:lnTo>
                  <a:pt x="769" y="9140"/>
                </a:lnTo>
                <a:lnTo>
                  <a:pt x="740" y="8986"/>
                </a:lnTo>
                <a:lnTo>
                  <a:pt x="712" y="8835"/>
                </a:lnTo>
                <a:lnTo>
                  <a:pt x="685" y="8679"/>
                </a:lnTo>
                <a:lnTo>
                  <a:pt x="658" y="8519"/>
                </a:lnTo>
                <a:lnTo>
                  <a:pt x="633" y="8352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23637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789743"/>
            <a:ext cx="4301338" cy="335219"/>
            <a:chOff x="4570171" y="2789743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901483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897185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918673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789743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3021818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159343"/>
            <a:ext cx="4335902" cy="2007017"/>
            <a:chOff x="4570171" y="3159343"/>
            <a:chExt cx="4335902" cy="2007017"/>
          </a:xfrm>
        </p:grpSpPr>
        <p:sp>
          <p:nvSpPr>
            <p:cNvPr id="75" name="Forma 74"/>
            <p:cNvSpPr/>
            <p:nvPr/>
          </p:nvSpPr>
          <p:spPr>
            <a:xfrm>
              <a:off x="4570171" y="3159343"/>
              <a:ext cx="4301338" cy="200701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206618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tumor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crece en superficie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engrosamiento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difuso y nodular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81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Crecimiento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manto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sobre la pleura.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CRECIMIENTO</a:t>
            </a:r>
            <a:endParaRPr lang="es-AR" sz="2400" dirty="0">
              <a:latin typeface="Mali"/>
            </a:endParaRPr>
          </a:p>
        </p:txBody>
      </p: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</p:bldLst>
  </p:timing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6254" y="1400250"/>
            <a:ext cx="1521588" cy="3263817"/>
          </a:xfrm>
          <a:custGeom>
            <a:avLst/>
            <a:gdLst/>
            <a:ahLst/>
            <a:cxnLst/>
            <a:rect l="0" t="0" r="r" b="b"/>
            <a:pathLst>
              <a:path w="4564" h="10000">
                <a:moveTo>
                  <a:pt x="1320" y="937"/>
                </a:moveTo>
                <a:lnTo>
                  <a:pt x="1332" y="947"/>
                </a:lnTo>
                <a:lnTo>
                  <a:pt x="1328" y="952"/>
                </a:lnTo>
                <a:lnTo>
                  <a:pt x="1231" y="1079"/>
                </a:lnTo>
                <a:lnTo>
                  <a:pt x="1138" y="1214"/>
                </a:lnTo>
                <a:lnTo>
                  <a:pt x="1048" y="1356"/>
                </a:lnTo>
                <a:lnTo>
                  <a:pt x="1014" y="1415"/>
                </a:lnTo>
                <a:lnTo>
                  <a:pt x="977" y="1397"/>
                </a:lnTo>
                <a:lnTo>
                  <a:pt x="965" y="1393"/>
                </a:lnTo>
                <a:lnTo>
                  <a:pt x="916" y="1478"/>
                </a:lnTo>
                <a:lnTo>
                  <a:pt x="916" y="1480"/>
                </a:lnTo>
                <a:lnTo>
                  <a:pt x="833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3" y="1799"/>
                </a:lnTo>
                <a:lnTo>
                  <a:pt x="678" y="1967"/>
                </a:lnTo>
                <a:lnTo>
                  <a:pt x="677" y="1968"/>
                </a:lnTo>
                <a:lnTo>
                  <a:pt x="605" y="2143"/>
                </a:lnTo>
                <a:lnTo>
                  <a:pt x="605" y="2144"/>
                </a:lnTo>
                <a:lnTo>
                  <a:pt x="576" y="2219"/>
                </a:lnTo>
                <a:lnTo>
                  <a:pt x="585" y="2225"/>
                </a:lnTo>
                <a:lnTo>
                  <a:pt x="624" y="2243"/>
                </a:lnTo>
                <a:lnTo>
                  <a:pt x="586" y="2343"/>
                </a:lnTo>
                <a:lnTo>
                  <a:pt x="521" y="2529"/>
                </a:lnTo>
                <a:lnTo>
                  <a:pt x="461" y="2720"/>
                </a:lnTo>
                <a:lnTo>
                  <a:pt x="406" y="2914"/>
                </a:lnTo>
                <a:lnTo>
                  <a:pt x="365" y="3077"/>
                </a:lnTo>
                <a:lnTo>
                  <a:pt x="359" y="3076"/>
                </a:lnTo>
                <a:lnTo>
                  <a:pt x="315" y="3069"/>
                </a:lnTo>
                <a:lnTo>
                  <a:pt x="313" y="3069"/>
                </a:lnTo>
                <a:lnTo>
                  <a:pt x="305" y="3099"/>
                </a:lnTo>
                <a:lnTo>
                  <a:pt x="305" y="3101"/>
                </a:lnTo>
                <a:lnTo>
                  <a:pt x="259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7" y="3942"/>
                </a:lnTo>
                <a:lnTo>
                  <a:pt x="147" y="3943"/>
                </a:lnTo>
                <a:lnTo>
                  <a:pt x="144" y="3965"/>
                </a:lnTo>
                <a:lnTo>
                  <a:pt x="180" y="3975"/>
                </a:lnTo>
                <a:lnTo>
                  <a:pt x="196" y="3977"/>
                </a:lnTo>
                <a:lnTo>
                  <a:pt x="169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87" y="5024"/>
                </a:lnTo>
                <a:lnTo>
                  <a:pt x="64" y="5023"/>
                </a:lnTo>
                <a:lnTo>
                  <a:pt x="35" y="5025"/>
                </a:lnTo>
                <a:lnTo>
                  <a:pt x="34" y="5036"/>
                </a:lnTo>
                <a:lnTo>
                  <a:pt x="34" y="5037"/>
                </a:lnTo>
                <a:lnTo>
                  <a:pt x="21" y="5258"/>
                </a:lnTo>
                <a:lnTo>
                  <a:pt x="21" y="5259"/>
                </a:lnTo>
                <a:lnTo>
                  <a:pt x="11" y="5479"/>
                </a:lnTo>
                <a:lnTo>
                  <a:pt x="11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5934"/>
                </a:lnTo>
                <a:lnTo>
                  <a:pt x="19" y="5937"/>
                </a:lnTo>
                <a:lnTo>
                  <a:pt x="52" y="5939"/>
                </a:lnTo>
                <a:lnTo>
                  <a:pt x="51" y="6144"/>
                </a:lnTo>
                <a:lnTo>
                  <a:pt x="52" y="6364"/>
                </a:lnTo>
                <a:lnTo>
                  <a:pt x="57" y="6582"/>
                </a:lnTo>
                <a:lnTo>
                  <a:pt x="64" y="6798"/>
                </a:lnTo>
                <a:lnTo>
                  <a:pt x="73" y="6986"/>
                </a:lnTo>
                <a:lnTo>
                  <a:pt x="62" y="6986"/>
                </a:lnTo>
                <a:lnTo>
                  <a:pt x="21" y="6993"/>
                </a:lnTo>
                <a:lnTo>
                  <a:pt x="22" y="7016"/>
                </a:lnTo>
                <a:lnTo>
                  <a:pt x="22" y="7017"/>
                </a:lnTo>
                <a:lnTo>
                  <a:pt x="37" y="7232"/>
                </a:lnTo>
                <a:lnTo>
                  <a:pt x="37" y="7233"/>
                </a:lnTo>
                <a:lnTo>
                  <a:pt x="54" y="7447"/>
                </a:lnTo>
                <a:lnTo>
                  <a:pt x="54" y="7447"/>
                </a:lnTo>
                <a:lnTo>
                  <a:pt x="74" y="7657"/>
                </a:lnTo>
                <a:lnTo>
                  <a:pt x="74" y="7658"/>
                </a:lnTo>
                <a:lnTo>
                  <a:pt x="95" y="7860"/>
                </a:lnTo>
                <a:lnTo>
                  <a:pt x="95" y="7861"/>
                </a:lnTo>
                <a:lnTo>
                  <a:pt x="100" y="7900"/>
                </a:lnTo>
                <a:lnTo>
                  <a:pt x="107" y="7901"/>
                </a:lnTo>
                <a:lnTo>
                  <a:pt x="152" y="7899"/>
                </a:lnTo>
                <a:lnTo>
                  <a:pt x="152" y="7898"/>
                </a:lnTo>
                <a:lnTo>
                  <a:pt x="169" y="8049"/>
                </a:lnTo>
                <a:lnTo>
                  <a:pt x="192" y="8234"/>
                </a:lnTo>
                <a:lnTo>
                  <a:pt x="217" y="8413"/>
                </a:lnTo>
                <a:lnTo>
                  <a:pt x="243" y="8585"/>
                </a:lnTo>
                <a:lnTo>
                  <a:pt x="248" y="8612"/>
                </a:lnTo>
                <a:lnTo>
                  <a:pt x="238" y="8614"/>
                </a:lnTo>
                <a:lnTo>
                  <a:pt x="196" y="8624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5" y="9073"/>
                </a:lnTo>
                <a:lnTo>
                  <a:pt x="304" y="9226"/>
                </a:lnTo>
                <a:lnTo>
                  <a:pt x="333" y="9382"/>
                </a:lnTo>
                <a:lnTo>
                  <a:pt x="333" y="9382"/>
                </a:lnTo>
                <a:lnTo>
                  <a:pt x="360" y="9520"/>
                </a:lnTo>
                <a:lnTo>
                  <a:pt x="372" y="9519"/>
                </a:lnTo>
                <a:lnTo>
                  <a:pt x="413" y="9513"/>
                </a:lnTo>
                <a:lnTo>
                  <a:pt x="414" y="9521"/>
                </a:lnTo>
                <a:lnTo>
                  <a:pt x="416" y="9529"/>
                </a:lnTo>
                <a:lnTo>
                  <a:pt x="388" y="9543"/>
                </a:lnTo>
                <a:lnTo>
                  <a:pt x="368" y="9555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4" y="9877"/>
                </a:lnTo>
                <a:lnTo>
                  <a:pt x="466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5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3" y="9981"/>
                </a:lnTo>
                <a:lnTo>
                  <a:pt x="548" y="9984"/>
                </a:lnTo>
                <a:lnTo>
                  <a:pt x="553" y="9987"/>
                </a:lnTo>
                <a:lnTo>
                  <a:pt x="558" y="9988"/>
                </a:lnTo>
                <a:lnTo>
                  <a:pt x="589" y="9997"/>
                </a:lnTo>
                <a:lnTo>
                  <a:pt x="594" y="9999"/>
                </a:lnTo>
                <a:lnTo>
                  <a:pt x="599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0" y="9997"/>
                </a:lnTo>
                <a:lnTo>
                  <a:pt x="657" y="9985"/>
                </a:lnTo>
                <a:lnTo>
                  <a:pt x="661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0" y="9944"/>
                </a:lnTo>
                <a:lnTo>
                  <a:pt x="782" y="9894"/>
                </a:lnTo>
                <a:lnTo>
                  <a:pt x="786" y="9890"/>
                </a:lnTo>
                <a:lnTo>
                  <a:pt x="862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970" y="9673"/>
                </a:lnTo>
                <a:lnTo>
                  <a:pt x="958" y="9656"/>
                </a:lnTo>
                <a:lnTo>
                  <a:pt x="935" y="9631"/>
                </a:lnTo>
                <a:lnTo>
                  <a:pt x="1007" y="9535"/>
                </a:lnTo>
                <a:lnTo>
                  <a:pt x="1048" y="9482"/>
                </a:lnTo>
                <a:lnTo>
                  <a:pt x="1063" y="9496"/>
                </a:lnTo>
                <a:lnTo>
                  <a:pt x="1089" y="9515"/>
                </a:lnTo>
                <a:lnTo>
                  <a:pt x="1154" y="9431"/>
                </a:lnTo>
                <a:lnTo>
                  <a:pt x="1267" y="9299"/>
                </a:lnTo>
                <a:lnTo>
                  <a:pt x="1389" y="9181"/>
                </a:lnTo>
                <a:lnTo>
                  <a:pt x="1525" y="9071"/>
                </a:lnTo>
                <a:lnTo>
                  <a:pt x="1677" y="8956"/>
                </a:lnTo>
                <a:lnTo>
                  <a:pt x="1747" y="8908"/>
                </a:lnTo>
                <a:lnTo>
                  <a:pt x="1735" y="8887"/>
                </a:lnTo>
                <a:lnTo>
                  <a:pt x="1718" y="8864"/>
                </a:lnTo>
                <a:lnTo>
                  <a:pt x="1808" y="8801"/>
                </a:lnTo>
                <a:lnTo>
                  <a:pt x="1975" y="8697"/>
                </a:lnTo>
                <a:lnTo>
                  <a:pt x="2142" y="8607"/>
                </a:lnTo>
                <a:lnTo>
                  <a:pt x="2302" y="8536"/>
                </a:lnTo>
                <a:lnTo>
                  <a:pt x="2326" y="8528"/>
                </a:lnTo>
                <a:lnTo>
                  <a:pt x="2334" y="8561"/>
                </a:lnTo>
                <a:lnTo>
                  <a:pt x="2341" y="8579"/>
                </a:lnTo>
                <a:lnTo>
                  <a:pt x="2473" y="8536"/>
                </a:lnTo>
                <a:lnTo>
                  <a:pt x="2626" y="8501"/>
                </a:lnTo>
                <a:lnTo>
                  <a:pt x="2778" y="8480"/>
                </a:lnTo>
                <a:lnTo>
                  <a:pt x="2928" y="8471"/>
                </a:lnTo>
                <a:lnTo>
                  <a:pt x="3076" y="8472"/>
                </a:lnTo>
                <a:lnTo>
                  <a:pt x="3217" y="8483"/>
                </a:lnTo>
                <a:lnTo>
                  <a:pt x="3227" y="8485"/>
                </a:lnTo>
                <a:lnTo>
                  <a:pt x="3229" y="8473"/>
                </a:lnTo>
                <a:lnTo>
                  <a:pt x="3231" y="8432"/>
                </a:lnTo>
                <a:lnTo>
                  <a:pt x="3367" y="8456"/>
                </a:lnTo>
                <a:lnTo>
                  <a:pt x="3508" y="8496"/>
                </a:lnTo>
                <a:lnTo>
                  <a:pt x="3598" y="8530"/>
                </a:lnTo>
                <a:lnTo>
                  <a:pt x="3590" y="8545"/>
                </a:lnTo>
                <a:lnTo>
                  <a:pt x="3578" y="8579"/>
                </a:lnTo>
                <a:lnTo>
                  <a:pt x="3627" y="8597"/>
                </a:lnTo>
                <a:lnTo>
                  <a:pt x="3757" y="8653"/>
                </a:lnTo>
                <a:lnTo>
                  <a:pt x="3878" y="8712"/>
                </a:lnTo>
                <a:lnTo>
                  <a:pt x="3986" y="8766"/>
                </a:lnTo>
                <a:lnTo>
                  <a:pt x="4082" y="8835"/>
                </a:lnTo>
                <a:lnTo>
                  <a:pt x="4175" y="8933"/>
                </a:lnTo>
                <a:lnTo>
                  <a:pt x="4263" y="9036"/>
                </a:lnTo>
                <a:lnTo>
                  <a:pt x="4265" y="9039"/>
                </a:lnTo>
                <a:lnTo>
                  <a:pt x="4302" y="9076"/>
                </a:lnTo>
                <a:lnTo>
                  <a:pt x="4304" y="9075"/>
                </a:lnTo>
                <a:lnTo>
                  <a:pt x="4337" y="9045"/>
                </a:lnTo>
                <a:lnTo>
                  <a:pt x="4341" y="9041"/>
                </a:lnTo>
                <a:lnTo>
                  <a:pt x="4380" y="9081"/>
                </a:lnTo>
                <a:lnTo>
                  <a:pt x="4443" y="9110"/>
                </a:lnTo>
                <a:lnTo>
                  <a:pt x="4487" y="9063"/>
                </a:lnTo>
                <a:lnTo>
                  <a:pt x="4510" y="8922"/>
                </a:lnTo>
                <a:lnTo>
                  <a:pt x="4510" y="8895"/>
                </a:lnTo>
                <a:lnTo>
                  <a:pt x="4542" y="8894"/>
                </a:lnTo>
                <a:lnTo>
                  <a:pt x="4563" y="8891"/>
                </a:lnTo>
                <a:lnTo>
                  <a:pt x="4564" y="8705"/>
                </a:lnTo>
                <a:lnTo>
                  <a:pt x="4563" y="8702"/>
                </a:lnTo>
                <a:lnTo>
                  <a:pt x="4550" y="8435"/>
                </a:lnTo>
                <a:lnTo>
                  <a:pt x="4550" y="8434"/>
                </a:lnTo>
                <a:lnTo>
                  <a:pt x="4528" y="8141"/>
                </a:lnTo>
                <a:lnTo>
                  <a:pt x="4528" y="8141"/>
                </a:lnTo>
                <a:lnTo>
                  <a:pt x="4516" y="7980"/>
                </a:lnTo>
                <a:lnTo>
                  <a:pt x="4497" y="7979"/>
                </a:lnTo>
                <a:lnTo>
                  <a:pt x="4463" y="7981"/>
                </a:lnTo>
                <a:lnTo>
                  <a:pt x="4453" y="7853"/>
                </a:lnTo>
                <a:lnTo>
                  <a:pt x="4435" y="7588"/>
                </a:lnTo>
                <a:lnTo>
                  <a:pt x="4420" y="7345"/>
                </a:lnTo>
                <a:lnTo>
                  <a:pt x="4404" y="7103"/>
                </a:lnTo>
                <a:lnTo>
                  <a:pt x="4385" y="6862"/>
                </a:lnTo>
                <a:lnTo>
                  <a:pt x="4367" y="6622"/>
                </a:lnTo>
                <a:lnTo>
                  <a:pt x="4365" y="6596"/>
                </a:lnTo>
                <a:lnTo>
                  <a:pt x="4374" y="6596"/>
                </a:lnTo>
                <a:lnTo>
                  <a:pt x="4417" y="6589"/>
                </a:lnTo>
                <a:lnTo>
                  <a:pt x="4400" y="6377"/>
                </a:lnTo>
                <a:lnTo>
                  <a:pt x="4382" y="6136"/>
                </a:lnTo>
                <a:lnTo>
                  <a:pt x="4365" y="5895"/>
                </a:lnTo>
                <a:lnTo>
                  <a:pt x="4351" y="5683"/>
                </a:lnTo>
                <a:lnTo>
                  <a:pt x="4329" y="5682"/>
                </a:lnTo>
                <a:lnTo>
                  <a:pt x="4298" y="5683"/>
                </a:lnTo>
                <a:lnTo>
                  <a:pt x="4296" y="5657"/>
                </a:lnTo>
                <a:lnTo>
                  <a:pt x="4280" y="5416"/>
                </a:lnTo>
                <a:lnTo>
                  <a:pt x="4263" y="5174"/>
                </a:lnTo>
                <a:lnTo>
                  <a:pt x="4245" y="4933"/>
                </a:lnTo>
                <a:lnTo>
                  <a:pt x="4224" y="4691"/>
                </a:lnTo>
                <a:lnTo>
                  <a:pt x="4202" y="4450"/>
                </a:lnTo>
                <a:lnTo>
                  <a:pt x="4199" y="4421"/>
                </a:lnTo>
                <a:lnTo>
                  <a:pt x="4200" y="4421"/>
                </a:lnTo>
                <a:lnTo>
                  <a:pt x="4244" y="4415"/>
                </a:lnTo>
                <a:lnTo>
                  <a:pt x="4252" y="4413"/>
                </a:lnTo>
                <a:lnTo>
                  <a:pt x="4232" y="4203"/>
                </a:lnTo>
                <a:lnTo>
                  <a:pt x="4232" y="4202"/>
                </a:lnTo>
                <a:lnTo>
                  <a:pt x="4207" y="3960"/>
                </a:lnTo>
                <a:lnTo>
                  <a:pt x="4207" y="3960"/>
                </a:lnTo>
                <a:lnTo>
                  <a:pt x="4181" y="3718"/>
                </a:lnTo>
                <a:lnTo>
                  <a:pt x="4181" y="3717"/>
                </a:lnTo>
                <a:lnTo>
                  <a:pt x="4155" y="3507"/>
                </a:lnTo>
                <a:lnTo>
                  <a:pt x="4155" y="3507"/>
                </a:lnTo>
                <a:lnTo>
                  <a:pt x="4110" y="3509"/>
                </a:lnTo>
                <a:lnTo>
                  <a:pt x="4103" y="3511"/>
                </a:lnTo>
                <a:lnTo>
                  <a:pt x="4099" y="3483"/>
                </a:lnTo>
                <a:lnTo>
                  <a:pt x="4066" y="3243"/>
                </a:lnTo>
                <a:lnTo>
                  <a:pt x="4029" y="3000"/>
                </a:lnTo>
                <a:lnTo>
                  <a:pt x="3989" y="2753"/>
                </a:lnTo>
                <a:lnTo>
                  <a:pt x="3946" y="2507"/>
                </a:lnTo>
                <a:lnTo>
                  <a:pt x="3901" y="2268"/>
                </a:lnTo>
                <a:lnTo>
                  <a:pt x="3936" y="2259"/>
                </a:lnTo>
                <a:lnTo>
                  <a:pt x="3951" y="2254"/>
                </a:lnTo>
                <a:lnTo>
                  <a:pt x="3904" y="2025"/>
                </a:lnTo>
                <a:lnTo>
                  <a:pt x="3904" y="2024"/>
                </a:lnTo>
                <a:lnTo>
                  <a:pt x="3854" y="1809"/>
                </a:lnTo>
                <a:lnTo>
                  <a:pt x="3854" y="1807"/>
                </a:lnTo>
                <a:lnTo>
                  <a:pt x="3801" y="1605"/>
                </a:lnTo>
                <a:lnTo>
                  <a:pt x="3801" y="1603"/>
                </a:lnTo>
                <a:lnTo>
                  <a:pt x="3744" y="1409"/>
                </a:lnTo>
                <a:lnTo>
                  <a:pt x="3744" y="1408"/>
                </a:lnTo>
                <a:lnTo>
                  <a:pt x="3731" y="1369"/>
                </a:lnTo>
                <a:lnTo>
                  <a:pt x="3713" y="1371"/>
                </a:lnTo>
                <a:lnTo>
                  <a:pt x="3680" y="1380"/>
                </a:lnTo>
                <a:lnTo>
                  <a:pt x="3635" y="1240"/>
                </a:lnTo>
                <a:lnTo>
                  <a:pt x="3576" y="1068"/>
                </a:lnTo>
                <a:lnTo>
                  <a:pt x="3517" y="910"/>
                </a:lnTo>
                <a:lnTo>
                  <a:pt x="3494" y="853"/>
                </a:lnTo>
                <a:lnTo>
                  <a:pt x="3523" y="839"/>
                </a:lnTo>
                <a:lnTo>
                  <a:pt x="3541" y="828"/>
                </a:lnTo>
                <a:lnTo>
                  <a:pt x="3510" y="748"/>
                </a:lnTo>
                <a:lnTo>
                  <a:pt x="3509" y="747"/>
                </a:lnTo>
                <a:lnTo>
                  <a:pt x="3456" y="621"/>
                </a:lnTo>
                <a:lnTo>
                  <a:pt x="3455" y="620"/>
                </a:lnTo>
                <a:lnTo>
                  <a:pt x="3405" y="509"/>
                </a:lnTo>
                <a:lnTo>
                  <a:pt x="3404" y="507"/>
                </a:lnTo>
                <a:lnTo>
                  <a:pt x="3354" y="411"/>
                </a:lnTo>
                <a:lnTo>
                  <a:pt x="3353" y="408"/>
                </a:lnTo>
                <a:lnTo>
                  <a:pt x="3302" y="324"/>
                </a:lnTo>
                <a:lnTo>
                  <a:pt x="3299" y="320"/>
                </a:lnTo>
                <a:lnTo>
                  <a:pt x="3245" y="247"/>
                </a:lnTo>
                <a:lnTo>
                  <a:pt x="3242" y="242"/>
                </a:lnTo>
                <a:lnTo>
                  <a:pt x="3183" y="179"/>
                </a:lnTo>
                <a:lnTo>
                  <a:pt x="3180" y="175"/>
                </a:lnTo>
                <a:lnTo>
                  <a:pt x="3119" y="121"/>
                </a:lnTo>
                <a:lnTo>
                  <a:pt x="3115" y="117"/>
                </a:lnTo>
                <a:lnTo>
                  <a:pt x="3055" y="73"/>
                </a:lnTo>
                <a:lnTo>
                  <a:pt x="3051" y="71"/>
                </a:lnTo>
                <a:lnTo>
                  <a:pt x="3048" y="69"/>
                </a:lnTo>
                <a:lnTo>
                  <a:pt x="2985" y="36"/>
                </a:lnTo>
                <a:lnTo>
                  <a:pt x="2980" y="34"/>
                </a:lnTo>
                <a:lnTo>
                  <a:pt x="2976" y="32"/>
                </a:lnTo>
                <a:lnTo>
                  <a:pt x="2907" y="11"/>
                </a:lnTo>
                <a:lnTo>
                  <a:pt x="2902" y="10"/>
                </a:lnTo>
                <a:lnTo>
                  <a:pt x="2897" y="9"/>
                </a:lnTo>
                <a:lnTo>
                  <a:pt x="2819" y="0"/>
                </a:lnTo>
                <a:lnTo>
                  <a:pt x="2815" y="0"/>
                </a:lnTo>
                <a:lnTo>
                  <a:pt x="2811" y="0"/>
                </a:lnTo>
                <a:lnTo>
                  <a:pt x="2721" y="4"/>
                </a:lnTo>
                <a:lnTo>
                  <a:pt x="2714" y="4"/>
                </a:lnTo>
                <a:lnTo>
                  <a:pt x="2609" y="23"/>
                </a:lnTo>
                <a:lnTo>
                  <a:pt x="2604" y="24"/>
                </a:lnTo>
                <a:lnTo>
                  <a:pt x="2484" y="57"/>
                </a:lnTo>
                <a:lnTo>
                  <a:pt x="2480" y="58"/>
                </a:lnTo>
                <a:lnTo>
                  <a:pt x="2352" y="104"/>
                </a:lnTo>
                <a:lnTo>
                  <a:pt x="2349" y="105"/>
                </a:lnTo>
                <a:lnTo>
                  <a:pt x="2273" y="137"/>
                </a:lnTo>
                <a:lnTo>
                  <a:pt x="2274" y="146"/>
                </a:lnTo>
                <a:lnTo>
                  <a:pt x="2285" y="189"/>
                </a:lnTo>
                <a:lnTo>
                  <a:pt x="2285" y="189"/>
                </a:lnTo>
                <a:lnTo>
                  <a:pt x="2238" y="209"/>
                </a:lnTo>
                <a:lnTo>
                  <a:pt x="2108" y="274"/>
                </a:lnTo>
                <a:lnTo>
                  <a:pt x="2007" y="334"/>
                </a:lnTo>
                <a:lnTo>
                  <a:pt x="1998" y="322"/>
                </a:lnTo>
                <a:lnTo>
                  <a:pt x="1972" y="293"/>
                </a:lnTo>
                <a:lnTo>
                  <a:pt x="1959" y="301"/>
                </a:lnTo>
                <a:lnTo>
                  <a:pt x="1956" y="303"/>
                </a:lnTo>
                <a:lnTo>
                  <a:pt x="1840" y="382"/>
                </a:lnTo>
                <a:lnTo>
                  <a:pt x="1838" y="384"/>
                </a:lnTo>
                <a:lnTo>
                  <a:pt x="1724" y="473"/>
                </a:lnTo>
                <a:lnTo>
                  <a:pt x="1721" y="475"/>
                </a:lnTo>
                <a:lnTo>
                  <a:pt x="1609" y="573"/>
                </a:lnTo>
                <a:lnTo>
                  <a:pt x="1607" y="575"/>
                </a:lnTo>
                <a:lnTo>
                  <a:pt x="1498" y="681"/>
                </a:lnTo>
                <a:lnTo>
                  <a:pt x="1496" y="683"/>
                </a:lnTo>
                <a:lnTo>
                  <a:pt x="1390" y="796"/>
                </a:lnTo>
                <a:lnTo>
                  <a:pt x="1389" y="798"/>
                </a:lnTo>
                <a:lnTo>
                  <a:pt x="1295" y="909"/>
                </a:lnTo>
                <a:lnTo>
                  <a:pt x="1320" y="937"/>
                </a:lnTo>
                <a:close/>
                <a:moveTo>
                  <a:pt x="688" y="8169"/>
                </a:moveTo>
                <a:lnTo>
                  <a:pt x="666" y="7990"/>
                </a:lnTo>
                <a:lnTo>
                  <a:pt x="645" y="7801"/>
                </a:lnTo>
                <a:lnTo>
                  <a:pt x="624" y="7603"/>
                </a:lnTo>
                <a:lnTo>
                  <a:pt x="605" y="7399"/>
                </a:lnTo>
                <a:lnTo>
                  <a:pt x="588" y="7192"/>
                </a:lnTo>
                <a:lnTo>
                  <a:pt x="574" y="6984"/>
                </a:lnTo>
                <a:lnTo>
                  <a:pt x="564" y="6777"/>
                </a:lnTo>
                <a:lnTo>
                  <a:pt x="557" y="6569"/>
                </a:lnTo>
                <a:lnTo>
                  <a:pt x="552" y="6357"/>
                </a:lnTo>
                <a:lnTo>
                  <a:pt x="551" y="6144"/>
                </a:lnTo>
                <a:lnTo>
                  <a:pt x="552" y="5929"/>
                </a:lnTo>
                <a:lnTo>
                  <a:pt x="557" y="5715"/>
                </a:lnTo>
                <a:lnTo>
                  <a:pt x="564" y="5501"/>
                </a:lnTo>
                <a:lnTo>
                  <a:pt x="574" y="5287"/>
                </a:lnTo>
                <a:lnTo>
                  <a:pt x="586" y="5072"/>
                </a:lnTo>
                <a:lnTo>
                  <a:pt x="601" y="4857"/>
                </a:lnTo>
                <a:lnTo>
                  <a:pt x="619" y="4645"/>
                </a:lnTo>
                <a:lnTo>
                  <a:pt x="640" y="4436"/>
                </a:lnTo>
                <a:lnTo>
                  <a:pt x="665" y="4230"/>
                </a:lnTo>
                <a:lnTo>
                  <a:pt x="694" y="4024"/>
                </a:lnTo>
                <a:lnTo>
                  <a:pt x="726" y="3819"/>
                </a:lnTo>
                <a:lnTo>
                  <a:pt x="762" y="3616"/>
                </a:lnTo>
                <a:lnTo>
                  <a:pt x="800" y="3419"/>
                </a:lnTo>
                <a:lnTo>
                  <a:pt x="843" y="3228"/>
                </a:lnTo>
                <a:lnTo>
                  <a:pt x="889" y="3043"/>
                </a:lnTo>
                <a:lnTo>
                  <a:pt x="941" y="2863"/>
                </a:lnTo>
                <a:lnTo>
                  <a:pt x="996" y="2686"/>
                </a:lnTo>
                <a:lnTo>
                  <a:pt x="1056" y="2514"/>
                </a:lnTo>
                <a:lnTo>
                  <a:pt x="1119" y="2347"/>
                </a:lnTo>
                <a:lnTo>
                  <a:pt x="1185" y="2186"/>
                </a:lnTo>
                <a:lnTo>
                  <a:pt x="1254" y="2033"/>
                </a:lnTo>
                <a:lnTo>
                  <a:pt x="1326" y="1887"/>
                </a:lnTo>
                <a:lnTo>
                  <a:pt x="1400" y="1747"/>
                </a:lnTo>
                <a:lnTo>
                  <a:pt x="1476" y="1614"/>
                </a:lnTo>
                <a:lnTo>
                  <a:pt x="1555" y="1489"/>
                </a:lnTo>
                <a:lnTo>
                  <a:pt x="1636" y="1373"/>
                </a:lnTo>
                <a:lnTo>
                  <a:pt x="1718" y="1265"/>
                </a:lnTo>
                <a:lnTo>
                  <a:pt x="1803" y="1164"/>
                </a:lnTo>
                <a:lnTo>
                  <a:pt x="1892" y="1069"/>
                </a:lnTo>
                <a:lnTo>
                  <a:pt x="1983" y="981"/>
                </a:lnTo>
                <a:lnTo>
                  <a:pt x="2074" y="901"/>
                </a:lnTo>
                <a:lnTo>
                  <a:pt x="2166" y="829"/>
                </a:lnTo>
                <a:lnTo>
                  <a:pt x="2255" y="768"/>
                </a:lnTo>
                <a:lnTo>
                  <a:pt x="2347" y="714"/>
                </a:lnTo>
                <a:lnTo>
                  <a:pt x="2447" y="664"/>
                </a:lnTo>
                <a:lnTo>
                  <a:pt x="2551" y="620"/>
                </a:lnTo>
                <a:lnTo>
                  <a:pt x="2648" y="586"/>
                </a:lnTo>
                <a:lnTo>
                  <a:pt x="2728" y="564"/>
                </a:lnTo>
                <a:lnTo>
                  <a:pt x="2775" y="555"/>
                </a:lnTo>
                <a:lnTo>
                  <a:pt x="2793" y="571"/>
                </a:lnTo>
                <a:lnTo>
                  <a:pt x="2816" y="596"/>
                </a:lnTo>
                <a:lnTo>
                  <a:pt x="2840" y="629"/>
                </a:lnTo>
                <a:lnTo>
                  <a:pt x="2871" y="679"/>
                </a:lnTo>
                <a:lnTo>
                  <a:pt x="2907" y="750"/>
                </a:lnTo>
                <a:lnTo>
                  <a:pt x="2949" y="843"/>
                </a:lnTo>
                <a:lnTo>
                  <a:pt x="2997" y="957"/>
                </a:lnTo>
                <a:lnTo>
                  <a:pt x="3050" y="1089"/>
                </a:lnTo>
                <a:lnTo>
                  <a:pt x="3105" y="1236"/>
                </a:lnTo>
                <a:lnTo>
                  <a:pt x="3160" y="1397"/>
                </a:lnTo>
                <a:lnTo>
                  <a:pt x="3215" y="1570"/>
                </a:lnTo>
                <a:lnTo>
                  <a:pt x="3268" y="1751"/>
                </a:lnTo>
                <a:lnTo>
                  <a:pt x="3317" y="1940"/>
                </a:lnTo>
                <a:lnTo>
                  <a:pt x="3364" y="2143"/>
                </a:lnTo>
                <a:lnTo>
                  <a:pt x="3410" y="2364"/>
                </a:lnTo>
                <a:lnTo>
                  <a:pt x="3454" y="2597"/>
                </a:lnTo>
                <a:lnTo>
                  <a:pt x="3496" y="2837"/>
                </a:lnTo>
                <a:lnTo>
                  <a:pt x="3535" y="3078"/>
                </a:lnTo>
                <a:lnTo>
                  <a:pt x="3571" y="3315"/>
                </a:lnTo>
                <a:lnTo>
                  <a:pt x="3603" y="3547"/>
                </a:lnTo>
                <a:lnTo>
                  <a:pt x="3632" y="3781"/>
                </a:lnTo>
                <a:lnTo>
                  <a:pt x="3657" y="4018"/>
                </a:lnTo>
                <a:lnTo>
                  <a:pt x="3681" y="4256"/>
                </a:lnTo>
                <a:lnTo>
                  <a:pt x="3704" y="4496"/>
                </a:lnTo>
                <a:lnTo>
                  <a:pt x="3726" y="4735"/>
                </a:lnTo>
                <a:lnTo>
                  <a:pt x="3746" y="4973"/>
                </a:lnTo>
                <a:lnTo>
                  <a:pt x="3764" y="5211"/>
                </a:lnTo>
                <a:lnTo>
                  <a:pt x="3781" y="5450"/>
                </a:lnTo>
                <a:lnTo>
                  <a:pt x="3797" y="5690"/>
                </a:lnTo>
                <a:lnTo>
                  <a:pt x="3813" y="5932"/>
                </a:lnTo>
                <a:lnTo>
                  <a:pt x="3813" y="5933"/>
                </a:lnTo>
                <a:lnTo>
                  <a:pt x="3830" y="6175"/>
                </a:lnTo>
                <a:lnTo>
                  <a:pt x="3831" y="6177"/>
                </a:lnTo>
                <a:lnTo>
                  <a:pt x="3849" y="6418"/>
                </a:lnTo>
                <a:lnTo>
                  <a:pt x="3849" y="6420"/>
                </a:lnTo>
                <a:lnTo>
                  <a:pt x="3868" y="6661"/>
                </a:lnTo>
                <a:lnTo>
                  <a:pt x="3887" y="6901"/>
                </a:lnTo>
                <a:lnTo>
                  <a:pt x="3905" y="7139"/>
                </a:lnTo>
                <a:lnTo>
                  <a:pt x="3921" y="7377"/>
                </a:lnTo>
                <a:lnTo>
                  <a:pt x="3935" y="7618"/>
                </a:lnTo>
                <a:lnTo>
                  <a:pt x="3936" y="7622"/>
                </a:lnTo>
                <a:lnTo>
                  <a:pt x="3954" y="7887"/>
                </a:lnTo>
                <a:lnTo>
                  <a:pt x="3954" y="7893"/>
                </a:lnTo>
                <a:lnTo>
                  <a:pt x="3974" y="8145"/>
                </a:lnTo>
                <a:lnTo>
                  <a:pt x="3847" y="8089"/>
                </a:lnTo>
                <a:lnTo>
                  <a:pt x="3821" y="8079"/>
                </a:lnTo>
                <a:lnTo>
                  <a:pt x="3683" y="8027"/>
                </a:lnTo>
                <a:lnTo>
                  <a:pt x="3646" y="8015"/>
                </a:lnTo>
                <a:lnTo>
                  <a:pt x="3504" y="7975"/>
                </a:lnTo>
                <a:lnTo>
                  <a:pt x="3452" y="7963"/>
                </a:lnTo>
                <a:lnTo>
                  <a:pt x="3309" y="7938"/>
                </a:lnTo>
                <a:lnTo>
                  <a:pt x="3262" y="7932"/>
                </a:lnTo>
                <a:lnTo>
                  <a:pt x="3116" y="7921"/>
                </a:lnTo>
                <a:lnTo>
                  <a:pt x="3083" y="7919"/>
                </a:lnTo>
                <a:lnTo>
                  <a:pt x="2932" y="7918"/>
                </a:lnTo>
                <a:lnTo>
                  <a:pt x="2897" y="7919"/>
                </a:lnTo>
                <a:lnTo>
                  <a:pt x="2742" y="7928"/>
                </a:lnTo>
                <a:lnTo>
                  <a:pt x="2704" y="7932"/>
                </a:lnTo>
                <a:lnTo>
                  <a:pt x="2547" y="7954"/>
                </a:lnTo>
                <a:lnTo>
                  <a:pt x="2505" y="7961"/>
                </a:lnTo>
                <a:lnTo>
                  <a:pt x="2348" y="7997"/>
                </a:lnTo>
                <a:lnTo>
                  <a:pt x="2304" y="8009"/>
                </a:lnTo>
                <a:lnTo>
                  <a:pt x="2147" y="8061"/>
                </a:lnTo>
                <a:lnTo>
                  <a:pt x="2100" y="8078"/>
                </a:lnTo>
                <a:lnTo>
                  <a:pt x="1940" y="8149"/>
                </a:lnTo>
                <a:lnTo>
                  <a:pt x="1903" y="8167"/>
                </a:lnTo>
                <a:lnTo>
                  <a:pt x="1737" y="8257"/>
                </a:lnTo>
                <a:lnTo>
                  <a:pt x="1711" y="8272"/>
                </a:lnTo>
                <a:lnTo>
                  <a:pt x="1544" y="8377"/>
                </a:lnTo>
                <a:lnTo>
                  <a:pt x="1524" y="8390"/>
                </a:lnTo>
                <a:lnTo>
                  <a:pt x="1361" y="8502"/>
                </a:lnTo>
                <a:lnTo>
                  <a:pt x="1345" y="8514"/>
                </a:lnTo>
                <a:lnTo>
                  <a:pt x="1192" y="8630"/>
                </a:lnTo>
                <a:lnTo>
                  <a:pt x="1177" y="8641"/>
                </a:lnTo>
                <a:lnTo>
                  <a:pt x="1038" y="8754"/>
                </a:lnTo>
                <a:lnTo>
                  <a:pt x="1007" y="8782"/>
                </a:lnTo>
                <a:lnTo>
                  <a:pt x="882" y="8903"/>
                </a:lnTo>
                <a:lnTo>
                  <a:pt x="850" y="8937"/>
                </a:lnTo>
                <a:lnTo>
                  <a:pt x="819" y="8972"/>
                </a:lnTo>
                <a:lnTo>
                  <a:pt x="819" y="8972"/>
                </a:lnTo>
                <a:lnTo>
                  <a:pt x="791" y="8821"/>
                </a:lnTo>
                <a:lnTo>
                  <a:pt x="764" y="8666"/>
                </a:lnTo>
                <a:lnTo>
                  <a:pt x="737" y="8506"/>
                </a:lnTo>
                <a:lnTo>
                  <a:pt x="712" y="8341"/>
                </a:lnTo>
                <a:lnTo>
                  <a:pt x="688" y="8169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264737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818108"/>
            <a:ext cx="4301338" cy="335219"/>
            <a:chOff x="4570171" y="2818108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929847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925550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947038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818108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3050182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187708"/>
            <a:ext cx="4335902" cy="1978652"/>
            <a:chOff x="4570171" y="3187708"/>
            <a:chExt cx="4335902" cy="1978652"/>
          </a:xfrm>
        </p:grpSpPr>
        <p:sp>
          <p:nvSpPr>
            <p:cNvPr id="75" name="Forma 74"/>
            <p:cNvSpPr/>
            <p:nvPr/>
          </p:nvSpPr>
          <p:spPr>
            <a:xfrm>
              <a:off x="4570171" y="3187708"/>
              <a:ext cx="4301338" cy="1978652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234983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144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Ambas hojas pierden su superficie lisa: el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 altera.</a:t>
            </a:r>
            <a:endParaRPr lang="es-AR" sz="1850" dirty="0">
              <a:latin typeface="Mali"/>
            </a:endParaRPr>
          </a:p>
        </p:txBody>
      </p:sp>
      <p:sp>
        <p:nvSpPr>
          <p:cNvPr id="81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Engrosamiento que puede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englobar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pulmón.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60697" y="91440"/>
            <a:ext cx="646640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 LAS SUPERFICIES</a:t>
            </a:r>
            <a:endParaRPr lang="es-AR" sz="2400" dirty="0">
              <a:latin typeface="Mali"/>
            </a:endParaRPr>
          </a:p>
        </p:txBody>
      </p: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</p:bldLst>
  </p:timing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29310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846472"/>
            <a:ext cx="4301338" cy="335219"/>
            <a:chOff x="4570171" y="2846472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958212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953914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975403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846472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3078547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216073"/>
            <a:ext cx="4335902" cy="1950287"/>
            <a:chOff x="4570171" y="3216073"/>
            <a:chExt cx="4335902" cy="1950287"/>
          </a:xfrm>
        </p:grpSpPr>
        <p:sp>
          <p:nvSpPr>
            <p:cNvPr id="75" name="Forma 74"/>
            <p:cNvSpPr/>
            <p:nvPr/>
          </p:nvSpPr>
          <p:spPr>
            <a:xfrm>
              <a:off x="4570171" y="3216073"/>
              <a:ext cx="4301338" cy="195028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263347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Invade la pared: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torácico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(síntoma principal y precoz).</a:t>
            </a:r>
            <a:endParaRPr lang="es-AR" sz="2000" dirty="0">
              <a:latin typeface="Mali"/>
            </a:endParaRPr>
          </a:p>
        </p:txBody>
      </p:sp>
      <p:grpSp>
        <p:nvGrpSpPr>
          <p:cNvPr id="81" name="Recuadro Dolor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2" name="Forma 81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hoja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parietal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está inervada.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59354" y="91440"/>
            <a:ext cx="426774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COMPROMISO LOCAL</a:t>
            </a:r>
            <a:endParaRPr lang="es-AR" sz="2400" dirty="0">
              <a:latin typeface="Mali"/>
            </a:endParaRPr>
          </a:p>
        </p:txBody>
      </p: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8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3013955"/>
            <a:ext cx="1474744" cy="1632923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26263" y="1464830"/>
            <a:ext cx="1216854" cy="2092478"/>
            <a:chOff x="926263" y="1464830"/>
            <a:chExt cx="1216854" cy="2092478"/>
          </a:xfrm>
        </p:grpSpPr>
        <p:sp>
          <p:nvSpPr>
            <p:cNvPr id="17" name="Forma 16"/>
            <p:cNvSpPr/>
            <p:nvPr/>
          </p:nvSpPr>
          <p:spPr>
            <a:xfrm>
              <a:off x="926263" y="1464830"/>
              <a:ext cx="1216854" cy="2092478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09268" y="1670181"/>
              <a:ext cx="953035" cy="1497949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56314" y="2375945"/>
              <a:ext cx="1025245" cy="876539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26263" y="1464830"/>
            <a:ext cx="1216854" cy="2092478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732754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sp>
        <p:nvSpPr>
          <p:cNvPr id="68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sp>
        <p:nvSpPr>
          <p:cNvPr id="69" name="!!Proteinas"/>
          <p:cNvSpPr/>
          <p:nvPr/>
        </p:nvSpPr>
        <p:spPr>
          <a:xfrm>
            <a:off x="5211531" y="2738171"/>
            <a:ext cx="2934127" cy="627461"/>
          </a:xfrm>
          <a:custGeom>
            <a:avLst/>
            <a:gdLst/>
            <a:ahLst/>
            <a:cxnLst/>
            <a:rect l="0" t="0" r="r" b="b"/>
            <a:pathLst>
              <a:path w="7640" h="1460">
                <a:moveTo>
                  <a:pt x="760" y="1290"/>
                </a:moveTo>
                <a:cubicBezTo>
                  <a:pt x="760" y="1323"/>
                  <a:pt x="733" y="1350"/>
                  <a:pt x="700" y="1350"/>
                </a:cubicBezTo>
                <a:cubicBezTo>
                  <a:pt x="666" y="1350"/>
                  <a:pt x="640" y="1323"/>
                  <a:pt x="640" y="1290"/>
                </a:cubicBezTo>
                <a:cubicBezTo>
                  <a:pt x="640" y="1256"/>
                  <a:pt x="666" y="1230"/>
                  <a:pt x="700" y="1230"/>
                </a:cubicBezTo>
                <a:cubicBezTo>
                  <a:pt x="733" y="1230"/>
                  <a:pt x="760" y="1256"/>
                  <a:pt x="760" y="1290"/>
                </a:cubicBezTo>
                <a:close/>
                <a:moveTo>
                  <a:pt x="490" y="1370"/>
                </a:moveTo>
                <a:cubicBezTo>
                  <a:pt x="490" y="1403"/>
                  <a:pt x="463" y="1430"/>
                  <a:pt x="430" y="1430"/>
                </a:cubicBezTo>
                <a:cubicBezTo>
                  <a:pt x="396" y="1430"/>
                  <a:pt x="370" y="1403"/>
                  <a:pt x="370" y="1370"/>
                </a:cubicBezTo>
                <a:cubicBezTo>
                  <a:pt x="370" y="1336"/>
                  <a:pt x="396" y="1310"/>
                  <a:pt x="430" y="1310"/>
                </a:cubicBezTo>
                <a:cubicBezTo>
                  <a:pt x="463" y="1310"/>
                  <a:pt x="490" y="1336"/>
                  <a:pt x="490" y="1370"/>
                </a:cubicBezTo>
                <a:close/>
                <a:moveTo>
                  <a:pt x="2440" y="1340"/>
                </a:moveTo>
                <a:cubicBezTo>
                  <a:pt x="2440" y="1373"/>
                  <a:pt x="2413" y="1400"/>
                  <a:pt x="2380" y="1400"/>
                </a:cubicBezTo>
                <a:cubicBezTo>
                  <a:pt x="2346" y="1400"/>
                  <a:pt x="2320" y="1373"/>
                  <a:pt x="2320" y="1340"/>
                </a:cubicBezTo>
                <a:cubicBezTo>
                  <a:pt x="2320" y="1306"/>
                  <a:pt x="2346" y="1280"/>
                  <a:pt x="2380" y="1280"/>
                </a:cubicBezTo>
                <a:cubicBezTo>
                  <a:pt x="2413" y="1280"/>
                  <a:pt x="2440" y="1306"/>
                  <a:pt x="2440" y="1340"/>
                </a:cubicBezTo>
                <a:close/>
                <a:moveTo>
                  <a:pt x="7640" y="370"/>
                </a:moveTo>
                <a:cubicBezTo>
                  <a:pt x="7640" y="403"/>
                  <a:pt x="7613" y="430"/>
                  <a:pt x="7580" y="430"/>
                </a:cubicBezTo>
                <a:cubicBezTo>
                  <a:pt x="7546" y="430"/>
                  <a:pt x="7520" y="403"/>
                  <a:pt x="7520" y="370"/>
                </a:cubicBezTo>
                <a:cubicBezTo>
                  <a:pt x="7520" y="336"/>
                  <a:pt x="7546" y="310"/>
                  <a:pt x="7580" y="310"/>
                </a:cubicBezTo>
                <a:cubicBezTo>
                  <a:pt x="7613" y="310"/>
                  <a:pt x="7640" y="336"/>
                  <a:pt x="7640" y="370"/>
                </a:cubicBezTo>
                <a:close/>
                <a:moveTo>
                  <a:pt x="340" y="1390"/>
                </a:moveTo>
                <a:cubicBezTo>
                  <a:pt x="340" y="1423"/>
                  <a:pt x="313" y="1450"/>
                  <a:pt x="280" y="1450"/>
                </a:cubicBezTo>
                <a:cubicBezTo>
                  <a:pt x="246" y="1450"/>
                  <a:pt x="220" y="1423"/>
                  <a:pt x="220" y="1390"/>
                </a:cubicBezTo>
                <a:cubicBezTo>
                  <a:pt x="220" y="1356"/>
                  <a:pt x="246" y="1330"/>
                  <a:pt x="280" y="1330"/>
                </a:cubicBezTo>
                <a:cubicBezTo>
                  <a:pt x="313" y="1330"/>
                  <a:pt x="340" y="1356"/>
                  <a:pt x="340" y="1390"/>
                </a:cubicBezTo>
                <a:close/>
                <a:moveTo>
                  <a:pt x="5130" y="390"/>
                </a:moveTo>
                <a:cubicBezTo>
                  <a:pt x="5130" y="423"/>
                  <a:pt x="5103" y="450"/>
                  <a:pt x="5070" y="450"/>
                </a:cubicBezTo>
                <a:cubicBezTo>
                  <a:pt x="5036" y="450"/>
                  <a:pt x="5010" y="423"/>
                  <a:pt x="5010" y="390"/>
                </a:cubicBezTo>
                <a:cubicBezTo>
                  <a:pt x="5010" y="356"/>
                  <a:pt x="5036" y="330"/>
                  <a:pt x="5070" y="330"/>
                </a:cubicBezTo>
                <a:cubicBezTo>
                  <a:pt x="5103" y="330"/>
                  <a:pt x="5130" y="356"/>
                  <a:pt x="5130" y="390"/>
                </a:cubicBezTo>
                <a:close/>
                <a:moveTo>
                  <a:pt x="3100" y="150"/>
                </a:moveTo>
                <a:cubicBezTo>
                  <a:pt x="3100" y="183"/>
                  <a:pt x="3073" y="210"/>
                  <a:pt x="3040" y="210"/>
                </a:cubicBezTo>
                <a:cubicBezTo>
                  <a:pt x="3006" y="210"/>
                  <a:pt x="2980" y="183"/>
                  <a:pt x="2980" y="150"/>
                </a:cubicBezTo>
                <a:cubicBezTo>
                  <a:pt x="2980" y="116"/>
                  <a:pt x="3006" y="90"/>
                  <a:pt x="3040" y="90"/>
                </a:cubicBezTo>
                <a:cubicBezTo>
                  <a:pt x="3073" y="90"/>
                  <a:pt x="3100" y="116"/>
                  <a:pt x="3100" y="150"/>
                </a:cubicBezTo>
                <a:close/>
                <a:moveTo>
                  <a:pt x="4890" y="70"/>
                </a:moveTo>
                <a:cubicBezTo>
                  <a:pt x="4890" y="103"/>
                  <a:pt x="4863" y="130"/>
                  <a:pt x="4830" y="130"/>
                </a:cubicBezTo>
                <a:cubicBezTo>
                  <a:pt x="4796" y="130"/>
                  <a:pt x="4770" y="103"/>
                  <a:pt x="4770" y="70"/>
                </a:cubicBezTo>
                <a:cubicBezTo>
                  <a:pt x="4770" y="36"/>
                  <a:pt x="4796" y="10"/>
                  <a:pt x="4830" y="10"/>
                </a:cubicBezTo>
                <a:cubicBezTo>
                  <a:pt x="4863" y="10"/>
                  <a:pt x="4890" y="36"/>
                  <a:pt x="4890" y="70"/>
                </a:cubicBezTo>
                <a:close/>
                <a:moveTo>
                  <a:pt x="5060" y="60"/>
                </a:moveTo>
                <a:cubicBezTo>
                  <a:pt x="5060" y="93"/>
                  <a:pt x="5033" y="120"/>
                  <a:pt x="5000" y="120"/>
                </a:cubicBezTo>
                <a:cubicBezTo>
                  <a:pt x="4966" y="120"/>
                  <a:pt x="4940" y="93"/>
                  <a:pt x="4940" y="60"/>
                </a:cubicBezTo>
                <a:cubicBezTo>
                  <a:pt x="4940" y="26"/>
                  <a:pt x="4966" y="0"/>
                  <a:pt x="5000" y="0"/>
                </a:cubicBezTo>
                <a:cubicBezTo>
                  <a:pt x="5033" y="0"/>
                  <a:pt x="5060" y="26"/>
                  <a:pt x="5060" y="60"/>
                </a:cubicBezTo>
                <a:close/>
                <a:moveTo>
                  <a:pt x="5620" y="430"/>
                </a:moveTo>
                <a:cubicBezTo>
                  <a:pt x="5620" y="463"/>
                  <a:pt x="5593" y="490"/>
                  <a:pt x="5560" y="490"/>
                </a:cubicBezTo>
                <a:cubicBezTo>
                  <a:pt x="5526" y="490"/>
                  <a:pt x="5500" y="463"/>
                  <a:pt x="5500" y="430"/>
                </a:cubicBezTo>
                <a:cubicBezTo>
                  <a:pt x="5500" y="396"/>
                  <a:pt x="5526" y="370"/>
                  <a:pt x="5560" y="370"/>
                </a:cubicBezTo>
                <a:cubicBezTo>
                  <a:pt x="5593" y="370"/>
                  <a:pt x="5620" y="396"/>
                  <a:pt x="5620" y="430"/>
                </a:cubicBezTo>
                <a:close/>
                <a:moveTo>
                  <a:pt x="4370" y="1270"/>
                </a:moveTo>
                <a:cubicBezTo>
                  <a:pt x="4370" y="1303"/>
                  <a:pt x="4343" y="1330"/>
                  <a:pt x="4310" y="1330"/>
                </a:cubicBezTo>
                <a:cubicBezTo>
                  <a:pt x="4276" y="1330"/>
                  <a:pt x="4250" y="1303"/>
                  <a:pt x="4250" y="1270"/>
                </a:cubicBezTo>
                <a:cubicBezTo>
                  <a:pt x="4250" y="1236"/>
                  <a:pt x="4276" y="1210"/>
                  <a:pt x="4310" y="1210"/>
                </a:cubicBezTo>
                <a:cubicBezTo>
                  <a:pt x="4343" y="1210"/>
                  <a:pt x="4370" y="1236"/>
                  <a:pt x="4370" y="1270"/>
                </a:cubicBezTo>
                <a:close/>
                <a:moveTo>
                  <a:pt x="3660" y="710"/>
                </a:moveTo>
                <a:cubicBezTo>
                  <a:pt x="3660" y="743"/>
                  <a:pt x="3633" y="770"/>
                  <a:pt x="3600" y="770"/>
                </a:cubicBezTo>
                <a:cubicBezTo>
                  <a:pt x="3566" y="770"/>
                  <a:pt x="3540" y="743"/>
                  <a:pt x="3540" y="710"/>
                </a:cubicBezTo>
                <a:cubicBezTo>
                  <a:pt x="3540" y="676"/>
                  <a:pt x="3566" y="650"/>
                  <a:pt x="3600" y="650"/>
                </a:cubicBezTo>
                <a:cubicBezTo>
                  <a:pt x="3633" y="650"/>
                  <a:pt x="3660" y="676"/>
                  <a:pt x="3660" y="710"/>
                </a:cubicBezTo>
                <a:close/>
                <a:moveTo>
                  <a:pt x="4050" y="1400"/>
                </a:moveTo>
                <a:cubicBezTo>
                  <a:pt x="4050" y="1433"/>
                  <a:pt x="4023" y="1460"/>
                  <a:pt x="3990" y="1460"/>
                </a:cubicBezTo>
                <a:cubicBezTo>
                  <a:pt x="3956" y="1460"/>
                  <a:pt x="3930" y="1433"/>
                  <a:pt x="3930" y="1400"/>
                </a:cubicBezTo>
                <a:cubicBezTo>
                  <a:pt x="3930" y="1366"/>
                  <a:pt x="3956" y="1340"/>
                  <a:pt x="3990" y="1340"/>
                </a:cubicBezTo>
                <a:cubicBezTo>
                  <a:pt x="4023" y="1340"/>
                  <a:pt x="4050" y="1366"/>
                  <a:pt x="4050" y="1400"/>
                </a:cubicBezTo>
                <a:close/>
                <a:moveTo>
                  <a:pt x="3930" y="830"/>
                </a:moveTo>
                <a:cubicBezTo>
                  <a:pt x="3930" y="863"/>
                  <a:pt x="3903" y="890"/>
                  <a:pt x="3870" y="890"/>
                </a:cubicBezTo>
                <a:cubicBezTo>
                  <a:pt x="3836" y="890"/>
                  <a:pt x="3810" y="863"/>
                  <a:pt x="3810" y="830"/>
                </a:cubicBezTo>
                <a:cubicBezTo>
                  <a:pt x="3810" y="796"/>
                  <a:pt x="3836" y="770"/>
                  <a:pt x="3870" y="770"/>
                </a:cubicBezTo>
                <a:cubicBezTo>
                  <a:pt x="3903" y="770"/>
                  <a:pt x="3930" y="796"/>
                  <a:pt x="3930" y="830"/>
                </a:cubicBezTo>
                <a:close/>
                <a:moveTo>
                  <a:pt x="2350" y="540"/>
                </a:moveTo>
                <a:cubicBezTo>
                  <a:pt x="2350" y="573"/>
                  <a:pt x="2323" y="600"/>
                  <a:pt x="2290" y="600"/>
                </a:cubicBezTo>
                <a:cubicBezTo>
                  <a:pt x="2256" y="600"/>
                  <a:pt x="2230" y="573"/>
                  <a:pt x="2230" y="540"/>
                </a:cubicBezTo>
                <a:cubicBezTo>
                  <a:pt x="2230" y="506"/>
                  <a:pt x="2256" y="480"/>
                  <a:pt x="2290" y="480"/>
                </a:cubicBezTo>
                <a:cubicBezTo>
                  <a:pt x="2323" y="480"/>
                  <a:pt x="2350" y="506"/>
                  <a:pt x="2350" y="540"/>
                </a:cubicBezTo>
                <a:close/>
                <a:moveTo>
                  <a:pt x="7420" y="370"/>
                </a:moveTo>
                <a:cubicBezTo>
                  <a:pt x="7420" y="403"/>
                  <a:pt x="7393" y="430"/>
                  <a:pt x="7360" y="430"/>
                </a:cubicBezTo>
                <a:cubicBezTo>
                  <a:pt x="7326" y="430"/>
                  <a:pt x="7300" y="403"/>
                  <a:pt x="7300" y="370"/>
                </a:cubicBezTo>
                <a:cubicBezTo>
                  <a:pt x="7300" y="336"/>
                  <a:pt x="7326" y="310"/>
                  <a:pt x="7360" y="310"/>
                </a:cubicBezTo>
                <a:cubicBezTo>
                  <a:pt x="7393" y="310"/>
                  <a:pt x="7420" y="336"/>
                  <a:pt x="7420" y="370"/>
                </a:cubicBezTo>
                <a:close/>
                <a:moveTo>
                  <a:pt x="6440" y="530"/>
                </a:moveTo>
                <a:cubicBezTo>
                  <a:pt x="6440" y="563"/>
                  <a:pt x="6413" y="590"/>
                  <a:pt x="6380" y="590"/>
                </a:cubicBezTo>
                <a:cubicBezTo>
                  <a:pt x="6346" y="590"/>
                  <a:pt x="6320" y="563"/>
                  <a:pt x="6320" y="530"/>
                </a:cubicBezTo>
                <a:cubicBezTo>
                  <a:pt x="6320" y="496"/>
                  <a:pt x="6346" y="470"/>
                  <a:pt x="6380" y="470"/>
                </a:cubicBezTo>
                <a:cubicBezTo>
                  <a:pt x="6413" y="470"/>
                  <a:pt x="6440" y="496"/>
                  <a:pt x="6440" y="530"/>
                </a:cubicBezTo>
                <a:close/>
                <a:moveTo>
                  <a:pt x="120" y="1380"/>
                </a:moveTo>
                <a:cubicBezTo>
                  <a:pt x="120" y="1413"/>
                  <a:pt x="93" y="1440"/>
                  <a:pt x="60" y="1440"/>
                </a:cubicBezTo>
                <a:cubicBezTo>
                  <a:pt x="26" y="1440"/>
                  <a:pt x="0" y="1413"/>
                  <a:pt x="0" y="1380"/>
                </a:cubicBezTo>
                <a:cubicBezTo>
                  <a:pt x="0" y="1346"/>
                  <a:pt x="26" y="1320"/>
                  <a:pt x="60" y="1320"/>
                </a:cubicBezTo>
                <a:cubicBezTo>
                  <a:pt x="93" y="1320"/>
                  <a:pt x="120" y="1346"/>
                  <a:pt x="120" y="1380"/>
                </a:cubicBezTo>
                <a:close/>
                <a:moveTo>
                  <a:pt x="2360" y="1250"/>
                </a:moveTo>
                <a:cubicBezTo>
                  <a:pt x="2360" y="1283"/>
                  <a:pt x="2333" y="1310"/>
                  <a:pt x="2300" y="1310"/>
                </a:cubicBezTo>
                <a:cubicBezTo>
                  <a:pt x="2266" y="1310"/>
                  <a:pt x="2240" y="1283"/>
                  <a:pt x="2240" y="1250"/>
                </a:cubicBezTo>
                <a:cubicBezTo>
                  <a:pt x="2240" y="1216"/>
                  <a:pt x="2266" y="1190"/>
                  <a:pt x="2300" y="1190"/>
                </a:cubicBezTo>
                <a:cubicBezTo>
                  <a:pt x="2333" y="1190"/>
                  <a:pt x="2360" y="1216"/>
                  <a:pt x="2360" y="1250"/>
                </a:cubicBezTo>
                <a:close/>
                <a:moveTo>
                  <a:pt x="4350" y="780"/>
                </a:moveTo>
                <a:cubicBezTo>
                  <a:pt x="4350" y="813"/>
                  <a:pt x="4323" y="840"/>
                  <a:pt x="4290" y="840"/>
                </a:cubicBezTo>
                <a:cubicBezTo>
                  <a:pt x="4256" y="840"/>
                  <a:pt x="4230" y="813"/>
                  <a:pt x="4230" y="780"/>
                </a:cubicBezTo>
                <a:cubicBezTo>
                  <a:pt x="4230" y="746"/>
                  <a:pt x="4256" y="720"/>
                  <a:pt x="4290" y="720"/>
                </a:cubicBezTo>
                <a:cubicBezTo>
                  <a:pt x="4323" y="720"/>
                  <a:pt x="4350" y="746"/>
                  <a:pt x="4350" y="78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0" name="!!PleuraVisceral"/>
          <p:cNvGrpSpPr/>
          <p:nvPr/>
        </p:nvGrpSpPr>
        <p:grpSpPr>
          <a:xfrm>
            <a:off x="4570171" y="3286125"/>
            <a:ext cx="4301338" cy="335219"/>
            <a:chOff x="4570171" y="3286125"/>
            <a:chExt cx="4301338" cy="335219"/>
          </a:xfrm>
        </p:grpSpPr>
        <p:sp>
          <p:nvSpPr>
            <p:cNvPr id="71" name="Forma 70"/>
            <p:cNvSpPr/>
            <p:nvPr/>
          </p:nvSpPr>
          <p:spPr>
            <a:xfrm>
              <a:off x="4570171" y="3397865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4604736" y="3393567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4677705" y="3415055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092476" y="3286125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5" name="!!CapilarPulmonar"/>
          <p:cNvSpPr/>
          <p:nvPr/>
        </p:nvSpPr>
        <p:spPr>
          <a:xfrm>
            <a:off x="4570171" y="3518200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6" name="!!Alveolos"/>
          <p:cNvGrpSpPr/>
          <p:nvPr/>
        </p:nvGrpSpPr>
        <p:grpSpPr>
          <a:xfrm>
            <a:off x="4570171" y="3655725"/>
            <a:ext cx="4335902" cy="1510635"/>
            <a:chOff x="4570171" y="3655725"/>
            <a:chExt cx="4335902" cy="1510635"/>
          </a:xfrm>
        </p:grpSpPr>
        <p:sp>
          <p:nvSpPr>
            <p:cNvPr id="77" name="Forma 76"/>
            <p:cNvSpPr/>
            <p:nvPr/>
          </p:nvSpPr>
          <p:spPr>
            <a:xfrm>
              <a:off x="4570171" y="3655725"/>
              <a:ext cx="4301338" cy="1510635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4719950" y="3703000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0" name="Forma 79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2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característicamente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viscoso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83" name="Recuadro Líquid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4" name="Forma 83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Viscoso · exudado · citología positiva.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5" name="Forma 84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22485" y="91440"/>
            <a:ext cx="530461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DE LÍQUIDO</a:t>
            </a:r>
            <a:endParaRPr lang="es-AR" sz="2400" dirty="0">
              <a:latin typeface="Mali"/>
            </a:endParaRPr>
          </a:p>
        </p:txBody>
      </p:sp>
      <p:sp>
        <p:nvSpPr>
          <p:cNvPr id="7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sp>
        <p:nvSpPr>
          <p:cNvPr id="8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476266"/>
            <a:ext cx="1474744" cy="2170611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08910" y="1464830"/>
            <a:ext cx="1090702" cy="1504556"/>
            <a:chOff x="1008910" y="1464830"/>
            <a:chExt cx="1090702" cy="1504556"/>
          </a:xfrm>
        </p:grpSpPr>
        <p:sp>
          <p:nvSpPr>
            <p:cNvPr id="17" name="Forma 16"/>
            <p:cNvSpPr/>
            <p:nvPr/>
          </p:nvSpPr>
          <p:spPr>
            <a:xfrm>
              <a:off x="1008910" y="1464830"/>
              <a:ext cx="1090702" cy="1504556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88263" y="1612484"/>
              <a:ext cx="874040" cy="1077071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37313" y="2119950"/>
              <a:ext cx="942711" cy="629768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08910" y="1464830"/>
            <a:ext cx="1090702" cy="1504556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874578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sp>
        <p:nvSpPr>
          <p:cNvPr id="68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sp>
        <p:nvSpPr>
          <p:cNvPr id="69" name="!!Proteinas"/>
          <p:cNvSpPr/>
          <p:nvPr/>
        </p:nvSpPr>
        <p:spPr>
          <a:xfrm>
            <a:off x="5127041" y="2776850"/>
            <a:ext cx="3018617" cy="730606"/>
          </a:xfrm>
          <a:custGeom>
            <a:avLst/>
            <a:gdLst/>
            <a:ahLst/>
            <a:cxnLst/>
            <a:rect l="0" t="0" r="r" b="b"/>
            <a:pathLst>
              <a:path w="7860" h="1700">
                <a:moveTo>
                  <a:pt x="980" y="1200"/>
                </a:moveTo>
                <a:cubicBezTo>
                  <a:pt x="980" y="1233"/>
                  <a:pt x="953" y="1260"/>
                  <a:pt x="920" y="1260"/>
                </a:cubicBezTo>
                <a:cubicBezTo>
                  <a:pt x="886" y="1260"/>
                  <a:pt x="860" y="1233"/>
                  <a:pt x="860" y="1200"/>
                </a:cubicBezTo>
                <a:cubicBezTo>
                  <a:pt x="860" y="1166"/>
                  <a:pt x="886" y="1140"/>
                  <a:pt x="920" y="1140"/>
                </a:cubicBezTo>
                <a:cubicBezTo>
                  <a:pt x="953" y="1140"/>
                  <a:pt x="980" y="1166"/>
                  <a:pt x="980" y="1200"/>
                </a:cubicBezTo>
                <a:close/>
                <a:moveTo>
                  <a:pt x="710" y="1280"/>
                </a:moveTo>
                <a:cubicBezTo>
                  <a:pt x="710" y="1313"/>
                  <a:pt x="683" y="1340"/>
                  <a:pt x="650" y="1340"/>
                </a:cubicBezTo>
                <a:cubicBezTo>
                  <a:pt x="616" y="1340"/>
                  <a:pt x="590" y="1313"/>
                  <a:pt x="590" y="1280"/>
                </a:cubicBezTo>
                <a:cubicBezTo>
                  <a:pt x="590" y="1246"/>
                  <a:pt x="616" y="1220"/>
                  <a:pt x="650" y="1220"/>
                </a:cubicBezTo>
                <a:cubicBezTo>
                  <a:pt x="683" y="1220"/>
                  <a:pt x="710" y="1246"/>
                  <a:pt x="710" y="1280"/>
                </a:cubicBezTo>
                <a:close/>
                <a:moveTo>
                  <a:pt x="2660" y="1250"/>
                </a:moveTo>
                <a:cubicBezTo>
                  <a:pt x="2660" y="1283"/>
                  <a:pt x="2633" y="1310"/>
                  <a:pt x="2600" y="1310"/>
                </a:cubicBezTo>
                <a:cubicBezTo>
                  <a:pt x="2566" y="1310"/>
                  <a:pt x="2540" y="1283"/>
                  <a:pt x="2540" y="1250"/>
                </a:cubicBezTo>
                <a:cubicBezTo>
                  <a:pt x="2540" y="1216"/>
                  <a:pt x="2566" y="1190"/>
                  <a:pt x="2600" y="1190"/>
                </a:cubicBezTo>
                <a:cubicBezTo>
                  <a:pt x="2633" y="1190"/>
                  <a:pt x="2660" y="1216"/>
                  <a:pt x="2660" y="1250"/>
                </a:cubicBezTo>
                <a:close/>
                <a:moveTo>
                  <a:pt x="7860" y="1560"/>
                </a:moveTo>
                <a:cubicBezTo>
                  <a:pt x="7860" y="1593"/>
                  <a:pt x="7833" y="1620"/>
                  <a:pt x="7800" y="1620"/>
                </a:cubicBezTo>
                <a:cubicBezTo>
                  <a:pt x="7766" y="1620"/>
                  <a:pt x="7740" y="1593"/>
                  <a:pt x="7740" y="1560"/>
                </a:cubicBezTo>
                <a:cubicBezTo>
                  <a:pt x="7740" y="1526"/>
                  <a:pt x="7766" y="1500"/>
                  <a:pt x="7800" y="1500"/>
                </a:cubicBezTo>
                <a:cubicBezTo>
                  <a:pt x="7833" y="1500"/>
                  <a:pt x="7860" y="1526"/>
                  <a:pt x="7860" y="1560"/>
                </a:cubicBezTo>
                <a:close/>
                <a:moveTo>
                  <a:pt x="1360" y="80"/>
                </a:moveTo>
                <a:cubicBezTo>
                  <a:pt x="1360" y="113"/>
                  <a:pt x="1333" y="140"/>
                  <a:pt x="1300" y="140"/>
                </a:cubicBezTo>
                <a:cubicBezTo>
                  <a:pt x="1266" y="140"/>
                  <a:pt x="1240" y="113"/>
                  <a:pt x="1240" y="80"/>
                </a:cubicBezTo>
                <a:cubicBezTo>
                  <a:pt x="1240" y="46"/>
                  <a:pt x="1266" y="20"/>
                  <a:pt x="1300" y="20"/>
                </a:cubicBezTo>
                <a:cubicBezTo>
                  <a:pt x="1333" y="20"/>
                  <a:pt x="1360" y="46"/>
                  <a:pt x="1360" y="80"/>
                </a:cubicBezTo>
                <a:close/>
                <a:moveTo>
                  <a:pt x="5460" y="1280"/>
                </a:moveTo>
                <a:cubicBezTo>
                  <a:pt x="5460" y="1313"/>
                  <a:pt x="5433" y="1340"/>
                  <a:pt x="5400" y="1340"/>
                </a:cubicBezTo>
                <a:cubicBezTo>
                  <a:pt x="5366" y="1340"/>
                  <a:pt x="5340" y="1313"/>
                  <a:pt x="5340" y="1280"/>
                </a:cubicBezTo>
                <a:cubicBezTo>
                  <a:pt x="5340" y="1246"/>
                  <a:pt x="5366" y="1220"/>
                  <a:pt x="5400" y="1220"/>
                </a:cubicBezTo>
                <a:cubicBezTo>
                  <a:pt x="5433" y="1220"/>
                  <a:pt x="5460" y="1246"/>
                  <a:pt x="5460" y="1280"/>
                </a:cubicBezTo>
                <a:close/>
                <a:moveTo>
                  <a:pt x="6050" y="300"/>
                </a:moveTo>
                <a:cubicBezTo>
                  <a:pt x="6050" y="333"/>
                  <a:pt x="6023" y="360"/>
                  <a:pt x="5990" y="360"/>
                </a:cubicBezTo>
                <a:cubicBezTo>
                  <a:pt x="5956" y="360"/>
                  <a:pt x="5930" y="333"/>
                  <a:pt x="5930" y="300"/>
                </a:cubicBezTo>
                <a:cubicBezTo>
                  <a:pt x="5930" y="266"/>
                  <a:pt x="5956" y="240"/>
                  <a:pt x="5990" y="240"/>
                </a:cubicBezTo>
                <a:cubicBezTo>
                  <a:pt x="6023" y="240"/>
                  <a:pt x="6050" y="266"/>
                  <a:pt x="6050" y="300"/>
                </a:cubicBezTo>
                <a:close/>
                <a:moveTo>
                  <a:pt x="3320" y="60"/>
                </a:moveTo>
                <a:cubicBezTo>
                  <a:pt x="3320" y="93"/>
                  <a:pt x="3293" y="120"/>
                  <a:pt x="3260" y="120"/>
                </a:cubicBezTo>
                <a:cubicBezTo>
                  <a:pt x="3226" y="120"/>
                  <a:pt x="3200" y="93"/>
                  <a:pt x="3200" y="60"/>
                </a:cubicBezTo>
                <a:cubicBezTo>
                  <a:pt x="3200" y="26"/>
                  <a:pt x="3226" y="0"/>
                  <a:pt x="3260" y="0"/>
                </a:cubicBezTo>
                <a:cubicBezTo>
                  <a:pt x="3293" y="0"/>
                  <a:pt x="3320" y="26"/>
                  <a:pt x="3320" y="60"/>
                </a:cubicBezTo>
                <a:close/>
                <a:moveTo>
                  <a:pt x="5110" y="1640"/>
                </a:moveTo>
                <a:cubicBezTo>
                  <a:pt x="5110" y="1673"/>
                  <a:pt x="5083" y="1700"/>
                  <a:pt x="5050" y="1700"/>
                </a:cubicBezTo>
                <a:cubicBezTo>
                  <a:pt x="5016" y="1700"/>
                  <a:pt x="4990" y="1673"/>
                  <a:pt x="4990" y="1640"/>
                </a:cubicBezTo>
                <a:cubicBezTo>
                  <a:pt x="4990" y="1606"/>
                  <a:pt x="5016" y="1580"/>
                  <a:pt x="5050" y="1580"/>
                </a:cubicBezTo>
                <a:cubicBezTo>
                  <a:pt x="5083" y="1580"/>
                  <a:pt x="5110" y="1606"/>
                  <a:pt x="5110" y="1640"/>
                </a:cubicBezTo>
                <a:close/>
                <a:moveTo>
                  <a:pt x="150" y="1260"/>
                </a:moveTo>
                <a:cubicBezTo>
                  <a:pt x="150" y="1293"/>
                  <a:pt x="123" y="1320"/>
                  <a:pt x="90" y="1320"/>
                </a:cubicBezTo>
                <a:cubicBezTo>
                  <a:pt x="56" y="1320"/>
                  <a:pt x="30" y="1293"/>
                  <a:pt x="30" y="1260"/>
                </a:cubicBezTo>
                <a:cubicBezTo>
                  <a:pt x="30" y="1226"/>
                  <a:pt x="56" y="1200"/>
                  <a:pt x="90" y="1200"/>
                </a:cubicBezTo>
                <a:cubicBezTo>
                  <a:pt x="123" y="1200"/>
                  <a:pt x="150" y="1226"/>
                  <a:pt x="150" y="1260"/>
                </a:cubicBezTo>
                <a:close/>
                <a:moveTo>
                  <a:pt x="120" y="1400"/>
                </a:moveTo>
                <a:cubicBezTo>
                  <a:pt x="120" y="1433"/>
                  <a:pt x="93" y="1460"/>
                  <a:pt x="60" y="1460"/>
                </a:cubicBezTo>
                <a:cubicBezTo>
                  <a:pt x="26" y="1460"/>
                  <a:pt x="0" y="1433"/>
                  <a:pt x="0" y="1400"/>
                </a:cubicBezTo>
                <a:cubicBezTo>
                  <a:pt x="0" y="1366"/>
                  <a:pt x="26" y="1340"/>
                  <a:pt x="60" y="1340"/>
                </a:cubicBezTo>
                <a:cubicBezTo>
                  <a:pt x="93" y="1340"/>
                  <a:pt x="120" y="1366"/>
                  <a:pt x="120" y="1400"/>
                </a:cubicBezTo>
                <a:close/>
                <a:moveTo>
                  <a:pt x="1610" y="1090"/>
                </a:moveTo>
                <a:cubicBezTo>
                  <a:pt x="1610" y="1123"/>
                  <a:pt x="1583" y="1150"/>
                  <a:pt x="1550" y="1150"/>
                </a:cubicBezTo>
                <a:cubicBezTo>
                  <a:pt x="1516" y="1150"/>
                  <a:pt x="1490" y="1123"/>
                  <a:pt x="1490" y="1090"/>
                </a:cubicBezTo>
                <a:cubicBezTo>
                  <a:pt x="1490" y="1056"/>
                  <a:pt x="1516" y="1030"/>
                  <a:pt x="1550" y="1030"/>
                </a:cubicBezTo>
                <a:cubicBezTo>
                  <a:pt x="1583" y="1030"/>
                  <a:pt x="1610" y="1056"/>
                  <a:pt x="1610" y="1090"/>
                </a:cubicBezTo>
                <a:close/>
                <a:moveTo>
                  <a:pt x="6470" y="1180"/>
                </a:moveTo>
                <a:cubicBezTo>
                  <a:pt x="6470" y="1213"/>
                  <a:pt x="6443" y="1240"/>
                  <a:pt x="6410" y="1240"/>
                </a:cubicBezTo>
                <a:cubicBezTo>
                  <a:pt x="6376" y="1240"/>
                  <a:pt x="6350" y="1213"/>
                  <a:pt x="6350" y="1180"/>
                </a:cubicBezTo>
                <a:cubicBezTo>
                  <a:pt x="6350" y="1146"/>
                  <a:pt x="6376" y="1120"/>
                  <a:pt x="6410" y="1120"/>
                </a:cubicBezTo>
                <a:cubicBezTo>
                  <a:pt x="6443" y="1120"/>
                  <a:pt x="6470" y="1146"/>
                  <a:pt x="6470" y="1180"/>
                </a:cubicBezTo>
                <a:close/>
                <a:moveTo>
                  <a:pt x="3880" y="620"/>
                </a:moveTo>
                <a:cubicBezTo>
                  <a:pt x="3880" y="653"/>
                  <a:pt x="3853" y="680"/>
                  <a:pt x="3820" y="680"/>
                </a:cubicBezTo>
                <a:cubicBezTo>
                  <a:pt x="3786" y="680"/>
                  <a:pt x="3760" y="653"/>
                  <a:pt x="3760" y="620"/>
                </a:cubicBezTo>
                <a:cubicBezTo>
                  <a:pt x="3760" y="586"/>
                  <a:pt x="3786" y="560"/>
                  <a:pt x="3820" y="560"/>
                </a:cubicBezTo>
                <a:cubicBezTo>
                  <a:pt x="3853" y="560"/>
                  <a:pt x="3880" y="586"/>
                  <a:pt x="3880" y="620"/>
                </a:cubicBezTo>
                <a:close/>
                <a:moveTo>
                  <a:pt x="4270" y="1310"/>
                </a:moveTo>
                <a:cubicBezTo>
                  <a:pt x="4270" y="1343"/>
                  <a:pt x="4243" y="1370"/>
                  <a:pt x="4210" y="1370"/>
                </a:cubicBezTo>
                <a:cubicBezTo>
                  <a:pt x="4176" y="1370"/>
                  <a:pt x="4150" y="1343"/>
                  <a:pt x="4150" y="1310"/>
                </a:cubicBezTo>
                <a:cubicBezTo>
                  <a:pt x="4150" y="1276"/>
                  <a:pt x="4176" y="1250"/>
                  <a:pt x="4210" y="1250"/>
                </a:cubicBezTo>
                <a:cubicBezTo>
                  <a:pt x="4243" y="1250"/>
                  <a:pt x="4270" y="1276"/>
                  <a:pt x="4270" y="1310"/>
                </a:cubicBezTo>
                <a:close/>
                <a:moveTo>
                  <a:pt x="4150" y="740"/>
                </a:moveTo>
                <a:cubicBezTo>
                  <a:pt x="4150" y="773"/>
                  <a:pt x="4123" y="800"/>
                  <a:pt x="4090" y="800"/>
                </a:cubicBezTo>
                <a:cubicBezTo>
                  <a:pt x="4056" y="800"/>
                  <a:pt x="4030" y="773"/>
                  <a:pt x="4030" y="740"/>
                </a:cubicBezTo>
                <a:cubicBezTo>
                  <a:pt x="4030" y="706"/>
                  <a:pt x="4056" y="680"/>
                  <a:pt x="4090" y="680"/>
                </a:cubicBezTo>
                <a:cubicBezTo>
                  <a:pt x="4123" y="680"/>
                  <a:pt x="4150" y="706"/>
                  <a:pt x="4150" y="740"/>
                </a:cubicBezTo>
                <a:close/>
                <a:moveTo>
                  <a:pt x="2570" y="450"/>
                </a:moveTo>
                <a:cubicBezTo>
                  <a:pt x="2570" y="483"/>
                  <a:pt x="2543" y="510"/>
                  <a:pt x="2510" y="510"/>
                </a:cubicBezTo>
                <a:cubicBezTo>
                  <a:pt x="2476" y="510"/>
                  <a:pt x="2450" y="483"/>
                  <a:pt x="2450" y="450"/>
                </a:cubicBezTo>
                <a:cubicBezTo>
                  <a:pt x="2450" y="416"/>
                  <a:pt x="2476" y="390"/>
                  <a:pt x="2510" y="390"/>
                </a:cubicBezTo>
                <a:cubicBezTo>
                  <a:pt x="2543" y="390"/>
                  <a:pt x="2570" y="416"/>
                  <a:pt x="2570" y="450"/>
                </a:cubicBezTo>
                <a:close/>
                <a:moveTo>
                  <a:pt x="7640" y="280"/>
                </a:moveTo>
                <a:cubicBezTo>
                  <a:pt x="7640" y="313"/>
                  <a:pt x="7613" y="340"/>
                  <a:pt x="7580" y="340"/>
                </a:cubicBezTo>
                <a:cubicBezTo>
                  <a:pt x="7546" y="340"/>
                  <a:pt x="7520" y="313"/>
                  <a:pt x="7520" y="280"/>
                </a:cubicBezTo>
                <a:cubicBezTo>
                  <a:pt x="7520" y="246"/>
                  <a:pt x="7546" y="220"/>
                  <a:pt x="7580" y="220"/>
                </a:cubicBezTo>
                <a:cubicBezTo>
                  <a:pt x="7613" y="220"/>
                  <a:pt x="7640" y="246"/>
                  <a:pt x="7640" y="280"/>
                </a:cubicBezTo>
                <a:close/>
                <a:moveTo>
                  <a:pt x="6660" y="440"/>
                </a:moveTo>
                <a:cubicBezTo>
                  <a:pt x="6660" y="473"/>
                  <a:pt x="6633" y="500"/>
                  <a:pt x="6600" y="500"/>
                </a:cubicBezTo>
                <a:cubicBezTo>
                  <a:pt x="6566" y="500"/>
                  <a:pt x="6540" y="473"/>
                  <a:pt x="6540" y="440"/>
                </a:cubicBezTo>
                <a:cubicBezTo>
                  <a:pt x="6540" y="406"/>
                  <a:pt x="6566" y="380"/>
                  <a:pt x="6600" y="380"/>
                </a:cubicBezTo>
                <a:cubicBezTo>
                  <a:pt x="6633" y="380"/>
                  <a:pt x="6660" y="406"/>
                  <a:pt x="6660" y="440"/>
                </a:cubicBezTo>
                <a:close/>
                <a:moveTo>
                  <a:pt x="340" y="1290"/>
                </a:moveTo>
                <a:cubicBezTo>
                  <a:pt x="340" y="1323"/>
                  <a:pt x="313" y="1350"/>
                  <a:pt x="280" y="1350"/>
                </a:cubicBezTo>
                <a:cubicBezTo>
                  <a:pt x="246" y="1350"/>
                  <a:pt x="220" y="1323"/>
                  <a:pt x="220" y="1290"/>
                </a:cubicBezTo>
                <a:cubicBezTo>
                  <a:pt x="220" y="1256"/>
                  <a:pt x="246" y="1230"/>
                  <a:pt x="280" y="1230"/>
                </a:cubicBezTo>
                <a:cubicBezTo>
                  <a:pt x="313" y="1230"/>
                  <a:pt x="340" y="1256"/>
                  <a:pt x="340" y="1290"/>
                </a:cubicBezTo>
                <a:close/>
                <a:moveTo>
                  <a:pt x="2580" y="1160"/>
                </a:moveTo>
                <a:cubicBezTo>
                  <a:pt x="2580" y="1193"/>
                  <a:pt x="2553" y="1220"/>
                  <a:pt x="2520" y="1220"/>
                </a:cubicBezTo>
                <a:cubicBezTo>
                  <a:pt x="2486" y="1220"/>
                  <a:pt x="2460" y="1193"/>
                  <a:pt x="2460" y="1160"/>
                </a:cubicBezTo>
                <a:cubicBezTo>
                  <a:pt x="2460" y="1126"/>
                  <a:pt x="2486" y="1100"/>
                  <a:pt x="2520" y="1100"/>
                </a:cubicBezTo>
                <a:cubicBezTo>
                  <a:pt x="2553" y="1100"/>
                  <a:pt x="2580" y="1126"/>
                  <a:pt x="2580" y="1160"/>
                </a:cubicBezTo>
                <a:close/>
                <a:moveTo>
                  <a:pt x="4570" y="690"/>
                </a:moveTo>
                <a:cubicBezTo>
                  <a:pt x="4570" y="723"/>
                  <a:pt x="4543" y="750"/>
                  <a:pt x="4510" y="750"/>
                </a:cubicBezTo>
                <a:cubicBezTo>
                  <a:pt x="4476" y="750"/>
                  <a:pt x="4450" y="723"/>
                  <a:pt x="4450" y="690"/>
                </a:cubicBezTo>
                <a:cubicBezTo>
                  <a:pt x="4450" y="656"/>
                  <a:pt x="4476" y="630"/>
                  <a:pt x="4510" y="630"/>
                </a:cubicBezTo>
                <a:cubicBezTo>
                  <a:pt x="4543" y="630"/>
                  <a:pt x="4570" y="656"/>
                  <a:pt x="4570" y="690"/>
                </a:cubicBezTo>
                <a:close/>
                <a:moveTo>
                  <a:pt x="6970" y="960"/>
                </a:moveTo>
                <a:cubicBezTo>
                  <a:pt x="6970" y="993"/>
                  <a:pt x="6943" y="1020"/>
                  <a:pt x="6910" y="1020"/>
                </a:cubicBezTo>
                <a:cubicBezTo>
                  <a:pt x="6876" y="1020"/>
                  <a:pt x="6850" y="993"/>
                  <a:pt x="6850" y="960"/>
                </a:cubicBezTo>
                <a:cubicBezTo>
                  <a:pt x="6850" y="926"/>
                  <a:pt x="6876" y="900"/>
                  <a:pt x="6910" y="900"/>
                </a:cubicBezTo>
                <a:cubicBezTo>
                  <a:pt x="6943" y="900"/>
                  <a:pt x="6970" y="926"/>
                  <a:pt x="6970" y="960"/>
                </a:cubicBezTo>
                <a:close/>
                <a:moveTo>
                  <a:pt x="2450" y="1370"/>
                </a:moveTo>
                <a:cubicBezTo>
                  <a:pt x="2450" y="1403"/>
                  <a:pt x="2423" y="1430"/>
                  <a:pt x="2390" y="1430"/>
                </a:cubicBezTo>
                <a:cubicBezTo>
                  <a:pt x="2356" y="1430"/>
                  <a:pt x="2330" y="1403"/>
                  <a:pt x="2330" y="1370"/>
                </a:cubicBezTo>
                <a:cubicBezTo>
                  <a:pt x="2330" y="1336"/>
                  <a:pt x="2356" y="1310"/>
                  <a:pt x="2390" y="1310"/>
                </a:cubicBezTo>
                <a:cubicBezTo>
                  <a:pt x="2423" y="1310"/>
                  <a:pt x="2450" y="1336"/>
                  <a:pt x="2450" y="1370"/>
                </a:cubicBezTo>
                <a:close/>
                <a:moveTo>
                  <a:pt x="250" y="120"/>
                </a:moveTo>
                <a:cubicBezTo>
                  <a:pt x="250" y="153"/>
                  <a:pt x="223" y="180"/>
                  <a:pt x="190" y="180"/>
                </a:cubicBezTo>
                <a:cubicBezTo>
                  <a:pt x="156" y="180"/>
                  <a:pt x="130" y="153"/>
                  <a:pt x="130" y="120"/>
                </a:cubicBezTo>
                <a:cubicBezTo>
                  <a:pt x="130" y="86"/>
                  <a:pt x="156" y="60"/>
                  <a:pt x="190" y="60"/>
                </a:cubicBezTo>
                <a:cubicBezTo>
                  <a:pt x="223" y="60"/>
                  <a:pt x="250" y="86"/>
                  <a:pt x="250" y="12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0" name="!!PleuraVisceral"/>
          <p:cNvGrpSpPr/>
          <p:nvPr/>
        </p:nvGrpSpPr>
        <p:grpSpPr>
          <a:xfrm>
            <a:off x="4570171" y="3427948"/>
            <a:ext cx="4301338" cy="335219"/>
            <a:chOff x="4570171" y="3427948"/>
            <a:chExt cx="4301338" cy="335219"/>
          </a:xfrm>
        </p:grpSpPr>
        <p:sp>
          <p:nvSpPr>
            <p:cNvPr id="71" name="Forma 70"/>
            <p:cNvSpPr/>
            <p:nvPr/>
          </p:nvSpPr>
          <p:spPr>
            <a:xfrm>
              <a:off x="4570171" y="3539688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4604736" y="3535390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4677705" y="3556879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092476" y="3427948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5" name="!!CapilarPulmonar"/>
          <p:cNvSpPr/>
          <p:nvPr/>
        </p:nvSpPr>
        <p:spPr>
          <a:xfrm>
            <a:off x="4570171" y="3660023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6" name="!!Alveolos"/>
          <p:cNvGrpSpPr/>
          <p:nvPr/>
        </p:nvGrpSpPr>
        <p:grpSpPr>
          <a:xfrm>
            <a:off x="4570171" y="3797549"/>
            <a:ext cx="4335902" cy="1368811"/>
            <a:chOff x="4570171" y="3797549"/>
            <a:chExt cx="4335902" cy="1368811"/>
          </a:xfrm>
        </p:grpSpPr>
        <p:sp>
          <p:nvSpPr>
            <p:cNvPr id="77" name="Forma 76"/>
            <p:cNvSpPr/>
            <p:nvPr/>
          </p:nvSpPr>
          <p:spPr>
            <a:xfrm>
              <a:off x="4570171" y="3797549"/>
              <a:ext cx="4301338" cy="136881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4719950" y="3844823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0" name="Forma 79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2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7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queda 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comprimido y encarcelado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 insidiosa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progresiva.</a:t>
            </a:r>
            <a:endParaRPr lang="es-AR" sz="1700" dirty="0">
              <a:latin typeface="Mali"/>
            </a:endParaRPr>
          </a:p>
        </p:txBody>
      </p:sp>
      <p:grpSp>
        <p:nvGrpSpPr>
          <p:cNvPr id="83" name="Recuadro Disnea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4" name="Forma 83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Progresiva, por el derrame y la restricción.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5" name="Forma 84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31982" y="91440"/>
            <a:ext cx="569512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CONSECUENCIAS MECÁNICAS</a:t>
            </a:r>
            <a:endParaRPr lang="es-AR" sz="2400" dirty="0">
              <a:latin typeface="Mali"/>
            </a:endParaRPr>
          </a:p>
        </p:txBody>
      </p:sp>
      <p:sp>
        <p:nvSpPr>
          <p:cNvPr id="7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sp>
        <p:nvSpPr>
          <p:cNvPr id="8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476266"/>
            <a:ext cx="1474744" cy="2170611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08910" y="1464830"/>
            <a:ext cx="1090702" cy="1504556"/>
            <a:chOff x="1008910" y="1464830"/>
            <a:chExt cx="1090702" cy="1504556"/>
          </a:xfrm>
        </p:grpSpPr>
        <p:sp>
          <p:nvSpPr>
            <p:cNvPr id="17" name="Forma 16"/>
            <p:cNvSpPr/>
            <p:nvPr/>
          </p:nvSpPr>
          <p:spPr>
            <a:xfrm>
              <a:off x="1008910" y="1464830"/>
              <a:ext cx="1090702" cy="1504556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88263" y="1612484"/>
              <a:ext cx="874040" cy="1077071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37313" y="2119950"/>
              <a:ext cx="942711" cy="629768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08910" y="1464830"/>
            <a:ext cx="1090702" cy="1504556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874578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sp>
        <p:nvSpPr>
          <p:cNvPr id="68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sp>
        <p:nvSpPr>
          <p:cNvPr id="69" name="!!Proteinas"/>
          <p:cNvSpPr/>
          <p:nvPr/>
        </p:nvSpPr>
        <p:spPr>
          <a:xfrm>
            <a:off x="5127041" y="2776850"/>
            <a:ext cx="3018617" cy="730606"/>
          </a:xfrm>
          <a:custGeom>
            <a:avLst/>
            <a:gdLst/>
            <a:ahLst/>
            <a:cxnLst/>
            <a:rect l="0" t="0" r="r" b="b"/>
            <a:pathLst>
              <a:path w="7860" h="1700">
                <a:moveTo>
                  <a:pt x="980" y="1200"/>
                </a:moveTo>
                <a:cubicBezTo>
                  <a:pt x="980" y="1233"/>
                  <a:pt x="953" y="1260"/>
                  <a:pt x="920" y="1260"/>
                </a:cubicBezTo>
                <a:cubicBezTo>
                  <a:pt x="886" y="1260"/>
                  <a:pt x="860" y="1233"/>
                  <a:pt x="860" y="1200"/>
                </a:cubicBezTo>
                <a:cubicBezTo>
                  <a:pt x="860" y="1166"/>
                  <a:pt x="886" y="1140"/>
                  <a:pt x="920" y="1140"/>
                </a:cubicBezTo>
                <a:cubicBezTo>
                  <a:pt x="953" y="1140"/>
                  <a:pt x="980" y="1166"/>
                  <a:pt x="980" y="1200"/>
                </a:cubicBezTo>
                <a:close/>
                <a:moveTo>
                  <a:pt x="710" y="1280"/>
                </a:moveTo>
                <a:cubicBezTo>
                  <a:pt x="710" y="1313"/>
                  <a:pt x="683" y="1340"/>
                  <a:pt x="650" y="1340"/>
                </a:cubicBezTo>
                <a:cubicBezTo>
                  <a:pt x="616" y="1340"/>
                  <a:pt x="590" y="1313"/>
                  <a:pt x="590" y="1280"/>
                </a:cubicBezTo>
                <a:cubicBezTo>
                  <a:pt x="590" y="1246"/>
                  <a:pt x="616" y="1220"/>
                  <a:pt x="650" y="1220"/>
                </a:cubicBezTo>
                <a:cubicBezTo>
                  <a:pt x="683" y="1220"/>
                  <a:pt x="710" y="1246"/>
                  <a:pt x="710" y="1280"/>
                </a:cubicBezTo>
                <a:close/>
                <a:moveTo>
                  <a:pt x="2660" y="1250"/>
                </a:moveTo>
                <a:cubicBezTo>
                  <a:pt x="2660" y="1283"/>
                  <a:pt x="2633" y="1310"/>
                  <a:pt x="2600" y="1310"/>
                </a:cubicBezTo>
                <a:cubicBezTo>
                  <a:pt x="2566" y="1310"/>
                  <a:pt x="2540" y="1283"/>
                  <a:pt x="2540" y="1250"/>
                </a:cubicBezTo>
                <a:cubicBezTo>
                  <a:pt x="2540" y="1216"/>
                  <a:pt x="2566" y="1190"/>
                  <a:pt x="2600" y="1190"/>
                </a:cubicBezTo>
                <a:cubicBezTo>
                  <a:pt x="2633" y="1190"/>
                  <a:pt x="2660" y="1216"/>
                  <a:pt x="2660" y="1250"/>
                </a:cubicBezTo>
                <a:close/>
                <a:moveTo>
                  <a:pt x="7860" y="1560"/>
                </a:moveTo>
                <a:cubicBezTo>
                  <a:pt x="7860" y="1593"/>
                  <a:pt x="7833" y="1620"/>
                  <a:pt x="7800" y="1620"/>
                </a:cubicBezTo>
                <a:cubicBezTo>
                  <a:pt x="7766" y="1620"/>
                  <a:pt x="7740" y="1593"/>
                  <a:pt x="7740" y="1560"/>
                </a:cubicBezTo>
                <a:cubicBezTo>
                  <a:pt x="7740" y="1526"/>
                  <a:pt x="7766" y="1500"/>
                  <a:pt x="7800" y="1500"/>
                </a:cubicBezTo>
                <a:cubicBezTo>
                  <a:pt x="7833" y="1500"/>
                  <a:pt x="7860" y="1526"/>
                  <a:pt x="7860" y="1560"/>
                </a:cubicBezTo>
                <a:close/>
                <a:moveTo>
                  <a:pt x="1360" y="80"/>
                </a:moveTo>
                <a:cubicBezTo>
                  <a:pt x="1360" y="113"/>
                  <a:pt x="1333" y="140"/>
                  <a:pt x="1300" y="140"/>
                </a:cubicBezTo>
                <a:cubicBezTo>
                  <a:pt x="1266" y="140"/>
                  <a:pt x="1240" y="113"/>
                  <a:pt x="1240" y="80"/>
                </a:cubicBezTo>
                <a:cubicBezTo>
                  <a:pt x="1240" y="46"/>
                  <a:pt x="1266" y="20"/>
                  <a:pt x="1300" y="20"/>
                </a:cubicBezTo>
                <a:cubicBezTo>
                  <a:pt x="1333" y="20"/>
                  <a:pt x="1360" y="46"/>
                  <a:pt x="1360" y="80"/>
                </a:cubicBezTo>
                <a:close/>
                <a:moveTo>
                  <a:pt x="5460" y="1280"/>
                </a:moveTo>
                <a:cubicBezTo>
                  <a:pt x="5460" y="1313"/>
                  <a:pt x="5433" y="1340"/>
                  <a:pt x="5400" y="1340"/>
                </a:cubicBezTo>
                <a:cubicBezTo>
                  <a:pt x="5366" y="1340"/>
                  <a:pt x="5340" y="1313"/>
                  <a:pt x="5340" y="1280"/>
                </a:cubicBezTo>
                <a:cubicBezTo>
                  <a:pt x="5340" y="1246"/>
                  <a:pt x="5366" y="1220"/>
                  <a:pt x="5400" y="1220"/>
                </a:cubicBezTo>
                <a:cubicBezTo>
                  <a:pt x="5433" y="1220"/>
                  <a:pt x="5460" y="1246"/>
                  <a:pt x="5460" y="1280"/>
                </a:cubicBezTo>
                <a:close/>
                <a:moveTo>
                  <a:pt x="6050" y="300"/>
                </a:moveTo>
                <a:cubicBezTo>
                  <a:pt x="6050" y="333"/>
                  <a:pt x="6023" y="360"/>
                  <a:pt x="5990" y="360"/>
                </a:cubicBezTo>
                <a:cubicBezTo>
                  <a:pt x="5956" y="360"/>
                  <a:pt x="5930" y="333"/>
                  <a:pt x="5930" y="300"/>
                </a:cubicBezTo>
                <a:cubicBezTo>
                  <a:pt x="5930" y="266"/>
                  <a:pt x="5956" y="240"/>
                  <a:pt x="5990" y="240"/>
                </a:cubicBezTo>
                <a:cubicBezTo>
                  <a:pt x="6023" y="240"/>
                  <a:pt x="6050" y="266"/>
                  <a:pt x="6050" y="300"/>
                </a:cubicBezTo>
                <a:close/>
                <a:moveTo>
                  <a:pt x="3320" y="60"/>
                </a:moveTo>
                <a:cubicBezTo>
                  <a:pt x="3320" y="93"/>
                  <a:pt x="3293" y="120"/>
                  <a:pt x="3260" y="120"/>
                </a:cubicBezTo>
                <a:cubicBezTo>
                  <a:pt x="3226" y="120"/>
                  <a:pt x="3200" y="93"/>
                  <a:pt x="3200" y="60"/>
                </a:cubicBezTo>
                <a:cubicBezTo>
                  <a:pt x="3200" y="26"/>
                  <a:pt x="3226" y="0"/>
                  <a:pt x="3260" y="0"/>
                </a:cubicBezTo>
                <a:cubicBezTo>
                  <a:pt x="3293" y="0"/>
                  <a:pt x="3320" y="26"/>
                  <a:pt x="3320" y="60"/>
                </a:cubicBezTo>
                <a:close/>
                <a:moveTo>
                  <a:pt x="5110" y="1640"/>
                </a:moveTo>
                <a:cubicBezTo>
                  <a:pt x="5110" y="1673"/>
                  <a:pt x="5083" y="1700"/>
                  <a:pt x="5050" y="1700"/>
                </a:cubicBezTo>
                <a:cubicBezTo>
                  <a:pt x="5016" y="1700"/>
                  <a:pt x="4990" y="1673"/>
                  <a:pt x="4990" y="1640"/>
                </a:cubicBezTo>
                <a:cubicBezTo>
                  <a:pt x="4990" y="1606"/>
                  <a:pt x="5016" y="1580"/>
                  <a:pt x="5050" y="1580"/>
                </a:cubicBezTo>
                <a:cubicBezTo>
                  <a:pt x="5083" y="1580"/>
                  <a:pt x="5110" y="1606"/>
                  <a:pt x="5110" y="1640"/>
                </a:cubicBezTo>
                <a:close/>
                <a:moveTo>
                  <a:pt x="150" y="1260"/>
                </a:moveTo>
                <a:cubicBezTo>
                  <a:pt x="150" y="1293"/>
                  <a:pt x="123" y="1320"/>
                  <a:pt x="90" y="1320"/>
                </a:cubicBezTo>
                <a:cubicBezTo>
                  <a:pt x="56" y="1320"/>
                  <a:pt x="30" y="1293"/>
                  <a:pt x="30" y="1260"/>
                </a:cubicBezTo>
                <a:cubicBezTo>
                  <a:pt x="30" y="1226"/>
                  <a:pt x="56" y="1200"/>
                  <a:pt x="90" y="1200"/>
                </a:cubicBezTo>
                <a:cubicBezTo>
                  <a:pt x="123" y="1200"/>
                  <a:pt x="150" y="1226"/>
                  <a:pt x="150" y="1260"/>
                </a:cubicBezTo>
                <a:close/>
                <a:moveTo>
                  <a:pt x="120" y="1400"/>
                </a:moveTo>
                <a:cubicBezTo>
                  <a:pt x="120" y="1433"/>
                  <a:pt x="93" y="1460"/>
                  <a:pt x="60" y="1460"/>
                </a:cubicBezTo>
                <a:cubicBezTo>
                  <a:pt x="26" y="1460"/>
                  <a:pt x="0" y="1433"/>
                  <a:pt x="0" y="1400"/>
                </a:cubicBezTo>
                <a:cubicBezTo>
                  <a:pt x="0" y="1366"/>
                  <a:pt x="26" y="1340"/>
                  <a:pt x="60" y="1340"/>
                </a:cubicBezTo>
                <a:cubicBezTo>
                  <a:pt x="93" y="1340"/>
                  <a:pt x="120" y="1366"/>
                  <a:pt x="120" y="1400"/>
                </a:cubicBezTo>
                <a:close/>
                <a:moveTo>
                  <a:pt x="1610" y="1090"/>
                </a:moveTo>
                <a:cubicBezTo>
                  <a:pt x="1610" y="1123"/>
                  <a:pt x="1583" y="1150"/>
                  <a:pt x="1550" y="1150"/>
                </a:cubicBezTo>
                <a:cubicBezTo>
                  <a:pt x="1516" y="1150"/>
                  <a:pt x="1490" y="1123"/>
                  <a:pt x="1490" y="1090"/>
                </a:cubicBezTo>
                <a:cubicBezTo>
                  <a:pt x="1490" y="1056"/>
                  <a:pt x="1516" y="1030"/>
                  <a:pt x="1550" y="1030"/>
                </a:cubicBezTo>
                <a:cubicBezTo>
                  <a:pt x="1583" y="1030"/>
                  <a:pt x="1610" y="1056"/>
                  <a:pt x="1610" y="1090"/>
                </a:cubicBezTo>
                <a:close/>
                <a:moveTo>
                  <a:pt x="6470" y="1180"/>
                </a:moveTo>
                <a:cubicBezTo>
                  <a:pt x="6470" y="1213"/>
                  <a:pt x="6443" y="1240"/>
                  <a:pt x="6410" y="1240"/>
                </a:cubicBezTo>
                <a:cubicBezTo>
                  <a:pt x="6376" y="1240"/>
                  <a:pt x="6350" y="1213"/>
                  <a:pt x="6350" y="1180"/>
                </a:cubicBezTo>
                <a:cubicBezTo>
                  <a:pt x="6350" y="1146"/>
                  <a:pt x="6376" y="1120"/>
                  <a:pt x="6410" y="1120"/>
                </a:cubicBezTo>
                <a:cubicBezTo>
                  <a:pt x="6443" y="1120"/>
                  <a:pt x="6470" y="1146"/>
                  <a:pt x="6470" y="1180"/>
                </a:cubicBezTo>
                <a:close/>
                <a:moveTo>
                  <a:pt x="3880" y="620"/>
                </a:moveTo>
                <a:cubicBezTo>
                  <a:pt x="3880" y="653"/>
                  <a:pt x="3853" y="680"/>
                  <a:pt x="3820" y="680"/>
                </a:cubicBezTo>
                <a:cubicBezTo>
                  <a:pt x="3786" y="680"/>
                  <a:pt x="3760" y="653"/>
                  <a:pt x="3760" y="620"/>
                </a:cubicBezTo>
                <a:cubicBezTo>
                  <a:pt x="3760" y="586"/>
                  <a:pt x="3786" y="560"/>
                  <a:pt x="3820" y="560"/>
                </a:cubicBezTo>
                <a:cubicBezTo>
                  <a:pt x="3853" y="560"/>
                  <a:pt x="3880" y="586"/>
                  <a:pt x="3880" y="620"/>
                </a:cubicBezTo>
                <a:close/>
                <a:moveTo>
                  <a:pt x="4270" y="1310"/>
                </a:moveTo>
                <a:cubicBezTo>
                  <a:pt x="4270" y="1343"/>
                  <a:pt x="4243" y="1370"/>
                  <a:pt x="4210" y="1370"/>
                </a:cubicBezTo>
                <a:cubicBezTo>
                  <a:pt x="4176" y="1370"/>
                  <a:pt x="4150" y="1343"/>
                  <a:pt x="4150" y="1310"/>
                </a:cubicBezTo>
                <a:cubicBezTo>
                  <a:pt x="4150" y="1276"/>
                  <a:pt x="4176" y="1250"/>
                  <a:pt x="4210" y="1250"/>
                </a:cubicBezTo>
                <a:cubicBezTo>
                  <a:pt x="4243" y="1250"/>
                  <a:pt x="4270" y="1276"/>
                  <a:pt x="4270" y="1310"/>
                </a:cubicBezTo>
                <a:close/>
                <a:moveTo>
                  <a:pt x="4150" y="740"/>
                </a:moveTo>
                <a:cubicBezTo>
                  <a:pt x="4150" y="773"/>
                  <a:pt x="4123" y="800"/>
                  <a:pt x="4090" y="800"/>
                </a:cubicBezTo>
                <a:cubicBezTo>
                  <a:pt x="4056" y="800"/>
                  <a:pt x="4030" y="773"/>
                  <a:pt x="4030" y="740"/>
                </a:cubicBezTo>
                <a:cubicBezTo>
                  <a:pt x="4030" y="706"/>
                  <a:pt x="4056" y="680"/>
                  <a:pt x="4090" y="680"/>
                </a:cubicBezTo>
                <a:cubicBezTo>
                  <a:pt x="4123" y="680"/>
                  <a:pt x="4150" y="706"/>
                  <a:pt x="4150" y="740"/>
                </a:cubicBezTo>
                <a:close/>
                <a:moveTo>
                  <a:pt x="2570" y="450"/>
                </a:moveTo>
                <a:cubicBezTo>
                  <a:pt x="2570" y="483"/>
                  <a:pt x="2543" y="510"/>
                  <a:pt x="2510" y="510"/>
                </a:cubicBezTo>
                <a:cubicBezTo>
                  <a:pt x="2476" y="510"/>
                  <a:pt x="2450" y="483"/>
                  <a:pt x="2450" y="450"/>
                </a:cubicBezTo>
                <a:cubicBezTo>
                  <a:pt x="2450" y="416"/>
                  <a:pt x="2476" y="390"/>
                  <a:pt x="2510" y="390"/>
                </a:cubicBezTo>
                <a:cubicBezTo>
                  <a:pt x="2543" y="390"/>
                  <a:pt x="2570" y="416"/>
                  <a:pt x="2570" y="450"/>
                </a:cubicBezTo>
                <a:close/>
                <a:moveTo>
                  <a:pt x="7640" y="280"/>
                </a:moveTo>
                <a:cubicBezTo>
                  <a:pt x="7640" y="313"/>
                  <a:pt x="7613" y="340"/>
                  <a:pt x="7580" y="340"/>
                </a:cubicBezTo>
                <a:cubicBezTo>
                  <a:pt x="7546" y="340"/>
                  <a:pt x="7520" y="313"/>
                  <a:pt x="7520" y="280"/>
                </a:cubicBezTo>
                <a:cubicBezTo>
                  <a:pt x="7520" y="246"/>
                  <a:pt x="7546" y="220"/>
                  <a:pt x="7580" y="220"/>
                </a:cubicBezTo>
                <a:cubicBezTo>
                  <a:pt x="7613" y="220"/>
                  <a:pt x="7640" y="246"/>
                  <a:pt x="7640" y="280"/>
                </a:cubicBezTo>
                <a:close/>
                <a:moveTo>
                  <a:pt x="6660" y="440"/>
                </a:moveTo>
                <a:cubicBezTo>
                  <a:pt x="6660" y="473"/>
                  <a:pt x="6633" y="500"/>
                  <a:pt x="6600" y="500"/>
                </a:cubicBezTo>
                <a:cubicBezTo>
                  <a:pt x="6566" y="500"/>
                  <a:pt x="6540" y="473"/>
                  <a:pt x="6540" y="440"/>
                </a:cubicBezTo>
                <a:cubicBezTo>
                  <a:pt x="6540" y="406"/>
                  <a:pt x="6566" y="380"/>
                  <a:pt x="6600" y="380"/>
                </a:cubicBezTo>
                <a:cubicBezTo>
                  <a:pt x="6633" y="380"/>
                  <a:pt x="6660" y="406"/>
                  <a:pt x="6660" y="440"/>
                </a:cubicBezTo>
                <a:close/>
                <a:moveTo>
                  <a:pt x="340" y="1290"/>
                </a:moveTo>
                <a:cubicBezTo>
                  <a:pt x="340" y="1323"/>
                  <a:pt x="313" y="1350"/>
                  <a:pt x="280" y="1350"/>
                </a:cubicBezTo>
                <a:cubicBezTo>
                  <a:pt x="246" y="1350"/>
                  <a:pt x="220" y="1323"/>
                  <a:pt x="220" y="1290"/>
                </a:cubicBezTo>
                <a:cubicBezTo>
                  <a:pt x="220" y="1256"/>
                  <a:pt x="246" y="1230"/>
                  <a:pt x="280" y="1230"/>
                </a:cubicBezTo>
                <a:cubicBezTo>
                  <a:pt x="313" y="1230"/>
                  <a:pt x="340" y="1256"/>
                  <a:pt x="340" y="1290"/>
                </a:cubicBezTo>
                <a:close/>
                <a:moveTo>
                  <a:pt x="2580" y="1160"/>
                </a:moveTo>
                <a:cubicBezTo>
                  <a:pt x="2580" y="1193"/>
                  <a:pt x="2553" y="1220"/>
                  <a:pt x="2520" y="1220"/>
                </a:cubicBezTo>
                <a:cubicBezTo>
                  <a:pt x="2486" y="1220"/>
                  <a:pt x="2460" y="1193"/>
                  <a:pt x="2460" y="1160"/>
                </a:cubicBezTo>
                <a:cubicBezTo>
                  <a:pt x="2460" y="1126"/>
                  <a:pt x="2486" y="1100"/>
                  <a:pt x="2520" y="1100"/>
                </a:cubicBezTo>
                <a:cubicBezTo>
                  <a:pt x="2553" y="1100"/>
                  <a:pt x="2580" y="1126"/>
                  <a:pt x="2580" y="1160"/>
                </a:cubicBezTo>
                <a:close/>
                <a:moveTo>
                  <a:pt x="4570" y="690"/>
                </a:moveTo>
                <a:cubicBezTo>
                  <a:pt x="4570" y="723"/>
                  <a:pt x="4543" y="750"/>
                  <a:pt x="4510" y="750"/>
                </a:cubicBezTo>
                <a:cubicBezTo>
                  <a:pt x="4476" y="750"/>
                  <a:pt x="4450" y="723"/>
                  <a:pt x="4450" y="690"/>
                </a:cubicBezTo>
                <a:cubicBezTo>
                  <a:pt x="4450" y="656"/>
                  <a:pt x="4476" y="630"/>
                  <a:pt x="4510" y="630"/>
                </a:cubicBezTo>
                <a:cubicBezTo>
                  <a:pt x="4543" y="630"/>
                  <a:pt x="4570" y="656"/>
                  <a:pt x="4570" y="690"/>
                </a:cubicBezTo>
                <a:close/>
                <a:moveTo>
                  <a:pt x="6970" y="960"/>
                </a:moveTo>
                <a:cubicBezTo>
                  <a:pt x="6970" y="993"/>
                  <a:pt x="6943" y="1020"/>
                  <a:pt x="6910" y="1020"/>
                </a:cubicBezTo>
                <a:cubicBezTo>
                  <a:pt x="6876" y="1020"/>
                  <a:pt x="6850" y="993"/>
                  <a:pt x="6850" y="960"/>
                </a:cubicBezTo>
                <a:cubicBezTo>
                  <a:pt x="6850" y="926"/>
                  <a:pt x="6876" y="900"/>
                  <a:pt x="6910" y="900"/>
                </a:cubicBezTo>
                <a:cubicBezTo>
                  <a:pt x="6943" y="900"/>
                  <a:pt x="6970" y="926"/>
                  <a:pt x="6970" y="960"/>
                </a:cubicBezTo>
                <a:close/>
                <a:moveTo>
                  <a:pt x="2450" y="1370"/>
                </a:moveTo>
                <a:cubicBezTo>
                  <a:pt x="2450" y="1403"/>
                  <a:pt x="2423" y="1430"/>
                  <a:pt x="2390" y="1430"/>
                </a:cubicBezTo>
                <a:cubicBezTo>
                  <a:pt x="2356" y="1430"/>
                  <a:pt x="2330" y="1403"/>
                  <a:pt x="2330" y="1370"/>
                </a:cubicBezTo>
                <a:cubicBezTo>
                  <a:pt x="2330" y="1336"/>
                  <a:pt x="2356" y="1310"/>
                  <a:pt x="2390" y="1310"/>
                </a:cubicBezTo>
                <a:cubicBezTo>
                  <a:pt x="2423" y="1310"/>
                  <a:pt x="2450" y="1336"/>
                  <a:pt x="2450" y="1370"/>
                </a:cubicBezTo>
                <a:close/>
                <a:moveTo>
                  <a:pt x="250" y="120"/>
                </a:moveTo>
                <a:cubicBezTo>
                  <a:pt x="250" y="153"/>
                  <a:pt x="223" y="180"/>
                  <a:pt x="190" y="180"/>
                </a:cubicBezTo>
                <a:cubicBezTo>
                  <a:pt x="156" y="180"/>
                  <a:pt x="130" y="153"/>
                  <a:pt x="130" y="120"/>
                </a:cubicBezTo>
                <a:cubicBezTo>
                  <a:pt x="130" y="86"/>
                  <a:pt x="156" y="60"/>
                  <a:pt x="190" y="60"/>
                </a:cubicBezTo>
                <a:cubicBezTo>
                  <a:pt x="223" y="60"/>
                  <a:pt x="250" y="86"/>
                  <a:pt x="250" y="12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0" name="!!PleuraVisceral"/>
          <p:cNvGrpSpPr/>
          <p:nvPr/>
        </p:nvGrpSpPr>
        <p:grpSpPr>
          <a:xfrm>
            <a:off x="4570171" y="3427948"/>
            <a:ext cx="4301338" cy="335219"/>
            <a:chOff x="4570171" y="3427948"/>
            <a:chExt cx="4301338" cy="335219"/>
          </a:xfrm>
        </p:grpSpPr>
        <p:sp>
          <p:nvSpPr>
            <p:cNvPr id="71" name="Forma 70"/>
            <p:cNvSpPr/>
            <p:nvPr/>
          </p:nvSpPr>
          <p:spPr>
            <a:xfrm>
              <a:off x="4570171" y="3539688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4604736" y="3535390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4677705" y="3556879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092476" y="3427948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5" name="!!CapilarPulmonar"/>
          <p:cNvSpPr/>
          <p:nvPr/>
        </p:nvSpPr>
        <p:spPr>
          <a:xfrm>
            <a:off x="4570171" y="3660023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6" name="!!Alveolos"/>
          <p:cNvGrpSpPr/>
          <p:nvPr/>
        </p:nvGrpSpPr>
        <p:grpSpPr>
          <a:xfrm>
            <a:off x="4570171" y="3797549"/>
            <a:ext cx="4335902" cy="1368811"/>
            <a:chOff x="4570171" y="3797549"/>
            <a:chExt cx="4335902" cy="1368811"/>
          </a:xfrm>
        </p:grpSpPr>
        <p:sp>
          <p:nvSpPr>
            <p:cNvPr id="77" name="Forma 76"/>
            <p:cNvSpPr/>
            <p:nvPr/>
          </p:nvSpPr>
          <p:spPr>
            <a:xfrm>
              <a:off x="4570171" y="3797549"/>
              <a:ext cx="4301338" cy="136881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4719950" y="3844823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0" name="Forma 79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2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97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TAC: engrosamiento pleural 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difuso nodular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+ derrame importante → 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biopsia pleural</a:t>
            </a: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(confirmatoria).</a:t>
            </a:r>
            <a:endParaRPr lang="es-AR" sz="1700" dirty="0">
              <a:latin typeface="Mali"/>
            </a:endParaRPr>
          </a:p>
        </p:txBody>
      </p:sp>
      <p:sp>
        <p:nvSpPr>
          <p:cNvPr id="83" name="!!TACPantalla"/>
          <p:cNvSpPr/>
          <p:nvPr/>
        </p:nvSpPr>
        <p:spPr>
          <a:xfrm>
            <a:off x="8869680" y="868680"/>
            <a:ext cx="3063240" cy="292608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84" name="!!TACCuerpo"/>
          <p:cNvSpPr/>
          <p:nvPr/>
        </p:nvSpPr>
        <p:spPr>
          <a:xfrm>
            <a:off x="9015822" y="1132027"/>
            <a:ext cx="2770956" cy="2430814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85" name="!!TACPulmonD"/>
          <p:cNvGrpSpPr/>
          <p:nvPr/>
        </p:nvGrpSpPr>
        <p:grpSpPr>
          <a:xfrm>
            <a:off x="9321224" y="1539443"/>
            <a:ext cx="935990" cy="1753548"/>
            <a:chOff x="9321224" y="1539443"/>
            <a:chExt cx="935990" cy="1753548"/>
          </a:xfrm>
        </p:grpSpPr>
        <p:sp>
          <p:nvSpPr>
            <p:cNvPr id="86" name="Forma 85"/>
            <p:cNvSpPr/>
            <p:nvPr/>
          </p:nvSpPr>
          <p:spPr>
            <a:xfrm>
              <a:off x="9321224" y="1539443"/>
              <a:ext cx="935990" cy="1753548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87" name="Forma 86"/>
            <p:cNvSpPr/>
            <p:nvPr/>
          </p:nvSpPr>
          <p:spPr>
            <a:xfrm>
              <a:off x="9362874" y="1593551"/>
              <a:ext cx="857856" cy="1405682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88" name="!!TACPulmonI"/>
          <p:cNvGrpSpPr/>
          <p:nvPr/>
        </p:nvGrpSpPr>
        <p:grpSpPr>
          <a:xfrm>
            <a:off x="10615727" y="1517769"/>
            <a:ext cx="791904" cy="1776307"/>
            <a:chOff x="10615727" y="1517769"/>
            <a:chExt cx="791904" cy="1776307"/>
          </a:xfrm>
        </p:grpSpPr>
        <p:sp>
          <p:nvSpPr>
            <p:cNvPr id="89" name="Forma 88"/>
            <p:cNvSpPr/>
            <p:nvPr/>
          </p:nvSpPr>
          <p:spPr>
            <a:xfrm>
              <a:off x="10615727" y="1517769"/>
              <a:ext cx="791904" cy="1776307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774612" y="1764198"/>
              <a:ext cx="481620" cy="1262682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91" name="!!TACCorazon"/>
          <p:cNvSpPr/>
          <p:nvPr/>
        </p:nvSpPr>
        <p:spPr>
          <a:xfrm>
            <a:off x="10156241" y="1824194"/>
            <a:ext cx="674409" cy="697179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92" name="!!TACVertebra"/>
          <p:cNvSpPr/>
          <p:nvPr/>
        </p:nvSpPr>
        <p:spPr>
          <a:xfrm>
            <a:off x="10186873" y="2931566"/>
            <a:ext cx="428854" cy="380390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93" name="!!TACAorta"/>
          <p:cNvSpPr/>
          <p:nvPr/>
        </p:nvSpPr>
        <p:spPr>
          <a:xfrm>
            <a:off x="10468691" y="2630180"/>
            <a:ext cx="232806" cy="222382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94" name="!!TACLiquido"/>
          <p:cNvSpPr/>
          <p:nvPr/>
        </p:nvSpPr>
        <p:spPr>
          <a:xfrm>
            <a:off x="9262374" y="2735519"/>
            <a:ext cx="1038955" cy="633534"/>
          </a:xfrm>
          <a:custGeom>
            <a:avLst/>
            <a:gdLst/>
            <a:ahLst/>
            <a:cxnLst/>
            <a:rect l="0" t="0" r="r" b="b"/>
            <a:pathLst>
              <a:path w="10000" h="6383">
                <a:moveTo>
                  <a:pt x="219" y="1129"/>
                </a:moveTo>
                <a:lnTo>
                  <a:pt x="498" y="2050"/>
                </a:lnTo>
                <a:lnTo>
                  <a:pt x="539" y="2155"/>
                </a:lnTo>
                <a:lnTo>
                  <a:pt x="923" y="2966"/>
                </a:lnTo>
                <a:lnTo>
                  <a:pt x="974" y="3058"/>
                </a:lnTo>
                <a:lnTo>
                  <a:pt x="1464" y="3808"/>
                </a:lnTo>
                <a:lnTo>
                  <a:pt x="1520" y="3883"/>
                </a:lnTo>
                <a:lnTo>
                  <a:pt x="2083" y="4551"/>
                </a:lnTo>
                <a:lnTo>
                  <a:pt x="2146" y="4617"/>
                </a:lnTo>
                <a:lnTo>
                  <a:pt x="2750" y="5182"/>
                </a:lnTo>
                <a:lnTo>
                  <a:pt x="2825" y="5244"/>
                </a:lnTo>
                <a:lnTo>
                  <a:pt x="3438" y="5687"/>
                </a:lnTo>
                <a:lnTo>
                  <a:pt x="3487" y="5720"/>
                </a:lnTo>
                <a:lnTo>
                  <a:pt x="3539" y="5748"/>
                </a:lnTo>
                <a:lnTo>
                  <a:pt x="4127" y="6048"/>
                </a:lnTo>
                <a:lnTo>
                  <a:pt x="4191" y="6077"/>
                </a:lnTo>
                <a:lnTo>
                  <a:pt x="4257" y="6100"/>
                </a:lnTo>
                <a:lnTo>
                  <a:pt x="4854" y="6277"/>
                </a:lnTo>
                <a:lnTo>
                  <a:pt x="4918" y="6293"/>
                </a:lnTo>
                <a:lnTo>
                  <a:pt x="4983" y="6303"/>
                </a:lnTo>
                <a:lnTo>
                  <a:pt x="5620" y="6377"/>
                </a:lnTo>
                <a:lnTo>
                  <a:pt x="5693" y="6383"/>
                </a:lnTo>
                <a:lnTo>
                  <a:pt x="5767" y="6381"/>
                </a:lnTo>
                <a:lnTo>
                  <a:pt x="6412" y="6332"/>
                </a:lnTo>
                <a:lnTo>
                  <a:pt x="6498" y="6321"/>
                </a:lnTo>
                <a:lnTo>
                  <a:pt x="6581" y="6300"/>
                </a:lnTo>
                <a:lnTo>
                  <a:pt x="7202" y="6108"/>
                </a:lnTo>
                <a:lnTo>
                  <a:pt x="7265" y="6086"/>
                </a:lnTo>
                <a:lnTo>
                  <a:pt x="7327" y="6058"/>
                </a:lnTo>
                <a:lnTo>
                  <a:pt x="7385" y="6024"/>
                </a:lnTo>
                <a:lnTo>
                  <a:pt x="7949" y="5669"/>
                </a:lnTo>
                <a:lnTo>
                  <a:pt x="8009" y="5627"/>
                </a:lnTo>
                <a:lnTo>
                  <a:pt x="8065" y="5579"/>
                </a:lnTo>
                <a:lnTo>
                  <a:pt x="8116" y="5526"/>
                </a:lnTo>
                <a:lnTo>
                  <a:pt x="8590" y="4986"/>
                </a:lnTo>
                <a:lnTo>
                  <a:pt x="8632" y="4933"/>
                </a:lnTo>
                <a:lnTo>
                  <a:pt x="8670" y="4877"/>
                </a:lnTo>
                <a:lnTo>
                  <a:pt x="8702" y="4817"/>
                </a:lnTo>
                <a:lnTo>
                  <a:pt x="9088" y="4028"/>
                </a:lnTo>
                <a:lnTo>
                  <a:pt x="9111" y="3975"/>
                </a:lnTo>
                <a:lnTo>
                  <a:pt x="9130" y="3921"/>
                </a:lnTo>
                <a:lnTo>
                  <a:pt x="9455" y="2886"/>
                </a:lnTo>
                <a:lnTo>
                  <a:pt x="9471" y="2824"/>
                </a:lnTo>
                <a:lnTo>
                  <a:pt x="9738" y="1625"/>
                </a:lnTo>
                <a:lnTo>
                  <a:pt x="9746" y="1585"/>
                </a:lnTo>
                <a:lnTo>
                  <a:pt x="9960" y="305"/>
                </a:lnTo>
                <a:lnTo>
                  <a:pt x="9964" y="276"/>
                </a:lnTo>
                <a:lnTo>
                  <a:pt x="10000" y="0"/>
                </a:lnTo>
                <a:lnTo>
                  <a:pt x="9108" y="0"/>
                </a:lnTo>
                <a:lnTo>
                  <a:pt x="9087" y="161"/>
                </a:lnTo>
                <a:lnTo>
                  <a:pt x="8874" y="1436"/>
                </a:lnTo>
                <a:lnTo>
                  <a:pt x="8800" y="1768"/>
                </a:lnTo>
                <a:lnTo>
                  <a:pt x="1337" y="1768"/>
                </a:lnTo>
                <a:lnTo>
                  <a:pt x="1068" y="878"/>
                </a:lnTo>
                <a:lnTo>
                  <a:pt x="900" y="0"/>
                </a:lnTo>
                <a:lnTo>
                  <a:pt x="0" y="0"/>
                </a:lnTo>
                <a:lnTo>
                  <a:pt x="200" y="1050"/>
                </a:lnTo>
                <a:lnTo>
                  <a:pt x="219" y="1129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95" name="!!TACEngrosamiento"/>
          <p:cNvSpPr/>
          <p:nvPr/>
        </p:nvSpPr>
        <p:spPr>
          <a:xfrm>
            <a:off x="9250104" y="1450324"/>
            <a:ext cx="1113962" cy="1907925"/>
          </a:xfrm>
          <a:custGeom>
            <a:avLst/>
            <a:gdLst/>
            <a:ahLst/>
            <a:cxnLst/>
            <a:rect l="0" t="0" r="r" b="b"/>
            <a:pathLst>
              <a:path w="3636" h="6520">
                <a:moveTo>
                  <a:pt x="2824" y="180"/>
                </a:moveTo>
                <a:cubicBezTo>
                  <a:pt x="2824" y="279"/>
                  <a:pt x="2725" y="360"/>
                  <a:pt x="2604" y="360"/>
                </a:cubicBezTo>
                <a:cubicBezTo>
                  <a:pt x="2482" y="360"/>
                  <a:pt x="2384" y="279"/>
                  <a:pt x="2384" y="180"/>
                </a:cubicBezTo>
                <a:cubicBezTo>
                  <a:pt x="2384" y="80"/>
                  <a:pt x="2482" y="0"/>
                  <a:pt x="2604" y="0"/>
                </a:cubicBezTo>
                <a:cubicBezTo>
                  <a:pt x="2725" y="0"/>
                  <a:pt x="2824" y="80"/>
                  <a:pt x="2824" y="180"/>
                </a:cubicBezTo>
                <a:close/>
                <a:moveTo>
                  <a:pt x="1231" y="602"/>
                </a:moveTo>
                <a:cubicBezTo>
                  <a:pt x="1231" y="702"/>
                  <a:pt x="1133" y="782"/>
                  <a:pt x="1011" y="782"/>
                </a:cubicBezTo>
                <a:cubicBezTo>
                  <a:pt x="890" y="782"/>
                  <a:pt x="791" y="702"/>
                  <a:pt x="791" y="602"/>
                </a:cubicBezTo>
                <a:cubicBezTo>
                  <a:pt x="791" y="503"/>
                  <a:pt x="890" y="422"/>
                  <a:pt x="1011" y="422"/>
                </a:cubicBezTo>
                <a:cubicBezTo>
                  <a:pt x="1133" y="422"/>
                  <a:pt x="1231" y="503"/>
                  <a:pt x="1231" y="602"/>
                </a:cubicBezTo>
                <a:close/>
                <a:moveTo>
                  <a:pt x="440" y="2085"/>
                </a:moveTo>
                <a:cubicBezTo>
                  <a:pt x="440" y="2184"/>
                  <a:pt x="341" y="2265"/>
                  <a:pt x="220" y="2265"/>
                </a:cubicBezTo>
                <a:cubicBezTo>
                  <a:pt x="98" y="2265"/>
                  <a:pt x="0" y="2184"/>
                  <a:pt x="0" y="2085"/>
                </a:cubicBezTo>
                <a:cubicBezTo>
                  <a:pt x="0" y="1986"/>
                  <a:pt x="98" y="1905"/>
                  <a:pt x="220" y="1905"/>
                </a:cubicBezTo>
                <a:cubicBezTo>
                  <a:pt x="341" y="1905"/>
                  <a:pt x="440" y="1986"/>
                  <a:pt x="440" y="2085"/>
                </a:cubicBezTo>
                <a:close/>
                <a:moveTo>
                  <a:pt x="449" y="4740"/>
                </a:moveTo>
                <a:cubicBezTo>
                  <a:pt x="449" y="4839"/>
                  <a:pt x="350" y="4920"/>
                  <a:pt x="229" y="4920"/>
                </a:cubicBezTo>
                <a:cubicBezTo>
                  <a:pt x="107" y="4920"/>
                  <a:pt x="9" y="4839"/>
                  <a:pt x="9" y="4740"/>
                </a:cubicBezTo>
                <a:cubicBezTo>
                  <a:pt x="9" y="4641"/>
                  <a:pt x="107" y="4560"/>
                  <a:pt x="229" y="4560"/>
                </a:cubicBezTo>
                <a:cubicBezTo>
                  <a:pt x="350" y="4560"/>
                  <a:pt x="449" y="4641"/>
                  <a:pt x="449" y="4740"/>
                </a:cubicBezTo>
                <a:close/>
                <a:moveTo>
                  <a:pt x="1714" y="6336"/>
                </a:moveTo>
                <a:cubicBezTo>
                  <a:pt x="1714" y="6436"/>
                  <a:pt x="1616" y="6516"/>
                  <a:pt x="1494" y="6516"/>
                </a:cubicBezTo>
                <a:cubicBezTo>
                  <a:pt x="1373" y="6516"/>
                  <a:pt x="1274" y="6436"/>
                  <a:pt x="1274" y="6336"/>
                </a:cubicBezTo>
                <a:cubicBezTo>
                  <a:pt x="1274" y="6237"/>
                  <a:pt x="1373" y="6156"/>
                  <a:pt x="1494" y="6156"/>
                </a:cubicBezTo>
                <a:cubicBezTo>
                  <a:pt x="1616" y="6156"/>
                  <a:pt x="1714" y="6237"/>
                  <a:pt x="1714" y="6336"/>
                </a:cubicBezTo>
                <a:close/>
                <a:moveTo>
                  <a:pt x="2690" y="6340"/>
                </a:moveTo>
                <a:cubicBezTo>
                  <a:pt x="2690" y="6439"/>
                  <a:pt x="2591" y="6520"/>
                  <a:pt x="2470" y="6520"/>
                </a:cubicBezTo>
                <a:cubicBezTo>
                  <a:pt x="2348" y="6520"/>
                  <a:pt x="2250" y="6439"/>
                  <a:pt x="2250" y="6340"/>
                </a:cubicBezTo>
                <a:cubicBezTo>
                  <a:pt x="2250" y="6240"/>
                  <a:pt x="2348" y="6160"/>
                  <a:pt x="2470" y="6160"/>
                </a:cubicBezTo>
                <a:cubicBezTo>
                  <a:pt x="2591" y="6160"/>
                  <a:pt x="2690" y="6240"/>
                  <a:pt x="2690" y="6340"/>
                </a:cubicBezTo>
                <a:close/>
                <a:moveTo>
                  <a:pt x="3355" y="5324"/>
                </a:moveTo>
                <a:cubicBezTo>
                  <a:pt x="3355" y="5423"/>
                  <a:pt x="3257" y="5504"/>
                  <a:pt x="3135" y="5504"/>
                </a:cubicBezTo>
                <a:cubicBezTo>
                  <a:pt x="3013" y="5504"/>
                  <a:pt x="2915" y="5423"/>
                  <a:pt x="2915" y="5324"/>
                </a:cubicBezTo>
                <a:cubicBezTo>
                  <a:pt x="2915" y="5224"/>
                  <a:pt x="3013" y="5144"/>
                  <a:pt x="3135" y="5144"/>
                </a:cubicBezTo>
                <a:cubicBezTo>
                  <a:pt x="3257" y="5144"/>
                  <a:pt x="3355" y="5224"/>
                  <a:pt x="3355" y="5324"/>
                </a:cubicBezTo>
                <a:close/>
                <a:moveTo>
                  <a:pt x="3636" y="2371"/>
                </a:moveTo>
                <a:cubicBezTo>
                  <a:pt x="3636" y="2471"/>
                  <a:pt x="3538" y="2551"/>
                  <a:pt x="3416" y="2551"/>
                </a:cubicBezTo>
                <a:cubicBezTo>
                  <a:pt x="3295" y="2551"/>
                  <a:pt x="3196" y="2471"/>
                  <a:pt x="3196" y="2371"/>
                </a:cubicBezTo>
                <a:cubicBezTo>
                  <a:pt x="3196" y="2272"/>
                  <a:pt x="3295" y="2191"/>
                  <a:pt x="3416" y="2191"/>
                </a:cubicBezTo>
                <a:cubicBezTo>
                  <a:pt x="3538" y="2191"/>
                  <a:pt x="3636" y="2272"/>
                  <a:pt x="3636" y="2371"/>
                </a:cubicBezTo>
                <a:close/>
                <a:moveTo>
                  <a:pt x="3195" y="401"/>
                </a:moveTo>
                <a:cubicBezTo>
                  <a:pt x="3195" y="501"/>
                  <a:pt x="3096" y="581"/>
                  <a:pt x="2975" y="581"/>
                </a:cubicBezTo>
                <a:cubicBezTo>
                  <a:pt x="2853" y="581"/>
                  <a:pt x="2755" y="501"/>
                  <a:pt x="2755" y="401"/>
                </a:cubicBezTo>
                <a:cubicBezTo>
                  <a:pt x="2755" y="302"/>
                  <a:pt x="2853" y="221"/>
                  <a:pt x="2975" y="221"/>
                </a:cubicBezTo>
                <a:cubicBezTo>
                  <a:pt x="3096" y="221"/>
                  <a:pt x="3195" y="302"/>
                  <a:pt x="3195" y="401"/>
                </a:cubicBezTo>
                <a:close/>
              </a:path>
            </a:pathLst>
          </a:custGeom>
          <a:gradFill rotWithShape="1">
            <a:gsLst>
              <a:gs pos="0">
                <a:srgbClr val="F0F0F0"/>
              </a:gs>
              <a:gs pos="100000">
                <a:srgbClr val="BDBDBD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96" name="!!TACRótulo"/>
          <p:cNvSpPr txBox="1"/>
          <p:nvPr/>
        </p:nvSpPr>
        <p:spPr>
          <a:xfrm>
            <a:off x="8930945" y="927202"/>
            <a:ext cx="918972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grpSp>
        <p:nvGrpSpPr>
          <p:cNvPr id="97" name="Recuadro Diagnóstico"/>
          <p:cNvGrpSpPr/>
          <p:nvPr/>
        </p:nvGrpSpPr>
        <p:grpSpPr>
          <a:xfrm>
            <a:off x="8869680" y="3931920"/>
            <a:ext cx="3063240" cy="2514600"/>
            <a:chOff x="8869680" y="3931920"/>
            <a:chExt cx="3063240" cy="2514600"/>
          </a:xfrm>
        </p:grpSpPr>
        <p:sp>
          <p:nvSpPr>
            <p:cNvPr id="98" name="Forma 97"/>
            <p:cNvSpPr/>
            <p:nvPr/>
          </p:nvSpPr>
          <p:spPr>
            <a:xfrm>
              <a:off x="8869680" y="4297680"/>
              <a:ext cx="3063240" cy="21488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318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TAC de tórax + biopsia.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99" name="Forma 98"/>
            <p:cNvSpPr/>
            <p:nvPr/>
          </p:nvSpPr>
          <p:spPr>
            <a:xfrm>
              <a:off x="8869680" y="393192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76639" y="91440"/>
            <a:ext cx="54504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HALLAZGOS DIAGNÓSTICOS</a:t>
            </a:r>
            <a:endParaRPr lang="es-AR" sz="2400" dirty="0">
              <a:latin typeface="Mali"/>
            </a:endParaRPr>
          </a:p>
        </p:txBody>
      </p:sp>
      <p:sp>
        <p:nvSpPr>
          <p:cNvPr id="7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10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43301" y="1025957"/>
            <a:ext cx="3685398" cy="377464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02029" y="1242212"/>
            <a:ext cx="1367942" cy="288996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15722" y="1340510"/>
            <a:ext cx="3540557" cy="3239902"/>
            <a:chOff x="515722" y="1340510"/>
            <a:chExt cx="3540557" cy="3239902"/>
          </a:xfrm>
        </p:grpSpPr>
        <p:sp>
          <p:nvSpPr>
            <p:cNvPr id="7" name="Forma 6"/>
            <p:cNvSpPr/>
            <p:nvPr/>
          </p:nvSpPr>
          <p:spPr>
            <a:xfrm>
              <a:off x="515722" y="1340510"/>
              <a:ext cx="3540557" cy="32399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15722" y="1340510"/>
              <a:ext cx="3540557" cy="32399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7006" y="1370728"/>
            <a:ext cx="1363025" cy="295460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559346" y="1370728"/>
            <a:ext cx="1275647" cy="30489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293111" y="1843351"/>
            <a:ext cx="529429" cy="252080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807239" y="1025957"/>
            <a:ext cx="957523" cy="1686776"/>
            <a:chOff x="1807239" y="1025957"/>
            <a:chExt cx="957523" cy="1686776"/>
          </a:xfrm>
        </p:grpSpPr>
        <p:sp>
          <p:nvSpPr>
            <p:cNvPr id="13" name="Forma 12"/>
            <p:cNvSpPr/>
            <p:nvPr/>
          </p:nvSpPr>
          <p:spPr>
            <a:xfrm>
              <a:off x="1807239" y="1025957"/>
              <a:ext cx="957523" cy="168677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213580" y="1143914"/>
              <a:ext cx="144841" cy="860107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41030" y="2580381"/>
            <a:ext cx="1351849" cy="1744948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51724" y="1414094"/>
            <a:ext cx="1059900" cy="1645452"/>
            <a:chOff x="951724" y="1414094"/>
            <a:chExt cx="1059900" cy="1645452"/>
          </a:xfrm>
        </p:grpSpPr>
        <p:sp>
          <p:nvSpPr>
            <p:cNvPr id="17" name="Forma 16"/>
            <p:cNvSpPr/>
            <p:nvPr/>
          </p:nvSpPr>
          <p:spPr>
            <a:xfrm>
              <a:off x="951724" y="1414094"/>
              <a:ext cx="1059900" cy="1645452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26089" y="1575574"/>
              <a:ext cx="837458" cy="1177935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78511" y="2130563"/>
              <a:ext cx="901985" cy="689029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51724" y="1414094"/>
            <a:ext cx="1059900" cy="1645452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603608" y="1414094"/>
            <a:ext cx="1187127" cy="2950574"/>
            <a:chOff x="2603608" y="1414094"/>
            <a:chExt cx="1187127" cy="2950574"/>
          </a:xfrm>
        </p:grpSpPr>
        <p:sp>
          <p:nvSpPr>
            <p:cNvPr id="22" name="Forma 21"/>
            <p:cNvSpPr/>
            <p:nvPr/>
          </p:nvSpPr>
          <p:spPr>
            <a:xfrm>
              <a:off x="2603608" y="1414094"/>
              <a:ext cx="1187127" cy="2950574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708453" y="1694383"/>
              <a:ext cx="999848" cy="204459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720523" y="2716682"/>
              <a:ext cx="1017888" cy="111559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603608" y="1414094"/>
            <a:ext cx="1187127" cy="2950574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7006" y="1370728"/>
            <a:ext cx="1363025" cy="295460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559346" y="1370728"/>
            <a:ext cx="1275647" cy="30489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048638" y="1712598"/>
            <a:ext cx="176964" cy="136046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084865" y="3894511"/>
            <a:ext cx="176975" cy="63310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069037" y="2941539"/>
            <a:ext cx="1069916" cy="1113088"/>
            <a:chOff x="2069037" y="2941539"/>
            <a:chExt cx="1069916" cy="1113088"/>
          </a:xfrm>
        </p:grpSpPr>
        <p:sp>
          <p:nvSpPr>
            <p:cNvPr id="31" name="Forma 30"/>
            <p:cNvSpPr/>
            <p:nvPr/>
          </p:nvSpPr>
          <p:spPr>
            <a:xfrm>
              <a:off x="2069037" y="2941539"/>
              <a:ext cx="1069916" cy="11130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627986" y="3023372"/>
              <a:ext cx="261518" cy="9908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21196" y="1355010"/>
            <a:ext cx="1394928" cy="2986045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17480" y="3865089"/>
            <a:ext cx="2937039" cy="65590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078992" y="1183234"/>
            <a:ext cx="2414016" cy="157277"/>
            <a:chOff x="1078992" y="1183234"/>
            <a:chExt cx="2414016" cy="157277"/>
          </a:xfrm>
        </p:grpSpPr>
        <p:sp>
          <p:nvSpPr>
            <p:cNvPr id="36" name="Forma 35"/>
            <p:cNvSpPr/>
            <p:nvPr/>
          </p:nvSpPr>
          <p:spPr>
            <a:xfrm>
              <a:off x="1078992" y="1183234"/>
              <a:ext cx="2414016" cy="15727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078992" y="1183234"/>
              <a:ext cx="2414016" cy="15727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Tubo viscoso"/>
          <p:cNvGrpSpPr/>
          <p:nvPr/>
        </p:nvGrpSpPr>
        <p:grpSpPr>
          <a:xfrm>
            <a:off x="1747418" y="4892040"/>
            <a:ext cx="665683" cy="1188720"/>
            <a:chOff x="1747418" y="4892040"/>
            <a:chExt cx="665683" cy="1188720"/>
          </a:xfrm>
        </p:grpSpPr>
        <p:sp>
          <p:nvSpPr>
            <p:cNvPr id="39" name="Forma 38"/>
            <p:cNvSpPr/>
            <p:nvPr/>
          </p:nvSpPr>
          <p:spPr>
            <a:xfrm>
              <a:off x="1747418" y="4892040"/>
              <a:ext cx="665683" cy="118872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824685" y="5417454"/>
              <a:ext cx="511150" cy="64547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D3BF94"/>
                </a:gs>
                <a:gs pos="100000">
                  <a:srgbClr val="B09A6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824685" y="5399623"/>
              <a:ext cx="511150" cy="41605"/>
            </a:xfrm>
            <a:prstGeom prst="ellipse">
              <a:avLst/>
            </a:prstGeom>
            <a:solidFill>
              <a:srgbClr val="D9C7A1"/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931670" y="5274808"/>
              <a:ext cx="297180" cy="2377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cubicBezTo>
                    <a:pt x="250" y="400"/>
                    <a:pt x="150" y="700"/>
                    <a:pt x="200" y="1000"/>
                  </a:cubicBezTo>
                  <a:lnTo>
                    <a:pt x="800" y="1000"/>
                  </a:lnTo>
                  <a:cubicBezTo>
                    <a:pt x="850" y="700"/>
                    <a:pt x="750" y="400"/>
                    <a:pt x="700" y="0"/>
                  </a:cubicBezTo>
                  <a:close/>
                </a:path>
              </a:pathLst>
            </a:custGeom>
            <a:solidFill>
              <a:srgbClr val="D1BB8D">
                <a:alpha val="90000"/>
              </a:srgbClr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783080" y="5010912"/>
              <a:ext cx="594360" cy="106984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1878178" y="5096500"/>
              <a:ext cx="71323" cy="64190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45" name="Recuadro Epidemiología"/>
          <p:cNvGrpSpPr/>
          <p:nvPr/>
        </p:nvGrpSpPr>
        <p:grpSpPr>
          <a:xfrm>
            <a:off x="4480560" y="914400"/>
            <a:ext cx="3657600" cy="2651760"/>
            <a:chOff x="4480560" y="914400"/>
            <a:chExt cx="3657600" cy="2651760"/>
          </a:xfrm>
        </p:grpSpPr>
        <p:sp>
          <p:nvSpPr>
            <p:cNvPr id="46" name="Forma 45"/>
            <p:cNvSpPr/>
            <p:nvPr/>
          </p:nvSpPr>
          <p:spPr>
            <a:xfrm>
              <a:off x="4480560" y="1280160"/>
              <a:ext cx="3657600" cy="22860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frecuente en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hombres de 40–70 años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Trabajadores del asbesto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principal factor de riesgo; latencia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20–40 años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7" name="Forma 46"/>
            <p:cNvSpPr/>
            <p:nvPr/>
          </p:nvSpPr>
          <p:spPr>
            <a:xfrm>
              <a:off x="448056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EPIDEMIOLOGÍA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Clínica"/>
          <p:cNvGrpSpPr/>
          <p:nvPr/>
        </p:nvGrpSpPr>
        <p:grpSpPr>
          <a:xfrm>
            <a:off x="8275320" y="914400"/>
            <a:ext cx="3611880" cy="2651760"/>
            <a:chOff x="8275320" y="914400"/>
            <a:chExt cx="3611880" cy="2651760"/>
          </a:xfrm>
        </p:grpSpPr>
        <p:sp>
          <p:nvSpPr>
            <p:cNvPr id="49" name="Forma 48"/>
            <p:cNvSpPr/>
            <p:nvPr/>
          </p:nvSpPr>
          <p:spPr>
            <a:xfrm>
              <a:off x="8275320" y="1280160"/>
              <a:ext cx="3611880" cy="22860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torácico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(principal y precoz) ·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insidiosa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pérdida de peso, tos seca.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275320" y="91440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Diagnóstico"/>
          <p:cNvGrpSpPr/>
          <p:nvPr/>
        </p:nvGrpSpPr>
        <p:grpSpPr>
          <a:xfrm>
            <a:off x="4480560" y="3703320"/>
            <a:ext cx="3657600" cy="2651760"/>
            <a:chOff x="4480560" y="3703320"/>
            <a:chExt cx="3657600" cy="2651760"/>
          </a:xfrm>
        </p:grpSpPr>
        <p:sp>
          <p:nvSpPr>
            <p:cNvPr id="52" name="Forma 51"/>
            <p:cNvSpPr/>
            <p:nvPr/>
          </p:nvSpPr>
          <p:spPr>
            <a:xfrm>
              <a:off x="4480560" y="4069080"/>
              <a:ext cx="3657600" cy="228600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viscoso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positiva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TAC: engrosamiento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difuso nodular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derrame.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confirma.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4480560" y="370332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4" name="Recuadro Pronóstico"/>
          <p:cNvGrpSpPr/>
          <p:nvPr/>
        </p:nvGrpSpPr>
        <p:grpSpPr>
          <a:xfrm>
            <a:off x="8275320" y="3703320"/>
            <a:ext cx="3611880" cy="2651760"/>
            <a:chOff x="8275320" y="3703320"/>
            <a:chExt cx="3611880" cy="2651760"/>
          </a:xfrm>
        </p:grpSpPr>
        <p:sp>
          <p:nvSpPr>
            <p:cNvPr id="55" name="Forma 54"/>
            <p:cNvSpPr/>
            <p:nvPr/>
          </p:nvSpPr>
          <p:spPr>
            <a:xfrm>
              <a:off x="8275320" y="4069080"/>
              <a:ext cx="3611880" cy="228600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Muy agresivo; sobrevida media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&lt; 12–18 meses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;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tratamiento curativo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(paliativo).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6" name="Forma 55"/>
            <p:cNvSpPr/>
            <p:nvPr/>
          </p:nvSpPr>
          <p:spPr>
            <a:xfrm>
              <a:off x="8275320" y="370332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PRONÓSTICO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225109" y="91440"/>
            <a:ext cx="880199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MESOTELIOMA PLEURAL MALIGNO: LO ESENCIAL</a:t>
            </a:r>
            <a:endParaRPr lang="es-AR" sz="2400" dirty="0">
              <a:latin typeface="Mali"/>
            </a:endParaRPr>
          </a:p>
        </p:txBody>
      </p:sp>
      <p:sp>
        <p:nvSpPr>
          <p:cNvPr id="5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4277746" cy="480060"/>
            <a:chOff x="274320" y="868680"/>
            <a:chExt cx="4277746" cy="48006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4206240" cy="17282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41502"/>
              <a:ext cx="4206240" cy="30723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6939" y="1125992"/>
              <a:ext cx="4265127" cy="13825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06070" y="1348740"/>
            <a:ext cx="4542739" cy="806501"/>
            <a:chOff x="106070" y="1348740"/>
            <a:chExt cx="4542739" cy="806501"/>
          </a:xfrm>
        </p:grpSpPr>
        <p:sp>
          <p:nvSpPr>
            <p:cNvPr id="9" name="Forma 8"/>
            <p:cNvSpPr/>
            <p:nvPr/>
          </p:nvSpPr>
          <p:spPr>
            <a:xfrm>
              <a:off x="274320" y="1348740"/>
              <a:ext cx="4206240" cy="80650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06070" y="1367942"/>
              <a:ext cx="4542739" cy="76809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737006" y="1383304"/>
            <a:ext cx="3280867" cy="675924"/>
            <a:chOff x="737006" y="1383304"/>
            <a:chExt cx="3280867" cy="675924"/>
          </a:xfrm>
        </p:grpSpPr>
        <p:sp>
          <p:nvSpPr>
            <p:cNvPr id="12" name="Forma 11"/>
            <p:cNvSpPr/>
            <p:nvPr/>
          </p:nvSpPr>
          <p:spPr>
            <a:xfrm>
              <a:off x="737006" y="1383304"/>
              <a:ext cx="1009498" cy="675924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96844" y="1513881"/>
              <a:ext cx="689823" cy="41477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3008376" y="1383304"/>
              <a:ext cx="1009498" cy="675924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3168213" y="1513881"/>
              <a:ext cx="689823" cy="41477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658173" y="1824960"/>
            <a:ext cx="2414382" cy="291876"/>
            <a:chOff x="1658173" y="1824960"/>
            <a:chExt cx="2414382" cy="291876"/>
          </a:xfrm>
        </p:grpSpPr>
        <p:sp>
          <p:nvSpPr>
            <p:cNvPr id="17" name="Forma 16"/>
            <p:cNvSpPr/>
            <p:nvPr/>
          </p:nvSpPr>
          <p:spPr>
            <a:xfrm>
              <a:off x="1658173" y="1824960"/>
              <a:ext cx="109362" cy="9985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700235" y="1940174"/>
              <a:ext cx="92537" cy="84491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725473" y="2047707"/>
              <a:ext cx="75712" cy="6912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9543" y="1824960"/>
              <a:ext cx="109362" cy="9985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971605" y="1940174"/>
              <a:ext cx="92537" cy="84491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996842" y="2047707"/>
              <a:ext cx="75712" cy="6912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114" y="2193646"/>
            <a:ext cx="4214652" cy="280355"/>
            <a:chOff x="270114" y="2193646"/>
            <a:chExt cx="4214652" cy="280355"/>
          </a:xfrm>
        </p:grpSpPr>
        <p:sp>
          <p:nvSpPr>
            <p:cNvPr id="24" name="Forma 23"/>
            <p:cNvSpPr/>
            <p:nvPr/>
          </p:nvSpPr>
          <p:spPr>
            <a:xfrm>
              <a:off x="274320" y="2193646"/>
              <a:ext cx="4206240" cy="261153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114" y="2404872"/>
              <a:ext cx="4214652" cy="6912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50032" y="2424074"/>
              <a:ext cx="4054815" cy="30724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262774"/>
            <a:ext cx="4206240" cy="10753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461565" y="2209008"/>
            <a:ext cx="2018995" cy="261153"/>
            <a:chOff x="2461565" y="2209008"/>
            <a:chExt cx="2018995" cy="261153"/>
          </a:xfrm>
        </p:grpSpPr>
        <p:sp>
          <p:nvSpPr>
            <p:cNvPr id="29" name="Forma 28"/>
            <p:cNvSpPr/>
            <p:nvPr/>
          </p:nvSpPr>
          <p:spPr>
            <a:xfrm>
              <a:off x="2461565" y="2209008"/>
              <a:ext cx="2018995" cy="115214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760208" y="2308860"/>
              <a:ext cx="75712" cy="16130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433206" y="2308860"/>
              <a:ext cx="75712" cy="16130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4022080" y="2308860"/>
              <a:ext cx="75712" cy="16130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474001"/>
            <a:ext cx="4206240" cy="591434"/>
          </a:xfrm>
          <a:prstGeom prst="rect">
            <a:avLst/>
          </a:prstGeom>
          <a:solidFill>
            <a:srgbClr val="B22222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21946" y="3061594"/>
            <a:ext cx="4710989" cy="203545"/>
            <a:chOff x="21946" y="3061594"/>
            <a:chExt cx="4710989" cy="203545"/>
          </a:xfrm>
        </p:grpSpPr>
        <p:sp>
          <p:nvSpPr>
            <p:cNvPr id="35" name="Forma 34"/>
            <p:cNvSpPr/>
            <p:nvPr/>
          </p:nvSpPr>
          <p:spPr>
            <a:xfrm>
              <a:off x="21946" y="3065435"/>
              <a:ext cx="4710989" cy="19970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59802" y="3061594"/>
              <a:ext cx="4635276" cy="6912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9720" y="3080796"/>
              <a:ext cx="4475439" cy="30724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21946" y="3172968"/>
            <a:ext cx="4710989" cy="6912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21946" y="3295863"/>
            <a:ext cx="4748845" cy="1413297"/>
            <a:chOff x="21946" y="3295863"/>
            <a:chExt cx="4748845" cy="1413297"/>
          </a:xfrm>
        </p:grpSpPr>
        <p:sp>
          <p:nvSpPr>
            <p:cNvPr id="40" name="Forma 39"/>
            <p:cNvSpPr/>
            <p:nvPr/>
          </p:nvSpPr>
          <p:spPr>
            <a:xfrm>
              <a:off x="21946" y="3295863"/>
              <a:ext cx="4710989" cy="14132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85989" y="3338109"/>
              <a:ext cx="4584802" cy="1106058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2" name="!!Nodulos"/>
          <p:cNvGrpSpPr/>
          <p:nvPr/>
        </p:nvGrpSpPr>
        <p:grpSpPr>
          <a:xfrm>
            <a:off x="863194" y="2416393"/>
            <a:ext cx="3171505" cy="741213"/>
            <a:chOff x="863194" y="2416393"/>
            <a:chExt cx="3171505" cy="741213"/>
          </a:xfrm>
        </p:grpSpPr>
        <p:sp>
          <p:nvSpPr>
            <p:cNvPr id="43" name="Forma 42"/>
            <p:cNvSpPr/>
            <p:nvPr/>
          </p:nvSpPr>
          <p:spPr>
            <a:xfrm>
              <a:off x="863194" y="2416393"/>
              <a:ext cx="3171505" cy="741213"/>
            </a:xfrm>
            <a:custGeom>
              <a:avLst/>
              <a:gdLst/>
              <a:ahLst/>
              <a:cxnLst/>
              <a:rect l="0" t="0" r="r" b="b"/>
              <a:pathLst>
                <a:path w="7540" h="1930">
                  <a:moveTo>
                    <a:pt x="800" y="300"/>
                  </a:moveTo>
                  <a:cubicBezTo>
                    <a:pt x="800" y="465"/>
                    <a:pt x="620" y="600"/>
                    <a:pt x="400" y="600"/>
                  </a:cubicBezTo>
                  <a:cubicBezTo>
                    <a:pt x="179" y="600"/>
                    <a:pt x="0" y="465"/>
                    <a:pt x="0" y="300"/>
                  </a:cubicBezTo>
                  <a:cubicBezTo>
                    <a:pt x="0" y="134"/>
                    <a:pt x="179" y="0"/>
                    <a:pt x="400" y="0"/>
                  </a:cubicBezTo>
                  <a:cubicBezTo>
                    <a:pt x="620" y="0"/>
                    <a:pt x="800" y="134"/>
                    <a:pt x="800" y="300"/>
                  </a:cubicBezTo>
                  <a:close/>
                  <a:moveTo>
                    <a:pt x="4520" y="320"/>
                  </a:moveTo>
                  <a:cubicBezTo>
                    <a:pt x="4520" y="463"/>
                    <a:pt x="4376" y="580"/>
                    <a:pt x="4200" y="580"/>
                  </a:cubicBezTo>
                  <a:cubicBezTo>
                    <a:pt x="4023" y="580"/>
                    <a:pt x="3880" y="463"/>
                    <a:pt x="3880" y="320"/>
                  </a:cubicBezTo>
                  <a:cubicBezTo>
                    <a:pt x="3880" y="176"/>
                    <a:pt x="4023" y="60"/>
                    <a:pt x="4200" y="60"/>
                  </a:cubicBezTo>
                  <a:cubicBezTo>
                    <a:pt x="4376" y="60"/>
                    <a:pt x="4520" y="176"/>
                    <a:pt x="4520" y="320"/>
                  </a:cubicBezTo>
                  <a:close/>
                  <a:moveTo>
                    <a:pt x="3160" y="1590"/>
                  </a:moveTo>
                  <a:cubicBezTo>
                    <a:pt x="3160" y="1744"/>
                    <a:pt x="2998" y="1870"/>
                    <a:pt x="2800" y="1870"/>
                  </a:cubicBezTo>
                  <a:cubicBezTo>
                    <a:pt x="2601" y="1870"/>
                    <a:pt x="2440" y="1744"/>
                    <a:pt x="2440" y="1590"/>
                  </a:cubicBezTo>
                  <a:cubicBezTo>
                    <a:pt x="2440" y="1435"/>
                    <a:pt x="2601" y="1310"/>
                    <a:pt x="2800" y="1310"/>
                  </a:cubicBezTo>
                  <a:cubicBezTo>
                    <a:pt x="2998" y="1310"/>
                    <a:pt x="3160" y="1435"/>
                    <a:pt x="3160" y="1590"/>
                  </a:cubicBezTo>
                  <a:close/>
                  <a:moveTo>
                    <a:pt x="7540" y="1610"/>
                  </a:moveTo>
                  <a:cubicBezTo>
                    <a:pt x="7540" y="1786"/>
                    <a:pt x="7343" y="1930"/>
                    <a:pt x="7100" y="1930"/>
                  </a:cubicBezTo>
                  <a:cubicBezTo>
                    <a:pt x="6856" y="1930"/>
                    <a:pt x="6660" y="1786"/>
                    <a:pt x="6660" y="1610"/>
                  </a:cubicBezTo>
                  <a:cubicBezTo>
                    <a:pt x="6660" y="1433"/>
                    <a:pt x="6856" y="1290"/>
                    <a:pt x="7100" y="1290"/>
                  </a:cubicBezTo>
                  <a:cubicBezTo>
                    <a:pt x="7343" y="1290"/>
                    <a:pt x="7540" y="1433"/>
                    <a:pt x="7540" y="1610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grpSp>
        <p:nvGrpSpPr>
          <p:cNvPr id="44" name="Tubo hemorrágico"/>
          <p:cNvGrpSpPr/>
          <p:nvPr/>
        </p:nvGrpSpPr>
        <p:grpSpPr>
          <a:xfrm>
            <a:off x="1973275" y="4846320"/>
            <a:ext cx="716890" cy="1280160"/>
            <a:chOff x="1973275" y="4846320"/>
            <a:chExt cx="716890" cy="1280160"/>
          </a:xfrm>
        </p:grpSpPr>
        <p:sp>
          <p:nvSpPr>
            <p:cNvPr id="45" name="Forma 44"/>
            <p:cNvSpPr/>
            <p:nvPr/>
          </p:nvSpPr>
          <p:spPr>
            <a:xfrm>
              <a:off x="1973275" y="4846320"/>
              <a:ext cx="716890" cy="12801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056486" y="5412151"/>
              <a:ext cx="550469" cy="69512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C14E4E"/>
                </a:gs>
                <a:gs pos="100000">
                  <a:srgbClr val="9C1D1D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2056486" y="5392948"/>
              <a:ext cx="550469" cy="44806"/>
            </a:xfrm>
            <a:prstGeom prst="ellipse">
              <a:avLst/>
            </a:prstGeom>
            <a:solidFill>
              <a:srgbClr val="C96464"/>
            </a:solidFill>
            <a:ln w="9525" cap="rnd">
              <a:solidFill>
                <a:srgbClr val="7C1717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2011680" y="4974336"/>
              <a:ext cx="640080" cy="11521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2114093" y="5066508"/>
              <a:ext cx="76810" cy="691286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50" name="Recuadro Concepto"/>
          <p:cNvGrpSpPr/>
          <p:nvPr/>
        </p:nvGrpSpPr>
        <p:grpSpPr>
          <a:xfrm>
            <a:off x="4663440" y="914400"/>
            <a:ext cx="3566160" cy="2651760"/>
            <a:chOff x="4663440" y="914400"/>
            <a:chExt cx="3566160" cy="2651760"/>
          </a:xfrm>
        </p:grpSpPr>
        <p:sp>
          <p:nvSpPr>
            <p:cNvPr id="51" name="Forma 50"/>
            <p:cNvSpPr/>
            <p:nvPr/>
          </p:nvSpPr>
          <p:spPr>
            <a:xfrm>
              <a:off x="4663440" y="1280160"/>
              <a:ext cx="3566160" cy="2286000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 más frecuente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derrame pleural maligno. Llegan por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contigüidad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vía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hematógena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linfática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4663440" y="914400"/>
              <a:ext cx="3566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CONCEPTO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Primarios citados"/>
          <p:cNvGrpSpPr/>
          <p:nvPr/>
        </p:nvGrpSpPr>
        <p:grpSpPr>
          <a:xfrm>
            <a:off x="8366760" y="914400"/>
            <a:ext cx="3520440" cy="2651760"/>
            <a:chOff x="8366760" y="914400"/>
            <a:chExt cx="3520440" cy="2651760"/>
          </a:xfrm>
        </p:grpSpPr>
        <p:sp>
          <p:nvSpPr>
            <p:cNvPr id="54" name="Forma 53"/>
            <p:cNvSpPr/>
            <p:nvPr/>
          </p:nvSpPr>
          <p:spPr>
            <a:xfrm>
              <a:off x="8366760" y="1280160"/>
              <a:ext cx="3520440" cy="22860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Cáncer de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mama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linfomas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próstata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5" name="Forma 54"/>
            <p:cNvSpPr/>
            <p:nvPr/>
          </p:nvSpPr>
          <p:spPr>
            <a:xfrm>
              <a:off x="8366760" y="914400"/>
              <a:ext cx="35204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PRIMARIOS CITADOS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6" name="Recuadro Líquido"/>
          <p:cNvGrpSpPr/>
          <p:nvPr/>
        </p:nvGrpSpPr>
        <p:grpSpPr>
          <a:xfrm>
            <a:off x="4663440" y="3703320"/>
            <a:ext cx="3566160" cy="2651760"/>
            <a:chOff x="4663440" y="3703320"/>
            <a:chExt cx="3566160" cy="2651760"/>
          </a:xfrm>
        </p:grpSpPr>
        <p:sp>
          <p:nvSpPr>
            <p:cNvPr id="57" name="Forma 56"/>
            <p:cNvSpPr/>
            <p:nvPr/>
          </p:nvSpPr>
          <p:spPr>
            <a:xfrm>
              <a:off x="4663440" y="4069080"/>
              <a:ext cx="3566160" cy="228600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02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elevada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líquido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hemorrágico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(&gt; 50 %) ·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positiva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(~60 %), estudio principal.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8" name="Forma 57"/>
            <p:cNvSpPr/>
            <p:nvPr/>
          </p:nvSpPr>
          <p:spPr>
            <a:xfrm>
              <a:off x="4663440" y="3703320"/>
              <a:ext cx="3566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9" name="Recuadro Si la citología es negat"/>
          <p:cNvGrpSpPr/>
          <p:nvPr/>
        </p:nvGrpSpPr>
        <p:grpSpPr>
          <a:xfrm>
            <a:off x="8366760" y="3703320"/>
            <a:ext cx="3520440" cy="2651760"/>
            <a:chOff x="8366760" y="3703320"/>
            <a:chExt cx="3520440" cy="2651760"/>
          </a:xfrm>
        </p:grpSpPr>
        <p:sp>
          <p:nvSpPr>
            <p:cNvPr id="60" name="Forma 59"/>
            <p:cNvSpPr/>
            <p:nvPr/>
          </p:nvSpPr>
          <p:spPr>
            <a:xfrm>
              <a:off x="8366760" y="4069080"/>
              <a:ext cx="3520440" cy="228600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144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negativa con alta sospecha →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 pleural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(aguja guiada por TAC o toracoscopia); inmunohistoquímica para el origen.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61" name="Forma 60"/>
            <p:cNvSpPr/>
            <p:nvPr/>
          </p:nvSpPr>
          <p:spPr>
            <a:xfrm>
              <a:off x="8366760" y="3703320"/>
              <a:ext cx="35204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1891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 LA CITOLOGÍA ES NEGATIVA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20710" y="91440"/>
            <a:ext cx="840639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METÁSTASIS PLEURALES Y DERRAME MALIGNO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320040" y="822960"/>
            <a:ext cx="557784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96189" y="1088136"/>
            <a:ext cx="5025542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96696" y="1569212"/>
            <a:ext cx="1858670" cy="4122699"/>
            <a:chOff x="996696" y="1569212"/>
            <a:chExt cx="1858670" cy="4122699"/>
          </a:xfrm>
        </p:grpSpPr>
        <p:sp>
          <p:nvSpPr>
            <p:cNvPr id="7" name="Forma 6"/>
            <p:cNvSpPr/>
            <p:nvPr/>
          </p:nvSpPr>
          <p:spPr>
            <a:xfrm>
              <a:off x="996696" y="1569212"/>
              <a:ext cx="1858670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057048" y="1629723"/>
              <a:ext cx="1737961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169459" y="2020824"/>
              <a:ext cx="1363429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81705" y="1569212"/>
            <a:ext cx="1739519" cy="4254373"/>
            <a:chOff x="3481705" y="1569212"/>
            <a:chExt cx="1739519" cy="4254373"/>
          </a:xfrm>
        </p:grpSpPr>
        <p:sp>
          <p:nvSpPr>
            <p:cNvPr id="11" name="Forma 10"/>
            <p:cNvSpPr/>
            <p:nvPr/>
          </p:nvSpPr>
          <p:spPr>
            <a:xfrm>
              <a:off x="3481705" y="1569212"/>
              <a:ext cx="1739519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42062" y="1629723"/>
              <a:ext cx="1618810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685032" y="2020824"/>
              <a:ext cx="1363429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94944" y="1527048"/>
            <a:ext cx="4828032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76272" y="1389888"/>
            <a:ext cx="209580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486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Diafragma"/>
          <p:cNvSpPr/>
          <p:nvPr/>
        </p:nvSpPr>
        <p:spPr>
          <a:xfrm>
            <a:off x="1089207" y="5055198"/>
            <a:ext cx="4036996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8" name="!!RxClavículas"/>
          <p:cNvSpPr/>
          <p:nvPr/>
        </p:nvSpPr>
        <p:spPr>
          <a:xfrm>
            <a:off x="1463040" y="1307592"/>
            <a:ext cx="3291840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19" name="!!RxNodulos"/>
          <p:cNvSpPr/>
          <p:nvPr/>
        </p:nvSpPr>
        <p:spPr>
          <a:xfrm>
            <a:off x="1223465" y="1782752"/>
            <a:ext cx="3554363" cy="3343558"/>
          </a:xfrm>
          <a:custGeom>
            <a:avLst/>
            <a:gdLst/>
            <a:ahLst/>
            <a:cxnLst/>
            <a:rect l="0" t="0" r="r" b="b"/>
            <a:pathLst>
              <a:path w="6478" h="6094">
                <a:moveTo>
                  <a:pt x="1960" y="5064"/>
                </a:moveTo>
                <a:cubicBezTo>
                  <a:pt x="1960" y="5252"/>
                  <a:pt x="1808" y="5404"/>
                  <a:pt x="1620" y="5404"/>
                </a:cubicBezTo>
                <a:cubicBezTo>
                  <a:pt x="1432" y="5404"/>
                  <a:pt x="1280" y="5252"/>
                  <a:pt x="1280" y="5064"/>
                </a:cubicBezTo>
                <a:cubicBezTo>
                  <a:pt x="1280" y="4876"/>
                  <a:pt x="1432" y="4724"/>
                  <a:pt x="1620" y="4724"/>
                </a:cubicBezTo>
                <a:cubicBezTo>
                  <a:pt x="1808" y="4724"/>
                  <a:pt x="1960" y="4876"/>
                  <a:pt x="1960" y="5064"/>
                </a:cubicBezTo>
                <a:close/>
                <a:moveTo>
                  <a:pt x="420" y="3246"/>
                </a:moveTo>
                <a:cubicBezTo>
                  <a:pt x="420" y="3362"/>
                  <a:pt x="325" y="3456"/>
                  <a:pt x="210" y="3456"/>
                </a:cubicBezTo>
                <a:cubicBezTo>
                  <a:pt x="94" y="3456"/>
                  <a:pt x="0" y="3362"/>
                  <a:pt x="0" y="3246"/>
                </a:cubicBezTo>
                <a:cubicBezTo>
                  <a:pt x="0" y="3130"/>
                  <a:pt x="94" y="3036"/>
                  <a:pt x="210" y="3036"/>
                </a:cubicBezTo>
                <a:cubicBezTo>
                  <a:pt x="325" y="3036"/>
                  <a:pt x="420" y="3130"/>
                  <a:pt x="420" y="3246"/>
                </a:cubicBezTo>
                <a:close/>
                <a:moveTo>
                  <a:pt x="1160" y="800"/>
                </a:moveTo>
                <a:cubicBezTo>
                  <a:pt x="1160" y="916"/>
                  <a:pt x="1066" y="1010"/>
                  <a:pt x="950" y="1010"/>
                </a:cubicBezTo>
                <a:cubicBezTo>
                  <a:pt x="834" y="1010"/>
                  <a:pt x="740" y="916"/>
                  <a:pt x="740" y="800"/>
                </a:cubicBezTo>
                <a:cubicBezTo>
                  <a:pt x="740" y="684"/>
                  <a:pt x="834" y="590"/>
                  <a:pt x="950" y="590"/>
                </a:cubicBezTo>
                <a:cubicBezTo>
                  <a:pt x="1066" y="590"/>
                  <a:pt x="1160" y="684"/>
                  <a:pt x="1160" y="800"/>
                </a:cubicBezTo>
                <a:close/>
                <a:moveTo>
                  <a:pt x="2176" y="1184"/>
                </a:moveTo>
                <a:cubicBezTo>
                  <a:pt x="2176" y="1273"/>
                  <a:pt x="2104" y="1344"/>
                  <a:pt x="2016" y="1344"/>
                </a:cubicBezTo>
                <a:cubicBezTo>
                  <a:pt x="1927" y="1344"/>
                  <a:pt x="1856" y="1273"/>
                  <a:pt x="1856" y="1184"/>
                </a:cubicBezTo>
                <a:cubicBezTo>
                  <a:pt x="1856" y="1096"/>
                  <a:pt x="1927" y="1024"/>
                  <a:pt x="2016" y="1024"/>
                </a:cubicBezTo>
                <a:cubicBezTo>
                  <a:pt x="2104" y="1024"/>
                  <a:pt x="2176" y="1096"/>
                  <a:pt x="2176" y="1184"/>
                </a:cubicBezTo>
                <a:close/>
                <a:moveTo>
                  <a:pt x="460" y="4235"/>
                </a:moveTo>
                <a:cubicBezTo>
                  <a:pt x="460" y="4335"/>
                  <a:pt x="380" y="4415"/>
                  <a:pt x="280" y="4415"/>
                </a:cubicBezTo>
                <a:cubicBezTo>
                  <a:pt x="181" y="4415"/>
                  <a:pt x="100" y="4335"/>
                  <a:pt x="100" y="4235"/>
                </a:cubicBezTo>
                <a:cubicBezTo>
                  <a:pt x="100" y="4136"/>
                  <a:pt x="181" y="4055"/>
                  <a:pt x="280" y="4055"/>
                </a:cubicBezTo>
                <a:cubicBezTo>
                  <a:pt x="380" y="4055"/>
                  <a:pt x="460" y="4136"/>
                  <a:pt x="460" y="4235"/>
                </a:cubicBezTo>
                <a:close/>
                <a:moveTo>
                  <a:pt x="557" y="2211"/>
                </a:moveTo>
                <a:cubicBezTo>
                  <a:pt x="557" y="2321"/>
                  <a:pt x="467" y="2411"/>
                  <a:pt x="357" y="2411"/>
                </a:cubicBezTo>
                <a:cubicBezTo>
                  <a:pt x="247" y="2411"/>
                  <a:pt x="157" y="2321"/>
                  <a:pt x="157" y="2211"/>
                </a:cubicBezTo>
                <a:cubicBezTo>
                  <a:pt x="157" y="2100"/>
                  <a:pt x="247" y="2011"/>
                  <a:pt x="357" y="2011"/>
                </a:cubicBezTo>
                <a:cubicBezTo>
                  <a:pt x="467" y="2011"/>
                  <a:pt x="557" y="2100"/>
                  <a:pt x="557" y="2211"/>
                </a:cubicBezTo>
                <a:close/>
                <a:moveTo>
                  <a:pt x="1589" y="4638"/>
                </a:moveTo>
                <a:cubicBezTo>
                  <a:pt x="1589" y="4748"/>
                  <a:pt x="1499" y="4838"/>
                  <a:pt x="1389" y="4838"/>
                </a:cubicBezTo>
                <a:cubicBezTo>
                  <a:pt x="1278" y="4838"/>
                  <a:pt x="1189" y="4748"/>
                  <a:pt x="1189" y="4638"/>
                </a:cubicBezTo>
                <a:cubicBezTo>
                  <a:pt x="1189" y="4527"/>
                  <a:pt x="1278" y="4438"/>
                  <a:pt x="1389" y="4438"/>
                </a:cubicBezTo>
                <a:cubicBezTo>
                  <a:pt x="1499" y="4438"/>
                  <a:pt x="1589" y="4527"/>
                  <a:pt x="1589" y="4638"/>
                </a:cubicBezTo>
                <a:close/>
                <a:moveTo>
                  <a:pt x="5673" y="270"/>
                </a:moveTo>
                <a:cubicBezTo>
                  <a:pt x="5673" y="419"/>
                  <a:pt x="5552" y="540"/>
                  <a:pt x="5403" y="540"/>
                </a:cubicBezTo>
                <a:cubicBezTo>
                  <a:pt x="5254" y="540"/>
                  <a:pt x="5133" y="419"/>
                  <a:pt x="5133" y="270"/>
                </a:cubicBezTo>
                <a:cubicBezTo>
                  <a:pt x="5133" y="120"/>
                  <a:pt x="5254" y="0"/>
                  <a:pt x="5403" y="0"/>
                </a:cubicBezTo>
                <a:cubicBezTo>
                  <a:pt x="5552" y="0"/>
                  <a:pt x="5673" y="120"/>
                  <a:pt x="5673" y="270"/>
                </a:cubicBezTo>
                <a:close/>
                <a:moveTo>
                  <a:pt x="5009" y="1127"/>
                </a:moveTo>
                <a:cubicBezTo>
                  <a:pt x="5009" y="1215"/>
                  <a:pt x="4937" y="1287"/>
                  <a:pt x="4849" y="1287"/>
                </a:cubicBezTo>
                <a:cubicBezTo>
                  <a:pt x="4760" y="1287"/>
                  <a:pt x="4689" y="1215"/>
                  <a:pt x="4689" y="1127"/>
                </a:cubicBezTo>
                <a:cubicBezTo>
                  <a:pt x="4689" y="1038"/>
                  <a:pt x="4760" y="967"/>
                  <a:pt x="4849" y="967"/>
                </a:cubicBezTo>
                <a:cubicBezTo>
                  <a:pt x="4937" y="967"/>
                  <a:pt x="5009" y="1038"/>
                  <a:pt x="5009" y="1127"/>
                </a:cubicBezTo>
                <a:close/>
                <a:moveTo>
                  <a:pt x="5592" y="5764"/>
                </a:moveTo>
                <a:cubicBezTo>
                  <a:pt x="5592" y="5941"/>
                  <a:pt x="5449" y="6084"/>
                  <a:pt x="5272" y="6084"/>
                </a:cubicBezTo>
                <a:cubicBezTo>
                  <a:pt x="5095" y="6084"/>
                  <a:pt x="4952" y="5941"/>
                  <a:pt x="4952" y="5764"/>
                </a:cubicBezTo>
                <a:cubicBezTo>
                  <a:pt x="4952" y="5587"/>
                  <a:pt x="5095" y="5444"/>
                  <a:pt x="5272" y="5444"/>
                </a:cubicBezTo>
                <a:cubicBezTo>
                  <a:pt x="5449" y="5444"/>
                  <a:pt x="5592" y="5587"/>
                  <a:pt x="5592" y="5764"/>
                </a:cubicBezTo>
                <a:close/>
                <a:moveTo>
                  <a:pt x="5517" y="2261"/>
                </a:moveTo>
                <a:cubicBezTo>
                  <a:pt x="5517" y="2388"/>
                  <a:pt x="5414" y="2491"/>
                  <a:pt x="5287" y="2491"/>
                </a:cubicBezTo>
                <a:cubicBezTo>
                  <a:pt x="5160" y="2491"/>
                  <a:pt x="5057" y="2388"/>
                  <a:pt x="5057" y="2261"/>
                </a:cubicBezTo>
                <a:cubicBezTo>
                  <a:pt x="5057" y="2134"/>
                  <a:pt x="5160" y="2031"/>
                  <a:pt x="5287" y="2031"/>
                </a:cubicBezTo>
                <a:cubicBezTo>
                  <a:pt x="5414" y="2031"/>
                  <a:pt x="5517" y="2134"/>
                  <a:pt x="5517" y="2261"/>
                </a:cubicBezTo>
                <a:close/>
                <a:moveTo>
                  <a:pt x="5942" y="2301"/>
                </a:moveTo>
                <a:cubicBezTo>
                  <a:pt x="5942" y="2461"/>
                  <a:pt x="5812" y="2591"/>
                  <a:pt x="5652" y="2591"/>
                </a:cubicBezTo>
                <a:cubicBezTo>
                  <a:pt x="5492" y="2591"/>
                  <a:pt x="5362" y="2461"/>
                  <a:pt x="5362" y="2301"/>
                </a:cubicBezTo>
                <a:cubicBezTo>
                  <a:pt x="5362" y="2141"/>
                  <a:pt x="5492" y="2011"/>
                  <a:pt x="5652" y="2011"/>
                </a:cubicBezTo>
                <a:cubicBezTo>
                  <a:pt x="5812" y="2011"/>
                  <a:pt x="5942" y="2141"/>
                  <a:pt x="5942" y="2301"/>
                </a:cubicBezTo>
                <a:close/>
                <a:moveTo>
                  <a:pt x="5851" y="1337"/>
                </a:moveTo>
                <a:cubicBezTo>
                  <a:pt x="5851" y="1458"/>
                  <a:pt x="5752" y="1557"/>
                  <a:pt x="5631" y="1557"/>
                </a:cubicBezTo>
                <a:cubicBezTo>
                  <a:pt x="5509" y="1557"/>
                  <a:pt x="5411" y="1458"/>
                  <a:pt x="5411" y="1337"/>
                </a:cubicBezTo>
                <a:cubicBezTo>
                  <a:pt x="5411" y="1215"/>
                  <a:pt x="5509" y="1117"/>
                  <a:pt x="5631" y="1117"/>
                </a:cubicBezTo>
                <a:cubicBezTo>
                  <a:pt x="5752" y="1117"/>
                  <a:pt x="5851" y="1215"/>
                  <a:pt x="5851" y="1337"/>
                </a:cubicBezTo>
                <a:close/>
                <a:moveTo>
                  <a:pt x="6478" y="5954"/>
                </a:moveTo>
                <a:cubicBezTo>
                  <a:pt x="6478" y="6031"/>
                  <a:pt x="6415" y="6094"/>
                  <a:pt x="6338" y="6094"/>
                </a:cubicBezTo>
                <a:cubicBezTo>
                  <a:pt x="6261" y="6094"/>
                  <a:pt x="6198" y="6031"/>
                  <a:pt x="6198" y="5954"/>
                </a:cubicBezTo>
                <a:cubicBezTo>
                  <a:pt x="6198" y="5876"/>
                  <a:pt x="6261" y="5814"/>
                  <a:pt x="6338" y="5814"/>
                </a:cubicBezTo>
                <a:cubicBezTo>
                  <a:pt x="6415" y="5814"/>
                  <a:pt x="6478" y="5876"/>
                  <a:pt x="6478" y="5954"/>
                </a:cubicBezTo>
                <a:close/>
              </a:path>
            </a:pathLst>
          </a:custGeom>
          <a:gradFill rotWithShape="1">
            <a:gsLst>
              <a:gs pos="0">
                <a:srgbClr val="F5F5F5"/>
              </a:gs>
              <a:gs pos="100000">
                <a:srgbClr val="BDBDBD"/>
              </a:gs>
            </a:gsLst>
            <a:path path="circle">
              <a:fillToRect l="40000" t="40000" r="60000" b="60000"/>
            </a:path>
          </a:gradFill>
          <a:ln>
            <a:noFill/>
          </a:ln>
        </p:spPr>
      </p:sp>
      <p:grpSp>
        <p:nvGrpSpPr>
          <p:cNvPr id="20" name="Recuadro Imagen"/>
          <p:cNvGrpSpPr/>
          <p:nvPr/>
        </p:nvGrpSpPr>
        <p:grpSpPr>
          <a:xfrm>
            <a:off x="6126480" y="914400"/>
            <a:ext cx="5760720" cy="1722120"/>
            <a:chOff x="6126480" y="914400"/>
            <a:chExt cx="5760720" cy="1722120"/>
          </a:xfrm>
        </p:grpSpPr>
        <p:sp>
          <p:nvSpPr>
            <p:cNvPr id="21" name="Forma 20"/>
            <p:cNvSpPr/>
            <p:nvPr/>
          </p:nvSpPr>
          <p:spPr>
            <a:xfrm>
              <a:off x="6126480" y="1280160"/>
              <a:ext cx="5760720" cy="135636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Múltiples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opacidades redondeadas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distintos tamaños en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ambos campos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como globos sueltos.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6126480" y="91440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IMAGEN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3" name="Recuadro Significado"/>
          <p:cNvGrpSpPr/>
          <p:nvPr/>
        </p:nvGrpSpPr>
        <p:grpSpPr>
          <a:xfrm>
            <a:off x="6126480" y="2773680"/>
            <a:ext cx="5760720" cy="1722120"/>
            <a:chOff x="6126480" y="2773680"/>
            <a:chExt cx="5760720" cy="1722120"/>
          </a:xfrm>
        </p:grpSpPr>
        <p:sp>
          <p:nvSpPr>
            <p:cNvPr id="24" name="Forma 23"/>
            <p:cNvSpPr/>
            <p:nvPr/>
          </p:nvSpPr>
          <p:spPr>
            <a:xfrm>
              <a:off x="6126480" y="3139440"/>
              <a:ext cx="5760720" cy="135636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Característica de metástasis por vía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hematógena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126480" y="277368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SIGNIFICADO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6" name="Recuadro Precisión"/>
          <p:cNvGrpSpPr/>
          <p:nvPr/>
        </p:nvGrpSpPr>
        <p:grpSpPr>
          <a:xfrm>
            <a:off x="6126480" y="4632960"/>
            <a:ext cx="5760720" cy="1722120"/>
            <a:chOff x="6126480" y="4632960"/>
            <a:chExt cx="5760720" cy="1722120"/>
          </a:xfrm>
        </p:grpSpPr>
        <p:sp>
          <p:nvSpPr>
            <p:cNvPr id="27" name="Forma 26"/>
            <p:cNvSpPr/>
            <p:nvPr/>
          </p:nvSpPr>
          <p:spPr>
            <a:xfrm>
              <a:off x="6126480" y="4998720"/>
              <a:ext cx="5760720" cy="135636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ts val="197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Es un signo de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nódulos pulmonares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(parénquima); el compromiso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pleural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se evalúa además con TAC y derrame. Su atribución a «metástasis pleurales» está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en revisión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126480" y="463296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PRECISIÓN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654845" y="91440"/>
            <a:ext cx="637225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EN «SUELTA DE GLOBOS»</a:t>
            </a:r>
            <a:endParaRPr lang="es-AR" sz="2400" dirty="0">
              <a:latin typeface="Mali"/>
            </a:endParaRPr>
          </a:p>
        </p:txBody>
      </p:sp>
      <p:sp>
        <p:nvSpPr>
          <p:cNvPr id="2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39461" y="1022299"/>
            <a:ext cx="3601639" cy="368686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571854" y="1233526"/>
            <a:ext cx="1336853" cy="282275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10235" y="1329538"/>
            <a:ext cx="3460090" cy="3164556"/>
            <a:chOff x="510235" y="1329538"/>
            <a:chExt cx="3460090" cy="3164556"/>
          </a:xfrm>
        </p:grpSpPr>
        <p:sp>
          <p:nvSpPr>
            <p:cNvPr id="7" name="Forma 6"/>
            <p:cNvSpPr/>
            <p:nvPr/>
          </p:nvSpPr>
          <p:spPr>
            <a:xfrm>
              <a:off x="510235" y="1329538"/>
              <a:ext cx="3460090" cy="316455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10235" y="1329538"/>
              <a:ext cx="3460090" cy="316455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26491" y="1359052"/>
            <a:ext cx="1332047" cy="288589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507414" y="1359052"/>
            <a:ext cx="1246655" cy="2978061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247229" y="1820684"/>
            <a:ext cx="517397" cy="2462177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772400" y="1022299"/>
            <a:ext cx="935761" cy="1647548"/>
            <a:chOff x="1772400" y="1022299"/>
            <a:chExt cx="935761" cy="1647548"/>
          </a:xfrm>
        </p:grpSpPr>
        <p:sp>
          <p:nvSpPr>
            <p:cNvPr id="13" name="Forma 12"/>
            <p:cNvSpPr/>
            <p:nvPr/>
          </p:nvSpPr>
          <p:spPr>
            <a:xfrm>
              <a:off x="1772400" y="1022299"/>
              <a:ext cx="935761" cy="1647548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169505" y="1137514"/>
              <a:ext cx="141549" cy="84010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69743" y="1401410"/>
            <a:ext cx="1245538" cy="2789669"/>
            <a:chOff x="769743" y="1401410"/>
            <a:chExt cx="1245538" cy="2789669"/>
          </a:xfrm>
        </p:grpSpPr>
        <p:sp>
          <p:nvSpPr>
            <p:cNvPr id="16" name="Forma 15"/>
            <p:cNvSpPr/>
            <p:nvPr/>
          </p:nvSpPr>
          <p:spPr>
            <a:xfrm>
              <a:off x="769743" y="1401410"/>
              <a:ext cx="1245538" cy="278966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50304" y="1675181"/>
              <a:ext cx="977124" cy="199705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99297" y="2616098"/>
              <a:ext cx="1047791" cy="116978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69743" y="1401410"/>
            <a:ext cx="1245538" cy="278966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550670" y="1401410"/>
            <a:ext cx="1160147" cy="2881956"/>
            <a:chOff x="2550670" y="1401410"/>
            <a:chExt cx="1160147" cy="2881956"/>
          </a:xfrm>
        </p:grpSpPr>
        <p:sp>
          <p:nvSpPr>
            <p:cNvPr id="21" name="Forma 20"/>
            <p:cNvSpPr/>
            <p:nvPr/>
          </p:nvSpPr>
          <p:spPr>
            <a:xfrm>
              <a:off x="2550670" y="1401410"/>
              <a:ext cx="1160147" cy="288195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653132" y="1675181"/>
              <a:ext cx="977124" cy="199705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664927" y="2673706"/>
              <a:ext cx="994754" cy="10896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550670" y="1401410"/>
            <a:ext cx="1160147" cy="288195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26491" y="1359052"/>
            <a:ext cx="1332047" cy="288589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507414" y="1359052"/>
            <a:ext cx="1246655" cy="2978061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008312" y="1692972"/>
            <a:ext cx="172942" cy="132882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043716" y="3824143"/>
            <a:ext cx="172953" cy="61837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028248" y="2893333"/>
            <a:ext cx="1045599" cy="1087203"/>
            <a:chOff x="2028248" y="2893333"/>
            <a:chExt cx="1045599" cy="1087203"/>
          </a:xfrm>
        </p:grpSpPr>
        <p:sp>
          <p:nvSpPr>
            <p:cNvPr id="30" name="Forma 29"/>
            <p:cNvSpPr/>
            <p:nvPr/>
          </p:nvSpPr>
          <p:spPr>
            <a:xfrm>
              <a:off x="2028248" y="2893333"/>
              <a:ext cx="1045599" cy="10872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574493" y="2973263"/>
              <a:ext cx="255575" cy="9678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Tumor"/>
          <p:cNvSpPr/>
          <p:nvPr/>
        </p:nvSpPr>
        <p:spPr>
          <a:xfrm>
            <a:off x="805129" y="3004947"/>
            <a:ext cx="589788" cy="489661"/>
          </a:xfrm>
          <a:custGeom>
            <a:avLst/>
            <a:gdLst/>
            <a:ahLst/>
            <a:cxnLst/>
            <a:rect l="0" t="0" r="r" b="b"/>
            <a:pathLst>
              <a:path w="1500" h="1275">
                <a:moveTo>
                  <a:pt x="1500" y="637"/>
                </a:moveTo>
                <a:cubicBezTo>
                  <a:pt x="1500" y="989"/>
                  <a:pt x="1164" y="1275"/>
                  <a:pt x="750" y="1275"/>
                </a:cubicBezTo>
                <a:cubicBezTo>
                  <a:pt x="335" y="1275"/>
                  <a:pt x="0" y="989"/>
                  <a:pt x="0" y="637"/>
                </a:cubicBezTo>
                <a:cubicBezTo>
                  <a:pt x="0" y="285"/>
                  <a:pt x="335" y="0"/>
                  <a:pt x="750" y="0"/>
                </a:cubicBezTo>
                <a:cubicBezTo>
                  <a:pt x="1164" y="0"/>
                  <a:pt x="1500" y="285"/>
                  <a:pt x="1500" y="637"/>
                </a:cubicBezTo>
                <a:close/>
              </a:path>
            </a:pathLst>
          </a:custGeom>
          <a:gradFill rotWithShape="1">
            <a:gsLst>
              <a:gs pos="0">
                <a:srgbClr val="C49DD4"/>
              </a:gs>
              <a:gs pos="55000">
                <a:srgbClr val="A569BD"/>
              </a:gs>
              <a:gs pos="100000">
                <a:srgbClr val="734984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05136" y="3795405"/>
            <a:ext cx="2870288" cy="64065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060704" y="1175918"/>
            <a:ext cx="2359152" cy="153619"/>
            <a:chOff x="1060704" y="1175918"/>
            <a:chExt cx="2359152" cy="153619"/>
          </a:xfrm>
        </p:grpSpPr>
        <p:sp>
          <p:nvSpPr>
            <p:cNvPr id="35" name="Forma 34"/>
            <p:cNvSpPr/>
            <p:nvPr/>
          </p:nvSpPr>
          <p:spPr>
            <a:xfrm>
              <a:off x="1060704" y="1175918"/>
              <a:ext cx="2359152" cy="15361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060704" y="1175918"/>
              <a:ext cx="2359152" cy="15361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274320" y="4800600"/>
            <a:ext cx="3998763" cy="200025"/>
            <a:chOff x="274320" y="4800600"/>
            <a:chExt cx="3998763" cy="200025"/>
          </a:xfrm>
        </p:grpSpPr>
        <p:sp>
          <p:nvSpPr>
            <p:cNvPr id="38" name="Forma 37"/>
            <p:cNvSpPr/>
            <p:nvPr/>
          </p:nvSpPr>
          <p:spPr>
            <a:xfrm>
              <a:off x="274320" y="4800600"/>
              <a:ext cx="3931920" cy="72009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4320" y="4872609"/>
              <a:ext cx="3931920" cy="12801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286116" y="4907813"/>
              <a:ext cx="3986967" cy="5760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117043" y="5000625"/>
            <a:ext cx="4246474" cy="336042"/>
            <a:chOff x="117043" y="5000625"/>
            <a:chExt cx="4246474" cy="336042"/>
          </a:xfrm>
        </p:grpSpPr>
        <p:sp>
          <p:nvSpPr>
            <p:cNvPr id="42" name="Forma 41"/>
            <p:cNvSpPr/>
            <p:nvPr/>
          </p:nvSpPr>
          <p:spPr>
            <a:xfrm>
              <a:off x="274320" y="5000625"/>
              <a:ext cx="3931920" cy="33604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17043" y="5008626"/>
              <a:ext cx="4246474" cy="3200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706831" y="5015027"/>
            <a:ext cx="3066898" cy="281635"/>
            <a:chOff x="706831" y="5015027"/>
            <a:chExt cx="3066898" cy="281635"/>
          </a:xfrm>
        </p:grpSpPr>
        <p:sp>
          <p:nvSpPr>
            <p:cNvPr id="45" name="Forma 44"/>
            <p:cNvSpPr/>
            <p:nvPr/>
          </p:nvSpPr>
          <p:spPr>
            <a:xfrm>
              <a:off x="706831" y="5015027"/>
              <a:ext cx="943661" cy="28163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56244" y="5069434"/>
              <a:ext cx="644835" cy="17282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2830068" y="5015027"/>
              <a:ext cx="943661" cy="28163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2979481" y="5069434"/>
              <a:ext cx="644835" cy="17282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1567922" y="5199050"/>
            <a:ext cx="2256922" cy="121615"/>
            <a:chOff x="1567922" y="5199050"/>
            <a:chExt cx="2256922" cy="121615"/>
          </a:xfrm>
        </p:grpSpPr>
        <p:sp>
          <p:nvSpPr>
            <p:cNvPr id="50" name="Forma 49"/>
            <p:cNvSpPr/>
            <p:nvPr/>
          </p:nvSpPr>
          <p:spPr>
            <a:xfrm>
              <a:off x="1567922" y="5199050"/>
              <a:ext cx="102230" cy="41605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1607241" y="5247056"/>
              <a:ext cx="86502" cy="35204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630832" y="5291861"/>
              <a:ext cx="70775" cy="28804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3691158" y="5199050"/>
              <a:ext cx="102230" cy="41605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3730478" y="5247056"/>
              <a:ext cx="86502" cy="35204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3754069" y="5291861"/>
              <a:ext cx="70775" cy="28804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270388" y="5352669"/>
            <a:ext cx="3939784" cy="116815"/>
            <a:chOff x="270388" y="5352669"/>
            <a:chExt cx="3939784" cy="116815"/>
          </a:xfrm>
        </p:grpSpPr>
        <p:sp>
          <p:nvSpPr>
            <p:cNvPr id="57" name="Forma 56"/>
            <p:cNvSpPr/>
            <p:nvPr/>
          </p:nvSpPr>
          <p:spPr>
            <a:xfrm>
              <a:off x="274320" y="5352669"/>
              <a:ext cx="3931920" cy="1088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270388" y="5440680"/>
              <a:ext cx="3939784" cy="28804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345095" y="5448681"/>
              <a:ext cx="3790371" cy="1280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274320" y="5381473"/>
            <a:ext cx="3931920" cy="4480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2318918" y="5359070"/>
            <a:ext cx="1887322" cy="108814"/>
            <a:chOff x="2318918" y="5359070"/>
            <a:chExt cx="1887322" cy="108814"/>
          </a:xfrm>
        </p:grpSpPr>
        <p:sp>
          <p:nvSpPr>
            <p:cNvPr id="62" name="Forma 61"/>
            <p:cNvSpPr/>
            <p:nvPr/>
          </p:nvSpPr>
          <p:spPr>
            <a:xfrm>
              <a:off x="2318918" y="5359070"/>
              <a:ext cx="1887322" cy="4800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2598085" y="5400675"/>
              <a:ext cx="70775" cy="6720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3227192" y="5400675"/>
              <a:ext cx="70775" cy="6720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3777661" y="5400675"/>
              <a:ext cx="70775" cy="6720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274320" y="5469484"/>
            <a:ext cx="3931920" cy="272834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38405" y="5740718"/>
            <a:ext cx="4403750" cy="84811"/>
            <a:chOff x="38405" y="5740718"/>
            <a:chExt cx="4403750" cy="84811"/>
          </a:xfrm>
        </p:grpSpPr>
        <p:sp>
          <p:nvSpPr>
            <p:cNvPr id="68" name="Forma 67"/>
            <p:cNvSpPr/>
            <p:nvPr/>
          </p:nvSpPr>
          <p:spPr>
            <a:xfrm>
              <a:off x="38405" y="5742318"/>
              <a:ext cx="4403750" cy="83210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73792" y="5740718"/>
              <a:ext cx="4332976" cy="28804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148499" y="5748718"/>
              <a:ext cx="4183563" cy="1280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38405" y="5787123"/>
            <a:ext cx="4403750" cy="288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38405" y="5838330"/>
            <a:ext cx="4439138" cy="562470"/>
            <a:chOff x="38405" y="5838330"/>
            <a:chExt cx="4439138" cy="562470"/>
          </a:xfrm>
        </p:grpSpPr>
        <p:sp>
          <p:nvSpPr>
            <p:cNvPr id="73" name="Forma 72"/>
            <p:cNvSpPr/>
            <p:nvPr/>
          </p:nvSpPr>
          <p:spPr>
            <a:xfrm>
              <a:off x="38405" y="5838330"/>
              <a:ext cx="4403750" cy="56247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191750" y="5855932"/>
              <a:ext cx="4285793" cy="460858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75" name="!!TumorFibroso"/>
          <p:cNvGrpSpPr/>
          <p:nvPr/>
        </p:nvGrpSpPr>
        <p:grpSpPr>
          <a:xfrm>
            <a:off x="1847088" y="5438280"/>
            <a:ext cx="943661" cy="304038"/>
            <a:chOff x="1847088" y="5438280"/>
            <a:chExt cx="943661" cy="304038"/>
          </a:xfrm>
        </p:grpSpPr>
        <p:sp>
          <p:nvSpPr>
            <p:cNvPr id="76" name="Forma 75"/>
            <p:cNvSpPr/>
            <p:nvPr/>
          </p:nvSpPr>
          <p:spPr>
            <a:xfrm>
              <a:off x="2318918" y="5678310"/>
              <a:ext cx="3932" cy="64008"/>
            </a:xfrm>
            <a:custGeom>
              <a:avLst/>
              <a:gdLst/>
              <a:ahLst/>
              <a:cxnLst/>
              <a:rect l="0" t="0" r="r" b="b"/>
              <a:pathLst>
                <a:path w="10" h="400" fill="none">
                  <a:moveTo>
                    <a:pt x="0" y="40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C9A27E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1847088" y="5438280"/>
              <a:ext cx="943661" cy="256032"/>
            </a:xfrm>
            <a:custGeom>
              <a:avLst/>
              <a:gdLst/>
              <a:ahLst/>
              <a:cxnLst/>
              <a:rect l="0" t="0" r="r" b="b"/>
              <a:pathLst>
                <a:path w="2400" h="1600">
                  <a:moveTo>
                    <a:pt x="2400" y="800"/>
                  </a:moveTo>
                  <a:cubicBezTo>
                    <a:pt x="2400" y="1241"/>
                    <a:pt x="1862" y="1600"/>
                    <a:pt x="1200" y="1600"/>
                  </a:cubicBezTo>
                  <a:cubicBezTo>
                    <a:pt x="537" y="1600"/>
                    <a:pt x="0" y="1241"/>
                    <a:pt x="0" y="800"/>
                  </a:cubicBezTo>
                  <a:cubicBezTo>
                    <a:pt x="0" y="358"/>
                    <a:pt x="537" y="0"/>
                    <a:pt x="1200" y="0"/>
                  </a:cubicBezTo>
                  <a:cubicBezTo>
                    <a:pt x="1862" y="0"/>
                    <a:pt x="2400" y="358"/>
                    <a:pt x="2400" y="8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1E4CF"/>
                </a:gs>
                <a:gs pos="55000">
                  <a:srgbClr val="E8D3B0"/>
                </a:gs>
                <a:gs pos="100000">
                  <a:srgbClr val="AE9E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B6B47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2043684" y="5518290"/>
              <a:ext cx="550469" cy="80010"/>
            </a:xfrm>
            <a:custGeom>
              <a:avLst/>
              <a:gdLst/>
              <a:ahLst/>
              <a:cxnLst/>
              <a:rect l="0" t="0" r="r" b="b"/>
              <a:pathLst>
                <a:path w="1400" h="500" fill="none">
                  <a:moveTo>
                    <a:pt x="0" y="0"/>
                  </a:moveTo>
                  <a:lnTo>
                    <a:pt x="1400" y="500"/>
                  </a:lnTo>
                </a:path>
                <a:path w="1400" h="500" fill="none">
                  <a:moveTo>
                    <a:pt x="100" y="500"/>
                  </a:moveTo>
                  <a:lnTo>
                    <a:pt x="1300" y="100"/>
                  </a:lnTo>
                </a:path>
              </a:pathLst>
            </a:custGeom>
            <a:noFill/>
            <a:ln w="15875" cap="rnd">
              <a:solidFill>
                <a:srgbClr val="C9A27E"/>
              </a:solidFill>
              <a:round/>
            </a:ln>
          </p:spPr>
        </p:sp>
      </p:grpSp>
      <p:grpSp>
        <p:nvGrpSpPr>
          <p:cNvPr id="79" name="Recuadro Naturaleza"/>
          <p:cNvGrpSpPr/>
          <p:nvPr/>
        </p:nvGrpSpPr>
        <p:grpSpPr>
          <a:xfrm>
            <a:off x="4434840" y="914400"/>
            <a:ext cx="3703320" cy="2651760"/>
            <a:chOff x="4434840" y="914400"/>
            <a:chExt cx="3703320" cy="2651760"/>
          </a:xfrm>
        </p:grpSpPr>
        <p:sp>
          <p:nvSpPr>
            <p:cNvPr id="80" name="Forma 79"/>
            <p:cNvSpPr/>
            <p:nvPr/>
          </p:nvSpPr>
          <p:spPr>
            <a:xfrm>
              <a:off x="4434840" y="1280160"/>
              <a:ext cx="3703320" cy="228600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benigno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Origen en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fibroblastos subpleurales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no en células mesoteliales.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443484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NATURALEZA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2" name="Recuadro Imagen"/>
          <p:cNvGrpSpPr/>
          <p:nvPr/>
        </p:nvGrpSpPr>
        <p:grpSpPr>
          <a:xfrm>
            <a:off x="8275320" y="914400"/>
            <a:ext cx="3611880" cy="2651760"/>
            <a:chOff x="8275320" y="914400"/>
            <a:chExt cx="3611880" cy="2651760"/>
          </a:xfrm>
        </p:grpSpPr>
        <p:sp>
          <p:nvSpPr>
            <p:cNvPr id="83" name="Forma 82"/>
            <p:cNvSpPr/>
            <p:nvPr/>
          </p:nvSpPr>
          <p:spPr>
            <a:xfrm>
              <a:off x="8275320" y="1280160"/>
              <a:ext cx="3611880" cy="228600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Masa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solitaria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bien delimitada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redondeada,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derrame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asociado.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4" name="Forma 83"/>
            <p:cNvSpPr/>
            <p:nvPr/>
          </p:nvSpPr>
          <p:spPr>
            <a:xfrm>
              <a:off x="8275320" y="91440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IMAGEN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5" name="Recuadro Asociaciones"/>
          <p:cNvGrpSpPr/>
          <p:nvPr/>
        </p:nvGrpSpPr>
        <p:grpSpPr>
          <a:xfrm>
            <a:off x="4434840" y="3703320"/>
            <a:ext cx="3703320" cy="2651760"/>
            <a:chOff x="4434840" y="3703320"/>
            <a:chExt cx="3703320" cy="2651760"/>
          </a:xfrm>
        </p:grpSpPr>
        <p:sp>
          <p:nvSpPr>
            <p:cNvPr id="86" name="Forma 85"/>
            <p:cNvSpPr/>
            <p:nvPr/>
          </p:nvSpPr>
          <p:spPr>
            <a:xfrm>
              <a:off x="4434840" y="4069080"/>
              <a:ext cx="3703320" cy="22860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Puede asociarse 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hipoglucemia paraneoplásica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osteoartropatía hipertrófica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4434840" y="370332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ASOCIACIONES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8" name="Recuadro Tratamiento"/>
          <p:cNvGrpSpPr/>
          <p:nvPr/>
        </p:nvGrpSpPr>
        <p:grpSpPr>
          <a:xfrm>
            <a:off x="8275320" y="3703320"/>
            <a:ext cx="3611880" cy="2651760"/>
            <a:chOff x="8275320" y="3703320"/>
            <a:chExt cx="3611880" cy="2651760"/>
          </a:xfrm>
        </p:grpSpPr>
        <p:sp>
          <p:nvSpPr>
            <p:cNvPr id="89" name="Forma 88"/>
            <p:cNvSpPr/>
            <p:nvPr/>
          </p:nvSpPr>
          <p:spPr>
            <a:xfrm>
              <a:off x="8275320" y="4069080"/>
              <a:ext cx="3611880" cy="22860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226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Quirúrgico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(resección completa): buen pronóstico si se reseca completamente.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90" name="Forma 89"/>
            <p:cNvSpPr/>
            <p:nvPr/>
          </p:nvSpPr>
          <p:spPr>
            <a:xfrm>
              <a:off x="8275320" y="370332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lnSpc>
                  <a:spcPts val="2074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TRATAMIENTO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95847" y="91440"/>
            <a:ext cx="79312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TUMOR FIBROSO SOLITARIO DE LA PLEURA</a:t>
            </a:r>
            <a:endParaRPr lang="es-AR" sz="2400" dirty="0">
              <a:latin typeface="Mali"/>
            </a:endParaRPr>
          </a:p>
        </p:txBody>
      </p:sp>
      <p:sp>
        <p:nvSpPr>
          <p:cNvPr id="9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Cuatro comparaciones para decidir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 frente a neumotórax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frente a exudado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simple, complicado y empiema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simple frente a neumotórax a tensión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Cadena diagnóstica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lnSpc>
                <a:spcPts val="1769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Mensajes finales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512174" y="7443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75881" y="8876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559906" y="952805"/>
            <a:ext cx="2333549" cy="2147377"/>
            <a:chOff x="6559906" y="952805"/>
            <a:chExt cx="2333549" cy="2147377"/>
          </a:xfrm>
        </p:grpSpPr>
        <p:sp>
          <p:nvSpPr>
            <p:cNvPr id="14" name="Forma 13"/>
            <p:cNvSpPr/>
            <p:nvPr/>
          </p:nvSpPr>
          <p:spPr>
            <a:xfrm>
              <a:off x="655990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55990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70575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0684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31367" y="12860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411133" y="744322"/>
            <a:ext cx="631094" cy="1117979"/>
            <a:chOff x="7411133" y="744322"/>
            <a:chExt cx="631094" cy="1117979"/>
          </a:xfrm>
        </p:grpSpPr>
        <p:sp>
          <p:nvSpPr>
            <p:cNvPr id="20" name="Forma 19"/>
            <p:cNvSpPr/>
            <p:nvPr/>
          </p:nvSpPr>
          <p:spPr>
            <a:xfrm>
              <a:off x="7411133" y="7443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78948" y="8225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708404" y="1693896"/>
            <a:ext cx="890991" cy="1237219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3" name="PulmonDerecho"/>
          <p:cNvGrpSpPr/>
          <p:nvPr/>
        </p:nvGrpSpPr>
        <p:grpSpPr>
          <a:xfrm>
            <a:off x="6859754" y="1001576"/>
            <a:ext cx="679244" cy="1001463"/>
            <a:chOff x="6859754" y="1001576"/>
            <a:chExt cx="679244" cy="1001463"/>
          </a:xfrm>
        </p:grpSpPr>
        <p:sp>
          <p:nvSpPr>
            <p:cNvPr id="24" name="Forma 23"/>
            <p:cNvSpPr/>
            <p:nvPr/>
          </p:nvSpPr>
          <p:spPr>
            <a:xfrm>
              <a:off x="6859754" y="1001576"/>
              <a:ext cx="679244" cy="1001463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6908221" y="1099856"/>
              <a:ext cx="540024" cy="716921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6877160" y="1437636"/>
              <a:ext cx="582023" cy="419277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PleuraVisceralD"/>
          <p:cNvSpPr/>
          <p:nvPr/>
        </p:nvSpPr>
        <p:spPr>
          <a:xfrm>
            <a:off x="6859754" y="1001576"/>
            <a:ext cx="679244" cy="1001463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PulmonIzquierdo"/>
          <p:cNvGrpSpPr/>
          <p:nvPr/>
        </p:nvGrpSpPr>
        <p:grpSpPr>
          <a:xfrm>
            <a:off x="7936013" y="1001576"/>
            <a:ext cx="782425" cy="1955613"/>
            <a:chOff x="7936013" y="1001576"/>
            <a:chExt cx="782425" cy="1955613"/>
          </a:xfrm>
        </p:grpSpPr>
        <p:sp>
          <p:nvSpPr>
            <p:cNvPr id="29" name="Forma 28"/>
            <p:cNvSpPr/>
            <p:nvPr/>
          </p:nvSpPr>
          <p:spPr>
            <a:xfrm>
              <a:off x="7936013" y="10015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8005115" y="11873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8013070" y="18649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PleuraVisceralI"/>
          <p:cNvSpPr/>
          <p:nvPr/>
        </p:nvSpPr>
        <p:spPr>
          <a:xfrm>
            <a:off x="7936013" y="10015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PleuraParietalD"/>
          <p:cNvSpPr/>
          <p:nvPr/>
        </p:nvSpPr>
        <p:spPr>
          <a:xfrm>
            <a:off x="670575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PleuraParietalI"/>
          <p:cNvSpPr/>
          <p:nvPr/>
        </p:nvSpPr>
        <p:spPr>
          <a:xfrm>
            <a:off x="790684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VenaCavaSup"/>
          <p:cNvSpPr/>
          <p:nvPr/>
        </p:nvSpPr>
        <p:spPr>
          <a:xfrm>
            <a:off x="7570237" y="11994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VenaCavaInf"/>
          <p:cNvSpPr/>
          <p:nvPr/>
        </p:nvSpPr>
        <p:spPr>
          <a:xfrm>
            <a:off x="7594114" y="26455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Corazon"/>
          <p:cNvGrpSpPr/>
          <p:nvPr/>
        </p:nvGrpSpPr>
        <p:grpSpPr>
          <a:xfrm>
            <a:off x="7583681" y="2013952"/>
            <a:ext cx="705172" cy="737745"/>
            <a:chOff x="7583681" y="2013952"/>
            <a:chExt cx="705172" cy="737745"/>
          </a:xfrm>
        </p:grpSpPr>
        <p:sp>
          <p:nvSpPr>
            <p:cNvPr id="38" name="Forma 37"/>
            <p:cNvSpPr/>
            <p:nvPr/>
          </p:nvSpPr>
          <p:spPr>
            <a:xfrm>
              <a:off x="7583681" y="20139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7952080" y="20681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Diafragma"/>
          <p:cNvSpPr/>
          <p:nvPr/>
        </p:nvSpPr>
        <p:spPr>
          <a:xfrm>
            <a:off x="6758792" y="26260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Clavículas"/>
          <p:cNvGrpSpPr/>
          <p:nvPr/>
        </p:nvGrpSpPr>
        <p:grpSpPr>
          <a:xfrm>
            <a:off x="6931152" y="848563"/>
            <a:ext cx="1591056" cy="104242"/>
            <a:chOff x="6931152" y="848563"/>
            <a:chExt cx="1591056" cy="104242"/>
          </a:xfrm>
        </p:grpSpPr>
        <p:sp>
          <p:nvSpPr>
            <p:cNvPr id="42" name="Forma 41"/>
            <p:cNvSpPr/>
            <p:nvPr/>
          </p:nvSpPr>
          <p:spPr>
            <a:xfrm>
              <a:off x="693115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693115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4" name="ParedToracica_2"/>
          <p:cNvSpPr/>
          <p:nvPr/>
        </p:nvSpPr>
        <p:spPr>
          <a:xfrm>
            <a:off x="9301094" y="7443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5" name="Mediastino_2"/>
          <p:cNvSpPr/>
          <p:nvPr/>
        </p:nvSpPr>
        <p:spPr>
          <a:xfrm>
            <a:off x="10064801" y="8876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6" name="Costillas_2"/>
          <p:cNvGrpSpPr/>
          <p:nvPr/>
        </p:nvGrpSpPr>
        <p:grpSpPr>
          <a:xfrm>
            <a:off x="9348826" y="952805"/>
            <a:ext cx="2333549" cy="2147377"/>
            <a:chOff x="9348826" y="952805"/>
            <a:chExt cx="2333549" cy="2147377"/>
          </a:xfrm>
        </p:grpSpPr>
        <p:sp>
          <p:nvSpPr>
            <p:cNvPr id="47" name="Forma 46"/>
            <p:cNvSpPr/>
            <p:nvPr/>
          </p:nvSpPr>
          <p:spPr>
            <a:xfrm>
              <a:off x="934882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934882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9" name="EspacioPleuralD_2"/>
          <p:cNvSpPr/>
          <p:nvPr/>
        </p:nvSpPr>
        <p:spPr>
          <a:xfrm>
            <a:off x="949467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0" name="EspacioPleuralI_2"/>
          <p:cNvSpPr/>
          <p:nvPr/>
        </p:nvSpPr>
        <p:spPr>
          <a:xfrm>
            <a:off x="1069576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Aorta_2"/>
          <p:cNvSpPr/>
          <p:nvPr/>
        </p:nvSpPr>
        <p:spPr>
          <a:xfrm>
            <a:off x="10520287" y="12860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2" name="Traquea_2"/>
          <p:cNvGrpSpPr/>
          <p:nvPr/>
        </p:nvGrpSpPr>
        <p:grpSpPr>
          <a:xfrm>
            <a:off x="10200053" y="744322"/>
            <a:ext cx="631094" cy="1117979"/>
            <a:chOff x="10200053" y="744322"/>
            <a:chExt cx="631094" cy="1117979"/>
          </a:xfrm>
        </p:grpSpPr>
        <p:sp>
          <p:nvSpPr>
            <p:cNvPr id="53" name="Forma 52"/>
            <p:cNvSpPr/>
            <p:nvPr/>
          </p:nvSpPr>
          <p:spPr>
            <a:xfrm>
              <a:off x="10200053" y="7443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10467868" y="8225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55" name="AirePleuralD"/>
          <p:cNvSpPr/>
          <p:nvPr/>
        </p:nvSpPr>
        <p:spPr>
          <a:xfrm>
            <a:off x="949467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56" name="PulmonDerecho_2"/>
          <p:cNvGrpSpPr/>
          <p:nvPr/>
        </p:nvGrpSpPr>
        <p:grpSpPr>
          <a:xfrm>
            <a:off x="9866237" y="1420671"/>
            <a:ext cx="436807" cy="984355"/>
            <a:chOff x="9866237" y="1420671"/>
            <a:chExt cx="436807" cy="984355"/>
          </a:xfrm>
        </p:grpSpPr>
        <p:sp>
          <p:nvSpPr>
            <p:cNvPr id="57" name="Forma 56"/>
            <p:cNvSpPr/>
            <p:nvPr/>
          </p:nvSpPr>
          <p:spPr>
            <a:xfrm>
              <a:off x="9866237" y="1420671"/>
              <a:ext cx="436807" cy="98435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9899331" y="1517273"/>
              <a:ext cx="337834" cy="704673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9879135" y="1849283"/>
              <a:ext cx="364925" cy="410128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PleuraVisceralD_2"/>
          <p:cNvSpPr/>
          <p:nvPr/>
        </p:nvSpPr>
        <p:spPr>
          <a:xfrm>
            <a:off x="9866237" y="1420671"/>
            <a:ext cx="436807" cy="98435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PulmonIzquierdo_2"/>
          <p:cNvGrpSpPr/>
          <p:nvPr/>
        </p:nvGrpSpPr>
        <p:grpSpPr>
          <a:xfrm>
            <a:off x="10724933" y="1001576"/>
            <a:ext cx="782425" cy="1955613"/>
            <a:chOff x="10724933" y="1001576"/>
            <a:chExt cx="782425" cy="1955613"/>
          </a:xfrm>
        </p:grpSpPr>
        <p:sp>
          <p:nvSpPr>
            <p:cNvPr id="62" name="Forma 61"/>
            <p:cNvSpPr/>
            <p:nvPr/>
          </p:nvSpPr>
          <p:spPr>
            <a:xfrm>
              <a:off x="10724933" y="10015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10794035" y="11873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10801990" y="18649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PleuraVisceralI_2"/>
          <p:cNvSpPr/>
          <p:nvPr/>
        </p:nvSpPr>
        <p:spPr>
          <a:xfrm>
            <a:off x="10724933" y="10015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PleuraParietalD_2"/>
          <p:cNvSpPr/>
          <p:nvPr/>
        </p:nvSpPr>
        <p:spPr>
          <a:xfrm>
            <a:off x="949467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PleuraParietalI_2"/>
          <p:cNvSpPr/>
          <p:nvPr/>
        </p:nvSpPr>
        <p:spPr>
          <a:xfrm>
            <a:off x="1069576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VenaCavaSup_2"/>
          <p:cNvSpPr/>
          <p:nvPr/>
        </p:nvSpPr>
        <p:spPr>
          <a:xfrm>
            <a:off x="10359157" y="11994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VenaCavaInf_2"/>
          <p:cNvSpPr/>
          <p:nvPr/>
        </p:nvSpPr>
        <p:spPr>
          <a:xfrm>
            <a:off x="10383034" y="26455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Corazon_2"/>
          <p:cNvGrpSpPr/>
          <p:nvPr/>
        </p:nvGrpSpPr>
        <p:grpSpPr>
          <a:xfrm>
            <a:off x="10372601" y="2013952"/>
            <a:ext cx="705172" cy="737745"/>
            <a:chOff x="10372601" y="2013952"/>
            <a:chExt cx="705172" cy="737745"/>
          </a:xfrm>
        </p:grpSpPr>
        <p:sp>
          <p:nvSpPr>
            <p:cNvPr id="71" name="Forma 70"/>
            <p:cNvSpPr/>
            <p:nvPr/>
          </p:nvSpPr>
          <p:spPr>
            <a:xfrm>
              <a:off x="10372601" y="20139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10741000" y="20681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Diafragma_2"/>
          <p:cNvSpPr/>
          <p:nvPr/>
        </p:nvSpPr>
        <p:spPr>
          <a:xfrm>
            <a:off x="9547712" y="26260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Clavículas_2"/>
          <p:cNvGrpSpPr/>
          <p:nvPr/>
        </p:nvGrpSpPr>
        <p:grpSpPr>
          <a:xfrm>
            <a:off x="9720072" y="848563"/>
            <a:ext cx="1591056" cy="104242"/>
            <a:chOff x="9720072" y="848563"/>
            <a:chExt cx="1591056" cy="104242"/>
          </a:xfrm>
        </p:grpSpPr>
        <p:sp>
          <p:nvSpPr>
            <p:cNvPr id="75" name="Forma 74"/>
            <p:cNvSpPr/>
            <p:nvPr/>
          </p:nvSpPr>
          <p:spPr>
            <a:xfrm>
              <a:off x="972007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972007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7" name="ParedToracica_3"/>
          <p:cNvSpPr/>
          <p:nvPr/>
        </p:nvSpPr>
        <p:spPr>
          <a:xfrm>
            <a:off x="6512174" y="353324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8" name="Mediastino_3"/>
          <p:cNvSpPr/>
          <p:nvPr/>
        </p:nvSpPr>
        <p:spPr>
          <a:xfrm>
            <a:off x="7275881" y="367657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9" name="Costillas_3"/>
          <p:cNvGrpSpPr/>
          <p:nvPr/>
        </p:nvGrpSpPr>
        <p:grpSpPr>
          <a:xfrm>
            <a:off x="6559906" y="3741725"/>
            <a:ext cx="2333549" cy="2147377"/>
            <a:chOff x="6559906" y="3741725"/>
            <a:chExt cx="2333549" cy="2147377"/>
          </a:xfrm>
        </p:grpSpPr>
        <p:sp>
          <p:nvSpPr>
            <p:cNvPr id="80" name="Forma 79"/>
            <p:cNvSpPr/>
            <p:nvPr/>
          </p:nvSpPr>
          <p:spPr>
            <a:xfrm>
              <a:off x="655990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1" name="Forma 80"/>
            <p:cNvSpPr/>
            <p:nvPr/>
          </p:nvSpPr>
          <p:spPr>
            <a:xfrm>
              <a:off x="655990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2" name="EspacioPleuralD_3"/>
          <p:cNvSpPr/>
          <p:nvPr/>
        </p:nvSpPr>
        <p:spPr>
          <a:xfrm>
            <a:off x="6705752" y="376175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EspacioPleuralI_3"/>
          <p:cNvSpPr/>
          <p:nvPr/>
        </p:nvSpPr>
        <p:spPr>
          <a:xfrm>
            <a:off x="7906840" y="376175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Aorta_3"/>
          <p:cNvSpPr/>
          <p:nvPr/>
        </p:nvSpPr>
        <p:spPr>
          <a:xfrm>
            <a:off x="7731367" y="407500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5" name="Traquea_3"/>
          <p:cNvGrpSpPr/>
          <p:nvPr/>
        </p:nvGrpSpPr>
        <p:grpSpPr>
          <a:xfrm>
            <a:off x="7411133" y="3533242"/>
            <a:ext cx="631094" cy="1117979"/>
            <a:chOff x="7411133" y="3533242"/>
            <a:chExt cx="631094" cy="1117979"/>
          </a:xfrm>
        </p:grpSpPr>
        <p:sp>
          <p:nvSpPr>
            <p:cNvPr id="86" name="Forma 85"/>
            <p:cNvSpPr/>
            <p:nvPr/>
          </p:nvSpPr>
          <p:spPr>
            <a:xfrm>
              <a:off x="7411133" y="353324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7678948" y="361142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8" name="LiquidoPleuralD_2"/>
          <p:cNvSpPr/>
          <p:nvPr/>
        </p:nvSpPr>
        <p:spPr>
          <a:xfrm>
            <a:off x="6708404" y="4563500"/>
            <a:ext cx="890991" cy="1156535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89" name="Tabiques"/>
          <p:cNvSpPr/>
          <p:nvPr/>
        </p:nvSpPr>
        <p:spPr>
          <a:xfrm>
            <a:off x="6789715" y="4625925"/>
            <a:ext cx="746375" cy="1052193"/>
          </a:xfrm>
          <a:custGeom>
            <a:avLst/>
            <a:gdLst/>
            <a:ahLst/>
            <a:cxnLst/>
            <a:rect l="0" t="0" r="r" b="b"/>
            <a:pathLst>
              <a:path w="2814" h="4037" fill="none">
                <a:moveTo>
                  <a:pt x="147" y="0"/>
                </a:moveTo>
                <a:lnTo>
                  <a:pt x="371" y="1979"/>
                </a:lnTo>
                <a:lnTo>
                  <a:pt x="0" y="4037"/>
                </a:lnTo>
              </a:path>
              <a:path w="2814" h="4037" fill="none">
                <a:moveTo>
                  <a:pt x="840" y="721"/>
                </a:moveTo>
                <a:lnTo>
                  <a:pt x="981" y="1979"/>
                </a:lnTo>
                <a:lnTo>
                  <a:pt x="695" y="3569"/>
                </a:lnTo>
              </a:path>
              <a:path w="2814" h="4037" fill="none">
                <a:moveTo>
                  <a:pt x="1434" y="578"/>
                </a:moveTo>
                <a:lnTo>
                  <a:pt x="1592" y="1979"/>
                </a:lnTo>
                <a:lnTo>
                  <a:pt x="1385" y="3130"/>
                </a:lnTo>
              </a:path>
              <a:path w="2814" h="4037" fill="none">
                <a:moveTo>
                  <a:pt x="2062" y="724"/>
                </a:moveTo>
                <a:lnTo>
                  <a:pt x="2203" y="1979"/>
                </a:lnTo>
                <a:lnTo>
                  <a:pt x="2012" y="3040"/>
                </a:lnTo>
              </a:path>
              <a:path w="2814" h="4037" fill="none">
                <a:moveTo>
                  <a:pt x="2680" y="790"/>
                </a:moveTo>
                <a:lnTo>
                  <a:pt x="2814" y="1979"/>
                </a:lnTo>
                <a:lnTo>
                  <a:pt x="2591" y="3216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90" name="PulmonDerecho_3"/>
          <p:cNvGrpSpPr/>
          <p:nvPr/>
        </p:nvGrpSpPr>
        <p:grpSpPr>
          <a:xfrm>
            <a:off x="6847271" y="3790496"/>
            <a:ext cx="698570" cy="1090590"/>
            <a:chOff x="6847271" y="3790496"/>
            <a:chExt cx="698570" cy="1090590"/>
          </a:xfrm>
        </p:grpSpPr>
        <p:sp>
          <p:nvSpPr>
            <p:cNvPr id="91" name="Forma 90"/>
            <p:cNvSpPr/>
            <p:nvPr/>
          </p:nvSpPr>
          <p:spPr>
            <a:xfrm>
              <a:off x="6847271" y="3790496"/>
              <a:ext cx="698570" cy="1090590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1"/>
            <p:cNvSpPr/>
            <p:nvPr/>
          </p:nvSpPr>
          <p:spPr>
            <a:xfrm>
              <a:off x="6896284" y="3897523"/>
              <a:ext cx="551961" cy="780724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6864926" y="4265364"/>
              <a:ext cx="594490" cy="456682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PleuraVisceralD_3"/>
          <p:cNvSpPr/>
          <p:nvPr/>
        </p:nvSpPr>
        <p:spPr>
          <a:xfrm>
            <a:off x="6847271" y="3790496"/>
            <a:ext cx="698570" cy="1090590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5" name="PulmonIzquierdo_3"/>
          <p:cNvGrpSpPr/>
          <p:nvPr/>
        </p:nvGrpSpPr>
        <p:grpSpPr>
          <a:xfrm>
            <a:off x="7936013" y="3790496"/>
            <a:ext cx="782425" cy="1955613"/>
            <a:chOff x="7936013" y="3790496"/>
            <a:chExt cx="782425" cy="1955613"/>
          </a:xfrm>
        </p:grpSpPr>
        <p:sp>
          <p:nvSpPr>
            <p:cNvPr id="96" name="Forma 95"/>
            <p:cNvSpPr/>
            <p:nvPr/>
          </p:nvSpPr>
          <p:spPr>
            <a:xfrm>
              <a:off x="7936013" y="379049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7" name="Forma 96"/>
            <p:cNvSpPr/>
            <p:nvPr/>
          </p:nvSpPr>
          <p:spPr>
            <a:xfrm>
              <a:off x="8005115" y="397626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8" name="Forma 97"/>
            <p:cNvSpPr/>
            <p:nvPr/>
          </p:nvSpPr>
          <p:spPr>
            <a:xfrm>
              <a:off x="8013070" y="465383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9" name="PleuraVisceralI_3"/>
          <p:cNvSpPr/>
          <p:nvPr/>
        </p:nvSpPr>
        <p:spPr>
          <a:xfrm>
            <a:off x="7936013" y="379049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00" name="PleuraParietalD_3"/>
          <p:cNvSpPr/>
          <p:nvPr/>
        </p:nvSpPr>
        <p:spPr>
          <a:xfrm>
            <a:off x="6705752" y="376175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1" name="PleuraParietalI_3"/>
          <p:cNvSpPr/>
          <p:nvPr/>
        </p:nvSpPr>
        <p:spPr>
          <a:xfrm>
            <a:off x="7906840" y="376175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2" name="VenaCavaSup_3"/>
          <p:cNvSpPr/>
          <p:nvPr/>
        </p:nvSpPr>
        <p:spPr>
          <a:xfrm>
            <a:off x="7570237" y="398834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3" name="VenaCavaInf_3"/>
          <p:cNvSpPr/>
          <p:nvPr/>
        </p:nvSpPr>
        <p:spPr>
          <a:xfrm>
            <a:off x="7594114" y="543449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4" name="Corazon_3"/>
          <p:cNvGrpSpPr/>
          <p:nvPr/>
        </p:nvGrpSpPr>
        <p:grpSpPr>
          <a:xfrm>
            <a:off x="7583681" y="4802872"/>
            <a:ext cx="705172" cy="737745"/>
            <a:chOff x="7583681" y="4802872"/>
            <a:chExt cx="705172" cy="737745"/>
          </a:xfrm>
        </p:grpSpPr>
        <p:sp>
          <p:nvSpPr>
            <p:cNvPr id="105" name="Forma 104"/>
            <p:cNvSpPr/>
            <p:nvPr/>
          </p:nvSpPr>
          <p:spPr>
            <a:xfrm>
              <a:off x="7583681" y="480287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6" name="Forma 105"/>
            <p:cNvSpPr/>
            <p:nvPr/>
          </p:nvSpPr>
          <p:spPr>
            <a:xfrm>
              <a:off x="7952080" y="485711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7" name="Diafragma_3"/>
          <p:cNvSpPr/>
          <p:nvPr/>
        </p:nvSpPr>
        <p:spPr>
          <a:xfrm>
            <a:off x="6758792" y="541499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8" name="Clavículas_3"/>
          <p:cNvGrpSpPr/>
          <p:nvPr/>
        </p:nvGrpSpPr>
        <p:grpSpPr>
          <a:xfrm>
            <a:off x="6931152" y="3637483"/>
            <a:ext cx="1591056" cy="104242"/>
            <a:chOff x="6931152" y="3637483"/>
            <a:chExt cx="1591056" cy="104242"/>
          </a:xfrm>
        </p:grpSpPr>
        <p:sp>
          <p:nvSpPr>
            <p:cNvPr id="109" name="Forma 108"/>
            <p:cNvSpPr/>
            <p:nvPr/>
          </p:nvSpPr>
          <p:spPr>
            <a:xfrm>
              <a:off x="693115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10" name="Forma 109"/>
            <p:cNvSpPr/>
            <p:nvPr/>
          </p:nvSpPr>
          <p:spPr>
            <a:xfrm>
              <a:off x="693115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11" name="ParedToracica_4"/>
          <p:cNvSpPr/>
          <p:nvPr/>
        </p:nvSpPr>
        <p:spPr>
          <a:xfrm>
            <a:off x="9301094" y="353324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12" name="Mediastino_4"/>
          <p:cNvSpPr/>
          <p:nvPr/>
        </p:nvSpPr>
        <p:spPr>
          <a:xfrm>
            <a:off x="10064801" y="367657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1"/>
                </a:lnTo>
                <a:lnTo>
                  <a:pt x="131" y="399"/>
                </a:lnTo>
                <a:lnTo>
                  <a:pt x="136" y="400"/>
                </a:lnTo>
                <a:lnTo>
                  <a:pt x="289" y="422"/>
                </a:lnTo>
                <a:lnTo>
                  <a:pt x="293" y="423"/>
                </a:lnTo>
                <a:lnTo>
                  <a:pt x="441" y="457"/>
                </a:lnTo>
                <a:lnTo>
                  <a:pt x="446" y="458"/>
                </a:lnTo>
                <a:lnTo>
                  <a:pt x="580" y="504"/>
                </a:lnTo>
                <a:lnTo>
                  <a:pt x="587" y="507"/>
                </a:lnTo>
                <a:lnTo>
                  <a:pt x="700" y="563"/>
                </a:lnTo>
                <a:lnTo>
                  <a:pt x="705" y="565"/>
                </a:lnTo>
                <a:lnTo>
                  <a:pt x="709" y="568"/>
                </a:lnTo>
                <a:lnTo>
                  <a:pt x="796" y="634"/>
                </a:lnTo>
                <a:lnTo>
                  <a:pt x="801" y="637"/>
                </a:lnTo>
                <a:lnTo>
                  <a:pt x="805" y="641"/>
                </a:lnTo>
                <a:lnTo>
                  <a:pt x="871" y="717"/>
                </a:lnTo>
                <a:lnTo>
                  <a:pt x="874" y="720"/>
                </a:lnTo>
                <a:lnTo>
                  <a:pt x="877" y="724"/>
                </a:lnTo>
                <a:lnTo>
                  <a:pt x="930" y="811"/>
                </a:lnTo>
                <a:lnTo>
                  <a:pt x="933" y="816"/>
                </a:lnTo>
                <a:lnTo>
                  <a:pt x="981" y="916"/>
                </a:lnTo>
                <a:lnTo>
                  <a:pt x="981" y="917"/>
                </a:lnTo>
                <a:lnTo>
                  <a:pt x="1032" y="1031"/>
                </a:lnTo>
                <a:lnTo>
                  <a:pt x="1092" y="1160"/>
                </a:lnTo>
                <a:lnTo>
                  <a:pt x="1163" y="1307"/>
                </a:lnTo>
                <a:lnTo>
                  <a:pt x="1163" y="1307"/>
                </a:lnTo>
                <a:lnTo>
                  <a:pt x="1239" y="1471"/>
                </a:lnTo>
                <a:lnTo>
                  <a:pt x="1239" y="1472"/>
                </a:lnTo>
                <a:lnTo>
                  <a:pt x="1317" y="1649"/>
                </a:lnTo>
                <a:lnTo>
                  <a:pt x="1317" y="1651"/>
                </a:lnTo>
                <a:lnTo>
                  <a:pt x="1396" y="1841"/>
                </a:lnTo>
                <a:lnTo>
                  <a:pt x="1396" y="1842"/>
                </a:lnTo>
                <a:lnTo>
                  <a:pt x="1474" y="2043"/>
                </a:lnTo>
                <a:lnTo>
                  <a:pt x="1474" y="2044"/>
                </a:lnTo>
                <a:lnTo>
                  <a:pt x="1548" y="2253"/>
                </a:lnTo>
                <a:lnTo>
                  <a:pt x="1548" y="2255"/>
                </a:lnTo>
                <a:lnTo>
                  <a:pt x="1620" y="2477"/>
                </a:lnTo>
                <a:lnTo>
                  <a:pt x="1621" y="2479"/>
                </a:lnTo>
                <a:lnTo>
                  <a:pt x="1692" y="2717"/>
                </a:lnTo>
                <a:lnTo>
                  <a:pt x="1692" y="2717"/>
                </a:lnTo>
                <a:lnTo>
                  <a:pt x="1762" y="2966"/>
                </a:lnTo>
                <a:lnTo>
                  <a:pt x="1762" y="2967"/>
                </a:lnTo>
                <a:lnTo>
                  <a:pt x="1830" y="3221"/>
                </a:lnTo>
                <a:lnTo>
                  <a:pt x="1831" y="3222"/>
                </a:lnTo>
                <a:lnTo>
                  <a:pt x="1896" y="3477"/>
                </a:lnTo>
                <a:lnTo>
                  <a:pt x="1896" y="3477"/>
                </a:lnTo>
                <a:lnTo>
                  <a:pt x="1957" y="3728"/>
                </a:lnTo>
                <a:lnTo>
                  <a:pt x="1957" y="3729"/>
                </a:lnTo>
                <a:lnTo>
                  <a:pt x="2014" y="3977"/>
                </a:lnTo>
                <a:lnTo>
                  <a:pt x="2014" y="3977"/>
                </a:lnTo>
                <a:lnTo>
                  <a:pt x="2067" y="4226"/>
                </a:lnTo>
                <a:lnTo>
                  <a:pt x="2068" y="4227"/>
                </a:lnTo>
                <a:lnTo>
                  <a:pt x="2118" y="4477"/>
                </a:lnTo>
                <a:lnTo>
                  <a:pt x="2118" y="4477"/>
                </a:lnTo>
                <a:lnTo>
                  <a:pt x="2166" y="4727"/>
                </a:lnTo>
                <a:lnTo>
                  <a:pt x="2166" y="4728"/>
                </a:lnTo>
                <a:lnTo>
                  <a:pt x="2213" y="4978"/>
                </a:lnTo>
                <a:lnTo>
                  <a:pt x="2213" y="4978"/>
                </a:lnTo>
                <a:lnTo>
                  <a:pt x="2259" y="5228"/>
                </a:lnTo>
                <a:lnTo>
                  <a:pt x="2259" y="5228"/>
                </a:lnTo>
                <a:lnTo>
                  <a:pt x="2303" y="5478"/>
                </a:lnTo>
                <a:lnTo>
                  <a:pt x="2303" y="5478"/>
                </a:lnTo>
                <a:lnTo>
                  <a:pt x="2345" y="5727"/>
                </a:lnTo>
                <a:lnTo>
                  <a:pt x="2345" y="5728"/>
                </a:lnTo>
                <a:lnTo>
                  <a:pt x="2385" y="5977"/>
                </a:lnTo>
                <a:lnTo>
                  <a:pt x="2385" y="5977"/>
                </a:lnTo>
                <a:lnTo>
                  <a:pt x="2425" y="6227"/>
                </a:lnTo>
                <a:lnTo>
                  <a:pt x="2465" y="6476"/>
                </a:lnTo>
                <a:lnTo>
                  <a:pt x="2505" y="6725"/>
                </a:lnTo>
                <a:lnTo>
                  <a:pt x="2548" y="6974"/>
                </a:lnTo>
                <a:lnTo>
                  <a:pt x="2592" y="7222"/>
                </a:lnTo>
                <a:lnTo>
                  <a:pt x="2637" y="7471"/>
                </a:lnTo>
                <a:lnTo>
                  <a:pt x="2637" y="7472"/>
                </a:lnTo>
                <a:lnTo>
                  <a:pt x="2679" y="7721"/>
                </a:lnTo>
                <a:lnTo>
                  <a:pt x="2679" y="7722"/>
                </a:lnTo>
                <a:lnTo>
                  <a:pt x="2718" y="7971"/>
                </a:lnTo>
                <a:lnTo>
                  <a:pt x="2719" y="7973"/>
                </a:lnTo>
                <a:lnTo>
                  <a:pt x="2752" y="8223"/>
                </a:lnTo>
                <a:lnTo>
                  <a:pt x="2799" y="8494"/>
                </a:lnTo>
                <a:lnTo>
                  <a:pt x="2865" y="8795"/>
                </a:lnTo>
                <a:lnTo>
                  <a:pt x="2865" y="8795"/>
                </a:lnTo>
                <a:lnTo>
                  <a:pt x="2928" y="9097"/>
                </a:lnTo>
                <a:lnTo>
                  <a:pt x="2929" y="9101"/>
                </a:lnTo>
                <a:lnTo>
                  <a:pt x="2966" y="9378"/>
                </a:lnTo>
                <a:lnTo>
                  <a:pt x="2966" y="9383"/>
                </a:lnTo>
                <a:lnTo>
                  <a:pt x="2966" y="9388"/>
                </a:lnTo>
                <a:lnTo>
                  <a:pt x="2954" y="9612"/>
                </a:lnTo>
                <a:lnTo>
                  <a:pt x="2953" y="9617"/>
                </a:lnTo>
                <a:lnTo>
                  <a:pt x="2952" y="9622"/>
                </a:lnTo>
                <a:lnTo>
                  <a:pt x="2951" y="9627"/>
                </a:lnTo>
                <a:lnTo>
                  <a:pt x="2949" y="9632"/>
                </a:lnTo>
                <a:lnTo>
                  <a:pt x="2946" y="9636"/>
                </a:lnTo>
                <a:lnTo>
                  <a:pt x="2862" y="9782"/>
                </a:lnTo>
                <a:lnTo>
                  <a:pt x="2860" y="9786"/>
                </a:lnTo>
                <a:lnTo>
                  <a:pt x="2856" y="9790"/>
                </a:lnTo>
                <a:lnTo>
                  <a:pt x="2853" y="9794"/>
                </a:lnTo>
                <a:lnTo>
                  <a:pt x="2848" y="9798"/>
                </a:lnTo>
                <a:lnTo>
                  <a:pt x="2844" y="9801"/>
                </a:lnTo>
                <a:lnTo>
                  <a:pt x="2839" y="9803"/>
                </a:lnTo>
                <a:lnTo>
                  <a:pt x="2835" y="9806"/>
                </a:lnTo>
                <a:lnTo>
                  <a:pt x="2829" y="9807"/>
                </a:lnTo>
                <a:lnTo>
                  <a:pt x="2648" y="9856"/>
                </a:lnTo>
                <a:lnTo>
                  <a:pt x="2643" y="9857"/>
                </a:lnTo>
                <a:lnTo>
                  <a:pt x="2638" y="9858"/>
                </a:lnTo>
                <a:lnTo>
                  <a:pt x="2632" y="9858"/>
                </a:lnTo>
                <a:lnTo>
                  <a:pt x="2627" y="9858"/>
                </a:lnTo>
                <a:lnTo>
                  <a:pt x="2360" y="9828"/>
                </a:lnTo>
                <a:lnTo>
                  <a:pt x="2353" y="9826"/>
                </a:lnTo>
                <a:lnTo>
                  <a:pt x="2037" y="9744"/>
                </a:lnTo>
                <a:lnTo>
                  <a:pt x="2034" y="9743"/>
                </a:lnTo>
                <a:lnTo>
                  <a:pt x="1705" y="9636"/>
                </a:lnTo>
                <a:lnTo>
                  <a:pt x="1704" y="9636"/>
                </a:lnTo>
                <a:lnTo>
                  <a:pt x="1399" y="9530"/>
                </a:lnTo>
                <a:lnTo>
                  <a:pt x="1153" y="9453"/>
                </a:lnTo>
                <a:lnTo>
                  <a:pt x="1153" y="9453"/>
                </a:lnTo>
                <a:lnTo>
                  <a:pt x="970" y="9395"/>
                </a:lnTo>
                <a:lnTo>
                  <a:pt x="966" y="9393"/>
                </a:lnTo>
                <a:lnTo>
                  <a:pt x="820" y="9332"/>
                </a:lnTo>
                <a:lnTo>
                  <a:pt x="817" y="9331"/>
                </a:lnTo>
                <a:lnTo>
                  <a:pt x="694" y="9271"/>
                </a:lnTo>
                <a:lnTo>
                  <a:pt x="584" y="9219"/>
                </a:lnTo>
                <a:lnTo>
                  <a:pt x="473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356"/>
                </a:lnTo>
                <a:lnTo>
                  <a:pt x="4588" y="7236"/>
                </a:lnTo>
                <a:lnTo>
                  <a:pt x="4513" y="6996"/>
                </a:lnTo>
                <a:lnTo>
                  <a:pt x="4513" y="6995"/>
                </a:lnTo>
                <a:lnTo>
                  <a:pt x="4440" y="6750"/>
                </a:lnTo>
                <a:lnTo>
                  <a:pt x="4364" y="6501"/>
                </a:lnTo>
                <a:lnTo>
                  <a:pt x="4280" y="6253"/>
                </a:lnTo>
                <a:lnTo>
                  <a:pt x="4195" y="6003"/>
                </a:lnTo>
                <a:lnTo>
                  <a:pt x="4194" y="6002"/>
                </a:lnTo>
                <a:lnTo>
                  <a:pt x="4116" y="5753"/>
                </a:lnTo>
                <a:lnTo>
                  <a:pt x="4115" y="5750"/>
                </a:lnTo>
                <a:lnTo>
                  <a:pt x="4049" y="5501"/>
                </a:lnTo>
                <a:lnTo>
                  <a:pt x="4048" y="5497"/>
                </a:lnTo>
                <a:lnTo>
                  <a:pt x="4002" y="5248"/>
                </a:lnTo>
                <a:lnTo>
                  <a:pt x="4001" y="5243"/>
                </a:lnTo>
                <a:lnTo>
                  <a:pt x="3977" y="4993"/>
                </a:lnTo>
                <a:lnTo>
                  <a:pt x="3977" y="4989"/>
                </a:lnTo>
                <a:lnTo>
                  <a:pt x="3971" y="4739"/>
                </a:lnTo>
                <a:lnTo>
                  <a:pt x="3971" y="4736"/>
                </a:lnTo>
                <a:lnTo>
                  <a:pt x="3978" y="4486"/>
                </a:lnTo>
                <a:lnTo>
                  <a:pt x="3978" y="4484"/>
                </a:lnTo>
                <a:lnTo>
                  <a:pt x="3992" y="4235"/>
                </a:lnTo>
                <a:lnTo>
                  <a:pt x="3992" y="4234"/>
                </a:lnTo>
                <a:lnTo>
                  <a:pt x="4010" y="3985"/>
                </a:lnTo>
                <a:lnTo>
                  <a:pt x="4026" y="3738"/>
                </a:lnTo>
                <a:lnTo>
                  <a:pt x="4041" y="3487"/>
                </a:lnTo>
                <a:lnTo>
                  <a:pt x="4041" y="3486"/>
                </a:lnTo>
                <a:lnTo>
                  <a:pt x="4059" y="3231"/>
                </a:lnTo>
                <a:lnTo>
                  <a:pt x="4059" y="3231"/>
                </a:lnTo>
                <a:lnTo>
                  <a:pt x="4080" y="2976"/>
                </a:lnTo>
                <a:lnTo>
                  <a:pt x="4080" y="2976"/>
                </a:lnTo>
                <a:lnTo>
                  <a:pt x="4105" y="2727"/>
                </a:lnTo>
                <a:lnTo>
                  <a:pt x="4105" y="2726"/>
                </a:lnTo>
                <a:lnTo>
                  <a:pt x="4132" y="2488"/>
                </a:lnTo>
                <a:lnTo>
                  <a:pt x="4133" y="2487"/>
                </a:lnTo>
                <a:lnTo>
                  <a:pt x="4163" y="2264"/>
                </a:lnTo>
                <a:lnTo>
                  <a:pt x="4164" y="2263"/>
                </a:lnTo>
                <a:lnTo>
                  <a:pt x="4199" y="2053"/>
                </a:lnTo>
                <a:lnTo>
                  <a:pt x="4199" y="2052"/>
                </a:lnTo>
                <a:lnTo>
                  <a:pt x="4239" y="1851"/>
                </a:lnTo>
                <a:lnTo>
                  <a:pt x="4239" y="1849"/>
                </a:lnTo>
                <a:lnTo>
                  <a:pt x="4282" y="1659"/>
                </a:lnTo>
                <a:lnTo>
                  <a:pt x="4282" y="1658"/>
                </a:lnTo>
                <a:lnTo>
                  <a:pt x="4327" y="1480"/>
                </a:lnTo>
                <a:lnTo>
                  <a:pt x="4327" y="1479"/>
                </a:lnTo>
                <a:lnTo>
                  <a:pt x="4373" y="1316"/>
                </a:lnTo>
                <a:lnTo>
                  <a:pt x="4373" y="1314"/>
                </a:lnTo>
                <a:lnTo>
                  <a:pt x="4419" y="1167"/>
                </a:lnTo>
                <a:lnTo>
                  <a:pt x="4420" y="1164"/>
                </a:lnTo>
                <a:lnTo>
                  <a:pt x="4469" y="1034"/>
                </a:lnTo>
                <a:lnTo>
                  <a:pt x="4470" y="1030"/>
                </a:lnTo>
                <a:lnTo>
                  <a:pt x="4524" y="916"/>
                </a:lnTo>
                <a:lnTo>
                  <a:pt x="4526" y="913"/>
                </a:lnTo>
                <a:lnTo>
                  <a:pt x="4580" y="813"/>
                </a:lnTo>
                <a:lnTo>
                  <a:pt x="4581" y="812"/>
                </a:lnTo>
                <a:lnTo>
                  <a:pt x="4625" y="739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13" name="Costillas_4"/>
          <p:cNvGrpSpPr/>
          <p:nvPr/>
        </p:nvGrpSpPr>
        <p:grpSpPr>
          <a:xfrm>
            <a:off x="9348826" y="3741725"/>
            <a:ext cx="2333549" cy="2147377"/>
            <a:chOff x="9348826" y="3741725"/>
            <a:chExt cx="2333549" cy="2147377"/>
          </a:xfrm>
        </p:grpSpPr>
        <p:sp>
          <p:nvSpPr>
            <p:cNvPr id="114" name="Forma 113"/>
            <p:cNvSpPr/>
            <p:nvPr/>
          </p:nvSpPr>
          <p:spPr>
            <a:xfrm>
              <a:off x="934882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15" name="Forma 114"/>
            <p:cNvSpPr/>
            <p:nvPr/>
          </p:nvSpPr>
          <p:spPr>
            <a:xfrm>
              <a:off x="934882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16" name="EspacioPleuralD_4"/>
          <p:cNvSpPr/>
          <p:nvPr/>
        </p:nvSpPr>
        <p:spPr>
          <a:xfrm>
            <a:off x="9494672" y="3761753"/>
            <a:ext cx="1137831" cy="1958282"/>
          </a:xfrm>
          <a:custGeom>
            <a:avLst/>
            <a:gdLst/>
            <a:ahLst/>
            <a:cxnLst/>
            <a:rect l="0" t="0" r="r" b="b"/>
            <a:pathLst>
              <a:path w="5710" h="10000">
                <a:moveTo>
                  <a:pt x="2701" y="4"/>
                </a:moveTo>
                <a:lnTo>
                  <a:pt x="2571" y="23"/>
                </a:lnTo>
                <a:lnTo>
                  <a:pt x="2444" y="56"/>
                </a:lnTo>
                <a:lnTo>
                  <a:pt x="2319" y="102"/>
                </a:lnTo>
                <a:lnTo>
                  <a:pt x="2195" y="158"/>
                </a:lnTo>
                <a:lnTo>
                  <a:pt x="2074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38" y="8493"/>
                </a:lnTo>
                <a:lnTo>
                  <a:pt x="3453" y="8533"/>
                </a:lnTo>
                <a:lnTo>
                  <a:pt x="3563" y="8586"/>
                </a:lnTo>
                <a:lnTo>
                  <a:pt x="3684" y="8644"/>
                </a:lnTo>
                <a:lnTo>
                  <a:pt x="3827" y="8704"/>
                </a:lnTo>
                <a:lnTo>
                  <a:pt x="4005" y="8760"/>
                </a:lnTo>
                <a:lnTo>
                  <a:pt x="4246" y="8836"/>
                </a:lnTo>
                <a:lnTo>
                  <a:pt x="4546" y="8940"/>
                </a:lnTo>
                <a:lnTo>
                  <a:pt x="4867" y="9045"/>
                </a:lnTo>
                <a:lnTo>
                  <a:pt x="5176" y="9125"/>
                </a:lnTo>
                <a:lnTo>
                  <a:pt x="5437" y="9154"/>
                </a:lnTo>
                <a:lnTo>
                  <a:pt x="5615" y="9106"/>
                </a:lnTo>
                <a:lnTo>
                  <a:pt x="5697" y="8964"/>
                </a:lnTo>
                <a:lnTo>
                  <a:pt x="5710" y="8744"/>
                </a:lnTo>
                <a:lnTo>
                  <a:pt x="5674" y="8474"/>
                </a:lnTo>
                <a:lnTo>
                  <a:pt x="5612" y="8179"/>
                </a:lnTo>
                <a:lnTo>
                  <a:pt x="5547" y="7884"/>
                </a:lnTo>
                <a:lnTo>
                  <a:pt x="5501" y="7616"/>
                </a:lnTo>
                <a:lnTo>
                  <a:pt x="5468" y="7370"/>
                </a:lnTo>
                <a:lnTo>
                  <a:pt x="5430" y="7126"/>
                </a:lnTo>
                <a:lnTo>
                  <a:pt x="5388" y="6882"/>
                </a:lnTo>
                <a:lnTo>
                  <a:pt x="5345" y="6639"/>
                </a:lnTo>
                <a:lnTo>
                  <a:pt x="5301" y="6396"/>
                </a:lnTo>
                <a:lnTo>
                  <a:pt x="5259" y="6152"/>
                </a:lnTo>
                <a:lnTo>
                  <a:pt x="5220" y="5908"/>
                </a:lnTo>
                <a:lnTo>
                  <a:pt x="5181" y="5664"/>
                </a:lnTo>
                <a:lnTo>
                  <a:pt x="5142" y="5420"/>
                </a:lnTo>
                <a:lnTo>
                  <a:pt x="5103" y="5176"/>
                </a:lnTo>
                <a:lnTo>
                  <a:pt x="5062" y="4932"/>
                </a:lnTo>
                <a:lnTo>
                  <a:pt x="5018" y="4688"/>
                </a:lnTo>
                <a:lnTo>
                  <a:pt x="4973" y="4444"/>
                </a:lnTo>
                <a:lnTo>
                  <a:pt x="4928" y="4199"/>
                </a:lnTo>
                <a:lnTo>
                  <a:pt x="4881" y="3954"/>
                </a:lnTo>
                <a:lnTo>
                  <a:pt x="4832" y="3710"/>
                </a:lnTo>
                <a:lnTo>
                  <a:pt x="4779" y="3467"/>
                </a:lnTo>
                <a:lnTo>
                  <a:pt x="4724" y="3224"/>
                </a:lnTo>
                <a:lnTo>
                  <a:pt x="4664" y="2979"/>
                </a:lnTo>
                <a:lnTo>
                  <a:pt x="4600" y="2729"/>
                </a:lnTo>
                <a:lnTo>
                  <a:pt x="4534" y="2481"/>
                </a:lnTo>
                <a:lnTo>
                  <a:pt x="4465" y="2237"/>
                </a:lnTo>
                <a:lnTo>
                  <a:pt x="4395" y="2005"/>
                </a:lnTo>
                <a:lnTo>
                  <a:pt x="4325" y="1787"/>
                </a:lnTo>
                <a:lnTo>
                  <a:pt x="4253" y="1582"/>
                </a:lnTo>
                <a:lnTo>
                  <a:pt x="4177" y="1386"/>
                </a:lnTo>
                <a:lnTo>
                  <a:pt x="4101" y="1200"/>
                </a:lnTo>
                <a:lnTo>
                  <a:pt x="4025" y="1026"/>
                </a:lnTo>
                <a:lnTo>
                  <a:pt x="3951" y="866"/>
                </a:lnTo>
                <a:lnTo>
                  <a:pt x="3881" y="722"/>
                </a:lnTo>
                <a:lnTo>
                  <a:pt x="3822" y="595"/>
                </a:lnTo>
                <a:lnTo>
                  <a:pt x="3773" y="484"/>
                </a:lnTo>
                <a:lnTo>
                  <a:pt x="3726" y="386"/>
                </a:lnTo>
                <a:lnTo>
                  <a:pt x="3673" y="301"/>
                </a:lnTo>
                <a:lnTo>
                  <a:pt x="3608" y="228"/>
                </a:lnTo>
                <a:lnTo>
                  <a:pt x="3523" y="163"/>
                </a:lnTo>
                <a:lnTo>
                  <a:pt x="3412" y="108"/>
                </a:lnTo>
                <a:lnTo>
                  <a:pt x="3280" y="64"/>
                </a:lnTo>
                <a:lnTo>
                  <a:pt x="3136" y="30"/>
                </a:lnTo>
                <a:lnTo>
                  <a:pt x="2986" y="9"/>
                </a:lnTo>
                <a:lnTo>
                  <a:pt x="2839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7" name="EspacioPleuralI_4"/>
          <p:cNvSpPr/>
          <p:nvPr/>
        </p:nvSpPr>
        <p:spPr>
          <a:xfrm>
            <a:off x="10849561" y="3761753"/>
            <a:ext cx="686966" cy="2020827"/>
          </a:xfrm>
          <a:custGeom>
            <a:avLst/>
            <a:gdLst/>
            <a:ahLst/>
            <a:cxnLst/>
            <a:rect l="0" t="0" r="r" b="b"/>
            <a:pathLst>
              <a:path w="3340" h="10000">
                <a:moveTo>
                  <a:pt x="722" y="4"/>
                </a:moveTo>
                <a:lnTo>
                  <a:pt x="680" y="0"/>
                </a:lnTo>
                <a:lnTo>
                  <a:pt x="670" y="8"/>
                </a:lnTo>
                <a:lnTo>
                  <a:pt x="680" y="29"/>
                </a:lnTo>
                <a:lnTo>
                  <a:pt x="695" y="62"/>
                </a:lnTo>
                <a:lnTo>
                  <a:pt x="704" y="105"/>
                </a:lnTo>
                <a:lnTo>
                  <a:pt x="693" y="158"/>
                </a:lnTo>
                <a:lnTo>
                  <a:pt x="662" y="221"/>
                </a:lnTo>
                <a:lnTo>
                  <a:pt x="620" y="292"/>
                </a:lnTo>
                <a:lnTo>
                  <a:pt x="571" y="374"/>
                </a:lnTo>
                <a:lnTo>
                  <a:pt x="519" y="469"/>
                </a:lnTo>
                <a:lnTo>
                  <a:pt x="468" y="577"/>
                </a:lnTo>
                <a:lnTo>
                  <a:pt x="422" y="700"/>
                </a:lnTo>
                <a:lnTo>
                  <a:pt x="379" y="839"/>
                </a:lnTo>
                <a:lnTo>
                  <a:pt x="335" y="994"/>
                </a:lnTo>
                <a:lnTo>
                  <a:pt x="293" y="1163"/>
                </a:lnTo>
                <a:lnTo>
                  <a:pt x="252" y="1343"/>
                </a:lnTo>
                <a:lnTo>
                  <a:pt x="215" y="1533"/>
                </a:lnTo>
                <a:lnTo>
                  <a:pt x="182" y="1732"/>
                </a:lnTo>
                <a:lnTo>
                  <a:pt x="152" y="1943"/>
                </a:lnTo>
                <a:lnTo>
                  <a:pt x="126" y="2168"/>
                </a:lnTo>
                <a:lnTo>
                  <a:pt x="103" y="2404"/>
                </a:lnTo>
                <a:lnTo>
                  <a:pt x="83" y="2645"/>
                </a:lnTo>
                <a:lnTo>
                  <a:pt x="66" y="2887"/>
                </a:lnTo>
                <a:lnTo>
                  <a:pt x="52" y="3124"/>
                </a:lnTo>
                <a:lnTo>
                  <a:pt x="37" y="3359"/>
                </a:lnTo>
                <a:lnTo>
                  <a:pt x="20" y="3595"/>
                </a:lnTo>
                <a:lnTo>
                  <a:pt x="6" y="3832"/>
                </a:lnTo>
                <a:lnTo>
                  <a:pt x="0" y="4069"/>
                </a:lnTo>
                <a:lnTo>
                  <a:pt x="5" y="4306"/>
                </a:lnTo>
                <a:lnTo>
                  <a:pt x="28" y="4543"/>
                </a:lnTo>
                <a:lnTo>
                  <a:pt x="72" y="4779"/>
                </a:lnTo>
                <a:lnTo>
                  <a:pt x="134" y="5016"/>
                </a:lnTo>
                <a:lnTo>
                  <a:pt x="209" y="5252"/>
                </a:lnTo>
                <a:lnTo>
                  <a:pt x="290" y="5489"/>
                </a:lnTo>
                <a:lnTo>
                  <a:pt x="369" y="5725"/>
                </a:lnTo>
                <a:lnTo>
                  <a:pt x="442" y="5961"/>
                </a:lnTo>
                <a:lnTo>
                  <a:pt x="511" y="6194"/>
                </a:lnTo>
                <a:lnTo>
                  <a:pt x="582" y="6422"/>
                </a:lnTo>
                <a:lnTo>
                  <a:pt x="652" y="6650"/>
                </a:lnTo>
                <a:lnTo>
                  <a:pt x="719" y="6882"/>
                </a:lnTo>
                <a:lnTo>
                  <a:pt x="779" y="7124"/>
                </a:lnTo>
                <a:lnTo>
                  <a:pt x="831" y="7380"/>
                </a:lnTo>
                <a:lnTo>
                  <a:pt x="890" y="7677"/>
                </a:lnTo>
                <a:lnTo>
                  <a:pt x="964" y="8017"/>
                </a:lnTo>
                <a:lnTo>
                  <a:pt x="1032" y="8367"/>
                </a:lnTo>
                <a:lnTo>
                  <a:pt x="1061" y="8594"/>
                </a:lnTo>
                <a:lnTo>
                  <a:pt x="1135" y="8618"/>
                </a:lnTo>
                <a:lnTo>
                  <a:pt x="1292" y="8687"/>
                </a:lnTo>
                <a:lnTo>
                  <a:pt x="1455" y="8776"/>
                </a:lnTo>
                <a:lnTo>
                  <a:pt x="1618" y="8878"/>
                </a:lnTo>
                <a:lnTo>
                  <a:pt x="1778" y="8988"/>
                </a:lnTo>
                <a:lnTo>
                  <a:pt x="1928" y="9101"/>
                </a:lnTo>
                <a:lnTo>
                  <a:pt x="2063" y="9211"/>
                </a:lnTo>
                <a:lnTo>
                  <a:pt x="2186" y="9329"/>
                </a:lnTo>
                <a:lnTo>
                  <a:pt x="2299" y="9462"/>
                </a:lnTo>
                <a:lnTo>
                  <a:pt x="2403" y="9597"/>
                </a:lnTo>
                <a:lnTo>
                  <a:pt x="2498" y="9723"/>
                </a:lnTo>
                <a:lnTo>
                  <a:pt x="2582" y="9831"/>
                </a:lnTo>
                <a:lnTo>
                  <a:pt x="2656" y="9908"/>
                </a:lnTo>
                <a:lnTo>
                  <a:pt x="2716" y="9957"/>
                </a:lnTo>
                <a:lnTo>
                  <a:pt x="2762" y="9988"/>
                </a:lnTo>
                <a:lnTo>
                  <a:pt x="2798" y="10000"/>
                </a:lnTo>
                <a:lnTo>
                  <a:pt x="2828" y="9991"/>
                </a:lnTo>
                <a:lnTo>
                  <a:pt x="2857" y="9960"/>
                </a:lnTo>
                <a:lnTo>
                  <a:pt x="2888" y="9908"/>
                </a:lnTo>
                <a:lnTo>
                  <a:pt x="2922" y="9830"/>
                </a:lnTo>
                <a:lnTo>
                  <a:pt x="2953" y="9727"/>
                </a:lnTo>
                <a:lnTo>
                  <a:pt x="2983" y="9602"/>
                </a:lnTo>
                <a:lnTo>
                  <a:pt x="3012" y="9460"/>
                </a:lnTo>
                <a:lnTo>
                  <a:pt x="3041" y="9302"/>
                </a:lnTo>
                <a:lnTo>
                  <a:pt x="3069" y="9134"/>
                </a:lnTo>
                <a:lnTo>
                  <a:pt x="3097" y="8946"/>
                </a:lnTo>
                <a:lnTo>
                  <a:pt x="3124" y="8736"/>
                </a:lnTo>
                <a:lnTo>
                  <a:pt x="3151" y="8511"/>
                </a:lnTo>
                <a:lnTo>
                  <a:pt x="3177" y="8279"/>
                </a:lnTo>
                <a:lnTo>
                  <a:pt x="3201" y="8050"/>
                </a:lnTo>
                <a:lnTo>
                  <a:pt x="3223" y="7831"/>
                </a:lnTo>
                <a:lnTo>
                  <a:pt x="3245" y="7623"/>
                </a:lnTo>
                <a:lnTo>
                  <a:pt x="3265" y="7420"/>
                </a:lnTo>
                <a:lnTo>
                  <a:pt x="3285" y="7218"/>
                </a:lnTo>
                <a:lnTo>
                  <a:pt x="3302" y="7017"/>
                </a:lnTo>
                <a:lnTo>
                  <a:pt x="3316" y="6813"/>
                </a:lnTo>
                <a:lnTo>
                  <a:pt x="3327" y="6606"/>
                </a:lnTo>
                <a:lnTo>
                  <a:pt x="3334" y="6395"/>
                </a:lnTo>
                <a:lnTo>
                  <a:pt x="3338" y="6181"/>
                </a:lnTo>
                <a:lnTo>
                  <a:pt x="3340" y="5965"/>
                </a:lnTo>
                <a:lnTo>
                  <a:pt x="3338" y="5749"/>
                </a:lnTo>
                <a:lnTo>
                  <a:pt x="3334" y="5532"/>
                </a:lnTo>
                <a:lnTo>
                  <a:pt x="3327" y="5317"/>
                </a:lnTo>
                <a:lnTo>
                  <a:pt x="3317" y="5101"/>
                </a:lnTo>
                <a:lnTo>
                  <a:pt x="3305" y="4884"/>
                </a:lnTo>
                <a:lnTo>
                  <a:pt x="3290" y="4668"/>
                </a:lnTo>
                <a:lnTo>
                  <a:pt x="3271" y="4452"/>
                </a:lnTo>
                <a:lnTo>
                  <a:pt x="3249" y="4238"/>
                </a:lnTo>
                <a:lnTo>
                  <a:pt x="3223" y="4027"/>
                </a:lnTo>
                <a:lnTo>
                  <a:pt x="3194" y="3817"/>
                </a:lnTo>
                <a:lnTo>
                  <a:pt x="3161" y="3608"/>
                </a:lnTo>
                <a:lnTo>
                  <a:pt x="3125" y="3401"/>
                </a:lnTo>
                <a:lnTo>
                  <a:pt x="3085" y="3196"/>
                </a:lnTo>
                <a:lnTo>
                  <a:pt x="3041" y="2996"/>
                </a:lnTo>
                <a:lnTo>
                  <a:pt x="2991" y="2802"/>
                </a:lnTo>
                <a:lnTo>
                  <a:pt x="2937" y="2612"/>
                </a:lnTo>
                <a:lnTo>
                  <a:pt x="2879" y="2426"/>
                </a:lnTo>
                <a:lnTo>
                  <a:pt x="2816" y="2243"/>
                </a:lnTo>
                <a:lnTo>
                  <a:pt x="2749" y="2066"/>
                </a:lnTo>
                <a:lnTo>
                  <a:pt x="2678" y="1896"/>
                </a:lnTo>
                <a:lnTo>
                  <a:pt x="2605" y="1732"/>
                </a:lnTo>
                <a:lnTo>
                  <a:pt x="2528" y="1574"/>
                </a:lnTo>
                <a:lnTo>
                  <a:pt x="2447" y="1422"/>
                </a:lnTo>
                <a:lnTo>
                  <a:pt x="2363" y="1276"/>
                </a:lnTo>
                <a:lnTo>
                  <a:pt x="2275" y="1137"/>
                </a:lnTo>
                <a:lnTo>
                  <a:pt x="2184" y="1005"/>
                </a:lnTo>
                <a:lnTo>
                  <a:pt x="2089" y="880"/>
                </a:lnTo>
                <a:lnTo>
                  <a:pt x="1990" y="763"/>
                </a:lnTo>
                <a:lnTo>
                  <a:pt x="1886" y="652"/>
                </a:lnTo>
                <a:lnTo>
                  <a:pt x="1779" y="548"/>
                </a:lnTo>
                <a:lnTo>
                  <a:pt x="1670" y="453"/>
                </a:lnTo>
                <a:lnTo>
                  <a:pt x="1558" y="365"/>
                </a:lnTo>
                <a:lnTo>
                  <a:pt x="1444" y="287"/>
                </a:lnTo>
                <a:lnTo>
                  <a:pt x="1320" y="217"/>
                </a:lnTo>
                <a:lnTo>
                  <a:pt x="1184" y="154"/>
                </a:lnTo>
                <a:lnTo>
                  <a:pt x="1045" y="99"/>
                </a:lnTo>
                <a:lnTo>
                  <a:pt x="914" y="54"/>
                </a:lnTo>
                <a:lnTo>
                  <a:pt x="803" y="22"/>
                </a:lnTo>
                <a:lnTo>
                  <a:pt x="722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8" name="Aorta_4"/>
          <p:cNvSpPr/>
          <p:nvPr/>
        </p:nvSpPr>
        <p:spPr>
          <a:xfrm>
            <a:off x="10745686" y="4075003"/>
            <a:ext cx="346732" cy="1670707"/>
          </a:xfrm>
          <a:custGeom>
            <a:avLst/>
            <a:gdLst/>
            <a:ahLst/>
            <a:cxnLst/>
            <a:rect l="0" t="0" r="r" b="b"/>
            <a:pathLst>
              <a:path w="203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6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4" y="649"/>
                </a:lnTo>
                <a:lnTo>
                  <a:pt x="1318" y="713"/>
                </a:lnTo>
                <a:lnTo>
                  <a:pt x="1387" y="792"/>
                </a:lnTo>
                <a:lnTo>
                  <a:pt x="1430" y="893"/>
                </a:lnTo>
                <a:lnTo>
                  <a:pt x="1444" y="989"/>
                </a:lnTo>
                <a:lnTo>
                  <a:pt x="1432" y="1094"/>
                </a:lnTo>
                <a:lnTo>
                  <a:pt x="1390" y="1273"/>
                </a:lnTo>
                <a:lnTo>
                  <a:pt x="1389" y="1278"/>
                </a:lnTo>
                <a:lnTo>
                  <a:pt x="1326" y="1565"/>
                </a:lnTo>
                <a:lnTo>
                  <a:pt x="1323" y="1583"/>
                </a:lnTo>
                <a:lnTo>
                  <a:pt x="1257" y="2013"/>
                </a:lnTo>
                <a:lnTo>
                  <a:pt x="1255" y="2031"/>
                </a:lnTo>
                <a:lnTo>
                  <a:pt x="1197" y="2657"/>
                </a:lnTo>
                <a:lnTo>
                  <a:pt x="1197" y="2667"/>
                </a:lnTo>
                <a:lnTo>
                  <a:pt x="1140" y="3620"/>
                </a:lnTo>
                <a:lnTo>
                  <a:pt x="1140" y="3622"/>
                </a:lnTo>
                <a:lnTo>
                  <a:pt x="1073" y="4887"/>
                </a:lnTo>
                <a:lnTo>
                  <a:pt x="1073" y="4888"/>
                </a:lnTo>
                <a:lnTo>
                  <a:pt x="1003" y="6296"/>
                </a:lnTo>
                <a:lnTo>
                  <a:pt x="1003" y="6296"/>
                </a:lnTo>
                <a:lnTo>
                  <a:pt x="936" y="7679"/>
                </a:lnTo>
                <a:lnTo>
                  <a:pt x="878" y="8866"/>
                </a:lnTo>
                <a:lnTo>
                  <a:pt x="838" y="9689"/>
                </a:lnTo>
                <a:lnTo>
                  <a:pt x="838" y="9718"/>
                </a:lnTo>
                <a:lnTo>
                  <a:pt x="841" y="9747"/>
                </a:lnTo>
                <a:lnTo>
                  <a:pt x="846" y="9775"/>
                </a:lnTo>
                <a:lnTo>
                  <a:pt x="855" y="9803"/>
                </a:lnTo>
                <a:lnTo>
                  <a:pt x="866" y="9830"/>
                </a:lnTo>
                <a:lnTo>
                  <a:pt x="880" y="9856"/>
                </a:lnTo>
                <a:lnTo>
                  <a:pt x="896" y="9880"/>
                </a:lnTo>
                <a:lnTo>
                  <a:pt x="914" y="9902"/>
                </a:lnTo>
                <a:lnTo>
                  <a:pt x="935" y="9923"/>
                </a:lnTo>
                <a:lnTo>
                  <a:pt x="957" y="9942"/>
                </a:lnTo>
                <a:lnTo>
                  <a:pt x="981" y="9958"/>
                </a:lnTo>
                <a:lnTo>
                  <a:pt x="1007" y="9971"/>
                </a:lnTo>
                <a:lnTo>
                  <a:pt x="1034" y="9983"/>
                </a:lnTo>
                <a:lnTo>
                  <a:pt x="1062" y="9991"/>
                </a:lnTo>
                <a:lnTo>
                  <a:pt x="1090" y="9997"/>
                </a:lnTo>
                <a:lnTo>
                  <a:pt x="1119" y="9999"/>
                </a:lnTo>
                <a:lnTo>
                  <a:pt x="1148" y="10000"/>
                </a:lnTo>
                <a:lnTo>
                  <a:pt x="1177" y="9997"/>
                </a:lnTo>
                <a:lnTo>
                  <a:pt x="1206" y="9991"/>
                </a:lnTo>
                <a:lnTo>
                  <a:pt x="1233" y="9983"/>
                </a:lnTo>
                <a:lnTo>
                  <a:pt x="1260" y="9971"/>
                </a:lnTo>
                <a:lnTo>
                  <a:pt x="1286" y="9958"/>
                </a:lnTo>
                <a:lnTo>
                  <a:pt x="1310" y="9942"/>
                </a:lnTo>
                <a:lnTo>
                  <a:pt x="1333" y="9923"/>
                </a:lnTo>
                <a:lnTo>
                  <a:pt x="1353" y="9903"/>
                </a:lnTo>
                <a:lnTo>
                  <a:pt x="1372" y="9880"/>
                </a:lnTo>
                <a:lnTo>
                  <a:pt x="1388" y="9856"/>
                </a:lnTo>
                <a:lnTo>
                  <a:pt x="1402" y="9830"/>
                </a:lnTo>
                <a:lnTo>
                  <a:pt x="1413" y="9803"/>
                </a:lnTo>
                <a:lnTo>
                  <a:pt x="1421" y="9776"/>
                </a:lnTo>
                <a:lnTo>
                  <a:pt x="1427" y="9747"/>
                </a:lnTo>
                <a:lnTo>
                  <a:pt x="1430" y="9718"/>
                </a:lnTo>
                <a:lnTo>
                  <a:pt x="1470" y="8895"/>
                </a:lnTo>
                <a:lnTo>
                  <a:pt x="1528" y="7707"/>
                </a:lnTo>
                <a:lnTo>
                  <a:pt x="1595" y="6325"/>
                </a:lnTo>
                <a:lnTo>
                  <a:pt x="1665" y="4918"/>
                </a:lnTo>
                <a:lnTo>
                  <a:pt x="1732" y="3654"/>
                </a:lnTo>
                <a:lnTo>
                  <a:pt x="1788" y="2706"/>
                </a:lnTo>
                <a:lnTo>
                  <a:pt x="1844" y="2095"/>
                </a:lnTo>
                <a:lnTo>
                  <a:pt x="1907" y="1682"/>
                </a:lnTo>
                <a:lnTo>
                  <a:pt x="1967" y="1406"/>
                </a:lnTo>
                <a:lnTo>
                  <a:pt x="2013" y="1212"/>
                </a:lnTo>
                <a:lnTo>
                  <a:pt x="2019" y="1177"/>
                </a:lnTo>
                <a:lnTo>
                  <a:pt x="2037" y="1018"/>
                </a:lnTo>
                <a:lnTo>
                  <a:pt x="2039" y="994"/>
                </a:lnTo>
                <a:lnTo>
                  <a:pt x="2038" y="969"/>
                </a:lnTo>
                <a:lnTo>
                  <a:pt x="2036" y="945"/>
                </a:lnTo>
                <a:lnTo>
                  <a:pt x="2012" y="772"/>
                </a:lnTo>
                <a:lnTo>
                  <a:pt x="2007" y="746"/>
                </a:lnTo>
                <a:lnTo>
                  <a:pt x="2000" y="720"/>
                </a:lnTo>
                <a:lnTo>
                  <a:pt x="1990" y="695"/>
                </a:lnTo>
                <a:lnTo>
                  <a:pt x="1913" y="515"/>
                </a:lnTo>
                <a:lnTo>
                  <a:pt x="1899" y="488"/>
                </a:lnTo>
                <a:lnTo>
                  <a:pt x="1883" y="462"/>
                </a:lnTo>
                <a:lnTo>
                  <a:pt x="1865" y="438"/>
                </a:lnTo>
                <a:lnTo>
                  <a:pt x="1741" y="296"/>
                </a:lnTo>
                <a:lnTo>
                  <a:pt x="1723" y="277"/>
                </a:lnTo>
                <a:lnTo>
                  <a:pt x="1705" y="261"/>
                </a:lnTo>
                <a:lnTo>
                  <a:pt x="1684" y="246"/>
                </a:lnTo>
                <a:lnTo>
                  <a:pt x="1532" y="141"/>
                </a:lnTo>
                <a:lnTo>
                  <a:pt x="1503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5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6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19" name="Traquea_4"/>
          <p:cNvGrpSpPr/>
          <p:nvPr/>
        </p:nvGrpSpPr>
        <p:grpSpPr>
          <a:xfrm>
            <a:off x="10357832" y="3524334"/>
            <a:ext cx="631094" cy="1126887"/>
            <a:chOff x="10357832" y="3524334"/>
            <a:chExt cx="631094" cy="1126887"/>
          </a:xfrm>
        </p:grpSpPr>
        <p:sp>
          <p:nvSpPr>
            <p:cNvPr id="120" name="Forma 119"/>
            <p:cNvSpPr/>
            <p:nvPr/>
          </p:nvSpPr>
          <p:spPr>
            <a:xfrm>
              <a:off x="10357832" y="3524334"/>
              <a:ext cx="631094" cy="1126887"/>
            </a:xfrm>
            <a:custGeom>
              <a:avLst/>
              <a:gdLst/>
              <a:ahLst/>
              <a:cxnLst/>
              <a:rect l="0" t="0" r="r" b="b"/>
              <a:pathLst>
                <a:path w="5503" h="10000">
                  <a:moveTo>
                    <a:pt x="1320" y="1133"/>
                  </a:moveTo>
                  <a:lnTo>
                    <a:pt x="1425" y="1805"/>
                  </a:lnTo>
                  <a:lnTo>
                    <a:pt x="1426" y="1806"/>
                  </a:lnTo>
                  <a:lnTo>
                    <a:pt x="1539" y="2522"/>
                  </a:lnTo>
                  <a:lnTo>
                    <a:pt x="1539" y="2523"/>
                  </a:lnTo>
                  <a:lnTo>
                    <a:pt x="1652" y="3227"/>
                  </a:lnTo>
                  <a:lnTo>
                    <a:pt x="1653" y="3229"/>
                  </a:lnTo>
                  <a:lnTo>
                    <a:pt x="1758" y="3862"/>
                  </a:lnTo>
                  <a:lnTo>
                    <a:pt x="1758" y="3866"/>
                  </a:lnTo>
                  <a:lnTo>
                    <a:pt x="1864" y="4470"/>
                  </a:lnTo>
                  <a:lnTo>
                    <a:pt x="1864" y="4473"/>
                  </a:lnTo>
                  <a:lnTo>
                    <a:pt x="1977" y="5102"/>
                  </a:lnTo>
                  <a:lnTo>
                    <a:pt x="1978" y="5104"/>
                  </a:lnTo>
                  <a:lnTo>
                    <a:pt x="2091" y="5721"/>
                  </a:lnTo>
                  <a:lnTo>
                    <a:pt x="2091" y="5722"/>
                  </a:lnTo>
                  <a:lnTo>
                    <a:pt x="2196" y="6287"/>
                  </a:lnTo>
                  <a:lnTo>
                    <a:pt x="2285" y="6762"/>
                  </a:lnTo>
                  <a:lnTo>
                    <a:pt x="2343" y="7079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2828" y="7509"/>
                  </a:lnTo>
                  <a:lnTo>
                    <a:pt x="3608" y="8490"/>
                  </a:lnTo>
                  <a:lnTo>
                    <a:pt x="3626" y="8511"/>
                  </a:lnTo>
                  <a:lnTo>
                    <a:pt x="4944" y="9899"/>
                  </a:lnTo>
                  <a:lnTo>
                    <a:pt x="4967" y="9921"/>
                  </a:lnTo>
                  <a:lnTo>
                    <a:pt x="4992" y="9940"/>
                  </a:lnTo>
                  <a:lnTo>
                    <a:pt x="5019" y="9957"/>
                  </a:lnTo>
                  <a:lnTo>
                    <a:pt x="5047" y="9972"/>
                  </a:lnTo>
                  <a:lnTo>
                    <a:pt x="5077" y="9983"/>
                  </a:lnTo>
                  <a:lnTo>
                    <a:pt x="5108" y="9992"/>
                  </a:lnTo>
                  <a:lnTo>
                    <a:pt x="5139" y="9997"/>
                  </a:lnTo>
                  <a:lnTo>
                    <a:pt x="5171" y="10000"/>
                  </a:lnTo>
                  <a:lnTo>
                    <a:pt x="5202" y="9999"/>
                  </a:lnTo>
                  <a:lnTo>
                    <a:pt x="5234" y="9995"/>
                  </a:lnTo>
                  <a:lnTo>
                    <a:pt x="5265" y="9988"/>
                  </a:lnTo>
                  <a:lnTo>
                    <a:pt x="5295" y="9978"/>
                  </a:lnTo>
                  <a:lnTo>
                    <a:pt x="5324" y="9965"/>
                  </a:lnTo>
                  <a:lnTo>
                    <a:pt x="5352" y="9950"/>
                  </a:lnTo>
                  <a:lnTo>
                    <a:pt x="5378" y="9931"/>
                  </a:lnTo>
                  <a:lnTo>
                    <a:pt x="5402" y="9911"/>
                  </a:lnTo>
                  <a:lnTo>
                    <a:pt x="5424" y="9888"/>
                  </a:lnTo>
                  <a:lnTo>
                    <a:pt x="5443" y="9863"/>
                  </a:lnTo>
                  <a:lnTo>
                    <a:pt x="5460" y="9836"/>
                  </a:lnTo>
                  <a:lnTo>
                    <a:pt x="5475" y="9807"/>
                  </a:lnTo>
                  <a:lnTo>
                    <a:pt x="5486" y="9778"/>
                  </a:lnTo>
                  <a:lnTo>
                    <a:pt x="5495" y="9747"/>
                  </a:lnTo>
                  <a:lnTo>
                    <a:pt x="5500" y="9716"/>
                  </a:lnTo>
                  <a:lnTo>
                    <a:pt x="5503" y="9684"/>
                  </a:lnTo>
                  <a:lnTo>
                    <a:pt x="5502" y="9652"/>
                  </a:lnTo>
                  <a:lnTo>
                    <a:pt x="5498" y="9621"/>
                  </a:lnTo>
                  <a:lnTo>
                    <a:pt x="5491" y="9590"/>
                  </a:lnTo>
                  <a:lnTo>
                    <a:pt x="5481" y="9560"/>
                  </a:lnTo>
                  <a:lnTo>
                    <a:pt x="5468" y="9531"/>
                  </a:lnTo>
                  <a:lnTo>
                    <a:pt x="5453" y="9503"/>
                  </a:lnTo>
                  <a:lnTo>
                    <a:pt x="5434" y="9477"/>
                  </a:lnTo>
                  <a:lnTo>
                    <a:pt x="5414" y="9453"/>
                  </a:lnTo>
                  <a:lnTo>
                    <a:pt x="4105" y="8076"/>
                  </a:lnTo>
                  <a:lnTo>
                    <a:pt x="3210" y="6950"/>
                  </a:lnTo>
                  <a:lnTo>
                    <a:pt x="3349" y="6924"/>
                  </a:lnTo>
                  <a:lnTo>
                    <a:pt x="3285" y="6577"/>
                  </a:lnTo>
                  <a:lnTo>
                    <a:pt x="3285" y="6576"/>
                  </a:lnTo>
                  <a:lnTo>
                    <a:pt x="3197" y="6101"/>
                  </a:lnTo>
                  <a:lnTo>
                    <a:pt x="3092" y="5536"/>
                  </a:lnTo>
                  <a:lnTo>
                    <a:pt x="2979" y="4921"/>
                  </a:lnTo>
                  <a:lnTo>
                    <a:pt x="2866" y="4294"/>
                  </a:lnTo>
                  <a:lnTo>
                    <a:pt x="2761" y="3693"/>
                  </a:lnTo>
                  <a:lnTo>
                    <a:pt x="2657" y="3064"/>
                  </a:lnTo>
                  <a:lnTo>
                    <a:pt x="2544" y="2362"/>
                  </a:lnTo>
                  <a:lnTo>
                    <a:pt x="2430" y="1647"/>
                  </a:lnTo>
                  <a:lnTo>
                    <a:pt x="2325" y="976"/>
                  </a:lnTo>
                  <a:lnTo>
                    <a:pt x="2237" y="408"/>
                  </a:lnTo>
                  <a:lnTo>
                    <a:pt x="2237" y="407"/>
                  </a:lnTo>
                  <a:lnTo>
                    <a:pt x="2173" y="0"/>
                  </a:lnTo>
                  <a:lnTo>
                    <a:pt x="1167" y="158"/>
                  </a:lnTo>
                  <a:lnTo>
                    <a:pt x="1232" y="565"/>
                  </a:lnTo>
                  <a:lnTo>
                    <a:pt x="1320" y="113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21" name="Forma 120"/>
            <p:cNvSpPr/>
            <p:nvPr/>
          </p:nvSpPr>
          <p:spPr>
            <a:xfrm>
              <a:off x="10501678" y="3611423"/>
              <a:ext cx="213798" cy="570071"/>
            </a:xfrm>
            <a:custGeom>
              <a:avLst/>
              <a:gdLst/>
              <a:ahLst/>
              <a:cxnLst/>
              <a:rect l="0" t="0" r="r" b="b"/>
              <a:pathLst>
                <a:path w="806" h="2187" fill="none">
                  <a:moveTo>
                    <a:pt x="0" y="0"/>
                  </a:moveTo>
                  <a:lnTo>
                    <a:pt x="360" y="0"/>
                  </a:lnTo>
                </a:path>
                <a:path w="806" h="2187" fill="none">
                  <a:moveTo>
                    <a:pt x="63" y="312"/>
                  </a:moveTo>
                  <a:lnTo>
                    <a:pt x="423" y="312"/>
                  </a:lnTo>
                </a:path>
                <a:path w="806" h="2187" fill="none">
                  <a:moveTo>
                    <a:pt x="127" y="625"/>
                  </a:moveTo>
                  <a:lnTo>
                    <a:pt x="487" y="625"/>
                  </a:lnTo>
                </a:path>
                <a:path w="806" h="2187" fill="none">
                  <a:moveTo>
                    <a:pt x="191" y="937"/>
                  </a:moveTo>
                  <a:lnTo>
                    <a:pt x="551" y="937"/>
                  </a:lnTo>
                </a:path>
                <a:path w="806" h="2187" fill="none">
                  <a:moveTo>
                    <a:pt x="255" y="1250"/>
                  </a:moveTo>
                  <a:lnTo>
                    <a:pt x="615" y="1250"/>
                  </a:lnTo>
                </a:path>
                <a:path w="806" h="2187" fill="none">
                  <a:moveTo>
                    <a:pt x="318" y="1562"/>
                  </a:moveTo>
                  <a:lnTo>
                    <a:pt x="678" y="1562"/>
                  </a:lnTo>
                </a:path>
                <a:path w="806" h="2187" fill="none">
                  <a:moveTo>
                    <a:pt x="382" y="1875"/>
                  </a:moveTo>
                  <a:lnTo>
                    <a:pt x="742" y="1875"/>
                  </a:lnTo>
                </a:path>
                <a:path w="806" h="2187" fill="none">
                  <a:moveTo>
                    <a:pt x="446" y="2187"/>
                  </a:moveTo>
                  <a:lnTo>
                    <a:pt x="806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22" name="AirePleuralD_2"/>
          <p:cNvSpPr/>
          <p:nvPr/>
        </p:nvSpPr>
        <p:spPr>
          <a:xfrm>
            <a:off x="9494672" y="3761753"/>
            <a:ext cx="1137831" cy="1958282"/>
          </a:xfrm>
          <a:custGeom>
            <a:avLst/>
            <a:gdLst/>
            <a:ahLst/>
            <a:cxnLst/>
            <a:rect l="0" t="0" r="r" b="b"/>
            <a:pathLst>
              <a:path w="5710" h="10000">
                <a:moveTo>
                  <a:pt x="2571" y="23"/>
                </a:moveTo>
                <a:lnTo>
                  <a:pt x="2444" y="56"/>
                </a:lnTo>
                <a:lnTo>
                  <a:pt x="2319" y="102"/>
                </a:lnTo>
                <a:lnTo>
                  <a:pt x="2195" y="158"/>
                </a:lnTo>
                <a:lnTo>
                  <a:pt x="2074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38" y="8493"/>
                </a:lnTo>
                <a:lnTo>
                  <a:pt x="3453" y="8533"/>
                </a:lnTo>
                <a:lnTo>
                  <a:pt x="3563" y="8586"/>
                </a:lnTo>
                <a:lnTo>
                  <a:pt x="3684" y="8644"/>
                </a:lnTo>
                <a:lnTo>
                  <a:pt x="3827" y="8704"/>
                </a:lnTo>
                <a:lnTo>
                  <a:pt x="4005" y="8760"/>
                </a:lnTo>
                <a:lnTo>
                  <a:pt x="4246" y="8836"/>
                </a:lnTo>
                <a:lnTo>
                  <a:pt x="4546" y="8940"/>
                </a:lnTo>
                <a:lnTo>
                  <a:pt x="4867" y="9045"/>
                </a:lnTo>
                <a:lnTo>
                  <a:pt x="5176" y="9125"/>
                </a:lnTo>
                <a:lnTo>
                  <a:pt x="5437" y="9154"/>
                </a:lnTo>
                <a:lnTo>
                  <a:pt x="5615" y="9106"/>
                </a:lnTo>
                <a:lnTo>
                  <a:pt x="5697" y="8964"/>
                </a:lnTo>
                <a:lnTo>
                  <a:pt x="5710" y="8744"/>
                </a:lnTo>
                <a:lnTo>
                  <a:pt x="5674" y="8474"/>
                </a:lnTo>
                <a:lnTo>
                  <a:pt x="5612" y="8179"/>
                </a:lnTo>
                <a:lnTo>
                  <a:pt x="5547" y="7884"/>
                </a:lnTo>
                <a:lnTo>
                  <a:pt x="5501" y="7616"/>
                </a:lnTo>
                <a:lnTo>
                  <a:pt x="5468" y="7370"/>
                </a:lnTo>
                <a:lnTo>
                  <a:pt x="5430" y="7126"/>
                </a:lnTo>
                <a:lnTo>
                  <a:pt x="5388" y="6882"/>
                </a:lnTo>
                <a:lnTo>
                  <a:pt x="5345" y="6639"/>
                </a:lnTo>
                <a:lnTo>
                  <a:pt x="5301" y="6396"/>
                </a:lnTo>
                <a:lnTo>
                  <a:pt x="5259" y="6152"/>
                </a:lnTo>
                <a:lnTo>
                  <a:pt x="5220" y="5908"/>
                </a:lnTo>
                <a:lnTo>
                  <a:pt x="5181" y="5664"/>
                </a:lnTo>
                <a:lnTo>
                  <a:pt x="5142" y="5420"/>
                </a:lnTo>
                <a:lnTo>
                  <a:pt x="5103" y="5176"/>
                </a:lnTo>
                <a:lnTo>
                  <a:pt x="5062" y="4932"/>
                </a:lnTo>
                <a:lnTo>
                  <a:pt x="5018" y="4688"/>
                </a:lnTo>
                <a:lnTo>
                  <a:pt x="4973" y="4444"/>
                </a:lnTo>
                <a:lnTo>
                  <a:pt x="4928" y="4199"/>
                </a:lnTo>
                <a:lnTo>
                  <a:pt x="4881" y="3954"/>
                </a:lnTo>
                <a:lnTo>
                  <a:pt x="4832" y="3710"/>
                </a:lnTo>
                <a:lnTo>
                  <a:pt x="4779" y="3467"/>
                </a:lnTo>
                <a:lnTo>
                  <a:pt x="4724" y="3224"/>
                </a:lnTo>
                <a:lnTo>
                  <a:pt x="4664" y="2979"/>
                </a:lnTo>
                <a:lnTo>
                  <a:pt x="4600" y="2729"/>
                </a:lnTo>
                <a:lnTo>
                  <a:pt x="4534" y="2481"/>
                </a:lnTo>
                <a:lnTo>
                  <a:pt x="4465" y="2237"/>
                </a:lnTo>
                <a:lnTo>
                  <a:pt x="4395" y="2005"/>
                </a:lnTo>
                <a:lnTo>
                  <a:pt x="4325" y="1787"/>
                </a:lnTo>
                <a:lnTo>
                  <a:pt x="4253" y="1582"/>
                </a:lnTo>
                <a:lnTo>
                  <a:pt x="4177" y="1386"/>
                </a:lnTo>
                <a:lnTo>
                  <a:pt x="4101" y="1200"/>
                </a:lnTo>
                <a:lnTo>
                  <a:pt x="4025" y="1026"/>
                </a:lnTo>
                <a:lnTo>
                  <a:pt x="3951" y="866"/>
                </a:lnTo>
                <a:lnTo>
                  <a:pt x="3881" y="722"/>
                </a:lnTo>
                <a:lnTo>
                  <a:pt x="3822" y="595"/>
                </a:lnTo>
                <a:lnTo>
                  <a:pt x="3773" y="484"/>
                </a:lnTo>
                <a:lnTo>
                  <a:pt x="3726" y="386"/>
                </a:lnTo>
                <a:lnTo>
                  <a:pt x="3673" y="301"/>
                </a:lnTo>
                <a:lnTo>
                  <a:pt x="3608" y="228"/>
                </a:lnTo>
                <a:lnTo>
                  <a:pt x="3523" y="163"/>
                </a:lnTo>
                <a:lnTo>
                  <a:pt x="3412" y="108"/>
                </a:lnTo>
                <a:lnTo>
                  <a:pt x="3280" y="64"/>
                </a:lnTo>
                <a:lnTo>
                  <a:pt x="3136" y="30"/>
                </a:lnTo>
                <a:lnTo>
                  <a:pt x="2986" y="9"/>
                </a:lnTo>
                <a:lnTo>
                  <a:pt x="2839" y="0"/>
                </a:lnTo>
                <a:lnTo>
                  <a:pt x="2701" y="4"/>
                </a:lnTo>
                <a:lnTo>
                  <a:pt x="2571" y="23"/>
                </a:lnTo>
                <a:close/>
                <a:moveTo>
                  <a:pt x="3496" y="6000"/>
                </a:moveTo>
                <a:lnTo>
                  <a:pt x="3494" y="6002"/>
                </a:lnTo>
                <a:lnTo>
                  <a:pt x="3492" y="6003"/>
                </a:lnTo>
                <a:lnTo>
                  <a:pt x="3490" y="6004"/>
                </a:lnTo>
                <a:lnTo>
                  <a:pt x="3487" y="6005"/>
                </a:lnTo>
                <a:lnTo>
                  <a:pt x="3485" y="6006"/>
                </a:lnTo>
                <a:lnTo>
                  <a:pt x="3482" y="6006"/>
                </a:lnTo>
                <a:lnTo>
                  <a:pt x="3479" y="6006"/>
                </a:lnTo>
                <a:lnTo>
                  <a:pt x="3477" y="6006"/>
                </a:lnTo>
                <a:lnTo>
                  <a:pt x="3474" y="6006"/>
                </a:lnTo>
                <a:lnTo>
                  <a:pt x="3472" y="6005"/>
                </a:lnTo>
                <a:lnTo>
                  <a:pt x="3469" y="6004"/>
                </a:lnTo>
                <a:lnTo>
                  <a:pt x="3467" y="6003"/>
                </a:lnTo>
                <a:lnTo>
                  <a:pt x="3465" y="6002"/>
                </a:lnTo>
                <a:lnTo>
                  <a:pt x="3462" y="6000"/>
                </a:lnTo>
                <a:lnTo>
                  <a:pt x="3461" y="5999"/>
                </a:lnTo>
                <a:lnTo>
                  <a:pt x="3459" y="5997"/>
                </a:lnTo>
                <a:lnTo>
                  <a:pt x="3457" y="5994"/>
                </a:lnTo>
                <a:lnTo>
                  <a:pt x="3456" y="5992"/>
                </a:lnTo>
                <a:lnTo>
                  <a:pt x="3455" y="5990"/>
                </a:lnTo>
                <a:lnTo>
                  <a:pt x="3450" y="5979"/>
                </a:lnTo>
                <a:lnTo>
                  <a:pt x="3449" y="5976"/>
                </a:lnTo>
                <a:lnTo>
                  <a:pt x="3442" y="5949"/>
                </a:lnTo>
                <a:lnTo>
                  <a:pt x="3441" y="5948"/>
                </a:lnTo>
                <a:lnTo>
                  <a:pt x="3434" y="5913"/>
                </a:lnTo>
                <a:lnTo>
                  <a:pt x="3433" y="5913"/>
                </a:lnTo>
                <a:lnTo>
                  <a:pt x="3426" y="5874"/>
                </a:lnTo>
                <a:lnTo>
                  <a:pt x="3426" y="5873"/>
                </a:lnTo>
                <a:lnTo>
                  <a:pt x="3418" y="5832"/>
                </a:lnTo>
                <a:lnTo>
                  <a:pt x="3410" y="5791"/>
                </a:lnTo>
                <a:lnTo>
                  <a:pt x="3403" y="5750"/>
                </a:lnTo>
                <a:lnTo>
                  <a:pt x="3403" y="5750"/>
                </a:lnTo>
                <a:lnTo>
                  <a:pt x="3395" y="5708"/>
                </a:lnTo>
                <a:lnTo>
                  <a:pt x="3395" y="5708"/>
                </a:lnTo>
                <a:lnTo>
                  <a:pt x="3388" y="5664"/>
                </a:lnTo>
                <a:lnTo>
                  <a:pt x="3388" y="5664"/>
                </a:lnTo>
                <a:lnTo>
                  <a:pt x="3381" y="5618"/>
                </a:lnTo>
                <a:lnTo>
                  <a:pt x="3381" y="5618"/>
                </a:lnTo>
                <a:lnTo>
                  <a:pt x="3374" y="5571"/>
                </a:lnTo>
                <a:lnTo>
                  <a:pt x="3374" y="5570"/>
                </a:lnTo>
                <a:lnTo>
                  <a:pt x="3368" y="5521"/>
                </a:lnTo>
                <a:lnTo>
                  <a:pt x="3368" y="5521"/>
                </a:lnTo>
                <a:lnTo>
                  <a:pt x="3362" y="5470"/>
                </a:lnTo>
                <a:lnTo>
                  <a:pt x="3362" y="5470"/>
                </a:lnTo>
                <a:lnTo>
                  <a:pt x="3357" y="5416"/>
                </a:lnTo>
                <a:lnTo>
                  <a:pt x="3357" y="5415"/>
                </a:lnTo>
                <a:lnTo>
                  <a:pt x="3352" y="5360"/>
                </a:lnTo>
                <a:lnTo>
                  <a:pt x="3352" y="5360"/>
                </a:lnTo>
                <a:lnTo>
                  <a:pt x="3347" y="5303"/>
                </a:lnTo>
                <a:lnTo>
                  <a:pt x="3347" y="5303"/>
                </a:lnTo>
                <a:lnTo>
                  <a:pt x="3343" y="5246"/>
                </a:lnTo>
                <a:lnTo>
                  <a:pt x="3343" y="5245"/>
                </a:lnTo>
                <a:lnTo>
                  <a:pt x="3340" y="5189"/>
                </a:lnTo>
                <a:lnTo>
                  <a:pt x="3340" y="5188"/>
                </a:lnTo>
                <a:lnTo>
                  <a:pt x="3338" y="5131"/>
                </a:lnTo>
                <a:lnTo>
                  <a:pt x="3338" y="5131"/>
                </a:lnTo>
                <a:lnTo>
                  <a:pt x="3337" y="5073"/>
                </a:lnTo>
                <a:lnTo>
                  <a:pt x="3337" y="5073"/>
                </a:lnTo>
                <a:lnTo>
                  <a:pt x="3337" y="5015"/>
                </a:lnTo>
                <a:lnTo>
                  <a:pt x="3337" y="5014"/>
                </a:lnTo>
                <a:lnTo>
                  <a:pt x="3337" y="4956"/>
                </a:lnTo>
                <a:lnTo>
                  <a:pt x="3337" y="4955"/>
                </a:lnTo>
                <a:lnTo>
                  <a:pt x="3338" y="4897"/>
                </a:lnTo>
                <a:lnTo>
                  <a:pt x="3338" y="4897"/>
                </a:lnTo>
                <a:lnTo>
                  <a:pt x="3340" y="4838"/>
                </a:lnTo>
                <a:lnTo>
                  <a:pt x="3340" y="4838"/>
                </a:lnTo>
                <a:lnTo>
                  <a:pt x="3343" y="4780"/>
                </a:lnTo>
                <a:lnTo>
                  <a:pt x="3343" y="4779"/>
                </a:lnTo>
                <a:lnTo>
                  <a:pt x="3346" y="4721"/>
                </a:lnTo>
                <a:lnTo>
                  <a:pt x="3346" y="4720"/>
                </a:lnTo>
                <a:lnTo>
                  <a:pt x="3350" y="4662"/>
                </a:lnTo>
                <a:lnTo>
                  <a:pt x="3350" y="4662"/>
                </a:lnTo>
                <a:lnTo>
                  <a:pt x="3355" y="4603"/>
                </a:lnTo>
                <a:lnTo>
                  <a:pt x="3355" y="4603"/>
                </a:lnTo>
                <a:lnTo>
                  <a:pt x="3361" y="4545"/>
                </a:lnTo>
                <a:lnTo>
                  <a:pt x="3361" y="4545"/>
                </a:lnTo>
                <a:lnTo>
                  <a:pt x="3368" y="4488"/>
                </a:lnTo>
                <a:lnTo>
                  <a:pt x="3368" y="4488"/>
                </a:lnTo>
                <a:lnTo>
                  <a:pt x="3376" y="4431"/>
                </a:lnTo>
                <a:lnTo>
                  <a:pt x="3376" y="4431"/>
                </a:lnTo>
                <a:lnTo>
                  <a:pt x="3385" y="4374"/>
                </a:lnTo>
                <a:lnTo>
                  <a:pt x="3385" y="4374"/>
                </a:lnTo>
                <a:lnTo>
                  <a:pt x="3395" y="4318"/>
                </a:lnTo>
                <a:lnTo>
                  <a:pt x="3395" y="4318"/>
                </a:lnTo>
                <a:lnTo>
                  <a:pt x="3406" y="4263"/>
                </a:lnTo>
                <a:lnTo>
                  <a:pt x="3406" y="4262"/>
                </a:lnTo>
                <a:lnTo>
                  <a:pt x="3418" y="4209"/>
                </a:lnTo>
                <a:lnTo>
                  <a:pt x="3418" y="4208"/>
                </a:lnTo>
                <a:lnTo>
                  <a:pt x="3431" y="4156"/>
                </a:lnTo>
                <a:lnTo>
                  <a:pt x="3431" y="4155"/>
                </a:lnTo>
                <a:lnTo>
                  <a:pt x="3446" y="4105"/>
                </a:lnTo>
                <a:lnTo>
                  <a:pt x="3446" y="4104"/>
                </a:lnTo>
                <a:lnTo>
                  <a:pt x="3462" y="4054"/>
                </a:lnTo>
                <a:lnTo>
                  <a:pt x="3462" y="4053"/>
                </a:lnTo>
                <a:lnTo>
                  <a:pt x="3479" y="4005"/>
                </a:lnTo>
                <a:lnTo>
                  <a:pt x="3479" y="4004"/>
                </a:lnTo>
                <a:lnTo>
                  <a:pt x="3497" y="3957"/>
                </a:lnTo>
                <a:lnTo>
                  <a:pt x="3497" y="3956"/>
                </a:lnTo>
                <a:lnTo>
                  <a:pt x="3516" y="3911"/>
                </a:lnTo>
                <a:lnTo>
                  <a:pt x="3516" y="3910"/>
                </a:lnTo>
                <a:lnTo>
                  <a:pt x="3536" y="3866"/>
                </a:lnTo>
                <a:lnTo>
                  <a:pt x="3536" y="3866"/>
                </a:lnTo>
                <a:lnTo>
                  <a:pt x="3556" y="3824"/>
                </a:lnTo>
                <a:lnTo>
                  <a:pt x="3557" y="3823"/>
                </a:lnTo>
                <a:lnTo>
                  <a:pt x="3578" y="3783"/>
                </a:lnTo>
                <a:lnTo>
                  <a:pt x="3579" y="3782"/>
                </a:lnTo>
                <a:lnTo>
                  <a:pt x="3601" y="3744"/>
                </a:lnTo>
                <a:lnTo>
                  <a:pt x="3601" y="3743"/>
                </a:lnTo>
                <a:lnTo>
                  <a:pt x="3624" y="3706"/>
                </a:lnTo>
                <a:lnTo>
                  <a:pt x="3625" y="3705"/>
                </a:lnTo>
                <a:lnTo>
                  <a:pt x="3649" y="3671"/>
                </a:lnTo>
                <a:lnTo>
                  <a:pt x="3650" y="3670"/>
                </a:lnTo>
                <a:lnTo>
                  <a:pt x="3674" y="3637"/>
                </a:lnTo>
                <a:lnTo>
                  <a:pt x="3675" y="3636"/>
                </a:lnTo>
                <a:lnTo>
                  <a:pt x="3701" y="3606"/>
                </a:lnTo>
                <a:lnTo>
                  <a:pt x="3702" y="3605"/>
                </a:lnTo>
                <a:lnTo>
                  <a:pt x="3729" y="3576"/>
                </a:lnTo>
                <a:lnTo>
                  <a:pt x="3730" y="3575"/>
                </a:lnTo>
                <a:lnTo>
                  <a:pt x="3757" y="3548"/>
                </a:lnTo>
                <a:lnTo>
                  <a:pt x="3758" y="3547"/>
                </a:lnTo>
                <a:lnTo>
                  <a:pt x="3787" y="3522"/>
                </a:lnTo>
                <a:lnTo>
                  <a:pt x="3788" y="3521"/>
                </a:lnTo>
                <a:lnTo>
                  <a:pt x="3817" y="3499"/>
                </a:lnTo>
                <a:lnTo>
                  <a:pt x="3818" y="3498"/>
                </a:lnTo>
                <a:lnTo>
                  <a:pt x="3847" y="3478"/>
                </a:lnTo>
                <a:lnTo>
                  <a:pt x="3848" y="3477"/>
                </a:lnTo>
                <a:lnTo>
                  <a:pt x="3878" y="3459"/>
                </a:lnTo>
                <a:lnTo>
                  <a:pt x="3879" y="3458"/>
                </a:lnTo>
                <a:lnTo>
                  <a:pt x="3909" y="3442"/>
                </a:lnTo>
                <a:lnTo>
                  <a:pt x="3911" y="3441"/>
                </a:lnTo>
                <a:lnTo>
                  <a:pt x="3940" y="3428"/>
                </a:lnTo>
                <a:lnTo>
                  <a:pt x="3942" y="3427"/>
                </a:lnTo>
                <a:lnTo>
                  <a:pt x="3972" y="3416"/>
                </a:lnTo>
                <a:lnTo>
                  <a:pt x="3975" y="3415"/>
                </a:lnTo>
                <a:lnTo>
                  <a:pt x="4005" y="3407"/>
                </a:lnTo>
                <a:lnTo>
                  <a:pt x="4007" y="3407"/>
                </a:lnTo>
                <a:lnTo>
                  <a:pt x="4037" y="3402"/>
                </a:lnTo>
                <a:lnTo>
                  <a:pt x="4040" y="3402"/>
                </a:lnTo>
                <a:lnTo>
                  <a:pt x="4073" y="3401"/>
                </a:lnTo>
                <a:lnTo>
                  <a:pt x="4075" y="3401"/>
                </a:lnTo>
                <a:lnTo>
                  <a:pt x="4111" y="3403"/>
                </a:lnTo>
                <a:lnTo>
                  <a:pt x="4113" y="3404"/>
                </a:lnTo>
                <a:lnTo>
                  <a:pt x="4149" y="3409"/>
                </a:lnTo>
                <a:lnTo>
                  <a:pt x="4152" y="3409"/>
                </a:lnTo>
                <a:lnTo>
                  <a:pt x="4186" y="3417"/>
                </a:lnTo>
                <a:lnTo>
                  <a:pt x="4189" y="3418"/>
                </a:lnTo>
                <a:lnTo>
                  <a:pt x="4219" y="3428"/>
                </a:lnTo>
                <a:lnTo>
                  <a:pt x="4222" y="3430"/>
                </a:lnTo>
                <a:lnTo>
                  <a:pt x="4246" y="3442"/>
                </a:lnTo>
                <a:lnTo>
                  <a:pt x="4248" y="3443"/>
                </a:lnTo>
                <a:lnTo>
                  <a:pt x="4250" y="3444"/>
                </a:lnTo>
                <a:lnTo>
                  <a:pt x="4267" y="3457"/>
                </a:lnTo>
                <a:lnTo>
                  <a:pt x="4269" y="3458"/>
                </a:lnTo>
                <a:lnTo>
                  <a:pt x="4271" y="3460"/>
                </a:lnTo>
                <a:lnTo>
                  <a:pt x="4283" y="3474"/>
                </a:lnTo>
                <a:lnTo>
                  <a:pt x="4285" y="3476"/>
                </a:lnTo>
                <a:lnTo>
                  <a:pt x="4286" y="3478"/>
                </a:lnTo>
                <a:lnTo>
                  <a:pt x="4297" y="3496"/>
                </a:lnTo>
                <a:lnTo>
                  <a:pt x="4298" y="3498"/>
                </a:lnTo>
                <a:lnTo>
                  <a:pt x="4310" y="3522"/>
                </a:lnTo>
                <a:lnTo>
                  <a:pt x="4310" y="3522"/>
                </a:lnTo>
                <a:lnTo>
                  <a:pt x="4323" y="3551"/>
                </a:lnTo>
                <a:lnTo>
                  <a:pt x="4323" y="3552"/>
                </a:lnTo>
                <a:lnTo>
                  <a:pt x="4338" y="3585"/>
                </a:lnTo>
                <a:lnTo>
                  <a:pt x="4339" y="3585"/>
                </a:lnTo>
                <a:lnTo>
                  <a:pt x="4357" y="3623"/>
                </a:lnTo>
                <a:lnTo>
                  <a:pt x="4357" y="3623"/>
                </a:lnTo>
                <a:lnTo>
                  <a:pt x="4376" y="3665"/>
                </a:lnTo>
                <a:lnTo>
                  <a:pt x="4376" y="3665"/>
                </a:lnTo>
                <a:lnTo>
                  <a:pt x="4396" y="3710"/>
                </a:lnTo>
                <a:lnTo>
                  <a:pt x="4396" y="3711"/>
                </a:lnTo>
                <a:lnTo>
                  <a:pt x="4416" y="3759"/>
                </a:lnTo>
                <a:lnTo>
                  <a:pt x="4417" y="3760"/>
                </a:lnTo>
                <a:lnTo>
                  <a:pt x="4436" y="3811"/>
                </a:lnTo>
                <a:lnTo>
                  <a:pt x="4436" y="3811"/>
                </a:lnTo>
                <a:lnTo>
                  <a:pt x="4455" y="3864"/>
                </a:lnTo>
                <a:lnTo>
                  <a:pt x="4455" y="3865"/>
                </a:lnTo>
                <a:lnTo>
                  <a:pt x="4474" y="3922"/>
                </a:lnTo>
                <a:lnTo>
                  <a:pt x="4474" y="3922"/>
                </a:lnTo>
                <a:lnTo>
                  <a:pt x="4492" y="3983"/>
                </a:lnTo>
                <a:lnTo>
                  <a:pt x="4492" y="3983"/>
                </a:lnTo>
                <a:lnTo>
                  <a:pt x="4510" y="4047"/>
                </a:lnTo>
                <a:lnTo>
                  <a:pt x="4510" y="4047"/>
                </a:lnTo>
                <a:lnTo>
                  <a:pt x="4528" y="4113"/>
                </a:lnTo>
                <a:lnTo>
                  <a:pt x="4528" y="4113"/>
                </a:lnTo>
                <a:lnTo>
                  <a:pt x="4544" y="4178"/>
                </a:lnTo>
                <a:lnTo>
                  <a:pt x="4544" y="4179"/>
                </a:lnTo>
                <a:lnTo>
                  <a:pt x="4560" y="4243"/>
                </a:lnTo>
                <a:lnTo>
                  <a:pt x="4560" y="4243"/>
                </a:lnTo>
                <a:lnTo>
                  <a:pt x="4575" y="4307"/>
                </a:lnTo>
                <a:lnTo>
                  <a:pt x="4575" y="4307"/>
                </a:lnTo>
                <a:lnTo>
                  <a:pt x="4588" y="4371"/>
                </a:lnTo>
                <a:lnTo>
                  <a:pt x="4589" y="4371"/>
                </a:lnTo>
                <a:lnTo>
                  <a:pt x="4601" y="4435"/>
                </a:lnTo>
                <a:lnTo>
                  <a:pt x="4602" y="4436"/>
                </a:lnTo>
                <a:lnTo>
                  <a:pt x="4614" y="4500"/>
                </a:lnTo>
                <a:lnTo>
                  <a:pt x="4614" y="4500"/>
                </a:lnTo>
                <a:lnTo>
                  <a:pt x="4626" y="4564"/>
                </a:lnTo>
                <a:lnTo>
                  <a:pt x="4626" y="4565"/>
                </a:lnTo>
                <a:lnTo>
                  <a:pt x="4638" y="4629"/>
                </a:lnTo>
                <a:lnTo>
                  <a:pt x="4638" y="4629"/>
                </a:lnTo>
                <a:lnTo>
                  <a:pt x="4649" y="4693"/>
                </a:lnTo>
                <a:lnTo>
                  <a:pt x="4649" y="4693"/>
                </a:lnTo>
                <a:lnTo>
                  <a:pt x="4660" y="4758"/>
                </a:lnTo>
                <a:lnTo>
                  <a:pt x="4660" y="4758"/>
                </a:lnTo>
                <a:lnTo>
                  <a:pt x="4670" y="4822"/>
                </a:lnTo>
                <a:lnTo>
                  <a:pt x="4670" y="4822"/>
                </a:lnTo>
                <a:lnTo>
                  <a:pt x="4681" y="4886"/>
                </a:lnTo>
                <a:lnTo>
                  <a:pt x="4691" y="4951"/>
                </a:lnTo>
                <a:lnTo>
                  <a:pt x="4701" y="5015"/>
                </a:lnTo>
                <a:lnTo>
                  <a:pt x="4701" y="5015"/>
                </a:lnTo>
                <a:lnTo>
                  <a:pt x="4712" y="5080"/>
                </a:lnTo>
                <a:lnTo>
                  <a:pt x="4712" y="5080"/>
                </a:lnTo>
                <a:lnTo>
                  <a:pt x="4724" y="5144"/>
                </a:lnTo>
                <a:lnTo>
                  <a:pt x="4735" y="5208"/>
                </a:lnTo>
                <a:lnTo>
                  <a:pt x="4735" y="5208"/>
                </a:lnTo>
                <a:lnTo>
                  <a:pt x="4746" y="5272"/>
                </a:lnTo>
                <a:lnTo>
                  <a:pt x="4746" y="5273"/>
                </a:lnTo>
                <a:lnTo>
                  <a:pt x="4756" y="5336"/>
                </a:lnTo>
                <a:lnTo>
                  <a:pt x="4756" y="5337"/>
                </a:lnTo>
                <a:lnTo>
                  <a:pt x="4765" y="5401"/>
                </a:lnTo>
                <a:lnTo>
                  <a:pt x="4765" y="5402"/>
                </a:lnTo>
                <a:lnTo>
                  <a:pt x="4777" y="5472"/>
                </a:lnTo>
                <a:lnTo>
                  <a:pt x="4778" y="5473"/>
                </a:lnTo>
                <a:lnTo>
                  <a:pt x="4795" y="5551"/>
                </a:lnTo>
                <a:lnTo>
                  <a:pt x="4795" y="5551"/>
                </a:lnTo>
                <a:lnTo>
                  <a:pt x="4811" y="5627"/>
                </a:lnTo>
                <a:lnTo>
                  <a:pt x="4811" y="5629"/>
                </a:lnTo>
                <a:lnTo>
                  <a:pt x="4820" y="5696"/>
                </a:lnTo>
                <a:lnTo>
                  <a:pt x="4820" y="5698"/>
                </a:lnTo>
                <a:lnTo>
                  <a:pt x="4820" y="5701"/>
                </a:lnTo>
                <a:lnTo>
                  <a:pt x="4817" y="5746"/>
                </a:lnTo>
                <a:lnTo>
                  <a:pt x="4817" y="5748"/>
                </a:lnTo>
                <a:lnTo>
                  <a:pt x="4817" y="5751"/>
                </a:lnTo>
                <a:lnTo>
                  <a:pt x="4816" y="5753"/>
                </a:lnTo>
                <a:lnTo>
                  <a:pt x="4815" y="5755"/>
                </a:lnTo>
                <a:lnTo>
                  <a:pt x="4814" y="5758"/>
                </a:lnTo>
                <a:lnTo>
                  <a:pt x="4805" y="5773"/>
                </a:lnTo>
                <a:lnTo>
                  <a:pt x="4803" y="5776"/>
                </a:lnTo>
                <a:lnTo>
                  <a:pt x="4802" y="5778"/>
                </a:lnTo>
                <a:lnTo>
                  <a:pt x="4800" y="5779"/>
                </a:lnTo>
                <a:lnTo>
                  <a:pt x="4798" y="5781"/>
                </a:lnTo>
                <a:lnTo>
                  <a:pt x="4796" y="5783"/>
                </a:lnTo>
                <a:lnTo>
                  <a:pt x="4794" y="5784"/>
                </a:lnTo>
                <a:lnTo>
                  <a:pt x="4791" y="5785"/>
                </a:lnTo>
                <a:lnTo>
                  <a:pt x="4789" y="5786"/>
                </a:lnTo>
                <a:lnTo>
                  <a:pt x="4764" y="5792"/>
                </a:lnTo>
                <a:lnTo>
                  <a:pt x="4762" y="5793"/>
                </a:lnTo>
                <a:lnTo>
                  <a:pt x="4759" y="5793"/>
                </a:lnTo>
                <a:lnTo>
                  <a:pt x="4757" y="5793"/>
                </a:lnTo>
                <a:lnTo>
                  <a:pt x="4754" y="5793"/>
                </a:lnTo>
                <a:lnTo>
                  <a:pt x="4695" y="5787"/>
                </a:lnTo>
                <a:lnTo>
                  <a:pt x="4692" y="5786"/>
                </a:lnTo>
                <a:lnTo>
                  <a:pt x="4614" y="5766"/>
                </a:lnTo>
                <a:lnTo>
                  <a:pt x="4612" y="5765"/>
                </a:lnTo>
                <a:lnTo>
                  <a:pt x="4529" y="5738"/>
                </a:lnTo>
                <a:lnTo>
                  <a:pt x="4528" y="5738"/>
                </a:lnTo>
                <a:lnTo>
                  <a:pt x="4450" y="5711"/>
                </a:lnTo>
                <a:lnTo>
                  <a:pt x="4449" y="5710"/>
                </a:lnTo>
                <a:lnTo>
                  <a:pt x="4386" y="5690"/>
                </a:lnTo>
                <a:lnTo>
                  <a:pt x="4386" y="5690"/>
                </a:lnTo>
                <a:lnTo>
                  <a:pt x="4340" y="5676"/>
                </a:lnTo>
                <a:lnTo>
                  <a:pt x="4338" y="5675"/>
                </a:lnTo>
                <a:lnTo>
                  <a:pt x="4303" y="5660"/>
                </a:lnTo>
                <a:lnTo>
                  <a:pt x="4302" y="5660"/>
                </a:lnTo>
                <a:lnTo>
                  <a:pt x="4271" y="5645"/>
                </a:lnTo>
                <a:lnTo>
                  <a:pt x="4271" y="5645"/>
                </a:lnTo>
                <a:lnTo>
                  <a:pt x="4242" y="5631"/>
                </a:lnTo>
                <a:lnTo>
                  <a:pt x="4240" y="5630"/>
                </a:lnTo>
                <a:lnTo>
                  <a:pt x="4211" y="5620"/>
                </a:lnTo>
                <a:lnTo>
                  <a:pt x="4209" y="5620"/>
                </a:lnTo>
                <a:lnTo>
                  <a:pt x="4208" y="5619"/>
                </a:lnTo>
                <a:lnTo>
                  <a:pt x="4174" y="5613"/>
                </a:lnTo>
                <a:lnTo>
                  <a:pt x="4171" y="5613"/>
                </a:lnTo>
                <a:lnTo>
                  <a:pt x="4134" y="5610"/>
                </a:lnTo>
                <a:lnTo>
                  <a:pt x="4132" y="5610"/>
                </a:lnTo>
                <a:lnTo>
                  <a:pt x="4093" y="5609"/>
                </a:lnTo>
                <a:lnTo>
                  <a:pt x="4091" y="5609"/>
                </a:lnTo>
                <a:lnTo>
                  <a:pt x="4051" y="5612"/>
                </a:lnTo>
                <a:lnTo>
                  <a:pt x="4049" y="5612"/>
                </a:lnTo>
                <a:lnTo>
                  <a:pt x="4008" y="5618"/>
                </a:lnTo>
                <a:lnTo>
                  <a:pt x="4006" y="5618"/>
                </a:lnTo>
                <a:lnTo>
                  <a:pt x="3965" y="5627"/>
                </a:lnTo>
                <a:lnTo>
                  <a:pt x="3963" y="5628"/>
                </a:lnTo>
                <a:lnTo>
                  <a:pt x="3922" y="5641"/>
                </a:lnTo>
                <a:lnTo>
                  <a:pt x="3920" y="5642"/>
                </a:lnTo>
                <a:lnTo>
                  <a:pt x="3878" y="5660"/>
                </a:lnTo>
                <a:lnTo>
                  <a:pt x="3876" y="5661"/>
                </a:lnTo>
                <a:lnTo>
                  <a:pt x="3833" y="5685"/>
                </a:lnTo>
                <a:lnTo>
                  <a:pt x="3832" y="5686"/>
                </a:lnTo>
                <a:lnTo>
                  <a:pt x="3788" y="5713"/>
                </a:lnTo>
                <a:lnTo>
                  <a:pt x="3787" y="5714"/>
                </a:lnTo>
                <a:lnTo>
                  <a:pt x="3744" y="5743"/>
                </a:lnTo>
                <a:lnTo>
                  <a:pt x="3743" y="5744"/>
                </a:lnTo>
                <a:lnTo>
                  <a:pt x="3702" y="5774"/>
                </a:lnTo>
                <a:lnTo>
                  <a:pt x="3702" y="5775"/>
                </a:lnTo>
                <a:lnTo>
                  <a:pt x="3665" y="5805"/>
                </a:lnTo>
                <a:lnTo>
                  <a:pt x="3664" y="5806"/>
                </a:lnTo>
                <a:lnTo>
                  <a:pt x="3631" y="5837"/>
                </a:lnTo>
                <a:lnTo>
                  <a:pt x="3630" y="5839"/>
                </a:lnTo>
                <a:lnTo>
                  <a:pt x="3599" y="5874"/>
                </a:lnTo>
                <a:lnTo>
                  <a:pt x="3598" y="5875"/>
                </a:lnTo>
                <a:lnTo>
                  <a:pt x="3570" y="5912"/>
                </a:lnTo>
                <a:lnTo>
                  <a:pt x="3570" y="5912"/>
                </a:lnTo>
                <a:lnTo>
                  <a:pt x="3545" y="5946"/>
                </a:lnTo>
                <a:lnTo>
                  <a:pt x="3544" y="5947"/>
                </a:lnTo>
                <a:lnTo>
                  <a:pt x="3523" y="5974"/>
                </a:lnTo>
                <a:lnTo>
                  <a:pt x="3521" y="5976"/>
                </a:lnTo>
                <a:lnTo>
                  <a:pt x="3504" y="5994"/>
                </a:lnTo>
                <a:lnTo>
                  <a:pt x="3501" y="5996"/>
                </a:lnTo>
                <a:lnTo>
                  <a:pt x="3496" y="600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23" name="PulmonDerecho_4"/>
          <p:cNvGrpSpPr/>
          <p:nvPr/>
        </p:nvGrpSpPr>
        <p:grpSpPr>
          <a:xfrm>
            <a:off x="10164974" y="4433096"/>
            <a:ext cx="284958" cy="499762"/>
            <a:chOff x="10164974" y="4433096"/>
            <a:chExt cx="284958" cy="499762"/>
          </a:xfrm>
        </p:grpSpPr>
        <p:sp>
          <p:nvSpPr>
            <p:cNvPr id="124" name="Forma 123"/>
            <p:cNvSpPr/>
            <p:nvPr/>
          </p:nvSpPr>
          <p:spPr>
            <a:xfrm>
              <a:off x="10164974" y="4433096"/>
              <a:ext cx="284958" cy="499762"/>
            </a:xfrm>
            <a:custGeom>
              <a:avLst/>
              <a:gdLst/>
              <a:ahLst/>
              <a:cxnLst/>
              <a:rect l="0" t="0" r="r" b="b"/>
              <a:pathLst>
                <a:path w="5603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4" y="8459"/>
                  </a:lnTo>
                  <a:lnTo>
                    <a:pt x="3330" y="8485"/>
                  </a:lnTo>
                  <a:lnTo>
                    <a:pt x="3341" y="8488"/>
                  </a:lnTo>
                  <a:lnTo>
                    <a:pt x="3352" y="8491"/>
                  </a:lnTo>
                  <a:lnTo>
                    <a:pt x="3471" y="8533"/>
                  </a:lnTo>
                  <a:lnTo>
                    <a:pt x="3484" y="8539"/>
                  </a:lnTo>
                  <a:lnTo>
                    <a:pt x="3599" y="8593"/>
                  </a:lnTo>
                  <a:lnTo>
                    <a:pt x="3601" y="8594"/>
                  </a:lnTo>
                  <a:lnTo>
                    <a:pt x="3721" y="8652"/>
                  </a:lnTo>
                  <a:lnTo>
                    <a:pt x="3859" y="8710"/>
                  </a:lnTo>
                  <a:lnTo>
                    <a:pt x="4037" y="8766"/>
                  </a:lnTo>
                  <a:lnTo>
                    <a:pt x="4286" y="8845"/>
                  </a:lnTo>
                  <a:lnTo>
                    <a:pt x="4291" y="8846"/>
                  </a:lnTo>
                  <a:lnTo>
                    <a:pt x="4599" y="8953"/>
                  </a:lnTo>
                  <a:lnTo>
                    <a:pt x="4926" y="9059"/>
                  </a:lnTo>
                  <a:lnTo>
                    <a:pt x="5230" y="9139"/>
                  </a:lnTo>
                  <a:lnTo>
                    <a:pt x="5461" y="9164"/>
                  </a:lnTo>
                  <a:lnTo>
                    <a:pt x="5557" y="9139"/>
                  </a:lnTo>
                  <a:lnTo>
                    <a:pt x="5593" y="9077"/>
                  </a:lnTo>
                  <a:lnTo>
                    <a:pt x="5603" y="8900"/>
                  </a:lnTo>
                  <a:lnTo>
                    <a:pt x="5568" y="8640"/>
                  </a:lnTo>
                  <a:lnTo>
                    <a:pt x="5506" y="8341"/>
                  </a:lnTo>
                  <a:lnTo>
                    <a:pt x="5439" y="8037"/>
                  </a:lnTo>
                  <a:lnTo>
                    <a:pt x="5437" y="8030"/>
                  </a:lnTo>
                  <a:lnTo>
                    <a:pt x="5389" y="7752"/>
                  </a:lnTo>
                  <a:lnTo>
                    <a:pt x="5388" y="7747"/>
                  </a:lnTo>
                  <a:lnTo>
                    <a:pt x="5355" y="7494"/>
                  </a:lnTo>
                  <a:lnTo>
                    <a:pt x="5316" y="7244"/>
                  </a:lnTo>
                  <a:lnTo>
                    <a:pt x="5273" y="6994"/>
                  </a:lnTo>
                  <a:lnTo>
                    <a:pt x="5228" y="6743"/>
                  </a:lnTo>
                  <a:lnTo>
                    <a:pt x="5183" y="6491"/>
                  </a:lnTo>
                  <a:lnTo>
                    <a:pt x="5183" y="6490"/>
                  </a:lnTo>
                  <a:lnTo>
                    <a:pt x="5140" y="6238"/>
                  </a:lnTo>
                  <a:lnTo>
                    <a:pt x="5139" y="6237"/>
                  </a:lnTo>
                  <a:lnTo>
                    <a:pt x="5099" y="5984"/>
                  </a:lnTo>
                  <a:lnTo>
                    <a:pt x="5098" y="5984"/>
                  </a:lnTo>
                  <a:lnTo>
                    <a:pt x="5058" y="5731"/>
                  </a:lnTo>
                  <a:lnTo>
                    <a:pt x="5018" y="5479"/>
                  </a:lnTo>
                  <a:lnTo>
                    <a:pt x="4977" y="5228"/>
                  </a:lnTo>
                  <a:lnTo>
                    <a:pt x="4935" y="4976"/>
                  </a:lnTo>
                  <a:lnTo>
                    <a:pt x="4890" y="4725"/>
                  </a:lnTo>
                  <a:lnTo>
                    <a:pt x="4844" y="4473"/>
                  </a:lnTo>
                  <a:lnTo>
                    <a:pt x="4797" y="4220"/>
                  </a:lnTo>
                  <a:lnTo>
                    <a:pt x="4749" y="3968"/>
                  </a:lnTo>
                  <a:lnTo>
                    <a:pt x="4698" y="3717"/>
                  </a:lnTo>
                  <a:lnTo>
                    <a:pt x="4645" y="3467"/>
                  </a:lnTo>
                  <a:lnTo>
                    <a:pt x="4587" y="3219"/>
                  </a:lnTo>
                  <a:lnTo>
                    <a:pt x="4526" y="2967"/>
                  </a:lnTo>
                  <a:lnTo>
                    <a:pt x="4461" y="2710"/>
                  </a:lnTo>
                  <a:lnTo>
                    <a:pt x="4392" y="2455"/>
                  </a:lnTo>
                  <a:lnTo>
                    <a:pt x="4322" y="2205"/>
                  </a:lnTo>
                  <a:lnTo>
                    <a:pt x="4251" y="1967"/>
                  </a:lnTo>
                  <a:lnTo>
                    <a:pt x="4179" y="1745"/>
                  </a:lnTo>
                  <a:lnTo>
                    <a:pt x="4106" y="1537"/>
                  </a:lnTo>
                  <a:lnTo>
                    <a:pt x="4029" y="1338"/>
                  </a:lnTo>
                  <a:lnTo>
                    <a:pt x="3951" y="1149"/>
                  </a:lnTo>
                  <a:lnTo>
                    <a:pt x="3874" y="972"/>
                  </a:lnTo>
                  <a:lnTo>
                    <a:pt x="3798" y="809"/>
                  </a:lnTo>
                  <a:lnTo>
                    <a:pt x="3727" y="662"/>
                  </a:lnTo>
                  <a:lnTo>
                    <a:pt x="3726" y="660"/>
                  </a:lnTo>
                  <a:lnTo>
                    <a:pt x="3665" y="528"/>
                  </a:lnTo>
                  <a:lnTo>
                    <a:pt x="3663" y="526"/>
                  </a:lnTo>
                  <a:lnTo>
                    <a:pt x="3613" y="412"/>
                  </a:lnTo>
                  <a:lnTo>
                    <a:pt x="3569" y="321"/>
                  </a:lnTo>
                  <a:lnTo>
                    <a:pt x="3526" y="251"/>
                  </a:lnTo>
                  <a:lnTo>
                    <a:pt x="3478" y="196"/>
                  </a:lnTo>
                  <a:lnTo>
                    <a:pt x="3413" y="147"/>
                  </a:lnTo>
                  <a:lnTo>
                    <a:pt x="3319" y="101"/>
                  </a:lnTo>
                  <a:lnTo>
                    <a:pt x="3200" y="60"/>
                  </a:lnTo>
                  <a:lnTo>
                    <a:pt x="3064" y="29"/>
                  </a:lnTo>
                  <a:lnTo>
                    <a:pt x="2922" y="8"/>
                  </a:lnTo>
                  <a:lnTo>
                    <a:pt x="2783" y="0"/>
                  </a:lnTo>
                  <a:lnTo>
                    <a:pt x="2656" y="3"/>
                  </a:lnTo>
                  <a:lnTo>
                    <a:pt x="2539" y="20"/>
                  </a:lnTo>
                  <a:lnTo>
                    <a:pt x="2422" y="51"/>
                  </a:lnTo>
                  <a:lnTo>
                    <a:pt x="2305" y="94"/>
                  </a:lnTo>
                  <a:lnTo>
                    <a:pt x="2187" y="148"/>
                  </a:lnTo>
                  <a:lnTo>
                    <a:pt x="2070" y="211"/>
                  </a:lnTo>
                  <a:lnTo>
                    <a:pt x="1954" y="282"/>
                  </a:lnTo>
                  <a:lnTo>
                    <a:pt x="1840" y="361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4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8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7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5" name="Forma 124"/>
            <p:cNvSpPr/>
            <p:nvPr/>
          </p:nvSpPr>
          <p:spPr>
            <a:xfrm>
              <a:off x="10184301" y="4482153"/>
              <a:ext cx="168990" cy="357377"/>
            </a:xfrm>
            <a:custGeom>
              <a:avLst/>
              <a:gdLst/>
              <a:ahLst/>
              <a:cxnLst/>
              <a:rect l="0" t="0" r="r" b="b"/>
              <a:pathLst>
                <a:path w="637" h="1371" fill="none">
                  <a:moveTo>
                    <a:pt x="637" y="646"/>
                  </a:moveTo>
                  <a:lnTo>
                    <a:pt x="465" y="554"/>
                  </a:lnTo>
                  <a:lnTo>
                    <a:pt x="254" y="395"/>
                  </a:lnTo>
                  <a:lnTo>
                    <a:pt x="135" y="237"/>
                  </a:lnTo>
                </a:path>
                <a:path w="637" h="1371" fill="none">
                  <a:moveTo>
                    <a:pt x="465" y="554"/>
                  </a:moveTo>
                  <a:lnTo>
                    <a:pt x="386" y="316"/>
                  </a:lnTo>
                  <a:lnTo>
                    <a:pt x="346" y="52"/>
                  </a:lnTo>
                </a:path>
                <a:path w="637" h="1371" fill="none">
                  <a:moveTo>
                    <a:pt x="637" y="646"/>
                  </a:moveTo>
                  <a:lnTo>
                    <a:pt x="386" y="686"/>
                  </a:lnTo>
                  <a:lnTo>
                    <a:pt x="122" y="686"/>
                  </a:lnTo>
                  <a:lnTo>
                    <a:pt x="0" y="710"/>
                  </a:lnTo>
                </a:path>
                <a:path w="637" h="1371" fill="none">
                  <a:moveTo>
                    <a:pt x="386" y="686"/>
                  </a:moveTo>
                  <a:lnTo>
                    <a:pt x="201" y="871"/>
                  </a:lnTo>
                  <a:lnTo>
                    <a:pt x="56" y="1029"/>
                  </a:lnTo>
                </a:path>
                <a:path w="637" h="1371" fill="none">
                  <a:moveTo>
                    <a:pt x="637" y="646"/>
                  </a:moveTo>
                  <a:lnTo>
                    <a:pt x="465" y="871"/>
                  </a:lnTo>
                  <a:lnTo>
                    <a:pt x="307" y="1135"/>
                  </a:lnTo>
                  <a:lnTo>
                    <a:pt x="162" y="1346"/>
                  </a:lnTo>
                </a:path>
                <a:path w="637" h="1371" fill="none">
                  <a:moveTo>
                    <a:pt x="465" y="871"/>
                  </a:moveTo>
                  <a:lnTo>
                    <a:pt x="544" y="1135"/>
                  </a:lnTo>
                  <a:lnTo>
                    <a:pt x="466" y="1371"/>
                  </a:lnTo>
                </a:path>
                <a:path w="637" h="1371" fill="none">
                  <a:moveTo>
                    <a:pt x="307" y="1135"/>
                  </a:moveTo>
                  <a:lnTo>
                    <a:pt x="96" y="1267"/>
                  </a:lnTo>
                  <a:lnTo>
                    <a:pt x="5" y="1334"/>
                  </a:lnTo>
                </a:path>
                <a:path w="637" h="1371" fill="none">
                  <a:moveTo>
                    <a:pt x="254" y="395"/>
                  </a:moveTo>
                  <a:lnTo>
                    <a:pt x="69" y="448"/>
                  </a:lnTo>
                  <a:lnTo>
                    <a:pt x="33" y="476"/>
                  </a:lnTo>
                </a:path>
                <a:path w="637" h="1371" fill="none">
                  <a:moveTo>
                    <a:pt x="386" y="316"/>
                  </a:moveTo>
                  <a:lnTo>
                    <a:pt x="228" y="158"/>
                  </a:lnTo>
                </a:path>
                <a:path w="637" h="1371" fill="none">
                  <a:moveTo>
                    <a:pt x="201" y="871"/>
                  </a:moveTo>
                  <a:lnTo>
                    <a:pt x="228" y="1055"/>
                  </a:lnTo>
                  <a:lnTo>
                    <a:pt x="148" y="1240"/>
                  </a:lnTo>
                </a:path>
                <a:path w="637" h="1371" fill="none">
                  <a:moveTo>
                    <a:pt x="637" y="646"/>
                  </a:moveTo>
                  <a:lnTo>
                    <a:pt x="597" y="448"/>
                  </a:lnTo>
                  <a:lnTo>
                    <a:pt x="518" y="237"/>
                  </a:lnTo>
                  <a:lnTo>
                    <a:pt x="465" y="0"/>
                  </a:lnTo>
                </a:path>
                <a:path w="637" h="1371" fill="none">
                  <a:moveTo>
                    <a:pt x="122" y="686"/>
                  </a:moveTo>
                  <a:lnTo>
                    <a:pt x="43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26" name="Forma 125"/>
            <p:cNvSpPr/>
            <p:nvPr/>
          </p:nvSpPr>
          <p:spPr>
            <a:xfrm>
              <a:off x="10174120" y="4650712"/>
              <a:ext cx="182672" cy="205512"/>
            </a:xfrm>
            <a:custGeom>
              <a:avLst/>
              <a:gdLst/>
              <a:ahLst/>
              <a:cxnLst/>
              <a:rect l="0" t="0" r="r" b="b"/>
              <a:pathLst>
                <a:path w="688" h="788" fill="none">
                  <a:moveTo>
                    <a:pt x="0" y="44"/>
                  </a:moveTo>
                  <a:lnTo>
                    <a:pt x="35" y="48"/>
                  </a:lnTo>
                  <a:lnTo>
                    <a:pt x="97" y="54"/>
                  </a:lnTo>
                  <a:lnTo>
                    <a:pt x="159" y="58"/>
                  </a:lnTo>
                  <a:lnTo>
                    <a:pt x="213" y="60"/>
                  </a:lnTo>
                  <a:lnTo>
                    <a:pt x="258" y="59"/>
                  </a:lnTo>
                  <a:lnTo>
                    <a:pt x="299" y="56"/>
                  </a:lnTo>
                  <a:lnTo>
                    <a:pt x="339" y="51"/>
                  </a:lnTo>
                  <a:lnTo>
                    <a:pt x="380" y="45"/>
                  </a:lnTo>
                  <a:lnTo>
                    <a:pt x="424" y="39"/>
                  </a:lnTo>
                  <a:lnTo>
                    <a:pt x="478" y="32"/>
                  </a:lnTo>
                  <a:lnTo>
                    <a:pt x="539" y="23"/>
                  </a:lnTo>
                  <a:lnTo>
                    <a:pt x="599" y="13"/>
                  </a:lnTo>
                  <a:lnTo>
                    <a:pt x="652" y="5"/>
                  </a:lnTo>
                  <a:lnTo>
                    <a:pt x="688" y="0"/>
                  </a:lnTo>
                </a:path>
                <a:path w="688" h="788" fill="none">
                  <a:moveTo>
                    <a:pt x="16" y="788"/>
                  </a:moveTo>
                  <a:lnTo>
                    <a:pt x="34" y="765"/>
                  </a:lnTo>
                  <a:lnTo>
                    <a:pt x="80" y="709"/>
                  </a:lnTo>
                  <a:lnTo>
                    <a:pt x="133" y="644"/>
                  </a:lnTo>
                  <a:lnTo>
                    <a:pt x="188" y="577"/>
                  </a:lnTo>
                  <a:lnTo>
                    <a:pt x="240" y="514"/>
                  </a:lnTo>
                  <a:lnTo>
                    <a:pt x="288" y="455"/>
                  </a:lnTo>
                  <a:lnTo>
                    <a:pt x="336" y="393"/>
                  </a:lnTo>
                  <a:lnTo>
                    <a:pt x="384" y="332"/>
                  </a:lnTo>
                  <a:lnTo>
                    <a:pt x="431" y="275"/>
                  </a:lnTo>
                  <a:lnTo>
                    <a:pt x="477" y="224"/>
                  </a:lnTo>
                  <a:lnTo>
                    <a:pt x="524" y="177"/>
                  </a:lnTo>
                  <a:lnTo>
                    <a:pt x="574" y="134"/>
                  </a:lnTo>
                  <a:lnTo>
                    <a:pt x="620" y="95"/>
                  </a:lnTo>
                  <a:lnTo>
                    <a:pt x="660" y="63"/>
                  </a:lnTo>
                  <a:lnTo>
                    <a:pt x="68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27" name="PleuraVisceralD_4"/>
          <p:cNvSpPr/>
          <p:nvPr/>
        </p:nvSpPr>
        <p:spPr>
          <a:xfrm>
            <a:off x="10164974" y="4433096"/>
            <a:ext cx="284958" cy="499762"/>
          </a:xfrm>
          <a:custGeom>
            <a:avLst/>
            <a:gdLst/>
            <a:ahLst/>
            <a:cxnLst/>
            <a:rect l="0" t="0" r="r" b="b"/>
            <a:pathLst>
              <a:path w="1074" h="1917" fill="none">
                <a:moveTo>
                  <a:pt x="91" y="1914"/>
                </a:moveTo>
                <a:lnTo>
                  <a:pt x="104" y="1901"/>
                </a:lnTo>
                <a:lnTo>
                  <a:pt x="120" y="1880"/>
                </a:lnTo>
                <a:lnTo>
                  <a:pt x="139" y="1854"/>
                </a:lnTo>
                <a:lnTo>
                  <a:pt x="139" y="1854"/>
                </a:lnTo>
                <a:lnTo>
                  <a:pt x="161" y="1826"/>
                </a:lnTo>
                <a:lnTo>
                  <a:pt x="161" y="1825"/>
                </a:lnTo>
                <a:lnTo>
                  <a:pt x="185" y="1798"/>
                </a:lnTo>
                <a:lnTo>
                  <a:pt x="187" y="1796"/>
                </a:lnTo>
                <a:lnTo>
                  <a:pt x="212" y="1772"/>
                </a:lnTo>
                <a:lnTo>
                  <a:pt x="213" y="1770"/>
                </a:lnTo>
                <a:lnTo>
                  <a:pt x="241" y="1748"/>
                </a:lnTo>
                <a:lnTo>
                  <a:pt x="242" y="1747"/>
                </a:lnTo>
                <a:lnTo>
                  <a:pt x="273" y="1724"/>
                </a:lnTo>
                <a:lnTo>
                  <a:pt x="274" y="1723"/>
                </a:lnTo>
                <a:lnTo>
                  <a:pt x="306" y="1701"/>
                </a:lnTo>
                <a:lnTo>
                  <a:pt x="308" y="1700"/>
                </a:lnTo>
                <a:lnTo>
                  <a:pt x="341" y="1679"/>
                </a:lnTo>
                <a:lnTo>
                  <a:pt x="343" y="1678"/>
                </a:lnTo>
                <a:lnTo>
                  <a:pt x="376" y="1660"/>
                </a:lnTo>
                <a:lnTo>
                  <a:pt x="378" y="1659"/>
                </a:lnTo>
                <a:lnTo>
                  <a:pt x="410" y="1645"/>
                </a:lnTo>
                <a:lnTo>
                  <a:pt x="413" y="1644"/>
                </a:lnTo>
                <a:lnTo>
                  <a:pt x="444" y="1634"/>
                </a:lnTo>
                <a:lnTo>
                  <a:pt x="447" y="1633"/>
                </a:lnTo>
                <a:lnTo>
                  <a:pt x="478" y="1626"/>
                </a:lnTo>
                <a:lnTo>
                  <a:pt x="481" y="1625"/>
                </a:lnTo>
                <a:lnTo>
                  <a:pt x="512" y="1621"/>
                </a:lnTo>
                <a:lnTo>
                  <a:pt x="515" y="1621"/>
                </a:lnTo>
                <a:lnTo>
                  <a:pt x="545" y="1619"/>
                </a:lnTo>
                <a:lnTo>
                  <a:pt x="548" y="1619"/>
                </a:lnTo>
                <a:lnTo>
                  <a:pt x="578" y="1619"/>
                </a:lnTo>
                <a:lnTo>
                  <a:pt x="580" y="1619"/>
                </a:lnTo>
                <a:lnTo>
                  <a:pt x="609" y="1621"/>
                </a:lnTo>
                <a:lnTo>
                  <a:pt x="612" y="1622"/>
                </a:lnTo>
                <a:lnTo>
                  <a:pt x="638" y="1627"/>
                </a:lnTo>
                <a:lnTo>
                  <a:pt x="640" y="1627"/>
                </a:lnTo>
                <a:lnTo>
                  <a:pt x="643" y="1628"/>
                </a:lnTo>
                <a:lnTo>
                  <a:pt x="665" y="1636"/>
                </a:lnTo>
                <a:lnTo>
                  <a:pt x="668" y="1637"/>
                </a:lnTo>
                <a:lnTo>
                  <a:pt x="690" y="1647"/>
                </a:lnTo>
                <a:lnTo>
                  <a:pt x="690" y="1648"/>
                </a:lnTo>
                <a:lnTo>
                  <a:pt x="713" y="1659"/>
                </a:lnTo>
                <a:lnTo>
                  <a:pt x="740" y="1670"/>
                </a:lnTo>
                <a:lnTo>
                  <a:pt x="774" y="1681"/>
                </a:lnTo>
                <a:lnTo>
                  <a:pt x="822" y="1696"/>
                </a:lnTo>
                <a:lnTo>
                  <a:pt x="822" y="1696"/>
                </a:lnTo>
                <a:lnTo>
                  <a:pt x="882" y="1716"/>
                </a:lnTo>
                <a:lnTo>
                  <a:pt x="944" y="1737"/>
                </a:lnTo>
                <a:lnTo>
                  <a:pt x="1003" y="1752"/>
                </a:lnTo>
                <a:lnTo>
                  <a:pt x="1047" y="1757"/>
                </a:lnTo>
                <a:lnTo>
                  <a:pt x="1065" y="1752"/>
                </a:lnTo>
                <a:lnTo>
                  <a:pt x="1072" y="1740"/>
                </a:lnTo>
                <a:lnTo>
                  <a:pt x="1074" y="1706"/>
                </a:lnTo>
                <a:lnTo>
                  <a:pt x="1067" y="1656"/>
                </a:lnTo>
                <a:lnTo>
                  <a:pt x="1056" y="1599"/>
                </a:lnTo>
                <a:lnTo>
                  <a:pt x="1043" y="1541"/>
                </a:lnTo>
                <a:lnTo>
                  <a:pt x="1042" y="1539"/>
                </a:lnTo>
                <a:lnTo>
                  <a:pt x="1033" y="1486"/>
                </a:lnTo>
                <a:lnTo>
                  <a:pt x="1033" y="1485"/>
                </a:lnTo>
                <a:lnTo>
                  <a:pt x="1027" y="1437"/>
                </a:lnTo>
                <a:lnTo>
                  <a:pt x="1019" y="1389"/>
                </a:lnTo>
                <a:lnTo>
                  <a:pt x="1011" y="1341"/>
                </a:lnTo>
                <a:lnTo>
                  <a:pt x="1002" y="1293"/>
                </a:lnTo>
                <a:lnTo>
                  <a:pt x="994" y="1244"/>
                </a:lnTo>
                <a:lnTo>
                  <a:pt x="994" y="1244"/>
                </a:lnTo>
                <a:lnTo>
                  <a:pt x="985" y="1196"/>
                </a:lnTo>
                <a:lnTo>
                  <a:pt x="985" y="1196"/>
                </a:lnTo>
                <a:lnTo>
                  <a:pt x="977" y="1147"/>
                </a:lnTo>
                <a:lnTo>
                  <a:pt x="977" y="1147"/>
                </a:lnTo>
                <a:lnTo>
                  <a:pt x="970" y="1099"/>
                </a:lnTo>
                <a:lnTo>
                  <a:pt x="962" y="1050"/>
                </a:lnTo>
                <a:lnTo>
                  <a:pt x="954" y="1002"/>
                </a:lnTo>
                <a:lnTo>
                  <a:pt x="946" y="954"/>
                </a:lnTo>
                <a:lnTo>
                  <a:pt x="938" y="906"/>
                </a:lnTo>
                <a:lnTo>
                  <a:pt x="929" y="857"/>
                </a:lnTo>
                <a:lnTo>
                  <a:pt x="920" y="809"/>
                </a:lnTo>
                <a:lnTo>
                  <a:pt x="910" y="761"/>
                </a:lnTo>
                <a:lnTo>
                  <a:pt x="901" y="712"/>
                </a:lnTo>
                <a:lnTo>
                  <a:pt x="890" y="665"/>
                </a:lnTo>
                <a:lnTo>
                  <a:pt x="879" y="617"/>
                </a:lnTo>
                <a:lnTo>
                  <a:pt x="868" y="568"/>
                </a:lnTo>
                <a:lnTo>
                  <a:pt x="855" y="519"/>
                </a:lnTo>
                <a:lnTo>
                  <a:pt x="842" y="470"/>
                </a:lnTo>
                <a:lnTo>
                  <a:pt x="829" y="423"/>
                </a:lnTo>
                <a:lnTo>
                  <a:pt x="815" y="377"/>
                </a:lnTo>
                <a:lnTo>
                  <a:pt x="801" y="334"/>
                </a:lnTo>
                <a:lnTo>
                  <a:pt x="787" y="294"/>
                </a:lnTo>
                <a:lnTo>
                  <a:pt x="772" y="256"/>
                </a:lnTo>
                <a:lnTo>
                  <a:pt x="757" y="220"/>
                </a:lnTo>
                <a:lnTo>
                  <a:pt x="742" y="186"/>
                </a:lnTo>
                <a:lnTo>
                  <a:pt x="728" y="155"/>
                </a:lnTo>
                <a:lnTo>
                  <a:pt x="714" y="126"/>
                </a:lnTo>
                <a:lnTo>
                  <a:pt x="714" y="126"/>
                </a:lnTo>
                <a:lnTo>
                  <a:pt x="702" y="101"/>
                </a:lnTo>
                <a:lnTo>
                  <a:pt x="702" y="100"/>
                </a:lnTo>
                <a:lnTo>
                  <a:pt x="693" y="79"/>
                </a:lnTo>
                <a:lnTo>
                  <a:pt x="684" y="61"/>
                </a:lnTo>
                <a:lnTo>
                  <a:pt x="676" y="48"/>
                </a:lnTo>
                <a:lnTo>
                  <a:pt x="667" y="37"/>
                </a:lnTo>
                <a:lnTo>
                  <a:pt x="654" y="28"/>
                </a:lnTo>
                <a:lnTo>
                  <a:pt x="636" y="19"/>
                </a:lnTo>
                <a:lnTo>
                  <a:pt x="613" y="11"/>
                </a:lnTo>
                <a:lnTo>
                  <a:pt x="587" y="5"/>
                </a:lnTo>
                <a:lnTo>
                  <a:pt x="560" y="1"/>
                </a:lnTo>
                <a:lnTo>
                  <a:pt x="533" y="0"/>
                </a:lnTo>
                <a:lnTo>
                  <a:pt x="509" y="0"/>
                </a:lnTo>
                <a:lnTo>
                  <a:pt x="486" y="4"/>
                </a:lnTo>
                <a:lnTo>
                  <a:pt x="464" y="9"/>
                </a:lnTo>
                <a:lnTo>
                  <a:pt x="442" y="18"/>
                </a:lnTo>
                <a:lnTo>
                  <a:pt x="419" y="28"/>
                </a:lnTo>
                <a:lnTo>
                  <a:pt x="397" y="40"/>
                </a:lnTo>
                <a:lnTo>
                  <a:pt x="374" y="54"/>
                </a:lnTo>
                <a:lnTo>
                  <a:pt x="352" y="69"/>
                </a:lnTo>
                <a:lnTo>
                  <a:pt x="331" y="86"/>
                </a:lnTo>
                <a:lnTo>
                  <a:pt x="310" y="104"/>
                </a:lnTo>
                <a:lnTo>
                  <a:pt x="289" y="124"/>
                </a:lnTo>
                <a:lnTo>
                  <a:pt x="269" y="146"/>
                </a:lnTo>
                <a:lnTo>
                  <a:pt x="249" y="169"/>
                </a:lnTo>
                <a:lnTo>
                  <a:pt x="231" y="193"/>
                </a:lnTo>
                <a:lnTo>
                  <a:pt x="213" y="219"/>
                </a:lnTo>
                <a:lnTo>
                  <a:pt x="195" y="247"/>
                </a:lnTo>
                <a:lnTo>
                  <a:pt x="179" y="276"/>
                </a:lnTo>
                <a:lnTo>
                  <a:pt x="163" y="306"/>
                </a:lnTo>
                <a:lnTo>
                  <a:pt x="147" y="337"/>
                </a:lnTo>
                <a:lnTo>
                  <a:pt x="133" y="370"/>
                </a:lnTo>
                <a:lnTo>
                  <a:pt x="118" y="404"/>
                </a:lnTo>
                <a:lnTo>
                  <a:pt x="105" y="440"/>
                </a:lnTo>
                <a:lnTo>
                  <a:pt x="92" y="476"/>
                </a:lnTo>
                <a:lnTo>
                  <a:pt x="81" y="514"/>
                </a:lnTo>
                <a:lnTo>
                  <a:pt x="70" y="552"/>
                </a:lnTo>
                <a:lnTo>
                  <a:pt x="60" y="591"/>
                </a:lnTo>
                <a:lnTo>
                  <a:pt x="51" y="631"/>
                </a:lnTo>
                <a:lnTo>
                  <a:pt x="43" y="672"/>
                </a:lnTo>
                <a:lnTo>
                  <a:pt x="36" y="714"/>
                </a:lnTo>
                <a:lnTo>
                  <a:pt x="29" y="756"/>
                </a:lnTo>
                <a:lnTo>
                  <a:pt x="23" y="799"/>
                </a:lnTo>
                <a:lnTo>
                  <a:pt x="18" y="841"/>
                </a:lnTo>
                <a:lnTo>
                  <a:pt x="13" y="885"/>
                </a:lnTo>
                <a:lnTo>
                  <a:pt x="10" y="928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4" y="1364"/>
                </a:lnTo>
                <a:lnTo>
                  <a:pt x="7" y="1407"/>
                </a:lnTo>
                <a:lnTo>
                  <a:pt x="11" y="1450"/>
                </a:lnTo>
                <a:lnTo>
                  <a:pt x="15" y="1491"/>
                </a:lnTo>
                <a:lnTo>
                  <a:pt x="19" y="1532"/>
                </a:lnTo>
                <a:lnTo>
                  <a:pt x="23" y="1570"/>
                </a:lnTo>
                <a:lnTo>
                  <a:pt x="28" y="1607"/>
                </a:lnTo>
                <a:lnTo>
                  <a:pt x="33" y="1642"/>
                </a:lnTo>
                <a:lnTo>
                  <a:pt x="38" y="1677"/>
                </a:lnTo>
                <a:lnTo>
                  <a:pt x="43" y="1709"/>
                </a:lnTo>
                <a:lnTo>
                  <a:pt x="49" y="1741"/>
                </a:lnTo>
                <a:lnTo>
                  <a:pt x="54" y="1772"/>
                </a:lnTo>
                <a:lnTo>
                  <a:pt x="60" y="1803"/>
                </a:lnTo>
                <a:lnTo>
                  <a:pt x="66" y="1834"/>
                </a:lnTo>
                <a:lnTo>
                  <a:pt x="72" y="1863"/>
                </a:lnTo>
                <a:lnTo>
                  <a:pt x="78" y="1889"/>
                </a:lnTo>
                <a:lnTo>
                  <a:pt x="84" y="1909"/>
                </a:lnTo>
                <a:lnTo>
                  <a:pt x="87" y="1917"/>
                </a:lnTo>
                <a:lnTo>
                  <a:pt x="91" y="191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28" name="PulmonIzquierdo_4"/>
          <p:cNvGrpSpPr/>
          <p:nvPr/>
        </p:nvGrpSpPr>
        <p:grpSpPr>
          <a:xfrm>
            <a:off x="10878740" y="3797922"/>
            <a:ext cx="628617" cy="1948187"/>
            <a:chOff x="10878740" y="3797922"/>
            <a:chExt cx="628617" cy="1948187"/>
          </a:xfrm>
        </p:grpSpPr>
        <p:sp>
          <p:nvSpPr>
            <p:cNvPr id="129" name="Forma 128"/>
            <p:cNvSpPr/>
            <p:nvPr/>
          </p:nvSpPr>
          <p:spPr>
            <a:xfrm>
              <a:off x="10878740" y="3797922"/>
              <a:ext cx="628617" cy="1948187"/>
            </a:xfrm>
            <a:custGeom>
              <a:avLst/>
              <a:gdLst/>
              <a:ahLst/>
              <a:cxnLst/>
              <a:rect l="0" t="0" r="r" b="b"/>
              <a:pathLst>
                <a:path w="3171" h="10000">
                  <a:moveTo>
                    <a:pt x="716" y="8"/>
                  </a:moveTo>
                  <a:lnTo>
                    <a:pt x="713" y="21"/>
                  </a:lnTo>
                  <a:lnTo>
                    <a:pt x="709" y="33"/>
                  </a:lnTo>
                  <a:lnTo>
                    <a:pt x="703" y="45"/>
                  </a:lnTo>
                  <a:lnTo>
                    <a:pt x="671" y="110"/>
                  </a:lnTo>
                  <a:lnTo>
                    <a:pt x="666" y="118"/>
                  </a:lnTo>
                  <a:lnTo>
                    <a:pt x="622" y="192"/>
                  </a:lnTo>
                  <a:lnTo>
                    <a:pt x="622" y="192"/>
                  </a:lnTo>
                  <a:lnTo>
                    <a:pt x="573" y="276"/>
                  </a:lnTo>
                  <a:lnTo>
                    <a:pt x="522" y="367"/>
                  </a:lnTo>
                  <a:lnTo>
                    <a:pt x="474" y="470"/>
                  </a:lnTo>
                  <a:lnTo>
                    <a:pt x="430" y="588"/>
                  </a:lnTo>
                  <a:lnTo>
                    <a:pt x="387" y="727"/>
                  </a:lnTo>
                  <a:lnTo>
                    <a:pt x="343" y="883"/>
                  </a:lnTo>
                  <a:lnTo>
                    <a:pt x="300" y="1054"/>
                  </a:lnTo>
                  <a:lnTo>
                    <a:pt x="259" y="1238"/>
                  </a:lnTo>
                  <a:lnTo>
                    <a:pt x="221" y="1431"/>
                  </a:lnTo>
                  <a:lnTo>
                    <a:pt x="187" y="1633"/>
                  </a:lnTo>
                  <a:lnTo>
                    <a:pt x="157" y="1848"/>
                  </a:lnTo>
                  <a:lnTo>
                    <a:pt x="130" y="2079"/>
                  </a:lnTo>
                  <a:lnTo>
                    <a:pt x="107" y="2321"/>
                  </a:lnTo>
                  <a:lnTo>
                    <a:pt x="86" y="2569"/>
                  </a:lnTo>
                  <a:lnTo>
                    <a:pt x="68" y="2818"/>
                  </a:lnTo>
                  <a:lnTo>
                    <a:pt x="54" y="3064"/>
                  </a:lnTo>
                  <a:lnTo>
                    <a:pt x="54" y="3065"/>
                  </a:lnTo>
                  <a:lnTo>
                    <a:pt x="38" y="3308"/>
                  </a:lnTo>
                  <a:lnTo>
                    <a:pt x="38" y="3309"/>
                  </a:lnTo>
                  <a:lnTo>
                    <a:pt x="20" y="3553"/>
                  </a:lnTo>
                  <a:lnTo>
                    <a:pt x="6" y="3796"/>
                  </a:lnTo>
                  <a:lnTo>
                    <a:pt x="0" y="4035"/>
                  </a:lnTo>
                  <a:lnTo>
                    <a:pt x="5" y="4272"/>
                  </a:lnTo>
                  <a:lnTo>
                    <a:pt x="28" y="4506"/>
                  </a:lnTo>
                  <a:lnTo>
                    <a:pt x="71" y="4740"/>
                  </a:lnTo>
                  <a:lnTo>
                    <a:pt x="134" y="4976"/>
                  </a:lnTo>
                  <a:lnTo>
                    <a:pt x="210" y="5216"/>
                  </a:lnTo>
                  <a:lnTo>
                    <a:pt x="293" y="5460"/>
                  </a:lnTo>
                  <a:lnTo>
                    <a:pt x="293" y="5461"/>
                  </a:lnTo>
                  <a:lnTo>
                    <a:pt x="376" y="5706"/>
                  </a:lnTo>
                  <a:lnTo>
                    <a:pt x="377" y="5710"/>
                  </a:lnTo>
                  <a:lnTo>
                    <a:pt x="452" y="5955"/>
                  </a:lnTo>
                  <a:lnTo>
                    <a:pt x="453" y="5956"/>
                  </a:lnTo>
                  <a:lnTo>
                    <a:pt x="524" y="6197"/>
                  </a:lnTo>
                  <a:lnTo>
                    <a:pt x="597" y="6432"/>
                  </a:lnTo>
                  <a:lnTo>
                    <a:pt x="597" y="6432"/>
                  </a:lnTo>
                  <a:lnTo>
                    <a:pt x="670" y="6669"/>
                  </a:lnTo>
                  <a:lnTo>
                    <a:pt x="671" y="6672"/>
                  </a:lnTo>
                  <a:lnTo>
                    <a:pt x="740" y="6913"/>
                  </a:lnTo>
                  <a:lnTo>
                    <a:pt x="741" y="6918"/>
                  </a:lnTo>
                  <a:lnTo>
                    <a:pt x="804" y="7169"/>
                  </a:lnTo>
                  <a:lnTo>
                    <a:pt x="805" y="7175"/>
                  </a:lnTo>
                  <a:lnTo>
                    <a:pt x="859" y="7441"/>
                  </a:lnTo>
                  <a:lnTo>
                    <a:pt x="921" y="7748"/>
                  </a:lnTo>
                  <a:lnTo>
                    <a:pt x="997" y="8099"/>
                  </a:lnTo>
                  <a:lnTo>
                    <a:pt x="998" y="8102"/>
                  </a:lnTo>
                  <a:lnTo>
                    <a:pt x="1068" y="8465"/>
                  </a:lnTo>
                  <a:lnTo>
                    <a:pt x="1069" y="8474"/>
                  </a:lnTo>
                  <a:lnTo>
                    <a:pt x="1088" y="8618"/>
                  </a:lnTo>
                  <a:lnTo>
                    <a:pt x="1090" y="8619"/>
                  </a:lnTo>
                  <a:lnTo>
                    <a:pt x="1253" y="8691"/>
                  </a:lnTo>
                  <a:lnTo>
                    <a:pt x="1263" y="8696"/>
                  </a:lnTo>
                  <a:lnTo>
                    <a:pt x="1432" y="8788"/>
                  </a:lnTo>
                  <a:lnTo>
                    <a:pt x="1440" y="8792"/>
                  </a:lnTo>
                  <a:lnTo>
                    <a:pt x="1610" y="8898"/>
                  </a:lnTo>
                  <a:lnTo>
                    <a:pt x="1616" y="8902"/>
                  </a:lnTo>
                  <a:lnTo>
                    <a:pt x="1781" y="9016"/>
                  </a:lnTo>
                  <a:lnTo>
                    <a:pt x="1786" y="9020"/>
                  </a:lnTo>
                  <a:lnTo>
                    <a:pt x="1941" y="9137"/>
                  </a:lnTo>
                  <a:lnTo>
                    <a:pt x="1946" y="9140"/>
                  </a:lnTo>
                  <a:lnTo>
                    <a:pt x="2086" y="9255"/>
                  </a:lnTo>
                  <a:lnTo>
                    <a:pt x="2096" y="9263"/>
                  </a:lnTo>
                  <a:lnTo>
                    <a:pt x="2223" y="9386"/>
                  </a:lnTo>
                  <a:lnTo>
                    <a:pt x="2232" y="9396"/>
                  </a:lnTo>
                  <a:lnTo>
                    <a:pt x="2350" y="9533"/>
                  </a:lnTo>
                  <a:lnTo>
                    <a:pt x="2355" y="9539"/>
                  </a:lnTo>
                  <a:lnTo>
                    <a:pt x="2463" y="9679"/>
                  </a:lnTo>
                  <a:lnTo>
                    <a:pt x="2464" y="9681"/>
                  </a:lnTo>
                  <a:lnTo>
                    <a:pt x="2561" y="9811"/>
                  </a:lnTo>
                  <a:lnTo>
                    <a:pt x="2643" y="9915"/>
                  </a:lnTo>
                  <a:lnTo>
                    <a:pt x="2709" y="9983"/>
                  </a:lnTo>
                  <a:lnTo>
                    <a:pt x="2729" y="10000"/>
                  </a:lnTo>
                  <a:lnTo>
                    <a:pt x="2746" y="9960"/>
                  </a:lnTo>
                  <a:lnTo>
                    <a:pt x="2775" y="9865"/>
                  </a:lnTo>
                  <a:lnTo>
                    <a:pt x="2804" y="9742"/>
                  </a:lnTo>
                  <a:lnTo>
                    <a:pt x="2834" y="9599"/>
                  </a:lnTo>
                  <a:lnTo>
                    <a:pt x="2863" y="9438"/>
                  </a:lnTo>
                  <a:lnTo>
                    <a:pt x="2891" y="9266"/>
                  </a:lnTo>
                  <a:lnTo>
                    <a:pt x="2920" y="9074"/>
                  </a:lnTo>
                  <a:lnTo>
                    <a:pt x="2948" y="8858"/>
                  </a:lnTo>
                  <a:lnTo>
                    <a:pt x="2976" y="8626"/>
                  </a:lnTo>
                  <a:lnTo>
                    <a:pt x="3002" y="8387"/>
                  </a:lnTo>
                  <a:lnTo>
                    <a:pt x="3028" y="8149"/>
                  </a:lnTo>
                  <a:lnTo>
                    <a:pt x="3051" y="7923"/>
                  </a:lnTo>
                  <a:lnTo>
                    <a:pt x="3073" y="7707"/>
                  </a:lnTo>
                  <a:lnTo>
                    <a:pt x="3094" y="7496"/>
                  </a:lnTo>
                  <a:lnTo>
                    <a:pt x="3114" y="7288"/>
                  </a:lnTo>
                  <a:lnTo>
                    <a:pt x="3132" y="7081"/>
                  </a:lnTo>
                  <a:lnTo>
                    <a:pt x="3146" y="6873"/>
                  </a:lnTo>
                  <a:lnTo>
                    <a:pt x="3157" y="6661"/>
                  </a:lnTo>
                  <a:lnTo>
                    <a:pt x="3165" y="6444"/>
                  </a:lnTo>
                  <a:lnTo>
                    <a:pt x="3169" y="6224"/>
                  </a:lnTo>
                  <a:lnTo>
                    <a:pt x="3171" y="6002"/>
                  </a:lnTo>
                  <a:lnTo>
                    <a:pt x="3169" y="5780"/>
                  </a:lnTo>
                  <a:lnTo>
                    <a:pt x="3165" y="5557"/>
                  </a:lnTo>
                  <a:lnTo>
                    <a:pt x="3157" y="5335"/>
                  </a:lnTo>
                  <a:lnTo>
                    <a:pt x="3147" y="5113"/>
                  </a:lnTo>
                  <a:lnTo>
                    <a:pt x="3135" y="4890"/>
                  </a:lnTo>
                  <a:lnTo>
                    <a:pt x="3119" y="4668"/>
                  </a:lnTo>
                  <a:lnTo>
                    <a:pt x="3100" y="4446"/>
                  </a:lnTo>
                  <a:lnTo>
                    <a:pt x="3078" y="4227"/>
                  </a:lnTo>
                  <a:lnTo>
                    <a:pt x="3051" y="4011"/>
                  </a:lnTo>
                  <a:lnTo>
                    <a:pt x="3021" y="3796"/>
                  </a:lnTo>
                  <a:lnTo>
                    <a:pt x="2988" y="3581"/>
                  </a:lnTo>
                  <a:lnTo>
                    <a:pt x="2951" y="3369"/>
                  </a:lnTo>
                  <a:lnTo>
                    <a:pt x="2910" y="3160"/>
                  </a:lnTo>
                  <a:lnTo>
                    <a:pt x="2864" y="2957"/>
                  </a:lnTo>
                  <a:lnTo>
                    <a:pt x="2814" y="2759"/>
                  </a:lnTo>
                  <a:lnTo>
                    <a:pt x="2759" y="2566"/>
                  </a:lnTo>
                  <a:lnTo>
                    <a:pt x="2700" y="2377"/>
                  </a:lnTo>
                  <a:lnTo>
                    <a:pt x="2636" y="2192"/>
                  </a:lnTo>
                  <a:lnTo>
                    <a:pt x="2568" y="2012"/>
                  </a:lnTo>
                  <a:lnTo>
                    <a:pt x="2497" y="1839"/>
                  </a:lnTo>
                  <a:lnTo>
                    <a:pt x="2422" y="1673"/>
                  </a:lnTo>
                  <a:lnTo>
                    <a:pt x="2344" y="1514"/>
                  </a:lnTo>
                  <a:lnTo>
                    <a:pt x="2263" y="1361"/>
                  </a:lnTo>
                  <a:lnTo>
                    <a:pt x="2178" y="1214"/>
                  </a:lnTo>
                  <a:lnTo>
                    <a:pt x="2091" y="1075"/>
                  </a:lnTo>
                  <a:lnTo>
                    <a:pt x="2000" y="943"/>
                  </a:lnTo>
                  <a:lnTo>
                    <a:pt x="1905" y="820"/>
                  </a:lnTo>
                  <a:lnTo>
                    <a:pt x="1807" y="704"/>
                  </a:lnTo>
                  <a:lnTo>
                    <a:pt x="1705" y="594"/>
                  </a:lnTo>
                  <a:lnTo>
                    <a:pt x="1599" y="492"/>
                  </a:lnTo>
                  <a:lnTo>
                    <a:pt x="1491" y="397"/>
                  </a:lnTo>
                  <a:lnTo>
                    <a:pt x="1382" y="312"/>
                  </a:lnTo>
                  <a:lnTo>
                    <a:pt x="1273" y="237"/>
                  </a:lnTo>
                  <a:lnTo>
                    <a:pt x="1155" y="170"/>
                  </a:lnTo>
                  <a:lnTo>
                    <a:pt x="1023" y="109"/>
                  </a:lnTo>
                  <a:lnTo>
                    <a:pt x="886" y="55"/>
                  </a:lnTo>
                  <a:lnTo>
                    <a:pt x="757" y="11"/>
                  </a:lnTo>
                  <a:lnTo>
                    <a:pt x="718" y="0"/>
                  </a:lnTo>
                  <a:lnTo>
                    <a:pt x="716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30" name="Forma 129"/>
            <p:cNvSpPr/>
            <p:nvPr/>
          </p:nvSpPr>
          <p:spPr>
            <a:xfrm>
              <a:off x="10895290" y="3976268"/>
              <a:ext cx="557736" cy="1329080"/>
            </a:xfrm>
            <a:custGeom>
              <a:avLst/>
              <a:gdLst/>
              <a:ahLst/>
              <a:cxnLst/>
              <a:rect l="0" t="0" r="r" b="b"/>
              <a:pathLst>
                <a:path w="2103" h="5100" fill="none">
                  <a:moveTo>
                    <a:pt x="0" y="2244"/>
                  </a:moveTo>
                  <a:lnTo>
                    <a:pt x="268" y="2100"/>
                  </a:lnTo>
                  <a:lnTo>
                    <a:pt x="1068" y="1500"/>
                  </a:lnTo>
                  <a:lnTo>
                    <a:pt x="1518" y="900"/>
                  </a:lnTo>
                </a:path>
                <a:path w="2103" h="5100" fill="none">
                  <a:moveTo>
                    <a:pt x="268" y="2100"/>
                  </a:moveTo>
                  <a:lnTo>
                    <a:pt x="568" y="1200"/>
                  </a:lnTo>
                  <a:lnTo>
                    <a:pt x="718" y="200"/>
                  </a:lnTo>
                </a:path>
                <a:path w="2103" h="5100" fill="none">
                  <a:moveTo>
                    <a:pt x="2" y="2510"/>
                  </a:moveTo>
                  <a:lnTo>
                    <a:pt x="568" y="2600"/>
                  </a:lnTo>
                  <a:lnTo>
                    <a:pt x="1568" y="2600"/>
                  </a:lnTo>
                  <a:lnTo>
                    <a:pt x="2068" y="2700"/>
                  </a:lnTo>
                </a:path>
                <a:path w="2103" h="5100" fill="none">
                  <a:moveTo>
                    <a:pt x="568" y="2600"/>
                  </a:moveTo>
                  <a:lnTo>
                    <a:pt x="1268" y="3300"/>
                  </a:lnTo>
                  <a:lnTo>
                    <a:pt x="1818" y="3900"/>
                  </a:lnTo>
                </a:path>
                <a:path w="2103" h="5100" fill="none">
                  <a:moveTo>
                    <a:pt x="125" y="3112"/>
                  </a:moveTo>
                  <a:lnTo>
                    <a:pt x="268" y="3300"/>
                  </a:lnTo>
                  <a:lnTo>
                    <a:pt x="868" y="4300"/>
                  </a:lnTo>
                  <a:lnTo>
                    <a:pt x="1418" y="5100"/>
                  </a:lnTo>
                </a:path>
                <a:path w="2103" h="5100" fill="none">
                  <a:moveTo>
                    <a:pt x="268" y="3300"/>
                  </a:moveTo>
                  <a:lnTo>
                    <a:pt x="229" y="3427"/>
                  </a:lnTo>
                </a:path>
                <a:path w="2103" h="5100" fill="none">
                  <a:moveTo>
                    <a:pt x="868" y="4300"/>
                  </a:moveTo>
                  <a:lnTo>
                    <a:pt x="1668" y="4800"/>
                  </a:lnTo>
                  <a:lnTo>
                    <a:pt x="2068" y="5100"/>
                  </a:lnTo>
                </a:path>
                <a:path w="2103" h="5100" fill="none">
                  <a:moveTo>
                    <a:pt x="1068" y="1500"/>
                  </a:moveTo>
                  <a:lnTo>
                    <a:pt x="1768" y="1700"/>
                  </a:lnTo>
                  <a:lnTo>
                    <a:pt x="2103" y="1951"/>
                  </a:lnTo>
                </a:path>
                <a:path w="2103" h="5100" fill="none">
                  <a:moveTo>
                    <a:pt x="568" y="1200"/>
                  </a:moveTo>
                  <a:lnTo>
                    <a:pt x="1168" y="600"/>
                  </a:lnTo>
                </a:path>
                <a:path w="2103" h="5100" fill="none">
                  <a:moveTo>
                    <a:pt x="1268" y="3300"/>
                  </a:moveTo>
                  <a:lnTo>
                    <a:pt x="1168" y="4000"/>
                  </a:lnTo>
                  <a:lnTo>
                    <a:pt x="1468" y="4700"/>
                  </a:lnTo>
                </a:path>
                <a:path w="2103" h="5100" fill="none">
                  <a:moveTo>
                    <a:pt x="120" y="665"/>
                  </a:moveTo>
                  <a:lnTo>
                    <a:pt x="268" y="0"/>
                  </a:lnTo>
                </a:path>
                <a:path w="2103" h="5100" fill="none">
                  <a:moveTo>
                    <a:pt x="1568" y="2600"/>
                  </a:moveTo>
                  <a:lnTo>
                    <a:pt x="1868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31" name="Forma 130"/>
            <p:cNvSpPr/>
            <p:nvPr/>
          </p:nvSpPr>
          <p:spPr>
            <a:xfrm>
              <a:off x="10900143" y="4727855"/>
              <a:ext cx="572728" cy="665390"/>
            </a:xfrm>
            <a:custGeom>
              <a:avLst/>
              <a:gdLst/>
              <a:ahLst/>
              <a:cxnLst/>
              <a:rect l="0" t="0" r="r" b="b"/>
              <a:pathLst>
                <a:path w="2159" h="2553" fill="none">
                  <a:moveTo>
                    <a:pt x="2159" y="2553"/>
                  </a:moveTo>
                  <a:lnTo>
                    <a:pt x="2078" y="2451"/>
                  </a:lnTo>
                  <a:lnTo>
                    <a:pt x="1892" y="2217"/>
                  </a:lnTo>
                  <a:lnTo>
                    <a:pt x="1675" y="1946"/>
                  </a:lnTo>
                  <a:lnTo>
                    <a:pt x="1453" y="1668"/>
                  </a:lnTo>
                  <a:lnTo>
                    <a:pt x="1249" y="1415"/>
                  </a:lnTo>
                  <a:lnTo>
                    <a:pt x="1063" y="1181"/>
                  </a:lnTo>
                  <a:lnTo>
                    <a:pt x="876" y="944"/>
                  </a:lnTo>
                  <a:lnTo>
                    <a:pt x="694" y="715"/>
                  </a:lnTo>
                  <a:lnTo>
                    <a:pt x="517" y="502"/>
                  </a:lnTo>
                  <a:lnTo>
                    <a:pt x="349" y="315"/>
                  </a:lnTo>
                  <a:lnTo>
                    <a:pt x="182" y="154"/>
                  </a:lnTo>
                  <a:lnTo>
                    <a:pt x="14" y="1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32" name="PleuraVisceralI_4"/>
          <p:cNvSpPr/>
          <p:nvPr/>
        </p:nvSpPr>
        <p:spPr>
          <a:xfrm>
            <a:off x="10878740" y="3797922"/>
            <a:ext cx="628617" cy="1948187"/>
          </a:xfrm>
          <a:custGeom>
            <a:avLst/>
            <a:gdLst/>
            <a:ahLst/>
            <a:cxnLst/>
            <a:rect l="0" t="0" r="r" b="b"/>
            <a:pathLst>
              <a:path w="2370" h="7475" fill="none">
                <a:moveTo>
                  <a:pt x="535" y="6"/>
                </a:moveTo>
                <a:lnTo>
                  <a:pt x="533" y="15"/>
                </a:lnTo>
                <a:lnTo>
                  <a:pt x="530" y="25"/>
                </a:lnTo>
                <a:lnTo>
                  <a:pt x="526" y="34"/>
                </a:lnTo>
                <a:lnTo>
                  <a:pt x="501" y="82"/>
                </a:lnTo>
                <a:lnTo>
                  <a:pt x="498" y="88"/>
                </a:lnTo>
                <a:lnTo>
                  <a:pt x="465" y="143"/>
                </a:lnTo>
                <a:lnTo>
                  <a:pt x="465" y="144"/>
                </a:lnTo>
                <a:lnTo>
                  <a:pt x="428" y="206"/>
                </a:lnTo>
                <a:lnTo>
                  <a:pt x="390" y="275"/>
                </a:lnTo>
                <a:lnTo>
                  <a:pt x="354" y="351"/>
                </a:lnTo>
                <a:lnTo>
                  <a:pt x="321" y="439"/>
                </a:lnTo>
                <a:lnTo>
                  <a:pt x="289" y="543"/>
                </a:lnTo>
                <a:lnTo>
                  <a:pt x="256" y="660"/>
                </a:lnTo>
                <a:lnTo>
                  <a:pt x="224" y="788"/>
                </a:lnTo>
                <a:lnTo>
                  <a:pt x="193" y="925"/>
                </a:lnTo>
                <a:lnTo>
                  <a:pt x="165" y="1070"/>
                </a:lnTo>
                <a:lnTo>
                  <a:pt x="139" y="1221"/>
                </a:lnTo>
                <a:lnTo>
                  <a:pt x="117" y="1381"/>
                </a:lnTo>
                <a:lnTo>
                  <a:pt x="97" y="1554"/>
                </a:lnTo>
                <a:lnTo>
                  <a:pt x="80" y="1735"/>
                </a:lnTo>
                <a:lnTo>
                  <a:pt x="64" y="1920"/>
                </a:lnTo>
                <a:lnTo>
                  <a:pt x="51" y="2107"/>
                </a:lnTo>
                <a:lnTo>
                  <a:pt x="40" y="2290"/>
                </a:lnTo>
                <a:lnTo>
                  <a:pt x="40" y="2291"/>
                </a:lnTo>
                <a:lnTo>
                  <a:pt x="28" y="2473"/>
                </a:lnTo>
                <a:lnTo>
                  <a:pt x="28" y="2474"/>
                </a:lnTo>
                <a:lnTo>
                  <a:pt x="15" y="2656"/>
                </a:lnTo>
                <a:lnTo>
                  <a:pt x="4" y="2837"/>
                </a:lnTo>
                <a:lnTo>
                  <a:pt x="0" y="3017"/>
                </a:lnTo>
                <a:lnTo>
                  <a:pt x="4" y="3194"/>
                </a:lnTo>
                <a:lnTo>
                  <a:pt x="20" y="3369"/>
                </a:lnTo>
                <a:lnTo>
                  <a:pt x="53" y="3543"/>
                </a:lnTo>
                <a:lnTo>
                  <a:pt x="100" y="3720"/>
                </a:lnTo>
                <a:lnTo>
                  <a:pt x="157" y="3900"/>
                </a:lnTo>
                <a:lnTo>
                  <a:pt x="219" y="4082"/>
                </a:lnTo>
                <a:lnTo>
                  <a:pt x="219" y="4082"/>
                </a:lnTo>
                <a:lnTo>
                  <a:pt x="281" y="4265"/>
                </a:lnTo>
                <a:lnTo>
                  <a:pt x="282" y="4268"/>
                </a:lnTo>
                <a:lnTo>
                  <a:pt x="338" y="4452"/>
                </a:lnTo>
                <a:lnTo>
                  <a:pt x="338" y="4453"/>
                </a:lnTo>
                <a:lnTo>
                  <a:pt x="391" y="4632"/>
                </a:lnTo>
                <a:lnTo>
                  <a:pt x="446" y="4808"/>
                </a:lnTo>
                <a:lnTo>
                  <a:pt x="446" y="4809"/>
                </a:lnTo>
                <a:lnTo>
                  <a:pt x="501" y="4985"/>
                </a:lnTo>
                <a:lnTo>
                  <a:pt x="501" y="4987"/>
                </a:lnTo>
                <a:lnTo>
                  <a:pt x="553" y="5168"/>
                </a:lnTo>
                <a:lnTo>
                  <a:pt x="554" y="5171"/>
                </a:lnTo>
                <a:lnTo>
                  <a:pt x="601" y="5359"/>
                </a:lnTo>
                <a:lnTo>
                  <a:pt x="602" y="5364"/>
                </a:lnTo>
                <a:lnTo>
                  <a:pt x="642" y="5562"/>
                </a:lnTo>
                <a:lnTo>
                  <a:pt x="688" y="5792"/>
                </a:lnTo>
                <a:lnTo>
                  <a:pt x="745" y="6055"/>
                </a:lnTo>
                <a:lnTo>
                  <a:pt x="746" y="6057"/>
                </a:lnTo>
                <a:lnTo>
                  <a:pt x="798" y="6328"/>
                </a:lnTo>
                <a:lnTo>
                  <a:pt x="799" y="6335"/>
                </a:lnTo>
                <a:lnTo>
                  <a:pt x="813" y="6443"/>
                </a:lnTo>
                <a:lnTo>
                  <a:pt x="814" y="6443"/>
                </a:lnTo>
                <a:lnTo>
                  <a:pt x="936" y="6497"/>
                </a:lnTo>
                <a:lnTo>
                  <a:pt x="944" y="6501"/>
                </a:lnTo>
                <a:lnTo>
                  <a:pt x="1071" y="6569"/>
                </a:lnTo>
                <a:lnTo>
                  <a:pt x="1076" y="6573"/>
                </a:lnTo>
                <a:lnTo>
                  <a:pt x="1203" y="6652"/>
                </a:lnTo>
                <a:lnTo>
                  <a:pt x="1208" y="6655"/>
                </a:lnTo>
                <a:lnTo>
                  <a:pt x="1331" y="6740"/>
                </a:lnTo>
                <a:lnTo>
                  <a:pt x="1335" y="6743"/>
                </a:lnTo>
                <a:lnTo>
                  <a:pt x="1451" y="6830"/>
                </a:lnTo>
                <a:lnTo>
                  <a:pt x="1454" y="6833"/>
                </a:lnTo>
                <a:lnTo>
                  <a:pt x="1560" y="6919"/>
                </a:lnTo>
                <a:lnTo>
                  <a:pt x="1566" y="6925"/>
                </a:lnTo>
                <a:lnTo>
                  <a:pt x="1661" y="7016"/>
                </a:lnTo>
                <a:lnTo>
                  <a:pt x="1668" y="7024"/>
                </a:lnTo>
                <a:lnTo>
                  <a:pt x="1756" y="7126"/>
                </a:lnTo>
                <a:lnTo>
                  <a:pt x="1760" y="7131"/>
                </a:lnTo>
                <a:lnTo>
                  <a:pt x="1841" y="7235"/>
                </a:lnTo>
                <a:lnTo>
                  <a:pt x="1842" y="7237"/>
                </a:lnTo>
                <a:lnTo>
                  <a:pt x="1914" y="7334"/>
                </a:lnTo>
                <a:lnTo>
                  <a:pt x="1976" y="7412"/>
                </a:lnTo>
                <a:lnTo>
                  <a:pt x="2025" y="7463"/>
                </a:lnTo>
                <a:lnTo>
                  <a:pt x="2040" y="7475"/>
                </a:lnTo>
                <a:lnTo>
                  <a:pt x="2053" y="7445"/>
                </a:lnTo>
                <a:lnTo>
                  <a:pt x="2074" y="7374"/>
                </a:lnTo>
                <a:lnTo>
                  <a:pt x="2096" y="7283"/>
                </a:lnTo>
                <a:lnTo>
                  <a:pt x="2118" y="7176"/>
                </a:lnTo>
                <a:lnTo>
                  <a:pt x="2140" y="7056"/>
                </a:lnTo>
                <a:lnTo>
                  <a:pt x="2161" y="6927"/>
                </a:lnTo>
                <a:lnTo>
                  <a:pt x="2183" y="6783"/>
                </a:lnTo>
                <a:lnTo>
                  <a:pt x="2204" y="6622"/>
                </a:lnTo>
                <a:lnTo>
                  <a:pt x="2225" y="6448"/>
                </a:lnTo>
                <a:lnTo>
                  <a:pt x="2244" y="6269"/>
                </a:lnTo>
                <a:lnTo>
                  <a:pt x="2263" y="6092"/>
                </a:lnTo>
                <a:lnTo>
                  <a:pt x="2281" y="5923"/>
                </a:lnTo>
                <a:lnTo>
                  <a:pt x="2297" y="5761"/>
                </a:lnTo>
                <a:lnTo>
                  <a:pt x="2313" y="5604"/>
                </a:lnTo>
                <a:lnTo>
                  <a:pt x="2328" y="5448"/>
                </a:lnTo>
                <a:lnTo>
                  <a:pt x="2341" y="5294"/>
                </a:lnTo>
                <a:lnTo>
                  <a:pt x="2352" y="5138"/>
                </a:lnTo>
                <a:lnTo>
                  <a:pt x="2360" y="4979"/>
                </a:lnTo>
                <a:lnTo>
                  <a:pt x="2366" y="4817"/>
                </a:lnTo>
                <a:lnTo>
                  <a:pt x="2369" y="4653"/>
                </a:lnTo>
                <a:lnTo>
                  <a:pt x="2370" y="4487"/>
                </a:lnTo>
                <a:lnTo>
                  <a:pt x="2369" y="4320"/>
                </a:lnTo>
                <a:lnTo>
                  <a:pt x="2366" y="4154"/>
                </a:lnTo>
                <a:lnTo>
                  <a:pt x="2360" y="3988"/>
                </a:lnTo>
                <a:lnTo>
                  <a:pt x="2353" y="3822"/>
                </a:lnTo>
                <a:lnTo>
                  <a:pt x="2343" y="3656"/>
                </a:lnTo>
                <a:lnTo>
                  <a:pt x="2332" y="3489"/>
                </a:lnTo>
                <a:lnTo>
                  <a:pt x="2318" y="3324"/>
                </a:lnTo>
                <a:lnTo>
                  <a:pt x="2301" y="3160"/>
                </a:lnTo>
                <a:lnTo>
                  <a:pt x="2281" y="2998"/>
                </a:lnTo>
                <a:lnTo>
                  <a:pt x="2258" y="2837"/>
                </a:lnTo>
                <a:lnTo>
                  <a:pt x="2233" y="2677"/>
                </a:lnTo>
                <a:lnTo>
                  <a:pt x="2206" y="2518"/>
                </a:lnTo>
                <a:lnTo>
                  <a:pt x="2175" y="2362"/>
                </a:lnTo>
                <a:lnTo>
                  <a:pt x="2141" y="2210"/>
                </a:lnTo>
                <a:lnTo>
                  <a:pt x="2104" y="2062"/>
                </a:lnTo>
                <a:lnTo>
                  <a:pt x="2063" y="1918"/>
                </a:lnTo>
                <a:lnTo>
                  <a:pt x="2018" y="1776"/>
                </a:lnTo>
                <a:lnTo>
                  <a:pt x="1970" y="1638"/>
                </a:lnTo>
                <a:lnTo>
                  <a:pt x="1920" y="1504"/>
                </a:lnTo>
                <a:lnTo>
                  <a:pt x="1866" y="1375"/>
                </a:lnTo>
                <a:lnTo>
                  <a:pt x="1810" y="1251"/>
                </a:lnTo>
                <a:lnTo>
                  <a:pt x="1752" y="1132"/>
                </a:lnTo>
                <a:lnTo>
                  <a:pt x="1692" y="1017"/>
                </a:lnTo>
                <a:lnTo>
                  <a:pt x="1628" y="908"/>
                </a:lnTo>
                <a:lnTo>
                  <a:pt x="1563" y="803"/>
                </a:lnTo>
                <a:lnTo>
                  <a:pt x="1495" y="705"/>
                </a:lnTo>
                <a:lnTo>
                  <a:pt x="1424" y="613"/>
                </a:lnTo>
                <a:lnTo>
                  <a:pt x="1351" y="526"/>
                </a:lnTo>
                <a:lnTo>
                  <a:pt x="1274" y="444"/>
                </a:lnTo>
                <a:lnTo>
                  <a:pt x="1196" y="367"/>
                </a:lnTo>
                <a:lnTo>
                  <a:pt x="1115" y="297"/>
                </a:lnTo>
                <a:lnTo>
                  <a:pt x="1033" y="233"/>
                </a:lnTo>
                <a:lnTo>
                  <a:pt x="952" y="177"/>
                </a:lnTo>
                <a:lnTo>
                  <a:pt x="864" y="127"/>
                </a:lnTo>
                <a:lnTo>
                  <a:pt x="765" y="81"/>
                </a:lnTo>
                <a:lnTo>
                  <a:pt x="662" y="41"/>
                </a:lnTo>
                <a:lnTo>
                  <a:pt x="566" y="8"/>
                </a:lnTo>
                <a:lnTo>
                  <a:pt x="537" y="0"/>
                </a:lnTo>
                <a:lnTo>
                  <a:pt x="535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33" name="PleuraParietalD_4"/>
          <p:cNvSpPr/>
          <p:nvPr/>
        </p:nvSpPr>
        <p:spPr>
          <a:xfrm>
            <a:off x="9494672" y="3761753"/>
            <a:ext cx="1137831" cy="1958282"/>
          </a:xfrm>
          <a:custGeom>
            <a:avLst/>
            <a:gdLst/>
            <a:ahLst/>
            <a:cxnLst/>
            <a:rect l="0" t="0" r="r" b="b"/>
            <a:pathLst>
              <a:path w="4290" h="7514" fill="none">
                <a:moveTo>
                  <a:pt x="2030" y="3"/>
                </a:moveTo>
                <a:lnTo>
                  <a:pt x="1932" y="17"/>
                </a:lnTo>
                <a:lnTo>
                  <a:pt x="1836" y="42"/>
                </a:lnTo>
                <a:lnTo>
                  <a:pt x="1742" y="76"/>
                </a:lnTo>
                <a:lnTo>
                  <a:pt x="1650" y="119"/>
                </a:lnTo>
                <a:lnTo>
                  <a:pt x="1559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08" y="6381"/>
                </a:lnTo>
                <a:lnTo>
                  <a:pt x="2594" y="6412"/>
                </a:lnTo>
                <a:lnTo>
                  <a:pt x="2678" y="6451"/>
                </a:lnTo>
                <a:lnTo>
                  <a:pt x="2768" y="6495"/>
                </a:lnTo>
                <a:lnTo>
                  <a:pt x="2875" y="6540"/>
                </a:lnTo>
                <a:lnTo>
                  <a:pt x="3010" y="6583"/>
                </a:lnTo>
                <a:lnTo>
                  <a:pt x="3191" y="6640"/>
                </a:lnTo>
                <a:lnTo>
                  <a:pt x="3416" y="6717"/>
                </a:lnTo>
                <a:lnTo>
                  <a:pt x="3657" y="6796"/>
                </a:lnTo>
                <a:lnTo>
                  <a:pt x="3890" y="6857"/>
                </a:lnTo>
                <a:lnTo>
                  <a:pt x="4086" y="6879"/>
                </a:lnTo>
                <a:lnTo>
                  <a:pt x="4220" y="6843"/>
                </a:lnTo>
                <a:lnTo>
                  <a:pt x="4281" y="6736"/>
                </a:lnTo>
                <a:lnTo>
                  <a:pt x="4290" y="6571"/>
                </a:lnTo>
                <a:lnTo>
                  <a:pt x="4263" y="6368"/>
                </a:lnTo>
                <a:lnTo>
                  <a:pt x="4217" y="6146"/>
                </a:lnTo>
                <a:lnTo>
                  <a:pt x="4168" y="5924"/>
                </a:lnTo>
                <a:lnTo>
                  <a:pt x="4133" y="5723"/>
                </a:lnTo>
                <a:lnTo>
                  <a:pt x="4109" y="5538"/>
                </a:lnTo>
                <a:lnTo>
                  <a:pt x="4080" y="5354"/>
                </a:lnTo>
                <a:lnTo>
                  <a:pt x="4049" y="5171"/>
                </a:lnTo>
                <a:lnTo>
                  <a:pt x="4016" y="4989"/>
                </a:lnTo>
                <a:lnTo>
                  <a:pt x="3983" y="4806"/>
                </a:lnTo>
                <a:lnTo>
                  <a:pt x="3952" y="4623"/>
                </a:lnTo>
                <a:lnTo>
                  <a:pt x="3922" y="4439"/>
                </a:lnTo>
                <a:lnTo>
                  <a:pt x="3893" y="4256"/>
                </a:lnTo>
                <a:lnTo>
                  <a:pt x="3864" y="4073"/>
                </a:lnTo>
                <a:lnTo>
                  <a:pt x="3834" y="3889"/>
                </a:lnTo>
                <a:lnTo>
                  <a:pt x="3803" y="3706"/>
                </a:lnTo>
                <a:lnTo>
                  <a:pt x="3771" y="3523"/>
                </a:lnTo>
                <a:lnTo>
                  <a:pt x="3737" y="3339"/>
                </a:lnTo>
                <a:lnTo>
                  <a:pt x="3703" y="3155"/>
                </a:lnTo>
                <a:lnTo>
                  <a:pt x="3668" y="2971"/>
                </a:lnTo>
                <a:lnTo>
                  <a:pt x="3631" y="2788"/>
                </a:lnTo>
                <a:lnTo>
                  <a:pt x="3591" y="2605"/>
                </a:lnTo>
                <a:lnTo>
                  <a:pt x="3550" y="2423"/>
                </a:lnTo>
                <a:lnTo>
                  <a:pt x="3505" y="2238"/>
                </a:lnTo>
                <a:lnTo>
                  <a:pt x="3457" y="2051"/>
                </a:lnTo>
                <a:lnTo>
                  <a:pt x="3407" y="1864"/>
                </a:lnTo>
                <a:lnTo>
                  <a:pt x="3355" y="1681"/>
                </a:lnTo>
                <a:lnTo>
                  <a:pt x="3303" y="1506"/>
                </a:lnTo>
                <a:lnTo>
                  <a:pt x="3250" y="1343"/>
                </a:lnTo>
                <a:lnTo>
                  <a:pt x="3196" y="1189"/>
                </a:lnTo>
                <a:lnTo>
                  <a:pt x="3139" y="1041"/>
                </a:lnTo>
                <a:lnTo>
                  <a:pt x="3081" y="901"/>
                </a:lnTo>
                <a:lnTo>
                  <a:pt x="3024" y="771"/>
                </a:lnTo>
                <a:lnTo>
                  <a:pt x="2969" y="651"/>
                </a:lnTo>
                <a:lnTo>
                  <a:pt x="2916" y="543"/>
                </a:lnTo>
                <a:lnTo>
                  <a:pt x="2872" y="447"/>
                </a:lnTo>
                <a:lnTo>
                  <a:pt x="2835" y="363"/>
                </a:lnTo>
                <a:lnTo>
                  <a:pt x="2799" y="290"/>
                </a:lnTo>
                <a:lnTo>
                  <a:pt x="2760" y="226"/>
                </a:lnTo>
                <a:lnTo>
                  <a:pt x="2711" y="171"/>
                </a:lnTo>
                <a:lnTo>
                  <a:pt x="2647" y="123"/>
                </a:lnTo>
                <a:lnTo>
                  <a:pt x="2564" y="81"/>
                </a:lnTo>
                <a:lnTo>
                  <a:pt x="2465" y="48"/>
                </a:lnTo>
                <a:lnTo>
                  <a:pt x="2356" y="23"/>
                </a:lnTo>
                <a:lnTo>
                  <a:pt x="2244" y="6"/>
                </a:lnTo>
                <a:lnTo>
                  <a:pt x="2133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34" name="PleuraParietalI_4"/>
          <p:cNvSpPr/>
          <p:nvPr/>
        </p:nvSpPr>
        <p:spPr>
          <a:xfrm>
            <a:off x="10849561" y="3761753"/>
            <a:ext cx="686966" cy="2020827"/>
          </a:xfrm>
          <a:custGeom>
            <a:avLst/>
            <a:gdLst/>
            <a:ahLst/>
            <a:cxnLst/>
            <a:rect l="0" t="0" r="r" b="b"/>
            <a:pathLst>
              <a:path w="2590" h="7754" fill="none">
                <a:moveTo>
                  <a:pt x="560" y="3"/>
                </a:moveTo>
                <a:lnTo>
                  <a:pt x="527" y="0"/>
                </a:lnTo>
                <a:lnTo>
                  <a:pt x="520" y="6"/>
                </a:lnTo>
                <a:lnTo>
                  <a:pt x="527" y="23"/>
                </a:lnTo>
                <a:lnTo>
                  <a:pt x="539" y="48"/>
                </a:lnTo>
                <a:lnTo>
                  <a:pt x="546" y="81"/>
                </a:lnTo>
                <a:lnTo>
                  <a:pt x="538" y="123"/>
                </a:lnTo>
                <a:lnTo>
                  <a:pt x="513" y="171"/>
                </a:lnTo>
                <a:lnTo>
                  <a:pt x="480" y="226"/>
                </a:lnTo>
                <a:lnTo>
                  <a:pt x="443" y="290"/>
                </a:lnTo>
                <a:lnTo>
                  <a:pt x="402" y="363"/>
                </a:lnTo>
                <a:lnTo>
                  <a:pt x="363" y="447"/>
                </a:lnTo>
                <a:lnTo>
                  <a:pt x="327" y="543"/>
                </a:lnTo>
                <a:lnTo>
                  <a:pt x="294" y="651"/>
                </a:lnTo>
                <a:lnTo>
                  <a:pt x="260" y="771"/>
                </a:lnTo>
                <a:lnTo>
                  <a:pt x="227" y="901"/>
                </a:lnTo>
                <a:lnTo>
                  <a:pt x="196" y="1041"/>
                </a:lnTo>
                <a:lnTo>
                  <a:pt x="167" y="1189"/>
                </a:lnTo>
                <a:lnTo>
                  <a:pt x="141" y="1343"/>
                </a:lnTo>
                <a:lnTo>
                  <a:pt x="118" y="1506"/>
                </a:lnTo>
                <a:lnTo>
                  <a:pt x="98" y="1681"/>
                </a:lnTo>
                <a:lnTo>
                  <a:pt x="80" y="1864"/>
                </a:lnTo>
                <a:lnTo>
                  <a:pt x="64" y="2051"/>
                </a:lnTo>
                <a:lnTo>
                  <a:pt x="51" y="2238"/>
                </a:lnTo>
                <a:lnTo>
                  <a:pt x="40" y="2423"/>
                </a:lnTo>
                <a:lnTo>
                  <a:pt x="28" y="2605"/>
                </a:lnTo>
                <a:lnTo>
                  <a:pt x="15" y="2788"/>
                </a:lnTo>
                <a:lnTo>
                  <a:pt x="4" y="2971"/>
                </a:lnTo>
                <a:lnTo>
                  <a:pt x="0" y="3155"/>
                </a:lnTo>
                <a:lnTo>
                  <a:pt x="4" y="3339"/>
                </a:lnTo>
                <a:lnTo>
                  <a:pt x="21" y="3523"/>
                </a:lnTo>
                <a:lnTo>
                  <a:pt x="56" y="3706"/>
                </a:lnTo>
                <a:lnTo>
                  <a:pt x="104" y="3889"/>
                </a:lnTo>
                <a:lnTo>
                  <a:pt x="162" y="4073"/>
                </a:lnTo>
                <a:lnTo>
                  <a:pt x="225" y="4256"/>
                </a:lnTo>
                <a:lnTo>
                  <a:pt x="286" y="4439"/>
                </a:lnTo>
                <a:lnTo>
                  <a:pt x="343" y="4623"/>
                </a:lnTo>
                <a:lnTo>
                  <a:pt x="396" y="4803"/>
                </a:lnTo>
                <a:lnTo>
                  <a:pt x="451" y="4980"/>
                </a:lnTo>
                <a:lnTo>
                  <a:pt x="506" y="5156"/>
                </a:lnTo>
                <a:lnTo>
                  <a:pt x="557" y="5337"/>
                </a:lnTo>
                <a:lnTo>
                  <a:pt x="604" y="5524"/>
                </a:lnTo>
                <a:lnTo>
                  <a:pt x="644" y="5723"/>
                </a:lnTo>
                <a:lnTo>
                  <a:pt x="690" y="5953"/>
                </a:lnTo>
                <a:lnTo>
                  <a:pt x="748" y="6217"/>
                </a:lnTo>
                <a:lnTo>
                  <a:pt x="800" y="6488"/>
                </a:lnTo>
                <a:lnTo>
                  <a:pt x="823" y="6664"/>
                </a:lnTo>
                <a:lnTo>
                  <a:pt x="880" y="6683"/>
                </a:lnTo>
                <a:lnTo>
                  <a:pt x="1002" y="6736"/>
                </a:lnTo>
                <a:lnTo>
                  <a:pt x="1128" y="6805"/>
                </a:lnTo>
                <a:lnTo>
                  <a:pt x="1255" y="6884"/>
                </a:lnTo>
                <a:lnTo>
                  <a:pt x="1379" y="6969"/>
                </a:lnTo>
                <a:lnTo>
                  <a:pt x="1495" y="7057"/>
                </a:lnTo>
                <a:lnTo>
                  <a:pt x="1600" y="7143"/>
                </a:lnTo>
                <a:lnTo>
                  <a:pt x="1695" y="7234"/>
                </a:lnTo>
                <a:lnTo>
                  <a:pt x="1783" y="7337"/>
                </a:lnTo>
                <a:lnTo>
                  <a:pt x="1864" y="7441"/>
                </a:lnTo>
                <a:lnTo>
                  <a:pt x="1937" y="7540"/>
                </a:lnTo>
                <a:lnTo>
                  <a:pt x="2003" y="7623"/>
                </a:lnTo>
                <a:lnTo>
                  <a:pt x="2060" y="7683"/>
                </a:lnTo>
                <a:lnTo>
                  <a:pt x="2107" y="7721"/>
                </a:lnTo>
                <a:lnTo>
                  <a:pt x="2142" y="7745"/>
                </a:lnTo>
                <a:lnTo>
                  <a:pt x="2170" y="7754"/>
                </a:lnTo>
                <a:lnTo>
                  <a:pt x="2193" y="7747"/>
                </a:lnTo>
                <a:lnTo>
                  <a:pt x="2216" y="7724"/>
                </a:lnTo>
                <a:lnTo>
                  <a:pt x="2240" y="7683"/>
                </a:lnTo>
                <a:lnTo>
                  <a:pt x="2266" y="7622"/>
                </a:lnTo>
                <a:lnTo>
                  <a:pt x="2290" y="7542"/>
                </a:lnTo>
                <a:lnTo>
                  <a:pt x="2314" y="7446"/>
                </a:lnTo>
                <a:lnTo>
                  <a:pt x="2336" y="7335"/>
                </a:lnTo>
                <a:lnTo>
                  <a:pt x="2358" y="7213"/>
                </a:lnTo>
                <a:lnTo>
                  <a:pt x="2380" y="7083"/>
                </a:lnTo>
                <a:lnTo>
                  <a:pt x="2402" y="6937"/>
                </a:lnTo>
                <a:lnTo>
                  <a:pt x="2423" y="6774"/>
                </a:lnTo>
                <a:lnTo>
                  <a:pt x="2444" y="6600"/>
                </a:lnTo>
                <a:lnTo>
                  <a:pt x="2464" y="6420"/>
                </a:lnTo>
                <a:lnTo>
                  <a:pt x="2483" y="6242"/>
                </a:lnTo>
                <a:lnTo>
                  <a:pt x="2500" y="6073"/>
                </a:lnTo>
                <a:lnTo>
                  <a:pt x="2517" y="5911"/>
                </a:lnTo>
                <a:lnTo>
                  <a:pt x="2533" y="5753"/>
                </a:lnTo>
                <a:lnTo>
                  <a:pt x="2548" y="5597"/>
                </a:lnTo>
                <a:lnTo>
                  <a:pt x="2561" y="5441"/>
                </a:lnTo>
                <a:lnTo>
                  <a:pt x="2572" y="5283"/>
                </a:lnTo>
                <a:lnTo>
                  <a:pt x="2580" y="5123"/>
                </a:lnTo>
                <a:lnTo>
                  <a:pt x="2586" y="4959"/>
                </a:lnTo>
                <a:lnTo>
                  <a:pt x="2589" y="4793"/>
                </a:lnTo>
                <a:lnTo>
                  <a:pt x="2590" y="4626"/>
                </a:lnTo>
                <a:lnTo>
                  <a:pt x="2589" y="4458"/>
                </a:lnTo>
                <a:lnTo>
                  <a:pt x="2586" y="4290"/>
                </a:lnTo>
                <a:lnTo>
                  <a:pt x="2580" y="4123"/>
                </a:lnTo>
                <a:lnTo>
                  <a:pt x="2573" y="3955"/>
                </a:lnTo>
                <a:lnTo>
                  <a:pt x="2563" y="3787"/>
                </a:lnTo>
                <a:lnTo>
                  <a:pt x="2551" y="3620"/>
                </a:lnTo>
                <a:lnTo>
                  <a:pt x="2537" y="3452"/>
                </a:lnTo>
                <a:lnTo>
                  <a:pt x="2520" y="3286"/>
                </a:lnTo>
                <a:lnTo>
                  <a:pt x="2500" y="3123"/>
                </a:lnTo>
                <a:lnTo>
                  <a:pt x="2477" y="2960"/>
                </a:lnTo>
                <a:lnTo>
                  <a:pt x="2452" y="2798"/>
                </a:lnTo>
                <a:lnTo>
                  <a:pt x="2424" y="2637"/>
                </a:lnTo>
                <a:lnTo>
                  <a:pt x="2393" y="2479"/>
                </a:lnTo>
                <a:lnTo>
                  <a:pt x="2358" y="2323"/>
                </a:lnTo>
                <a:lnTo>
                  <a:pt x="2320" y="2173"/>
                </a:lnTo>
                <a:lnTo>
                  <a:pt x="2278" y="2025"/>
                </a:lnTo>
                <a:lnTo>
                  <a:pt x="2233" y="1881"/>
                </a:lnTo>
                <a:lnTo>
                  <a:pt x="2184" y="1740"/>
                </a:lnTo>
                <a:lnTo>
                  <a:pt x="2132" y="1602"/>
                </a:lnTo>
                <a:lnTo>
                  <a:pt x="2077" y="1470"/>
                </a:lnTo>
                <a:lnTo>
                  <a:pt x="2020" y="1343"/>
                </a:lnTo>
                <a:lnTo>
                  <a:pt x="1960" y="1220"/>
                </a:lnTo>
                <a:lnTo>
                  <a:pt x="1898" y="1103"/>
                </a:lnTo>
                <a:lnTo>
                  <a:pt x="1833" y="990"/>
                </a:lnTo>
                <a:lnTo>
                  <a:pt x="1765" y="882"/>
                </a:lnTo>
                <a:lnTo>
                  <a:pt x="1694" y="779"/>
                </a:lnTo>
                <a:lnTo>
                  <a:pt x="1620" y="683"/>
                </a:lnTo>
                <a:lnTo>
                  <a:pt x="1543" y="592"/>
                </a:lnTo>
                <a:lnTo>
                  <a:pt x="1463" y="506"/>
                </a:lnTo>
                <a:lnTo>
                  <a:pt x="1380" y="425"/>
                </a:lnTo>
                <a:lnTo>
                  <a:pt x="1295" y="351"/>
                </a:lnTo>
                <a:lnTo>
                  <a:pt x="1208" y="283"/>
                </a:lnTo>
                <a:lnTo>
                  <a:pt x="1120" y="223"/>
                </a:lnTo>
                <a:lnTo>
                  <a:pt x="1024" y="168"/>
                </a:lnTo>
                <a:lnTo>
                  <a:pt x="918" y="119"/>
                </a:lnTo>
                <a:lnTo>
                  <a:pt x="810" y="76"/>
                </a:lnTo>
                <a:lnTo>
                  <a:pt x="709" y="42"/>
                </a:lnTo>
                <a:lnTo>
                  <a:pt x="623" y="17"/>
                </a:lnTo>
                <a:lnTo>
                  <a:pt x="56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35" name="VenaCavaSup_4"/>
          <p:cNvSpPr/>
          <p:nvPr/>
        </p:nvSpPr>
        <p:spPr>
          <a:xfrm>
            <a:off x="10503112" y="3986500"/>
            <a:ext cx="177917" cy="906047"/>
          </a:xfrm>
          <a:custGeom>
            <a:avLst/>
            <a:gdLst/>
            <a:ahLst/>
            <a:cxnLst/>
            <a:rect l="0" t="0" r="r" b="b"/>
            <a:pathLst>
              <a:path w="1929" h="10000">
                <a:moveTo>
                  <a:pt x="603" y="5382"/>
                </a:moveTo>
                <a:lnTo>
                  <a:pt x="605" y="5397"/>
                </a:lnTo>
                <a:lnTo>
                  <a:pt x="1389" y="10000"/>
                </a:lnTo>
                <a:lnTo>
                  <a:pt x="1929" y="9908"/>
                </a:lnTo>
                <a:lnTo>
                  <a:pt x="1146" y="5313"/>
                </a:lnTo>
                <a:lnTo>
                  <a:pt x="543" y="0"/>
                </a:lnTo>
                <a:lnTo>
                  <a:pt x="0" y="61"/>
                </a:lnTo>
                <a:lnTo>
                  <a:pt x="603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36" name="VenaCavaInf_4"/>
          <p:cNvSpPr/>
          <p:nvPr/>
        </p:nvSpPr>
        <p:spPr>
          <a:xfrm>
            <a:off x="10542624" y="5429622"/>
            <a:ext cx="158489" cy="430641"/>
          </a:xfrm>
          <a:custGeom>
            <a:avLst/>
            <a:gdLst/>
            <a:ahLst/>
            <a:cxnLst/>
            <a:rect l="0" t="0" r="r" b="b"/>
            <a:pathLst>
              <a:path w="3616" h="10000">
                <a:moveTo>
                  <a:pt x="2457" y="5763"/>
                </a:moveTo>
                <a:lnTo>
                  <a:pt x="2466" y="5726"/>
                </a:lnTo>
                <a:lnTo>
                  <a:pt x="3616" y="279"/>
                </a:lnTo>
                <a:lnTo>
                  <a:pt x="2289" y="0"/>
                </a:lnTo>
                <a:lnTo>
                  <a:pt x="1144" y="5427"/>
                </a:lnTo>
                <a:lnTo>
                  <a:pt x="0" y="9644"/>
                </a:lnTo>
                <a:lnTo>
                  <a:pt x="1307" y="10000"/>
                </a:lnTo>
                <a:lnTo>
                  <a:pt x="2457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37" name="Corazon_4"/>
          <p:cNvGrpSpPr/>
          <p:nvPr/>
        </p:nvGrpSpPr>
        <p:grpSpPr>
          <a:xfrm>
            <a:off x="10645220" y="4865172"/>
            <a:ext cx="578241" cy="604951"/>
            <a:chOff x="10645220" y="4865172"/>
            <a:chExt cx="578241" cy="604951"/>
          </a:xfrm>
        </p:grpSpPr>
        <p:sp>
          <p:nvSpPr>
            <p:cNvPr id="138" name="Forma 137"/>
            <p:cNvSpPr/>
            <p:nvPr/>
          </p:nvSpPr>
          <p:spPr>
            <a:xfrm>
              <a:off x="10645220" y="4865172"/>
              <a:ext cx="578241" cy="60495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39" name="Forma 138"/>
            <p:cNvSpPr/>
            <p:nvPr/>
          </p:nvSpPr>
          <p:spPr>
            <a:xfrm>
              <a:off x="10947307" y="4909648"/>
              <a:ext cx="141339" cy="538512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40" name="Diafragma_4"/>
          <p:cNvSpPr/>
          <p:nvPr/>
        </p:nvSpPr>
        <p:spPr>
          <a:xfrm>
            <a:off x="9547712" y="541499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2999" y="422"/>
                </a:lnTo>
                <a:lnTo>
                  <a:pt x="3127" y="448"/>
                </a:lnTo>
                <a:lnTo>
                  <a:pt x="3242" y="494"/>
                </a:lnTo>
                <a:lnTo>
                  <a:pt x="3376" y="559"/>
                </a:lnTo>
                <a:lnTo>
                  <a:pt x="3383" y="563"/>
                </a:lnTo>
                <a:lnTo>
                  <a:pt x="3550" y="637"/>
                </a:lnTo>
                <a:lnTo>
                  <a:pt x="3569" y="644"/>
                </a:lnTo>
                <a:lnTo>
                  <a:pt x="3785" y="714"/>
                </a:lnTo>
                <a:lnTo>
                  <a:pt x="3801" y="719"/>
                </a:lnTo>
                <a:lnTo>
                  <a:pt x="4108" y="792"/>
                </a:lnTo>
                <a:lnTo>
                  <a:pt x="4113" y="793"/>
                </a:lnTo>
                <a:lnTo>
                  <a:pt x="4496" y="874"/>
                </a:lnTo>
                <a:lnTo>
                  <a:pt x="4498" y="874"/>
                </a:lnTo>
                <a:lnTo>
                  <a:pt x="4893" y="954"/>
                </a:lnTo>
                <a:lnTo>
                  <a:pt x="5060" y="988"/>
                </a:lnTo>
                <a:lnTo>
                  <a:pt x="5064" y="997"/>
                </a:lnTo>
                <a:lnTo>
                  <a:pt x="5074" y="1014"/>
                </a:lnTo>
                <a:lnTo>
                  <a:pt x="5087" y="1030"/>
                </a:lnTo>
                <a:lnTo>
                  <a:pt x="5101" y="1045"/>
                </a:lnTo>
                <a:lnTo>
                  <a:pt x="5116" y="1058"/>
                </a:lnTo>
                <a:lnTo>
                  <a:pt x="5132" y="1070"/>
                </a:lnTo>
                <a:lnTo>
                  <a:pt x="5150" y="1080"/>
                </a:lnTo>
                <a:lnTo>
                  <a:pt x="5168" y="1088"/>
                </a:lnTo>
                <a:lnTo>
                  <a:pt x="5187" y="1095"/>
                </a:lnTo>
                <a:lnTo>
                  <a:pt x="5207" y="1100"/>
                </a:lnTo>
                <a:lnTo>
                  <a:pt x="5312" y="1118"/>
                </a:lnTo>
                <a:lnTo>
                  <a:pt x="5321" y="1120"/>
                </a:lnTo>
                <a:lnTo>
                  <a:pt x="5707" y="1172"/>
                </a:lnTo>
                <a:lnTo>
                  <a:pt x="5708" y="1172"/>
                </a:lnTo>
                <a:lnTo>
                  <a:pt x="6304" y="1248"/>
                </a:lnTo>
                <a:lnTo>
                  <a:pt x="6305" y="1248"/>
                </a:lnTo>
                <a:lnTo>
                  <a:pt x="6951" y="1327"/>
                </a:lnTo>
                <a:lnTo>
                  <a:pt x="6953" y="1328"/>
                </a:lnTo>
                <a:lnTo>
                  <a:pt x="7490" y="1388"/>
                </a:lnTo>
                <a:lnTo>
                  <a:pt x="7497" y="1389"/>
                </a:lnTo>
                <a:lnTo>
                  <a:pt x="7765" y="1409"/>
                </a:lnTo>
                <a:lnTo>
                  <a:pt x="7785" y="1409"/>
                </a:lnTo>
                <a:lnTo>
                  <a:pt x="7805" y="1408"/>
                </a:lnTo>
                <a:lnTo>
                  <a:pt x="7825" y="1405"/>
                </a:lnTo>
                <a:lnTo>
                  <a:pt x="7844" y="1399"/>
                </a:lnTo>
                <a:lnTo>
                  <a:pt x="7863" y="1392"/>
                </a:lnTo>
                <a:lnTo>
                  <a:pt x="7881" y="1383"/>
                </a:lnTo>
                <a:lnTo>
                  <a:pt x="7898" y="1372"/>
                </a:lnTo>
                <a:lnTo>
                  <a:pt x="7914" y="1360"/>
                </a:lnTo>
                <a:lnTo>
                  <a:pt x="7928" y="1346"/>
                </a:lnTo>
                <a:lnTo>
                  <a:pt x="7942" y="1331"/>
                </a:lnTo>
                <a:lnTo>
                  <a:pt x="7953" y="1315"/>
                </a:lnTo>
                <a:lnTo>
                  <a:pt x="7963" y="1298"/>
                </a:lnTo>
                <a:lnTo>
                  <a:pt x="7971" y="1279"/>
                </a:lnTo>
                <a:lnTo>
                  <a:pt x="7978" y="1260"/>
                </a:lnTo>
                <a:lnTo>
                  <a:pt x="7982" y="1241"/>
                </a:lnTo>
                <a:lnTo>
                  <a:pt x="7985" y="1221"/>
                </a:lnTo>
                <a:lnTo>
                  <a:pt x="7986" y="1201"/>
                </a:lnTo>
                <a:lnTo>
                  <a:pt x="7985" y="1181"/>
                </a:lnTo>
                <a:lnTo>
                  <a:pt x="7981" y="1161"/>
                </a:lnTo>
                <a:lnTo>
                  <a:pt x="7976" y="1142"/>
                </a:lnTo>
                <a:lnTo>
                  <a:pt x="7969" y="1123"/>
                </a:lnTo>
                <a:lnTo>
                  <a:pt x="7960" y="1105"/>
                </a:lnTo>
                <a:lnTo>
                  <a:pt x="7950" y="1088"/>
                </a:lnTo>
                <a:lnTo>
                  <a:pt x="7938" y="1072"/>
                </a:lnTo>
                <a:lnTo>
                  <a:pt x="7924" y="1057"/>
                </a:lnTo>
                <a:lnTo>
                  <a:pt x="7909" y="1044"/>
                </a:lnTo>
                <a:lnTo>
                  <a:pt x="7893" y="1032"/>
                </a:lnTo>
                <a:lnTo>
                  <a:pt x="7875" y="1022"/>
                </a:lnTo>
                <a:lnTo>
                  <a:pt x="7857" y="1013"/>
                </a:lnTo>
                <a:lnTo>
                  <a:pt x="7838" y="1007"/>
                </a:lnTo>
                <a:lnTo>
                  <a:pt x="7733" y="976"/>
                </a:lnTo>
                <a:lnTo>
                  <a:pt x="7712" y="971"/>
                </a:lnTo>
                <a:lnTo>
                  <a:pt x="7340" y="903"/>
                </a:lnTo>
                <a:lnTo>
                  <a:pt x="6860" y="816"/>
                </a:lnTo>
                <a:lnTo>
                  <a:pt x="6750" y="792"/>
                </a:lnTo>
                <a:lnTo>
                  <a:pt x="6798" y="781"/>
                </a:lnTo>
                <a:lnTo>
                  <a:pt x="6995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40" y="343"/>
                </a:lnTo>
                <a:lnTo>
                  <a:pt x="6728" y="376"/>
                </a:lnTo>
                <a:lnTo>
                  <a:pt x="6714" y="379"/>
                </a:lnTo>
                <a:lnTo>
                  <a:pt x="6470" y="434"/>
                </a:lnTo>
                <a:lnTo>
                  <a:pt x="6454" y="439"/>
                </a:lnTo>
                <a:lnTo>
                  <a:pt x="6234" y="507"/>
                </a:lnTo>
                <a:lnTo>
                  <a:pt x="6217" y="514"/>
                </a:lnTo>
                <a:lnTo>
                  <a:pt x="6200" y="522"/>
                </a:lnTo>
                <a:lnTo>
                  <a:pt x="6060" y="596"/>
                </a:lnTo>
                <a:lnTo>
                  <a:pt x="6042" y="606"/>
                </a:lnTo>
                <a:lnTo>
                  <a:pt x="6025" y="619"/>
                </a:lnTo>
                <a:lnTo>
                  <a:pt x="6010" y="632"/>
                </a:lnTo>
                <a:lnTo>
                  <a:pt x="5996" y="648"/>
                </a:lnTo>
                <a:lnTo>
                  <a:pt x="5984" y="665"/>
                </a:lnTo>
                <a:lnTo>
                  <a:pt x="5973" y="683"/>
                </a:lnTo>
                <a:lnTo>
                  <a:pt x="5964" y="702"/>
                </a:lnTo>
                <a:lnTo>
                  <a:pt x="5958" y="721"/>
                </a:lnTo>
                <a:lnTo>
                  <a:pt x="5953" y="741"/>
                </a:lnTo>
                <a:lnTo>
                  <a:pt x="5951" y="762"/>
                </a:lnTo>
                <a:lnTo>
                  <a:pt x="5949" y="789"/>
                </a:lnTo>
                <a:lnTo>
                  <a:pt x="5761" y="765"/>
                </a:lnTo>
                <a:lnTo>
                  <a:pt x="5696" y="756"/>
                </a:lnTo>
                <a:lnTo>
                  <a:pt x="5684" y="744"/>
                </a:lnTo>
                <a:lnTo>
                  <a:pt x="5668" y="732"/>
                </a:lnTo>
                <a:lnTo>
                  <a:pt x="5651" y="721"/>
                </a:lnTo>
                <a:lnTo>
                  <a:pt x="5607" y="696"/>
                </a:lnTo>
                <a:lnTo>
                  <a:pt x="5590" y="687"/>
                </a:lnTo>
                <a:lnTo>
                  <a:pt x="5571" y="680"/>
                </a:lnTo>
                <a:lnTo>
                  <a:pt x="5552" y="675"/>
                </a:lnTo>
                <a:lnTo>
                  <a:pt x="5323" y="623"/>
                </a:lnTo>
                <a:lnTo>
                  <a:pt x="5319" y="622"/>
                </a:lnTo>
                <a:lnTo>
                  <a:pt x="4975" y="551"/>
                </a:lnTo>
                <a:lnTo>
                  <a:pt x="4975" y="551"/>
                </a:lnTo>
                <a:lnTo>
                  <a:pt x="4580" y="471"/>
                </a:lnTo>
                <a:lnTo>
                  <a:pt x="4201" y="391"/>
                </a:lnTo>
                <a:lnTo>
                  <a:pt x="3904" y="321"/>
                </a:lnTo>
                <a:lnTo>
                  <a:pt x="3707" y="257"/>
                </a:lnTo>
                <a:lnTo>
                  <a:pt x="3553" y="188"/>
                </a:lnTo>
                <a:lnTo>
                  <a:pt x="3416" y="121"/>
                </a:lnTo>
                <a:lnTo>
                  <a:pt x="3401" y="115"/>
                </a:lnTo>
                <a:lnTo>
                  <a:pt x="3263" y="60"/>
                </a:lnTo>
                <a:lnTo>
                  <a:pt x="3246" y="54"/>
                </a:lnTo>
                <a:lnTo>
                  <a:pt x="3228" y="50"/>
                </a:lnTo>
                <a:lnTo>
                  <a:pt x="3069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41" name="Clavículas_4"/>
          <p:cNvGrpSpPr/>
          <p:nvPr/>
        </p:nvGrpSpPr>
        <p:grpSpPr>
          <a:xfrm>
            <a:off x="9720072" y="3637483"/>
            <a:ext cx="1591056" cy="104242"/>
            <a:chOff x="9720072" y="3637483"/>
            <a:chExt cx="1591056" cy="104242"/>
          </a:xfrm>
        </p:grpSpPr>
        <p:sp>
          <p:nvSpPr>
            <p:cNvPr id="142" name="Forma 141"/>
            <p:cNvSpPr/>
            <p:nvPr/>
          </p:nvSpPr>
          <p:spPr>
            <a:xfrm>
              <a:off x="972007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43" name="Forma 142"/>
            <p:cNvSpPr/>
            <p:nvPr/>
          </p:nvSpPr>
          <p:spPr>
            <a:xfrm>
              <a:off x="972007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2421841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lnSpc>
                <a:spcPts val="2928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XIX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4392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 CLÍNICA</a:t>
            </a:r>
            <a:endParaRPr lang="es-AR" sz="4000" dirty="0">
              <a:latin typeface="Mali"/>
            </a:endParaRPr>
          </a:p>
        </p:txBody>
      </p:sp>
      <p:sp>
        <p:nvSpPr>
          <p:cNvPr id="1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LiquidoPleuralD"/>
          <p:cNvSpPr/>
          <p:nvPr/>
        </p:nvSpPr>
        <p:spPr>
          <a:xfrm>
            <a:off x="532912" y="2116120"/>
            <a:ext cx="1013887" cy="1410863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705138" y="1326632"/>
            <a:ext cx="772933" cy="1142020"/>
            <a:chOff x="705138" y="1326632"/>
            <a:chExt cx="772933" cy="1142020"/>
          </a:xfrm>
        </p:grpSpPr>
        <p:sp>
          <p:nvSpPr>
            <p:cNvPr id="17" name="Forma 16"/>
            <p:cNvSpPr/>
            <p:nvPr/>
          </p:nvSpPr>
          <p:spPr>
            <a:xfrm>
              <a:off x="705138" y="1326632"/>
              <a:ext cx="772933" cy="1142020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760290" y="1438706"/>
              <a:ext cx="614510" cy="817541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724945" y="1823894"/>
              <a:ext cx="662302" cy="478123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705138" y="1326632"/>
            <a:ext cx="772933" cy="1142020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929846" y="1326632"/>
            <a:ext cx="890346" cy="2230085"/>
            <a:chOff x="1929846" y="1326632"/>
            <a:chExt cx="890346" cy="2230085"/>
          </a:xfrm>
        </p:grpSpPr>
        <p:sp>
          <p:nvSpPr>
            <p:cNvPr id="22" name="Forma 21"/>
            <p:cNvSpPr/>
            <p:nvPr/>
          </p:nvSpPr>
          <p:spPr>
            <a:xfrm>
              <a:off x="192984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00848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01753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92984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1" name="Forma 30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5" name="Forma 34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_2"/>
          <p:cNvGrpSpPr/>
          <p:nvPr/>
        </p:nvGrpSpPr>
        <p:grpSpPr>
          <a:xfrm>
            <a:off x="9142171" y="1271016"/>
            <a:ext cx="2655418" cy="2448763"/>
            <a:chOff x="9142171" y="1271016"/>
            <a:chExt cx="2655418" cy="2448763"/>
          </a:xfrm>
        </p:grpSpPr>
        <p:sp>
          <p:nvSpPr>
            <p:cNvPr id="40" name="Forma 39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_2"/>
          <p:cNvSpPr/>
          <p:nvPr/>
        </p:nvSpPr>
        <p:spPr>
          <a:xfrm>
            <a:off x="1047521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_2"/>
          <p:cNvGrpSpPr/>
          <p:nvPr/>
        </p:nvGrpSpPr>
        <p:grpSpPr>
          <a:xfrm>
            <a:off x="10110809" y="1033272"/>
            <a:ext cx="718142" cy="1274889"/>
            <a:chOff x="10110809" y="1033272"/>
            <a:chExt cx="718142" cy="1274889"/>
          </a:xfrm>
        </p:grpSpPr>
        <p:sp>
          <p:nvSpPr>
            <p:cNvPr id="46" name="Forma 45"/>
            <p:cNvSpPr/>
            <p:nvPr/>
          </p:nvSpPr>
          <p:spPr>
            <a:xfrm>
              <a:off x="1011080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041556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8" name="AirePleuralD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49" name="PulmonDerecho_2"/>
          <p:cNvGrpSpPr/>
          <p:nvPr/>
        </p:nvGrpSpPr>
        <p:grpSpPr>
          <a:xfrm>
            <a:off x="9730950" y="1804548"/>
            <a:ext cx="497057" cy="1122510"/>
            <a:chOff x="9730950" y="1804548"/>
            <a:chExt cx="497057" cy="1122510"/>
          </a:xfrm>
        </p:grpSpPr>
        <p:sp>
          <p:nvSpPr>
            <p:cNvPr id="50" name="Forma 49"/>
            <p:cNvSpPr/>
            <p:nvPr/>
          </p:nvSpPr>
          <p:spPr>
            <a:xfrm>
              <a:off x="9730950" y="1804548"/>
              <a:ext cx="497057" cy="112251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1" name="Forma 50"/>
            <p:cNvSpPr/>
            <p:nvPr/>
          </p:nvSpPr>
          <p:spPr>
            <a:xfrm>
              <a:off x="9768608" y="1914708"/>
              <a:ext cx="384432" cy="803575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9745627" y="2293315"/>
              <a:ext cx="415259" cy="467690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3" name="PleuraVisceralD_2"/>
          <p:cNvSpPr/>
          <p:nvPr/>
        </p:nvSpPr>
        <p:spPr>
          <a:xfrm>
            <a:off x="9730950" y="1804548"/>
            <a:ext cx="497057" cy="1122510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4" name="PulmonIzquierdo_2"/>
          <p:cNvGrpSpPr/>
          <p:nvPr/>
        </p:nvGrpSpPr>
        <p:grpSpPr>
          <a:xfrm>
            <a:off x="10708086" y="1326632"/>
            <a:ext cx="890346" cy="2230085"/>
            <a:chOff x="10708086" y="1326632"/>
            <a:chExt cx="890346" cy="2230085"/>
          </a:xfrm>
        </p:grpSpPr>
        <p:sp>
          <p:nvSpPr>
            <p:cNvPr id="55" name="Forma 54"/>
            <p:cNvSpPr/>
            <p:nvPr/>
          </p:nvSpPr>
          <p:spPr>
            <a:xfrm>
              <a:off x="1070808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6" name="Forma 55"/>
            <p:cNvSpPr/>
            <p:nvPr/>
          </p:nvSpPr>
          <p:spPr>
            <a:xfrm>
              <a:off x="1078672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1079577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8" name="PleuraVisceralI_2"/>
          <p:cNvSpPr/>
          <p:nvPr/>
        </p:nvSpPr>
        <p:spPr>
          <a:xfrm>
            <a:off x="1070808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9" name="PleuraPariet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PleuraPariet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VenaCavaSup_2"/>
          <p:cNvSpPr/>
          <p:nvPr/>
        </p:nvSpPr>
        <p:spPr>
          <a:xfrm>
            <a:off x="1029185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2" name="VenaCavaInf_2"/>
          <p:cNvSpPr/>
          <p:nvPr/>
        </p:nvSpPr>
        <p:spPr>
          <a:xfrm>
            <a:off x="1031902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3" name="Corazon_2"/>
          <p:cNvGrpSpPr/>
          <p:nvPr/>
        </p:nvGrpSpPr>
        <p:grpSpPr>
          <a:xfrm>
            <a:off x="10307157" y="2481096"/>
            <a:ext cx="802437" cy="841288"/>
            <a:chOff x="10307157" y="2481096"/>
            <a:chExt cx="802437" cy="841288"/>
          </a:xfrm>
        </p:grpSpPr>
        <p:sp>
          <p:nvSpPr>
            <p:cNvPr id="64" name="Forma 63"/>
            <p:cNvSpPr/>
            <p:nvPr/>
          </p:nvSpPr>
          <p:spPr>
            <a:xfrm>
              <a:off x="1030715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5" name="Forma 64"/>
            <p:cNvSpPr/>
            <p:nvPr/>
          </p:nvSpPr>
          <p:spPr>
            <a:xfrm>
              <a:off x="1072636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6" name="Diafragma_2"/>
          <p:cNvSpPr/>
          <p:nvPr/>
        </p:nvSpPr>
        <p:spPr>
          <a:xfrm>
            <a:off x="936849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7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68" name="Forma 67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0" name="Forma 69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</a:t>
            </a:r>
            <a:endParaRPr lang="es-AR" sz="1400" dirty="0">
              <a:latin typeface="Mali"/>
            </a:endParaRPr>
          </a:p>
        </p:txBody>
      </p:sp>
      <p:sp>
        <p:nvSpPr>
          <p:cNvPr id="71" name="Forma 70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F7FC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400" dirty="0">
              <a:latin typeface="Mali"/>
            </a:endParaRPr>
          </a:p>
        </p:txBody>
      </p:sp>
      <p:grpSp>
        <p:nvGrpSpPr>
          <p:cNvPr id="72" name="Fila Contenido"/>
          <p:cNvGrpSpPr/>
          <p:nvPr/>
        </p:nvGrpSpPr>
        <p:grpSpPr>
          <a:xfrm>
            <a:off x="3337560" y="914400"/>
            <a:ext cx="5486400" cy="625221"/>
            <a:chOff x="3337560" y="914400"/>
            <a:chExt cx="5486400" cy="625221"/>
          </a:xfrm>
        </p:grpSpPr>
        <p:sp>
          <p:nvSpPr>
            <p:cNvPr id="73" name="Forma 72"/>
            <p:cNvSpPr/>
            <p:nvPr/>
          </p:nvSpPr>
          <p:spPr>
            <a:xfrm>
              <a:off x="3337560" y="91440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5532120" y="91440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CONTENIDO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6949440" y="91440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76" name="Fila Mecanismo"/>
          <p:cNvGrpSpPr/>
          <p:nvPr/>
        </p:nvGrpSpPr>
        <p:grpSpPr>
          <a:xfrm>
            <a:off x="3337560" y="1594485"/>
            <a:ext cx="5486400" cy="625221"/>
            <a:chOff x="3337560" y="1594485"/>
            <a:chExt cx="5486400" cy="625221"/>
          </a:xfrm>
        </p:grpSpPr>
        <p:sp>
          <p:nvSpPr>
            <p:cNvPr id="77" name="Forma 76"/>
            <p:cNvSpPr/>
            <p:nvPr/>
          </p:nvSpPr>
          <p:spPr>
            <a:xfrm>
              <a:off x="3337560" y="159448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Starling / permeabilidad / linfa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78" name="Forma 77"/>
            <p:cNvSpPr/>
            <p:nvPr/>
          </p:nvSpPr>
          <p:spPr>
            <a:xfrm>
              <a:off x="5532120" y="159448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79" name="Forma 78"/>
            <p:cNvSpPr/>
            <p:nvPr/>
          </p:nvSpPr>
          <p:spPr>
            <a:xfrm>
              <a:off x="6949440" y="159448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Rotura de bula, trauma, iatrogenia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80" name="Fila Presiones"/>
          <p:cNvGrpSpPr/>
          <p:nvPr/>
        </p:nvGrpSpPr>
        <p:grpSpPr>
          <a:xfrm>
            <a:off x="3337560" y="2274570"/>
            <a:ext cx="5486400" cy="625221"/>
            <a:chOff x="3337560" y="2274570"/>
            <a:chExt cx="5486400" cy="625221"/>
          </a:xfrm>
        </p:grpSpPr>
        <p:sp>
          <p:nvSpPr>
            <p:cNvPr id="81" name="Forma 80"/>
            <p:cNvSpPr/>
            <p:nvPr/>
          </p:nvSpPr>
          <p:spPr>
            <a:xfrm>
              <a:off x="3337560" y="227457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ocupa volumen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82" name="Forma 81"/>
            <p:cNvSpPr/>
            <p:nvPr/>
          </p:nvSpPr>
          <p:spPr>
            <a:xfrm>
              <a:off x="5532120" y="227457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PRESIONES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6949440" y="227457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pierde la presión negativa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84" name="Fila Ventilación"/>
          <p:cNvGrpSpPr/>
          <p:nvPr/>
        </p:nvGrpSpPr>
        <p:grpSpPr>
          <a:xfrm>
            <a:off x="3337560" y="2954655"/>
            <a:ext cx="5486400" cy="625221"/>
            <a:chOff x="3337560" y="2954655"/>
            <a:chExt cx="5486400" cy="625221"/>
          </a:xfrm>
        </p:grpSpPr>
        <p:sp>
          <p:nvSpPr>
            <p:cNvPr id="85" name="Forma 84"/>
            <p:cNvSpPr/>
            <p:nvPr/>
          </p:nvSpPr>
          <p:spPr>
            <a:xfrm>
              <a:off x="3337560" y="295465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Compresión del pulmón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5532120" y="295465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6949440" y="295465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Retracción / colapso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88" name="Fila Percusión"/>
          <p:cNvGrpSpPr/>
          <p:nvPr/>
        </p:nvGrpSpPr>
        <p:grpSpPr>
          <a:xfrm>
            <a:off x="3337560" y="3634740"/>
            <a:ext cx="5486400" cy="625221"/>
            <a:chOff x="3337560" y="3634740"/>
            <a:chExt cx="5486400" cy="625221"/>
          </a:xfrm>
        </p:grpSpPr>
        <p:sp>
          <p:nvSpPr>
            <p:cNvPr id="89" name="Forma 88"/>
            <p:cNvSpPr/>
            <p:nvPr/>
          </p:nvSpPr>
          <p:spPr>
            <a:xfrm>
              <a:off x="3337560" y="363474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hídrica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90" name="Forma 89"/>
            <p:cNvSpPr/>
            <p:nvPr/>
          </p:nvSpPr>
          <p:spPr>
            <a:xfrm>
              <a:off x="5532120" y="363474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91" name="Forma 90"/>
            <p:cNvSpPr/>
            <p:nvPr/>
          </p:nvSpPr>
          <p:spPr>
            <a:xfrm>
              <a:off x="6949440" y="363474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2" name="Fila Auscultación"/>
          <p:cNvGrpSpPr/>
          <p:nvPr/>
        </p:nvGrpSpPr>
        <p:grpSpPr>
          <a:xfrm>
            <a:off x="3337560" y="4314825"/>
            <a:ext cx="5486400" cy="625221"/>
            <a:chOff x="3337560" y="4314825"/>
            <a:chExt cx="5486400" cy="625221"/>
          </a:xfrm>
        </p:grpSpPr>
        <p:sp>
          <p:nvSpPr>
            <p:cNvPr id="93" name="Forma 92"/>
            <p:cNvSpPr/>
            <p:nvPr/>
          </p:nvSpPr>
          <p:spPr>
            <a:xfrm>
              <a:off x="3337560" y="431482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MV · soplo tubario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94" name="Forma 93"/>
            <p:cNvSpPr/>
            <p:nvPr/>
          </p:nvSpPr>
          <p:spPr>
            <a:xfrm>
              <a:off x="5532120" y="431482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275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100" dirty="0">
                <a:latin typeface="Mali"/>
              </a:endParaRPr>
            </a:p>
          </p:txBody>
        </p:sp>
        <p:sp>
          <p:nvSpPr>
            <p:cNvPr id="95" name="Forma 94"/>
            <p:cNvSpPr/>
            <p:nvPr/>
          </p:nvSpPr>
          <p:spPr>
            <a:xfrm>
              <a:off x="6949440" y="431482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 MV · soplo anfórico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6" name="Fila Radiografía"/>
          <p:cNvGrpSpPr/>
          <p:nvPr/>
        </p:nvGrpSpPr>
        <p:grpSpPr>
          <a:xfrm>
            <a:off x="3337560" y="4994910"/>
            <a:ext cx="5486400" cy="625221"/>
            <a:chOff x="3337560" y="4994910"/>
            <a:chExt cx="5486400" cy="625221"/>
          </a:xfrm>
        </p:grpSpPr>
        <p:sp>
          <p:nvSpPr>
            <p:cNvPr id="97" name="Forma 96"/>
            <p:cNvSpPr/>
            <p:nvPr/>
          </p:nvSpPr>
          <p:spPr>
            <a:xfrm>
              <a:off x="3337560" y="499491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Opacidad · Damoiseau · seno borrado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98" name="Forma 97"/>
            <p:cNvSpPr/>
            <p:nvPr/>
          </p:nvSpPr>
          <p:spPr>
            <a:xfrm>
              <a:off x="5532120" y="499491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RADIOGRAFÍA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99" name="Forma 98"/>
            <p:cNvSpPr/>
            <p:nvPr/>
          </p:nvSpPr>
          <p:spPr>
            <a:xfrm>
              <a:off x="6949440" y="499491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91"/>
                </a:lnSpc>
                <a:spcAft>
                  <a:spcPts val="3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Hiperclaridad · línea pleural · sin trama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100" name="Fila Emergencia"/>
          <p:cNvGrpSpPr/>
          <p:nvPr/>
        </p:nvGrpSpPr>
        <p:grpSpPr>
          <a:xfrm>
            <a:off x="3337560" y="5674995"/>
            <a:ext cx="5486400" cy="625221"/>
            <a:chOff x="3337560" y="5674995"/>
            <a:chExt cx="5486400" cy="625221"/>
          </a:xfrm>
        </p:grpSpPr>
        <p:sp>
          <p:nvSpPr>
            <p:cNvPr id="101" name="Forma 100"/>
            <p:cNvSpPr/>
            <p:nvPr/>
          </p:nvSpPr>
          <p:spPr>
            <a:xfrm>
              <a:off x="3337560" y="567499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masivo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2" name="Forma 101"/>
            <p:cNvSpPr/>
            <p:nvPr/>
          </p:nvSpPr>
          <p:spPr>
            <a:xfrm>
              <a:off x="5532120" y="567499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EMERGENCIA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03" name="Forma 102"/>
            <p:cNvSpPr/>
            <p:nvPr/>
          </p:nvSpPr>
          <p:spPr>
            <a:xfrm>
              <a:off x="6949440" y="567499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104" name="Tráquea revisar"/>
          <p:cNvSpPr/>
          <p:nvPr/>
        </p:nvSpPr>
        <p:spPr>
          <a:xfrm>
            <a:off x="182880" y="4434840"/>
            <a:ext cx="3017520" cy="19202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333"/>
              </a:lnSpc>
              <a:spcAft>
                <a:spcPts val="300"/>
              </a:spcAft>
              <a:buNone/>
            </a:pPr>
            <a:r>
              <a:rPr lang="es-AR" sz="11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Tráquea en el derrame: «hacia el lado afectado o central» figura en una tabla, pero el derrame </a:t>
            </a:r>
            <a:r>
              <a:rPr lang="es-AR" sz="11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masivo</a:t>
            </a:r>
            <a:r>
              <a:rPr lang="es-AR" sz="11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la desplaza al lado </a:t>
            </a:r>
            <a:r>
              <a:rPr lang="es-AR" sz="11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sano</a:t>
            </a:r>
            <a:r>
              <a:rPr lang="es-AR" sz="11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revisar.</a:t>
            </a:r>
            <a:endParaRPr lang="es-AR" sz="1150" dirty="0">
              <a:latin typeface="Mali"/>
            </a:endParaRPr>
          </a:p>
        </p:txBody>
      </p:sp>
      <p:sp>
        <p:nvSpPr>
          <p:cNvPr id="105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106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107" name="Comp Rx der PulmonD"/>
          <p:cNvGrpSpPr/>
          <p:nvPr/>
        </p:nvGrpSpPr>
        <p:grpSpPr>
          <a:xfrm>
            <a:off x="9695383" y="4640144"/>
            <a:ext cx="681512" cy="1477301"/>
            <a:chOff x="9695383" y="4640144"/>
            <a:chExt cx="681512" cy="1477301"/>
          </a:xfrm>
        </p:grpSpPr>
        <p:sp>
          <p:nvSpPr>
            <p:cNvPr id="108" name="Forma 107"/>
            <p:cNvSpPr/>
            <p:nvPr/>
          </p:nvSpPr>
          <p:spPr>
            <a:xfrm>
              <a:off x="969538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09" name="Forma 108"/>
            <p:cNvSpPr/>
            <p:nvPr/>
          </p:nvSpPr>
          <p:spPr>
            <a:xfrm>
              <a:off x="9977260" y="4977987"/>
              <a:ext cx="331371" cy="74258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10" name="Forma 109"/>
            <p:cNvSpPr/>
            <p:nvPr/>
          </p:nvSpPr>
          <p:spPr>
            <a:xfrm>
              <a:off x="10002366" y="5050862"/>
              <a:ext cx="256288" cy="531596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11" name="Comp Rx der PulmonI"/>
          <p:cNvGrpSpPr/>
          <p:nvPr/>
        </p:nvGrpSpPr>
        <p:grpSpPr>
          <a:xfrm>
            <a:off x="10606553" y="4640144"/>
            <a:ext cx="637824" cy="1524484"/>
            <a:chOff x="10606553" y="4640144"/>
            <a:chExt cx="637824" cy="1524484"/>
          </a:xfrm>
        </p:grpSpPr>
        <p:sp>
          <p:nvSpPr>
            <p:cNvPr id="112" name="Forma 111"/>
            <p:cNvSpPr/>
            <p:nvPr/>
          </p:nvSpPr>
          <p:spPr>
            <a:xfrm>
              <a:off x="1060655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13" name="Forma 112"/>
            <p:cNvSpPr/>
            <p:nvPr/>
          </p:nvSpPr>
          <p:spPr>
            <a:xfrm>
              <a:off x="1062868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14" name="Forma 113"/>
            <p:cNvSpPr/>
            <p:nvPr/>
          </p:nvSpPr>
          <p:spPr>
            <a:xfrm>
              <a:off x="1068110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15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16" name="Comp Rx der Mediastino"/>
          <p:cNvSpPr/>
          <p:nvPr/>
        </p:nvSpPr>
        <p:spPr>
          <a:xfrm>
            <a:off x="1012789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17" name="Comp Rx der Traquea"/>
          <p:cNvSpPr/>
          <p:nvPr/>
        </p:nvSpPr>
        <p:spPr>
          <a:xfrm>
            <a:off x="1046988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18" name="Comp Rx der AireD"/>
          <p:cNvSpPr/>
          <p:nvPr/>
        </p:nvSpPr>
        <p:spPr>
          <a:xfrm>
            <a:off x="9695383" y="4640144"/>
            <a:ext cx="681512" cy="147730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19" name="Comp Rx der LineaPleuralD"/>
          <p:cNvSpPr/>
          <p:nvPr/>
        </p:nvSpPr>
        <p:spPr>
          <a:xfrm>
            <a:off x="9977260" y="4977987"/>
            <a:ext cx="331371" cy="742583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20" name="Comp Rx der Diafragma"/>
          <p:cNvSpPr/>
          <p:nvPr/>
        </p:nvSpPr>
        <p:spPr>
          <a:xfrm>
            <a:off x="972930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21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55335" y="91440"/>
            <a:ext cx="797176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DERRAME PLEURAL FRENTE A NEUMOTÓRAX</a:t>
            </a:r>
            <a:endParaRPr lang="es-AR" sz="2400" dirty="0">
              <a:latin typeface="Mali"/>
            </a:endParaRPr>
          </a:p>
        </p:txBody>
      </p:sp>
      <p:sp>
        <p:nvSpPr>
          <p:cNvPr id="12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</p:bld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LiquidoPleuralD"/>
          <p:cNvSpPr/>
          <p:nvPr/>
        </p:nvSpPr>
        <p:spPr>
          <a:xfrm>
            <a:off x="532912" y="2495559"/>
            <a:ext cx="1013887" cy="1031425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LiquidoPleuralI"/>
          <p:cNvSpPr/>
          <p:nvPr/>
        </p:nvSpPr>
        <p:spPr>
          <a:xfrm>
            <a:off x="2014961" y="2607851"/>
            <a:ext cx="835407" cy="990456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PulmonDerecho"/>
          <p:cNvGrpSpPr/>
          <p:nvPr/>
        </p:nvGrpSpPr>
        <p:grpSpPr>
          <a:xfrm>
            <a:off x="648318" y="1326632"/>
            <a:ext cx="855511" cy="1548562"/>
            <a:chOff x="648318" y="1326632"/>
            <a:chExt cx="855511" cy="1548562"/>
          </a:xfrm>
        </p:grpSpPr>
        <p:sp>
          <p:nvSpPr>
            <p:cNvPr id="18" name="Forma 17"/>
            <p:cNvSpPr/>
            <p:nvPr/>
          </p:nvSpPr>
          <p:spPr>
            <a:xfrm>
              <a:off x="648318" y="1326632"/>
              <a:ext cx="855511" cy="154856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706047" y="1478603"/>
              <a:ext cx="668753" cy="110857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69266" y="2000912"/>
              <a:ext cx="719038" cy="648801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PleuraVisceralD"/>
          <p:cNvSpPr/>
          <p:nvPr/>
        </p:nvSpPr>
        <p:spPr>
          <a:xfrm>
            <a:off x="648318" y="1326632"/>
            <a:ext cx="855511" cy="154856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PulmonIzquierdo"/>
          <p:cNvGrpSpPr/>
          <p:nvPr/>
        </p:nvGrpSpPr>
        <p:grpSpPr>
          <a:xfrm>
            <a:off x="1937287" y="1326632"/>
            <a:ext cx="806198" cy="1661609"/>
            <a:chOff x="1937287" y="1326632"/>
            <a:chExt cx="806198" cy="1661609"/>
          </a:xfrm>
        </p:grpSpPr>
        <p:sp>
          <p:nvSpPr>
            <p:cNvPr id="23" name="Forma 22"/>
            <p:cNvSpPr/>
            <p:nvPr/>
          </p:nvSpPr>
          <p:spPr>
            <a:xfrm>
              <a:off x="1937287" y="1326632"/>
              <a:ext cx="806198" cy="1661609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008480" y="1484476"/>
              <a:ext cx="676874" cy="1151411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016677" y="2060181"/>
              <a:ext cx="690753" cy="627717"/>
            </a:xfrm>
            <a:custGeom>
              <a:avLst/>
              <a:gdLst/>
              <a:ahLst/>
              <a:cxnLst/>
              <a:rect l="0" t="0" r="r" b="b"/>
              <a:pathLst>
                <a:path w="2289" h="2112" fill="none">
                  <a:moveTo>
                    <a:pt x="2289" y="2112"/>
                  </a:moveTo>
                  <a:lnTo>
                    <a:pt x="2217" y="2037"/>
                  </a:lnTo>
                  <a:lnTo>
                    <a:pt x="2048" y="1863"/>
                  </a:lnTo>
                  <a:lnTo>
                    <a:pt x="1852" y="1661"/>
                  </a:lnTo>
                  <a:lnTo>
                    <a:pt x="1651" y="1455"/>
                  </a:lnTo>
                  <a:lnTo>
                    <a:pt x="1466" y="1266"/>
                  </a:lnTo>
                  <a:lnTo>
                    <a:pt x="1297" y="1092"/>
                  </a:lnTo>
                  <a:lnTo>
                    <a:pt x="1129" y="915"/>
                  </a:lnTo>
                  <a:lnTo>
                    <a:pt x="963" y="744"/>
                  </a:lnTo>
                  <a:lnTo>
                    <a:pt x="803" y="585"/>
                  </a:lnTo>
                  <a:lnTo>
                    <a:pt x="651" y="447"/>
                  </a:lnTo>
                  <a:lnTo>
                    <a:pt x="500" y="326"/>
                  </a:lnTo>
                  <a:lnTo>
                    <a:pt x="348" y="219"/>
                  </a:lnTo>
                  <a:lnTo>
                    <a:pt x="206" y="128"/>
                  </a:lnTo>
                  <a:lnTo>
                    <a:pt x="86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PleuraVisceralI"/>
          <p:cNvSpPr/>
          <p:nvPr/>
        </p:nvSpPr>
        <p:spPr>
          <a:xfrm>
            <a:off x="1937287" y="1326632"/>
            <a:ext cx="806198" cy="1661609"/>
          </a:xfrm>
          <a:custGeom>
            <a:avLst/>
            <a:gdLst/>
            <a:ahLst/>
            <a:cxnLst/>
            <a:rect l="0" t="0" r="r" b="b"/>
            <a:pathLst>
              <a:path w="2671" h="5591" fill="none">
                <a:moveTo>
                  <a:pt x="459" y="4772"/>
                </a:moveTo>
                <a:lnTo>
                  <a:pt x="467" y="4770"/>
                </a:lnTo>
                <a:lnTo>
                  <a:pt x="573" y="4756"/>
                </a:lnTo>
                <a:lnTo>
                  <a:pt x="581" y="4756"/>
                </a:lnTo>
                <a:lnTo>
                  <a:pt x="681" y="4749"/>
                </a:lnTo>
                <a:lnTo>
                  <a:pt x="688" y="4749"/>
                </a:lnTo>
                <a:lnTo>
                  <a:pt x="791" y="4748"/>
                </a:lnTo>
                <a:lnTo>
                  <a:pt x="799" y="4748"/>
                </a:lnTo>
                <a:lnTo>
                  <a:pt x="905" y="4754"/>
                </a:lnTo>
                <a:lnTo>
                  <a:pt x="912" y="4754"/>
                </a:lnTo>
                <a:lnTo>
                  <a:pt x="1020" y="4767"/>
                </a:lnTo>
                <a:lnTo>
                  <a:pt x="1028" y="4768"/>
                </a:lnTo>
                <a:lnTo>
                  <a:pt x="1137" y="4788"/>
                </a:lnTo>
                <a:lnTo>
                  <a:pt x="1146" y="4790"/>
                </a:lnTo>
                <a:lnTo>
                  <a:pt x="1253" y="4819"/>
                </a:lnTo>
                <a:lnTo>
                  <a:pt x="1263" y="4822"/>
                </a:lnTo>
                <a:lnTo>
                  <a:pt x="1373" y="4862"/>
                </a:lnTo>
                <a:lnTo>
                  <a:pt x="1380" y="4865"/>
                </a:lnTo>
                <a:lnTo>
                  <a:pt x="1495" y="4916"/>
                </a:lnTo>
                <a:lnTo>
                  <a:pt x="1500" y="4918"/>
                </a:lnTo>
                <a:lnTo>
                  <a:pt x="1615" y="4977"/>
                </a:lnTo>
                <a:lnTo>
                  <a:pt x="1619" y="4979"/>
                </a:lnTo>
                <a:lnTo>
                  <a:pt x="1730" y="5043"/>
                </a:lnTo>
                <a:lnTo>
                  <a:pt x="1734" y="5045"/>
                </a:lnTo>
                <a:lnTo>
                  <a:pt x="1839" y="5110"/>
                </a:lnTo>
                <a:lnTo>
                  <a:pt x="1842" y="5112"/>
                </a:lnTo>
                <a:lnTo>
                  <a:pt x="1937" y="5176"/>
                </a:lnTo>
                <a:lnTo>
                  <a:pt x="1944" y="5181"/>
                </a:lnTo>
                <a:lnTo>
                  <a:pt x="2030" y="5249"/>
                </a:lnTo>
                <a:lnTo>
                  <a:pt x="2036" y="5254"/>
                </a:lnTo>
                <a:lnTo>
                  <a:pt x="2116" y="5331"/>
                </a:lnTo>
                <a:lnTo>
                  <a:pt x="2119" y="5334"/>
                </a:lnTo>
                <a:lnTo>
                  <a:pt x="2192" y="5412"/>
                </a:lnTo>
                <a:lnTo>
                  <a:pt x="2193" y="5413"/>
                </a:lnTo>
                <a:lnTo>
                  <a:pt x="2259" y="5486"/>
                </a:lnTo>
                <a:lnTo>
                  <a:pt x="2314" y="5544"/>
                </a:lnTo>
                <a:lnTo>
                  <a:pt x="2359" y="5582"/>
                </a:lnTo>
                <a:lnTo>
                  <a:pt x="2372" y="5591"/>
                </a:lnTo>
                <a:lnTo>
                  <a:pt x="2384" y="5569"/>
                </a:lnTo>
                <a:lnTo>
                  <a:pt x="2403" y="5516"/>
                </a:lnTo>
                <a:lnTo>
                  <a:pt x="2423" y="5448"/>
                </a:lnTo>
                <a:lnTo>
                  <a:pt x="2443" y="5368"/>
                </a:lnTo>
                <a:lnTo>
                  <a:pt x="2463" y="5278"/>
                </a:lnTo>
                <a:lnTo>
                  <a:pt x="2482" y="5182"/>
                </a:lnTo>
                <a:lnTo>
                  <a:pt x="2502" y="5075"/>
                </a:lnTo>
                <a:lnTo>
                  <a:pt x="2521" y="4955"/>
                </a:lnTo>
                <a:lnTo>
                  <a:pt x="2539" y="4826"/>
                </a:lnTo>
                <a:lnTo>
                  <a:pt x="2557" y="4692"/>
                </a:lnTo>
                <a:lnTo>
                  <a:pt x="2574" y="4560"/>
                </a:lnTo>
                <a:lnTo>
                  <a:pt x="2590" y="4434"/>
                </a:lnTo>
                <a:lnTo>
                  <a:pt x="2605" y="4314"/>
                </a:lnTo>
                <a:lnTo>
                  <a:pt x="2620" y="4196"/>
                </a:lnTo>
                <a:lnTo>
                  <a:pt x="2633" y="4081"/>
                </a:lnTo>
                <a:lnTo>
                  <a:pt x="2645" y="3965"/>
                </a:lnTo>
                <a:lnTo>
                  <a:pt x="2655" y="3849"/>
                </a:lnTo>
                <a:lnTo>
                  <a:pt x="2662" y="3731"/>
                </a:lnTo>
                <a:lnTo>
                  <a:pt x="2667" y="3610"/>
                </a:lnTo>
                <a:lnTo>
                  <a:pt x="2670" y="3488"/>
                </a:lnTo>
                <a:lnTo>
                  <a:pt x="2671" y="3364"/>
                </a:lnTo>
                <a:lnTo>
                  <a:pt x="2670" y="3240"/>
                </a:lnTo>
                <a:lnTo>
                  <a:pt x="2667" y="3116"/>
                </a:lnTo>
                <a:lnTo>
                  <a:pt x="2662" y="2993"/>
                </a:lnTo>
                <a:lnTo>
                  <a:pt x="2655" y="2869"/>
                </a:lnTo>
                <a:lnTo>
                  <a:pt x="2647" y="2745"/>
                </a:lnTo>
                <a:lnTo>
                  <a:pt x="2636" y="2621"/>
                </a:lnTo>
                <a:lnTo>
                  <a:pt x="2624" y="2498"/>
                </a:lnTo>
                <a:lnTo>
                  <a:pt x="2609" y="2376"/>
                </a:lnTo>
                <a:lnTo>
                  <a:pt x="2591" y="2255"/>
                </a:lnTo>
                <a:lnTo>
                  <a:pt x="2570" y="2135"/>
                </a:lnTo>
                <a:lnTo>
                  <a:pt x="2547" y="2016"/>
                </a:lnTo>
                <a:lnTo>
                  <a:pt x="2522" y="1897"/>
                </a:lnTo>
                <a:lnTo>
                  <a:pt x="2495" y="1781"/>
                </a:lnTo>
                <a:lnTo>
                  <a:pt x="2464" y="1668"/>
                </a:lnTo>
                <a:lnTo>
                  <a:pt x="2430" y="1558"/>
                </a:lnTo>
                <a:lnTo>
                  <a:pt x="2393" y="1450"/>
                </a:lnTo>
                <a:lnTo>
                  <a:pt x="2353" y="1345"/>
                </a:lnTo>
                <a:lnTo>
                  <a:pt x="2309" y="1242"/>
                </a:lnTo>
                <a:lnTo>
                  <a:pt x="2263" y="1142"/>
                </a:lnTo>
                <a:lnTo>
                  <a:pt x="2215" y="1045"/>
                </a:lnTo>
                <a:lnTo>
                  <a:pt x="2165" y="953"/>
                </a:lnTo>
                <a:lnTo>
                  <a:pt x="2112" y="864"/>
                </a:lnTo>
                <a:lnTo>
                  <a:pt x="2057" y="779"/>
                </a:lnTo>
                <a:lnTo>
                  <a:pt x="2000" y="697"/>
                </a:lnTo>
                <a:lnTo>
                  <a:pt x="1940" y="620"/>
                </a:lnTo>
                <a:lnTo>
                  <a:pt x="1879" y="546"/>
                </a:lnTo>
                <a:lnTo>
                  <a:pt x="1815" y="478"/>
                </a:lnTo>
                <a:lnTo>
                  <a:pt x="1748" y="413"/>
                </a:lnTo>
                <a:lnTo>
                  <a:pt x="1679" y="352"/>
                </a:lnTo>
                <a:lnTo>
                  <a:pt x="1608" y="295"/>
                </a:lnTo>
                <a:lnTo>
                  <a:pt x="1535" y="242"/>
                </a:lnTo>
                <a:lnTo>
                  <a:pt x="1461" y="195"/>
                </a:lnTo>
                <a:lnTo>
                  <a:pt x="1386" y="153"/>
                </a:lnTo>
                <a:lnTo>
                  <a:pt x="1308" y="115"/>
                </a:lnTo>
                <a:lnTo>
                  <a:pt x="1225" y="81"/>
                </a:lnTo>
                <a:lnTo>
                  <a:pt x="1140" y="51"/>
                </a:lnTo>
                <a:lnTo>
                  <a:pt x="1058" y="27"/>
                </a:lnTo>
                <a:lnTo>
                  <a:pt x="983" y="10"/>
                </a:lnTo>
                <a:lnTo>
                  <a:pt x="922" y="1"/>
                </a:lnTo>
                <a:lnTo>
                  <a:pt x="874" y="0"/>
                </a:lnTo>
                <a:lnTo>
                  <a:pt x="838" y="3"/>
                </a:lnTo>
                <a:lnTo>
                  <a:pt x="808" y="11"/>
                </a:lnTo>
                <a:lnTo>
                  <a:pt x="779" y="23"/>
                </a:lnTo>
                <a:lnTo>
                  <a:pt x="747" y="42"/>
                </a:lnTo>
                <a:lnTo>
                  <a:pt x="713" y="67"/>
                </a:lnTo>
                <a:lnTo>
                  <a:pt x="680" y="97"/>
                </a:lnTo>
                <a:lnTo>
                  <a:pt x="649" y="132"/>
                </a:lnTo>
                <a:lnTo>
                  <a:pt x="618" y="174"/>
                </a:lnTo>
                <a:lnTo>
                  <a:pt x="586" y="224"/>
                </a:lnTo>
                <a:lnTo>
                  <a:pt x="553" y="284"/>
                </a:lnTo>
                <a:lnTo>
                  <a:pt x="518" y="353"/>
                </a:lnTo>
                <a:lnTo>
                  <a:pt x="480" y="432"/>
                </a:lnTo>
                <a:lnTo>
                  <a:pt x="464" y="467"/>
                </a:lnTo>
                <a:lnTo>
                  <a:pt x="431" y="551"/>
                </a:lnTo>
                <a:lnTo>
                  <a:pt x="386" y="671"/>
                </a:lnTo>
                <a:lnTo>
                  <a:pt x="341" y="801"/>
                </a:lnTo>
                <a:lnTo>
                  <a:pt x="297" y="940"/>
                </a:lnTo>
                <a:lnTo>
                  <a:pt x="254" y="1086"/>
                </a:lnTo>
                <a:lnTo>
                  <a:pt x="215" y="1240"/>
                </a:lnTo>
                <a:lnTo>
                  <a:pt x="177" y="1402"/>
                </a:lnTo>
                <a:lnTo>
                  <a:pt x="141" y="1577"/>
                </a:lnTo>
                <a:lnTo>
                  <a:pt x="106" y="1759"/>
                </a:lnTo>
                <a:lnTo>
                  <a:pt x="74" y="1946"/>
                </a:lnTo>
                <a:lnTo>
                  <a:pt x="43" y="2133"/>
                </a:lnTo>
                <a:lnTo>
                  <a:pt x="15" y="2317"/>
                </a:lnTo>
                <a:lnTo>
                  <a:pt x="15" y="2317"/>
                </a:lnTo>
                <a:lnTo>
                  <a:pt x="0" y="2416"/>
                </a:lnTo>
                <a:lnTo>
                  <a:pt x="0" y="2538"/>
                </a:lnTo>
                <a:lnTo>
                  <a:pt x="15" y="2668"/>
                </a:lnTo>
                <a:lnTo>
                  <a:pt x="42" y="2800"/>
                </a:lnTo>
                <a:lnTo>
                  <a:pt x="79" y="2933"/>
                </a:lnTo>
                <a:lnTo>
                  <a:pt x="120" y="3069"/>
                </a:lnTo>
                <a:lnTo>
                  <a:pt x="120" y="3069"/>
                </a:lnTo>
                <a:lnTo>
                  <a:pt x="161" y="3206"/>
                </a:lnTo>
                <a:lnTo>
                  <a:pt x="161" y="3208"/>
                </a:lnTo>
                <a:lnTo>
                  <a:pt x="197" y="3345"/>
                </a:lnTo>
                <a:lnTo>
                  <a:pt x="197" y="3346"/>
                </a:lnTo>
                <a:lnTo>
                  <a:pt x="230" y="3480"/>
                </a:lnTo>
                <a:lnTo>
                  <a:pt x="263" y="3611"/>
                </a:lnTo>
                <a:lnTo>
                  <a:pt x="263" y="3612"/>
                </a:lnTo>
                <a:lnTo>
                  <a:pt x="296" y="3743"/>
                </a:lnTo>
                <a:lnTo>
                  <a:pt x="296" y="3744"/>
                </a:lnTo>
                <a:lnTo>
                  <a:pt x="327" y="3879"/>
                </a:lnTo>
                <a:lnTo>
                  <a:pt x="327" y="3881"/>
                </a:lnTo>
                <a:lnTo>
                  <a:pt x="355" y="4020"/>
                </a:lnTo>
                <a:lnTo>
                  <a:pt x="356" y="4023"/>
                </a:lnTo>
                <a:lnTo>
                  <a:pt x="379" y="4171"/>
                </a:lnTo>
                <a:lnTo>
                  <a:pt x="380" y="4173"/>
                </a:lnTo>
                <a:lnTo>
                  <a:pt x="402" y="4344"/>
                </a:lnTo>
                <a:lnTo>
                  <a:pt x="403" y="4345"/>
                </a:lnTo>
                <a:lnTo>
                  <a:pt x="426" y="4542"/>
                </a:lnTo>
                <a:lnTo>
                  <a:pt x="426" y="4543"/>
                </a:lnTo>
                <a:lnTo>
                  <a:pt x="447" y="4745"/>
                </a:lnTo>
                <a:lnTo>
                  <a:pt x="447" y="4747"/>
                </a:lnTo>
                <a:lnTo>
                  <a:pt x="449" y="4774"/>
                </a:lnTo>
                <a:lnTo>
                  <a:pt x="459" y="477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2" name="Forma 31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Costillas_2"/>
          <p:cNvGrpSpPr/>
          <p:nvPr/>
        </p:nvGrpSpPr>
        <p:grpSpPr>
          <a:xfrm>
            <a:off x="9142171" y="1271016"/>
            <a:ext cx="2655418" cy="2448763"/>
            <a:chOff x="9142171" y="1271016"/>
            <a:chExt cx="2655418" cy="2448763"/>
          </a:xfrm>
        </p:grpSpPr>
        <p:sp>
          <p:nvSpPr>
            <p:cNvPr id="41" name="Forma 40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EspacioPleur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EspacioPleur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Aorta_2"/>
          <p:cNvSpPr/>
          <p:nvPr/>
        </p:nvSpPr>
        <p:spPr>
          <a:xfrm>
            <a:off x="1047521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Traquea_2"/>
          <p:cNvGrpSpPr/>
          <p:nvPr/>
        </p:nvGrpSpPr>
        <p:grpSpPr>
          <a:xfrm>
            <a:off x="10110809" y="1033272"/>
            <a:ext cx="718142" cy="1274889"/>
            <a:chOff x="10110809" y="1033272"/>
            <a:chExt cx="718142" cy="1274889"/>
          </a:xfrm>
        </p:grpSpPr>
        <p:sp>
          <p:nvSpPr>
            <p:cNvPr id="47" name="Forma 46"/>
            <p:cNvSpPr/>
            <p:nvPr/>
          </p:nvSpPr>
          <p:spPr>
            <a:xfrm>
              <a:off x="1011080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041556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LiquidoPleuralD_2"/>
          <p:cNvSpPr/>
          <p:nvPr/>
        </p:nvSpPr>
        <p:spPr>
          <a:xfrm>
            <a:off x="9311152" y="2208128"/>
            <a:ext cx="1013887" cy="1318856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50" name="PulmonDerecho_2"/>
          <p:cNvGrpSpPr/>
          <p:nvPr/>
        </p:nvGrpSpPr>
        <p:grpSpPr>
          <a:xfrm>
            <a:off x="9469173" y="1326632"/>
            <a:ext cx="794925" cy="1243655"/>
            <a:chOff x="9469173" y="1326632"/>
            <a:chExt cx="794925" cy="1243655"/>
          </a:xfrm>
        </p:grpSpPr>
        <p:sp>
          <p:nvSpPr>
            <p:cNvPr id="51" name="Forma 50"/>
            <p:cNvSpPr/>
            <p:nvPr/>
          </p:nvSpPr>
          <p:spPr>
            <a:xfrm>
              <a:off x="9469173" y="1326632"/>
              <a:ext cx="794925" cy="1243655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2" name="Forma 51"/>
            <p:cNvSpPr/>
            <p:nvPr/>
          </p:nvSpPr>
          <p:spPr>
            <a:xfrm>
              <a:off x="9524947" y="1448681"/>
              <a:ext cx="628094" cy="890300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9489263" y="1868149"/>
              <a:ext cx="676489" cy="520778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4" name="PleuraVisceralD_2"/>
          <p:cNvSpPr/>
          <p:nvPr/>
        </p:nvSpPr>
        <p:spPr>
          <a:xfrm>
            <a:off x="9469173" y="1326632"/>
            <a:ext cx="794925" cy="1243655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5" name="PulmonIzquierdo_2"/>
          <p:cNvGrpSpPr/>
          <p:nvPr/>
        </p:nvGrpSpPr>
        <p:grpSpPr>
          <a:xfrm>
            <a:off x="10708086" y="1326632"/>
            <a:ext cx="890346" cy="2230085"/>
            <a:chOff x="10708086" y="1326632"/>
            <a:chExt cx="890346" cy="2230085"/>
          </a:xfrm>
        </p:grpSpPr>
        <p:sp>
          <p:nvSpPr>
            <p:cNvPr id="56" name="Forma 55"/>
            <p:cNvSpPr/>
            <p:nvPr/>
          </p:nvSpPr>
          <p:spPr>
            <a:xfrm>
              <a:off x="1070808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1078672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079577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9" name="PleuraVisceralI_2"/>
          <p:cNvSpPr/>
          <p:nvPr/>
        </p:nvSpPr>
        <p:spPr>
          <a:xfrm>
            <a:off x="1070808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0" name="PleuraPariet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PleuraPariet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VenaCavaSup_2"/>
          <p:cNvSpPr/>
          <p:nvPr/>
        </p:nvSpPr>
        <p:spPr>
          <a:xfrm>
            <a:off x="1029185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3" name="VenaCavaInf_2"/>
          <p:cNvSpPr/>
          <p:nvPr/>
        </p:nvSpPr>
        <p:spPr>
          <a:xfrm>
            <a:off x="1031902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4" name="Corazon_2"/>
          <p:cNvGrpSpPr/>
          <p:nvPr/>
        </p:nvGrpSpPr>
        <p:grpSpPr>
          <a:xfrm>
            <a:off x="10307157" y="2481096"/>
            <a:ext cx="802437" cy="841288"/>
            <a:chOff x="10307157" y="2481096"/>
            <a:chExt cx="802437" cy="841288"/>
          </a:xfrm>
        </p:grpSpPr>
        <p:sp>
          <p:nvSpPr>
            <p:cNvPr id="65" name="Forma 64"/>
            <p:cNvSpPr/>
            <p:nvPr/>
          </p:nvSpPr>
          <p:spPr>
            <a:xfrm>
              <a:off x="1030715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6" name="Forma 65"/>
            <p:cNvSpPr/>
            <p:nvPr/>
          </p:nvSpPr>
          <p:spPr>
            <a:xfrm>
              <a:off x="1072636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7" name="Diafragma_2"/>
          <p:cNvSpPr/>
          <p:nvPr/>
        </p:nvSpPr>
        <p:spPr>
          <a:xfrm>
            <a:off x="936849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8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69" name="Forma 68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1" name="Forma 70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400" dirty="0">
              <a:latin typeface="Mali"/>
            </a:endParaRPr>
          </a:p>
        </p:txBody>
      </p:sp>
      <p:sp>
        <p:nvSpPr>
          <p:cNvPr id="72" name="Forma 71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E9C46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400" dirty="0">
              <a:latin typeface="Mali"/>
            </a:endParaRPr>
          </a:p>
        </p:txBody>
      </p:sp>
      <p:sp>
        <p:nvSpPr>
          <p:cNvPr id="73" name="Comp Rx izq Placa"/>
          <p:cNvSpPr/>
          <p:nvPr/>
        </p:nvSpPr>
        <p:spPr>
          <a:xfrm>
            <a:off x="64008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74" name="Comp Rx izq PartesBlandas"/>
          <p:cNvSpPr/>
          <p:nvPr/>
        </p:nvSpPr>
        <p:spPr>
          <a:xfrm>
            <a:off x="77029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75" name="Comp Rx izq PulmonD"/>
          <p:cNvGrpSpPr/>
          <p:nvPr/>
        </p:nvGrpSpPr>
        <p:grpSpPr>
          <a:xfrm>
            <a:off x="917143" y="4640144"/>
            <a:ext cx="681512" cy="1477301"/>
            <a:chOff x="917143" y="4640144"/>
            <a:chExt cx="681512" cy="1477301"/>
          </a:xfrm>
        </p:grpSpPr>
        <p:sp>
          <p:nvSpPr>
            <p:cNvPr id="76" name="Forma 75"/>
            <p:cNvSpPr/>
            <p:nvPr/>
          </p:nvSpPr>
          <p:spPr>
            <a:xfrm>
              <a:off x="91714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77" name="Forma 76"/>
            <p:cNvSpPr/>
            <p:nvPr/>
          </p:nvSpPr>
          <p:spPr>
            <a:xfrm>
              <a:off x="996092" y="4661827"/>
              <a:ext cx="570341" cy="1024433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1034578" y="4762362"/>
              <a:ext cx="445836" cy="73336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79" name="Comp Rx izq PulmonI"/>
          <p:cNvGrpSpPr/>
          <p:nvPr/>
        </p:nvGrpSpPr>
        <p:grpSpPr>
          <a:xfrm>
            <a:off x="1828313" y="4640144"/>
            <a:ext cx="637824" cy="1524484"/>
            <a:chOff x="1828313" y="4640144"/>
            <a:chExt cx="637824" cy="1524484"/>
          </a:xfrm>
        </p:grpSpPr>
        <p:sp>
          <p:nvSpPr>
            <p:cNvPr id="80" name="Forma 79"/>
            <p:cNvSpPr/>
            <p:nvPr/>
          </p:nvSpPr>
          <p:spPr>
            <a:xfrm>
              <a:off x="182831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1855404" y="4661827"/>
              <a:ext cx="537466" cy="1099218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2" name="Forma 81"/>
            <p:cNvSpPr/>
            <p:nvPr/>
          </p:nvSpPr>
          <p:spPr>
            <a:xfrm>
              <a:off x="1902866" y="4766247"/>
              <a:ext cx="451249" cy="761703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83" name="Comp Rx izq Costillas"/>
          <p:cNvSpPr/>
          <p:nvPr/>
        </p:nvSpPr>
        <p:spPr>
          <a:xfrm>
            <a:off x="80650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84" name="Comp Rx izq Mediastino"/>
          <p:cNvSpPr/>
          <p:nvPr/>
        </p:nvSpPr>
        <p:spPr>
          <a:xfrm>
            <a:off x="134965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85" name="Comp Rx izq Traquea"/>
          <p:cNvSpPr/>
          <p:nvPr/>
        </p:nvSpPr>
        <p:spPr>
          <a:xfrm>
            <a:off x="169164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86" name="Comp Rx izq OpacidadD"/>
          <p:cNvSpPr/>
          <p:nvPr/>
        </p:nvSpPr>
        <p:spPr>
          <a:xfrm>
            <a:off x="919155" y="5435118"/>
            <a:ext cx="675924" cy="682327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87" name="Comp Rx izq OpacidadI"/>
          <p:cNvSpPr/>
          <p:nvPr/>
        </p:nvSpPr>
        <p:spPr>
          <a:xfrm>
            <a:off x="1907187" y="5509403"/>
            <a:ext cx="556938" cy="655225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88" name="Comp Rx izq Diafragma"/>
          <p:cNvSpPr/>
          <p:nvPr/>
        </p:nvSpPr>
        <p:spPr>
          <a:xfrm>
            <a:off x="95106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89" name="Comp Rx izq Clavículas"/>
          <p:cNvSpPr/>
          <p:nvPr/>
        </p:nvSpPr>
        <p:spPr>
          <a:xfrm>
            <a:off x="108813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90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91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92" name="Comp Rx der PulmonD"/>
          <p:cNvGrpSpPr/>
          <p:nvPr/>
        </p:nvGrpSpPr>
        <p:grpSpPr>
          <a:xfrm>
            <a:off x="9695383" y="4640144"/>
            <a:ext cx="681512" cy="1477301"/>
            <a:chOff x="9695383" y="4640144"/>
            <a:chExt cx="681512" cy="1477301"/>
          </a:xfrm>
        </p:grpSpPr>
        <p:sp>
          <p:nvSpPr>
            <p:cNvPr id="93" name="Forma 92"/>
            <p:cNvSpPr/>
            <p:nvPr/>
          </p:nvSpPr>
          <p:spPr>
            <a:xfrm>
              <a:off x="969538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802742" y="4661827"/>
              <a:ext cx="529950" cy="822726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5" name="Forma 94"/>
            <p:cNvSpPr/>
            <p:nvPr/>
          </p:nvSpPr>
          <p:spPr>
            <a:xfrm>
              <a:off x="9839924" y="4742567"/>
              <a:ext cx="418729" cy="588967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96" name="Comp Rx der PulmonI"/>
          <p:cNvGrpSpPr/>
          <p:nvPr/>
        </p:nvGrpSpPr>
        <p:grpSpPr>
          <a:xfrm>
            <a:off x="10606553" y="4640144"/>
            <a:ext cx="637824" cy="1524484"/>
            <a:chOff x="10606553" y="4640144"/>
            <a:chExt cx="637824" cy="1524484"/>
          </a:xfrm>
        </p:grpSpPr>
        <p:sp>
          <p:nvSpPr>
            <p:cNvPr id="97" name="Forma 96"/>
            <p:cNvSpPr/>
            <p:nvPr/>
          </p:nvSpPr>
          <p:spPr>
            <a:xfrm>
              <a:off x="1060655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8" name="Forma 97"/>
            <p:cNvSpPr/>
            <p:nvPr/>
          </p:nvSpPr>
          <p:spPr>
            <a:xfrm>
              <a:off x="1062868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9" name="Forma 98"/>
            <p:cNvSpPr/>
            <p:nvPr/>
          </p:nvSpPr>
          <p:spPr>
            <a:xfrm>
              <a:off x="1068110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00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01" name="Comp Rx der Mediastino"/>
          <p:cNvSpPr/>
          <p:nvPr/>
        </p:nvSpPr>
        <p:spPr>
          <a:xfrm>
            <a:off x="1012789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02" name="Comp Rx der Traquea"/>
          <p:cNvSpPr/>
          <p:nvPr/>
        </p:nvSpPr>
        <p:spPr>
          <a:xfrm>
            <a:off x="1046988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03" name="Comp Rx der OpacidadD"/>
          <p:cNvSpPr/>
          <p:nvPr/>
        </p:nvSpPr>
        <p:spPr>
          <a:xfrm>
            <a:off x="9697395" y="5244971"/>
            <a:ext cx="675924" cy="872474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104" name="Comp Rx der Diafragma"/>
          <p:cNvSpPr/>
          <p:nvPr/>
        </p:nvSpPr>
        <p:spPr>
          <a:xfrm>
            <a:off x="972930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05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106" name="Fila Mecanismo"/>
          <p:cNvGrpSpPr/>
          <p:nvPr/>
        </p:nvGrpSpPr>
        <p:grpSpPr>
          <a:xfrm>
            <a:off x="3337560" y="914400"/>
            <a:ext cx="5486400" cy="625221"/>
            <a:chOff x="3337560" y="914400"/>
            <a:chExt cx="5486400" cy="625221"/>
          </a:xfrm>
        </p:grpSpPr>
        <p:sp>
          <p:nvSpPr>
            <p:cNvPr id="107" name="Forma 106"/>
            <p:cNvSpPr/>
            <p:nvPr/>
          </p:nvSpPr>
          <p:spPr>
            <a:xfrm>
              <a:off x="3337560" y="91440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</a:t>
              </a:r>
              <a:r>
                <a:rPr lang="es-AR" sz="12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↓ π</a:t>
              </a:r>
              <a:r>
                <a:rPr lang="es-AR" sz="12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8" name="Forma 107"/>
            <p:cNvSpPr/>
            <p:nvPr/>
          </p:nvSpPr>
          <p:spPr>
            <a:xfrm>
              <a:off x="5532120" y="91440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09" name="Forma 108"/>
            <p:cNvSpPr/>
            <p:nvPr/>
          </p:nvSpPr>
          <p:spPr>
            <a:xfrm>
              <a:off x="6949440" y="91440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permeabilidad / ↓ linfa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0" name="Fila Pleura"/>
          <p:cNvGrpSpPr/>
          <p:nvPr/>
        </p:nvGrpSpPr>
        <p:grpSpPr>
          <a:xfrm>
            <a:off x="3337560" y="1594485"/>
            <a:ext cx="5486400" cy="625221"/>
            <a:chOff x="3337560" y="1594485"/>
            <a:chExt cx="5486400" cy="625221"/>
          </a:xfrm>
        </p:grpSpPr>
        <p:sp>
          <p:nvSpPr>
            <p:cNvPr id="111" name="Forma 110"/>
            <p:cNvSpPr/>
            <p:nvPr/>
          </p:nvSpPr>
          <p:spPr>
            <a:xfrm>
              <a:off x="3337560" y="159448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 (sistémico)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5532120" y="159448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3" name="Forma 112"/>
            <p:cNvSpPr/>
            <p:nvPr/>
          </p:nvSpPr>
          <p:spPr>
            <a:xfrm>
              <a:off x="6949440" y="159448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 (local)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4" name="Fila Proteínas pl/sér"/>
          <p:cNvGrpSpPr/>
          <p:nvPr/>
        </p:nvGrpSpPr>
        <p:grpSpPr>
          <a:xfrm>
            <a:off x="3337560" y="2274570"/>
            <a:ext cx="5486400" cy="625221"/>
            <a:chOff x="3337560" y="2274570"/>
            <a:chExt cx="5486400" cy="625221"/>
          </a:xfrm>
        </p:grpSpPr>
        <p:sp>
          <p:nvSpPr>
            <p:cNvPr id="115" name="Forma 114"/>
            <p:cNvSpPr/>
            <p:nvPr/>
          </p:nvSpPr>
          <p:spPr>
            <a:xfrm>
              <a:off x="3337560" y="227457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≤ 0,5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6" name="Forma 115"/>
            <p:cNvSpPr/>
            <p:nvPr/>
          </p:nvSpPr>
          <p:spPr>
            <a:xfrm>
              <a:off x="5532120" y="227457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pl/sér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7" name="Forma 116"/>
            <p:cNvSpPr/>
            <p:nvPr/>
          </p:nvSpPr>
          <p:spPr>
            <a:xfrm>
              <a:off x="6949440" y="227457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8" name="Fila LDH pl/sér"/>
          <p:cNvGrpSpPr/>
          <p:nvPr/>
        </p:nvGrpSpPr>
        <p:grpSpPr>
          <a:xfrm>
            <a:off x="3337560" y="2954655"/>
            <a:ext cx="5486400" cy="625221"/>
            <a:chOff x="3337560" y="2954655"/>
            <a:chExt cx="5486400" cy="625221"/>
          </a:xfrm>
        </p:grpSpPr>
        <p:sp>
          <p:nvSpPr>
            <p:cNvPr id="119" name="Forma 118"/>
            <p:cNvSpPr/>
            <p:nvPr/>
          </p:nvSpPr>
          <p:spPr>
            <a:xfrm>
              <a:off x="3337560" y="295465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≤ 0,6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0" name="Forma 119"/>
            <p:cNvSpPr/>
            <p:nvPr/>
          </p:nvSpPr>
          <p:spPr>
            <a:xfrm>
              <a:off x="5532120" y="295465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pl/sér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1" name="Forma 120"/>
            <p:cNvSpPr/>
            <p:nvPr/>
          </p:nvSpPr>
          <p:spPr>
            <a:xfrm>
              <a:off x="6949440" y="295465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2" name="Fila LDH absoluta"/>
          <p:cNvGrpSpPr/>
          <p:nvPr/>
        </p:nvGrpSpPr>
        <p:grpSpPr>
          <a:xfrm>
            <a:off x="3337560" y="3634740"/>
            <a:ext cx="5486400" cy="625221"/>
            <a:chOff x="3337560" y="3634740"/>
            <a:chExt cx="5486400" cy="625221"/>
          </a:xfrm>
        </p:grpSpPr>
        <p:sp>
          <p:nvSpPr>
            <p:cNvPr id="123" name="Forma 122"/>
            <p:cNvSpPr/>
            <p:nvPr/>
          </p:nvSpPr>
          <p:spPr>
            <a:xfrm>
              <a:off x="3337560" y="363474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2/3 LSN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4" name="Forma 123"/>
            <p:cNvSpPr/>
            <p:nvPr/>
          </p:nvSpPr>
          <p:spPr>
            <a:xfrm>
              <a:off x="5532120" y="363474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ABSOLUTA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5" name="Forma 124"/>
            <p:cNvSpPr/>
            <p:nvPr/>
          </p:nvSpPr>
          <p:spPr>
            <a:xfrm>
              <a:off x="6949440" y="363474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2/3 (o ≥) LSN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6" name="Fila Aspecto"/>
          <p:cNvGrpSpPr/>
          <p:nvPr/>
        </p:nvGrpSpPr>
        <p:grpSpPr>
          <a:xfrm>
            <a:off x="3337560" y="4314825"/>
            <a:ext cx="5486400" cy="625221"/>
            <a:chOff x="3337560" y="4314825"/>
            <a:chExt cx="5486400" cy="625221"/>
          </a:xfrm>
        </p:grpSpPr>
        <p:sp>
          <p:nvSpPr>
            <p:cNvPr id="127" name="Forma 126"/>
            <p:cNvSpPr/>
            <p:nvPr/>
          </p:nvSpPr>
          <p:spPr>
            <a:xfrm>
              <a:off x="3337560" y="431482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8" name="Forma 127"/>
            <p:cNvSpPr/>
            <p:nvPr/>
          </p:nvSpPr>
          <p:spPr>
            <a:xfrm>
              <a:off x="5532120" y="431482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9" name="Forma 128"/>
            <p:cNvSpPr/>
            <p:nvPr/>
          </p:nvSpPr>
          <p:spPr>
            <a:xfrm>
              <a:off x="6949440" y="431482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Turbio, lechoso, hemorrágico, purulento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30" name="Fila Células"/>
          <p:cNvGrpSpPr/>
          <p:nvPr/>
        </p:nvGrpSpPr>
        <p:grpSpPr>
          <a:xfrm>
            <a:off x="3337560" y="4994910"/>
            <a:ext cx="5486400" cy="625221"/>
            <a:chOff x="3337560" y="4994910"/>
            <a:chExt cx="5486400" cy="625221"/>
          </a:xfrm>
        </p:grpSpPr>
        <p:sp>
          <p:nvSpPr>
            <p:cNvPr id="131" name="Forma 130"/>
            <p:cNvSpPr/>
            <p:nvPr/>
          </p:nvSpPr>
          <p:spPr>
            <a:xfrm>
              <a:off x="3337560" y="499491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2" name="Forma 131"/>
            <p:cNvSpPr/>
            <p:nvPr/>
          </p:nvSpPr>
          <p:spPr>
            <a:xfrm>
              <a:off x="5532120" y="499491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3" name="Forma 132"/>
            <p:cNvSpPr/>
            <p:nvPr/>
          </p:nvSpPr>
          <p:spPr>
            <a:xfrm>
              <a:off x="6949440" y="499491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PMN o linfocitos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34" name="Fila Causas"/>
          <p:cNvGrpSpPr/>
          <p:nvPr/>
        </p:nvGrpSpPr>
        <p:grpSpPr>
          <a:xfrm>
            <a:off x="3337560" y="5674995"/>
            <a:ext cx="5486400" cy="625221"/>
            <a:chOff x="3337560" y="5674995"/>
            <a:chExt cx="5486400" cy="625221"/>
          </a:xfrm>
        </p:grpSpPr>
        <p:sp>
          <p:nvSpPr>
            <p:cNvPr id="135" name="Forma 134"/>
            <p:cNvSpPr/>
            <p:nvPr/>
          </p:nvSpPr>
          <p:spPr>
            <a:xfrm>
              <a:off x="3337560" y="567499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ICC, cirrosis, nefrótico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6" name="Forma 135"/>
            <p:cNvSpPr/>
            <p:nvPr/>
          </p:nvSpPr>
          <p:spPr>
            <a:xfrm>
              <a:off x="5532120" y="567499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CAUSAS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7" name="Forma 136"/>
            <p:cNvSpPr/>
            <p:nvPr/>
          </p:nvSpPr>
          <p:spPr>
            <a:xfrm>
              <a:off x="6949440" y="567499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Neumonía, TBC, tumor, colagenopatías, pancreatitis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893559" y="91440"/>
            <a:ext cx="613354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TRASUDADO FRENTE A EXUDADO</a:t>
            </a:r>
            <a:endParaRPr lang="es-AR" sz="2400" dirty="0">
              <a:latin typeface="Mali"/>
            </a:endParaRPr>
          </a:p>
        </p:txBody>
      </p:sp>
      <p:sp>
        <p:nvSpPr>
          <p:cNvPr id="13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LiquidoPleuralD"/>
          <p:cNvSpPr/>
          <p:nvPr/>
        </p:nvSpPr>
        <p:spPr>
          <a:xfrm>
            <a:off x="532912" y="2495559"/>
            <a:ext cx="1013887" cy="1031425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648318" y="1326632"/>
            <a:ext cx="855511" cy="1548562"/>
            <a:chOff x="648318" y="1326632"/>
            <a:chExt cx="855511" cy="1548562"/>
          </a:xfrm>
        </p:grpSpPr>
        <p:sp>
          <p:nvSpPr>
            <p:cNvPr id="17" name="Forma 16"/>
            <p:cNvSpPr/>
            <p:nvPr/>
          </p:nvSpPr>
          <p:spPr>
            <a:xfrm>
              <a:off x="648318" y="1326632"/>
              <a:ext cx="855511" cy="154856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706047" y="1478603"/>
              <a:ext cx="668753" cy="110857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669266" y="2000912"/>
              <a:ext cx="719038" cy="648801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648318" y="1326632"/>
            <a:ext cx="855511" cy="154856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929846" y="1326632"/>
            <a:ext cx="890346" cy="2230085"/>
            <a:chOff x="1929846" y="1326632"/>
            <a:chExt cx="890346" cy="2230085"/>
          </a:xfrm>
        </p:grpSpPr>
        <p:sp>
          <p:nvSpPr>
            <p:cNvPr id="22" name="Forma 21"/>
            <p:cNvSpPr/>
            <p:nvPr/>
          </p:nvSpPr>
          <p:spPr>
            <a:xfrm>
              <a:off x="192984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00848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01753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92984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1" name="Forma 30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Consolidacion"/>
          <p:cNvSpPr/>
          <p:nvPr/>
        </p:nvSpPr>
        <p:spPr>
          <a:xfrm>
            <a:off x="666893" y="2281428"/>
            <a:ext cx="572119" cy="545659"/>
          </a:xfrm>
          <a:custGeom>
            <a:avLst/>
            <a:gdLst/>
            <a:ahLst/>
            <a:cxnLst/>
            <a:rect l="0" t="0" r="r" b="b"/>
            <a:pathLst>
              <a:path w="10000" h="9684">
                <a:moveTo>
                  <a:pt x="9974" y="4757"/>
                </a:moveTo>
                <a:lnTo>
                  <a:pt x="9898" y="4245"/>
                </a:lnTo>
                <a:lnTo>
                  <a:pt x="9772" y="3743"/>
                </a:lnTo>
                <a:lnTo>
                  <a:pt x="9598" y="3255"/>
                </a:lnTo>
                <a:lnTo>
                  <a:pt x="9377" y="2787"/>
                </a:lnTo>
                <a:lnTo>
                  <a:pt x="9111" y="2343"/>
                </a:lnTo>
                <a:lnTo>
                  <a:pt x="8802" y="1928"/>
                </a:lnTo>
                <a:lnTo>
                  <a:pt x="8455" y="1544"/>
                </a:lnTo>
                <a:lnTo>
                  <a:pt x="8071" y="1197"/>
                </a:lnTo>
                <a:lnTo>
                  <a:pt x="7655" y="888"/>
                </a:lnTo>
                <a:lnTo>
                  <a:pt x="7211" y="622"/>
                </a:lnTo>
                <a:lnTo>
                  <a:pt x="6744" y="401"/>
                </a:lnTo>
                <a:lnTo>
                  <a:pt x="6256" y="227"/>
                </a:lnTo>
                <a:lnTo>
                  <a:pt x="5754" y="101"/>
                </a:lnTo>
                <a:lnTo>
                  <a:pt x="5242" y="25"/>
                </a:lnTo>
                <a:lnTo>
                  <a:pt x="4725" y="0"/>
                </a:lnTo>
                <a:lnTo>
                  <a:pt x="4208" y="25"/>
                </a:lnTo>
                <a:lnTo>
                  <a:pt x="3696" y="101"/>
                </a:lnTo>
                <a:lnTo>
                  <a:pt x="3194" y="227"/>
                </a:lnTo>
                <a:lnTo>
                  <a:pt x="2707" y="401"/>
                </a:lnTo>
                <a:lnTo>
                  <a:pt x="2239" y="622"/>
                </a:lnTo>
                <a:lnTo>
                  <a:pt x="1795" y="888"/>
                </a:lnTo>
                <a:lnTo>
                  <a:pt x="1379" y="1197"/>
                </a:lnTo>
                <a:lnTo>
                  <a:pt x="996" y="1544"/>
                </a:lnTo>
                <a:lnTo>
                  <a:pt x="648" y="1928"/>
                </a:lnTo>
                <a:lnTo>
                  <a:pt x="340" y="2343"/>
                </a:lnTo>
                <a:lnTo>
                  <a:pt x="74" y="2787"/>
                </a:lnTo>
                <a:lnTo>
                  <a:pt x="0" y="2944"/>
                </a:lnTo>
                <a:lnTo>
                  <a:pt x="22" y="3208"/>
                </a:lnTo>
                <a:lnTo>
                  <a:pt x="83" y="3813"/>
                </a:lnTo>
                <a:lnTo>
                  <a:pt x="153" y="4408"/>
                </a:lnTo>
                <a:lnTo>
                  <a:pt x="227" y="4984"/>
                </a:lnTo>
                <a:lnTo>
                  <a:pt x="305" y="5535"/>
                </a:lnTo>
                <a:lnTo>
                  <a:pt x="386" y="6059"/>
                </a:lnTo>
                <a:lnTo>
                  <a:pt x="473" y="6562"/>
                </a:lnTo>
                <a:lnTo>
                  <a:pt x="566" y="7048"/>
                </a:lnTo>
                <a:lnTo>
                  <a:pt x="662" y="7516"/>
                </a:lnTo>
                <a:lnTo>
                  <a:pt x="762" y="7967"/>
                </a:lnTo>
                <a:lnTo>
                  <a:pt x="863" y="8405"/>
                </a:lnTo>
                <a:lnTo>
                  <a:pt x="965" y="8846"/>
                </a:lnTo>
                <a:lnTo>
                  <a:pt x="1003" y="9010"/>
                </a:lnTo>
                <a:lnTo>
                  <a:pt x="1379" y="9351"/>
                </a:lnTo>
                <a:lnTo>
                  <a:pt x="1795" y="9659"/>
                </a:lnTo>
                <a:lnTo>
                  <a:pt x="1836" y="9684"/>
                </a:lnTo>
                <a:lnTo>
                  <a:pt x="2013" y="9493"/>
                </a:lnTo>
                <a:lnTo>
                  <a:pt x="2014" y="9492"/>
                </a:lnTo>
                <a:lnTo>
                  <a:pt x="2020" y="9486"/>
                </a:lnTo>
                <a:lnTo>
                  <a:pt x="2021" y="9485"/>
                </a:lnTo>
                <a:lnTo>
                  <a:pt x="2402" y="9089"/>
                </a:lnTo>
                <a:lnTo>
                  <a:pt x="2406" y="9085"/>
                </a:lnTo>
                <a:lnTo>
                  <a:pt x="2423" y="9068"/>
                </a:lnTo>
                <a:lnTo>
                  <a:pt x="2427" y="9064"/>
                </a:lnTo>
                <a:lnTo>
                  <a:pt x="2843" y="8676"/>
                </a:lnTo>
                <a:lnTo>
                  <a:pt x="2850" y="8670"/>
                </a:lnTo>
                <a:lnTo>
                  <a:pt x="2884" y="8642"/>
                </a:lnTo>
                <a:lnTo>
                  <a:pt x="2891" y="8635"/>
                </a:lnTo>
                <a:lnTo>
                  <a:pt x="3339" y="8289"/>
                </a:lnTo>
                <a:lnTo>
                  <a:pt x="3346" y="8284"/>
                </a:lnTo>
                <a:lnTo>
                  <a:pt x="3379" y="8261"/>
                </a:lnTo>
                <a:lnTo>
                  <a:pt x="3386" y="8256"/>
                </a:lnTo>
                <a:lnTo>
                  <a:pt x="3882" y="7932"/>
                </a:lnTo>
                <a:lnTo>
                  <a:pt x="3885" y="7930"/>
                </a:lnTo>
                <a:lnTo>
                  <a:pt x="3901" y="7920"/>
                </a:lnTo>
                <a:lnTo>
                  <a:pt x="3904" y="7918"/>
                </a:lnTo>
                <a:lnTo>
                  <a:pt x="4453" y="7586"/>
                </a:lnTo>
                <a:lnTo>
                  <a:pt x="4456" y="7584"/>
                </a:lnTo>
                <a:lnTo>
                  <a:pt x="4473" y="7575"/>
                </a:lnTo>
                <a:lnTo>
                  <a:pt x="4477" y="7573"/>
                </a:lnTo>
                <a:lnTo>
                  <a:pt x="5060" y="7249"/>
                </a:lnTo>
                <a:lnTo>
                  <a:pt x="5064" y="7247"/>
                </a:lnTo>
                <a:lnTo>
                  <a:pt x="5085" y="7236"/>
                </a:lnTo>
                <a:lnTo>
                  <a:pt x="5089" y="7234"/>
                </a:lnTo>
                <a:lnTo>
                  <a:pt x="5687" y="6935"/>
                </a:lnTo>
                <a:lnTo>
                  <a:pt x="5692" y="6933"/>
                </a:lnTo>
                <a:lnTo>
                  <a:pt x="5720" y="6920"/>
                </a:lnTo>
                <a:lnTo>
                  <a:pt x="5725" y="6918"/>
                </a:lnTo>
                <a:lnTo>
                  <a:pt x="6321" y="6659"/>
                </a:lnTo>
                <a:lnTo>
                  <a:pt x="6328" y="6656"/>
                </a:lnTo>
                <a:lnTo>
                  <a:pt x="6366" y="6641"/>
                </a:lnTo>
                <a:lnTo>
                  <a:pt x="6373" y="6638"/>
                </a:lnTo>
                <a:lnTo>
                  <a:pt x="6948" y="6435"/>
                </a:lnTo>
                <a:lnTo>
                  <a:pt x="6956" y="6432"/>
                </a:lnTo>
                <a:lnTo>
                  <a:pt x="7005" y="6417"/>
                </a:lnTo>
                <a:lnTo>
                  <a:pt x="7013" y="6415"/>
                </a:lnTo>
                <a:lnTo>
                  <a:pt x="7575" y="6268"/>
                </a:lnTo>
                <a:lnTo>
                  <a:pt x="7583" y="6266"/>
                </a:lnTo>
                <a:lnTo>
                  <a:pt x="7629" y="6256"/>
                </a:lnTo>
                <a:lnTo>
                  <a:pt x="7637" y="6255"/>
                </a:lnTo>
                <a:lnTo>
                  <a:pt x="8201" y="6152"/>
                </a:lnTo>
                <a:lnTo>
                  <a:pt x="8208" y="6151"/>
                </a:lnTo>
                <a:lnTo>
                  <a:pt x="8251" y="6144"/>
                </a:lnTo>
                <a:lnTo>
                  <a:pt x="8258" y="6144"/>
                </a:lnTo>
                <a:lnTo>
                  <a:pt x="8820" y="6081"/>
                </a:lnTo>
                <a:lnTo>
                  <a:pt x="8827" y="6080"/>
                </a:lnTo>
                <a:lnTo>
                  <a:pt x="8867" y="6077"/>
                </a:lnTo>
                <a:lnTo>
                  <a:pt x="8873" y="6077"/>
                </a:lnTo>
                <a:lnTo>
                  <a:pt x="9427" y="6050"/>
                </a:lnTo>
                <a:lnTo>
                  <a:pt x="9433" y="6049"/>
                </a:lnTo>
                <a:lnTo>
                  <a:pt x="9470" y="6049"/>
                </a:lnTo>
                <a:lnTo>
                  <a:pt x="9476" y="6049"/>
                </a:lnTo>
                <a:lnTo>
                  <a:pt x="9935" y="6052"/>
                </a:lnTo>
                <a:lnTo>
                  <a:pt x="9974" y="5791"/>
                </a:lnTo>
                <a:lnTo>
                  <a:pt x="10000" y="5274"/>
                </a:lnTo>
                <a:lnTo>
                  <a:pt x="9974" y="4757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Costillas_2"/>
          <p:cNvGrpSpPr/>
          <p:nvPr/>
        </p:nvGrpSpPr>
        <p:grpSpPr>
          <a:xfrm>
            <a:off x="9142171" y="1271016"/>
            <a:ext cx="2655418" cy="2448763"/>
            <a:chOff x="9142171" y="1271016"/>
            <a:chExt cx="2655418" cy="2448763"/>
          </a:xfrm>
        </p:grpSpPr>
        <p:sp>
          <p:nvSpPr>
            <p:cNvPr id="41" name="Forma 40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EspacioPleur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EspacioPleur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Aorta_2"/>
          <p:cNvSpPr/>
          <p:nvPr/>
        </p:nvSpPr>
        <p:spPr>
          <a:xfrm>
            <a:off x="1047521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Traquea_2"/>
          <p:cNvGrpSpPr/>
          <p:nvPr/>
        </p:nvGrpSpPr>
        <p:grpSpPr>
          <a:xfrm>
            <a:off x="10110809" y="1033272"/>
            <a:ext cx="718142" cy="1274889"/>
            <a:chOff x="10110809" y="1033272"/>
            <a:chExt cx="718142" cy="1274889"/>
          </a:xfrm>
        </p:grpSpPr>
        <p:sp>
          <p:nvSpPr>
            <p:cNvPr id="47" name="Forma 46"/>
            <p:cNvSpPr/>
            <p:nvPr/>
          </p:nvSpPr>
          <p:spPr>
            <a:xfrm>
              <a:off x="1011080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041556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LiquidoPleuralD_2"/>
          <p:cNvSpPr/>
          <p:nvPr/>
        </p:nvSpPr>
        <p:spPr>
          <a:xfrm>
            <a:off x="9311152" y="2208128"/>
            <a:ext cx="1013887" cy="1318856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50" name="Tabiques"/>
          <p:cNvSpPr/>
          <p:nvPr/>
        </p:nvSpPr>
        <p:spPr>
          <a:xfrm>
            <a:off x="9403679" y="2279315"/>
            <a:ext cx="849324" cy="1199869"/>
          </a:xfrm>
          <a:custGeom>
            <a:avLst/>
            <a:gdLst/>
            <a:ahLst/>
            <a:cxnLst/>
            <a:rect l="0" t="0" r="r" b="b"/>
            <a:pathLst>
              <a:path w="2814" h="4037" fill="none">
                <a:moveTo>
                  <a:pt x="147" y="0"/>
                </a:moveTo>
                <a:lnTo>
                  <a:pt x="371" y="1979"/>
                </a:lnTo>
                <a:lnTo>
                  <a:pt x="0" y="4037"/>
                </a:lnTo>
              </a:path>
              <a:path w="2814" h="4037" fill="none">
                <a:moveTo>
                  <a:pt x="840" y="721"/>
                </a:moveTo>
                <a:lnTo>
                  <a:pt x="981" y="1979"/>
                </a:lnTo>
                <a:lnTo>
                  <a:pt x="695" y="3569"/>
                </a:lnTo>
              </a:path>
              <a:path w="2814" h="4037" fill="none">
                <a:moveTo>
                  <a:pt x="1434" y="578"/>
                </a:moveTo>
                <a:lnTo>
                  <a:pt x="1592" y="1979"/>
                </a:lnTo>
                <a:lnTo>
                  <a:pt x="1385" y="3130"/>
                </a:lnTo>
              </a:path>
              <a:path w="2814" h="4037" fill="none">
                <a:moveTo>
                  <a:pt x="2062" y="724"/>
                </a:moveTo>
                <a:lnTo>
                  <a:pt x="2203" y="1979"/>
                </a:lnTo>
                <a:lnTo>
                  <a:pt x="2012" y="3040"/>
                </a:lnTo>
              </a:path>
              <a:path w="2814" h="4037" fill="none">
                <a:moveTo>
                  <a:pt x="2680" y="790"/>
                </a:moveTo>
                <a:lnTo>
                  <a:pt x="2814" y="1979"/>
                </a:lnTo>
                <a:lnTo>
                  <a:pt x="2591" y="3216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51" name="PulmonDerecho_2"/>
          <p:cNvGrpSpPr/>
          <p:nvPr/>
        </p:nvGrpSpPr>
        <p:grpSpPr>
          <a:xfrm>
            <a:off x="9469173" y="1326632"/>
            <a:ext cx="794925" cy="1243655"/>
            <a:chOff x="9469173" y="1326632"/>
            <a:chExt cx="794925" cy="1243655"/>
          </a:xfrm>
        </p:grpSpPr>
        <p:sp>
          <p:nvSpPr>
            <p:cNvPr id="52" name="Forma 51"/>
            <p:cNvSpPr/>
            <p:nvPr/>
          </p:nvSpPr>
          <p:spPr>
            <a:xfrm>
              <a:off x="9469173" y="1326632"/>
              <a:ext cx="794925" cy="1243655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3" name="Forma 52"/>
            <p:cNvSpPr/>
            <p:nvPr/>
          </p:nvSpPr>
          <p:spPr>
            <a:xfrm>
              <a:off x="9524947" y="1448681"/>
              <a:ext cx="628094" cy="890300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9489263" y="1868149"/>
              <a:ext cx="676489" cy="520778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5" name="PleuraVisceralD_2"/>
          <p:cNvSpPr/>
          <p:nvPr/>
        </p:nvSpPr>
        <p:spPr>
          <a:xfrm>
            <a:off x="9469173" y="1326632"/>
            <a:ext cx="794925" cy="1243655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6" name="PulmonIzquierdo_2"/>
          <p:cNvGrpSpPr/>
          <p:nvPr/>
        </p:nvGrpSpPr>
        <p:grpSpPr>
          <a:xfrm>
            <a:off x="10708086" y="1326632"/>
            <a:ext cx="890346" cy="2230085"/>
            <a:chOff x="10708086" y="1326632"/>
            <a:chExt cx="890346" cy="2230085"/>
          </a:xfrm>
        </p:grpSpPr>
        <p:sp>
          <p:nvSpPr>
            <p:cNvPr id="57" name="Forma 56"/>
            <p:cNvSpPr/>
            <p:nvPr/>
          </p:nvSpPr>
          <p:spPr>
            <a:xfrm>
              <a:off x="1070808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1078672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1079577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PleuraVisceralI_2"/>
          <p:cNvSpPr/>
          <p:nvPr/>
        </p:nvSpPr>
        <p:spPr>
          <a:xfrm>
            <a:off x="1070808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1" name="PleuraPariet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PleuraPariet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3" name="VenaCavaSup_2"/>
          <p:cNvSpPr/>
          <p:nvPr/>
        </p:nvSpPr>
        <p:spPr>
          <a:xfrm>
            <a:off x="1029185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4" name="VenaCavaInf_2"/>
          <p:cNvSpPr/>
          <p:nvPr/>
        </p:nvSpPr>
        <p:spPr>
          <a:xfrm>
            <a:off x="1031902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5" name="Corazon_2"/>
          <p:cNvGrpSpPr/>
          <p:nvPr/>
        </p:nvGrpSpPr>
        <p:grpSpPr>
          <a:xfrm>
            <a:off x="10307157" y="2481096"/>
            <a:ext cx="802437" cy="841288"/>
            <a:chOff x="10307157" y="2481096"/>
            <a:chExt cx="802437" cy="841288"/>
          </a:xfrm>
        </p:grpSpPr>
        <p:sp>
          <p:nvSpPr>
            <p:cNvPr id="66" name="Forma 65"/>
            <p:cNvSpPr/>
            <p:nvPr/>
          </p:nvSpPr>
          <p:spPr>
            <a:xfrm>
              <a:off x="1030715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7" name="Forma 66"/>
            <p:cNvSpPr/>
            <p:nvPr/>
          </p:nvSpPr>
          <p:spPr>
            <a:xfrm>
              <a:off x="1072636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8" name="Consolidacion_2"/>
          <p:cNvSpPr/>
          <p:nvPr/>
        </p:nvSpPr>
        <p:spPr>
          <a:xfrm>
            <a:off x="9507505" y="2281428"/>
            <a:ext cx="422170" cy="271492"/>
          </a:xfrm>
          <a:custGeom>
            <a:avLst/>
            <a:gdLst/>
            <a:ahLst/>
            <a:cxnLst/>
            <a:rect l="0" t="0" r="r" b="b"/>
            <a:pathLst>
              <a:path w="10000" h="6529">
                <a:moveTo>
                  <a:pt x="9980" y="2093"/>
                </a:moveTo>
                <a:lnTo>
                  <a:pt x="9461" y="1622"/>
                </a:lnTo>
                <a:lnTo>
                  <a:pt x="8897" y="1204"/>
                </a:lnTo>
                <a:lnTo>
                  <a:pt x="8296" y="843"/>
                </a:lnTo>
                <a:lnTo>
                  <a:pt x="7662" y="544"/>
                </a:lnTo>
                <a:lnTo>
                  <a:pt x="7001" y="307"/>
                </a:lnTo>
                <a:lnTo>
                  <a:pt x="6321" y="137"/>
                </a:lnTo>
                <a:lnTo>
                  <a:pt x="5627" y="34"/>
                </a:lnTo>
                <a:lnTo>
                  <a:pt x="4926" y="0"/>
                </a:lnTo>
                <a:lnTo>
                  <a:pt x="4226" y="34"/>
                </a:lnTo>
                <a:lnTo>
                  <a:pt x="3532" y="137"/>
                </a:lnTo>
                <a:lnTo>
                  <a:pt x="2851" y="307"/>
                </a:lnTo>
                <a:lnTo>
                  <a:pt x="2191" y="544"/>
                </a:lnTo>
                <a:lnTo>
                  <a:pt x="1557" y="843"/>
                </a:lnTo>
                <a:lnTo>
                  <a:pt x="955" y="1204"/>
                </a:lnTo>
                <a:lnTo>
                  <a:pt x="392" y="1622"/>
                </a:lnTo>
                <a:lnTo>
                  <a:pt x="0" y="1977"/>
                </a:lnTo>
                <a:lnTo>
                  <a:pt x="14" y="2056"/>
                </a:lnTo>
                <a:lnTo>
                  <a:pt x="125" y="2602"/>
                </a:lnTo>
                <a:lnTo>
                  <a:pt x="242" y="3129"/>
                </a:lnTo>
                <a:lnTo>
                  <a:pt x="365" y="3637"/>
                </a:lnTo>
                <a:lnTo>
                  <a:pt x="492" y="4127"/>
                </a:lnTo>
                <a:lnTo>
                  <a:pt x="621" y="4602"/>
                </a:lnTo>
                <a:lnTo>
                  <a:pt x="752" y="5083"/>
                </a:lnTo>
                <a:lnTo>
                  <a:pt x="883" y="5563"/>
                </a:lnTo>
                <a:lnTo>
                  <a:pt x="1014" y="6014"/>
                </a:lnTo>
                <a:lnTo>
                  <a:pt x="1143" y="6403"/>
                </a:lnTo>
                <a:lnTo>
                  <a:pt x="1196" y="6529"/>
                </a:lnTo>
                <a:lnTo>
                  <a:pt x="1290" y="6462"/>
                </a:lnTo>
                <a:lnTo>
                  <a:pt x="1645" y="6153"/>
                </a:lnTo>
                <a:lnTo>
                  <a:pt x="2078" y="5756"/>
                </a:lnTo>
                <a:lnTo>
                  <a:pt x="2080" y="5754"/>
                </a:lnTo>
                <a:lnTo>
                  <a:pt x="2087" y="5748"/>
                </a:lnTo>
                <a:lnTo>
                  <a:pt x="2089" y="5746"/>
                </a:lnTo>
                <a:lnTo>
                  <a:pt x="2575" y="5315"/>
                </a:lnTo>
                <a:lnTo>
                  <a:pt x="2581" y="5310"/>
                </a:lnTo>
                <a:lnTo>
                  <a:pt x="2603" y="5292"/>
                </a:lnTo>
                <a:lnTo>
                  <a:pt x="2608" y="5287"/>
                </a:lnTo>
                <a:lnTo>
                  <a:pt x="3138" y="4865"/>
                </a:lnTo>
                <a:lnTo>
                  <a:pt x="3149" y="4857"/>
                </a:lnTo>
                <a:lnTo>
                  <a:pt x="3191" y="4827"/>
                </a:lnTo>
                <a:lnTo>
                  <a:pt x="3202" y="4820"/>
                </a:lnTo>
                <a:lnTo>
                  <a:pt x="3773" y="4442"/>
                </a:lnTo>
                <a:lnTo>
                  <a:pt x="3783" y="4437"/>
                </a:lnTo>
                <a:lnTo>
                  <a:pt x="3824" y="4411"/>
                </a:lnTo>
                <a:lnTo>
                  <a:pt x="3833" y="4406"/>
                </a:lnTo>
                <a:lnTo>
                  <a:pt x="4467" y="4053"/>
                </a:lnTo>
                <a:lnTo>
                  <a:pt x="4471" y="4051"/>
                </a:lnTo>
                <a:lnTo>
                  <a:pt x="4490" y="4040"/>
                </a:lnTo>
                <a:lnTo>
                  <a:pt x="4495" y="4038"/>
                </a:lnTo>
                <a:lnTo>
                  <a:pt x="5195" y="3677"/>
                </a:lnTo>
                <a:lnTo>
                  <a:pt x="5199" y="3675"/>
                </a:lnTo>
                <a:lnTo>
                  <a:pt x="5221" y="3664"/>
                </a:lnTo>
                <a:lnTo>
                  <a:pt x="5226" y="3662"/>
                </a:lnTo>
                <a:lnTo>
                  <a:pt x="5969" y="3311"/>
                </a:lnTo>
                <a:lnTo>
                  <a:pt x="5974" y="3308"/>
                </a:lnTo>
                <a:lnTo>
                  <a:pt x="6001" y="3296"/>
                </a:lnTo>
                <a:lnTo>
                  <a:pt x="6006" y="3294"/>
                </a:lnTo>
                <a:lnTo>
                  <a:pt x="6770" y="2969"/>
                </a:lnTo>
                <a:lnTo>
                  <a:pt x="6776" y="2966"/>
                </a:lnTo>
                <a:lnTo>
                  <a:pt x="6811" y="2952"/>
                </a:lnTo>
                <a:lnTo>
                  <a:pt x="6817" y="2950"/>
                </a:lnTo>
                <a:lnTo>
                  <a:pt x="7578" y="2668"/>
                </a:lnTo>
                <a:lnTo>
                  <a:pt x="7586" y="2665"/>
                </a:lnTo>
                <a:lnTo>
                  <a:pt x="7634" y="2649"/>
                </a:lnTo>
                <a:lnTo>
                  <a:pt x="7643" y="2646"/>
                </a:lnTo>
                <a:lnTo>
                  <a:pt x="8377" y="2425"/>
                </a:lnTo>
                <a:lnTo>
                  <a:pt x="8387" y="2422"/>
                </a:lnTo>
                <a:lnTo>
                  <a:pt x="8449" y="2406"/>
                </a:lnTo>
                <a:lnTo>
                  <a:pt x="8459" y="2403"/>
                </a:lnTo>
                <a:lnTo>
                  <a:pt x="9175" y="2244"/>
                </a:lnTo>
                <a:lnTo>
                  <a:pt x="9185" y="2242"/>
                </a:lnTo>
                <a:lnTo>
                  <a:pt x="9243" y="2231"/>
                </a:lnTo>
                <a:lnTo>
                  <a:pt x="9253" y="2229"/>
                </a:lnTo>
                <a:lnTo>
                  <a:pt x="9972" y="2117"/>
                </a:lnTo>
                <a:lnTo>
                  <a:pt x="9981" y="2116"/>
                </a:lnTo>
                <a:lnTo>
                  <a:pt x="10000" y="2114"/>
                </a:lnTo>
                <a:lnTo>
                  <a:pt x="9980" y="2093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69" name="Diafragma_2"/>
          <p:cNvSpPr/>
          <p:nvPr/>
        </p:nvSpPr>
        <p:spPr>
          <a:xfrm>
            <a:off x="936849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0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71" name="Forma 70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2" name="Forma 71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3" name="Forma 72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E9C46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COMPLICADO</a:t>
            </a:r>
            <a:endParaRPr lang="es-AR" sz="1400" dirty="0">
              <a:latin typeface="Mali"/>
            </a:endParaRPr>
          </a:p>
        </p:txBody>
      </p:sp>
      <p:sp>
        <p:nvSpPr>
          <p:cNvPr id="74" name="Forma 73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E2C85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COMPLICADO · EMPIEMA</a:t>
            </a:r>
            <a:endParaRPr lang="es-AR" sz="1400" dirty="0">
              <a:latin typeface="Mali"/>
            </a:endParaRPr>
          </a:p>
        </p:txBody>
      </p:sp>
      <p:sp>
        <p:nvSpPr>
          <p:cNvPr id="75" name="Comp Rx izq Placa"/>
          <p:cNvSpPr/>
          <p:nvPr/>
        </p:nvSpPr>
        <p:spPr>
          <a:xfrm>
            <a:off x="64008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76" name="Comp Rx izq PartesBlandas"/>
          <p:cNvSpPr/>
          <p:nvPr/>
        </p:nvSpPr>
        <p:spPr>
          <a:xfrm>
            <a:off x="77029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77" name="Comp Rx izq PulmonD"/>
          <p:cNvGrpSpPr/>
          <p:nvPr/>
        </p:nvGrpSpPr>
        <p:grpSpPr>
          <a:xfrm>
            <a:off x="917143" y="4640144"/>
            <a:ext cx="681512" cy="1477301"/>
            <a:chOff x="917143" y="4640144"/>
            <a:chExt cx="681512" cy="1477301"/>
          </a:xfrm>
        </p:grpSpPr>
        <p:sp>
          <p:nvSpPr>
            <p:cNvPr id="78" name="Forma 77"/>
            <p:cNvSpPr/>
            <p:nvPr/>
          </p:nvSpPr>
          <p:spPr>
            <a:xfrm>
              <a:off x="91714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996092" y="4661827"/>
              <a:ext cx="570341" cy="1024433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1034578" y="4762362"/>
              <a:ext cx="445836" cy="73336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81" name="Comp Rx izq PulmonI"/>
          <p:cNvGrpSpPr/>
          <p:nvPr/>
        </p:nvGrpSpPr>
        <p:grpSpPr>
          <a:xfrm>
            <a:off x="1828313" y="4640144"/>
            <a:ext cx="637824" cy="1524484"/>
            <a:chOff x="1828313" y="4640144"/>
            <a:chExt cx="637824" cy="1524484"/>
          </a:xfrm>
        </p:grpSpPr>
        <p:sp>
          <p:nvSpPr>
            <p:cNvPr id="82" name="Forma 81"/>
            <p:cNvSpPr/>
            <p:nvPr/>
          </p:nvSpPr>
          <p:spPr>
            <a:xfrm>
              <a:off x="182831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3" name="Forma 82"/>
            <p:cNvSpPr/>
            <p:nvPr/>
          </p:nvSpPr>
          <p:spPr>
            <a:xfrm>
              <a:off x="185044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4" name="Forma 83"/>
            <p:cNvSpPr/>
            <p:nvPr/>
          </p:nvSpPr>
          <p:spPr>
            <a:xfrm>
              <a:off x="190286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85" name="Comp Rx izq Costillas"/>
          <p:cNvSpPr/>
          <p:nvPr/>
        </p:nvSpPr>
        <p:spPr>
          <a:xfrm>
            <a:off x="80650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86" name="Comp Rx izq Mediastino"/>
          <p:cNvSpPr/>
          <p:nvPr/>
        </p:nvSpPr>
        <p:spPr>
          <a:xfrm>
            <a:off x="134965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87" name="Comp Rx izq Traquea"/>
          <p:cNvSpPr/>
          <p:nvPr/>
        </p:nvSpPr>
        <p:spPr>
          <a:xfrm>
            <a:off x="169164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88" name="Comp Rx izq OpacidadD"/>
          <p:cNvSpPr/>
          <p:nvPr/>
        </p:nvSpPr>
        <p:spPr>
          <a:xfrm>
            <a:off x="919155" y="5435118"/>
            <a:ext cx="675924" cy="682327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89" name="Comp Rx izq Diafragma"/>
          <p:cNvSpPr/>
          <p:nvPr/>
        </p:nvSpPr>
        <p:spPr>
          <a:xfrm>
            <a:off x="95106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90" name="Comp Rx izq Clavículas"/>
          <p:cNvSpPr/>
          <p:nvPr/>
        </p:nvSpPr>
        <p:spPr>
          <a:xfrm>
            <a:off x="108813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91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92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93" name="Comp Rx der PulmonD"/>
          <p:cNvGrpSpPr/>
          <p:nvPr/>
        </p:nvGrpSpPr>
        <p:grpSpPr>
          <a:xfrm>
            <a:off x="9695383" y="4640144"/>
            <a:ext cx="681512" cy="1477301"/>
            <a:chOff x="9695383" y="4640144"/>
            <a:chExt cx="681512" cy="1477301"/>
          </a:xfrm>
        </p:grpSpPr>
        <p:sp>
          <p:nvSpPr>
            <p:cNvPr id="94" name="Forma 93"/>
            <p:cNvSpPr/>
            <p:nvPr/>
          </p:nvSpPr>
          <p:spPr>
            <a:xfrm>
              <a:off x="969538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5" name="Forma 94"/>
            <p:cNvSpPr/>
            <p:nvPr/>
          </p:nvSpPr>
          <p:spPr>
            <a:xfrm>
              <a:off x="9802742" y="4661827"/>
              <a:ext cx="529950" cy="822726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839924" y="4742567"/>
              <a:ext cx="418729" cy="588967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97" name="Comp Rx der PulmonI"/>
          <p:cNvGrpSpPr/>
          <p:nvPr/>
        </p:nvGrpSpPr>
        <p:grpSpPr>
          <a:xfrm>
            <a:off x="10606553" y="4640144"/>
            <a:ext cx="637824" cy="1524484"/>
            <a:chOff x="10606553" y="4640144"/>
            <a:chExt cx="637824" cy="1524484"/>
          </a:xfrm>
        </p:grpSpPr>
        <p:sp>
          <p:nvSpPr>
            <p:cNvPr id="98" name="Forma 97"/>
            <p:cNvSpPr/>
            <p:nvPr/>
          </p:nvSpPr>
          <p:spPr>
            <a:xfrm>
              <a:off x="1060655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9" name="Forma 98"/>
            <p:cNvSpPr/>
            <p:nvPr/>
          </p:nvSpPr>
          <p:spPr>
            <a:xfrm>
              <a:off x="1062868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00" name="Forma 99"/>
            <p:cNvSpPr/>
            <p:nvPr/>
          </p:nvSpPr>
          <p:spPr>
            <a:xfrm>
              <a:off x="1068110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01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02" name="Comp Rx der Mediastino"/>
          <p:cNvSpPr/>
          <p:nvPr/>
        </p:nvSpPr>
        <p:spPr>
          <a:xfrm>
            <a:off x="1012789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03" name="Comp Rx der Traquea"/>
          <p:cNvSpPr/>
          <p:nvPr/>
        </p:nvSpPr>
        <p:spPr>
          <a:xfrm>
            <a:off x="1046988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04" name="Comp Rx der OpacidadD"/>
          <p:cNvSpPr/>
          <p:nvPr/>
        </p:nvSpPr>
        <p:spPr>
          <a:xfrm>
            <a:off x="9697395" y="5244971"/>
            <a:ext cx="675924" cy="872474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105" name="Comp Rx der Diafragma"/>
          <p:cNvSpPr/>
          <p:nvPr/>
        </p:nvSpPr>
        <p:spPr>
          <a:xfrm>
            <a:off x="972930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06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107" name="Fila Líquido"/>
          <p:cNvGrpSpPr/>
          <p:nvPr/>
        </p:nvGrpSpPr>
        <p:grpSpPr>
          <a:xfrm>
            <a:off x="3337560" y="914400"/>
            <a:ext cx="5486400" cy="722376"/>
            <a:chOff x="3337560" y="914400"/>
            <a:chExt cx="5486400" cy="722376"/>
          </a:xfrm>
        </p:grpSpPr>
        <p:sp>
          <p:nvSpPr>
            <p:cNvPr id="108" name="Forma 107"/>
            <p:cNvSpPr/>
            <p:nvPr/>
          </p:nvSpPr>
          <p:spPr>
            <a:xfrm>
              <a:off x="3337560" y="91440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estéril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9" name="Forma 108"/>
            <p:cNvSpPr/>
            <p:nvPr/>
          </p:nvSpPr>
          <p:spPr>
            <a:xfrm>
              <a:off x="5532120" y="9144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0" name="Forma 109"/>
            <p:cNvSpPr/>
            <p:nvPr/>
          </p:nvSpPr>
          <p:spPr>
            <a:xfrm>
              <a:off x="6949440" y="91440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Infectado →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1" name="Fila Gram / cultivo"/>
          <p:cNvGrpSpPr/>
          <p:nvPr/>
        </p:nvGrpSpPr>
        <p:grpSpPr>
          <a:xfrm>
            <a:off x="3337560" y="1691640"/>
            <a:ext cx="5486400" cy="722376"/>
            <a:chOff x="3337560" y="1691640"/>
            <a:chExt cx="5486400" cy="722376"/>
          </a:xfrm>
        </p:grpSpPr>
        <p:sp>
          <p:nvSpPr>
            <p:cNvPr id="112" name="Forma 111"/>
            <p:cNvSpPr/>
            <p:nvPr/>
          </p:nvSpPr>
          <p:spPr>
            <a:xfrm>
              <a:off x="3337560" y="169164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Negativos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3" name="Forma 112"/>
            <p:cNvSpPr/>
            <p:nvPr/>
          </p:nvSpPr>
          <p:spPr>
            <a:xfrm>
              <a:off x="5532120" y="16916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/ CULTIVO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4" name="Forma 113"/>
            <p:cNvSpPr/>
            <p:nvPr/>
          </p:nvSpPr>
          <p:spPr>
            <a:xfrm>
              <a:off x="6949440" y="169164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Positivos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5" name="Fila pH"/>
          <p:cNvGrpSpPr/>
          <p:nvPr/>
        </p:nvGrpSpPr>
        <p:grpSpPr>
          <a:xfrm>
            <a:off x="3337560" y="2468880"/>
            <a:ext cx="5486400" cy="722376"/>
            <a:chOff x="3337560" y="2468880"/>
            <a:chExt cx="5486400" cy="722376"/>
          </a:xfrm>
        </p:grpSpPr>
        <p:sp>
          <p:nvSpPr>
            <p:cNvPr id="116" name="Forma 115"/>
            <p:cNvSpPr/>
            <p:nvPr/>
          </p:nvSpPr>
          <p:spPr>
            <a:xfrm>
              <a:off x="3337560" y="246888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7,20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7" name="Forma 116"/>
            <p:cNvSpPr/>
            <p:nvPr/>
          </p:nvSpPr>
          <p:spPr>
            <a:xfrm>
              <a:off x="5532120" y="246888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8" name="Forma 117"/>
            <p:cNvSpPr/>
            <p:nvPr/>
          </p:nvSpPr>
          <p:spPr>
            <a:xfrm>
              <a:off x="6949440" y="246888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7,2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9" name="Fila Glucosa"/>
          <p:cNvGrpSpPr/>
          <p:nvPr/>
        </p:nvGrpSpPr>
        <p:grpSpPr>
          <a:xfrm>
            <a:off x="3337560" y="3246120"/>
            <a:ext cx="5486400" cy="722376"/>
            <a:chOff x="3337560" y="3246120"/>
            <a:chExt cx="5486400" cy="722376"/>
          </a:xfrm>
        </p:grpSpPr>
        <p:sp>
          <p:nvSpPr>
            <p:cNvPr id="120" name="Forma 119"/>
            <p:cNvSpPr/>
            <p:nvPr/>
          </p:nvSpPr>
          <p:spPr>
            <a:xfrm>
              <a:off x="3337560" y="324612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1" name="Forma 120"/>
            <p:cNvSpPr/>
            <p:nvPr/>
          </p:nvSpPr>
          <p:spPr>
            <a:xfrm>
              <a:off x="5532120" y="324612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2" name="Forma 121"/>
            <p:cNvSpPr/>
            <p:nvPr/>
          </p:nvSpPr>
          <p:spPr>
            <a:xfrm>
              <a:off x="6949440" y="324612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60 (complicado) · &lt; 40 (empiema, formulación 1)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3" name="Fila LDH"/>
          <p:cNvGrpSpPr/>
          <p:nvPr/>
        </p:nvGrpSpPr>
        <p:grpSpPr>
          <a:xfrm>
            <a:off x="3337560" y="4023360"/>
            <a:ext cx="5486400" cy="722376"/>
            <a:chOff x="3337560" y="4023360"/>
            <a:chExt cx="5486400" cy="722376"/>
          </a:xfrm>
        </p:grpSpPr>
        <p:sp>
          <p:nvSpPr>
            <p:cNvPr id="124" name="Forma 123"/>
            <p:cNvSpPr/>
            <p:nvPr/>
          </p:nvSpPr>
          <p:spPr>
            <a:xfrm>
              <a:off x="3337560" y="402336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1000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5" name="Forma 124"/>
            <p:cNvSpPr/>
            <p:nvPr/>
          </p:nvSpPr>
          <p:spPr>
            <a:xfrm>
              <a:off x="5532120" y="402336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6" name="Forma 125"/>
            <p:cNvSpPr/>
            <p:nvPr/>
          </p:nvSpPr>
          <p:spPr>
            <a:xfrm>
              <a:off x="6949440" y="402336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1000 (empiema)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7" name="Fila Aspecto"/>
          <p:cNvGrpSpPr/>
          <p:nvPr/>
        </p:nvGrpSpPr>
        <p:grpSpPr>
          <a:xfrm>
            <a:off x="3337560" y="4800600"/>
            <a:ext cx="5486400" cy="722376"/>
            <a:chOff x="3337560" y="4800600"/>
            <a:chExt cx="5486400" cy="722376"/>
          </a:xfrm>
        </p:grpSpPr>
        <p:sp>
          <p:nvSpPr>
            <p:cNvPr id="128" name="Forma 127"/>
            <p:cNvSpPr/>
            <p:nvPr/>
          </p:nvSpPr>
          <p:spPr>
            <a:xfrm>
              <a:off x="3337560" y="480060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 / turbio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9" name="Forma 128"/>
            <p:cNvSpPr/>
            <p:nvPr/>
          </p:nvSpPr>
          <p:spPr>
            <a:xfrm>
              <a:off x="5532120" y="48006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0" name="Forma 129"/>
            <p:cNvSpPr/>
            <p:nvPr/>
          </p:nvSpPr>
          <p:spPr>
            <a:xfrm>
              <a:off x="6949440" y="480060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 /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tabicado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31" name="Fila Resolución"/>
          <p:cNvGrpSpPr/>
          <p:nvPr/>
        </p:nvGrpSpPr>
        <p:grpSpPr>
          <a:xfrm>
            <a:off x="3337560" y="5577840"/>
            <a:ext cx="5486400" cy="722376"/>
            <a:chOff x="3337560" y="5577840"/>
            <a:chExt cx="5486400" cy="722376"/>
          </a:xfrm>
        </p:grpSpPr>
        <p:sp>
          <p:nvSpPr>
            <p:cNvPr id="132" name="Forma 131"/>
            <p:cNvSpPr/>
            <p:nvPr/>
          </p:nvSpPr>
          <p:spPr>
            <a:xfrm>
              <a:off x="3337560" y="557784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Antibióticos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3" name="Forma 132"/>
            <p:cNvSpPr/>
            <p:nvPr/>
          </p:nvSpPr>
          <p:spPr>
            <a:xfrm>
              <a:off x="5532120" y="55778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RESOLUCIÓN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4" name="Forma 133"/>
            <p:cNvSpPr/>
            <p:nvPr/>
          </p:nvSpPr>
          <p:spPr>
            <a:xfrm>
              <a:off x="6949440" y="557784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Drenaje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antibióticos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4335" y="91440"/>
            <a:ext cx="951276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301"/>
              </a:lnSpc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DERRAME PARANEUMÓNICO SIMPLE, COMPLICADO Y EMPIEMA</a:t>
            </a:r>
            <a:endParaRPr lang="es-AR" sz="2050" dirty="0">
              <a:latin typeface="Mali"/>
            </a:endParaRPr>
          </a:p>
        </p:txBody>
      </p:sp>
      <p:sp>
        <p:nvSpPr>
          <p:cNvPr id="1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887773" y="1724895"/>
            <a:ext cx="573527" cy="1295203"/>
            <a:chOff x="887773" y="1724895"/>
            <a:chExt cx="573527" cy="1295203"/>
          </a:xfrm>
        </p:grpSpPr>
        <p:sp>
          <p:nvSpPr>
            <p:cNvPr id="17" name="Forma 16"/>
            <p:cNvSpPr/>
            <p:nvPr/>
          </p:nvSpPr>
          <p:spPr>
            <a:xfrm>
              <a:off x="887773" y="1724895"/>
              <a:ext cx="573527" cy="12952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31225" y="1852003"/>
              <a:ext cx="443575" cy="927202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03784" y="2288858"/>
              <a:ext cx="480069" cy="540607"/>
            </a:xfrm>
            <a:custGeom>
              <a:avLst/>
              <a:gdLst/>
              <a:ahLst/>
              <a:cxnLst/>
              <a:rect l="0" t="0" r="r" b="b"/>
              <a:pathLst>
                <a:path w="1590" h="1819" fill="none">
                  <a:moveTo>
                    <a:pt x="0" y="99"/>
                  </a:moveTo>
                  <a:lnTo>
                    <a:pt x="106" y="110"/>
                  </a:lnTo>
                  <a:lnTo>
                    <a:pt x="246" y="123"/>
                  </a:lnTo>
                  <a:lnTo>
                    <a:pt x="387" y="133"/>
                  </a:lnTo>
                  <a:lnTo>
                    <a:pt x="510" y="138"/>
                  </a:lnTo>
                  <a:lnTo>
                    <a:pt x="613" y="135"/>
                  </a:lnTo>
                  <a:lnTo>
                    <a:pt x="706" y="127"/>
                  </a:lnTo>
                  <a:lnTo>
                    <a:pt x="796" y="116"/>
                  </a:lnTo>
                  <a:lnTo>
                    <a:pt x="889" y="103"/>
                  </a:lnTo>
                  <a:lnTo>
                    <a:pt x="990" y="90"/>
                  </a:lnTo>
                  <a:lnTo>
                    <a:pt x="1112" y="73"/>
                  </a:lnTo>
                  <a:lnTo>
                    <a:pt x="1251" y="52"/>
                  </a:lnTo>
                  <a:lnTo>
                    <a:pt x="1388" y="31"/>
                  </a:lnTo>
                  <a:lnTo>
                    <a:pt x="1507" y="12"/>
                  </a:lnTo>
                  <a:lnTo>
                    <a:pt x="1590" y="0"/>
                  </a:lnTo>
                </a:path>
                <a:path w="1590" h="1819" fill="none">
                  <a:moveTo>
                    <a:pt x="39" y="1819"/>
                  </a:moveTo>
                  <a:lnTo>
                    <a:pt x="104" y="1740"/>
                  </a:lnTo>
                  <a:lnTo>
                    <a:pt x="208" y="1613"/>
                  </a:lnTo>
                  <a:lnTo>
                    <a:pt x="329" y="1465"/>
                  </a:lnTo>
                  <a:lnTo>
                    <a:pt x="454" y="1312"/>
                  </a:lnTo>
                  <a:lnTo>
                    <a:pt x="570" y="1170"/>
                  </a:lnTo>
                  <a:lnTo>
                    <a:pt x="679" y="1034"/>
                  </a:lnTo>
                  <a:lnTo>
                    <a:pt x="789" y="894"/>
                  </a:lnTo>
                  <a:lnTo>
                    <a:pt x="899" y="756"/>
                  </a:lnTo>
                  <a:lnTo>
                    <a:pt x="1006" y="626"/>
                  </a:lnTo>
                  <a:lnTo>
                    <a:pt x="1110" y="510"/>
                  </a:lnTo>
                  <a:lnTo>
                    <a:pt x="1218" y="403"/>
                  </a:lnTo>
                  <a:lnTo>
                    <a:pt x="1330" y="304"/>
                  </a:lnTo>
                  <a:lnTo>
                    <a:pt x="1436" y="216"/>
                  </a:lnTo>
                  <a:lnTo>
                    <a:pt x="1526" y="143"/>
                  </a:lnTo>
                  <a:lnTo>
                    <a:pt x="159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887773" y="1724895"/>
            <a:ext cx="573527" cy="1295203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929846" y="1326632"/>
            <a:ext cx="890346" cy="2230085"/>
            <a:chOff x="1929846" y="1326632"/>
            <a:chExt cx="890346" cy="2230085"/>
          </a:xfrm>
        </p:grpSpPr>
        <p:sp>
          <p:nvSpPr>
            <p:cNvPr id="22" name="Forma 21"/>
            <p:cNvSpPr/>
            <p:nvPr/>
          </p:nvSpPr>
          <p:spPr>
            <a:xfrm>
              <a:off x="192984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00848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01753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92984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1" name="Forma 30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5" name="Forma 34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_2"/>
          <p:cNvGrpSpPr/>
          <p:nvPr/>
        </p:nvGrpSpPr>
        <p:grpSpPr>
          <a:xfrm>
            <a:off x="9075786" y="1271016"/>
            <a:ext cx="2721803" cy="2448763"/>
            <a:chOff x="9075786" y="1271016"/>
            <a:chExt cx="2721803" cy="2448763"/>
          </a:xfrm>
        </p:grpSpPr>
        <p:sp>
          <p:nvSpPr>
            <p:cNvPr id="40" name="Forma 39"/>
            <p:cNvSpPr/>
            <p:nvPr/>
          </p:nvSpPr>
          <p:spPr>
            <a:xfrm>
              <a:off x="9075786" y="1271016"/>
              <a:ext cx="2721803" cy="2448763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9075786" y="1271016"/>
              <a:ext cx="2721803" cy="2448763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_2"/>
          <p:cNvSpPr/>
          <p:nvPr/>
        </p:nvSpPr>
        <p:spPr>
          <a:xfrm>
            <a:off x="9273282" y="1293855"/>
            <a:ext cx="1343527" cy="2381437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_2"/>
          <p:cNvSpPr/>
          <p:nvPr/>
        </p:nvSpPr>
        <p:spPr>
          <a:xfrm>
            <a:off x="10859979" y="1293855"/>
            <a:ext cx="771646" cy="2304452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_2"/>
          <p:cNvSpPr/>
          <p:nvPr/>
        </p:nvSpPr>
        <p:spPr>
          <a:xfrm>
            <a:off x="10746790" y="1651070"/>
            <a:ext cx="394401" cy="1905198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_2"/>
          <p:cNvGrpSpPr/>
          <p:nvPr/>
        </p:nvGrpSpPr>
        <p:grpSpPr>
          <a:xfrm>
            <a:off x="10300913" y="1022532"/>
            <a:ext cx="718142" cy="1285629"/>
            <a:chOff x="10300913" y="1022532"/>
            <a:chExt cx="718142" cy="1285629"/>
          </a:xfrm>
        </p:grpSpPr>
        <p:sp>
          <p:nvSpPr>
            <p:cNvPr id="46" name="Forma 45"/>
            <p:cNvSpPr/>
            <p:nvPr/>
          </p:nvSpPr>
          <p:spPr>
            <a:xfrm>
              <a:off x="10300913" y="1022532"/>
              <a:ext cx="718142" cy="1285629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0456301" y="1122426"/>
              <a:ext cx="251209" cy="65008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8" name="AirePleuralD_2"/>
          <p:cNvSpPr/>
          <p:nvPr/>
        </p:nvSpPr>
        <p:spPr>
          <a:xfrm>
            <a:off x="9273282" y="1293855"/>
            <a:ext cx="1343527" cy="2381437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49" name="PulmonDerecho_2"/>
          <p:cNvGrpSpPr/>
          <p:nvPr/>
        </p:nvGrpSpPr>
        <p:grpSpPr>
          <a:xfrm>
            <a:off x="10069464" y="2059421"/>
            <a:ext cx="337138" cy="611351"/>
            <a:chOff x="10069464" y="2059421"/>
            <a:chExt cx="337138" cy="611351"/>
          </a:xfrm>
        </p:grpSpPr>
        <p:sp>
          <p:nvSpPr>
            <p:cNvPr id="50" name="Forma 49"/>
            <p:cNvSpPr/>
            <p:nvPr/>
          </p:nvSpPr>
          <p:spPr>
            <a:xfrm>
              <a:off x="10069464" y="2059421"/>
              <a:ext cx="337138" cy="611351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1" name="Forma 50"/>
            <p:cNvSpPr/>
            <p:nvPr/>
          </p:nvSpPr>
          <p:spPr>
            <a:xfrm>
              <a:off x="10097784" y="2115364"/>
              <a:ext cx="195173" cy="40796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0080278" y="2307580"/>
              <a:ext cx="216662" cy="239289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3" name="PleuraVisceralD_2"/>
          <p:cNvSpPr/>
          <p:nvPr/>
        </p:nvSpPr>
        <p:spPr>
          <a:xfrm>
            <a:off x="10069464" y="2059421"/>
            <a:ext cx="337138" cy="611351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4" name="PulmonIzquierdo_2"/>
          <p:cNvGrpSpPr/>
          <p:nvPr/>
        </p:nvGrpSpPr>
        <p:grpSpPr>
          <a:xfrm>
            <a:off x="10893182" y="1336618"/>
            <a:ext cx="705250" cy="2220099"/>
            <a:chOff x="10893182" y="1336618"/>
            <a:chExt cx="705250" cy="2220099"/>
          </a:xfrm>
        </p:grpSpPr>
        <p:sp>
          <p:nvSpPr>
            <p:cNvPr id="55" name="Forma 54"/>
            <p:cNvSpPr/>
            <p:nvPr/>
          </p:nvSpPr>
          <p:spPr>
            <a:xfrm>
              <a:off x="10893182" y="1336618"/>
              <a:ext cx="705250" cy="22200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6" name="Forma 55"/>
            <p:cNvSpPr/>
            <p:nvPr/>
          </p:nvSpPr>
          <p:spPr>
            <a:xfrm>
              <a:off x="10911981" y="1569994"/>
              <a:ext cx="624625" cy="1484102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10921676" y="2407149"/>
              <a:ext cx="637513" cy="747180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8" name="PleuraVisceralI_2"/>
          <p:cNvSpPr/>
          <p:nvPr/>
        </p:nvSpPr>
        <p:spPr>
          <a:xfrm>
            <a:off x="10893182" y="1336618"/>
            <a:ext cx="705250" cy="22200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9" name="PleuraParietalD_2"/>
          <p:cNvSpPr/>
          <p:nvPr/>
        </p:nvSpPr>
        <p:spPr>
          <a:xfrm>
            <a:off x="9273282" y="1293855"/>
            <a:ext cx="1343527" cy="2381437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PleuraParietalI_2"/>
          <p:cNvSpPr/>
          <p:nvPr/>
        </p:nvSpPr>
        <p:spPr>
          <a:xfrm>
            <a:off x="10859979" y="1293855"/>
            <a:ext cx="771646" cy="2304452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VenaCavaSup_2"/>
          <p:cNvSpPr/>
          <p:nvPr/>
        </p:nvSpPr>
        <p:spPr>
          <a:xfrm>
            <a:off x="10465386" y="1550160"/>
            <a:ext cx="206403" cy="1033165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2" name="VenaCavaInf_2"/>
          <p:cNvSpPr/>
          <p:nvPr/>
        </p:nvSpPr>
        <p:spPr>
          <a:xfrm>
            <a:off x="10511400" y="3195820"/>
            <a:ext cx="182972" cy="491049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3" name="Corazon_2"/>
          <p:cNvGrpSpPr/>
          <p:nvPr/>
        </p:nvGrpSpPr>
        <p:grpSpPr>
          <a:xfrm>
            <a:off x="10632466" y="2552140"/>
            <a:ext cx="657998" cy="689856"/>
            <a:chOff x="10632466" y="2552140"/>
            <a:chExt cx="657998" cy="689856"/>
          </a:xfrm>
        </p:grpSpPr>
        <p:sp>
          <p:nvSpPr>
            <p:cNvPr id="64" name="Forma 63"/>
            <p:cNvSpPr/>
            <p:nvPr/>
          </p:nvSpPr>
          <p:spPr>
            <a:xfrm>
              <a:off x="10632466" y="2552140"/>
              <a:ext cx="657998" cy="689856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5" name="Forma 64"/>
            <p:cNvSpPr/>
            <p:nvPr/>
          </p:nvSpPr>
          <p:spPr>
            <a:xfrm>
              <a:off x="10976220" y="2602858"/>
              <a:ext cx="160834" cy="614093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6" name="Diafragma_2"/>
          <p:cNvSpPr/>
          <p:nvPr/>
        </p:nvSpPr>
        <p:spPr>
          <a:xfrm>
            <a:off x="9341078" y="3250451"/>
            <a:ext cx="2230192" cy="511286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7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68" name="Forma 67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0" name="Forma 69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EAF6FB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SIMPLE</a:t>
            </a:r>
            <a:endParaRPr lang="es-AR" sz="1400" dirty="0">
              <a:latin typeface="Mali"/>
            </a:endParaRPr>
          </a:p>
        </p:txBody>
      </p:sp>
      <p:sp>
        <p:nvSpPr>
          <p:cNvPr id="71" name="Forma 70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lnSpc>
                <a:spcPts val="1708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 TENSIÓN</a:t>
            </a:r>
            <a:endParaRPr lang="es-AR" sz="1400" dirty="0">
              <a:latin typeface="Mali"/>
            </a:endParaRPr>
          </a:p>
        </p:txBody>
      </p:sp>
      <p:sp>
        <p:nvSpPr>
          <p:cNvPr id="72" name="Comp Rx izq Placa"/>
          <p:cNvSpPr/>
          <p:nvPr/>
        </p:nvSpPr>
        <p:spPr>
          <a:xfrm>
            <a:off x="64008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73" name="Comp Rx izq PartesBlandas"/>
          <p:cNvSpPr/>
          <p:nvPr/>
        </p:nvSpPr>
        <p:spPr>
          <a:xfrm>
            <a:off x="77029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74" name="Comp Rx izq PulmonD"/>
          <p:cNvGrpSpPr/>
          <p:nvPr/>
        </p:nvGrpSpPr>
        <p:grpSpPr>
          <a:xfrm>
            <a:off x="917143" y="4640144"/>
            <a:ext cx="681512" cy="1477301"/>
            <a:chOff x="917143" y="4640144"/>
            <a:chExt cx="681512" cy="1477301"/>
          </a:xfrm>
        </p:grpSpPr>
        <p:sp>
          <p:nvSpPr>
            <p:cNvPr id="75" name="Forma 74"/>
            <p:cNvSpPr/>
            <p:nvPr/>
          </p:nvSpPr>
          <p:spPr>
            <a:xfrm>
              <a:off x="91714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1155729" y="4925294"/>
              <a:ext cx="382351" cy="85682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77" name="Forma 76"/>
            <p:cNvSpPr/>
            <p:nvPr/>
          </p:nvSpPr>
          <p:spPr>
            <a:xfrm>
              <a:off x="1184697" y="5009380"/>
              <a:ext cx="295717" cy="613380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78" name="Comp Rx izq PulmonI"/>
          <p:cNvGrpSpPr/>
          <p:nvPr/>
        </p:nvGrpSpPr>
        <p:grpSpPr>
          <a:xfrm>
            <a:off x="1828313" y="4640144"/>
            <a:ext cx="637824" cy="1524484"/>
            <a:chOff x="1828313" y="4640144"/>
            <a:chExt cx="637824" cy="1524484"/>
          </a:xfrm>
        </p:grpSpPr>
        <p:sp>
          <p:nvSpPr>
            <p:cNvPr id="79" name="Forma 78"/>
            <p:cNvSpPr/>
            <p:nvPr/>
          </p:nvSpPr>
          <p:spPr>
            <a:xfrm>
              <a:off x="182831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185044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190286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82" name="Comp Rx izq Costillas"/>
          <p:cNvSpPr/>
          <p:nvPr/>
        </p:nvSpPr>
        <p:spPr>
          <a:xfrm>
            <a:off x="80650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83" name="Comp Rx izq Mediastino"/>
          <p:cNvSpPr/>
          <p:nvPr/>
        </p:nvSpPr>
        <p:spPr>
          <a:xfrm>
            <a:off x="134965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84" name="Comp Rx izq Traquea"/>
          <p:cNvSpPr/>
          <p:nvPr/>
        </p:nvSpPr>
        <p:spPr>
          <a:xfrm>
            <a:off x="169164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85" name="Comp Rx izq AireD"/>
          <p:cNvSpPr/>
          <p:nvPr/>
        </p:nvSpPr>
        <p:spPr>
          <a:xfrm>
            <a:off x="917143" y="4640144"/>
            <a:ext cx="681512" cy="147730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86" name="Comp Rx izq LineaPleuralD"/>
          <p:cNvSpPr/>
          <p:nvPr/>
        </p:nvSpPr>
        <p:spPr>
          <a:xfrm>
            <a:off x="1155729" y="4925294"/>
            <a:ext cx="382351" cy="856827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87" name="Comp Rx izq Diafragma"/>
          <p:cNvSpPr/>
          <p:nvPr/>
        </p:nvSpPr>
        <p:spPr>
          <a:xfrm>
            <a:off x="95106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88" name="Comp Rx izq Clavículas"/>
          <p:cNvSpPr/>
          <p:nvPr/>
        </p:nvSpPr>
        <p:spPr>
          <a:xfrm>
            <a:off x="108813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89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90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91" name="Comp Rx der PulmonD"/>
          <p:cNvGrpSpPr/>
          <p:nvPr/>
        </p:nvGrpSpPr>
        <p:grpSpPr>
          <a:xfrm>
            <a:off x="9672148" y="4640144"/>
            <a:ext cx="895685" cy="1575412"/>
            <a:chOff x="9672148" y="4640144"/>
            <a:chExt cx="895685" cy="1575412"/>
          </a:xfrm>
        </p:grpSpPr>
        <p:sp>
          <p:nvSpPr>
            <p:cNvPr id="92" name="Forma 91"/>
            <p:cNvSpPr/>
            <p:nvPr/>
          </p:nvSpPr>
          <p:spPr>
            <a:xfrm>
              <a:off x="9672148" y="4640144"/>
              <a:ext cx="895685" cy="1575412"/>
            </a:xfrm>
            <a:custGeom>
              <a:avLst/>
              <a:gdLst/>
              <a:ahLst/>
              <a:cxnLst/>
              <a:rect l="0" t="0" r="r" b="b"/>
              <a:pathLst>
                <a:path w="5556" h="10000">
                  <a:moveTo>
                    <a:pt x="2710" y="3"/>
                  </a:moveTo>
                  <a:lnTo>
                    <a:pt x="2584" y="21"/>
                  </a:lnTo>
                  <a:lnTo>
                    <a:pt x="2457" y="52"/>
                  </a:lnTo>
                  <a:lnTo>
                    <a:pt x="2330" y="95"/>
                  </a:lnTo>
                  <a:lnTo>
                    <a:pt x="2205" y="149"/>
                  </a:lnTo>
                  <a:lnTo>
                    <a:pt x="2082" y="210"/>
                  </a:lnTo>
                  <a:lnTo>
                    <a:pt x="1962" y="278"/>
                  </a:lnTo>
                  <a:lnTo>
                    <a:pt x="1845" y="353"/>
                  </a:lnTo>
                  <a:lnTo>
                    <a:pt x="1729" y="438"/>
                  </a:lnTo>
                  <a:lnTo>
                    <a:pt x="1615" y="531"/>
                  </a:lnTo>
                  <a:lnTo>
                    <a:pt x="1504" y="631"/>
                  </a:lnTo>
                  <a:lnTo>
                    <a:pt x="1397" y="738"/>
                  </a:lnTo>
                  <a:lnTo>
                    <a:pt x="1295" y="852"/>
                  </a:lnTo>
                  <a:lnTo>
                    <a:pt x="1196" y="972"/>
                  </a:lnTo>
                  <a:lnTo>
                    <a:pt x="1102" y="1100"/>
                  </a:lnTo>
                  <a:lnTo>
                    <a:pt x="1011" y="1235"/>
                  </a:lnTo>
                  <a:lnTo>
                    <a:pt x="924" y="1376"/>
                  </a:lnTo>
                  <a:lnTo>
                    <a:pt x="840" y="1523"/>
                  </a:lnTo>
                  <a:lnTo>
                    <a:pt x="761" y="1676"/>
                  </a:lnTo>
                  <a:lnTo>
                    <a:pt x="684" y="1834"/>
                  </a:lnTo>
                  <a:lnTo>
                    <a:pt x="611" y="2000"/>
                  </a:lnTo>
                  <a:lnTo>
                    <a:pt x="542" y="2171"/>
                  </a:lnTo>
                  <a:lnTo>
                    <a:pt x="477" y="2347"/>
                  </a:lnTo>
                  <a:lnTo>
                    <a:pt x="416" y="2528"/>
                  </a:lnTo>
                  <a:lnTo>
                    <a:pt x="360" y="2711"/>
                  </a:lnTo>
                  <a:lnTo>
                    <a:pt x="309" y="2900"/>
                  </a:lnTo>
                  <a:lnTo>
                    <a:pt x="263" y="3093"/>
                  </a:lnTo>
                  <a:lnTo>
                    <a:pt x="221" y="3291"/>
                  </a:lnTo>
                  <a:lnTo>
                    <a:pt x="184" y="3492"/>
                  </a:lnTo>
                  <a:lnTo>
                    <a:pt x="150" y="3694"/>
                  </a:lnTo>
                  <a:lnTo>
                    <a:pt x="120" y="3897"/>
                  </a:lnTo>
                  <a:lnTo>
                    <a:pt x="93" y="4101"/>
                  </a:lnTo>
                  <a:lnTo>
                    <a:pt x="70" y="4308"/>
                  </a:lnTo>
                  <a:lnTo>
                    <a:pt x="51" y="4517"/>
                  </a:lnTo>
                  <a:lnTo>
                    <a:pt x="36" y="4727"/>
                  </a:lnTo>
                  <a:lnTo>
                    <a:pt x="23" y="4936"/>
                  </a:lnTo>
                  <a:lnTo>
                    <a:pt x="13" y="5145"/>
                  </a:lnTo>
                  <a:lnTo>
                    <a:pt x="5" y="5353"/>
                  </a:lnTo>
                  <a:lnTo>
                    <a:pt x="1" y="5563"/>
                  </a:lnTo>
                  <a:lnTo>
                    <a:pt x="0" y="5773"/>
                  </a:lnTo>
                  <a:lnTo>
                    <a:pt x="1" y="5981"/>
                  </a:lnTo>
                  <a:lnTo>
                    <a:pt x="5" y="6188"/>
                  </a:lnTo>
                  <a:lnTo>
                    <a:pt x="13" y="6393"/>
                  </a:lnTo>
                  <a:lnTo>
                    <a:pt x="24" y="6596"/>
                  </a:lnTo>
                  <a:lnTo>
                    <a:pt x="39" y="6801"/>
                  </a:lnTo>
                  <a:lnTo>
                    <a:pt x="56" y="7003"/>
                  </a:lnTo>
                  <a:lnTo>
                    <a:pt x="76" y="7202"/>
                  </a:lnTo>
                  <a:lnTo>
                    <a:pt x="98" y="7394"/>
                  </a:lnTo>
                  <a:lnTo>
                    <a:pt x="120" y="7578"/>
                  </a:lnTo>
                  <a:lnTo>
                    <a:pt x="143" y="7754"/>
                  </a:lnTo>
                  <a:lnTo>
                    <a:pt x="168" y="7923"/>
                  </a:lnTo>
                  <a:lnTo>
                    <a:pt x="195" y="8086"/>
                  </a:lnTo>
                  <a:lnTo>
                    <a:pt x="223" y="8243"/>
                  </a:lnTo>
                  <a:lnTo>
                    <a:pt x="251" y="8394"/>
                  </a:lnTo>
                  <a:lnTo>
                    <a:pt x="280" y="8539"/>
                  </a:lnTo>
                  <a:lnTo>
                    <a:pt x="309" y="8677"/>
                  </a:lnTo>
                  <a:lnTo>
                    <a:pt x="338" y="8807"/>
                  </a:lnTo>
                  <a:lnTo>
                    <a:pt x="368" y="8931"/>
                  </a:lnTo>
                  <a:lnTo>
                    <a:pt x="400" y="9051"/>
                  </a:lnTo>
                  <a:lnTo>
                    <a:pt x="432" y="9169"/>
                  </a:lnTo>
                  <a:lnTo>
                    <a:pt x="467" y="9288"/>
                  </a:lnTo>
                  <a:lnTo>
                    <a:pt x="499" y="9416"/>
                  </a:lnTo>
                  <a:lnTo>
                    <a:pt x="529" y="9553"/>
                  </a:lnTo>
                  <a:lnTo>
                    <a:pt x="560" y="9689"/>
                  </a:lnTo>
                  <a:lnTo>
                    <a:pt x="597" y="9811"/>
                  </a:lnTo>
                  <a:lnTo>
                    <a:pt x="645" y="9910"/>
                  </a:lnTo>
                  <a:lnTo>
                    <a:pt x="707" y="9974"/>
                  </a:lnTo>
                  <a:lnTo>
                    <a:pt x="784" y="10000"/>
                  </a:lnTo>
                  <a:lnTo>
                    <a:pt x="871" y="9995"/>
                  </a:lnTo>
                  <a:lnTo>
                    <a:pt x="969" y="9966"/>
                  </a:lnTo>
                  <a:lnTo>
                    <a:pt x="1077" y="9919"/>
                  </a:lnTo>
                  <a:lnTo>
                    <a:pt x="1195" y="9862"/>
                  </a:lnTo>
                  <a:lnTo>
                    <a:pt x="1321" y="9799"/>
                  </a:lnTo>
                  <a:lnTo>
                    <a:pt x="1462" y="9721"/>
                  </a:lnTo>
                  <a:lnTo>
                    <a:pt x="1617" y="9620"/>
                  </a:lnTo>
                  <a:lnTo>
                    <a:pt x="1782" y="9508"/>
                  </a:lnTo>
                  <a:lnTo>
                    <a:pt x="1951" y="9396"/>
                  </a:lnTo>
                  <a:lnTo>
                    <a:pt x="2120" y="9298"/>
                  </a:lnTo>
                  <a:lnTo>
                    <a:pt x="2283" y="9225"/>
                  </a:lnTo>
                  <a:lnTo>
                    <a:pt x="2442" y="9183"/>
                  </a:lnTo>
                  <a:lnTo>
                    <a:pt x="2601" y="9162"/>
                  </a:lnTo>
                  <a:lnTo>
                    <a:pt x="2760" y="9154"/>
                  </a:lnTo>
                  <a:lnTo>
                    <a:pt x="2917" y="9151"/>
                  </a:lnTo>
                  <a:lnTo>
                    <a:pt x="3070" y="9144"/>
                  </a:lnTo>
                  <a:lnTo>
                    <a:pt x="3217" y="9126"/>
                  </a:lnTo>
                  <a:lnTo>
                    <a:pt x="3351" y="9097"/>
                  </a:lnTo>
                  <a:lnTo>
                    <a:pt x="3470" y="9065"/>
                  </a:lnTo>
                  <a:lnTo>
                    <a:pt x="3585" y="9030"/>
                  </a:lnTo>
                  <a:lnTo>
                    <a:pt x="3708" y="8991"/>
                  </a:lnTo>
                  <a:lnTo>
                    <a:pt x="3849" y="8948"/>
                  </a:lnTo>
                  <a:lnTo>
                    <a:pt x="4018" y="8901"/>
                  </a:lnTo>
                  <a:lnTo>
                    <a:pt x="4241" y="8861"/>
                  </a:lnTo>
                  <a:lnTo>
                    <a:pt x="4513" y="8829"/>
                  </a:lnTo>
                  <a:lnTo>
                    <a:pt x="4802" y="8793"/>
                  </a:lnTo>
                  <a:lnTo>
                    <a:pt x="5079" y="8742"/>
                  </a:lnTo>
                  <a:lnTo>
                    <a:pt x="5313" y="8661"/>
                  </a:lnTo>
                  <a:lnTo>
                    <a:pt x="5472" y="8539"/>
                  </a:lnTo>
                  <a:lnTo>
                    <a:pt x="5545" y="8366"/>
                  </a:lnTo>
                  <a:lnTo>
                    <a:pt x="5556" y="8149"/>
                  </a:lnTo>
                  <a:lnTo>
                    <a:pt x="5522" y="7903"/>
                  </a:lnTo>
                  <a:lnTo>
                    <a:pt x="5465" y="7644"/>
                  </a:lnTo>
                  <a:lnTo>
                    <a:pt x="5405" y="7385"/>
                  </a:lnTo>
                  <a:lnTo>
                    <a:pt x="5361" y="7141"/>
                  </a:lnTo>
                  <a:lnTo>
                    <a:pt x="5329" y="6911"/>
                  </a:lnTo>
                  <a:lnTo>
                    <a:pt x="5292" y="6682"/>
                  </a:lnTo>
                  <a:lnTo>
                    <a:pt x="5252" y="6454"/>
                  </a:lnTo>
                  <a:lnTo>
                    <a:pt x="5210" y="6225"/>
                  </a:lnTo>
                  <a:lnTo>
                    <a:pt x="5168" y="5997"/>
                  </a:lnTo>
                  <a:lnTo>
                    <a:pt x="5128" y="5769"/>
                  </a:lnTo>
                  <a:lnTo>
                    <a:pt x="5089" y="5540"/>
                  </a:lnTo>
                  <a:lnTo>
                    <a:pt x="5052" y="5311"/>
                  </a:lnTo>
                  <a:lnTo>
                    <a:pt x="5014" y="5082"/>
                  </a:lnTo>
                  <a:lnTo>
                    <a:pt x="4976" y="4854"/>
                  </a:lnTo>
                  <a:lnTo>
                    <a:pt x="4936" y="4625"/>
                  </a:lnTo>
                  <a:lnTo>
                    <a:pt x="4894" y="4396"/>
                  </a:lnTo>
                  <a:lnTo>
                    <a:pt x="4851" y="4167"/>
                  </a:lnTo>
                  <a:lnTo>
                    <a:pt x="4807" y="3938"/>
                  </a:lnTo>
                  <a:lnTo>
                    <a:pt x="4761" y="3708"/>
                  </a:lnTo>
                  <a:lnTo>
                    <a:pt x="4714" y="3479"/>
                  </a:lnTo>
                  <a:lnTo>
                    <a:pt x="4664" y="3251"/>
                  </a:lnTo>
                  <a:lnTo>
                    <a:pt x="4610" y="3023"/>
                  </a:lnTo>
                  <a:lnTo>
                    <a:pt x="4553" y="2793"/>
                  </a:lnTo>
                  <a:lnTo>
                    <a:pt x="4492" y="2559"/>
                  </a:lnTo>
                  <a:lnTo>
                    <a:pt x="4428" y="2326"/>
                  </a:lnTo>
                  <a:lnTo>
                    <a:pt x="4363" y="2098"/>
                  </a:lnTo>
                  <a:lnTo>
                    <a:pt x="4296" y="1880"/>
                  </a:lnTo>
                  <a:lnTo>
                    <a:pt x="4229" y="1676"/>
                  </a:lnTo>
                  <a:lnTo>
                    <a:pt x="4160" y="1484"/>
                  </a:lnTo>
                  <a:lnTo>
                    <a:pt x="4089" y="1299"/>
                  </a:lnTo>
                  <a:lnTo>
                    <a:pt x="4016" y="1125"/>
                  </a:lnTo>
                  <a:lnTo>
                    <a:pt x="3944" y="962"/>
                  </a:lnTo>
                  <a:lnTo>
                    <a:pt x="3874" y="812"/>
                  </a:lnTo>
                  <a:lnTo>
                    <a:pt x="3808" y="677"/>
                  </a:lnTo>
                  <a:lnTo>
                    <a:pt x="3751" y="558"/>
                  </a:lnTo>
                  <a:lnTo>
                    <a:pt x="3704" y="454"/>
                  </a:lnTo>
                  <a:lnTo>
                    <a:pt x="3659" y="362"/>
                  </a:lnTo>
                  <a:lnTo>
                    <a:pt x="3610" y="283"/>
                  </a:lnTo>
                  <a:lnTo>
                    <a:pt x="3549" y="213"/>
                  </a:lnTo>
                  <a:lnTo>
                    <a:pt x="3469" y="153"/>
                  </a:lnTo>
                  <a:lnTo>
                    <a:pt x="3367" y="102"/>
                  </a:lnTo>
                  <a:lnTo>
                    <a:pt x="3247" y="60"/>
                  </a:lnTo>
                  <a:lnTo>
                    <a:pt x="3115" y="28"/>
                  </a:lnTo>
                  <a:lnTo>
                    <a:pt x="2978" y="8"/>
                  </a:lnTo>
                  <a:lnTo>
                    <a:pt x="2841" y="0"/>
                  </a:lnTo>
                  <a:lnTo>
                    <a:pt x="2710" y="3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10202936" y="5146596"/>
              <a:ext cx="224758" cy="404432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10221816" y="5183604"/>
              <a:ext cx="130115" cy="269887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95" name="Comp Rx der PulmonI"/>
          <p:cNvGrpSpPr/>
          <p:nvPr/>
        </p:nvGrpSpPr>
        <p:grpSpPr>
          <a:xfrm>
            <a:off x="10729946" y="4640144"/>
            <a:ext cx="514431" cy="1524484"/>
            <a:chOff x="10729946" y="4640144"/>
            <a:chExt cx="514431" cy="1524484"/>
          </a:xfrm>
        </p:grpSpPr>
        <p:sp>
          <p:nvSpPr>
            <p:cNvPr id="96" name="Forma 95"/>
            <p:cNvSpPr/>
            <p:nvPr/>
          </p:nvSpPr>
          <p:spPr>
            <a:xfrm>
              <a:off x="10729946" y="4640144"/>
              <a:ext cx="514431" cy="1524484"/>
            </a:xfrm>
            <a:custGeom>
              <a:avLst/>
              <a:gdLst/>
              <a:ahLst/>
              <a:cxnLst/>
              <a:rect l="0" t="0" r="r" b="b"/>
              <a:pathLst>
                <a:path w="3297" h="10000">
                  <a:moveTo>
                    <a:pt x="679" y="4"/>
                  </a:moveTo>
                  <a:lnTo>
                    <a:pt x="640" y="0"/>
                  </a:lnTo>
                  <a:lnTo>
                    <a:pt x="634" y="8"/>
                  </a:lnTo>
                  <a:lnTo>
                    <a:pt x="648" y="29"/>
                  </a:lnTo>
                  <a:lnTo>
                    <a:pt x="668" y="62"/>
                  </a:lnTo>
                  <a:lnTo>
                    <a:pt x="681" y="105"/>
                  </a:lnTo>
                  <a:lnTo>
                    <a:pt x="673" y="158"/>
                  </a:lnTo>
                  <a:lnTo>
                    <a:pt x="643" y="221"/>
                  </a:lnTo>
                  <a:lnTo>
                    <a:pt x="601" y="292"/>
                  </a:lnTo>
                  <a:lnTo>
                    <a:pt x="552" y="374"/>
                  </a:lnTo>
                  <a:lnTo>
                    <a:pt x="500" y="469"/>
                  </a:lnTo>
                  <a:lnTo>
                    <a:pt x="449" y="577"/>
                  </a:lnTo>
                  <a:lnTo>
                    <a:pt x="404" y="700"/>
                  </a:lnTo>
                  <a:lnTo>
                    <a:pt x="361" y="839"/>
                  </a:lnTo>
                  <a:lnTo>
                    <a:pt x="319" y="994"/>
                  </a:lnTo>
                  <a:lnTo>
                    <a:pt x="277" y="1163"/>
                  </a:lnTo>
                  <a:lnTo>
                    <a:pt x="238" y="1343"/>
                  </a:lnTo>
                  <a:lnTo>
                    <a:pt x="201" y="1533"/>
                  </a:lnTo>
                  <a:lnTo>
                    <a:pt x="169" y="1732"/>
                  </a:lnTo>
                  <a:lnTo>
                    <a:pt x="141" y="1943"/>
                  </a:lnTo>
                  <a:lnTo>
                    <a:pt x="116" y="2168"/>
                  </a:lnTo>
                  <a:lnTo>
                    <a:pt x="94" y="2404"/>
                  </a:lnTo>
                  <a:lnTo>
                    <a:pt x="76" y="2645"/>
                  </a:lnTo>
                  <a:lnTo>
                    <a:pt x="60" y="2887"/>
                  </a:lnTo>
                  <a:lnTo>
                    <a:pt x="47" y="3124"/>
                  </a:lnTo>
                  <a:lnTo>
                    <a:pt x="33" y="3359"/>
                  </a:lnTo>
                  <a:lnTo>
                    <a:pt x="17" y="3595"/>
                  </a:lnTo>
                  <a:lnTo>
                    <a:pt x="5" y="3832"/>
                  </a:lnTo>
                  <a:lnTo>
                    <a:pt x="0" y="4069"/>
                  </a:lnTo>
                  <a:lnTo>
                    <a:pt x="7" y="4306"/>
                  </a:lnTo>
                  <a:lnTo>
                    <a:pt x="30" y="4543"/>
                  </a:lnTo>
                  <a:lnTo>
                    <a:pt x="76" y="4779"/>
                  </a:lnTo>
                  <a:lnTo>
                    <a:pt x="140" y="5016"/>
                  </a:lnTo>
                  <a:lnTo>
                    <a:pt x="216" y="5252"/>
                  </a:lnTo>
                  <a:lnTo>
                    <a:pt x="297" y="5489"/>
                  </a:lnTo>
                  <a:lnTo>
                    <a:pt x="378" y="5725"/>
                  </a:lnTo>
                  <a:lnTo>
                    <a:pt x="452" y="5961"/>
                  </a:lnTo>
                  <a:lnTo>
                    <a:pt x="523" y="6194"/>
                  </a:lnTo>
                  <a:lnTo>
                    <a:pt x="595" y="6422"/>
                  </a:lnTo>
                  <a:lnTo>
                    <a:pt x="666" y="6650"/>
                  </a:lnTo>
                  <a:lnTo>
                    <a:pt x="734" y="6882"/>
                  </a:lnTo>
                  <a:lnTo>
                    <a:pt x="796" y="7124"/>
                  </a:lnTo>
                  <a:lnTo>
                    <a:pt x="848" y="7380"/>
                  </a:lnTo>
                  <a:lnTo>
                    <a:pt x="910" y="7677"/>
                  </a:lnTo>
                  <a:lnTo>
                    <a:pt x="986" y="8017"/>
                  </a:lnTo>
                  <a:lnTo>
                    <a:pt x="1056" y="8367"/>
                  </a:lnTo>
                  <a:lnTo>
                    <a:pt x="1089" y="8617"/>
                  </a:lnTo>
                  <a:lnTo>
                    <a:pt x="1092" y="8618"/>
                  </a:lnTo>
                  <a:lnTo>
                    <a:pt x="1249" y="8687"/>
                  </a:lnTo>
                  <a:lnTo>
                    <a:pt x="1412" y="8776"/>
                  </a:lnTo>
                  <a:lnTo>
                    <a:pt x="1575" y="8878"/>
                  </a:lnTo>
                  <a:lnTo>
                    <a:pt x="1735" y="8988"/>
                  </a:lnTo>
                  <a:lnTo>
                    <a:pt x="1884" y="9101"/>
                  </a:lnTo>
                  <a:lnTo>
                    <a:pt x="2020" y="9211"/>
                  </a:lnTo>
                  <a:lnTo>
                    <a:pt x="2143" y="9329"/>
                  </a:lnTo>
                  <a:lnTo>
                    <a:pt x="2256" y="9462"/>
                  </a:lnTo>
                  <a:lnTo>
                    <a:pt x="2360" y="9597"/>
                  </a:lnTo>
                  <a:lnTo>
                    <a:pt x="2455" y="9723"/>
                  </a:lnTo>
                  <a:lnTo>
                    <a:pt x="2539" y="9831"/>
                  </a:lnTo>
                  <a:lnTo>
                    <a:pt x="2613" y="9908"/>
                  </a:lnTo>
                  <a:lnTo>
                    <a:pt x="2673" y="9957"/>
                  </a:lnTo>
                  <a:lnTo>
                    <a:pt x="2719" y="9988"/>
                  </a:lnTo>
                  <a:lnTo>
                    <a:pt x="2755" y="10000"/>
                  </a:lnTo>
                  <a:lnTo>
                    <a:pt x="2785" y="9991"/>
                  </a:lnTo>
                  <a:lnTo>
                    <a:pt x="2814" y="9960"/>
                  </a:lnTo>
                  <a:lnTo>
                    <a:pt x="2845" y="9908"/>
                  </a:lnTo>
                  <a:lnTo>
                    <a:pt x="2879" y="9830"/>
                  </a:lnTo>
                  <a:lnTo>
                    <a:pt x="2910" y="9727"/>
                  </a:lnTo>
                  <a:lnTo>
                    <a:pt x="2940" y="9602"/>
                  </a:lnTo>
                  <a:lnTo>
                    <a:pt x="2969" y="9460"/>
                  </a:lnTo>
                  <a:lnTo>
                    <a:pt x="2998" y="9302"/>
                  </a:lnTo>
                  <a:lnTo>
                    <a:pt x="3026" y="9134"/>
                  </a:lnTo>
                  <a:lnTo>
                    <a:pt x="3054" y="8946"/>
                  </a:lnTo>
                  <a:lnTo>
                    <a:pt x="3081" y="8736"/>
                  </a:lnTo>
                  <a:lnTo>
                    <a:pt x="3108" y="8511"/>
                  </a:lnTo>
                  <a:lnTo>
                    <a:pt x="3134" y="8279"/>
                  </a:lnTo>
                  <a:lnTo>
                    <a:pt x="3158" y="8050"/>
                  </a:lnTo>
                  <a:lnTo>
                    <a:pt x="3180" y="7831"/>
                  </a:lnTo>
                  <a:lnTo>
                    <a:pt x="3202" y="7623"/>
                  </a:lnTo>
                  <a:lnTo>
                    <a:pt x="3222" y="7420"/>
                  </a:lnTo>
                  <a:lnTo>
                    <a:pt x="3242" y="7218"/>
                  </a:lnTo>
                  <a:lnTo>
                    <a:pt x="3259" y="7017"/>
                  </a:lnTo>
                  <a:lnTo>
                    <a:pt x="3273" y="6813"/>
                  </a:lnTo>
                  <a:lnTo>
                    <a:pt x="3284" y="6606"/>
                  </a:lnTo>
                  <a:lnTo>
                    <a:pt x="3291" y="6395"/>
                  </a:lnTo>
                  <a:lnTo>
                    <a:pt x="3295" y="6181"/>
                  </a:lnTo>
                  <a:lnTo>
                    <a:pt x="3297" y="5965"/>
                  </a:lnTo>
                  <a:lnTo>
                    <a:pt x="3295" y="5749"/>
                  </a:lnTo>
                  <a:lnTo>
                    <a:pt x="3291" y="5532"/>
                  </a:lnTo>
                  <a:lnTo>
                    <a:pt x="3284" y="5317"/>
                  </a:lnTo>
                  <a:lnTo>
                    <a:pt x="3274" y="5101"/>
                  </a:lnTo>
                  <a:lnTo>
                    <a:pt x="3262" y="4884"/>
                  </a:lnTo>
                  <a:lnTo>
                    <a:pt x="3247" y="4668"/>
                  </a:lnTo>
                  <a:lnTo>
                    <a:pt x="3228" y="4452"/>
                  </a:lnTo>
                  <a:lnTo>
                    <a:pt x="3206" y="4238"/>
                  </a:lnTo>
                  <a:lnTo>
                    <a:pt x="3180" y="4027"/>
                  </a:lnTo>
                  <a:lnTo>
                    <a:pt x="3151" y="3817"/>
                  </a:lnTo>
                  <a:lnTo>
                    <a:pt x="3118" y="3608"/>
                  </a:lnTo>
                  <a:lnTo>
                    <a:pt x="3082" y="3401"/>
                  </a:lnTo>
                  <a:lnTo>
                    <a:pt x="3042" y="3196"/>
                  </a:lnTo>
                  <a:lnTo>
                    <a:pt x="2998" y="2996"/>
                  </a:lnTo>
                  <a:lnTo>
                    <a:pt x="2948" y="2802"/>
                  </a:lnTo>
                  <a:lnTo>
                    <a:pt x="2894" y="2612"/>
                  </a:lnTo>
                  <a:lnTo>
                    <a:pt x="2836" y="2426"/>
                  </a:lnTo>
                  <a:lnTo>
                    <a:pt x="2773" y="2243"/>
                  </a:lnTo>
                  <a:lnTo>
                    <a:pt x="2706" y="2066"/>
                  </a:lnTo>
                  <a:lnTo>
                    <a:pt x="2635" y="1896"/>
                  </a:lnTo>
                  <a:lnTo>
                    <a:pt x="2562" y="1732"/>
                  </a:lnTo>
                  <a:lnTo>
                    <a:pt x="2485" y="1574"/>
                  </a:lnTo>
                  <a:lnTo>
                    <a:pt x="2404" y="1422"/>
                  </a:lnTo>
                  <a:lnTo>
                    <a:pt x="2320" y="1276"/>
                  </a:lnTo>
                  <a:lnTo>
                    <a:pt x="2232" y="1137"/>
                  </a:lnTo>
                  <a:lnTo>
                    <a:pt x="2141" y="1005"/>
                  </a:lnTo>
                  <a:lnTo>
                    <a:pt x="2046" y="880"/>
                  </a:lnTo>
                  <a:lnTo>
                    <a:pt x="1947" y="763"/>
                  </a:lnTo>
                  <a:lnTo>
                    <a:pt x="1843" y="652"/>
                  </a:lnTo>
                  <a:lnTo>
                    <a:pt x="1736" y="548"/>
                  </a:lnTo>
                  <a:lnTo>
                    <a:pt x="1627" y="453"/>
                  </a:lnTo>
                  <a:lnTo>
                    <a:pt x="1515" y="365"/>
                  </a:lnTo>
                  <a:lnTo>
                    <a:pt x="1401" y="287"/>
                  </a:lnTo>
                  <a:lnTo>
                    <a:pt x="1277" y="217"/>
                  </a:lnTo>
                  <a:lnTo>
                    <a:pt x="1140" y="154"/>
                  </a:lnTo>
                  <a:lnTo>
                    <a:pt x="1000" y="99"/>
                  </a:lnTo>
                  <a:lnTo>
                    <a:pt x="870" y="54"/>
                  </a:lnTo>
                  <a:lnTo>
                    <a:pt x="759" y="22"/>
                  </a:lnTo>
                  <a:lnTo>
                    <a:pt x="679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7" name="Forma 96"/>
            <p:cNvSpPr/>
            <p:nvPr/>
          </p:nvSpPr>
          <p:spPr>
            <a:xfrm>
              <a:off x="10752081" y="4668434"/>
              <a:ext cx="470166" cy="1468681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8" name="Forma 97"/>
            <p:cNvSpPr/>
            <p:nvPr/>
          </p:nvSpPr>
          <p:spPr>
            <a:xfrm>
              <a:off x="10764614" y="4822821"/>
              <a:ext cx="416417" cy="981790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99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00" name="Comp Rx der Mediastino"/>
          <p:cNvSpPr/>
          <p:nvPr/>
        </p:nvSpPr>
        <p:spPr>
          <a:xfrm>
            <a:off x="10127894" y="4575886"/>
            <a:ext cx="889042" cy="1444981"/>
          </a:xfrm>
          <a:custGeom>
            <a:avLst/>
            <a:gdLst/>
            <a:ahLst/>
            <a:cxnLst/>
            <a:rect l="0" t="0" r="r" b="b"/>
            <a:pathLst>
              <a:path w="6012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7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1" y="2255"/>
                </a:lnTo>
                <a:lnTo>
                  <a:pt x="1654" y="2477"/>
                </a:lnTo>
                <a:lnTo>
                  <a:pt x="1654" y="2478"/>
                </a:lnTo>
                <a:lnTo>
                  <a:pt x="1727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6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2" y="4727"/>
                </a:lnTo>
                <a:lnTo>
                  <a:pt x="2212" y="4727"/>
                </a:lnTo>
                <a:lnTo>
                  <a:pt x="2260" y="4978"/>
                </a:lnTo>
                <a:lnTo>
                  <a:pt x="2260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3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6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8" y="9573"/>
                </a:lnTo>
                <a:lnTo>
                  <a:pt x="3017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4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7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8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9344"/>
                </a:lnTo>
                <a:lnTo>
                  <a:pt x="4734" y="9355"/>
                </a:lnTo>
                <a:lnTo>
                  <a:pt x="4894" y="9363"/>
                </a:lnTo>
                <a:lnTo>
                  <a:pt x="5041" y="9360"/>
                </a:lnTo>
                <a:lnTo>
                  <a:pt x="5180" y="9349"/>
                </a:lnTo>
                <a:lnTo>
                  <a:pt x="5317" y="9331"/>
                </a:lnTo>
                <a:lnTo>
                  <a:pt x="5447" y="9304"/>
                </a:lnTo>
                <a:lnTo>
                  <a:pt x="5568" y="9265"/>
                </a:lnTo>
                <a:lnTo>
                  <a:pt x="5676" y="9210"/>
                </a:lnTo>
                <a:lnTo>
                  <a:pt x="5766" y="9137"/>
                </a:lnTo>
                <a:lnTo>
                  <a:pt x="5840" y="9040"/>
                </a:lnTo>
                <a:lnTo>
                  <a:pt x="5900" y="8922"/>
                </a:lnTo>
                <a:lnTo>
                  <a:pt x="5946" y="8788"/>
                </a:lnTo>
                <a:lnTo>
                  <a:pt x="5980" y="8645"/>
                </a:lnTo>
                <a:lnTo>
                  <a:pt x="6001" y="8499"/>
                </a:lnTo>
                <a:lnTo>
                  <a:pt x="6012" y="8356"/>
                </a:lnTo>
                <a:lnTo>
                  <a:pt x="6009" y="8212"/>
                </a:lnTo>
                <a:lnTo>
                  <a:pt x="5992" y="8061"/>
                </a:lnTo>
                <a:lnTo>
                  <a:pt x="5963" y="7906"/>
                </a:lnTo>
                <a:lnTo>
                  <a:pt x="5924" y="7753"/>
                </a:lnTo>
                <a:lnTo>
                  <a:pt x="5877" y="7604"/>
                </a:lnTo>
                <a:lnTo>
                  <a:pt x="5822" y="7463"/>
                </a:lnTo>
                <a:lnTo>
                  <a:pt x="5758" y="7329"/>
                </a:lnTo>
                <a:lnTo>
                  <a:pt x="5684" y="7197"/>
                </a:lnTo>
                <a:lnTo>
                  <a:pt x="5601" y="7069"/>
                </a:lnTo>
                <a:lnTo>
                  <a:pt x="5511" y="6949"/>
                </a:lnTo>
                <a:lnTo>
                  <a:pt x="5417" y="6838"/>
                </a:lnTo>
                <a:lnTo>
                  <a:pt x="5320" y="6738"/>
                </a:lnTo>
                <a:lnTo>
                  <a:pt x="5219" y="6651"/>
                </a:lnTo>
                <a:lnTo>
                  <a:pt x="5113" y="6574"/>
                </a:lnTo>
                <a:lnTo>
                  <a:pt x="5003" y="6506"/>
                </a:lnTo>
                <a:lnTo>
                  <a:pt x="4888" y="6447"/>
                </a:lnTo>
                <a:lnTo>
                  <a:pt x="4771" y="6394"/>
                </a:lnTo>
                <a:lnTo>
                  <a:pt x="4651" y="6348"/>
                </a:lnTo>
                <a:lnTo>
                  <a:pt x="4524" y="6305"/>
                </a:lnTo>
                <a:lnTo>
                  <a:pt x="4390" y="6266"/>
                </a:lnTo>
                <a:lnTo>
                  <a:pt x="4334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9" y="5501"/>
                </a:lnTo>
                <a:lnTo>
                  <a:pt x="4098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7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7" y="2976"/>
                </a:lnTo>
                <a:lnTo>
                  <a:pt x="4140" y="2727"/>
                </a:lnTo>
                <a:lnTo>
                  <a:pt x="4140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6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5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5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2" y="913"/>
                </a:lnTo>
                <a:lnTo>
                  <a:pt x="4607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01" name="Comp Rx der Traquea"/>
          <p:cNvSpPr/>
          <p:nvPr/>
        </p:nvSpPr>
        <p:spPr>
          <a:xfrm>
            <a:off x="10497038" y="4467758"/>
            <a:ext cx="108631" cy="589788"/>
          </a:xfrm>
          <a:custGeom>
            <a:avLst/>
            <a:gdLst/>
            <a:ahLst/>
            <a:cxnLst/>
            <a:rect l="0" t="0" r="r" b="b"/>
            <a:pathLst>
              <a:path w="540" h="3000" fill="none">
                <a:moveTo>
                  <a:pt x="0" y="0"/>
                </a:moveTo>
                <a:lnTo>
                  <a:pt x="29" y="176"/>
                </a:lnTo>
                <a:lnTo>
                  <a:pt x="70" y="422"/>
                </a:lnTo>
                <a:lnTo>
                  <a:pt x="118" y="712"/>
                </a:lnTo>
                <a:lnTo>
                  <a:pt x="170" y="1022"/>
                </a:lnTo>
                <a:lnTo>
                  <a:pt x="221" y="1326"/>
                </a:lnTo>
                <a:lnTo>
                  <a:pt x="270" y="1600"/>
                </a:lnTo>
                <a:lnTo>
                  <a:pt x="318" y="1861"/>
                </a:lnTo>
                <a:lnTo>
                  <a:pt x="370" y="2133"/>
                </a:lnTo>
                <a:lnTo>
                  <a:pt x="421" y="2400"/>
                </a:lnTo>
                <a:lnTo>
                  <a:pt x="470" y="2644"/>
                </a:lnTo>
                <a:lnTo>
                  <a:pt x="510" y="2850"/>
                </a:lnTo>
                <a:lnTo>
                  <a:pt x="54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02" name="Comp Rx der AireD"/>
          <p:cNvSpPr/>
          <p:nvPr/>
        </p:nvSpPr>
        <p:spPr>
          <a:xfrm>
            <a:off x="9672148" y="4640144"/>
            <a:ext cx="895685" cy="1575412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03" name="Comp Rx der LineaPleuralD"/>
          <p:cNvSpPr/>
          <p:nvPr/>
        </p:nvSpPr>
        <p:spPr>
          <a:xfrm>
            <a:off x="10202936" y="5146596"/>
            <a:ext cx="224758" cy="404432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04" name="Comp Rx der Diafragma"/>
          <p:cNvSpPr/>
          <p:nvPr/>
        </p:nvSpPr>
        <p:spPr>
          <a:xfrm>
            <a:off x="9727628" y="5936472"/>
            <a:ext cx="1481908" cy="398948"/>
          </a:xfrm>
          <a:custGeom>
            <a:avLst/>
            <a:gdLst/>
            <a:ahLst/>
            <a:cxnLst/>
            <a:rect l="0" t="0" r="r" b="b"/>
            <a:pathLst>
              <a:path w="10000" h="2754">
                <a:moveTo>
                  <a:pt x="0" y="2602"/>
                </a:moveTo>
                <a:lnTo>
                  <a:pt x="321" y="2661"/>
                </a:lnTo>
                <a:lnTo>
                  <a:pt x="1127" y="2748"/>
                </a:lnTo>
                <a:lnTo>
                  <a:pt x="1200" y="2754"/>
                </a:lnTo>
                <a:lnTo>
                  <a:pt x="8817" y="2754"/>
                </a:lnTo>
                <a:lnTo>
                  <a:pt x="8890" y="2748"/>
                </a:lnTo>
                <a:lnTo>
                  <a:pt x="9695" y="2661"/>
                </a:lnTo>
                <a:lnTo>
                  <a:pt x="10000" y="2606"/>
                </a:lnTo>
                <a:lnTo>
                  <a:pt x="9759" y="1478"/>
                </a:lnTo>
                <a:lnTo>
                  <a:pt x="9732" y="1490"/>
                </a:lnTo>
                <a:lnTo>
                  <a:pt x="9698" y="1513"/>
                </a:lnTo>
                <a:lnTo>
                  <a:pt x="9652" y="1531"/>
                </a:lnTo>
                <a:lnTo>
                  <a:pt x="9592" y="1525"/>
                </a:lnTo>
                <a:lnTo>
                  <a:pt x="9515" y="1478"/>
                </a:lnTo>
                <a:lnTo>
                  <a:pt x="9420" y="1376"/>
                </a:lnTo>
                <a:lnTo>
                  <a:pt x="9310" y="1232"/>
                </a:lnTo>
                <a:lnTo>
                  <a:pt x="9184" y="1065"/>
                </a:lnTo>
                <a:lnTo>
                  <a:pt x="9044" y="896"/>
                </a:lnTo>
                <a:lnTo>
                  <a:pt x="8891" y="745"/>
                </a:lnTo>
                <a:lnTo>
                  <a:pt x="8717" y="605"/>
                </a:lnTo>
                <a:lnTo>
                  <a:pt x="8524" y="463"/>
                </a:lnTo>
                <a:lnTo>
                  <a:pt x="8319" y="328"/>
                </a:lnTo>
                <a:lnTo>
                  <a:pt x="8113" y="211"/>
                </a:lnTo>
                <a:lnTo>
                  <a:pt x="7913" y="121"/>
                </a:lnTo>
                <a:lnTo>
                  <a:pt x="7719" y="59"/>
                </a:lnTo>
                <a:lnTo>
                  <a:pt x="7525" y="21"/>
                </a:lnTo>
                <a:lnTo>
                  <a:pt x="7332" y="1"/>
                </a:lnTo>
                <a:lnTo>
                  <a:pt x="7144" y="0"/>
                </a:lnTo>
                <a:lnTo>
                  <a:pt x="6963" y="12"/>
                </a:lnTo>
                <a:lnTo>
                  <a:pt x="6751" y="45"/>
                </a:lnTo>
                <a:lnTo>
                  <a:pt x="6508" y="100"/>
                </a:lnTo>
                <a:lnTo>
                  <a:pt x="6288" y="168"/>
                </a:lnTo>
                <a:lnTo>
                  <a:pt x="6149" y="241"/>
                </a:lnTo>
                <a:lnTo>
                  <a:pt x="6149" y="311"/>
                </a:lnTo>
                <a:lnTo>
                  <a:pt x="6392" y="388"/>
                </a:lnTo>
                <a:lnTo>
                  <a:pt x="6841" y="479"/>
                </a:lnTo>
                <a:lnTo>
                  <a:pt x="7337" y="566"/>
                </a:lnTo>
                <a:lnTo>
                  <a:pt x="7720" y="633"/>
                </a:lnTo>
                <a:lnTo>
                  <a:pt x="7832" y="664"/>
                </a:lnTo>
                <a:lnTo>
                  <a:pt x="7563" y="643"/>
                </a:lnTo>
                <a:lnTo>
                  <a:pt x="7019" y="584"/>
                </a:lnTo>
                <a:lnTo>
                  <a:pt x="6365" y="506"/>
                </a:lnTo>
                <a:lnTo>
                  <a:pt x="5762" y="430"/>
                </a:lnTo>
                <a:lnTo>
                  <a:pt x="5401" y="382"/>
                </a:lnTo>
                <a:lnTo>
                  <a:pt x="5365" y="391"/>
                </a:lnTo>
                <a:lnTo>
                  <a:pt x="5040" y="471"/>
                </a:lnTo>
                <a:lnTo>
                  <a:pt x="4664" y="564"/>
                </a:lnTo>
                <a:lnTo>
                  <a:pt x="4297" y="655"/>
                </a:lnTo>
                <a:lnTo>
                  <a:pt x="3997" y="731"/>
                </a:lnTo>
                <a:lnTo>
                  <a:pt x="3780" y="792"/>
                </a:lnTo>
                <a:lnTo>
                  <a:pt x="3604" y="846"/>
                </a:lnTo>
                <a:lnTo>
                  <a:pt x="3451" y="895"/>
                </a:lnTo>
                <a:lnTo>
                  <a:pt x="3298" y="938"/>
                </a:lnTo>
                <a:lnTo>
                  <a:pt x="3126" y="976"/>
                </a:lnTo>
                <a:lnTo>
                  <a:pt x="2932" y="998"/>
                </a:lnTo>
                <a:lnTo>
                  <a:pt x="2731" y="1004"/>
                </a:lnTo>
                <a:lnTo>
                  <a:pt x="2525" y="1010"/>
                </a:lnTo>
                <a:lnTo>
                  <a:pt x="2316" y="1032"/>
                </a:lnTo>
                <a:lnTo>
                  <a:pt x="2109" y="1084"/>
                </a:lnTo>
                <a:lnTo>
                  <a:pt x="1896" y="1183"/>
                </a:lnTo>
                <a:lnTo>
                  <a:pt x="1675" y="1318"/>
                </a:lnTo>
                <a:lnTo>
                  <a:pt x="1456" y="1465"/>
                </a:lnTo>
                <a:lnTo>
                  <a:pt x="1249" y="1603"/>
                </a:lnTo>
                <a:lnTo>
                  <a:pt x="1063" y="1709"/>
                </a:lnTo>
                <a:lnTo>
                  <a:pt x="899" y="1789"/>
                </a:lnTo>
                <a:lnTo>
                  <a:pt x="749" y="1861"/>
                </a:lnTo>
                <a:lnTo>
                  <a:pt x="615" y="1911"/>
                </a:lnTo>
                <a:lnTo>
                  <a:pt x="497" y="1927"/>
                </a:lnTo>
                <a:lnTo>
                  <a:pt x="395" y="1899"/>
                </a:lnTo>
                <a:lnTo>
                  <a:pt x="312" y="1797"/>
                </a:lnTo>
                <a:lnTo>
                  <a:pt x="249" y="1632"/>
                </a:lnTo>
                <a:lnTo>
                  <a:pt x="200" y="1442"/>
                </a:lnTo>
                <a:lnTo>
                  <a:pt x="163" y="1269"/>
                </a:lnTo>
                <a:lnTo>
                  <a:pt x="134" y="1152"/>
                </a:lnTo>
                <a:lnTo>
                  <a:pt x="0" y="2602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05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106" name="Fila Mecanismo"/>
          <p:cNvGrpSpPr/>
          <p:nvPr/>
        </p:nvGrpSpPr>
        <p:grpSpPr>
          <a:xfrm>
            <a:off x="3337560" y="914400"/>
            <a:ext cx="5486400" cy="722376"/>
            <a:chOff x="3337560" y="914400"/>
            <a:chExt cx="5486400" cy="722376"/>
          </a:xfrm>
        </p:grpSpPr>
        <p:sp>
          <p:nvSpPr>
            <p:cNvPr id="107" name="Forma 106"/>
            <p:cNvSpPr/>
            <p:nvPr/>
          </p:nvSpPr>
          <p:spPr>
            <a:xfrm>
              <a:off x="3337560" y="91440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que entra y se equilibra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8" name="Forma 107"/>
            <p:cNvSpPr/>
            <p:nvPr/>
          </p:nvSpPr>
          <p:spPr>
            <a:xfrm>
              <a:off x="5532120" y="9144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09" name="Forma 108"/>
            <p:cNvSpPr/>
            <p:nvPr/>
          </p:nvSpPr>
          <p:spPr>
            <a:xfrm>
              <a:off x="6949440" y="91440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Válvula unidireccional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0" name="Fila Presión pleural"/>
          <p:cNvGrpSpPr/>
          <p:nvPr/>
        </p:nvGrpSpPr>
        <p:grpSpPr>
          <a:xfrm>
            <a:off x="3337560" y="1691640"/>
            <a:ext cx="5486400" cy="722376"/>
            <a:chOff x="3337560" y="1691640"/>
            <a:chExt cx="5486400" cy="722376"/>
          </a:xfrm>
        </p:grpSpPr>
        <p:sp>
          <p:nvSpPr>
            <p:cNvPr id="111" name="Forma 110"/>
            <p:cNvSpPr/>
            <p:nvPr/>
          </p:nvSpPr>
          <p:spPr>
            <a:xfrm>
              <a:off x="3337560" y="169164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Cercana a la atmosférica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5532120" y="16916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PLEURAL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3" name="Forma 112"/>
            <p:cNvSpPr/>
            <p:nvPr/>
          </p:nvSpPr>
          <p:spPr>
            <a:xfrm>
              <a:off x="6949440" y="169164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Positiva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4" name="Fila Mediastino"/>
          <p:cNvGrpSpPr/>
          <p:nvPr/>
        </p:nvGrpSpPr>
        <p:grpSpPr>
          <a:xfrm>
            <a:off x="3337560" y="2468880"/>
            <a:ext cx="5486400" cy="722376"/>
            <a:chOff x="3337560" y="2468880"/>
            <a:chExt cx="5486400" cy="722376"/>
          </a:xfrm>
        </p:grpSpPr>
        <p:sp>
          <p:nvSpPr>
            <p:cNvPr id="115" name="Forma 114"/>
            <p:cNvSpPr/>
            <p:nvPr/>
          </p:nvSpPr>
          <p:spPr>
            <a:xfrm>
              <a:off x="3337560" y="246888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Central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6" name="Forma 115"/>
            <p:cNvSpPr/>
            <p:nvPr/>
          </p:nvSpPr>
          <p:spPr>
            <a:xfrm>
              <a:off x="5532120" y="246888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7" name="Forma 116"/>
            <p:cNvSpPr/>
            <p:nvPr/>
          </p:nvSpPr>
          <p:spPr>
            <a:xfrm>
              <a:off x="6949440" y="246888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Desplazado al </a:t>
              </a: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lado sano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8" name="Fila Retorno venoso"/>
          <p:cNvGrpSpPr/>
          <p:nvPr/>
        </p:nvGrpSpPr>
        <p:grpSpPr>
          <a:xfrm>
            <a:off x="3337560" y="3246120"/>
            <a:ext cx="5486400" cy="722376"/>
            <a:chOff x="3337560" y="3246120"/>
            <a:chExt cx="5486400" cy="722376"/>
          </a:xfrm>
        </p:grpSpPr>
        <p:sp>
          <p:nvSpPr>
            <p:cNvPr id="119" name="Forma 118"/>
            <p:cNvSpPr/>
            <p:nvPr/>
          </p:nvSpPr>
          <p:spPr>
            <a:xfrm>
              <a:off x="3337560" y="324612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Conservado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0" name="Forma 119"/>
            <p:cNvSpPr/>
            <p:nvPr/>
          </p:nvSpPr>
          <p:spPr>
            <a:xfrm>
              <a:off x="5532120" y="324612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RETORNO VENOSO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1" name="Forma 120"/>
            <p:cNvSpPr/>
            <p:nvPr/>
          </p:nvSpPr>
          <p:spPr>
            <a:xfrm>
              <a:off x="6949440" y="324612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↓</a:t>
              </a: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(cavas comprimidas)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2" name="Fila Hemodinamia"/>
          <p:cNvGrpSpPr/>
          <p:nvPr/>
        </p:nvGrpSpPr>
        <p:grpSpPr>
          <a:xfrm>
            <a:off x="3337560" y="4023360"/>
            <a:ext cx="5486400" cy="722376"/>
            <a:chOff x="3337560" y="4023360"/>
            <a:chExt cx="5486400" cy="722376"/>
          </a:xfrm>
        </p:grpSpPr>
        <p:sp>
          <p:nvSpPr>
            <p:cNvPr id="123" name="Forma 122"/>
            <p:cNvSpPr/>
            <p:nvPr/>
          </p:nvSpPr>
          <p:spPr>
            <a:xfrm>
              <a:off x="3337560" y="402336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Estable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4" name="Forma 123"/>
            <p:cNvSpPr/>
            <p:nvPr/>
          </p:nvSpPr>
          <p:spPr>
            <a:xfrm>
              <a:off x="5532120" y="402336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HEMODINAMIA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5" name="Forma 124"/>
            <p:cNvSpPr/>
            <p:nvPr/>
          </p:nvSpPr>
          <p:spPr>
            <a:xfrm>
              <a:off x="6949440" y="402336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275"/>
                </a:lnSpc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Taquicardia, hipotensión, yugulares ingurgitadas</a:t>
              </a:r>
              <a:endParaRPr lang="es-AR" sz="1100" dirty="0">
                <a:latin typeface="Mali"/>
              </a:endParaRPr>
            </a:p>
          </p:txBody>
        </p:sp>
      </p:grpSp>
      <p:grpSp>
        <p:nvGrpSpPr>
          <p:cNvPr id="126" name="Fila Diagnóstico"/>
          <p:cNvGrpSpPr/>
          <p:nvPr/>
        </p:nvGrpSpPr>
        <p:grpSpPr>
          <a:xfrm>
            <a:off x="3337560" y="4800600"/>
            <a:ext cx="5486400" cy="722376"/>
            <a:chOff x="3337560" y="4800600"/>
            <a:chExt cx="5486400" cy="722376"/>
          </a:xfrm>
        </p:grpSpPr>
        <p:sp>
          <p:nvSpPr>
            <p:cNvPr id="127" name="Forma 126"/>
            <p:cNvSpPr/>
            <p:nvPr/>
          </p:nvSpPr>
          <p:spPr>
            <a:xfrm>
              <a:off x="3337560" y="480060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 + imagen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8" name="Forma 127"/>
            <p:cNvSpPr/>
            <p:nvPr/>
          </p:nvSpPr>
          <p:spPr>
            <a:xfrm>
              <a:off x="5532120" y="48006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9" name="Forma 128"/>
            <p:cNvSpPr/>
            <p:nvPr/>
          </p:nvSpPr>
          <p:spPr>
            <a:xfrm>
              <a:off x="6949440" y="480060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Clínico</a:t>
              </a: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(no esperar Rx)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30" name="Fila Conducta"/>
          <p:cNvGrpSpPr/>
          <p:nvPr/>
        </p:nvGrpSpPr>
        <p:grpSpPr>
          <a:xfrm>
            <a:off x="3337560" y="5577840"/>
            <a:ext cx="5486400" cy="722376"/>
            <a:chOff x="3337560" y="5577840"/>
            <a:chExt cx="5486400" cy="722376"/>
          </a:xfrm>
        </p:grpSpPr>
        <p:sp>
          <p:nvSpPr>
            <p:cNvPr id="131" name="Forma 130"/>
            <p:cNvSpPr/>
            <p:nvPr/>
          </p:nvSpPr>
          <p:spPr>
            <a:xfrm>
              <a:off x="3337560" y="557784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Según tamaño y estabilidad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2" name="Forma 131"/>
            <p:cNvSpPr/>
            <p:nvPr/>
          </p:nvSpPr>
          <p:spPr>
            <a:xfrm>
              <a:off x="5532120" y="55778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333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CONDUCTA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3" name="Forma 132"/>
            <p:cNvSpPr/>
            <p:nvPr/>
          </p:nvSpPr>
          <p:spPr>
            <a:xfrm>
              <a:off x="6949440" y="557784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ts val="1449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Descompresión inmediata</a:t>
              </a: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toracostomía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4335" y="91440"/>
            <a:ext cx="951276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469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NEUMOTÓRAX SIMPLE FRENTE A NEUMOTÓRAX A TENSIÓN</a:t>
            </a:r>
            <a:endParaRPr lang="es-AR" sz="2200" dirty="0">
              <a:latin typeface="Mali"/>
            </a:endParaRPr>
          </a:p>
        </p:txBody>
      </p:sp>
      <p:sp>
        <p:nvSpPr>
          <p:cNvPr id="1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14400"/>
            <a:ext cx="2084832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SÍNTOMA / SIGNO</a:t>
            </a:r>
            <a:endParaRPr lang="es-AR" sz="20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2478024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2724912" y="914400"/>
            <a:ext cx="2084832" cy="11887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endParaRPr lang="es-AR" sz="20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4837176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39" h="10" fill="none">
                <a:moveTo>
                  <a:pt x="0" y="0"/>
                </a:moveTo>
                <a:lnTo>
                  <a:pt x="2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5084064" y="914400"/>
            <a:ext cx="2084832" cy="118872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1796"/>
              </a:lnSpc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FISIOPATOLOGÍA</a:t>
            </a:r>
            <a:endParaRPr lang="es-AR" sz="1550" dirty="0">
              <a:latin typeface="Mali"/>
            </a:endParaRPr>
          </a:p>
        </p:txBody>
      </p:sp>
      <p:sp>
        <p:nvSpPr>
          <p:cNvPr id="9" name="Flecha 10_2"/>
          <p:cNvSpPr/>
          <p:nvPr/>
        </p:nvSpPr>
        <p:spPr>
          <a:xfrm>
            <a:off x="7196328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0" name="Forma 12"/>
          <p:cNvSpPr/>
          <p:nvPr/>
        </p:nvSpPr>
        <p:spPr>
          <a:xfrm>
            <a:off x="7443216" y="914400"/>
            <a:ext cx="2084832" cy="11887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</a:t>
            </a:r>
            <a:endParaRPr lang="es-AR" sz="2000" dirty="0">
              <a:latin typeface="Mali"/>
            </a:endParaRPr>
          </a:p>
        </p:txBody>
      </p:sp>
      <p:sp>
        <p:nvSpPr>
          <p:cNvPr id="11" name="Flecha 13_2"/>
          <p:cNvSpPr/>
          <p:nvPr/>
        </p:nvSpPr>
        <p:spPr>
          <a:xfrm>
            <a:off x="9555480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2" name="Forma 15"/>
          <p:cNvSpPr/>
          <p:nvPr/>
        </p:nvSpPr>
        <p:spPr>
          <a:xfrm>
            <a:off x="9802368" y="914400"/>
            <a:ext cx="2084832" cy="118872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</a:t>
            </a:r>
            <a:endParaRPr lang="es-AR" sz="1900" dirty="0">
              <a:latin typeface="Mali"/>
            </a:endParaRPr>
          </a:p>
        </p:txBody>
      </p:sp>
      <p:sp>
        <p:nvSpPr>
          <p:cNvPr id="13" name="Ejemplo Derrame"/>
          <p:cNvSpPr/>
          <p:nvPr/>
        </p:nvSpPr>
        <p:spPr>
          <a:xfrm>
            <a:off x="365760" y="2377440"/>
            <a:ext cx="11521440" cy="9144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Derrame: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Disnea + matidez + frémito abolido → ocupación líquida → Starling/permeabilidad → ICC o neumonía → diuréticos o drenaje</a:t>
            </a:r>
            <a:endParaRPr lang="es-AR" sz="1900" dirty="0">
              <a:latin typeface="Mali"/>
            </a:endParaRPr>
          </a:p>
        </p:txBody>
      </p:sp>
      <p:sp>
        <p:nvSpPr>
          <p:cNvPr id="14" name="Ejemplo Neumotórax"/>
          <p:cNvSpPr/>
          <p:nvPr/>
        </p:nvSpPr>
        <p:spPr>
          <a:xfrm>
            <a:off x="365760" y="3401568"/>
            <a:ext cx="11521440" cy="914400"/>
          </a:xfrm>
          <a:prstGeom prst="rect">
            <a:avLst/>
          </a:prstGeom>
          <a:solidFill>
            <a:srgbClr val="EAF6FB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Neumotórax: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Dolor + hipersonoridad + MV abolido → ocupación aérea → pérdida de presión negativa → bula/trauma/iatrogenia → observar o drenar</a:t>
            </a:r>
            <a:endParaRPr lang="es-AR" sz="1900" dirty="0">
              <a:latin typeface="Mali"/>
            </a:endParaRPr>
          </a:p>
        </p:txBody>
      </p:sp>
      <p:sp>
        <p:nvSpPr>
          <p:cNvPr id="15" name="Ejemplo Tensión"/>
          <p:cNvSpPr/>
          <p:nvPr/>
        </p:nvSpPr>
        <p:spPr>
          <a:xfrm>
            <a:off x="365760" y="4425696"/>
            <a:ext cx="11521440" cy="914400"/>
          </a:xfrm>
          <a:prstGeom prst="rect">
            <a:avLst/>
          </a:prstGeom>
          <a:solidFill>
            <a:srgbClr val="F5B7B1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ts val="2202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Tensión: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Disnea + hipotensión + yugulares + desviación traqueal → shock obstructivo → válvula → descompresión inmediata</a:t>
            </a:r>
            <a:endParaRPr lang="es-AR" sz="1900" dirty="0">
              <a:latin typeface="Mali"/>
            </a:endParaRPr>
          </a:p>
        </p:txBody>
      </p:sp>
      <p:sp>
        <p:nvSpPr>
          <p:cNvPr id="16" name="Mensajes"/>
          <p:cNvSpPr/>
          <p:nvPr/>
        </p:nvSpPr>
        <p:spPr>
          <a:xfrm>
            <a:off x="365760" y="5486400"/>
            <a:ext cx="1152144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existe el cuadro puro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·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nunca la imagen sola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· vigilar al paciente después de cada procedimiento.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lnSpc>
                <a:spcPts val="2196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34514" y="91440"/>
            <a:ext cx="509258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ts val="2694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CADENA DIAGNÓSTICA</a:t>
            </a:r>
            <a:endParaRPr lang="es-AR" sz="2400" dirty="0">
              <a:latin typeface="Mali"/>
            </a:endParaRPr>
          </a:p>
        </p:txBody>
      </p:sp>
      <p:sp>
        <p:nvSpPr>
          <p:cNvPr id="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!!ParedToracica"/>
          <p:cNvSpPr/>
          <p:nvPr/>
        </p:nvSpPr>
        <p:spPr>
          <a:xfrm>
            <a:off x="6814109" y="71871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" name="!!Mediastino"/>
          <p:cNvSpPr/>
          <p:nvPr/>
        </p:nvSpPr>
        <p:spPr>
          <a:xfrm>
            <a:off x="8394192" y="101544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" name="!!Costillas"/>
          <p:cNvGrpSpPr/>
          <p:nvPr/>
        </p:nvGrpSpPr>
        <p:grpSpPr>
          <a:xfrm>
            <a:off x="6912864" y="1150315"/>
            <a:ext cx="4828032" cy="4445447"/>
            <a:chOff x="6912864" y="1150315"/>
            <a:chExt cx="4828032" cy="4445447"/>
          </a:xfrm>
        </p:grpSpPr>
        <p:sp>
          <p:nvSpPr>
            <p:cNvPr id="5" name="Forma 4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" name="!!EspacioPleur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" name="!!EspacioPleur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9" name="!!Aorta"/>
          <p:cNvSpPr/>
          <p:nvPr/>
        </p:nvSpPr>
        <p:spPr>
          <a:xfrm>
            <a:off x="9336576" y="184025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" name="!!Traquea"/>
          <p:cNvGrpSpPr/>
          <p:nvPr/>
        </p:nvGrpSpPr>
        <p:grpSpPr>
          <a:xfrm>
            <a:off x="8674024" y="718718"/>
            <a:ext cx="1305713" cy="2314413"/>
            <a:chOff x="8674024" y="718718"/>
            <a:chExt cx="1305713" cy="2314413"/>
          </a:xfrm>
        </p:grpSpPr>
        <p:sp>
          <p:nvSpPr>
            <p:cNvPr id="11" name="Forma 10"/>
            <p:cNvSpPr/>
            <p:nvPr/>
          </p:nvSpPr>
          <p:spPr>
            <a:xfrm>
              <a:off x="8674024" y="71871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2" name="Forma 11"/>
            <p:cNvSpPr/>
            <p:nvPr/>
          </p:nvSpPr>
          <p:spPr>
            <a:xfrm>
              <a:off x="9228125" y="88056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3" name="!!PulmonDerecho"/>
          <p:cNvGrpSpPr/>
          <p:nvPr/>
        </p:nvGrpSpPr>
        <p:grpSpPr>
          <a:xfrm>
            <a:off x="7274968" y="1251279"/>
            <a:ext cx="1737961" cy="3918821"/>
            <a:chOff x="7274968" y="1251279"/>
            <a:chExt cx="1737961" cy="3918821"/>
          </a:xfrm>
        </p:grpSpPr>
        <p:sp>
          <p:nvSpPr>
            <p:cNvPr id="14" name="Forma 13"/>
            <p:cNvSpPr/>
            <p:nvPr/>
          </p:nvSpPr>
          <p:spPr>
            <a:xfrm>
              <a:off x="7274968" y="1251279"/>
              <a:ext cx="1737961" cy="391882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5" name="Forma 14"/>
            <p:cNvSpPr/>
            <p:nvPr/>
          </p:nvSpPr>
          <p:spPr>
            <a:xfrm>
              <a:off x="7387379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7316207" y="2957627"/>
              <a:ext cx="1462033" cy="164327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7" name="!!PleuraVisceralD"/>
          <p:cNvSpPr/>
          <p:nvPr/>
        </p:nvSpPr>
        <p:spPr>
          <a:xfrm>
            <a:off x="7274968" y="1251279"/>
            <a:ext cx="1737961" cy="3918821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8" name="!!PulmonIzquierdo"/>
          <p:cNvGrpSpPr/>
          <p:nvPr/>
        </p:nvGrpSpPr>
        <p:grpSpPr>
          <a:xfrm>
            <a:off x="9759982" y="1251279"/>
            <a:ext cx="1618810" cy="4048463"/>
            <a:chOff x="9759982" y="1251279"/>
            <a:chExt cx="1618810" cy="4048463"/>
          </a:xfrm>
        </p:grpSpPr>
        <p:sp>
          <p:nvSpPr>
            <p:cNvPr id="19" name="Forma 18"/>
            <p:cNvSpPr/>
            <p:nvPr/>
          </p:nvSpPr>
          <p:spPr>
            <a:xfrm>
              <a:off x="9759982" y="125127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0" name="Forma 19"/>
            <p:cNvSpPr/>
            <p:nvPr/>
          </p:nvSpPr>
          <p:spPr>
            <a:xfrm>
              <a:off x="9902952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919411" y="303855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2" name="!!PleuraVisceralI"/>
          <p:cNvSpPr/>
          <p:nvPr/>
        </p:nvSpPr>
        <p:spPr>
          <a:xfrm>
            <a:off x="9759982" y="125127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3" name="!!PleuraPariet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4" name="!!PleuraPariet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5" name="!!VenaCavaSup"/>
          <p:cNvSpPr/>
          <p:nvPr/>
        </p:nvSpPr>
        <p:spPr>
          <a:xfrm>
            <a:off x="9003204" y="166085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6" name="!!VenaCavaInf"/>
          <p:cNvSpPr/>
          <p:nvPr/>
        </p:nvSpPr>
        <p:spPr>
          <a:xfrm>
            <a:off x="9052605" y="465464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7" name="!!Corazon"/>
          <p:cNvGrpSpPr/>
          <p:nvPr/>
        </p:nvGrpSpPr>
        <p:grpSpPr>
          <a:xfrm>
            <a:off x="9031021" y="3347075"/>
            <a:ext cx="1458976" cy="1527261"/>
            <a:chOff x="9031021" y="3347075"/>
            <a:chExt cx="1458976" cy="1527261"/>
          </a:xfrm>
        </p:grpSpPr>
        <p:sp>
          <p:nvSpPr>
            <p:cNvPr id="28" name="Forma 27"/>
            <p:cNvSpPr/>
            <p:nvPr/>
          </p:nvSpPr>
          <p:spPr>
            <a:xfrm>
              <a:off x="9031021" y="334707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9793224" y="345935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0" name="!!Diafragma"/>
          <p:cNvSpPr/>
          <p:nvPr/>
        </p:nvSpPr>
        <p:spPr>
          <a:xfrm>
            <a:off x="7324353" y="461427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1" name="!!Clavículas"/>
          <p:cNvGrpSpPr/>
          <p:nvPr/>
        </p:nvGrpSpPr>
        <p:grpSpPr>
          <a:xfrm>
            <a:off x="7680960" y="934517"/>
            <a:ext cx="3291840" cy="215798"/>
            <a:chOff x="7680960" y="934517"/>
            <a:chExt cx="3291840" cy="215798"/>
          </a:xfrm>
        </p:grpSpPr>
        <p:sp>
          <p:nvSpPr>
            <p:cNvPr id="32" name="Forma 31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5" name="Síntesis final"/>
          <p:cNvSpPr/>
          <p:nvPr/>
        </p:nvSpPr>
        <p:spPr>
          <a:xfrm>
            <a:off x="731520" y="3154680"/>
            <a:ext cx="5486400" cy="173736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318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hojas, un espacio virtual y una presión negativa: cuando el espacio se llena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cambian la mecánica, la semiología y las imágenes.</a:t>
            </a:r>
            <a:endParaRPr lang="es-AR" sz="2000" dirty="0">
              <a:latin typeface="Mali"/>
            </a:endParaRPr>
          </a:p>
        </p:txBody>
      </p:sp>
      <p:sp>
        <p:nvSpPr>
          <p:cNvPr id="36" name="Fin"/>
          <p:cNvSpPr/>
          <p:nvPr/>
        </p:nvSpPr>
        <p:spPr>
          <a:xfrm>
            <a:off x="1737360" y="5120640"/>
            <a:ext cx="3474720" cy="548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ts val="2434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FIN DE LA CLASE</a:t>
            </a:r>
            <a:endParaRPr lang="es-AR" sz="2100" dirty="0">
              <a:latin typeface="Mali"/>
            </a:endParaRPr>
          </a:p>
        </p:txBody>
      </p:sp>
      <p:sp>
        <p:nvSpPr>
          <p:cNvPr id="34" name="Título"/>
          <p:cNvSpPr txBox="1"/>
          <p:nvPr/>
        </p:nvSpPr>
        <p:spPr>
          <a:xfrm>
            <a:off x="457200" y="1280160"/>
            <a:ext cx="603504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5153"/>
              </a:lnSpc>
              <a:spcAft>
                <a:spcPts val="300"/>
              </a:spcAft>
              <a:buNone/>
            </a:pPr>
            <a:r>
              <a:rPr lang="es-AR" sz="4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ENFERMEDADES</a:t>
            </a:r>
            <a:endParaRPr lang="es-AR" sz="4800" dirty="0">
              <a:latin typeface="Mali"/>
            </a:endParaRPr>
          </a:p>
          <a:p>
            <a:pPr algn="ctr">
              <a:lnSpc>
                <a:spcPts val="5153"/>
              </a:lnSpc>
              <a:spcAft>
                <a:spcPts val="300"/>
              </a:spcAft>
              <a:buNone/>
            </a:pPr>
            <a:r>
              <a:rPr lang="es-AR" sz="4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PLEURALES</a:t>
            </a:r>
            <a:endParaRPr lang="es-AR" sz="4800" dirty="0">
              <a:latin typeface="Mali"/>
            </a:endParaRPr>
          </a:p>
        </p:txBody>
      </p:sp>
      <p:sp>
        <p:nvSpPr>
          <p:cNvPr id="3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ts val="1220"/>
              </a:lnSpc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